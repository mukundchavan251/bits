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491" r:id="rId5"/>
    <p:sldId id="492" r:id="rId6"/>
    <p:sldId id="619" r:id="rId7"/>
    <p:sldId id="620" r:id="rId8"/>
    <p:sldId id="621" r:id="rId9"/>
    <p:sldId id="622" r:id="rId10"/>
    <p:sldId id="623" r:id="rId11"/>
    <p:sldId id="624" r:id="rId12"/>
    <p:sldId id="625" r:id="rId13"/>
    <p:sldId id="626" r:id="rId14"/>
    <p:sldId id="627" r:id="rId15"/>
    <p:sldId id="629" r:id="rId16"/>
    <p:sldId id="628" r:id="rId17"/>
    <p:sldId id="585" r:id="rId18"/>
    <p:sldId id="586" r:id="rId19"/>
    <p:sldId id="587" r:id="rId20"/>
    <p:sldId id="631" r:id="rId21"/>
    <p:sldId id="588" r:id="rId22"/>
    <p:sldId id="589" r:id="rId23"/>
    <p:sldId id="591" r:id="rId24"/>
    <p:sldId id="632" r:id="rId25"/>
    <p:sldId id="630" r:id="rId26"/>
    <p:sldId id="633" r:id="rId27"/>
    <p:sldId id="446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2:54:00.6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13471 8197 49 0,'0'0'26'0,"0"0"25"15,0 0-5-15,0 0-2 16,0 0-9-16,0 0-3 15,0 0 25-15,0 0-34 16,-51-1 6-16,51-1 9 16,0 1-14-16,0-1-11 0,0 2 3 15,0-1-7-15,0 1 8 16,-3-2 14-16,3 1 1 16,0 0-4-16,-1 1 7 15,1-1-3-15,0 1-9 16,-2 0 6-16,2 0-6 15,0 0-7-15,0 0-9 16,0 0 7-16,0 0-1 16,0 0-3-16,0 0-1 15,0 0-1-15,0 0-5 16,0-6 3-16,0-3 0 16,2-5-3-16,14-6-3 15,5-1-2-15,9-4 0 0,10-2 2 16,17-4-3-1,11-6 3-15,20-2 0 0,9-6 1 16,7 2-3-16,0-4 4 16,-6 3-4-16,-8 2 4 15,-13 7 0-15,-16 6-2 16,-21 10 0-16,-16 7 0 16,-13 4 3-16,-7 5-1 15,-4 1-1-15,0 2-1 16,0 0-1-16,0 0-31 15,-1 0-57-15,-14 13-92 16,-8 4-56-16</inkml:trace>
  <inkml:trace contextRef="#ctx0" brushRef="#br0" timeOffset="757.18">13493 8328 179 0,'0'0'75'16,"0"0"41"-16,0 0-12 16,0 0-23-16,0 0 1 15,0 0-44-15,-37-34 4 16,34 34-5-16,3 0-3 16,0 0-29-16,0 0-5 15,0 0-9-15,9 0-10 0,22 9 18 16,20 5-2-1,20-3 6-15,25-1 2 16,20-3 6-16,12-1-4 0,11-2-3 16,-1-1-4-16,-6 3-3 15,-10 1 3-15,-12-2 5 16,-16 2-5-16,-16-2 0 16,-13-3 1-16,-19 0-1 15,-16-2-2-15,-12 0-2 16,-12 0 1-16,-6 0 3 15,0 0 0-15,0 0 0 16,0 0-52-16,-2 0-122 16,-5 0-129-16</inkml:trace>
  <inkml:trace contextRef="#ctx0" brushRef="#br0" timeOffset="1497.83">15047 7369 270 0,'0'0'102'0,"0"0"9"15,0 0-18-15,0 0-28 0,0 0 1 16,0 0-25-1,5-29-24-15,-5 29-17 0,1 0-9 16,5 18-2-16,-1 15 5 16,-1 9 5-16,-3 11 1 15,-1 6 0-15,0-2 3 16,0-5 2-16,-2-7-4 16,-1-12 2-16,1-7-3 15,2-10 0-15,0-7-1 16,0-7-54-16,0-2-45 15,2-25 79-15,16-17-314 16</inkml:trace>
  <inkml:trace contextRef="#ctx0" brushRef="#br0" timeOffset="1711.04">14967 7248 374 0,'0'0'108'16,"0"0"-54"-16,0 0-20 16,0 0-19-16,0 0-15 15,0 0 0-15,76-53 1 16,-34 48 0-16,-1 0-1 16,-3 5-2-16,-5 0-43 0,-10 0-59 15,-8 2-80 1,-12 6-65-16</inkml:trace>
  <inkml:trace contextRef="#ctx0" brushRef="#br0" timeOffset="2031.31">14776 7510 230 0,'0'0'9'15,"0"0"59"-15,0 0 17 16,121 9-17-16,-62-9-21 15,22-13 1-15,13-7-15 16,9-2-27-16,3 0-6 16,-6 2 0-16,-15 5-2 15,-19 5 0-15,-18 4 2 16,-21 6 0-16,-15 0-3 0,-9 0-7 16,-3 3 9-16,0 9 1 15,-4 2 1-15,-4 3 7 16,3 0-8-16,5 0 1 15,0-1-2-15,0-2 1 16,16-1-2-16,8-5 1 16,4-6-18-16,9-2-104 15,-1-16-205-15</inkml:trace>
  <inkml:trace contextRef="#ctx0" brushRef="#br0" timeOffset="2213.02">15659 7077 803 0,'0'0'2'0,"0"0"52"16,0 0-54-16,0 0-17 16,0 0-24-16,93-32-31 15,-67 57-49-15,-5 4-63 16,-10-2-223-16</inkml:trace>
  <inkml:trace contextRef="#ctx0" brushRef="#br0" timeOffset="2712.83">15993 7343 295 0,'0'0'312'0,"0"0"-226"15,0 0-86-15,0 0-8 16,0 0 1-16,0 0 7 0,46 79-3 15,-43-51 6-15,-3 0 1 16,0-7 1-16,0-4 0 16,0-9-2-16,0-3 1 15,0-5-3-15,0 0 6 16,0 0 5-16,0-8 21 16,0-13-33-16,5-8-27 15,4-1-38-15,2 3 56 16,-1 7 6-16,-4 7 1 15,2 6 2-15,-2 7-1 16,2 0-3-16,0 0 0 16,5 3 2-16,-3 11 1 0,-1 3-1 15,3 3 1-15,-1 1 1 16,5-3 0-16,5-4 0 16,10-9-54-16,9-5-83 15,4-8-156-15</inkml:trace>
  <inkml:trace contextRef="#ctx0" brushRef="#br0" timeOffset="3129.96">16552 7241 385 0,'0'0'127'0,"0"0"-21"16,0 0-73-16,0 0-31 16,0 0-2-16,0 0-22 15,0-9-30-15,0 15 52 16,-8 4 1-16,2 0 0 0,-2 0-1 15,2 0 1-15,0-2-1 16,-1 0 7-16,2 0 7 16,1 1-2-16,1 5-3 15,1 6-1-15,2 4 1 16,0 7-7-16,0 0-2 16,8-4 0-16,11-4 0 15,5-9-1-15,1-12 1 16,4-2 3-16,2-7 9 15,0-13-4-15,-8-3 0 16,-9-2 0-16,-9 1 36 0,-5 1-4 16,0 6 6-1,-3 6-44-15,-5 6-2 0,4 3-2 16,4 2-4-16,0 0-58 16,2 13 27-16,17 5 13 15,5 5 14-15,6 0-30 16,4-3 21-16,2-4-26 15,0-12-80-15,2-4 11 16,-1-10 10-16,-2-15 5 16</inkml:trace>
  <inkml:trace contextRef="#ctx0" brushRef="#br0" timeOffset="4312.09">17047 7291 20 0,'0'0'250'16,"0"0"-51"-16,0 0-18 15,0 0-86-15,0 0-95 16,0 0-8-16,0-3 4 0,5 21 4 15,3 1 3-15,-1 3-3 16,-1 0 2-16,-2-8 1 16,-1-2 0-16,-1-9-1 15,1-3 2-15,4-3 30 16,5-18-1-16,5-8-33 16,1 0-30-16,-2 5 26 15,-7 9-15-15,-3 8-21 16,0 4 37-16,3 3-6 15,1 0 0-15,7 3 8 16,4 9-2-16,4 2 3 16,2 1 0-16,-1-4-2 0,1-2 2 15,-1-9 0-15,1 0 2 16,0-20-6-16,5-6-2 16,-4-3-45-16,-7 3-11 15,-8 8 22-15,-8 6 20 16,-5 10 20-16,0 2 0 15,-2 0-7-15,-12 1 6 16,-2 12 1-16,0 3 21 16,5-1-4-16,0 4-3 15,5 1-12-15,3 0 5 16,2 2-2-16,1-3-2 16,0 1-3-16,0-3 4 15,10-6-4-15,16-8 1 0,13-3 10 16,11-11-2-16,4-12-5 15,-8-2-4-15,-8 1 0 16,-19 8 2-16,-10 3 4 16,-9 6 29-16,0 4 1 15,0 3-18-15,-11 0-15 16,4 0-5-16,-1 10 2 16,3 2-11-16,3 2 6 15,2 6 3-15,0-3 0 16,12 4-5-16,15-1 5 15,7-6 2-15,8-4 6 16,7-10-2-16,6 0-4 16,5-27-18-16,-4-11-25 15,0-5 40-15,-18 3 3 0,-15 7 6 16,-17 8 74-16,-6 11-45 16,-2 6-16-16,-20 7-19 15,-10 1-12-15,0 1-5 16,5 12 7-16,11-1 0 15,8 5 5-15,5-1 1 16,0 4 0-16,3 2-1 16,0-2 4-16,0 2 0 15,12-7-4-15,9-7 5 16,4-8 0-16,5 0 14 16,1-14 11-16,-1-11 11 15,-6-1-21-15,-9 2-1 16,-10 6 5-16,-5 7 10 0,0 3-14 15,0 5-15-15,-3 1-1 16,-3 2-2-16,4 0-2 16,0 2-18-16,2 12 9 15,0 2 12-15,0 1-1 16,13 3 0-16,6-3 1 16,5-1-2-16,6-6-5 15,4-10 3-15,3 0-8 16,2-20 12-16,1-13 1 15,-1-6-8-15,-6-1-12 16,-9 0-10-16,-9-1 16 16,-9 0-18-16,-6-2-86 0,-11 1-49 15,-22 1-78 1,-13 0 246-16,-3 0 16 0,-1 0 124 16,12 2 119-16,11 7-62 15,11 15-94-15,11 7-63 16,5 10-40-16,0 0-44 15,3 19-7-15,13 21 49 16,0 23 0-16,3 10 2 16,0 9-1-16,1 2 1 15,2-6 0-15,0-6 0 16,-8-8-4-16,-9-9-71 16,-5-12-59-16,-1-15-22 15</inkml:trace>
  <inkml:trace contextRef="#ctx0" brushRef="#br0" timeOffset="4507.85">17443 6883 821 0,'0'0'8'16,"0"0"14"-16,0 0-22 15,0 0-53-15,0 0 18 16,0 0-21-16,46 61-83 0,-46-35-110 16</inkml:trace>
  <inkml:trace contextRef="#ctx0" brushRef="#br0" timeOffset="5693.07">15431 8358 24 0,'0'0'299'0,"0"0"-276"16,0 0 72-16,-27 104-53 15,9-60-6-15,1 1 6 16,3-7-18-16,5-9-15 15,3-11-8-15,6-8 4 16,-2-7 1-16,2-3 6 16,0 0 54-16,5-25-17 15,15-14-49-15,6-12-76 16,2-5-5-16,-4 3-97 16,-6 9 31-16,-11 8 24 15,-5 11 123-15,-2 8 102 16,0 11 110-16,1 6-102 0,6 0-110 15,7 17 0-15,6 10 0 16,4 7 15-16,3 5 5 16,3 4-12-16,2-6 0 15,1-10-4-15,7-11-3 16,2-13 2-16,4-3 6 16,6-12-5-16,1-21 4 15,-10-6-8-15,-13-5-11 16,-11 4 8-16,-17 0-7 15,-2-1 4-15,-13 4 1 16,-9 6 3-16,-2 7 2 16,8 11 9-16,3 9 2 0,7 4-11 15,2 3-15-15,4 18-31 16,0 6 17-16,0 7-46 16,14-4-119-16</inkml:trace>
  <inkml:trace contextRef="#ctx0" brushRef="#br0" timeOffset="6309.23">16324 8308 548 0,'0'0'17'15,"0"0"-12"-15,0 0-3 0,0 0 1 16,0 0 4-1,-53 94 6-15,50-60 5 0,3 3 4 16,0 4 1-16,6-7-3 16,11-5-14-16,6-8-3 15,9-12-2-15,6-9 1 16,5-6 5-16,0-21 28 16,-2-9-19-16,-17-2-10 15,-11 2-2-15,-13 0-4 16,-9 8-3-16,-16 6-52 15,4 5-8-15,1 7 54 16,10 4 9-16,7 2 16 0,3 2 47 16,0 1-54-1,5-1-7-15,18 2 12 0,7 0 14 16,4 0-13-16,4 2-5 16,2 9-4-16,2 1-6 15,-2 3 4-15,-4-3-4 16,-9-2 0-16,-10-1 0 15,-8-4-4-15,-4-2 2 16,-2-3 2-16,0 0 3 16,-1 0 2-16,-2-4 7 15,0-14 7-15,0-6-14 16,0-4-5-16,0 0 0 16,0 4 1-16,0 2-2 0,8 5 1 15,0 7 0 1,1 3 2-16,-2 7-2 0,5 0-4 15,2 7-1 1,2 15-2-16,-2 6 1 0,-3 7 2 16,-3 4 4-16,-1 0-1 15,1-3 1-15,7-3-4 16,-3-6-58-16,-1-10-67 16,-2-13-107-16</inkml:trace>
  <inkml:trace contextRef="#ctx0" brushRef="#br0" timeOffset="6497.08">17128 8375 437 0,'0'0'8'0,"0"0"9"15,0 0 10-15,105-11 5 16,-60-4-11-16,4 1-18 15,1 0-3-15,-6 1-37 16,-7 1-122-16</inkml:trace>
  <inkml:trace contextRef="#ctx0" brushRef="#br0" timeOffset="6743.03">17737 8054 692 0,'0'0'47'16,"0"0"-47"-16,0 0-5 15,0 0-3-15,19 99 8 16,-12-45 0-16,0 2 0 16,1-1 3-16,-1 0 0 15,-2-6-2-15,-2-6-1 16,0-11-19-16,0-12-21 15,2-13-47-15,1-7-68 16,3-27-245-16</inkml:trace>
  <inkml:trace contextRef="#ctx0" brushRef="#br0" timeOffset="6921.6">17649 8043 718 0,'0'0'0'0,"0"0"-4"16,79-37 4-16,-37 27-3 16,2 3 2-16,7 4-1 15,-2 3-12-15,-3 0-57 16,-7 0-56-16,-16 0-170 16</inkml:trace>
  <inkml:trace contextRef="#ctx0" brushRef="#br0" timeOffset="7209.34">17595 8328 566 0,'0'0'6'16,"0"0"-5"-16,0 0 30 16,118 4-4-16,-61-8 22 15,11-11-32-15,8-4-17 16,2-1-1-16,-2 0-11 15,-9 4-35-15,-15 6 3 16,-18 5 36-16,-17 5 6 16,-14 0 0-16,-3 1-25 0,0 11 15 15,0 4 12-15,0 4 5 16,-3 2-5-16,3 4 1 16,0-2-1-16,0-7-2 15,0-9-137-15,0-8-198 16</inkml:trace>
  <inkml:trace contextRef="#ctx0" brushRef="#br0" timeOffset="7360.38">18251 7936 396 0,'0'0'0'0,"0"0"-32"16,0 0 28-16,8 100-81 15,-11-58-87-15</inkml:trace>
  <inkml:trace contextRef="#ctx0" brushRef="#br0" timeOffset="7743.08">18450 8285 107 0,'0'0'447'0,"0"0"-447"0,0 0 0 16,0 0 1-16,0 0 3 16,0 0-2-16,58 76 2 15,-55-72-2-15,-2-3-2 16,2-1 0-16,2 0-4 15,-2 0-33-15,-3-11-40 16,4-3-51-16,-2 1 107 16,-1 3 21-16,2 3 77 15,2 4 4-15,2 3 3 16,1 0-81-16,7 0-2 16,0 9-1-16,4 4 1 15,5 2-1-15,-1-2 1 16,4-5 0-16,3-5-1 0,4-3-53 15,2-4-83-15,2-17-80 16</inkml:trace>
  <inkml:trace contextRef="#ctx0" brushRef="#br0" timeOffset="8026.38">18945 8157 315 0,'0'0'188'0,"0"0"-24"15,0 0-164-15,0 0-8 16,0 0 8-16,-11 78-1 15,11-41 0-15,0 1 0 0,0-6 0 16,17-10-4 0,2-13-22-16,13-9 13 0,5-5 14 15,2-19 2 1,-2-7-2-16,-9 1-1 0,-10 1 1 16,-10 8 5-16,-8 7-2 15,0 9-3-15,-13 5-10 16,-1 0-15-16,2 14 18 15,5 8 0-15,7 4 3 16,0 1-2-16,17 3-22 16,16 2-17-16,6-7-38 15,9-8-144-15</inkml:trace>
  <inkml:trace contextRef="#ctx0" brushRef="#br0" timeOffset="9790.21">19534 8213 793 0,'0'0'23'16,"0"0"-22"-16,0 0 1 15,0 0-4-15,0 0-2 16,0 0 2-16,45 22 0 16,-41-10-2-16,-2 1 7 15,-2-3-3-15,0-3 1 0,0-1-1 16,0-4-30-16,0-2-2 16,7 0 16-16,7-16 11 15,7-8-87-15,7-2 24 16,-1 1 8-16,-5 5 52 15,-5 7 8-15,-7 5 33 16,-4 6-2-16,0 2-20 16,-2 0-11-16,2 10-1 15,3 7-2-15,2 1 3 16,2-6 0-16,3-6 1 16,4-6 1-16,7 0-2 0,4-15-24 15,-1-11-9 1,-2-4-13-16,-8-3-2 0,-10 4 47 15,-5 2 1-15,-5 10 61 16,0 9 31-16,0 5 15 16,0 3-39-16,0 0-68 15,-6 14-1-15,-5 11-1 16,-2 10 2-16,2 4 1 16,5 4-1-16,6-1-4 15,0-3 4-15,21-8-5 16,16-12 2-16,14-14-6 15,16-5 1-15,8-15-22 0,2-16-44 16,-11-6 37 0,-19-1 37-16,-18 2 3 0,-17 7 28 15,-12 7 34-15,0 5 8 16,-5 6-33-16,-8 4-33 16,3 7-1-16,5 0-6 15,2 0 0-15,0 15-5 16,3 7 2-16,0 4-2 15,0-1 5-15,9 2-4 16,11-1 3-16,7-6 1 16,8-7 0-16,12-13-3 15,5 0-6-15,6-23 5 16,-4-9-7-16,-10-2 3 16,-12 2 8-16,-16 2 7 15,-9 7 5-15,-7 6-1 16,0 6 2-16,0 6-12 15,0 0 3-15,-3 5 10 0,2 0-14 16,-4 0 0-16,1 16-5 16,-3 4 5-16,-1 2 1 15,1 0-1-15,-1-8 2 16,5-5-2-16,2-3 1 16,1-6-1-16,0 0 13 15,0-5 21-15,0-8-18 16,1-1-16-16,4 4 0 15,-4 6 3-15,-1 1-3 16,0 3-1-16,0 0-2 16,0-2-5-16,0 2 5 15,0 0-1-15,0 0-4 0,0 0 3 16,0 0 1-16,0 0 1 16,-9 0 3-16,-1 0 0 15,4 0 0-15,2 0 1 16,4 0-1-16,0 0 1 15,0 0 0-15,0 0-1 16,0 0 0-16,0 0-1 16,0 0-1-16,-3 0-1 15,0 5-2-15,-1 2 5 16,0 3-1-16,2 1 1 16,1 0-2-16,1 1-4 15,0-2 3-15,9-3-24 16,15-5 19-16,9-2 6 0,1 0-1 15,-6-14-4 1,-5-3 7-16,-10-2 9 0,-8-1 18 16,-5 1 6-16,0-1-19 15,0 5-14-15,-5 4-2 16,-5 4 2-16,2 4 0 16,1 3 0-16,2 0-3 15,2 1 0-15,-3 15-2 16,2 7 2-16,-1 5 1 15,1-1 1-15,1-3 1 16,1-3 0-16,2-9 0 16,0-7-2-16,0-2 2 0,0-3 2 15,11 0 2 1,16-17 2-16,8-7-1 0,0-3-5 16,-7 0-3-16,-10 5-2 15,-11 8 5-15,-5 7 14 16,-2 5 4-16,0 2-8 15,0 0-6-15,0 0-4 16,0 8-8-16,0 10-2 16,0 6 10-16,0 3-5 15,0-3-12-15,0-9-3 16,12-8-21-16,7-7-12 16,8-22 44-16,10-23 7 15,2-13-20-15,0-6-10 0,-6 0 27 16,-11 2-11-1,-5-1 11-15,-11 2-22 0,-6 1-14 16,0 4 41-16,-2 6 23 16,-7 14 85-16,0 13-24 15,5 11-53-15,2 10-30 16,1 2-1-16,-1 5-19 16,-4 22-24-16,-3 16 38 15,-6 19 5-15,2 11 0 16,4 6 0-16,8 5 1 15,1 0 2-15,0 0 1 16,13-11 0-16,4-9-2 16,3-17-2-16,1-15-26 15,-4-16-58-15,-4-16-45 0</inkml:trace>
  <inkml:trace contextRef="#ctx0" brushRef="#br0" timeOffset="10007.17">20099 7737 402 0,'0'0'157'0,"0"0"-72"16,0 0-15-16,0 0-70 0,0 0-17 15,0 0 7-15,23 21-26 16,-10 0-34-16,-9-7-121 16</inkml:trace>
  <inkml:trace contextRef="#ctx0" brushRef="#br0" timeOffset="11011.11">19151 8228 170 0,'0'0'82'0,"0"0"55"0,0 0-28 15,0 0-62 1,0 0-31-16,0 0-15 0,-61-34-1 16,44 34-2-16,-5 0-9 15,1 0 7-15,4 3 4 16,6-1 0-16,6-2-1 15,2 2 1-15,3 3-30 16,-3 3 7-16,2 4-47 16,-4 0-97-16</inkml:trace>
  <inkml:trace contextRef="#ctx0" brushRef="#br0" timeOffset="11152.98">18969 8282 249 0,'0'0'142'16,"0"0"-14"-16,0 0-46 16,0 0-82-16,0 0-139 15,0 0-43-15</inkml:trace>
  <inkml:trace contextRef="#ctx0" brushRef="#br0" timeOffset="12489.41">18736 6763 432 0,'0'0'106'15,"0"0"-15"-15,0 0-43 16,0 0-1-16,0 0-33 16,0 0-13-16,49-40 0 15,-13 24 6-15,13-1 8 16,9-2 15-16,7-2-18 0,7-1-8 16,0-2-4-16,3 1-2 15,-2 0-3-15,-9-3-28 16,-10 3-8-16,-15-2-64 15,-17-2-54-15,-19-2-147 16</inkml:trace>
  <inkml:trace contextRef="#ctx0" brushRef="#br0" timeOffset="12720.06">19222 6331 511 0,'0'0'90'0,"0"0"-76"15,83-14 14-15,-37 11 24 0,4 3-17 16,3 0-12-16,-1 0-5 16,-2 10-12-16,-9 4-4 15,-11 3-2-15,-8 2-1 16,-12 1-2-16,-8 0-4 16,-2 5 6-16,-17 3-6 15,-24 5 4-15,-17 6-42 16,-11-3-75-16,2-4-141 0</inkml:trace>
  <inkml:trace contextRef="#ctx0" brushRef="#br0" timeOffset="15418.15">20044 5673 505 0,'0'0'74'0,"0"0"42"16,0 0-63-16,0 0 8 15,0 0-36-15,0 0-23 16,0 0-2-16,-5-27-8 16,5 44-10-16,0 15 9 15,0 14 5-15,2 9 3 16,0 6 0-16,-2-1 2 15,0-6 1-15,0 0 2 16,0-6-4-16,0-8-9 16,-5-10-50-16,-1-10-12 0,5-17-66 15,1-4-89-15</inkml:trace>
  <inkml:trace contextRef="#ctx0" brushRef="#br0" timeOffset="15800.3">20041 5540 446 0,'0'0'82'0,"0"0"32"15,0 0-37-15,0 0-25 16,0 0-52-16,0 0-8 16,28-56 7-16,8 73-1 0,-2 10 2 15,-2 4-5 1,-8 8 2-16,-14 0-3 15,-8 2 4-15,-2-4-3 0,-3-9-12 16,-8-5 11-16,3-12-6 16,1-4 8-16,1-5 1 15,-3-2 3-15,-1 0 2 16,-4 0 0-16,0-1 3 16,3-2-4-16,4 3 8 15,4-3 21-15,3 3-13 16,0 0-17-16,0 10-17 15,3 17 11-15,13 7 6 16,8 4 1-16,6 5 0 16,6-4-1-16,7-2-11 0,3-8-47 15,-1-12-49-15,-6-11-164 16</inkml:trace>
  <inkml:trace contextRef="#ctx0" brushRef="#br0" timeOffset="16103.02">20533 5838 756 0,'0'0'5'0,"0"0"-5"16,0 0-9-16,0 0 9 16,0 0 2-16,68 90 1 0,-42-68 2 15,3-4-3 1,0-6-1-16,4-12 1 0,-1 0 17 15,-4-13 8-15,-6-9-5 16,-10-6-5-16,-10-1 4 16,-2 0-20-16,-9-2-1 15,-24 2 0-15,-10 4-1 16,-7 9 0-16,2 7 0 16,16 6 1-16,17 3-7 15,11 0-29-15,4 14-82 16,4 10 80-16,13-2-48 15,5-9-150-15</inkml:trace>
  <inkml:trace contextRef="#ctx0" brushRef="#br0" timeOffset="16365.83">20952 5559 615 0,'0'0'122'0,"0"0"-17"16,0 0-69-16,0 0-36 16,0 0-13-16,0 0 1 15,14 48 10-15,1-4-1 16,0 12 6-16,2 3-3 16,2-3 1-16,1-7 4 15,-2-10-2-15,-3-15-3 0,-4-5-6 16,-4-6-19-1,-2-8-62-15,-5-5-38 0,0-7-127 16</inkml:trace>
  <inkml:trace contextRef="#ctx0" brushRef="#br0" timeOffset="16565.92">20767 5495 642 0,'0'0'39'0,"0"0"42"15,0 0-34-15,0 0-16 16,0 0-31-16,0 0-12 16,-17-37-2-16,58 37 14 15,16 6 0-15,10 0-5 0,9 0-37 16,-5 2-62-16,-6 0-27 16,-16-2-92-16</inkml:trace>
  <inkml:trace contextRef="#ctx0" brushRef="#br0" timeOffset="16778.88">20938 6007 492 0,'0'0'17'0,"0"0"14"0,0 0 36 16,84 0 6-16,-44-7-26 15,9-1-29-15,6-3-14 16,1 1 2-16,-3 0-6 16,-6-1-71-16,-15 2-10 15,-23-1-242-15</inkml:trace>
  <inkml:trace contextRef="#ctx0" brushRef="#br0" timeOffset="17032">21697 6039 687 0,'0'0'141'15,"0"0"-116"-15,0 0-25 16,0 0-14-16,0 0 6 15,0 0 6-15,16 85 1 16,-11-40 1-16,-5 7 0 16,0 2-1-16,0-3-33 15,-12-10-121-15,-6-13-201 16</inkml:trace>
  <inkml:trace contextRef="#ctx0" brushRef="#br0" timeOffset="19957.89">22116 5506 468 0,'0'0'84'0,"0"0"-40"16,0 0-10-16,0 0-34 15,0 0-6-15,0 0-8 16,0 0 10-16,5 64 1 15,-5-27 3-15,0 10 13 16,0 16-11-16,0 8 12 16,0 7 7-16,0-5 1 15,0-11-11-15,0-10-8 16,0-15 3-16,0-14-5 0,0-15 2 16,0-8 0-16,0-15 116 15,7-26-23-15,11-17-96 16,6-17-19-16,-2-12-9 15,-9-1-14-15,-11 5 1 16,-2 9 4-16,-3 19-17 16,-9 9 43-16,2 14-10 15,7 13 14-15,3 7 7 16,0 12 17-16,0 0 30 16,0 0-47-16,4 9-4 15,14 10-3-15,4 6 7 16,1 4 1-16,-4 0 3 15,-4-2-3-15,-8-3 1 0,-6-5 1 16,-1-4-2 0,-1-1 2-16,-19 0 3 0,-6-4-1 15,-2-1 3 1,-2-1-5-16,3-2 0 0,3 0-3 16,5 2 0-16,10-3-54 15,9-4-77-15,0-1-191 16</inkml:trace>
  <inkml:trace contextRef="#ctx0" brushRef="#br0" timeOffset="20677.81">22499 5551 579 0,'0'0'106'15,"0"0"20"-15,0 0-116 16,0 0-10-16,0 0-18 15,0 0 16-15,0 112 1 16,-5-48 1-16,-1 5 2 16,1 2 0-16,5-7 2 15,0-17 0-15,0-13 1 16,0-15-1-16,0-12-3 16,0-7 3-16,0 0 9 15,0-13 70-15,0-22-48 16,0-18-35-16,0-13-20 15,0-6-14-15,-6 0-38 16,-9 6-26-16,-4 14-12 0,-6 11 27 16,2 11 57-16,6 10 26 15,6 6 40-15,6 8-9 16,5 3 23-16,0 3-24 16,0 0-30-16,16 0-6 15,11 5 6-15,3 9 0 16,3 3-1-16,0 4 1 15,-5 1 0-15,-1 0 0 16,-14-3-3-16,-8-5 1 16,-5 3-9-16,-5-4-3 15,-20-1 14-15,-8-1 4 16,0-2-3-16,3-7 0 16,13-2-1-16,6 0 3 15,8 0-1-15,3 0 4 0,0 0-6 16,0 0-24-16,19 0 24 15,6 4 2-15,5 3-1 16,2 4 2-16,1 4 0 16,-7 5 0-16,-3 5 11 15,-5 4-10-15,-6 0 0 16,-6 0 6-16,-6 0-7 16,0-3 6-16,0 1-4 15,-7-8 1-15,-4-2-1 16,-1-7-1-16,0-3 2 15,0-4-2-15,-3-3 11 16,-4 0-1-16,-1 0 6 16,0-13-20-16,6-1-19 0,7 0-36 15,7-1-43-15,4-2-118 16,18-2-92-16</inkml:trace>
  <inkml:trace contextRef="#ctx0" brushRef="#br0" timeOffset="21144.69">22836 5709 214 0,'0'0'103'0,"0"0"47"16,0 0-13-16,54-75 12 16,-54 70-62-16,0 5-31 15,0 0-42-15,0 0-14 16,0 11-16-16,-9 23-22 16,-10 19 37-16,-5 19 2 0,-1 4 0 15,4-1 2 1,8-11-3-16,11-13 3 0,2-17-2 15,0-17 1-15,0-9 2 16,0-8 9-16,0-8 51 16,9-22-22-16,7-18-42 15,4-17-4-15,0-13-15 16,-6-9-9-16,-7 0-35 16,-5 12 15-16,-2 15-34 15,0 21 53-15,1 15 29 16,1 12 31-16,-2 10 17 15,0 2-19-15,1 0-29 16,2 11-24-16,3 11-11 16,3 7 33-16,3 4 2 15,-3 3 0-15,-3-1 0 0,-3-6-2 16,-3-3 1-16,0-7 1 16,-7-8-3-16,-9-4 6 15,-6-3 6-15,-10-4-5 16,-5 0 9-16,-3 0-2 15,6 0 0-15,9-1-11 16,10 1-14-16,12 4-103 16,3 10-139-16,12 0-76 15</inkml:trace>
  <inkml:trace contextRef="#ctx0" brushRef="#br0" timeOffset="21359.88">23255 5920 574 0,'0'0'19'0,"0"0"-3"15,0 0 16-15,0 0 11 16,0 0-26-16,0 0-14 16,2 63 12-16,-2-25-1 15,0 8-3-15,-7 3-1 16,-2 3-10-16,-3 0-1 15,-3-9-107-15,0-14-147 0</inkml:trace>
  <inkml:trace contextRef="#ctx0" brushRef="#br0" timeOffset="21911.04">22806 5585 263 0,'0'0'124'16,"0"0"-30"-16,0 0-62 0,0 0-23 16,0 0 0-16,0 0 7 15,84-7-2-15,-51 7 6 16,-2 0 1-16,-3 0-8 16,-8 0-6-16,-4 10-6 15,-8 2-2-15,-8 5 2 16,0 6 0-16,-16 3 6 15,-10 4 3-15,-7 1-1 16,1-1 1-16,6-2-6 16,3 0-4-16,6-8-16 15,11-6-107-15,6-11-213 16</inkml:trace>
  <inkml:trace contextRef="#ctx0" brushRef="#br0" timeOffset="22071">23000 5801 516 0,'0'0'77'0,"0"0"16"15,0 0-21-15,0 0-53 16,0 0-19-16,0 0-21 16,-30 55-58-16,30-39-12 15,0-5-150-15</inkml:trace>
  <inkml:trace contextRef="#ctx0" brushRef="#br0" timeOffset="23393.9">23552 5659 313 0,'0'0'160'16,"0"0"-160"-16,0 0-7 16,0 0 7-16,4 108 40 15,-8-52 8-15,-11 2-15 16,-1-5-18-16,1-12-7 0,3-16-3 16,6-14-3-16,5-10-1 15,-1-1 4-15,2 0 52 16,0-15 74-16,0-16-131 15,16-15-3-15,5-10-72 16,3-6-13-16,-1 3-35 16,-10 7-16-16,-3 14 67 15,-3 9 72-15,-4 15 170 16,1 7-61-16,1 7-71 16,1 0-38-16,7 12-1 15,2 14-2-15,3 12 3 16,2 10 0-16,-1 7 1 15,1-4 1-15,6-7-2 0,-1-13-2 16,-5-15-1 0,2-12-16-16,-3-4 5 0,-4-13 14 15,0-19 1-15,-3-12 1 16,-3-7-2-16,-4-4-4 16,-5 4 4-16,0 6 6 15,-2 8 20-15,-3 5-7 16,5 11-19-16,0 6-3 15,23 8-45-15,7 3-62 16,1 3 23-16,-1 1 56 16,-6 0 13-16,-5 0 8 15,-3 0 10-15,-5 3 2 16,-4-1-2-16,-6 1 22 16,1 4-12-16,0 8 5 0,-1 9 66 15,-1 11-35-15,0 13 36 16,2 8-51-16,-2 13 14 15,1 1-5-15,5-2-30 16,-1-8-3-16,6-18-5 16,-3-18 3-16,-3-13 2 15,-2-11-7-15,-3 0 54 16,3-21 48-16,3-20-82 16,2-18-20-16,-3-15-40 15,-5-3 6-15,0 1-58 16,-28 4-14-16,-8 11-61 15,-1 15-94-15,10 11 155 16,12 10 106-16,12 13 153 16,3 4-51-16,0 8 3 15,0 0-47-15,7 3-57 0,17 16-1 16,8 7 26-16,2 6 2 16,5 2-8-16,-7 0-9 15,-6-5-5-15,-8-5-5 16,-9-1-2-16,-9-6 0 15,0-4-39-15,-20-1-20 16,-13-7 42-16,-8 0-65 16,-3-5-91-16,-2 0 5 15</inkml:trace>
  <inkml:trace contextRef="#ctx0" brushRef="#br0" timeOffset="23875.97">24345 5511 566 0,'0'0'121'15,"0"0"-61"-15,0 0-53 16,0 0-7-16,0 0-1 15,-5 78 1-15,5-30 2 0,10 6 1 16,10 5 3 0,8-1-2-16,4-10-1 0,-1-13-1 15,2-16 0 1,-2-15 0-16,2-4 0 0,2-23 7 16,1-23-9-16,0-8-15 15,-8-5-39-15,-14 1 53 16,-14 10 1-16,-1 4 11 15,-29 7-7-15,-5 3 5 16,4 9 42-16,7 13 12 16,14 5-29-16,5 5-33 15,5 2-1-15,0 0-12 16,0 19-14-16,3 14 23 16,11 9 3-16,8 1 0 0,8-2 0 15,11-7-7-15,12-11-2 16,10-13 6-16,5-10-6 15,-3 0-29-15,-8-20-75 16,-16-11-181-16</inkml:trace>
  <inkml:trace contextRef="#ctx0" brushRef="#br0" timeOffset="24392.36">23472 6457 319 0,'0'0'135'16,"0"0"-74"-16,0 0-58 16,79-12 4-16,-18-3 14 15,13-2 15-15,13-2 2 16,8-5 1-16,4 1 14 16,0 0-10-16,-11 1-17 15,-14 2-22-15,-17 6-2 16,-16 4-1-16,-17 3-1 15,-19 7-25-15,-5 0-88 16,-32 4-9-16,-21 15 20 16,-20-1-288-16</inkml:trace>
  <inkml:trace contextRef="#ctx0" brushRef="#br0" timeOffset="24593.94">23563 6500 351 0,'0'0'111'0,"0"0"-41"16,0 0 12-16,109 0-18 16,-62-5-9-16,10-4-13 15,15-1-15-15,13-2-15 16,10 1-1-16,7-3-11 16,6 0-19-16,-1-3-83 0,-2-4-26 15,-15-2-242 1</inkml:trace>
  <inkml:trace contextRef="#ctx0" brushRef="#br0" timeOffset="24744.1">24716 6283 286 0,'0'0'338'16,"0"0"-266"-16,0 0-3 15,0 0-46-15,0 0-17 16,0 0-6-16,11 4-27 15,-1 2-45-15,3 1-44 16,-2-3-86-16</inkml:trace>
  <inkml:trace contextRef="#ctx0" brushRef="#br0" timeOffset="25807.56">23627 5115 476 0,'0'0'121'0,"0"0"-109"16,0 0-12-16,0 0-10 15,0 0 10-15,36 75 0 16,-26-41 1-16,0-4 1 0,0-5-1 16,-3-10 3-1,-1-5-4-15,-2-7 0 0,-1-2 1 16,6-1 6-16,12-8 64 15,15-18 30-15,21-13-71 16,10-11-26-16,3-3-4 16,-1-4-1-16,-10 5-5 15,-13 8-14-15,-13 10 1 16,-6 9-89-16,-12 7-19 16,-5 5-289-16</inkml:trace>
  <inkml:trace contextRef="#ctx0" brushRef="#br0" timeOffset="25973.91">24270 5023 638 0,'0'0'81'0,"0"0"-47"16,0 0-25-16,0 0-9 15,0 0-84-15,0 0-22 16,-2 81-39-16,-8-57-175 15</inkml:trace>
  <inkml:trace contextRef="#ctx0" brushRef="#br0" timeOffset="54806.59">19777 5707 218 0,'0'0'80'15,"0"0"-12"-15,0 0-28 16,0 0 61-16,0 0-79 16,0 0-2-16,0 0-13 15,0 0-4-15,0-14-1 16,0 14 3-16,0 0 5 15,0 0 7-15,0 0 12 16,0 0 8-16,0-1-2 16,0 0-17-16,0 0-13 15,0 1-1-15,0 0 0 0,0 0 2 16,0 0 3-16,0 0-3 16,0-2-3-16,0 2-2 15,0-1 2-15,0-3 4 16,0-2 0-16,14-8-7 15,11-3-3-15,8 0 2 16,1-6-4-16,0 2 2 16,-7 3 3-16,-4 2 2 15,-6 3 2-15,-6 5-4 16,-5 3 0-16,-3 1 0 16,-3 3 1-16,0 1 0 15,0 0 0-15,0 0-1 16,0 0 0-16,0 0 3 0,0 0-3 15,0 0-3-15,0 0 2 16,0 0-5-16,0 0-25 16,0 0-30-16,0 0 12 15,0 3 39-15,0 5-30 16,0 3-86-16,-1-3-10 16,-9 1-38-16</inkml:trace>
  <inkml:trace contextRef="#ctx0" brushRef="#br0" timeOffset="54981.91">19938 5629 371 0,'0'0'158'0,"0"0"-71"15,0 0-18-15,0 0-69 16,0 0-6-16,0 0-207 15,0 17 10-15</inkml:trace>
  <inkml:trace contextRef="#ctx0" brushRef="#br0" timeOffset="67150.07">15738 9039 117 0,'0'0'78'16,"0"0"-49"-16,0 0 53 15,0 0 2-15,0 0-28 16,0 0-21-16,-82-70-2 16,73 58 16-16,0 4-13 15,2 1-6-15,1 1 1 16,1 2-17-16,2 3-13 16,2 0-1-16,-1 1 0 15,2 0 2-15,0 0-2 16,0 0-5-16,0 0-4 15,0 0-25-15,0 0 1 16,2 0 32-16,7 0 0 0,7 0 2 16,4 0 0-16,9-5 0 15,8 0 6-15,5 0-7 16,3 0 5-16,3-2-5 16,-1 5 0-16,0-2-2 15,5 0 3-15,1-3-1 16,3 2 1-16,4-1 0 15,1 0-1-15,10-2 0 16,4 2 0-16,8-3 0 16,4 1-7-16,4-4 7 15,3 1-8-15,1-2 0 0,2 0-2 16,-3 4 9 0,-4-3 1-16,-1 1-2 0,-5 2-3 15,2-3 5 1,-2 2-1-16,-2 0-6 0,4 1 5 15,4 0-3-15,-1-3-1 16,1 0 6-16,-1-3 0 16,2 0 0-16,3 0 1 15,-3 1 2-15,-1 2-3 16,-4 1 0-16,-2 3 0 16,-5-1 1-16,-4 1-1 15,-1-2 0-15,-2 3-1 0,1 0 1 16,-2 0 1-1,0-1-1-15,-2-2 3 0,-3 0 1 16,1 2-2-16,1-2 3 16,7 1-3-16,-1 0-2 15,1-1 0-15,-1 1 0 16,-1 0 1-16,-3 1 2 16,-1 0-4-16,-4-1 1 15,2 1 0-15,-1-1 2 16,4 0-2-16,3 2 0 15,5-1 1-15,0 2 0 16,0-1-1-16,6-3 0 16,2 0 0-16,1-2 0 15,1 2 1-15,-8 1 3 16,-1 2 1-16,-4 3 1 0,-2 0-5 16,-4-2 1-16,-4-1 2 15,-5 1-2-15,-5 0-1 16,-3-1 6-16,-2 0 0 15,0 4-5-15,-3-2 7 16,0 2-9-16,-2 1 1 16,0 0 0-16,-7 0 0 15,-5-1-1-15,-6-1 1 16,-9 1-1-16,-10-1 5 16,-4 3 19-16,-4-1 33 15,0 0 6-15,0 2-25 16,0-1-27-16,0 1-6 15,0-2-4-15,0 2-1 16,0 0 0-16,0 0-16 0,0 3-115 16,0 18-9-16,-1-3 2 15</inkml:trace>
  <inkml:trace contextRef="#ctx0" brushRef="#br0" timeOffset="68249.95">21530 7886 382 0,'0'0'99'0,"0"0"-6"16,0 0-1-16,0 0-70 15,0 0 12-15,0 0 17 16,10-26-29-16,-10 26-22 16,2 0-11-16,2 8-18 15,5 11 24-15,-2 2 2 0,1 3 0 16,-4-4 0 0,1-8 3-16,1-2 0 0,-3-5-1 15,1-2-1-15,5-3 2 16,8 0 2-16,12-12 5 15,18-21 4-15,13-9-4 16,7-9 1-16,-5 0 4 16,-11 7 8-16,-14 2 4 15,-12 12-9-15,-7 4-5 16,-7 7-8-16,-3 5-1 16,-5 6-1-16,-3 2 0 15,0 4 0-15,0-1-7 16,0 3-16-16,0 0-31 15,0 0-52-15,0 5-83 0,-13 7 32 16,-4-1-120-16</inkml:trace>
  <inkml:trace contextRef="#ctx0" brushRef="#br0" timeOffset="68415.62">22014 7696 512 0,'0'0'42'0,"0"0"26"16,0 0-68-16,0 0-100 15,0 0-5-15,0 0 6 16,-43 90-138-16</inkml:trace>
  <inkml:trace contextRef="#ctx0" brushRef="#br0" timeOffset="100433.65">15480 10174 142 0,'0'0'38'0,"0"0"8"15,0 0 1-15,0 0 13 16,0 0-5-16,0 0-21 16,0 0 24-16,0 0-30 15,0 0 16-15,-3-25-24 0,2 25-7 16,1 0-3-16,0 0-9 16,0 0-1-16,0 0-3 15,0 0 0-15,-2 0 0 16,2 0 3-16,0 0 2 15,0 0 3-15,-1-2 3 16,-1 1 6-16,0-2-1 16,1-3 28-16,-1 1-17 15,-1-2-6-15,1-3-7 16,1 5 5-16,0 1 18 16,-1-1-20-16,2 3 0 15,0 2-6-15,0 0-4 16,0 0-4-16,0 0-1 15,0 0 1-15,0 0-4 0,0 0-2 16,0 0-4-16,0 7 2 16,4 10 3-16,4 4 4 15,2 0-1-15,1 2 2 16,-3-5 1-16,1-2 1 16,-2-5-2-16,0-3 0 15,1-1 0-15,1-4 0 16,7-3 0-16,8 0 1 15,15-8 5-15,15-17 0 16,16-14 0-16,13-8 0 16,8-9 2-16,0-1-4 0,-4 3 6 15,-12 6-5-15,-13 9 1 16,-10 5-3-16,-11 12 3 16,-11 6-6-16,-11 6 4 15,-10 3 0-15,-6 4-4 16,0 3 1-16,-3 0 1 15,0 0 1-15,0 0-3 16,0 0-3-16,0 0-3 16,0 0-14-16,-3 3-27 15,-9 9-16-15,-4 4-61 16,-1-5-67-16,2-7-145 16</inkml:trace>
  <inkml:trace contextRef="#ctx0" brushRef="#br0" timeOffset="100582.51">16304 9825 402 0,'0'0'96'15,"0"0"-14"-15,0 0-20 16,0 0-5-16,0 0-55 16,0 0-2-16,-13 30-105 15,6-7-4-15,-4-4-161 16</inkml:trace>
  <inkml:trace contextRef="#ctx0" brushRef="#br0" timeOffset="142252.31">15531 11830 85 0,'0'0'53'0,"0"0"-27"15,0 0-3-15,0 0-23 16,0 0-5-16,0 0-23 16,0 0 12-16,0 0 15 15,0-16 1-15,0 14 1 16,3 2 2-16,0-1-3 15,0 1 0-15,1 0-13 16,-3 0-48-16,1 0-6 16</inkml:trace>
  <inkml:trace contextRef="#ctx0" brushRef="#br0" timeOffset="142857.53">15531 11830 60 0,'16'-19'34'0,"-18"19"-5"15,-2 0 14-15,0-3 14 16,1 0-19-16,0 0 26 15,3 1-40-15,0-4 8 16,0 6-17-16,0-3-11 16,0-1-3-16,0 2 0 15,0-3 0-15,0 2 0 16,0 0 8-16,0 0 11 16,0 3 5-16,0-6 0 15,0 5 20-15,0 0-25 16,0-2-7-16,0 3 12 15,0-2-4-15,0 2-11 0,0 0-10 16,0 0 0-16,0 0-2 16,0 7 2-16,0 8 0 15,0 6 1-15,6 3 12 16,-2 2-4-16,5 2 2 16,0-3-1-16,3-4-5 15,1-4 1-15,-1-3-1 16,2-3 0-16,-3-2 4 15,-1-5-5-15,1 0 3 16,-2-2-3-16,1-2 1 0,3 0-4 16,3 0 5-1,11-5-1-15,11-12-4 0,11-11 2 16,12-7 1-16,6-6-2 16,6-1-1-16,-3-2 1 15,-3 2 4-15,-4-1-2 16,-5 4 8-16,-7 1 12 15,-6 4-2-15,-9 6-2 16,-10 8-6-16,-12 7-4 16,-5 6 1-16,-6 6-3 15,-3 1 0-15,0 0 0 16,0 0-8-16,0 0-1 16,0 0-2-16,1 0-39 15,1 0-13-15,1 5-8 16,-3 2-5-16,0 3-19 15,0-2-129-15,0-4-11 0</inkml:trace>
  <inkml:trace contextRef="#ctx0" brushRef="#br0" timeOffset="143014.74">16451 11546 226 0,'0'0'100'16,"0"0"16"-16,0 0-36 15,0 0-17-15,0 0-11 16,0 0-10-16,-7 0-27 15,7 0-15-15,-2 9-21 16,1 4-3-16,1 1-31 16,0-3-78-16,-2-6-121 0</inkml:trace>
  <inkml:trace contextRef="#ctx0" brushRef="#br0" timeOffset="147823.3">20387 9836 72 0,'0'0'78'0,"0"0"-10"15,0 0-12-15,0 0 34 16,0 0-8-16,0 0-8 15,0 0-27-15,-64-33-11 16,56 29-5-16,3-1-2 16,-1 4-12-16,3-1-15 0,1 2-2 15,2 0-1-15,0 0 0 16,-1 0 0-16,1 0 1 16,0 0-1-16,-2 0 2 15,2 0-1-15,0 0 3 16,0 0-3-16,0 0 0 15,0 0 0-15,0 0-3 16,0 0-9-16,11 0-2 16,16-2 14-16,16-2 0 15,20-9 4-15,23-2-1 16,19-2-1-16,18-4-1 16,6 1-1-16,3 3 0 15,-8 0 0-15,-5 3-1 16,-10-1 1-16,-8 0 1 15,-11 1-1-15,-15-3 0 0,-17 5 3 16,-18-1-3-16,-16 7 12 16,-11 1 0-16,-8 2 4 15,-4 3-8-15,-1 0-8 16,0 0-10-16,0 3-53 16,-16 17 26-16,-11 7-62 15,2-4-140-15</inkml:trace>
  <inkml:trace contextRef="#ctx0" brushRef="#br0" timeOffset="148421.55">20390 10333 195 0,'0'0'42'16,"0"0"45"-16,0 0 4 15,0 0-70-15,0 0-11 16,0 0-7-16,8-31-3 15,11 26 1-15,8-5 5 16,12-2 6-16,17-2 2 16,22-3 6-16,20-1 2 0,19-3-1 15,16 1-6 1,7 1-9-16,6 2-5 0,-1-2 0 16,-7 1-1-16,-9 1-1 15,-19 1 1-15,-18 5 1 16,-18 0-1-16,-22 7 1 15,-20 2 0-15,-14 2-1 16,-13 0 0-16,-5 0-7 16,0 3 0-16,-23 12-2 15,-12 5-16-15,-13 0-91 16,-7-4-133-16</inkml:trace>
  <inkml:trace contextRef="#ctx0" brushRef="#br0" timeOffset="148986.28">20440 10905 220 0,'0'0'88'16,"0"0"12"-16,0 0-22 16,0 0-38-16,0 0-15 15,0 0-13-15,-24-20 12 16,22 18-8-16,2 1 11 16,0-1-9-16,3 2-18 15,24-7 2-15,23 2-4 16,24-3 3-16,27-2-1 0,26-1 1 15,12-1 0-15,5-2 1 16,-5 0-2-16,-3 1 2 16,-16 0-2-16,-6 0 0 15,-14 0-2-15,-14 3 0 16,-9-1 2-16,-15 3 4 16,-16 1-4-16,-17 4 0 15,-17 2 0-15,-11 1-2 16,-1 0-31-16,-25 11-13 15,-17 6-48-15,-13 0-202 16</inkml:trace>
  <inkml:trace contextRef="#ctx0" brushRef="#br0" timeOffset="149602.55">20724 11368 64 0,'0'0'28'0,"0"0"-9"15,0 0 21-15,0 0 16 16,-89 1 6-16,80-1 47 15,3 0-28-15,3 0 14 16,3 0-39-16,0 0-31 16,0 0-22-16,0 0-3 15,0 0 0-15,6 0 4 0,9 0-4 16,10 0 4-16,13-1-4 16,14-3 4-16,18 1 4 15,18-4 5-15,18 0-5 16,8 2-7-16,9-2-1 15,5 2 5-15,-7-4-5 16,-9 1-1-16,-12-2-4 16,-14 3 1-16,-14 0 1 15,-16 1 3-15,-17 3 1 16,-16 2-1-16,-13-1 0 16,-10 2 1-16,0 0 2 15,-16 0-3-15,-20 0-18 16,-10 12-65-16,-5 2-104 0,8-3-27 15</inkml:trace>
  <inkml:trace contextRef="#ctx0" brushRef="#br0" timeOffset="150223.29">20718 11889 245 0,'0'0'89'15,"0"0"38"-15,0 0-26 0,0 0-49 16,0 0-21-16,0 0-27 16,-47 0-4-16,54 0-4 15,20 0 4-15,18 4 4 16,16 0-4-16,20-3 4 16,18-1-2-16,10 0 0 15,6-1-2-15,6-9 0 16,-3-2 0-16,-3-2-1 15,-12 0 0-15,-15 1 1 16,-14 2 4-16,-13 2 9 16,-16 3 0-16,-15 2 20 15,-11 1 4-15,-12 3-24 0,-5 0-4 16,-2 0 0-16,0 0 9 16,0-1-6-16,-2 1-12 15,-6 0-60-15,-4 0-45 16,1 4-40-16,7-4-224 15</inkml:trace>
  <inkml:trace contextRef="#ctx0" brushRef="#br0" timeOffset="150373.63">22022 11742 636 0,'0'0'82'15,"0"0"24"-15,0 0-46 16,0 0-43-16,0 0-17 0,0 0-22 15,-8-12-95 1,-3 26 1-16,-3-4-161 0</inkml:trace>
  <inkml:trace contextRef="#ctx0" brushRef="#br0" timeOffset="164920.44">22535 9641 62 0,'0'0'111'0,"0"0"-71"16,0 0 11-16,0 0-21 15,0 0 28-15,0 0 3 16,0 0-28-16,0 0 50 15,-13-23-51-15,13 15 11 16,0 0-30-16,-2 3 27 16,2 1-17-16,-2 1-9 15,2 0-13-15,0 3-1 16,0 0 0-16,0 0 1 0,0 0-1 16,0 0 1-1,0 0 1-15,-1-2-2 0,0 1 10 16,1-2 0-16,0 0 0 15,0 3-5-15,0-2 11 16,0 0 1-16,0 1-9 16,0-2-6-16,0 0 9 15,0 0 3-15,0 0-6 16,0 1 4-16,0 0-5 16,0 1-1-16,0 1-6 15,0 0-1-15,0 0-6 16,0 5-17-16,0 17-25 15,0 13 43-15,2 12 5 16,-2 11-1-16,0 5 2 0,-1 3 4 16,-9 1 3-16,2 0-3 15,1-5-2-15,3-7 0 16,4-9-2-16,0-13 5 16,0-10-5-16,0-12 3 15,0-6-3-15,0-5 4 16,0 0 42-16,0-11 35 15,0-16-28-15,0-10-51 16,0-11-2-16,4-7-7 16,2-2-3-16,-3-1-7 15,-2 1-7-15,1 1 4 16,-1-2 3-16,2 5 0 16,2 5-4-16,0 2-7 0,6 9 6 15,0 6 16-15,1 7-1 16,2 7 5-16,0 5-4 15,1 7 6-15,0 5-2 16,7 0-5-16,3 2 2 16,4 15 4-16,-1 2 0 15,-4 3 0-15,-6 4 0 16,-5-3-2-16,-8-1 1 16,-5-3 2-16,0-5 2 15,-15-2-2-15,-15-1 11 16,-7 0 0-16,-7-3-2 15,0-1-4-15,3-2-1 16,7 3-1-16,10-3-3 16,7 4-11-16,12 0-39 0,5 3-52 15,0 0-5-15,3-3-114 16</inkml:trace>
  <inkml:trace contextRef="#ctx0" brushRef="#br0" timeOffset="165589.5">23060 9489 576 0,'0'0'41'0,"0"0"-15"16,0 0-26-16,0 0 1 15,0 0-1-15,0 0 1 16,21-14-1-16,-7 37 0 16,-1 11 6-16,0 10 13 15,1 11 10-15,-5 7-3 16,0 2-12-16,-5 1-4 15,3-4-5-15,-4-5-4 16,1-6 2-16,0-11 0 0,-1-10-1 16,0-12-1-1,-1-12-1-15,-1-3 8 0,-1-2 68 16,3-13 21-16,4-19-53 16,-1-14-43-16,0-8-1 15,-3-1-21-15,-3-1-3 16,0 5 0-16,-1 3-19 15,-8 4 4-15,0 5-15 16,3 3 9-16,6 5 7 16,0 4 23-16,0 4 12 15,10 5 0-15,7 4 3 16,7 4-2-16,1 5 0 16,2 5 2-16,-5 0-3 0,2 0 3 15,-3 16 0 1,-7 4-1-16,-4 9-2 0,-9 1 0 15,-1 3 3-15,-14 0 0 16,-18-3 5-16,-7-3-2 16,-7-5 3-16,-5-5 1 15,-2-3-2-15,1-2 1 16,7-2-1-16,8 0-2 16,17-3-3-16,11 3-47 15,9-5-53-15,3-5-179 16</inkml:trace>
  <inkml:trace contextRef="#ctx0" brushRef="#br0" timeOffset="165887.1">23636 9531 383 0,'0'0'92'0,"0"0"-18"16,0 0-54-16,0 0-20 15,0 0 0-15,0 0 12 16,112-9 11-16,-57 5-3 16,10 1-8-16,6-4 0 15,1 2-10-15,-4-4 1 0,-7 1-6 16,-12-3-18-16,-10 5-7 15,-19-2-64-15,-20 2-115 16,0-1-95-16</inkml:trace>
  <inkml:trace contextRef="#ctx0" brushRef="#br0" timeOffset="166067.19">23949 9564 42 0,'0'0'438'0,"0"0"-438"15,0 0 5-15,7 71 25 16,6-35 7-16,1 8 7 0,1 6-15 16,3 2 3-16,-1 3-22 15,3 3-4-15,2 2-1 16,1 1-5-16,0-3-5 16,-3-15-115-16,-3-16-255 15</inkml:trace>
  <inkml:trace contextRef="#ctx0" brushRef="#br0" timeOffset="166569.74">22701 10539 130 0,'0'0'87'0,"0"0"-66"15,0 0 50-15,129-17 2 16,-65 2 31-16,16-2-22 15,9-1-34-15,7 1-27 16,-2 1 5-16,-6 5-11 16,-8 3 3-16,-11 5-14 15,-11 3-4-15,-10 0-3 16,-17 2-31-16,-19 12-55 0,-12 3-100 16,-25 0-74-1</inkml:trace>
  <inkml:trace contextRef="#ctx0" brushRef="#br0" timeOffset="166768.39">22701 10741 304 0,'0'0'111'15,"0"0"-74"-15,101 0 25 16,-43 0-2-16,17-11-21 15,14-6-18-15,13-4 0 16,13 0-21-16,5 1-5 0,3 1-56 16,-4 2-157-16</inkml:trace>
  <inkml:trace contextRef="#ctx0" brushRef="#br0" timeOffset="166921.56">23984 10556 379 0,'0'0'475'16,"0"0"-431"-16,0 0-44 15,0 0-6-15,0 0-102 16,0 0-90-16,-5 3-48 16</inkml:trace>
  <inkml:trace contextRef="#ctx0" brushRef="#br0" timeOffset="-187924.43">22428 9680 106 0,'0'0'136'0,"0"0"-34"16,0 0-18-16,0 0-39 0,0 0-27 16,0 0 4-1,0 0 27-15,0-15-34 0,-3 13 38 16,1-1-38-16,1 2 6 15,1-1-1-15,-2 2-17 16,0-1 4-16,2 1-4 16,-1 0-2-16,1 0 0 15,0 0 0-15,0 0 1 16,0 0 2-16,0 0-3 16,0 0-1-16,0 0-1 15,0 0 1-15,0 0 1 16,0 0 0-16,0-2 5 0,0 2 1 15,0-1-1 1,0-1-4-16,5-6 6 0,11 0-3 16,4-3-3-16,3-1-2 15,0 1 0-15,0 0-12 16,-3 2-14-16,-2 1-5 16,-6 8-19-16,-12 0-62 15,-3 3-262-15</inkml:trace>
  <inkml:trace contextRef="#ctx0" brushRef="#br0" timeOffset="-186702.64">22987 9627 117 0,'0'0'77'16,"0"0"-26"-16,0 0 11 15,0 0-10-15,0 0 3 16,0 0-15-16,0 4-11 16,-3-4-9-16,-3 0-12 0,2 0-7 15,-1 1-2-15,2-1 1 16,2 2 0-16,-1-2-2 15,2 1 4-15,-3-1-4 16,0 1 2-16,0-1-1 16,0 0 0-16,1 0 0 15,-2 1-3-15,1-1 4 16,0 0 1-16,0 2 1 16,2-2 2-16,1 0 6 15,0 0-1-15,0 0 16 16,0 0 5-16,0 0-5 15,0 0-9-15,1 0-16 0,8-3 0 16,6-4 0-16,0 0 0 16,3 0 0-16,3-1 0 15,-3 1 1-15,4 0-1 16,-3-1 2-16,0 1-2 16,-2 0 3-16,-2 1-2 15,-1 0 0-15,-2 0 3 16,-3 2-3-16,-2 1-1 15,-2 1 1-15,-3 0-1 16,-2 2 0-16,0 0-2 16,0 0-11-16,0 0-25 15,0 0-33-15,-14 4-51 16,-4 1-67-16</inkml:trace>
  <inkml:trace contextRef="#ctx0" brushRef="#br0" timeOffset="-149688.85">22501 13780 245 0,'0'0'48'0,"0"0"54"15,0 0-54-15,0 0-9 16,0 0 15-16,0 0-18 16,0 0-2-16,0 0-10 15,0-50 6-15,0 49-11 0,0-2 12 16,0 0 13 0,0 1-5-16,0-1-35 0,0 1 7 15,0 2 1-15,0 0-8 16,-2 0-4-16,2 0 0 15,0 0 0-15,-1 0 0 16,1 0-3-16,0 0 0 16,0 0-1-16,0 0-2 15,0 10 1-15,0 5 5 16,0 5 0-16,9 7 0 16,2 2 3-16,6 0-3 15,0-4 0-15,3-7-4 16,3-7-6-16,1-9-3 15,13-2 13-15,15-28 0 16,14-26 6-16,20-16-5 0,11-9 4 16,6-4-1-16,-4 10 12 15,-13 10 8-15,-15 12 2 16,-18 10-3-16,-13 10 4 16,-16 11-1-16,-9 8-10 15,-8 5-8-15,-5 2-1 16,0 3-3-16,-2 2-1 15,0 0-1-15,0 0-2 16,0 0-4-16,0 0 0 16,0 0 3-16,-13 5-5 15,-1 9-31-15,0 5-31 16,2-2-55-16,2-5-46 16,1-7-343-16</inkml:trace>
  <inkml:trace contextRef="#ctx0" brushRef="#br0" timeOffset="-149523.37">23326 13445 328 0,'0'0'197'0,"0"0"-112"16,0 0-22-16,0 0-12 15,0 0-51-15,0 0-43 16,-5 28-72-16,0-18-225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2:59:57.8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7898 4359 143 0,'0'0'79'16,"0"0"33"-16,0 0-67 15,0 0 45-15,0 0-64 16,0 0 51-16,0 0-40 16,0 0-8-16,0-57 30 15,0 51-14-15,0 1 0 0,0 0-10 16,0 1 9-16,0 1-13 16,0-2-17-1,0 1-10-15,0 0-4 0,0 1 2 16,0 0-2-16,0 3 1 15,0 0-1-15,0 0-1 16,0 0-3-16,0 0-6 16,0 2-12-16,0 18-13 15,0 11 31-15,0 12 4 16,0 12 0-16,0 5 1 16,0 7 0-16,0 1-1 15,0-3 1-15,-3-11-1 16,-1-8-6-16,4-18-12 15,0-14 10-15,0-6-8 0,0-5 14 16,0-3 2-16,0 0 6 16,0-3-6-16,4-16-3 15,8-14-220-15</inkml:trace>
  <inkml:trace contextRef="#ctx0" brushRef="#br0" timeOffset="582.68">7497 4292 223 0,'0'0'151'15,"0"0"-108"-15,0 0-20 0,0 0-16 16,97-54 32-16,-57 45 3 16,5 4-16-16,4 5-14 15,4 0-9-15,3 14 0 16,-2 16-2-16,4 8-1 16,-4 13 0-16,-2 9 0 15,-4 4 0-15,-1 8-3 16,-3 3 6-16,-6-4-4 15,-8-7 5-15,-7-16 1 16,-10-18-5-16,-8-14-1 0,-3-10 1 16,-2-5 5-1,-2 0 92-15,-25 4-8 16,-18 0-71-16,-15 2-16 0,-8-5-1 16,-1 1 9-16,0 2-8 15,2 5-2-15,6 5-3 16,7 10-77-16,11 3-96 15,16-7-80-15</inkml:trace>
  <inkml:trace contextRef="#ctx0" brushRef="#br0" timeOffset="1249.05">8781 4466 548 0,'0'0'162'0,"0"0"-37"15,0 0-43-15,-26-74-63 16,12 70 1-16,-1 4-20 15,-4 0-7-15,-3 7 1 16,1 18 3-16,0 11 3 16,2 12-2-16,3 13 0 15,6 11 1-15,6 1-2 16,4-3-10-16,0-12-7 16,10-21-26-16,3-13 13 15,2-17 16-15,3-7 17 0,10-24 14 16,9-20 12-1,3-14-15-15,-5-2 6 0,-11 3 6 16,-13 10-2 0,-11 8 0-16,0 12-1 0,-14 6 4 15,-4 9-14-15,6 6-10 16,6 4 0-16,6 2 0 16,0 5-23-16,0 17-12 15,8 14 33-15,8 8 1 16,5 2 0-16,3 4 1 15,3-7-15-15,2-5-26 16,4-10-10-16,6-19-29 16,3-9-31-16,6-17 28 15,-5-28-145-15</inkml:trace>
  <inkml:trace contextRef="#ctx0" brushRef="#br0" timeOffset="1648.02">9173 4498 574 0,'0'0'243'0,"0"0"-109"15,0 0-80-15,0 0-54 16,0 0-12-16,0 0-3 16,-1 62 15-16,15-13 0 15,5 1 1-15,-1-1-1 16,4-8 0-16,0-13-6 16,2-14 1-16,-3-13-7 15,6-2 12-15,7-32 3 16,8-17-3-16,0-6-22 15,-12 4-21-15,-7 8 17 0,-13 16-3 16,-4 9-32-16,-2 8-8 16,3 5 45-16,1 3-2 15,1 2-20-15,1 0 36 16,-6 1 9-16,0 0 1 16,-4 0 1-16,0 0 18 15,0 0 70-15,0 0 10 16,0 0-36-16,0 0-36 15,0 0-27-15,0 5-4 16,0 14 1-16,0 5 3 16,1 3 0-16,7 3 0 15,6 1-4-15,5 0-11 16,4-3-57-16,1-10-80 0,-7-15-166 16</inkml:trace>
  <inkml:trace contextRef="#ctx0" brushRef="#br0" timeOffset="1830.8">9628 4247 830 0,'0'0'100'16,"0"0"-57"-16,0 0-19 15,0 0-24-15,0 0-19 0,0 0-61 16,0 0 27-16,69 61-141 15,-42-39-201-15</inkml:trace>
  <inkml:trace contextRef="#ctx0" brushRef="#br0" timeOffset="2230.88">10059 4244 861 0,'0'0'78'0,"0"0"-72"16,0 0-4-16,0 0-4 16,45 120 3-16,-29-63-1 15,-3 5 0-15,1-2-5 0,3 0-6 16,4-8-41-16,1-12 20 16,-5-17-17-1,-3-9-4-15,-5-11 1 0,-6-3-2 16,-3 0 54-16,0-6 22 15,-16-13-22-15,-23 0 27 16,-13-1-13-16,-6 11 6 16,6 6 21-16,17 3 13 15,13 9-48-15,6 18-6 16,4 7-3-16,3 0-11 16,7 3-14-16,2-4 1 15,0-5-6-15,17-7-18 16,10-8 2-16,12-13 28 0,13-3 21 15,12-26 8 1,12-13-3-16,-2-8-5 0,-2-5-110 16,-20 2-284-16</inkml:trace>
  <inkml:trace contextRef="#ctx0" brushRef="#br0" timeOffset="2796.89">11272 4817 649 0,'0'0'95'16,"0"0"-85"-16,0 0 3 15,0 0 13-15,0 0 10 16,0 0 1-16,-7 0 16 16,-2-15-29-16,0-10 0 15,3-17-11-15,0-10-7 16,2-7-6-16,-1-6 0 16,-7 7-18-16,-6 5-26 15,-5 5-20-15,1 7 31 16,8 10 8-16,6 9 25 15,6 12 3-15,2 10-2 0,0 0-1 16,-1 15-83-16,-5 20 64 16,-6 11 19-16,-4 8 3 15,-5 4-2-15,-3-5 1 16,0-1-1-16,-1-9 2 16,2-9 1-16,4-10-1 15,4-9 2-15,4-6 24 16,1-6-12-16,7-2 11 15,2-1-1-15,1 0 2 16,0 0-26-16,0 0-3 16,4 0-14-16,17 0 11 15,11 1-2-15,16-1 10 0,4 0-10 16,9-10 4-16,-1-9-47 16,-3-3-51-16,-9-4-118 15</inkml:trace>
  <inkml:trace contextRef="#ctx0" brushRef="#br0" timeOffset="3280.8">12371 4392 664 0,'0'0'169'16,"0"0"-136"-16,0 0-33 0,0 0-4 15,0 0 3 1,72 83 1-16,-59-34 2 16,-10 7 0-16,-3 9-1 0,-3 0 2 15,-17-3 5-15,-1-13-3 16,1-15-5-16,3-14 10 15,7-11-6-15,0-9-2 16,-3 0 11-16,-4-4 11 16,-4-21-22-16,-1-9-2 15,4-7-15-15,-1-5-18 16,1 3-19-16,6 7-99 16,4 4-60-16</inkml:trace>
  <inkml:trace contextRef="#ctx0" brushRef="#br0" timeOffset="3507.13">12061 4303 758 0,'0'0'60'0,"0"0"-14"16,0 0-40-16,0 0-6 15,0 0-10-15,0 0 10 16,99-23 3-16,-26 23-2 16,9 0 0-16,4 0-2 15,5 0-10-15,0-3-136 0,-6-3-202 16</inkml:trace>
  <inkml:trace contextRef="#ctx0" brushRef="#br0" timeOffset="3791.03">12837 4503 776 0,'0'0'120'0,"0"0"-30"0,0 0-51 15,0 0-39-15,0 0-4 16,0 0-10-16,0 25-10 16,-3 19 24-16,-6 12-3 15,-2 4-7-15,-3-5-30 16,8-11-13-16,2-15-14 16,4-11-57-16,0-18-46 15,4-3-233-15</inkml:trace>
  <inkml:trace contextRef="#ctx0" brushRef="#br0" timeOffset="3979.32">12878 4218 827 0,'0'0'42'0,"0"0"-42"15,0 0-6-15,0 0-109 16,0 0 33-16,45 84-77 16,-40-45-191-16</inkml:trace>
  <inkml:trace contextRef="#ctx0" brushRef="#br0" timeOffset="4480.06">13060 4600 877 0,'0'0'101'0,"0"0"-90"0,0 0-11 15,0 0-27-15,0 0 23 16,16 71-2-16,-15-44 1 16,-1-9-22-16,0-7-2 15,2-6-22-15,-2-5 0 16,2 0-34-16,9-8 50 15,2-20-21-15,10-6-150 16,0 2 197-16,0 8 9 16,-2 10 6-16,-6 8 26 15,-3 6-20-15,-3 0 14 0,-1 3-17 16,0 11-4-16,-4 3 22 16,1 3-17-16,-3-1-3 15,-2-4 1-15,0-6-3 16,0-9-5-16,0 0 0 15,7-18-6-15,6-14-26 16,1-2-88-16,4 0 120 16,-8 5 26-16,0 13 77 15,-5 5 13-15,-2 6-27 16,0 5-43-16,0 0-46 16,5 0-6-16,0 8-5 15,1 9 9-15,0 9 1 16,-1 5 1-16,-1 6 2 0,-1-3-2 15,2-5 0-15,1-3-26 16,-2-13-93-16,3-8-174 16</inkml:trace>
  <inkml:trace contextRef="#ctx0" brushRef="#br0" timeOffset="5127.55">14194 4458 862 0,'0'0'0'0,"0"0"-37"16,0 0 28-16,9 98 9 15,-9-44 2-15,-1 2 0 16,-10-2-2-16,4-11 2 16,4-14 5-16,-3-12-3 15,6-10 0-15,0-7-3 0,0 0 16 16,0-11 41-1,0-22-34-15,13-14-24 0,2-10-47 16,1-1 2 0,-2 4-8-16,1 13-28 0,-2 14 77 15,4 12-8-15,-4 8 12 16,2 7-3-16,-3 0 3 16,3 17-4-16,-3 9 4 15,-1 8 0-15,2 5 4 16,-4-3-3-16,-1-6 3 15,3-12-2-15,-5-10-1 16,2-8 1-16,2-12 40 16,5-22 22-16,6-15-64 15,4-10-8-15,-2 0-8 0,-6 3 10 16,-5 8 6-16,-2 13 20 16,-3 14 6-16,-6 12 33 15,2 9-29-15,2 0-30 16,-1 24-36-16,2 15 30 15,0 13 5-15,-5 14 1 16,2 14 0-16,4 0-28 16,10-5-76-16,9-20-54 15,11-26-325-15</inkml:trace>
  <inkml:trace contextRef="#ctx0" brushRef="#br0" timeOffset="5993.35">15016 4454 599 0,'0'0'189'0,"0"0"-67"16,0 0-71-16,0 0-38 16,0 0-13-16,0 0-26 15,-64 34 21-15,49 17 3 16,0 6-3-16,7 1-6 16,8-9-21-16,0-15 0 15,7-17 8-15,13-16 20 16,7-1 4-16,3-25 21 15,1-12 18-15,-2-4-13 16,-11 2 1-16,-11 3 1 16,-7 9-4-16,0 8-12 15,0 8 3-15,0 5-12 16,-4 4-3-16,4 2-1 0,-2 0-22 16,1 22-19-16,-1 9 40 15,2 8-1-15,0 2-9 16,0-3-9-16,18-6-15 15,5-15 18-15,10-11-18 16,6-6 12-16,6-23 24 16,1-21 8-16,-4-7-5 15,-10-6 2-15,-12 6 3 16,-12 7 3-16,-8 10 7 16,0 9-4-16,0 10 9 15,-6 7 12-15,1 3 3 0,2 5-17 16,-3 7-21-1,1 19-28-15,-3 13 22 0,1 12 0 16,5 8 1-16,2 2-3 16,2-3-31-16,17-13 8 15,10-18-12-15,6-22-46 16,5-6 59-16,1-33 30 16,-1-16 9-16,-7-11 11 15,-11 1-2-15,-10 4 18 16,-12 10 25-16,0 15-33 15,-16 11 3-15,4 8 10 16,6 10-13-16,0 2-28 16,-5 12-6-16,-2 19-7 15,-8 13 12-15,2 11 1 0,3 7-1 16,8 0-14-16,5-2-13 16,3-14-15-16,9-15-17 15,17-16-8-15,7-15 31 16,2-13 35-16,-2-21-6 15,-4-8-10-15,-6-5 18 16,-8 7 0-16,-7 11 59 16,-3 12 19-16,-4 9-34 15,1 7 5-15,-1 1-49 16,3 0-8-16,2 20-6 16,1 10 6-16,2 7 8 15,-3 6-1-15,1 0 1 16,4-1 2-16,7-6-1 0,1-10-2 15,-1-11-1 1,-1-9 0-16,0-6-10 0,6-10 0 16,-3-18-95-16,-7-12-177 15</inkml:trace>
  <inkml:trace contextRef="#ctx0" brushRef="#br0" timeOffset="6215.07">15160 4631 347 0,'0'0'18'15,"0"0"24"-15,0 0 75 16,0 0-26-16,114-3-31 16,-72-8-25-16,2-2 5 15,4 2-29-15,1 0-7 16,1 2-4-16,-1 3-10 15,3 4-38-15,-1-4-48 16,2-7-327-16</inkml:trace>
  <inkml:trace contextRef="#ctx0" brushRef="#br0" timeOffset="7661.05">16268 4749 337 0,'0'0'58'0,"0"0"-53"16,0 0 31-16,0 0 48 0,0 0-2 16,0 0-6-1,-2 0 29-15,2 0-29 0,0-10-22 16,7-7-49-16,7-5-4 16,3-4 0-16,-3-2-1 15,-5 0 2-15,-3 3 5 16,-6 5 3-16,0 2 1 15,-10 4-9-15,-5 6-1 16,-6 8-2-16,-3 0 1 16,0 23-12-16,2 14 1 15,7 12 0-15,9 4-8 16,6 3 4-16,1-5 8 16,22-9-10-16,8-11 7 15,12-15-16-15,14-16 18 16,13-5 8-16,9-23 4 0,5-13 2 15,-10-5-2-15,-9-4 0 16,-18 0 0-16,-17 3 3 16,-15 2-5-16,-9 7 5 15,-6 6-7-15,0 6 0 16,-15 6 8-16,1 6-5 16,3 6 9-16,3 4-12 15,-3 4-2-15,-5 2-2 16,-7 22-13-16,-7 13 2 15,-2 11 9-15,6 3 0 16,9-4 5-16,8-5 1 16,5-5 0-16,4-3-1 0,4 0-2 15,9-3 3-15,-2 0 0 16,-1-9 3-16,-4-4-3 16,-4-5-1-16,-2-5-4 15,0 1 0-15,-11 0 5 16,-10-1 0-16,-7 3 4 15,-2-3-3-15,-3 1 0 16,-2-1 1-16,3 2-2 16,5-3-16-16,10-2-59 15,12 0-43-15,5-5-15 16,16 0-66-16,21-2 153 16,12-15-3-16,13-5 39 15,2-5 10-15,2-2 0 0,6-5 5 16,-4-2 12-1,-1 0 30-15,-14 0 0 0,-9 5 17 16,-14 4 41-16,-12 7 2 16,-9 3-24-16,-6 5 26 15,-3 1-30-15,0 3-32 16,0 3-17-16,-12 5-18 16,-1 2-12-16,-10 20 0 15,-5 12 0-15,-5 5-1 16,3 4 0-16,4-1 1 15,4 2-1-15,8-2-2 16,9-5 3-16,5-4-3 16,8-11 0-16,22-11 2 15,14-11 1-15,13 0 2 0,7-22 14 16,3-12-4-16,-6-5-8 16,-16-1-1-16,-15 0-2 15,-17 4-1-15,-11 2 0 16,-2 5-3-16,-8 4-22 15,-13 9-27-15,-2 3-85 16,4 3 57-16,5 5 40 16,8 2 40-16,6 3 0 15,0 0 8-15,0 0-7 16,7 14 11-16,9 7-3 16,1 5 3-16,-1 8 15 15,-5 4-22-15,-7 0 1 16,-2-2 2-16,-2-7-2 0,0-11-5 15,0-7-1 1,0-8 0-16,0-3 3 0,0-3 7 16,11-20 13-16,5-12-23 15,6-8-87-15,3-4 65 16,2 2-2-16,-4 9 24 16,-4 11 30-16,-3 13-25 15,-7 8 43-15,-1 4-43 16,-1 4-5-16,4 16-8 15,-4 8 4-15,-2 6 4 16,-4 8 5-16,-1 5 1 16,0 3 1-16,0-5 3 15,-1-3-5-15,-5-6-5 0,-3-10-9 16,-5-6-52-16,2-10-211 16</inkml:trace>
  <inkml:trace contextRef="#ctx0" brushRef="#br0" timeOffset="9365.11">15892 4923 199 0,'0'0'172'0,"0"0"-32"16,0 0-76-16,0 0-19 16,0 0-36-16,0 0-3 15,0 0 10-15,104-39 5 0,-67 30-3 16,-3-1 4-1,-1 0-7-15,-6 2-15 0,-7 2 0 16,-7 3-6-16,-7 3-59 16,-6 0-66-16,0 0-197 15</inkml:trace>
  <inkml:trace contextRef="#ctx0" brushRef="#br0" timeOffset="9540.85">16197 4844 489 0,'0'0'243'0,"0"0"-110"0,0 0-74 15,0 0-51-15,0 0-8 16,0 0-60 0,-3 6-182-16,-11 11 101 0</inkml:trace>
  <inkml:trace contextRef="#ctx0" brushRef="#br0" timeOffset="11654.47">8990 5484 247 0,'0'0'143'16,"0"0"-74"-16,0 0 12 15,0 0-59-15,0 0-14 16,0 0-6-16,117-42 7 16,-45 29 5-16,18 3 1 15,16 0 5-15,26 3-14 16,22 0-1-16,27 2-1 16,29-3-3-16,34-5 2 15,26-4 1-15,14-6-4 0,1-6 0 16,-15-2 6-1,-20-5-5-15,-21 2 2 0,-43 1 11 16,-35 5-5-16,-43 11 4 16,-36 5-2-16,-27 7-11 15,-19 5 0-15,-16 0-7 16,-10 11-90-16,-26 6-85 16,-27-3 34-16</inkml:trace>
  <inkml:trace contextRef="#ctx0" brushRef="#br0" timeOffset="11824.36">12348 5211 730 0,'0'0'62'16,"0"0"1"-16,0 0-63 15,0 0-59-15,0 0-143 16,-30 77 171-16,-5-36-123 15,-3-9-162-15</inkml:trace>
  <inkml:trace contextRef="#ctx0" brushRef="#br0" timeOffset="12638.21">11101 6073 572 0,'0'0'95'15,"0"0"-56"-15,0 0-39 16,0 0-33-16,0 0-17 16,0 73 50-16,0-12 0 15,-14 10 9-15,-7-1 3 16,-4-5 3-16,0-9-4 16,5-16-8-16,5-15-1 15,9-12 8-15,2-11-2 16,2-2 57-16,-2-4 5 15,1-26-25-15,3-14-45 0,0-18-65 16,21-13-62 0,12-8-19-16,7 0 6 0,-3 4 73 15,2 8 67-15,0 12 38 16,-1 8 69-16,0 14-64 16,-8 11-28-16,-7 22 36 15,-4 4-50-15,-9 19-1 16,-7 16-3-16,-3 7 0 15,-7 8 3-15,-15-1 0 16,-4-3 4-16,-7-4 2 0,7-9-4 16,1-8-2-16,5-8-2 15,1-9 2-15,2-2 22 16,6-3 51 0,5-3-18-16,4 1-36 0,2 4-19 15,0 5-6-15,0 7 4 16,5 8 2-16,9 5 0 15,5 7 4-15,3 4-3 16,3 2 1-16,3-1 0 16,3 2-2-16,7-2-11 15,1-7-90-15,0-12-153 16</inkml:trace>
  <inkml:trace contextRef="#ctx0" brushRef="#br0" timeOffset="13104.37">11946 6545 763 0,'0'0'32'16,"0"0"-18"-16,0 0 6 16,0 0-1-16,0 0 10 15,0 0 4-15,0-8 4 16,0-4 2-16,-3-8-33 15,-11-9-5-15,-2-5-1 16,-1-9-13-16,-3-6-14 16,-2-5-8-16,-6 0 6 0,5 3 3 15,7 6 1 1,2 6 17-16,11 7-12 0,3 7 18 16,0 8-5-16,0 5 7 15,0 8 0-15,0 4 0 16,2 0-38-16,4 11-47 15,0 17 79-15,-6 11-8 16,0 6-8-16,-9 0 15 16,-9-3 1-16,-3-6 6 15,4-4-1-15,1-6-1 16,7-6 2-16,5-8 0 16,1 2 0-16,3-3 0 15,4-4 0-15,19-1 2 0,17-6 11 16,14 0 17-1,17-4-7-15,14-11-22 0,4-4-1 16,2-6-66-16,-4-6-130 16</inkml:trace>
  <inkml:trace contextRef="#ctx0" brushRef="#br0" timeOffset="13331.13">12513 6053 753 0,'0'0'66'16,"0"0"6"-16,0 0-72 0,0 0-8 16,0 0-14-16,-37 82 20 15,26-26 2-15,-1 5 3 16,1-3-3-16,6-8 0 16,5-10-1-16,0-10 1 15,0-11 0-15,0-11-39 16,0-8-59-16,12-15 47 15,4-21-69-15,1-15-219 16</inkml:trace>
  <inkml:trace contextRef="#ctx0" brushRef="#br0" timeOffset="13607.83">12419 6004 166 0,'0'0'374'16,"0"0"-272"-16,0 0-19 15,0 0-76-15,0 0-3 16,0 0-4-16,61-21 3 0,-12 45 21 15,8 5 14-15,1 5-10 16,1 5-2-16,-7 3-10 16,-10 0-14-16,-11-1-2 15,-13-1 0-15,-13-4 0 16,-5-2 0-16,-19-1 2 16,-24-1-2-16,-18-1 2 15,-9-2-2-15,3-9 0 16,9-3-2-16,13-3 2 15,6-5-2-15,12 1-26 16,4-2-48-16,9-2-34 16,13-6-47-16,1 0-296 15</inkml:trace>
  <inkml:trace contextRef="#ctx0" brushRef="#br0" timeOffset="13749.57">12594 6496 618 0,'0'0'174'0,"0"0"-67"15,0 0-45-15,0 0-36 16,0 0-15-16,0 0-11 16,-3-35-20-16,3 44-120 15,0 2-74-15,0-8-167 16</inkml:trace>
  <inkml:trace contextRef="#ctx0" brushRef="#br0" timeOffset="14411.02">10787 6059 258 0,'0'0'38'15,"0"0"2"-15,0 0-12 16,0 0 94-16,0 0-96 16,96-78 17-16,-60 58-25 0,-3 0-1 15,-2 3 2 1,5 3-19-16,-5 7-12 0,-1 4-91 16,-11 3-61-16,-17 0-44 15</inkml:trace>
  <inkml:trace contextRef="#ctx0" brushRef="#br0" timeOffset="14569.39">10973 6056 590 0,'0'0'83'16,"0"0"4"-16,0 0-16 15,0 0-57-15,0 0-14 0,0 0-85 16,40-20-80-1,-30 34-71-15</inkml:trace>
  <inkml:trace contextRef="#ctx0" brushRef="#br0" timeOffset="15100.89">10574 6927 407 0,'0'0'79'0,"0"0"2"0,0 0-79 16,94-25 5-16,-11 11 12 16,27-2 10-16,22-4-4 15,22-3-2-15,18-3-15 16,10-3-2-16,1 1 3 16,-13 3-8-16,-24 3 4 15,-25 5-7-15,-30 6 3 16,-32 8-1-16,-27 3 0 15,-25 0-13-15,-9 6-87 16,-39 11 53-16,-29 5-32 16,-27-2-165-16</inkml:trace>
  <inkml:trace contextRef="#ctx0" brushRef="#br0" timeOffset="15350.84">10816 7040 375 0,'0'0'20'16,"0"0"-18"-16,0 0 11 15,0 0 59-15,95 0-25 16,-41-9-4-16,13-2 5 16,18-7 18-16,21-6-19 15,19-5-5-15,12 0-17 16,9 1-23-16,-4 4-2 0,-8 2-2 15,-11 5-50-15,-17 5-53 16,-20-2-78-16</inkml:trace>
  <inkml:trace contextRef="#ctx0" brushRef="#br0" timeOffset="15505.87">12469 6740 797 0,'0'0'20'0,"0"0"46"16,0 0-22-16,0 0-42 16,0 0-2-16,0 0-66 15,-10-19-147-15,7 30 74 0,-4-3-217 16</inkml:trace>
  <inkml:trace contextRef="#ctx0" brushRef="#br0" timeOffset="18981.81">14251 6229 496 0,'0'0'19'0,"0"0"51"16,15-77 38-16,-14 60-55 15,-1 5-11-15,0 2-1 16,0 7-5-16,0 2-5 15,0 1-24-15,0 0-7 16,0 1-6-16,-6 14-9 16,-6 12 13-16,-4 12 2 15,1 7 1-15,-1 5 0 16,4 2 1-16,7-9-2 0,5-9-1 16,0-10-1-16,8-11 2 15,8-9 3-15,5-5 1 16,10-12 11-16,11-20 13 15,1-9-19-15,-1-5-9 16,-14 0 0-16,-11 1-1 16,-16 5 0-16,-1 3-11 15,-9 3-11-15,-7 6 2 16,1 4-16-16,2 8 16 16,5 6 15-16,4 0-2 15,2 5 6-15,2 3 0 16,0 0-17-16,17 2-41 15,23 0 60-15,11 11 0 0,5 11 6 16,-1 6-1-16,-7 9 3 16,-9 7 7-16,-9 4-4 15,-11 3 1-15,-5-5-9 16,-13-6-3-16,-1-9 1 16,0-9 5-16,0-8-5 15,-1-10 0-15,-4-4 0 16,-4 0 0-16,2-24 6 15,-4-17-7-15,4-10-26 16,5-8 20-16,2-2-49 16,9 7 19-16,25 11-29 0,16 9-53 15,2 11-2-15,-1 9 97 16,-8 7 23-16,-9 7 21 16,-11 0 6-16,-6 0-11 15,-6 10 0-15,-5 1 1 16,-6 3-7-16,0 6 14 15,-4 5 64-15,-15 2-53 16,0 2-11-16,3-1-5 16,1-1-5-16,7-1-8 15,3-1-5-15,5-3-1 16,0-5-1-16,13-8 0 16,14-7 1-16,10-2 1 15,2-16 1-15,-2-10 5 16,-7-5 1-16,-13-5 39 0,-4 1 11 15,-12 3-28 1,-1 2 10-16,-5 9-17 0,-9 7-22 16,2 9 1-16,3 1-4 15,5 4 2-15,2 16-11 16,-2 25-15-16,-1 20 26 16,2 17-1-16,3 11 0 15,0 8 1-15,8 4 2 16,4-2-2-16,-4-6 7 15,-2-17-7-15,-1-22 4 16,-5-25-1-16,0-17-1 16,0-12 3-16,0 0 58 15,0-5-29-15,-5-19 12 16,-12-10-44-16,-5-5-2 0,-3-1-13 16,1 2-2-16,4 4-1 15,7 6 9-15,10 2-10 16,3 3-1-16,16 0-35 15,15-4-6-15,13 1-9 16,6-4-56-16,4-1 32 16,-4-5-114-16</inkml:trace>
  <inkml:trace contextRef="#ctx0" brushRef="#br0" timeOffset="19750.87">15295 5856 472 0,'0'0'57'16,"0"0"67"-16,0 0-89 16,0 0 68-16,0 0-37 15,19-74-5-15,-19 69-20 16,0 5-20-16,0 0-21 15,0 5-3-15,0 18-44 16,6 17 10-16,2 10 17 16,-2 9-37-16,-3 4-27 15,-3-13-85-15,0-18-183 16</inkml:trace>
  <inkml:trace contextRef="#ctx0" brushRef="#br0" timeOffset="20129.84">15504 6050 784 0,'0'0'63'15,"0"0"-63"-15,0 0-18 16,0 0 15-16,15 83 3 16,-14-45 3-16,0-7 4 15,1-8-6-15,-2-7 5 16,0-8-2-16,0-5-1 15,0-1-3-15,0-2 1 16,0 0 9-16,5-13 3 16,5-11-13-16,8-7-53 15,6-1-5-15,2 5-23 0,-1 4 24 16,-3 11 26-16,-7 4 23 16,-9 6 8-16,-3 2 29 15,-3 0-22-15,0 14-1 16,0 13 2-16,0 7 16 15,0 4 1-15,-6 1-18 16,-4 1 0-16,8-4-7 16,2-2-10-16,0-12-90 15,5-13-271-15</inkml:trace>
  <inkml:trace contextRef="#ctx0" brushRef="#br0" timeOffset="20513.86">15697 6333 684 0,'0'0'72'0,"0"0"15"0,0 0-57 16,0 0-19-16,39-72-2 15,-9 52-3-15,3-4-5 16,3-2 1-16,4-8-2 16,-2-2-1-16,0-3-3 15,-6 3-9-15,-9 4-42 16,-4 2-19-16,-6 5 5 15,-6 3-41-15,-2 7 36 16,-4 5 55-16,-1 5 19 16,0 1 5-16,0 4 45 0,0 0-44 15,0 4-6 1,0 17-39-16,-8 12 39 16,1 13 0-16,-4 7 11 0,1 3 7 15,6-9 1-15,-1-11-5 16,4-11-7-16,1-9 5 15,-2-4 2-15,1-3-11 16,-1-1 2-16,-6 3-2 16,-6 4 6-16,-11 4-5 15,-8 0-4-15,0-9-130 16,6-10-308-16</inkml:trace>
  <inkml:trace contextRef="#ctx0" brushRef="#br0" timeOffset="20674.94">15935 6348 800 0,'0'0'59'0,"0"0"20"15,0 0-19-15,0 0-11 16,0 0-49-16,0 0-4 16,0 0-62-16,0 43-69 15,-9-30-7-15,-9-13-320 16</inkml:trace>
  <inkml:trace contextRef="#ctx0" brushRef="#br0" timeOffset="24910.99">4347 7728 289 0,'0'0'34'16,"0"0"27"-16,0 0 24 0,0 0-6 15,-2-77-27-15,-6 62-3 16,4 2 25-16,0-3-2 16,-1 1-37-16,1 0-3 15,-1 3 0-15,2 3-11 16,3 6-7-16,-2 3-11 16,2 0-3-16,0 5-6 15,0 24-14-15,0 24 13 16,0 25 4-16,-11 17 3 15,-11 17 0-15,-5-1 0 16,4-8-2-16,1-14-6 16,10-26 8-16,5-21-4 0,4-19 0 15,3-15-10 1,0-8 9-16,0-11 5 0,0-24 0 16,13-17-237-16,-2-17-356 15</inkml:trace>
  <inkml:trace contextRef="#ctx0" brushRef="#br0" timeOffset="25790.97">4056 7689 390 0,'0'0'29'0,"0"0"64"15,0 0-29-15,19-78-48 16,26 49-14-16,18 0 5 15,10 0 12-15,6 2 18 16,0 3-16-16,-7 8-3 16,-5 11 18-16,-9 5-29 15,-11 14-7-15,-11 20 0 0,-15 9-2 16,-21 13 1-16,-13 11-1 16,-34 11 2-16,-17-1-1 15,-7-6-2-15,13-18-21 16,13-17 2-16,18-17 22 15,15-11 0-15,9-4 0 16,3-1-4-16,3 4-7 16,20 2 9-16,8 2 2 15,10 3 0-15,4 8 4 16,-2 4-4-16,-7 11 0 16,-7 7-2-16,-13 0 2 15,-9 3 5-15,-7-8-2 0,0-3 7 16,-23-5 5-1,-12-5-3-15,-9-3-2 16,-6-7-3-16,3-10-2 0,3-6 5 16,5 0 20-16,7-17-9 15,4-7-9-15,17-6-5 16,11-3-7-16,14-8-35 16,33-1-66-16,13-3 49 15,9-3 35-15,-2 3 17 16,-2 5 11-16,-5 9 36 15,-9 13 20-15,-4 15-5 16,-4 3-40-16,-5 22-18 16,-6 20-4-16,-7 9 2 15,-6 9-1-15,-5-2 2 0,-1-9 0 16,-4-9-2-16,-3-9-1 16,-1-14 2-16,-3-9 0 15,-2-8-1-15,0 0 6 16,0-9 26-16,-18-15-6 15,-7-8-27-15,0-7-1 16,0-4-8-16,5 2 2 16,7 2 6-16,13 6-1 15,0 5-32-15,26 9-34 16,14 10-50-16,5 9 0 16,0 3-61-16,-7 17 16 15</inkml:trace>
  <inkml:trace contextRef="#ctx0" brushRef="#br0" timeOffset="26807.77">5303 8207 49 0,'0'0'339'16,"0"0"-339"-16,0 0 0 16,0 0 0-16,0 0 4 15,0 0 78-15,21 0 25 16,-12-3-13-16,4-11 8 15,2-5-46-15,3-3-20 16,0-6-23-16,1-5 15 16,-2-1-5-16,-6 0-11 15,-6 5-7-15,-5 7 4 0,0 6 0 16,-3 6-7-16,-10 7-2 16,-8 3-3-16,-8 16-13 15,-3 14-2-15,6 16 9 16,7 3-6-16,10 1-10 15,9-3 4-15,4-4 17 16,28-4-5-16,20-10-5 16,15-15-3-16,13-14 9 15,4-2-7-15,-5-25 10 16,-7-14 3-16,-16-4 2 16,-14-3 0-16,-14 3 2 15,-19 3 11-15,-9 9 8 16,0 8 8-16,-19 11-1 0,-9 10-20 15,0 4-8-15,-1 15 0 16,4 16-6-16,14 7 4 16,7-2 0-16,4 2-3 15,3-5 5-15,18-8 0 16,8-7-1-16,3-6 0 16,1-11 1-16,-2-1 2 15,-4-9 3-15,-5-18 1 16,-1-5-1-16,-6-4 0 15,-9 3-1-15,-6 7 3 16,0 5-6-16,0 12 4 16,-12 6-5-16,-3 3-2 0,3 9-2 15,6 17-4 1,3 6 5-16,3 2-1 0,9 0 1 16,24-6 0-16,15-1 0 15,16-5 2-15,6-10 0 16,2-10-2-16,-5-2-9 15,-9-11-1-15,-4-22 4 16,-5-17 8-16,-12-12-4 16,-3-8-7-16,-13 0-8 15,-12 6-28-15,-9 6 11 16,-9 12 20-16,-15 5 17 16,1 12 11-16,6 11 54 15,8 11-5-15,8 7-39 16,1 0-21-16,1 18-17 15,17 11 17-15,7 11 0 0,2 5 0 16,1 2 0-16,1 1 0 16,-3-8 3-16,3-4 0 15,-11-11-2-15,-7-12-1 16,-9-7 1-16,-2-6 0 16,0 0 7-16,-15-2 14 15,-20-9-12-15,-19 0-10 16,-3 1-1-16,4 5-1 15,11 2 2-15,12 3 0 16,12 9 0-16,9 13-8 0,5 5 4 16,4 3 4-1,0 2-5-15,16-6 1 0,8-4-1 16,12-8 1-16,15-8-3 16,9-6 4-16,10-9-17 15,1-17-116-15,-9-17-211 16</inkml:trace>
  <inkml:trace contextRef="#ctx0" brushRef="#br0" timeOffset="27341.75">7746 8070 617 0,'0'0'3'15,"0"0"5"-15,0 0 7 16,-93 15 35-16,83-10-32 16,7-2-10-16,3-3 7 15,0 0 64-15,-3-5 2 16,0-15-24-16,-3-11-51 15,-4-10-6-15,1-5-14 16,0-2-16-16,-4-1-30 16,-4 7-29-16,-1 6-45 0,3 7-70 15,5 8 54 1,10 6 116-16,0 8 4 0,7 7 4 16,4 0 26-16,-6 18 0 15,-1 13 2-15,-4 7 2 16,0 2 8-16,-17 0 17 15,-5-4 2-15,-4-2 26 16,1-4 29-16,1-4-14 16,-3-2-26-16,2-2 18 15,6-6-24-15,11-1-19 16,6-3-7-16,2 0-13 16,16-5 1-16,21-1 4 15,15-6 0-15,24-8-3 0,20-16 3 16,12-9-6-1,9-4-50-15,-2-4-49 0,-11-3-197 16</inkml:trace>
  <inkml:trace contextRef="#ctx0" brushRef="#br0" timeOffset="27580.15">8438 7565 829 0,'0'0'14'0,"0"0"-14"15,0 0-71-15,0 0 71 0,-10 106 0 16,4-48 0-16,0 8 0 16,-3 0 1-16,5 1 2 15,2-9 0-15,2-8-2 16,0-12-1-16,0-12-3 15,0-15-95-15,-3-11-66 16</inkml:trace>
  <inkml:trace contextRef="#ctx0" brushRef="#br0" timeOffset="28720.72">8260 7611 775 0,'0'0'10'0,"0"0"-3"0,0 0-3 16,0 0-4-16,121-78 6 15,-74 73 2-15,-1 5-5 16,3 0-3-16,-3 12-2 16,-8 11 2-16,-13 4-16 15,-16 4-30-15,-9 5-11 16,-14 0-8-16,-26 0 4 15,-8-1 34-15,-1-6-42 16,12-9 48-16,12-6 5 16,14-10 16-16,8-4 19 0,3 2 47 15,0 1-14-15,0 7-33 16,17 4 9-16,11 4 6 16,3 3-3-16,2 3-7 15,-7 0-12-15,-9 1-4 16,-9-1-4-16,-8 2 3 15,0 2-2-15,0 0 3 16,-21-2 5-16,-6-1-8 16,-6-6-1-16,1-7 2 15,0-9-3-15,1-3 1 16,4-12 0-16,3-15 1 16,9-7-3-16,12-6-2 0,3 1-8 15,30 2-7-15,13 5 10 16,10 4 5-1,0 4 3-15,-8 8 2 0,-11 7 29 16,-10 7-6-16,-8 2-10 16,-9 0-14-16,6 11-4 15,-4 10-1-15,-3 4-4 16,0 8 5-16,-2 0 1 16,1-1 0-16,2-8 4 15,2-9-4-15,2-9 0 16,8-6-1-16,6-14 5 15,7-20-1-15,3-6-1 16,-2-3 0-16,-4 3 0 16,-7 8 8-16,-10 8 21 15,-1 12-19-15,-8 5 0 0,-3 7-4 16,0 0-9 0,4 2-8-16,2 12-11 0,4 6 17 15,8 6 2-15,7 2-1 16,10 2 1-16,5-5 0 15,2-8-10-15,-2-10 0 16,-4-7 6-16,-2-17 4 16,-1-20 2-16,-2-10 11 15,-5-7-5-15,-9 1 0 16,-12 3-3-16,-5 8 0 16,-2 10-4-16,-12 13 16 15,3 9 8-15,5 10-13 16,3 0-12-16,-4 20-19 0,4 13 10 15,3 9 9-15,0 6-2 16,30 1 1-16,13 1-3 16,10-3-12-16,6-12-10 15,2-12-32-15,-4-23 9 16,-5-8 33-16,-4-33 12 16,-5-12 4-16,-10-10 5 15,-14-3 4-15,-15 6 37 16,-4 4-24-16,-25 10-5 15,-8 10-6-15,5 14 10 16,13 11 34-16,9 8-37 16,6 3-18-16,0 10-22 0,0 19 6 15,6 15 16 1,9 12 1-16,9 8-1 0,3 7 0 16,0 4 0-16,5 1 0 15,-2-8-5-15,-6-11-14 16,0-17-30-16,-6-22 5 15,-3-12-27-15,-5-6-106 16,-4-33-202-16</inkml:trace>
  <inkml:trace contextRef="#ctx0" brushRef="#br0" timeOffset="28921.49">9024 7847 708 0,'0'0'0'15,"0"0"-55"-15,0 0 55 16,106 0 9-16,-41-4 55 16,21-8-23-16,20 0-8 15,11 0-21-15,-3-2-10 16,-4 3-2-16,-10 3-12 16,-12-1-88-16,-20-1-80 15,-25-1-283-15</inkml:trace>
  <inkml:trace contextRef="#ctx0" brushRef="#br0" timeOffset="29238.28">10019 7860 684 0,'0'0'37'0,"0"0"-31"16,0 0-6-16,91-20 18 15,-64 10-1-15,0 0 18 16,-5 0-5-16,-10 0-7 15,-3 0 4-15,-9-2 2 16,0-2-14-16,-9-1-15 16,-15 1-3-16,-4 4 3 15,-2 6-2-15,4 4 2 16,3 4-4-16,6 17-7 16,0 8 7-16,6 3-1 15,8 2 1-15,3 4-4 0,17 3 2 16,20-3 4-16,20-7-8 15,13-12-8-15,9-15-10 16,1-4-41-16,-8-23-16 16,-12-14-246-16</inkml:trace>
  <inkml:trace contextRef="#ctx0" brushRef="#br0" timeOffset="29553.85">10397 7686 874 0,'0'0'0'16,"0"0"-3"-16,0 0-16 16,0 0 19-16,7 100-1 0,3-57 1 15,-1 0 0 1,-1 1 0-16,2-2 5 0,0-4-2 16,-3-9 1-16,-4-12-2 15,1-10-1-15,-2-7 1 16,-1 0 7-16,4-20 20 15,5-18 5-15,2-14-33 16,4-6 0-16,1-2-1 16,2 7-1-16,2 6 0 15,7 8-3-15,2 11-34 16,-1 8-17-16,-2 9 4 16,-8 8-14-16,-9 3 18 15,-9 3-92-15,-1 10-68 16,0 2-79-16</inkml:trace>
  <inkml:trace contextRef="#ctx0" brushRef="#br0" timeOffset="31935.9">11781 7386 563 0,'0'0'82'0,"0"0"30"15,0 0-69-15,0 0-43 16,0 0-48-16,0 0 41 15,-11 75 4-15,11-7 3 16,0 14 3-16,0 7 2 16,0 4 2-16,-4 3 4 15,1-7-11-15,-2-9 3 16,2-17 2-16,0-23-5 16,2-19 3-16,1-13-1 0,0-8 12 15,-3-20 96 1,0-22-52-16,0-22-58 0,0-14-16 15,-3-5-1-15,-3-3-34 16,-4 6 3-16,-2 7 3 16,6 8 9-16,6 12-34 15,3 11-10-15,12 8-29 16,20 9 32-16,6 7 77 16,8 11 42-16,0 7 21 15,-1 7-27-15,1 19-25 16,-1 11 12-16,-8 9-13 15,-10 0-8-15,-16 1-1 16,-11-2 1-16,-16-6 1 16,-20-6 4-16,-11-4-1 15,-6-11-2-15,-3-9-3 0,5-9 3 16,2 0-2-16,13-7 5 16,11-7 5-16,12-1 5 15,13 6-17-15,9 1-3 16,28 1-81-16,18 3 49 15,9 4 32-15,1 0 3 16,0 0 2-16,-5 0 1 16,-7 11 12-16,-6-2 27 15,-12 4 16-15,-9 4 2 16,-5 5-19-16,-5 4-17 16,-4 8-14-16,-3 7-3 15,0 0-3-15,-5-4-1 0,-2-6-2 16,-2-12 1-16,0-8-2 15,1-11 0-15,-1 0 4 16,0-14 17-16,0-19 24 16,-1-8-40-16,-5-4-5 15,6 5 0-15,0 3-45 16,3 7-21-16,18 3 18 16,3 8 18-16,0 7 30 15,-5 9 10-15,-7 3 9 16,-1 0-11-16,-1 12-4 15,-3 10 5-15,1 8-3 16,-1 6 0-16,0 2 4 16,1 8-2-16,0 0-7 15,8-5 4-15,1-11-3 16,2-13 4-16,-3-16 3 0,1-1 30 16,-4-23 10-16,-1-14-2 15,-2-10-40-15,-5 1-7 16,-5 1-6-16,0 2-6 15,-18 6-25-15,-9 2-8 16,-1 7-21-16,4 5 14 16,6 7 21-16,11 2 2 15,7 6 27-15,0 6 2 16,17 2 1-16,13 0 0 16,9 7-1-16,3 12 6 15,0 9 17-15,-5 3 6 16,-3 5-1-16,-2 8-10 0,-4 6 2 15,-6 8-5-15,-10 5-10 16,-6 4-4-16,-6-2 1 16,0-9 1-16,-6-9 2 15,-3-10-2-15,3-10 2 16,-3-8-4-16,2-9-1 16,-5-10-7-16,-3 0 2 15,-1-14-8-15,-4-17-135 16,7-6-273-16</inkml:trace>
  <inkml:trace contextRef="#ctx0" brushRef="#br0" timeOffset="32251.98">12955 7906 693 0,'0'0'113'0,"0"0"-38"16,0 0-40-16,0 0-30 15,0 0-5-15,76-90 3 16,-45 64-3-16,-1 1 2 16,-3 0 0-16,-9 0-1 15,-8 5 2-15,-10 2 3 16,0 2 1-16,0 6-7 0,-7 5-2 16,-5 5-2-1,-8 5 3-15,-2 23-24 0,-1 11 4 16,7 9-28-16,15 3-21 15,4-4 0-15,40-14 1 16,19-23-25-16,16-10 28 16,2-17-58-16,-11-16 31 15,-14-7-69-15</inkml:trace>
  <inkml:trace contextRef="#ctx0" brushRef="#br0" timeOffset="32750.98">13529 7624 331 0,'0'0'181'0,"0"0"-85"15,0 0-75-15,0 0-21 16,0 0 0-16,0 0 0 16,-21 58 1-16,21-40 0 0,0-3 5 15,0-9 2-15,0-3 28 16,3-3 7-16,4 0 12 16,2-3 4-16,2-11-27 15,-1-2-27-15,-7 2-2 16,-3-1-2-16,0 4 9 15,-7 3-8-15,-10 5-2 16,1 3-5-16,-6 6-22 16,1 19-10-16,6 7 17 15,2 3 11-15,9 4 0 16,4 0 6-16,7 1 0 16,27-10 2-16,15-11-1 15,15-18 2-15,9-4 13 0,-3-28 2 16,-3-8 8-16,-13-6-12 15,-11-3-3-15,-10-2 3 16,-12 3-11-16,-15 0-4 16,-6 1-11-16,-25 3 13 15,-17 0 2-15,0 6 2 16,8 10 21-16,16 10 44 16,10 17-45-16,7 6-22 15,1 27-65-15,0 20 64 16,0 15 1-16,0 13 0 15,0 3 1-15,7 1-1 16,5-6-10-16,3-12-34 0,-2-17-30 16,1-24-93-1,-2-23-113-15</inkml:trace>
  <inkml:trace contextRef="#ctx0" brushRef="#br0" timeOffset="32954.45">13754 7707 646 0,'0'0'14'16,"0"0"-8"-16,0 0 1 15,0 0 19-15,106-41 16 16,-57 32-30-16,5 1-9 16,4-1-3-16,-1-4 0 15,-7-3-49-15,-5-3-24 0,-5-8-14 16,-5-2-62-16,-10 0 8 15,-8-3-43-15</inkml:trace>
  <inkml:trace contextRef="#ctx0" brushRef="#br0" timeOffset="33133.78">14296 7411 78 0,'0'0'190'0,"0"0"-34"15,0 0-53-15,0 0-91 16,0 0-11-16,0 0 3 16,-51 114-2-16,36-54 1 15,1 0-1-15,3-3 2 16,6-7 2-16,5-14 2 15,0-11-1-15,0-7 4 16,0-5 1-16,0-7-4 16,-4 2-5-16,-10-1 3 15,-20 5-6-15,-23-3-3 16,-20-6-197-16</inkml:trace>
  <inkml:trace contextRef="#ctx0" brushRef="#br0" timeOffset="33348.14">12729 7328 718 0,'0'0'76'15,"0"0"-15"-15,0 0-33 16,0 0-28-16,0 0-3 15,0 0-121-15,0 0 75 16,54 65-132-16,-47-48-335 16</inkml:trace>
  <inkml:trace contextRef="#ctx0" brushRef="#br0" timeOffset="34152.13">5178 9220 627 0,'0'0'7'0,"0"0"-7"15,0 0 0 1,0 0 0-16,34 99 0 0,-28-16 2 15,-4 18 8-15,-2 13 4 16,-8 5-1-16,-14-3-13 16,-11-10 2-16,-12-16-2 15,-7-13-32-15,0-24-50 16,10-26 63-16,10-27-144 16,15-26-165-16</inkml:trace>
  <inkml:trace contextRef="#ctx0" brushRef="#br0" timeOffset="34415.81">5030 9215 461 0,'0'0'7'0,"64"-92"34"16,-25 63-15-16,4 10 18 16,6 4-1-16,2 11-34 15,4 4-1-15,5 0 1 16,1 22-4-16,-4 10-5 15,-12 10 2-15,-14 9-1 16,-15 3-1-16,-16 2 7 16,-12-5 1-16,-28-4-1 15,-8-6-4-15,-1-11 2 16,7-9-2-16,3-4-2 0,8 0-1 16,2 2-1-1,13-5-208-15</inkml:trace>
  <inkml:trace contextRef="#ctx0" brushRef="#br0" timeOffset="35082.2">5777 9719 656 0,'0'0'17'15,"0"0"-17"-15,0 0 2 16,0 0 10-16,0 0 11 15,85-34-18-15,-67 9 17 16,-9-1 3-16,-4-3-8 16,-5 0 2-16,0 3 13 15,-15 5-19-15,-9 7 7 16,-4 10-11-16,2 4-9 0,-2 7-1 16,11 19-4-16,8 11 3 15,9 4-1-15,5 5-3 16,29 1 4-16,13-2-5 15,18-8-9-15,10-10 2 16,10-13 7-16,6-14-4 16,3-3 1-16,0-31 5 15,-6-7 3-15,-13-12 2 16,-22-1 3-16,-25 5 17 16,-19 4 18-16,-9 9 14 0,-21 11 2 15,-7 8-25-15,-2 10-22 16,9 7-4-16,3 7-3 15,5 23-5-15,7 9 2 16,6 4-5-16,4 1-7 16,31-5-1-16,11-8 7 15,9-10 2-15,9-14-2 16,3-7 5-16,-1-12 4 16,-6-18 2-16,-14-6 0 15,-18 0 3-15,-11-1 4 16,-14 3 4-16,-3 6 1 15,-7 2-1-15,-16 9 0 16,2 7-11-16,3 3 0 0,7 6-2 16,7 1-2-1,4 8-9-15,0 18 0 0,3 11 9 16,15 9-1-16,12 0 3 16,9-2-3-16,5-3-8 15,1-10-2-15,-2-11-31 16,-4-8-22-16,-6-12-43 15,-6-6-102-15</inkml:trace>
  <inkml:trace contextRef="#ctx0" brushRef="#br0" timeOffset="35297.95">7118 9475 753 0,'0'0'31'0,"0"0"4"0,0 0-35 16,0 0-1-16,0 0-3 15,83 110 0-15,-69-71 4 16,-2-7 6-16,-5-6-1 16,-2-7 0-16,-1-6-2 15,-1-6-1-15,-3-4 2 16,0-3-2-16,2 0 11 16,9-18-13-16,5-17-38 15,3-14-150-15,6-8-87 16</inkml:trace>
  <inkml:trace contextRef="#ctx0" brushRef="#br0" timeOffset="35530.91">7573 8973 320 0,'0'0'107'0,"0"0"59"16,11-75 6-16,-11 68-68 15,3 7-51-15,4 12-53 16,2 29-34-16,-2 21 34 15,-1 26-5-15,-6 19 1 16,0 9 4-16,2 3 0 16,8-9 1-16,5-12-1 15,0-10-14-15,-1-17-22 16,-6-18-37-16,-2-19-47 16,-3-21-32-16,3-13-215 0</inkml:trace>
  <inkml:trace contextRef="#ctx0" brushRef="#br0" timeOffset="35930.71">7769 9769 93 0,'0'0'524'16,"0"0"-430"-16,0 0-28 15,0 0-50-15,0 0 4 16,0 0-11-16,-8-6-7 16,8 6-2-16,0 0 0 15,0-3 9-15,2-7 9 16,21-11 8-16,9-11-4 15,8-14-22-15,0-8-1 16,-6-3-3-16,-4-2-16 16,-3-2-16-16,-3 2-2 0,-3 1-10 15,1 4-14-15,-1 12-1 16,-1 11 5-16,0 12 21 16,1 16-9-16,-4 3 19 15,-3 18 15-15,-1 18 12 16,-6 11 12-16,-5 8 34 15,-2-1 0-15,-2 4-12 16,-10-4-2-16,3-1-12 16,2-6 7-16,1-9-18 15,1-9 2-15,-4-4-3 16,-10-4-3-16,-14-3 5 16,-25 1-10-16,-24 0-20 15,-18-4-166-15,-6-10-258 0</inkml:trace>
  <inkml:trace contextRef="#ctx0" brushRef="#br0" timeOffset="36499.05">6988 9636 28 0,'0'0'41'0,"0"0"20"16,0 0-11-16,0 0-17 16,0 0 3-16,0 0-8 15,-71-51 29-15,54 42 5 16,-7-3 17-16,1-1 2 16,-3-3-20-16,2 1 23 15,-2 3-51-15,2 2-3 16,-2 7-15-16,0 3-15 15,-6 3-3-15,-2 14-1 16,4 8-4-16,5 3 6 16,10 8-26-16,6 4-70 0,9 1-4 15,0-11-132-15</inkml:trace>
  <inkml:trace contextRef="#ctx0" brushRef="#br0" timeOffset="37330.71">7112 9535 195 0,'0'0'93'0,"0"0"-12"16,0 0-9-16,0 0 0 15,0 0 4-15,0 0-55 16,-25-34-18-16,25 34-3 16,0 0-10-16,3 0 10 0,9 0 4 15,7 11-1-15,2 9 0 16,3 9 0-16,-2 3 6 15,-4 9 3-15,0-1-10 16,-5 2 1-16,-2-5-1 16,2-7 5-16,-7-9 1 15,0-10-2-15,-4-8 2 16,-2-3 4-16,0 0 48 16,0 0 46-16,0 0-39 15,0 0-34-15,-2-7-24 16,-5 0-8-16,-1 0-1 15,-2-1 0-15,5 1 0 16,1-3-1-16,4-5 0 0,0-6-4 16,7-8-2-1,20-10 6-15,8-8-3 0,5-6 4 16,-3 0 0-16,-1-1-2 16,-3 7-2-16,-10 10 1 15,-4 9-1-15,-9 12-22 16,-6 12-9-16,-4 4-58 15,0 12-197-15,-14 12 113 16</inkml:trace>
  <inkml:trace contextRef="#ctx0" brushRef="#br0" timeOffset="37498.85">7451 9597 602 0,'0'0'143'15,"0"0"-41"-15,0 0-52 16,0 0-50-16,0 0-18 16,0 0-182-16,0 30 131 15,-5-14-125-15</inkml:trace>
  <inkml:trace contextRef="#ctx0" brushRef="#br0" timeOffset="38528.85">5170 10572 538 0,'0'0'103'0,"0"0"-19"15,0 0-70-15,0 0-14 16,0 0-7-16,0 0 7 15,-36 100 1-15,26-37 0 16,6 5 1-16,4 4 3 16,7-1-2-16,16-6 1 0,0-15-3 15,7-15-2-15,4-21 1 16,8-14 0-16,13-29 14 16,11-24 4-1,1-15 2-15,-12-6-6 0,-15 0 3 16,-26 2-8-16,-14 4 4 15,-27 7-12-15,-33 9-1 16,-22 17 2-16,-19 18-2 16,2 17-1-16,12 12-3 15,33 22-46-15,33 14-43 16,21 5-41-16,29-3-90 16</inkml:trace>
  <inkml:trace contextRef="#ctx0" brushRef="#br0" timeOffset="39344.06">5780 10774 678 0,'0'0'98'0,"0"0"-57"16,0 0-40-16,0 0-2 0,0 0 0 16,75 82 1-16,-53-41 0 15,0 0 2-15,1-1-2 16,-4-6 4-16,4-10-4 16,0-13-34-16,0-11 10 15,4-10 17-15,-2-22 4 16,0-11 3-16,-4-2-7 15,-10-3 7-15,-10 8 3 16,-1 8 32-16,-10 13 10 16,-8 10-12-16,4 9-25 15,0 16-8-15,-3 23-5 16,-1 15 4-16,3 12-1 0,2 7 1 16,8 7 0-1,3 2 1-15,2 2-4 0,-1 0 4 16,-5-1 0-1,-4-13 4-15,-3-17-1 0,-2-26-3 16,1-15 0-16,-3-12 13 16,-2-6 20-16,-4-18-14 15,0-8-13-15,8-4-5 16,5 5-1-16,10-1-9 16,0 6-41-16,21-4-9 15,13-3-43-15,9-5 59 16,8-6-1-16,6-10 38 15,3-8 6-15,4-4 4 16,-8-1 12-16,-5 2 13 16,-2-1-21-16,-8 8-8 0,-11 7 0 15,-11 12-22-15,-14 15-13 16,-5 12 4-16,0 8 18 16,0 4-30-16,0 0-21 15,0 12 39-15,0 14 24 16,-4 8 1-16,4 5 0 15,0 4 4-15,4-4 7 16,12-2 30-16,1-4 3 16,-5-6 12-16,-4-3-21 15,-1-3-9-15,-5-5-15 16,-2 0-1-16,0-4 0 16,-2 1 2-16,-10-4 3 0,-3-2 0 15,-4-4-9-15,-6-3 4 16,-5 0-6-16,3-10-4 15,4-2-4-15,10-1-81 16,10 2-137-16</inkml:trace>
  <inkml:trace contextRef="#ctx0" brushRef="#br0" timeOffset="39679.73">6811 10316 665 0,'0'0'121'16,"0"0"-27"-16,0 0-54 15,0 0-40-15,0 0-11 16,0 0 8-16,49 73 2 16,-39 2-1-16,-7 12 2 15,-3 7 0-15,0-4 0 16,-1-9 2-16,-5-15-2 0,4-15-9 16,2-15-33-1,0-7-44-15,0-12-68 0,0-17-78 16</inkml:trace>
  <inkml:trace contextRef="#ctx0" brushRef="#br0" timeOffset="39993.77">6924 10930 452 0,'0'0'278'16,"0"0"-215"-16,0 0-37 15,0 0-23-15,0 0 0 16,102-77 0-16,-73 51 9 15,0-2 3-15,-5 0-8 16,-5 0-6-16,-9 3 0 16,-8 5-1-16,-2 4 0 0,-7 6-2 15,-13 5-3-15,-4 5-2 16,-1 1 2-16,1 21-6 16,1 11-3-16,3 6-9 15,4 6 12-15,8 3 5 16,8-1-1-16,0-3-19 15,22-11-17-15,19-11 10 16,12-11 26-16,5-11 7 16,-3 0-36-16,-8-20-56 15,-6-8-164-15</inkml:trace>
  <inkml:trace contextRef="#ctx0" brushRef="#br0" timeOffset="40527.04">7354 10676 515 0,'0'0'224'16,"0"0"-121"-16,0 0-103 16,0 0-6-16,0 0 5 15,37 112-1-15,-32-64 2 16,-2-1 0-16,-3-5 4 16,0-9-3-16,0-9-1 15,0-9 1-15,0-7 0 16,0-7 1-16,0-1-1 15,0-5 8-15,0-17-9 16,0-10-17-16,0-9-50 0,16-5 6 16,11-2-42-1,8 0-10-15,3 5-142 0,1-1 153 16,1 5 49-16,-1 2 53 16,-5 1 41-16,2 3 60 15,-11 4 28-15,-9 4-27 16,-7 8 6-16,-7 6-50 15,-2 5-50-15,3 6-8 16,-3 0-10-16,6 0-130 16,0 12 81-16,3 8 59 15,0 14 2-15,0 1 12 16,1 2 37-16,-2 2 8 16,2-3-11-16,-1-3 0 15,1 0-7-15,4-4-29 0,1-3-6 16,-3-8 3-16,-6-7-7 15,1-4 6-15,-7-2-5 16,0-2 1-16,-7 7 0 16,-23 4 7-16,-21 7 2 15,-19 3-13-15,-10 2-9 16,4-1-29-16,8-10-122 16,13-11-330-16</inkml:trace>
  <inkml:trace contextRef="#ctx0" brushRef="#br0" timeOffset="40859.25">6738 10456 397 0,'0'0'116'16,"0"0"-85"-16,0 0 47 16,0 0 24-16,118-33-34 15,-65 13-32-15,1-3-7 16,1-4-7-16,-4 2-5 16,1-1-7-16,-4 4-7 0,-8 5-3 15,-7 7-1-15,-11 8-15 16,-10 2-30-16,-7 10-70 15,-5 16-32-15,-5 5 8 16,-20 3 24-16,-6-5-112 16</inkml:trace>
  <inkml:trace contextRef="#ctx0" brushRef="#br0" timeOffset="42524.71">4457 11922 516 0,'0'0'91'0,"0"0"-74"15,0 0-17-15,0 0 0 16,0 0 0-16,9 93 7 16,-5-53 18-16,1 2 1 15,1 2-9-15,3 2-9 0,1-3-3 16,2-2-5-16,3-9 0 16,6-10 0-16,6-15-19 15,4-7-5-15,5-10 21 16,3-16 3-16,-8-9-3 15,-8 0 3-15,-7 5 15 16,-10 9 48-16,-1 8-3 16,-4 11-28-16,1 2-32 15,2 0-15-15,5 5-30 16,0 10 40-16,4 1 4 0,-4-1-3 16,1 0 4-1,1-4 0-15,-4-4 1 0,-1-4-1 16,-1-3-9-1,7 0-2-15,3-21 8 0,4-15-72 16,2-7-22-16,-3-8 6 16,-3 0 91-16,-5 2 1 15,-8 5 25-15,4 6 1 16,1 5-13-16,8 7-14 16,9 0-64-16,7 4-52 15,0 0-27-15,2 2 33 16,-3 2 77-16,-9 1 33 15,-6 3 21-15,-10 0 127 16,-5 2 84-16,0 6-92 16,-2 1 11-16,-4 5-54 0,3 7-83 15,-4 25-14-15,-1 14 0 16,-1 13 0-16,-1 9 0 16,-3 1-1-16,9 0 1 15,4-6-1-15,0-9 1 16,0-10 0-16,8-13-4 15,2-11-18-15,-4-11-24 16,-4-9-21-16,4-3 43 16,3-21 16-16,4-12-56 15,4-1 1-15,-6 2 63 16,-3 12 45-16,-5 10 45 16,0 10-21-16,0 3-62 15,7 0-7-15,2 9-3 16,0 7 1-16,3 4 2 0,3-1 2 15,1-1 0-15,1-3-1 16,-2-3-1-16,-6-6 1 16,-2-3-2-16,-5-3-10 15,-4 0 7-15,3-5 4 16,4-13 5-16,-4-6-5 16,1 0-1-16,-4 8 1 15,-1 7 23-15,0 7 19 16,0 2-25-16,0 0-17 15,5 6-17-15,1 12 14 16,10 3 2-16,2 5 0 0,9-4 0 16,6 0-12-1,4-5-19-15,2-7-44 0,-7-10-56 16,-3-10-159-16</inkml:trace>
  <inkml:trace contextRef="#ctx0" brushRef="#br0" timeOffset="42671.97">5386 11708 831 0,'0'0'28'16,"0"0"-28"-16,0 0-102 0,0 0 57 16,55 92-49-1,-24-49-59-15,4-10-226 0</inkml:trace>
  <inkml:trace contextRef="#ctx0" brushRef="#br0" timeOffset="42908.11">5843 11716 684 0,'0'0'151'0,"0"0"-105"16,0 0-46-16,0 0 0 15,0 110-2-15,3-45 0 16,-2 8 2-16,1-2 4 16,-1 3-3-16,5-3-1 0,6-4 0 15,3-6-5 1,7-14-50-16,2-17-87 0,-3-23-75 16</inkml:trace>
  <inkml:trace contextRef="#ctx0" brushRef="#br0" timeOffset="43241.06">6032 12235 50 0,'0'0'511'0,"0"0"-506"15,0 0-4-15,0 0 2 16,0 0 1-16,0 0 16 16,49-5 18-16,-36 5-6 15,7-6 26-15,1-11-17 16,5-5-15-16,-6-3-11 0,-2-3-10 15,-12 5 0-15,-6 1-1 16,0 6 4-16,-4 4-5 16,-8 7-3-16,3 5 0 15,0 0-12-15,0 19 5 16,3 9 2-16,2 8 2 16,2 3 3-16,2 3-4 15,0 0-3-15,19-2 3 16,10-1 3-16,13-10 1 15,13-14-5-15,15-15-9 16,6 0-12-16,-6-17-55 0,-9-12-53 16,-17-6-181-1</inkml:trace>
  <inkml:trace contextRef="#ctx0" brushRef="#br0" timeOffset="43527.97">5720 11939 615 0,'0'0'3'0,"0"0"3"16,123-33 16-16,-56 20 27 15,9-8 16-15,6-7-21 16,3 2-6-16,-6-1-17 16,-9 7-15-16,-13 4-5 15,-17 8-1-15,-16 5-34 16,-24 3-73-16,-8 4-149 16,-36 12-4-16</inkml:trace>
  <inkml:trace contextRef="#ctx0" brushRef="#br0" timeOffset="44292.45">6253 12096 191 0,'0'0'98'15,"0"0"45"-15,0 0-22 16,0 0-54-16,0 0-18 16,0 0-3-16,-26-67-8 15,24 63 3-15,2 4-25 16,0-3-10-16,0 0-6 16,10 2-2-16,10 1 2 15,2 0-1-15,3 1 0 0,-2 17 1 16,-7 4-6-16,-7 4-2 15,-9 1 8-15,-2-1-1 16,-23-2 1-16,-6-2 1 16,-8-2-1-16,0-6 0 15,2-4 0-15,1-1-7 16,11-5-22-16,9 1-45 16,16-5-27-16,1 0-266 15</inkml:trace>
  <inkml:trace contextRef="#ctx0" brushRef="#br0" timeOffset="44655.66">7405 11764 630 0,'0'0'138'0,"0"0"-9"16,0 0-129-16,0 0-3 15,0 0-3-15,0 75 1 0,0-21 5 16,0 6 0-16,0 2 3 15,0-4 0-15,0-8-3 16,0-11-1-16,10-11-3 16,8-14-1-16,12-11 5 15,11-3 1-15,10-18-1 16,12-11-8-16,-1-5-70 16,-6-7-160-16</inkml:trace>
  <inkml:trace contextRef="#ctx0" brushRef="#br0" timeOffset="44846.69">7245 11739 745 0,'0'0'0'0,"0"0"-1"15,113-35-4-15,-49 24 5 16,8-3 0-16,10 2 0 15,0 0-2-15,-4 4-57 16,-16 3-8-16,-20-2-150 16</inkml:trace>
  <inkml:trace contextRef="#ctx0" brushRef="#br0" timeOffset="45190.72">7359 11944 415 0,'0'0'32'16,"107"0"35"-16,-27-16 4 15,13-11-20-15,4-8-5 16,-3-6-19-16,-6-6-18 16,-12-1 0-16,-12 2-3 15,-18 2-6-15,-16 8-1 16,-15 5 1-16,-14 11 1 15,-1 4 8-15,0 5 5 16,-8 5 11-16,3 6 3 16,-4 3-24-16,1 24-4 0,-4 15-2 15,-2 13 2 1,2 12 1-16,12 4-1 0,0 4 1 16,19 0-2-16,17-5 0 15,7-9-23-15,8-18-78 16,0-26-75-16,-1-17-200 15</inkml:trace>
  <inkml:trace contextRef="#ctx0" brushRef="#br0" timeOffset="45556.08">8356 11960 301 0,'0'0'54'15,"0"0"27"-15,81-27 14 16,-40 3-57-16,-3 1-24 16,-4-3-8-16,-10 2-2 15,-11 2-2-15,-7 5 12 16,-6 7 26-16,-6 1-14 16,-17 4-11-16,-8 5-11 15,-4 0 1-15,5 2 4 16,6 17-3-16,9 9-6 15,6 5-5-15,9 6 4 16,0 3-3-16,30-2 2 0,24-6 1 16,23-16 1-1,19-15 6-15,12-6-6 0,0-27-34 16,-10-6-40-16,-17-7 29 16,-27 1-33-16,-20-1-86 15,-21 6-19-15</inkml:trace>
  <inkml:trace contextRef="#ctx0" brushRef="#br0" timeOffset="46003.92">9054 11685 575 0,'0'0'127'0,"0"0"-45"15,0 0-82-15,0 0-9 16,-6 79 3-16,6-25 6 16,0 12 3-16,0 6 1 15,-3 9-1-15,-1 4 4 0,-1 4-1 16,-5 2 0-16,-3-5 4 15,-4-12-6-15,1-18 1 16,5-18-5-16,5-24-1 16,6-14 1-16,0-25 43 15,0-25-21-15,20-14-22 16,7-12-2-16,2-3-3 16,1-6-14-16,-8 4-26 15,-9 3-65-15,-8 10-11 16,-5 5 61-16,0 12 60 15,0 12 1-15,0 11 42 16,5 10-6-16,2 11-6 16,1 7 17-16,8 0-48 0,2 17 0 15,9 8 0 1,-1 6 0-16,-1 7 1 0,-10 6 1 16,-10-2 0-16,-5-6 2 15,0-8-4-15,-15-6 0 16,-8-7 1-16,-16-3-1 15,-19-2-4-15,-14-5-17 16,-16-5-35-16,-1 0 11 16,13-12 7-16,26-5 33 15,31-3 3-15,19-4-95 16</inkml:trace>
  <inkml:trace contextRef="#ctx0" brushRef="#br0" timeOffset="47437.11">9460 11543 715 0,'0'0'71'0,"0"0"-60"15,0 0-11-15,1 85-6 16,-1-23 6-16,0 12 2 16,-1 2 3-16,-7-5 1 15,1-9-6-15,5-13 9 0,0-13-3 16,2-15-5-16,0-10 0 15,0-9 5-15,0-2 2 16,0-13 31-16,7-18-22 16,6-9-17-16,4 2-26 15,-1 5 17-15,2 12 0 16,0 10-12-16,0 10 5 16,1 1 4-16,-2 4-7 15,5 11 12-15,3 5 6 16,8 1-2-16,6-2 3 15,6-2 0-15,5-3 0 16,4-3-3-16,3-8-14 16,2-3-61-16,-2-6 4 0,-6-20 39 15,-9-6 29-15,-14-6 6 16,-16 3 40-16,-11 4 0 16,-1 2 31-16,-12 8 10 15,-13 5-60-15,3 10 11 16,4 6-16-16,1 0-11 15,7 19-5-15,1 5-2 16,6 5 2-16,3 0-5 16,0 0 4-16,0-3 0 15,13-3-7-15,3-7-14 16,2-8 3-16,2-8-11 16,4 0 30-16,0-15 0 0,-2-8 6 15,-4-4 1 1,-6 2 15-16,-6 5 7 0,-3 8-5 15,-3 6-5-15,0 4-8 16,1 2-11-16,6 0-9 16,1 11-5-16,4 4 12 15,6 1-5-15,5-1-2 16,7-3 5-16,7-5-2 16,-3-2 2-16,-6-5-6 15,-8 0 10-15,-2-12 2 16,-5-7 0-16,2-3 1 15,-4 2-1-15,-5 6-2 16,-3 5-1-16,-3 4 1 16,2 5-3-16,3 0-6 0,-1 2-37 15,3 10 39-15,5 0 2 16,2 0 4-16,8-2 1 16,13-2-1-16,3-4 1 15,7-4 1-15,-3 0 0 16,-3-18 2-16,-6-5 2 15,-8-8 10-15,-8-1 16 16,-4-2-13-16,-5 1-3 16,-5 8-11-16,-1 6 15 15,-2 9 12-15,0 6-5 16,2 4-11-16,2 0-15 16,4 1-25-16,7 15 21 15,9 5 2-15,4 4-6 0,9 1-6 16,9 0 1-16,1-5-7 15,0-4-7-15,-5-12-22 16,-2-5 22-16,-7-9 19 16,-3-21 8-16,-3-10 44 15,-6-6-10-15,0-5-22 16,-5-5 8-16,-8 1-18 16,-8-1 1-16,-4 0 1 15,-18 5 3-15,2 9 36 16,4 12 2-16,7 14 2 15,4 9 1-15,3 7-48 16,2 1-4-16,0 28-34 16,0 20 32-16,10 21 6 0,4 10 0 15,7 1-2-15,-2-3-5 16,5-5-15-16,-2-9-20 16,1-14-7-16,-8-16-14 15,-1-15-75-15,-6-19-23 16,-8-4-278-16</inkml:trace>
  <inkml:trace contextRef="#ctx0" brushRef="#br0" timeOffset="47853.41">11019 11635 607 0,'0'0'4'0,"0"0"-4"0,80-30 6 16,-29 14 30-16,10-4 45 15,5 2-7-15,8 0-45 16,2 2-12-16,-6 3-16 16,-7 2-1-16,-12 1-5 15,-11 0-43-15,-10 2-62 16,-11-1-9-16,-13 3-60 16,-6-2 40-16,0-4 4 15,-3 0 135-15,-7 2 2 16,3 3 180-16,2 3-49 15,3 4-21-15,2 0-75 16,0 17-37-16,0 14-3 0,2 10 2 16,10 4 2-1,-2 0 3-15,-2 0-3 0,-3-7 1 16,1-8 10-16,-2-4 1 16,0-7 15-16,-1-7 19 15,-3-4-27-15,0-7-8 16,0 1-3-16,0 2-2 15,-3 3-7-15,-18 5-20 16,-7-1-77-16,-2-2-171 16</inkml:trace>
  <inkml:trace contextRef="#ctx0" brushRef="#br0" timeOffset="48004.14">11866 11743 830 0,'0'0'82'15,"0"0"-34"-15,0 0-28 16,0 0-20-16,0 0-26 16,0 0-48-16,3-20-84 15,-6 20 3-15,-8 0-315 16</inkml:trace>
  <inkml:trace contextRef="#ctx0" brushRef="#br0" timeOffset="50652">17476 5545 57 0,'0'0'37'0,"0"0"17"16,0 0 8-16,0 0-14 16,0 0 30-16,0 0-11 0,0-46-11 15,-2 39-13-15,-1-1 14 16,0 0-12-16,0-1-13 16,2 1-17-16,-1-1 1 15,-1 0 17-15,2 2 0 16,1 1-10-16,-3 1-3 15,3 1 1-15,0 2-7 16,0 1 3-16,0 1-6 16,0 0-11-16,0 20-23 15,13 26-8-15,8 24 29 16,0 31-1-16,1 25 3 16,1 19 3-16,-5 13-2 0,-5-2-1 15,-7-3 0-15,-6-10-1 16,-3-9-5-16,-12-3-8 15,2-13 12-15,4-11 2 16,6-11-4-16,3-20-7 16,7-7 4-16,15-12-25 15,4-5-32-15,4-11-44 16,1-10-85-16,4-16 23 16</inkml:trace>
  <inkml:trace contextRef="#ctx0" brushRef="#br0" timeOffset="50821.95">17702 7238 651 0,'0'0'29'16,"0"0"43"-16,0 0 9 16,0 0-46-16,0 0 3 15,0 0-25-15,-10-43-13 16,18 43-49-16,6 0-137 15,-5 4-97-15</inkml:trace>
  <inkml:trace contextRef="#ctx0" brushRef="#br0" timeOffset="54829.87">18330 5395 540 0,'0'0'103'16,"0"0"-12"-16,0 0-37 15,0 0-33-15,0 0-21 16,0 0-8-16,0 0-6 16,0 14 11-16,-8 27 2 15,-5 15 1-15,-7 9 2 16,-7 10 0-16,-3-2-2 15,-1-6 7-15,7-12-7 16,7-21 2-16,6-17 2 0,7-14-2 16,0-3 12-16,2-12 66 15,1-26-30-15,1-15-50 16,0-13-16-16,9-7-20 16,13-2-15-16,7 5-5 15,3 1-61-15,6 8 5 16,3 7-107-16,1 6 143 15,-3 13-23-15,0 10 99 16,-7 13 6-16,-6 12 47 16,-8 4-38-16,-11 25-11 15,-7 8 12-15,-9 7 2 16,-19 1 18-16,-3-6 3 0,-1-5-9 16,6-11-1-1,2-6-7-15,10-9-6 0,1-3 24 16,4-5 14-1,0 0 14-15,-3 0-5 0,5 0-39 16,1 0-6-16,4 3-18 16,2 8-6-16,0 7 3 15,2 8 3-15,15 8-4 16,1 5 4-16,5 0 4 16,2-2-3-16,2-1-1 15,0-6-5-15,4-3 5 16,-1 0 0-16,0-15-101 0,-6-12-252 15</inkml:trace>
  <inkml:trace contextRef="#ctx0" brushRef="#br0" timeOffset="55022.94">18642 5593 695 0,'0'0'106'0,"0"0"-65"15,0 0-41-15,0 0-9 16,0 0 9-16,-6 90 0 16,18-49 2-16,2 3-1 15,5-1-2-15,3-5 0 16,2-6-46-16,0-10-126 16,-8-18-107-16</inkml:trace>
  <inkml:trace contextRef="#ctx0" brushRef="#br0" timeOffset="55211.11">18666 5267 822 0,'0'0'38'0,"0"0"26"16,0 0-64-16,0 0-46 15,0 0-154-15,0 0 126 16,52 67-139-16</inkml:trace>
  <inkml:trace contextRef="#ctx0" brushRef="#br0" timeOffset="56293.98">19082 5576 548 0,'0'0'115'16,"0"0"-15"-16,0 0-45 16,41-84-3-16,-37 68-39 15,-4 4-4-15,0 3-1 0,-6 4-6 16,-14 3-2-16,-6 2-6 15,-4 2-7-15,0 18-14 16,9 10 0-16,12 8-5 16,9 5 0-16,2 2 8 15,21-3-9-15,6-1 2 16,3-4 18-16,1-6 8 16,-6-7 5-16,-13-9 0 15,-7-6 0-15,-7-2 0 16,-4 3 4-16,-29 7 20 15,-7 4-1-15,-5-1-11 16,5-5-10-16,8-5 1 16,12-4 0-16,10-3-3 0,6-3-6 15,4 0-61-15,14 0-129 16,18-9 158-16,17-16-25 16,3-13-79-16,0-11 22 15,-3-7 46-15,0-8 74 16,-5-2 13-16,1 0 0 15,-9 4 1-15,-9 4 3 16,-12 7 124-16,-12 10 28 16,-3 3-5-16,0 10-10 15,-2 11-4-15,-2 8-81 16,1 9-33-16,1 0-36 16,1 20-40-16,-2 21 33 15,0 19 7-15,-3 10 0 16,2 7-1-16,-1 2 1 0,2-5 0 15,3-9-5-15,0-14 2 16,0-13-9-16,0-13-2 16,1-11-9-16,7-7-15 15,2-7-12-15,5-1 29 16,5-23 17-16,2-10-24 16,-4-6-34-16,-2-1 62 15,-7 7 21-15,-4 5-3 16,-4 8 31-16,1 8-17 15,-2 4-21-15,0 6 7 16,0 0 3-16,0 3-14 0,0-2-6 16,0 2-1-16,0 0-1 15,1-1-6-15,7-1-8 16,-2-2 15-16,3-6 1 16,-2-1 3-16,2-4-1 15,-5-2 12-15,2-2-11 16,-1-1 2-16,-2-1 12 15,2 4-15-15,-2 4-2 16,-2 4 4-16,2 5-3 16,-3 2 7-16,0 2-7 15,0 0-2-15,1 0-3 16,-1 0-4-16,2 0-16 0,-1 2-6 16,2 7 21-1,-3 8 4-15,0 7-3 0,0 2 2 16,-10 8 4-16,-7 4 1 15,-2 4 3-15,3 4-3 16,4-2 4-16,7-8-2 16,5-9 1-16,5-10-3 15,25-6 1-15,19-8 14 16,17-3-3-16,17 0-12 16,2-22-18-16,-7-9-255 15</inkml:trace>
  <inkml:trace contextRef="#ctx0" brushRef="#br0" timeOffset="57145.8">18089 5375 319 0,'0'0'124'16,"0"0"-58"-16,0 0-3 15,0 0-1-15,0 0-32 16,0 0 18-16,-9-29-20 0,16 19-6 16,22-1-22-1,12-1-41-15,6 3-9 16,5 4-51-16,-3-3-63 0,-3-3-57 16</inkml:trace>
  <inkml:trace contextRef="#ctx0" brushRef="#br0" timeOffset="57340.83">18317 5346 520 0,'0'0'82'0,"0"0"45"15,0 0-32 1,0 0-51-16,0 0-44 0,0 0-3 15,5 0-139-15,3 0-85 16,-8 0-119-16</inkml:trace>
  <inkml:trace contextRef="#ctx0" brushRef="#br0" timeOffset="62622.73">20607 5175 216 0,'0'0'42'0,"0"0"114"16,0 0-64-16,0 0 9 15,0 0-14-15,0 0 10 16,0 0-27-16,1-63-42 16,-1 63-11-16,0 0-15 15,0 0-2-15,0 9-11 16,-3 22-4-16,-1 16 15 16,-1 15 0-16,-1 9 0 15,3 3 0-15,1-5 0 0,2-7 2 16,0-10-2-16,5-15-1 15,9-10 1-15,5-14-11 16,9-13 11-16,14 0 0 16,15-27 3-16,11-16-3 15,2-6-9-15,-9-2-13 16,-14 8-6-16,-17 4 7 16,-13 10 5-16,-9 7 14 15,-8 8 2-15,0 7 1 16,0 6 21-16,0 1 18 15,0 0 3-15,0 0-34 16,0 0-9-16,-6 8-11 16,-3 13 8-16,-3 12 3 0,0 8 1 15,2 4 0-15,0 1 0 16,8-3-1-16,2-6 0 16,0-9 0-16,4-8-6 15,8-10 5-15,3-10 1 16,6 0 6-16,6-13 6 15,4-10 3-15,-1-2-9 16,-10-1-3-16,-9 2 0 16,-9 2 0-16,-2 0-3 15,-6 3-5-15,-12 4-7 16,-6 1-7-16,0 3-1 16,2 2-1-16,1-2 11 15,5 3 4-15,10 1 6 0,4 2 0 16,2 0 0-16,5-2-15 15,23-1-41-15,11-1 14 16,5 1 20-16,1 1 2 16,-5 2 4-16,-5 4 11 15,-5 1 5-15,-11 0-3 16,-6 4 3-16,-5 10-2 16,-3 2 0-16,-5 1 0 15,0 1 2-15,0 3 2 16,0 2 1-16,0 1-1 15,0-2 4-15,0-8-6 16,0-4-1-16,7-8 1 0,8-2 0 16,4-9 18-16,4-18 27 15,-1 0-14-15,-4-3 14 16,-6 5-10-16,-6 6-20 16,-2 8 13-16,-4 7-3 15,0 4-14-15,3 0-11 16,0 0-31-16,4 15-8 15,7 7 39-15,7 3 1 16,9 2-1-16,9-4 0 16,7-5-1-16,-1-5-3 15,-1-11 4-15,-5-2 0 16,-8-12 1-16,-5-12 8 16,-6-6 27-16,-4-5-8 15,-9 0-18-15,-7-1-2 16,0 2 0-16,-12 1-2 0,-10 8-2 15,-1 6-2-15,8 12-2 16,9 7-8-16,5 0-60 16,1 19-119-16,0 8 104 15,21-3-127-15</inkml:trace>
  <inkml:trace contextRef="#ctx0" brushRef="#br0" timeOffset="62822.44">22046 5474 212 0,'0'0'597'0,"0"0"-540"0,0 0-27 15,0 0-30-15,0 0-6 16,-13 73 6-16,6-31 1 16,0 5-1-16,-2 2-31 15,-5-4-74-15,1-12-110 16,0-17-315-16</inkml:trace>
  <inkml:trace contextRef="#ctx0" brushRef="#br0" timeOffset="63604.07">22306 5126 502 0,'0'0'134'0,"0"0"42"16,0 0-100-16,0 0-24 15,0 0-24-15,0 0-28 16,4-44-6-16,0 71-16 0,-2 16 13 16,-2 13 8-16,0 7 1 15,0-2-1-15,0-6 1 16,0-9 0-16,-2-12 2 16,-2-9 0-16,0-13 1 15,2-5-3-15,1-5 2 16,-1-2 1-16,-2 0 3 15,-5 0 1-15,-8-12 3 16,-7-8-10-16,2-5-23 16,2-2-1-16,12 2-22 15,8 1 1-15,13 0-78 16,20 0 27-16,11 2 40 16,1-2 56-16,3 1 23 0,-5 1 21 15,-1-3 12 1,-5 3 3-16,-10 2-15 0,-6 6-10 15,-9 6-1-15,-8 5-3 16,-4 3-10-16,0 0-20 16,2 0-5-16,1 16-50 15,-2 10 34-15,-1 12 13 16,0 7 7-16,0 5 0 16,0-1-37-16,15-5-9 15,9-11-28-15,12-11-2 16,9-16 17-16,1-6-7 15,-6-16 67-15,-5-15 42 0,-12-8 32 16,-10 2 12-16,-2 2-19 16,-9 8-17-16,-2 8 21 15,0 6-36-15,0 9 16 16,0 4-16-16,0 0-35 16,0 0-5-16,0 17-42 15,0 6 26-15,0 7 19 16,0 4-1-16,6 0-1 15,-2-4-24-15,7-5-17 16,5-8-34-16,4-10-34 16,3-7-113-16</inkml:trace>
  <inkml:trace contextRef="#ctx0" brushRef="#br0" timeOffset="63760.93">22784 4922 865 0,'0'0'15'16,"0"0"-15"-16,0 0-192 15,0 0 140-15,72 103-42 16,-45-57-178-16</inkml:trace>
  <inkml:trace contextRef="#ctx0" brushRef="#br0" timeOffset="64720.68">23105 5317 597 0,'0'0'90'16,"0"0"16"-16,0 0-66 16,0 0-2-16,0 0 1 15,0 0-8-15,48-89-4 16,-44 68-16-16,-4 2-7 15,0 1-4-15,0 1-1 16,-9 5-2-16,-3 5-4 16,3 2 1-16,3 5-6 15,2 0-6-15,-4 21-100 16,2 13 100-16,-2 7-3 16,8 8 15-16,0 2-2 15,0 4-2-15,0 1 8 16,0-3 1-16,0-4-1 0,0-3 4 15,-14-4-2-15,-1-2 4 16,-3-2 0-16,-1-4 0 16,0-4 4-16,5-9-2 15,3-6 0-15,4-8-3 16,3-5 2-16,-2-2 33 16,-5 0 42-16,-4-24-57 15,0-7-15-15,4-8-8 16,11-6 0-16,10-5-10 15,32-4-21-15,20-5-57 0,14-4 15 16,4 1-6-16,-3 0 41 16,-11 4 32-16,-14 5 6 15,-19 10 44-15,-15 11 29 16,-13 6 11-16,-5 9-13 16,0 9-16-16,0 3-11 15,0 5-22-15,0 3-22 16,0 24-62-16,0 14 55 15,2 11 7-15,4 4 0 16,4 0-3-16,7-7-8 16,-1-13-24-16,1-14 19 15,-7-12-2-15,-4-8 15 16,3-2 3-16,3-12 38 16,7-12 1-16,-1-8-31 15,-4 0 10-15,-5 7-8 0,-6 7 1 16,-3 8 4-16,0 7 5 15,1 3-20-15,2 0-9 16,3 4-22-16,7 15-10 16,6 7 37-16,7 3 0 15,6 2-15-15,1-4-3 16,-4-7 4-16,-3-12-4 16,-6-8 3-16,0-3 19 15,2-24 31-15,4-12 2 16,0-5-25-16,-6-4 4 15,-11 3-5-15,-9 3-2 16,0 3 5-16,-12 8 7 0,-3 7 2 16,6 10 17-16,3 10-11 15,6 4-25-15,-4 0-13 16,2 20-37-16,-1 17 33 16,-3 15 17-16,3 2 0 15,3 3-5-15,0-5-5 16,0-6-9-16,14-9-8 15,8-9-14-15,2-14-46 16,2-14-53-16,1-3-196 16</inkml:trace>
  <inkml:trace contextRef="#ctx0" brushRef="#br0" timeOffset="64907.86">23640 5150 899 0,'0'0'23'16,"0"0"5"-16,0 0-28 16,87-24 1-16,-41 17-2 15,2 4 1-15,1 3 0 16,-1 0-25-16,1 0-60 16,-5 0-118-16,-11-7-311 15</inkml:trace>
  <inkml:trace contextRef="#ctx0" brushRef="#br0" timeOffset="65152.44">24115 4720 391 0,'0'0'258'15,"92"-5"-257"-15,-43 22-2 16,-4 17-5-16,-4 17 6 15,-8 14 1-15,-13 15 1 16,-18 12 3-16,-2 6 9 16,-36 4-4-16,-12-1-3 15,-6-6 5-15,-2-7-6 16,-2-6-6-16,-8-12-61 16,-7-17-118-16</inkml:trace>
  <inkml:trace contextRef="#ctx0" brushRef="#br0" timeOffset="67704.05">23761 5165 210 0,'0'0'110'0,"0"0"45"16,0 0-64-16,0 0 3 15,0 0-52-15,0 0 20 16,2-46-25-16,-2 42-17 15,0 0 4-15,0 2-9 16,0 0 0-16,0-1-4 16,0 3-8-16,0 0-3 15,0 0-10-15,0 0-27 16,0 0-14-16,0 0 14 16,-5 3 24-16,-5 5-10 15,5 2 7-15,5-1-24 0,0 0 2 16,15-3 29-16,15-3 9 15,9-3 2-15,4 0 3 16,-3-9 0-16,-7-2 12 16,-12 3 4-16,-12 2 31 15,-8 0 24-15,-1 1-35 16,-1-1-24-16,-18-3-17 16,-11 4-1-16,-9 2-3 15,0 3-7-15,5 0 10 16,9 6-7-16,11 6-31 15,4 2-6-15,10 2 18 16,0-2-6-16,6-2 9 0,18-4 16 16,6-6 8-16,7-2 3 15,0 0 1-15,-7 0-2 16,-9-5 2-16,-10-1-3 16,-6 2 6-16,-5 0 62 15,0 1-34-15,-10-2-35 16,-17 2-2-16,-12 3-10 15,2 0 6-15,2 0 6 16,12 3 0-16,13 9 0 16,8 3-22-16,2 4-2 15,4 1-6-15,24 1 18 16,16-6 12-16,14-4 2 16,5-5 0-16,-7-6-1 0,-13 0 0 15,-19 0-1-15,-12 0 1 16,-10 0 19-16,-2 0 84 15,0-3-63-15,-14-4-41 16,-15 2-1-16,-12 2-10 16,-4 1 5-16,7 2-22 15,10 0 27-15,12 0 1 16,9 6-30-16,4 5-25 16,3 3 22-16,0-2 18 15,0 1 2-15,18-4 11 16,6 0 2-16,2-3 1 15,4-1-1-15,-1-3 4 0,-11 0-4 16,-4-2 1-16,-11 0-1 16,-3 0 5-16,0 0 6 15,-17 0 17-15,-18 0-28 16,-13 0-16-16,-1 0 7 16,12 0 9-16,15 0 1 15,11 0-1-15,11 9-5 16,0 3-26-16,8 4 18 15,14-2 13-15,5-2 0 16,3-5 0-16,-1-4 0 16,-8-2 2-16,-7-1-1 15,-8 0 4-15,-3 0 16 16,-3 0 26-16,0 0-5 0,0 0-12 16,-16 0-30-1,-7 0-5-15,-2 0-11 0,1 0 5 16,7 0 8-16,7 0 3 15,4 8-13-15,4 2-24 16,2 0 3-16,0-2 7 16,0-1 20-16,11 0 7 15,8-7-1-15,4 0 1 16,4 0 6-16,-2 0 3 16,-4-7 7-16,-8 0-5 15,-8 2 10-15,-5 2 39 16,0-2 2-16,-3 3-51 0,-15-1-11 15,-5 2-8 1,3 0 0-16,3 1 8 0,4 0 1 16,7 0-1-16,1 5-16 15,4 5-30-15,1 0-22 16,0-1 58-16,15-3 4 16,6 0 6-16,4-4 0 15,3-2 3-15,-1 0-1 16,-8 0-1-16,-6 0-1 15,-10-6-11-15,-3-2-224 16</inkml:trace>
  <inkml:trace contextRef="#ctx0" brushRef="#br0" timeOffset="68865.76">20334 5000 283 0,'0'0'186'0,"0"0"-186"16,0 0-32-16,0 0 32 0,-27 81 0 16,12-38 26-16,-6 10 32 15,-6 12-16-15,-3 9 3 16,2 5-23-16,10 2-11 16,15 4-3-16,3 3-8 15,27 1 2-15,13-9 4 16,8-7-4-16,3-17-2 15,-2-17 1-15,4-14 3 16,-6-10-4-16,0-7-54 16,-8-8-78-16,-11 0-191 15</inkml:trace>
  <inkml:trace contextRef="#ctx0" brushRef="#br0" timeOffset="69015.91">20584 5973 687 0,'0'0'135'16,"0"0"-63"-16,0 0-35 16,0 0-37-16,0 0-11 15,0 0-125-15,14-22-37 16,3 22-47-16</inkml:trace>
  <inkml:trace contextRef="#ctx0" brushRef="#br0" timeOffset="73976.68">18342 6486 404 0,'0'0'173'0,"0"0"-55"16,0 0-56-16,0 0 1 15,0 0-6-15,0 0-28 16,-12-72-25-16,4 72-4 16,-5 0-2-16,-14 16-1 15,-11 21 3-15,-7 11 0 16,5 12-2-16,7 3 2 16,12 4-3-16,12-2-3 15,9-6-9-15,0-10-14 16,9-11-5-16,13-18 7 15,7-18 16-15,7-2 11 0,10-26 6 16,5-11-4-16,-2-3-2 16,-9 2 6-16,-12 4-6 15,-13 8 5-15,-12 4 32 16,-3 6 11-16,0 7-27 16,-12 5-21-16,2 4 2 15,-3 0-4-15,0 18-7 16,4 8 7-16,2 11 1 15,7 6-2-15,0 2 1 16,10 3-1-16,12-3 1 16,4-9 0-16,3-6 0 15,-1-13 2-15,-3-10 3 16,-2-7-2-16,1-4 7 0,1-21 2 16,0-9-3-1,-2-7-5-15,-11-1-1 0,-11 2 1 16,-1 8-2-16,-25 3-2 15,-14 9-21-15,-7 6-30 16,5 2-28-16,10 0 52 16,13 3 29-16,9 0 1 15,9 2 5-15,0 2 16 16,24-2-20-16,8 4-1 16,9-2 4-16,3 4 10 15,2 1-6-15,-4 0 8 16,1 12-9-16,-5 9-6 15,0 4-2-15,-4 4 0 16,-7-1 0-16,-10-1-5 0,-10-4-5 16,-7-5-8-16,0-5 3 15,0-8-6-15,-3-5 21 16,-4 0 4-16,-3-15 8 16,4-9 18-16,5-7-23 15,1-4-7-15,1-2-17 16,19 2-20-16,5 6 25 15,1 5 12-15,-4 14 5 16,-5 7 11-16,-3 3-16 16,-3 9 0-16,0 16 0 15,-3 4-2-15,-3 5 2 16,-1 1 2-16,2-2 1 16,3-7-3-16,1-10 0 15,1-7 0-15,-1-9 2 0,1-3 6 16,3-19 10-16,2-11-12 15,-4-4 1-15,-4-1-6 16,-6 1-1-16,-2 8 1 16,0 10 20-16,0 10 4 15,0 6-4-15,0 3-21 16,4 4-13-16,7 14 7 16,5 8 4-16,1 2-1 15,1 3 3-15,2 0 0 16,3 2 0-16,2-7 1 15,1-2-1-15,-1-6-4 0,-4-8-47 16,-11-8-85 0,-7-2-230-16</inkml:trace>
  <inkml:trace contextRef="#ctx0" brushRef="#br0" timeOffset="74510.68">19386 6705 551 0,'0'0'97'16,"0"0"89"-16,0 0-130 15,0 0-56-15,0 0-4 16,0 0 2-16,35 23 1 0,-25-2 1 16,-1-3 1-16,-3-3 3 15,-1-9-3-15,-2-1 0 16,-3-4-1-16,0-1 0 15,0 0-10-15,0 0 2 16,0-8 5-16,0-12-5 16,0-6-26-16,7-1-43 15,3 5 23-15,1 8 23 16,-1 7 30-16,-2 7-1 16,1 0-3-16,0 9-2 15,2 7 2-15,-3 4 4 16,3 0-1-16,0-3 2 15,0-2 7-15,2-5 4 16,-5-7-6-16,-2-3 1 0,3 0 69 16,4-16-32-16,2-5-43 15,1-2-12-15,-2-4-26 16,-4 2 23-16,-5 6 15 16,-5 6 7-16,1 6 51 15,-1 6-13-15,0 1-22 16,3 0-23-16,3 8-19 15,2 12 14-15,6 6 3 16,2 5 2-16,6-1 0 16,5-3-14-16,4-4-38 15,0-8-3-15,-2-9-39 16,-8-6-99-16</inkml:trace>
  <inkml:trace contextRef="#ctx0" brushRef="#br0" timeOffset="74826.7">19898 6737 426 0,'0'0'87'0,"0"0"-64"15,0 0-18-15,0 0 26 16,0 0 7-16,0 0 7 16,83-47-26-16,-63 25-5 15,-1 2 6-15,-7-2-7 16,-6 3 12-16,-6 7-4 15,-3-4-5-15,-16 7-16 16,-4 4-6-16,3 5 1 16,2 0-2-16,4 16-9 0,4 10-3 15,4 10 10-15,6 3 4 16,0 2-1-16,10-5 4 16,25-11-12-16,12-10 9 15,8-11 5-15,2-4 5 16,-3-1-5-16,-5-17-73 15,-5-6-197-15</inkml:trace>
  <inkml:trace contextRef="#ctx0" brushRef="#br0" timeOffset="76057.56">20262 6581 527 0,'0'0'33'16,"0"0"-31"-1,0 0-2-15,53 93 33 0,-36-60 2 16,1-2 49-16,0-3-45 16,-6-8-14-16,-3-6-16 15,-5-11-3-15,-4-1-3 16,0-2 1-16,0 0 13 16,3-3 25-16,6-19-5 15,3-9-37-15,10-7-45 16,8-3-45-16,3-1-36 15,5 2 45-15,0 3 6 16,1 6-44-16,-8 7 119 0,-8 7 16 16,-9 9 83-16,-6 6-6 15,-5 2-78-15,-1 0-12 16,-1 12-1-16,-1 2 5 16,0-1 6-16,0-1-10 15,0-6 4-15,0-1-1 16,0-5-3-16,0 0 0 15,0 0 56-15,0 0 38 16,0 0-37-16,0-2-52 16,-3-2-8-16,-3 1 0 15,1 3-2-15,-5 0-4 16,-5 17-4-16,0 9 8 16,-1 8 2-16,7 7-4 0,7 6 4 15,2 1-1-15,26-9-6 16,20-11-4-16,15-20 10 15,8-8 1-15,1-17 8 16,-8-14-6-16,-12-4 4 16,-9-1-5-16,-19 2 5 15,-15 3 13-15,-7 4-9 16,-2 6-7-16,-16 3 3 16,5 7 2-16,4 8 26 15,6 3-15-15,3 0-19 16,0 5-21-16,0 14 10 15,5 6 10-15,12 8 1 0,12 2-1 16,8 1 2-16,8-2 0 16,4-8-1-16,8-8-11 15,1-16-4-15,11-2 12 16,-1-16-2-16,-4-9 5 16,-19-5-2-16,-18 1 2 15,-20 2 0-15,-7 1 15 16,-12 2-2-16,-18 3-13 15,2 7 0-15,4 5 20 16,15 4 26-16,6 5-34 16,0 0-12-16,2 12-22 15,-5 13 15-15,2 9 7 16,4 0-1-16,0 2 0 16,7-6 0-16,15-9-12 15,4-9 1-15,2-12 12 0,2 0 6 16,-3-10-4-16,-8-8 4 15,-4-1-1-15,-10-3 12 16,-5 5-5-16,0 3-4 16,0 5-8-16,0 4 1 15,0 2 1-15,0 3-2 16,0 0-2-16,0 3-18 16,0 12-13-16,6 6 27 15,10 3 4-15,0-4 0 16,5-8 0-16,1-7-11 15,4-5 13-15,2-13 2 16,2-15 10-16,1-6-1 0,-5-7-10 16,1-4-1-16,-7-2-7 15,-9 1-18-15,-8-3-35 16,-3 4-79-16,-10 1 77 16,-13 3 62-16,1 2 50 15,-1 0 70-15,7 12-7 16,9 7-37-16,4 12-12 15,1 8-64-15,2 22-39 16,0 23-20-16,0 21 59 16,6 14 2-16,7 9-2 15,1 2-1-15,5-1 1 16,-2-2-4-16,2-11-13 16,-4-14-5-16,0-17-32 0,-2-18 10 15,-2-15-84 1,-10-13-58-16</inkml:trace>
  <inkml:trace contextRef="#ctx0" brushRef="#br0" timeOffset="76269.71">20757 6307 624 0,'0'0'0'0,"0"0"-14"16,0 0-81 0,0 0 95-16,0 0 6 0,0 0 11 15,109 57-10-15,-78-37-7 16,-6-8-54-16,-9-6-298 16</inkml:trace>
  <inkml:trace contextRef="#ctx0" brushRef="#br0" timeOffset="77110.76">22578 6208 558 0,'0'0'160'16,"0"0"-110"-16,0 0-50 0,0 0-51 15,7 94 51-15,-3-29 0 16,-4 17 6-16,0 1 0 15,0 2-2-15,0-8 1 16,0-14-5-16,0-17 0 16,0-21-1-16,0-15 1 15,0-10 1-15,0-14 94 16,0-24 14-16,-2-15-109 16,-2-13-6-16,-1-11-4 15,1-4-14-15,-1-3-15 16,1 0 0-16,4 2 10 15,0 14 11-15,6 17-6 0,19 12-39 16,3 17 35 0,7 13 24-16,-1 9 4 0,-1 12 0 15,0 24-3-15,-5 12 3 16,-4 6 0-16,-9-3 1 16,-6-8 0-16,-9-7 5 15,0-11-6-15,-21-4 10 16,-9-4 2-16,-7-2-2 15,-6-9-3-15,-2-3-7 16,4-3-1-16,8 0-40 16,17 0-59-16,16-9-254 15</inkml:trace>
  <inkml:trace contextRef="#ctx0" brushRef="#br0" timeOffset="77905.79">22981 6411 587 0,'0'0'159'0,"0"0"-33"16,0 0-59-16,0 0-45 15,0 0-22-15,0 0-7 16,-41 28 0-16,31 2 3 16,4 1 3-16,1-3-9 15,5-7-15-15,0-9 4 16,0-6 10-16,8-6 10 15,5-2 1-15,9-17 23 16,-2-7-15-16,-2-1-3 0,-10 4 7 16,-8 3 9-16,0 6-5 15,0 3-2-15,0 9-3 16,0 2-11-16,0 0-1 16,0 2-31-16,0 15-4 15,0 5 30-15,10 5 0 16,7-1-3-16,8-6 5 15,5-8-11-15,1-12 15 16,1 0 4-16,-2-17 43 16,-2-10-11-16,-4-2-26 15,-8 5 1-15,-7 5 9 16,-8 5-5-16,-1 6-2 16,0 5 0-16,0 1-11 0,0 2-2 15,0 0-12-15,0 2-27 16,8 13-10-16,10 9 32 15,6 3 8-15,13 2-4 16,3-4-6-16,4-7-12 16,0-10 0-16,-2-8 31 15,-2-1 4-15,-10-20 0 16,-9 0 13-16,-7-4 5 16,-7 1 6-16,-7 4-18 15,0 3 9-15,0 6 3 16,-7 6-7-16,5 4 16 15,-2 1-31-15,-2 17-12 0,-3 28-20 16,-5 19 31 0,-2 20 1-16,2 14 1 0,1 8 3 15,-1-6-4-15,1-11 1 16,4-22 0-16,1-25-1 16,5-19 0-16,-1-17 2 15,4-6 5-15,-4-3 71 16,-5-23-4-16,-9-17-66 15,-5-16-8-15,-5-10-13 16,0 3-2-16,5 10 8 16,10 15-7-16,6 18-24 15,7 10-9-15,5 6 0 16,20 2-45-16,14 0-111 16,5 2-3-16,-1 1-106 15</inkml:trace>
  <inkml:trace contextRef="#ctx0" brushRef="#br0" timeOffset="78101.88">23771 6470 593 0,'0'0'106'0,"0"0"-50"16,0 0-56-16,0 0-81 0,0 0 42 15,0 0 18 1,42 23-20-16,-10-20-24 0,8-3-150 16</inkml:trace>
  <inkml:trace contextRef="#ctx0" brushRef="#br0" timeOffset="78356.81">24022 6389 437 0,'0'0'115'0,"0"0"-115"16,0 0 0-16,-46 77 0 16,31-37 3-16,7 3 0 15,6-5 2-15,2-8 6 16,7-12 18-16,5-10 72 16,-1-8 12-16,0 0-40 0,6-15 4 15,5-18-47 1,3-6-30-16,-2-5-6 0,-8-1-24 15,-5 3-59-15,-9 4-94 16,-1 4 21-16,-11 2-107 16</inkml:trace>
  <inkml:trace contextRef="#ctx0" brushRef="#br0" timeOffset="79106.19">24003 6235 34 0,'0'0'119'16,"0"0"37"-16,0 0-10 16,0 0-41-16,0 0-90 15,0 0-11-15,51-64 9 16,-22 67-1-16,0 16 8 15,-3 12-13-15,-3 16 1 0,-1 12 3 16,-5 11-2-16,-8 11 4 16,-9 3 0-16,0 4-2 15,0 6 0-15,-9 5 1 16,1-3-5-16,5-5 0 16,3-12-2-16,0-17 1 15,0-12-5-15,0-12 0 16,0-12 1-16,5-12-2 15,5-8-2-15,-1-6-5 16,2-12 7-16,5-21 2 16,-4-14-2-16,-6-8 0 15,-6-10 4-15,-13-8 22 16,-17-14 15-16,-10 0-14 16,-5 1-1-16,3 9 2 0,10 15 3 15,16 11-25-15,16 10-6 16,0 9-30-16,29 4-24 15,11 5-7-15,5-1 6 16,4 5 33-16,2-3 8 16,0-1-16-16,0-2-2 15,-9-1 32-15,-12 3 3 16,-14-1 22-16,-11 5 27 16,-5 2 20-16,0 6-25 15,0 3 1-15,0 7-6 16,0 1-42-16,0 9 0 0,0 26-53 15,-3 21 48 1,1 19 5-16,2 14 1 0,2 4 0 16,13 5-1-16,4 0 0 15,-4-6-1-15,-2-8-10 16,-2-14 9-16,1-17-4 16,-2-14-3-16,2-17-26 15,0-13-3-15,-1-9 29 16,5-14 9-16,-7-20 22 15,-4-16 2-15,-5-11-5 16,-16-5-2-16,-22-2 1 16,-9 6 0-16,1 6 10 15,6 15 3-15,12 14-20 16,11 13-8-16,11 9-3 16,6 2 0-16,0-1-15 0,0-1-2 15,20-3 0 1,12-5-14-16,7-1 22 0,3-5-1 15,-5 0 7-15,-7-1-9 16,-10 0-39-16,-9 2-28 16,-11 2-96-16</inkml:trace>
  <inkml:trace contextRef="#ctx0" brushRef="#br0" timeOffset="79234.35">24472 6484 487 0,'0'0'141'16,"0"0"-57"-16,0 0-84 0,0 0-260 16,0 0-153-16</inkml:trace>
  <inkml:trace contextRef="#ctx0" brushRef="#br0" timeOffset="79788.18">24397 6619 217 0,'0'0'217'0,"0"0"-75"16,0 0-75-16,0 0 11 16,0 0-32-16,0 0-11 15,0-8-8-15,6-1-12 16,13-5 5-16,11-6-11 16,10-6 1-16,9-5 0 15,2-5-5-15,-2 0 2 16,-1-1-2-16,-10 1-5 0,-6 1-1 15,-5 6-26 1,-8 5-18-16,-8 9-24 0,-7 9 42 16,-2 3 26-16,-2 3 0 15,0 0-37-15,0 12-80 16,-11 14 81-16,-10 10 37 16,-2 6 0-16,1 1 3 15,8-6 0-15,8-13-3 16,4-9 0-16,2-6 1 15,0-4 11-15,0 1 4 16,0 0 4-16,0 2-3 16,0 1-7-16,0 1 0 15,0 1-2-15,0 1 2 16,-6 5-9-16,-10 0-1 16,-2 2-35-16,-6-5-88 0,3-8-153 15</inkml:trace>
  <inkml:trace contextRef="#ctx0" brushRef="#br0" timeOffset="79952.19">24717 6631 657 0,'0'0'111'0,"0"0"-63"16,0 0-1-16,0 0 19 15,0 0-36-15,0 0-30 16,-11 0-27-16,-19 3-94 15,-6-3-82-15,-8-3-294 0</inkml:trace>
  <inkml:trace contextRef="#ctx0" brushRef="#br0" timeOffset="80575.48">22420 6278 357 0,'0'0'56'0,"0"0"-3"16,0 0 0-16,0 0-38 16,0 0-3-16,0 0 14 0,115-43 10 15,-78 25-20-15,1 1-11 16,1 3-5-16,1-1-76 15,-10-4-228-15</inkml:trace>
  <inkml:trace contextRef="#ctx0" brushRef="#br0" timeOffset="80762.45">22623 6212 595 0,'0'0'136'0,"0"0"-41"16,0 0-69-16,0 0-26 15,0 0-28-15,0 0-150 16,91-5-151-16</inkml:trace>
  <inkml:trace contextRef="#ctx0" brushRef="#br0" timeOffset="92826.1">23075 5232 159 0,'0'0'96'0,"0"0"-27"15,0 0-31 1,0 0-8-16,0 0 11 0,0 0-16 16,0 0 22-16,0-36-39 15,0 33 44-15,0 0-36 16,0 1-5-16,0 1 4 16,0-1-2-16,0 2-8 15,0-1-2-15,0 1-3 16,0 0 2-16,0 0-1 15,0 0 2-15,0-2 0 16,0-1 1-16,0 3 11 16,0 0 4-16,0 0-4 15,0-2-1-15,-2 0-12 16,-1 1 1-16,1 0-1 0,-3 1-2 16,-1 0 0-1,-4 0-5-15,-2 0 1 0,-3 0-12 16,0 6-3-16,0 3 15 15,2-1-2-15,5 1-1 16,2-3 0-16,5 3 0 16,1-1-2-16,0 2 6 15,0 1 3-15,0 0 0 16,0 0 0-16,1-3 1 16,1-4-1-16,-2 1 0 15,1-2 0-15,-1 2 0 16,2-2 0-16,-2 1 2 15,0-2-2-15,0 3 1 16,0 1-1-16,0-2 0 0,0 1 1 16,1 1-1-16,0-3-1 15,3 1-3-15,-1-1 2 16,1-2 1-16,2 1 1 16,1-2 1-16,4 2-1 15,2-2-1-15,2 4-41 16,0-2-72-16,-4-2-109 15</inkml:trace>
  <inkml:trace contextRef="#ctx0" brushRef="#br0" timeOffset="92985.94">23005 5378 458 0,'0'0'181'0,"0"0"-90"15,0 0-11-15,0 0-48 16,0 0-32-16,0 0-108 16,-6 22-113-16,3-11 19 15</inkml:trace>
  <inkml:trace contextRef="#ctx0" brushRef="#br0" timeOffset="98419.74">14695 8011 94 0,'0'0'109'16,"0"0"-67"-16,0 0-24 15,0 0 15-15,0 0 4 0,0 0-10 16,0 0-17-16,0-8-2 16,-1 8 11-16,1 0 27 15,-3 0 10-15,-1 0 4 16,2-4-38-16,-1 3 1 15,1-1 14-15,2 1-4 16,0 1-33-16,0 0-1 16,2 0-21-16,22 0 8 15,15 1 14-15,13 6 7 16,7-4-5-16,4-3 1 16,0 0-3-16,-2 0 0 15,-1 0 2-15,-1-6-2 16,-5-3 0-16,-8 0 0 15,-6 1 0-15,-13 1 4 16,-10 2-3-16,-11 3 1 0,-3 0 13 16,-3 1 31-16,0 1-15 15,0 0-20-15,0 0-10 16,0 0-1-16,-8 1-31 16,-9 13-65-16,4 0 3 15,6-9-182-15</inkml:trace>
  <inkml:trace contextRef="#ctx0" brushRef="#br0" timeOffset="98753.42">15350 7824 518 0,'0'0'45'0,"0"0"12"16,0 0-50-16,0 0-5 15,0 0 0-15,0 0 9 16,113 6 0-16,-78 10-4 16,-5 6 10-16,-7 7-5 15,-6 6-12-15,-8 5 11 16,-9 6-10-16,0 1 0 15,-21-2 4-15,-12-6-2 0,-7-6 1 16,-6-7-4 0,-6-5-34-16,2-7-32 0,7-11-141 15,19-3-163-15</inkml:trace>
  <inkml:trace contextRef="#ctx0" brushRef="#br0" timeOffset="99785.4">16420 7611 370 0,'0'0'90'16,"0"0"45"-16,0 0-95 16,0 0-34-16,0 0-6 0,0 0-2 15,11 43 2-15,-8 1 11 16,-2 10 27-16,-1 10-19 15,0 10-9-15,-4 8-5 16,-6-3 0-16,3-6-3 16,7-12-1-16,0-20-2 15,7-13-20-15,19-12-36 16,8-16 13-16,10 0-69 16,3-18-183-16</inkml:trace>
  <inkml:trace contextRef="#ctx0" brushRef="#br0" timeOffset="100617.55">16703 8015 402 0,'0'0'222'0,"0"0"-35"0,0 0-110 16,0 0-45-16,0 0-32 15,0 0-4-15,-16-29-14 16,27 58 17-16,9 9 0 16,4 4 2-16,0-2-2 15,6-4-4-15,-1-1-9 16,-2-10 2-16,-4-9 9 15,-7-6-7-15,-5-5 2 16,-3-5 7-16,-2 0 1 16,-1-5 7-16,-1-12 7 0,-1-7-6 15,-3-4 10 1,0 0 1-16,-9-3-19 0,-12 3 0 16,1 2 1-1,0 4-1-15,4 4 1 0,2 1 1 16,1 2-2-16,4 3-2 15,-1 0-9-15,3 5 2 16,-1 0 7-16,-1 2-12 16,-1 1-5-16,-1 1-17 15,0 0 5-15,4 0 21 16,4 1 7-16,1 0 3 16,2 1 0-16,3-1-9 15,25 1-2-15,16-2 11 16,8 3 1-16,5 0-1 15,-5 0 1-15,0 0-1 0,-6 0 4 16,-5 6-1 0,-8 4-1-16,-8 2-1 0,-9 3-1 15,-5 2-3-15,-5 2 2 16,-6 1 0-16,0-1 0 16,0 1 1-16,0-1-2 15,-6-2-1-15,1-3-28 16,3-5-47-16,2-4 27 15,0-5-12-15,7 0-30 16,8-12 78-16,4-7 15 16,-4-1 17-16,-2 3 114 15,-5 4-89-15,-2 7 27 16,0 5 9-16,0 1-63 16,1 0-14-16,5 8-2 0,3 7 1 15,5 0 0-15,3 4 0 16,6-2 6-16,-1-1-5 15,0-2 2-15,-2-3 1 16,-1-8-1-16,-4-3 0 16,1-7 3-16,4-18 1 15,-3-7-5-15,-3-9 10 16,-7-2 1-16,-13 1 14 16,0 4-11-16,-25 6-6 15,-15 10-8-15,-3 6-1 16,6 10-1-16,15 6-1 15,12 0 1-15,7 19-57 16,3 14-2-16,0 7-40 0,7 2-30 16,16-5-194-16</inkml:trace>
  <inkml:trace contextRef="#ctx0" brushRef="#br0" timeOffset="100866.62">17932 8131 620 0,'0'0'216'16,"0"0"-123"-16,0 0-40 15,0 0-52-15,0 0-1 16,0 0-9-16,0 0 6 15,0 73 2-15,-6-23-7 16,-20 11-19-16,-4-5-80 16,-6-17-193-16</inkml:trace>
  <inkml:trace contextRef="#ctx0" brushRef="#br0" timeOffset="103084.66">18330 7790 573 0,'0'0'121'16,"0"0"-81"-16,0 0-36 0,92-15-3 16,-63 25 0-16,-2 12 1 15,-3 4 2-15,-5 8-2 16,-7 6-2-16,-7 7 1 15,-5 2 3-15,0-7 0 16,-3-9-3-16,-6-11 1 16,-2-12-1-16,2-6 0 15,0-4 8-15,2 0 1 16,-2-17 5-16,6-12 9 16,3-7-18-16,4 0-6 15,19 0-9-15,5 8-16 16,4 7 2-16,-4 9 15 0,0 10 7 15,-3 2-3 1,-3 5 1-16,-3 12 2 0,-3 3-1 16,-2 2 0-16,-4 0 2 15,0 1 0-15,-4-4 0 16,-1-8 0-16,0-5 0 16,-2-6 2-16,4-6 29 15,3-19 28-15,5-12-44 16,3-4-14-16,0-2 0 15,-3 6 1-15,-6 11-2 16,0 9 9-16,-6 6-6 16,-2 8-2-16,1 3-1 0,2 0-6 15,3 18 1 1,7 9 4-16,1 7 1 0,3 7 0 16,6 5-1-16,0 4-2 15,3-5-5-15,1-7-80 16,-1-16-27-16,1-17-63 15,2-5-76-15</inkml:trace>
  <inkml:trace contextRef="#ctx0" brushRef="#br0" timeOffset="103299.5">19151 7928 556 0,'0'0'155'0,"0"0"-82"15,0 0-71-15,0 0-3 16,-6 92 1-16,12-45 0 15,15-4-1-15,8-12 2 0,5-11 2 16,0-13 5 0,-6-7 10-16,-3-14 19 0,-1-18 3 15,-4-12-28-15,-1-11-12 16,-8-3-19-16,-11 0-77 16,-4 8-113-16,-25 10-145 15</inkml:trace>
  <inkml:trace contextRef="#ctx0" brushRef="#br0" timeOffset="103713.98">19219 7683 188 0,'0'0'15'0,"0"0"49"16,90-75 22-16,-32 44 8 15,10-1-50-15,0 1 10 0,-7 6 0 16,-11 3 18-16,-14 9 3 16,-10 6-9-16,-10 7-34 15,0 0-30-15,0 14-1 16,1 17-2-16,-2 13-1 15,-1 15 2-15,-5 11 1 16,-1 6 5-16,1 4-2 16,-1 1 3-16,1-5-4 15,0-12 2-15,1-16-3 16,-1-16-1-16,-4-18 0 16,-2-9 2-16,-3-5 0 15,0 0 26-15,0-20 32 16,0-16-52-16,-15-6-9 15,-9 2-6-15,3 9-3 16,6 12 9-16,8 11 2 0,2 8-2 16,2 0-9-16,-3 20-43 15,2 11 46-15,-1 9 5 16,5 5 1-16,0-2-1 16,5-2 1-16,11-7-3 15,6-9-14-15,12-14-10 16,7-10 10-16,5-1 14 15,2-20-63-15,-9-11-203 16</inkml:trace>
  <inkml:trace contextRef="#ctx0" brushRef="#br0" timeOffset="104413.41">19983 8095 381 0,'0'0'39'0,"0"0"-36"15,0 0 11-15,0 0 14 16,0 0 128-16,95-17-56 16,-64-12-15-16,-2-5-39 15,-7 1-17-15,-7 3-5 16,-7 1 0-16,-8 3-16 16,0 6-8-16,-11 4 0 15,-8 4-1-15,3 6-2 16,1 6 1-16,7 0-3 15,1 18-41-15,1 15 29 0,4 6 6 16,2 9 2 0,5 2-7-16,20-8-1 0,14-14-7 15,10-17 24-15,3-11 9 16,-1-11 29-16,-9-19-8 16,-9-4-12-16,-3 0-7 15,-8 3-10-15,-6 6-1 16,-5 13-1-16,-7 5 1 15,-2 7 0-15,1 0-4 16,-3 0-4-16,1 24 1 16,-1 10 3-16,0 11 4 15,0 2 0-15,-9-1 0 16,5-9 3-16,1-10-1 16,3-11-1-16,0-9-1 0,0-4-2 15,0-3-14-15,0-1 16 16,0-22 0-16,0-13-48 15,6-11-44-15,14-10 57 16,3-4 9-16,2 0 26 16,4 0 26-16,1 5 26 15,-1 6 25-15,6 7-37 16,-2 10-32-16,-2 9-3 16,-6 8 1-16,-7 7 3 15,-7 8 9-15,-3 1-18 16,1 10-3-16,-3 16-2 15,-1 13 2-15,-5 9-1 0,0 10 4 16,0 4 0-16,-2 5 6 16,2-6-5-16,0-10-1 15,0-10-1-15,8-15-12 16,2-9-15-16,-5-9-42 16,-5-8-62-16,0-11-174 15</inkml:trace>
  <inkml:trace contextRef="#ctx0" brushRef="#br0" timeOffset="104560.62">20556 7775 416 0,'0'0'202'0,"0"0"-200"16,112-14-2-16,-60 14 2 15,11 0-2-15,11 0-7 16,7 0-155-16</inkml:trace>
  <inkml:trace contextRef="#ctx0" brushRef="#br0" timeOffset="105714.2">21644 7691 592 0,'0'0'0'0,"0"0"-4"0,0 0 4 15,0 0 1-15,0 0 10 16,0 0-11-16,29 13 8 16,-19 5-2-16,-1-2 0 15,0-5-5-15,-1-5 2 16,-4-6 0-16,1 0-1 15,-4-1 31-15,-1-12-2 16,0-4-30-16,-4 3 13 0,-19 3 0 16,-8 7-5-1,-5 4-4-15,2 5-5 16,1 17-3-16,8 10 0 16,2 6 2-16,10 9-1 0,10 9-2 15,3 6 4-15,13-4-16 16,20-5-20-16,12-17 1 15,7-14 12-15,6-19 14 16,5-3-7-16,-3-25 16 16,-5-11 6-16,-9-3 30 15,-16-1 66-15,-14 4-5 16,-11 5-37-16,-5 6-24 16,-4 9-12-16,-13 5-20 15,-7 11-3-15,0 0-1 16,5 8 0-16,2 19-9 0,4 13-4 15,6 7 7 1,2 4-2-16,5 1-1 0,0-9-16 16,19-5 18-1,5-13 4-15,6-12 3 0,2-12 0 16,-1-1 17-16,-1-14 20 16,-3-9-18-16,-5-6-7 15,-9-3-5-15,-5-4-7 16,-8-3-3-16,-3 0-23 15,-21 6-34-15,-6 5-29 16,0 6-10-16,3 7 17 16,7 5 19-16,9 2 43 15,8 6 20-15,3 2 82 16,6 0-67-16,19 0-13 0,10 7 12 16,5 8 27-16,2 3 11 15,-4 9-14-15,-6 0-22 16,-4 6-16-16,-5-2 1 15,-4-6 2-15,-4-3-2 16,-9-8-1-16,-3-7 0 16,-2-4 4-16,-1-3-3 15,0 0 8-15,0-17 42 16,0-10-33-16,0-11-16 16,2 1-2-16,2-1 3 15,7 6 0-15,2 6-3 16,4 10-6-16,4 10-12 15,-4 6 6-15,-2 0 10 0,0 13-3 16,-4 13 1 0,3 8 2-16,-5 5-2 0,-1 0 2 15,1-4 1-15,0-8-1 16,-3-13 2-16,0-7 0 16,-2-7 2-16,2 0 7 15,3-18 6-15,5-12-13 16,-1-4-1-16,-6-1-1 15,0 2 0-15,-7 5-3 16,0 6 3-16,0 10 3 0,0 5 5 16,0 5 12-1,3 2-8-15,2 0-12 0,3 9-11 16,4 15 11 0,1 6 0-16,1 3 0 0,-1 1 0 15,-3-5-1-15,1-5 0 16,-1-4-2-16,-4-3-12 15,-3-6-62-15,-3-6-41 16,2-5-134-16</inkml:trace>
  <inkml:trace contextRef="#ctx0" brushRef="#br0" timeOffset="106396.47">22753 7919 559 0,'0'0'52'0,"0"0"-6"15,0 0-43-15,0 0-3 16,0 0-4-16,0 0-6 16,0 0 10-16,0-12-1 15,0 12 2-15,0 0 3 16,0 0 2-16,0 0 16 16,0 0 18-16,0 0-17 15,0 0-10-15,0 0-2 16,0 0-4-16,0 0-6 15,0 0 3-15,0 0-3 16,0 0-1-16,0 0 0 16,0 1-3-16,0 19-1 0,0 6 1 15,-6 9 3 1,0 7 0-16,4-3 0 0,2-5 0 16,0-5 0-16,2-9 0 15,4-12 3-15,-4-6-1 16,3-2 8-16,6-10 97 15,3-17-40-15,3-11-66 16,1-4-1-16,1-1 0 16,-5 5-10-16,1 9-16 15,-5 8-27-15,-2 9 4 16,-4 11 48-16,2 1-1 16,0 0-12-16,-2 20-9 15,0 8 16-15,-4 4 6 16,0 6 0-16,0-7 1 15,0-7-2-15,0-9 2 0,0-8-4 16,0-7 4-16,1 0 11 16,13-19 46-16,3-12-50 15,6-5-2-15,-5-1-2 16,-2 3-1-16,-5 10 0 16,-5 8 1-16,-2 11 14 15,-3 4 10-15,1 1-20 16,-2 0-7-16,1 9-16 15,1 19 4-15,-2 5 11 16,3 6 1-16,3 0-2 16,3-7 4-16,6-6-2 15,-2-6 0-15,2-7-6 0,3-3-25 16,1-7-128 0,4-3-62-16</inkml:trace>
  <inkml:trace contextRef="#ctx0" brushRef="#br0" timeOffset="106548.84">23238 8081 222 0,'0'0'452'0,"0"0"-340"15,0 0 1-15,0 0-16 16,0 0-58-16,0 0-39 16,0 0-42-16,0 7-74 15,0 3 0-15,3-6-106 16</inkml:trace>
  <inkml:trace contextRef="#ctx0" brushRef="#br0" timeOffset="107060.46">23649 7749 862 0,'0'0'47'0,"0"0"-20"0,0 0-27 15,0 0-76 1,0 0 58-16,12 80 16 0,-36-17 2 16,-7 6 5-16,-3 2 2 15,2-2-6-15,9-17 2 16,8-12 3-16,11-17-6 15,4-11-1-15,0-8 1 16,0-4 5-16,0-4 55 16,14-25 18-16,13-10-78 15,1-11 0-15,1-11-9 16,-8-2-8-16,-5-1-18 16,-4 5-15-16,-4 9-6 15,-3 14 22-15,0 11-1 16,-2 13 28-16,0 7 3 15,0 5 1-15,1 9-87 0,0 16 81 16,-4 10 9 0,0 8 1-16,0 2 3 0,-7-2 5 15,-3-4-6-15,-4-10 4 16,-4-1 0-16,-2-10 1 16,-3-3 1-16,-5-5-3 15,-4-3-6-15,2-7-80 16,8 0-232-16</inkml:trace>
  <inkml:trace contextRef="#ctx0" brushRef="#br0" timeOffset="107777.45">23807 8046 279 0,'0'0'273'15,"0"0"-139"-15,0 0-32 16,0 0-25-16,0 0-40 15,0 0-27-15,-30 0-5 16,16 8-5-16,-1 8-2 16,3 1 2-16,4 0-2 15,7-1-1-15,1-4-11 16,0-1-11-16,16-3 9 16,4-8 15-16,7 0 1 15,-4-5 1-15,-3-10 0 16,-8 1 2-16,-6 1 16 0,-6 6 13 15,0 5-12 1,0 0-14-16,0 2-6 0,0 0-5 16,0 5-33-16,0 9 31 15,-6 3 2-15,1 0-6 16,5-3-13-16,0-3-5 16,11-4-27-16,20-7 55 15,11 0 1-15,1-10 12 16,-3-10 5-16,-8-4 11 15,-11 7 7-15,-11 0 23 16,-6 8-20-16,-4 3-15 16,0 2-15-16,0 4-5 15,0 0-3-15,0 0-5 16,0 7-34-16,0 10 12 0,0 8 18 16,0-2-19-16,8 2 9 15,4-3-16-15,9-8-9 16,8-10-8-16,7-4 52 15,-1-5 12-15,-1-19 1 16,-6-4 21-16,-5-2 8 16,-8-3-39-16,-8 3 5 15,-7 8 1-15,0 6 9 16,0 7 18-16,0 7-4 16,0 2-32-16,-9 11-10 15,-1 18-27-15,-10 12 37 16,1 15-1-16,-3 6 1 15,-1 6 1-15,4 5 1 16,-1-2 1-16,7-5-3 0,3-7 0 16,4-16-24-16,4-16-15 15,0-12-16-15,2-15-46 16,5-1-16-16,16-32-339 16</inkml:trace>
  <inkml:trace contextRef="#ctx0" brushRef="#br0" timeOffset="108343.78">23690 7810 313 0,'0'0'117'0,"0"0"-41"16,0 0-31-16,0 0-34 15,0 0-11-15,93-11 5 16,-67 11 0-16,-2 0 2 16,-6 8 2-16,-7 6-3 15,-9 6-6-15,-2 3 0 16,-4 2 0-16,-20 2 5 0,-5 0 2 16,-4-3-3-16,4-8 4 15,3-1-3-15,6-7-1 16,1 1-2-16,2-1-2 15,7 0-5-15,6-7-164 16</inkml:trace>
  <inkml:trace contextRef="#ctx0" brushRef="#br0" timeOffset="108447.42">23812 8058 366 0,'0'0'147'16,"0"0"-140"-16,0 0-7 15,0 0-252-15</inkml:trace>
  <inkml:trace contextRef="#ctx0" brushRef="#br0" timeOffset="108977.64">24525 8104 0 0,'0'0'20'0,"0"0"16"15,0 0-4-15,0 0 9 16,0 0 9-16,0 0 39 15,35 8-34-15,-3-8-55 16,5-10-24-16,4-5-89 16,-2-5-39-16</inkml:trace>
  <inkml:trace contextRef="#ctx0" brushRef="#br0" timeOffset="110094.47">24735 7989 233 0,'0'0'62'0,"0"0"11"16,0 0-34-16,-68 84-12 16,62-60-15-16,4-6-11 15,2-5 6-15,5-6 9 16,17-6 25-16,8-1 37 16,4-10-2-16,3-14-17 15,-2-7 5-15,-4-5-64 16,-6-5-26-16,-5 0 0 15,-8-1-24-15,-8 5 6 0,-4 2 23 16,0 3 21-16,-4 4 16 16,-8 4 26-16,5 4 19 15,3 0-24-15,4 8-3 16,0 0-11-16,2 3-12 16,17 1-11-16,3 2-1 15,0 0 1-15,-2 4 0 16,-5 2 3-16,-1 0-3 15,0 1-4-15,-1 19-9 16,-1 9 12-16,-5 16 1 16,-7 16-1-16,0 20 1 15,0 11 0-15,-6 4 6 0,-3 1-2 16,0-10 1-16,4-5-5 16,4-6 0-16,1-9-5 15,0-16 2-15,1-17-12 16,5-15-9-16,4-14 0 15,0-5 24-15,4-26 76 16,5-14-61-16,-6-12-15 16,-7-9-8-16,-6 1 5 15,0 2 3-15,-15 6 0 16,-6 9-10-16,1 5-55 16,4 6-40-16,7 5 9 15,9 3 21-15,0 2-87 16,8 3 41-16,12-2 91 15,5-4 30-15,8-4 70 0,1-5 24 16,2 0 15-16,-8 3-12 16,-5 6-37-16,-7 5 24 15,-9 7 6-15,-3 6-39 16,-2 7-17-16,0 0-34 16,-2 0-8-16,0 23-32 15,0 18 32-15,-6 21 8 16,-12 13-1-16,0 7 2 15,0-2-1-15,6-10 0 16,6-6 0-16,3-13-21 16,3-9 9-16,0-12-12 15,0-15-24-15,0-7 21 16,0-8 25-16,0 0 2 0,0-12 102 16,5-14-102-16,5-3-31 15,0-5 0-15,-4 3-2 16,-4 1 12-16,-2 2-25 15,-2 3-80-15,-15-2 1 16,-1 1 64-16,-2-2 45 16,4 2 16-16,6 2 13 15,3 1 44-15,7 3 10 16,0 1 4-16,16 0-54 16,11 4-14-16,4 2 4 15,5 4-7-15,-2 3-3 16,-3 5-2-16,-4 1-2 0,-6 0-4 15,-2 0 10 1,-5 10-8-16,-5-2 0 0,-4 0 9 16,-3-4 2-16,-2-1-1 15,0 0 15-15,0 2 10 16,0 4-16-16,-15 8 28 16,-3 2-12-16,-7 3-19 15,3 6 0-15,-4-2-5 16,4-2 1-16,4 2-1 15,3-2-2-15,9-2-2 16,6-8-105-16,0-8-169 16</inkml:trace>
  <inkml:trace contextRef="#ctx0" brushRef="#br0" timeOffset="110258.96">25178 8186 630 0,'0'0'153'16,"0"0"-68"-16,0 0-85 16,0 0-6-16,0 0-83 15,0 0 40-15,-4 40-60 16,4-26-116-16</inkml:trace>
  <inkml:trace contextRef="#ctx0" brushRef="#br0" timeOffset="113421.96">17485 8749 356 0,'0'0'61'16,"0"0"-56"-16,-17 86-5 16,-13-30 12-16,-9 9 8 15,-5 3-12-15,2-5-5 16,7-10-1-16,13-14 0 15,8-17 7-15,9-19-7 16,5-3 106-16,0-13 122 0,0-18-159 16,13-12-68-16,9-11-3 15,3-3-3-15,2-2-23 16,-1-2-19-16,-3 3-61 16,-8 4 4-16,1 7 60 15,-2 13 42-15,3 9 2 16,3 14 1-16,3 10-3 15,2 1 6-15,-2 13-6 16,3 16 4-16,1 9 2 16,7 6 4-16,-1 2 1 15,1 2-3-15,-4-4-5 16,-2-3 3-16,-6-8-2 0,-7-11-3 16,-7-10 1-16,-5-6 0 15,-3-4-1-15,0-2 31 16,-17 0 53-16,-18 0-72 15,-15-13-9-15,-6-2-2 16,-1-4 1-16,8 2-2 16,10 1 1-16,15 6-2 15,11 5-1-15,11 1 0 16,2-1-14-16,21-2-22 16,18-2 2-16,13-2 33 15,6 3 2-15,3-3 6 16,-4 4 32-16,-4 2 14 15,-8 5-14-15,-2 0-18 0,-2 2-15 16,-2 15-5 0,-3 2 3-16,-5 1-6 0,-4-1 3 15,-8-4-26-15,-5-3-20 16,-7-7-2-16,-2-5 15 16,0 0 33-16,-1-14 8 15,2-13 14-15,-2-3-16 16,2-3 24-16,1 2-12 15,0 4-2-15,3 7-10 16,0 9 5-16,2 5-9 16,0 6-2-16,3 0-2 15,2 10 1-15,2 9-6 0,-1 8 6 16,4-1-3 0,2 3 3-16,1-3-2 0,4-5-8 15,-1-7-35-15,2-9-18 16,0-5 19-16,-2-12 33 15,2-21-11-15,0-9-42 16,-3-9 3-16,-2-5-32 16,-6-2 88-16,-7 0 6 15,-3 7 61-15,-6 7 89 16,-1 11 2-16,-2 13 0 16,0 13-66-16,0 7-57 15,4 1-29-15,7 25-26 16,5 14 25-16,2 12 0 0,3 4 1 15,0 4 0 1,4-2-4-16,-2-3 2 0,-3-8-2 16,-4-13-8-16,-8-10 6 15,-5-12-3-15,-3-7-4 16,0-5 13-16,0 0 2 16,-7-15 18-16,-19-6-20 15,-8-4-1-15,-11 6 0 16,0 7-2-16,5 6-3 15,12 6 4-15,15 0 2 16,6 8-16-16,6 8-22 16,1 4 9-16,8 1-29 15,20-8 20-15,15-4 13 16,8-9 2-16,5 0 16 0,-2-21 7 16,-7-8 2-16,-10 0 6 15,-9-3 3-15,-7 5 12 16,-6 6 18-16,-5 9-6 15,-2 2-10-15,-1 9-13 16,4 1-12-16,1 0-3 16,5 11 0-16,2 14 1 15,3 6 0-15,0 5 0 16,-2 3 2-16,-4-5 1 16,-4-7 0-16,-5-8 2 15,-4-9-3-15,0-6 0 16,-3-1 1-16,0-3 1 0,0 0 4 15,0-2 16-15,0-13 25 16,-6-8-41-16,-1-3-6 16,7-3 0-16,0 4-6 15,6 2-18-15,12 4-8 16,10 4 12-16,-3 6 15 16,2 1 5-16,-3 6 0 15,-4 2 3-15,0 0-3 16,3 4 0-16,-2 9-1 15,1 4 1-15,-1 4-3 16,-6 1 2-16,-2 2-1 16,-2 1 0-16,-1-1 2 15,2-2 0-15,-1-6-1 16,-3-8-1-16,0-7 4 16,-1-1 3-16,-2-5 43 0,2-17 24 15,1-3-63 1,-7-4-9-16,-1-1 0 0,0-1-4 15,0 1-20-15,-4 2-24 16,-2 5-10-16,0 5-10 16,6 4 53-16,0 6 11 15,7 4 4-15,10 4 9 16,-1 0-9-16,5 21 0 16,-2 5 0-16,-4 9-1 15,-1 3 2-15,-4 1-1 16,2-3 5-16,1-6-2 15,1-6-3-15,-2-9 1 16,-3-6 2-16,-2-7-1 0,1-2 5 16,4-12 17-16,-3-14-24 15,1-6-12-15,-3-2-13 16,-5 0-44-16,-2 0 13 16,0 2-38-16,-15-1-318 15</inkml:trace>
  <inkml:trace contextRef="#ctx0" brushRef="#br0" timeOffset="113953.76">19995 8368 819 0,'0'0'19'15,"0"0"62"-15,0 0-81 16,0 0-25-16,0 0 1 16,0 0 23-16,40 117 0 15,-29-59-1-15,1 2 1 16,1 0 0-16,2-4-21 0,-2-7-35 15,-4-6-22 1,-4-7 7-16,-2-11 21 0,-3-11 15 16,0-5-3-16,0-9 36 15,0 0 3-15,0 0 122 16,0-4-117-16,-12-6-2 16,-4 1-1-16,-3-2 0 15,-3 2 12-15,3 1 26 16,2 4-4-16,4 4 11 15,2 0-25-15,-3 6-22 16,-1 12-4-16,-3 4-1 16,6 3 1-16,6 0 0 15,6 0-6-15,0 3 3 16,12-6-4-16,18-5 11 0,7-6 0 16,11-11 5-16,8 0 10 15,4-8-7-15,-8-11-8 16,-1-1-2-16,-11-6-135 15,-13-5-257-15</inkml:trace>
  <inkml:trace contextRef="#ctx0" brushRef="#br0" timeOffset="115352.63">21139 8690 25 0,'0'0'448'16,"0"0"-306"-16,0 0-33 0,0 0-55 16,31-70-30-16,-31 53-22 15,0 0 0-15,0 2-2 16,-17 0-1-16,-10-1 1 15,-9 7-4-15,-8 1 4 16,0 6 0-16,2 2-4 16,4 12 2-16,7 12 1 15,10 4-2-15,11 2-11 16,10 4-24-16,0-5-22 16,21-4 45-16,12-7-7 15,10-13 21-15,2-5 1 16,7 0 8-16,-5-14 20 15,-8 0-8-15,-9-1-13 0,-13 5 12 16,-7 2 16-16,-8 3 17 16,-2 4-2-16,0-1-36 15,0 2-5-15,0 0-9 16,0 6-14-16,0 16-1 16,0 9 15-16,-3 10 0 15,-1 6 0-15,4 2 0 16,0 1-8-16,-1-1-7 15,-2-6-52-15,0-2-18 16,-3-15-53-16,0-15-272 16</inkml:trace>
  <inkml:trace contextRef="#ctx0" brushRef="#br0" timeOffset="120998.89">21363 9063 138 0,'0'0'97'0,"0"0"-20"15,0 0 31-15,0 0-63 16,0 0-16-16,0 0 54 16,0 0-49-16,4-23-8 15,-4 22-7-15,2 1 29 16,-1 0-15-16,-1-3-2 16,0 3-5-16,0 0-3 15,0-2-7-15,0 2-1 16,0 0-13-16,0 0-2 15,0 11-28-15,0 17-10 16,-1 13 25-16,-14 10-10 16,-8 4-47-16,-3-6-64 0,0-11-228 15</inkml:trace>
  <inkml:trace contextRef="#ctx0" brushRef="#br0" timeOffset="121823.21">21618 8741 156 0,'0'0'92'0,"0"0"15"15,0 0-3-15,0 0-21 16,0 0-33-16,0 0 7 16,3-65-10-16,-2 53-6 15,-1 5-11-15,0 1-4 16,0 4 0-16,0 2 2 15,0 0-23-15,0 0-5 16,0 0-10-16,0 17-15 16,0 13 21-16,0 10 4 15,0 9 0-15,-4 4 1 16,-8-1-1-16,1-5-5 0,1-6-23 16,4-9-8-16,5-10 1 15,1-6-15-15,0-8 17 16,0-6-48-16,0-2 15 15,1-5-80-15</inkml:trace>
  <inkml:trace contextRef="#ctx0" brushRef="#br0" timeOffset="122263.74">21803 8768 105 0,'0'0'254'0,"0"0"-189"16,0 0-36-16,0 0-26 16,0 0 1-16,0 0 24 15,-20 43 5-15,20-16 5 16,0 4-8-16,0 3-8 15,2 2-11-15,5-2-6 16,1-4-1-16,-2-7-4 16,0-7 0-16,0-9-1 15,1-7-11-15,8 0 12 16,6-15 9-16,3-15-5 0,4-4-1 16,-1-4 1-16,-8 0 17 15,-8 1 4-15,-11-4 31 16,0 3-33-16,-12 3-3 15,-12 5-8-15,3 10 9 16,8 8-10-16,2 12-11 16,4 0-26-16,-1 18-154 15,-1 15 121-15,-2 6-58 16,-1 1-92-16</inkml:trace>
  <inkml:trace contextRef="#ctx0" brushRef="#br0" timeOffset="122468.37">22237 9000 511 0,'0'0'68'0,"0"0"-68"16,0 0 4-16,0 0-4 16,0 0 16-16,0 0 15 15,-52 107-11-15,30-66-13 16,2 1-4-16,2-4-3 15,4-3-2-15,4-5-33 16,3-13-97-16,7-8-112 16</inkml:trace>
  <inkml:trace contextRef="#ctx0" brushRef="#br0" timeOffset="122746.68">22417 8816 204 0,'0'0'373'0,"0"0"-254"15,0 0-36-15,0 0-41 16,0 0-19-16,0 0-23 16,1-17 0-16,3 32-7 15,-1 13 7-15,0 7-2 16,-3 11 2-16,0 5 1 0,0 0-1 15,0-4-40 1,0-6-25-16,0-11-16 0,-6-8-11 16,1-13-89-16,-1-9-104 15</inkml:trace>
  <inkml:trace contextRef="#ctx0" brushRef="#br0" timeOffset="122978.73">22595 8782 687 0,'0'0'129'15,"0"0"-48"-15,0 0-60 0,0 0-21 16,0 0-11-16,0 0 1 16,0 44 10-16,0-3 0 15,0 6 1-15,0 3-1 16,0-3-12-16,-6-2-26 15,-3-5-35-15,4-8-39 16,5-9-22-16,0-14-118 16</inkml:trace>
  <inkml:trace contextRef="#ctx0" brushRef="#br0" timeOffset="123174.36">22900 9076 775 0,'0'0'70'16,"0"0"-70"-16,0 0-5 16,0 0 1-16,0 0 4 15,0 0 1-15,-17 95 1 16,6-65 1-16,1 4-3 16,1-5-9-16,3 0-98 15,1-6-40-15,3-10-226 16</inkml:trace>
  <inkml:trace contextRef="#ctx0" brushRef="#br0" timeOffset="123407.86">23124 8857 791 0,'0'0'47'16,"0"0"-5"-16,0 0-33 15,0 0-9-15,0 0-12 16,0 0 9-16,14 34-2 16,-14 5 1-16,-8 4 2 15,-7 3 2-15,-1 0-7 16,4-1-53-16,3-10-55 16,6-14-71-16,3-16-222 15</inkml:trace>
  <inkml:trace contextRef="#ctx0" brushRef="#br0" timeOffset="123727.58">23330 8819 616 0,'0'0'70'0,"0"0"-14"16,0 0-56-16,0 0-3 15,0 0 3-15,0 0 0 16,62 67 1-16,-45-42-1 15,-6 0 0-15,-5-2 0 16,-5-4 0-16,-1 1-2 16,0-4 1-16,-9-1-6 15,-2 1 4-15,1-5-47 0,4 1-13 16,5-5 39-16,1-3-6 16,0-4 29-16,0 0 1 15,0 0 50-15,16-9 3 16,10-5-12-16,11 0-15 15,8 3-26-15,4 1-6 16,3 4-99-16,-6-2-113 16</inkml:trace>
  <inkml:trace contextRef="#ctx0" brushRef="#br0" timeOffset="123909.5">23769 9046 534 0,'0'0'0'16,"0"0"-18"-16,0 0 18 16,-14 86 4-16,8-53 1 15,0 1-1-15,-1-5 3 16,1 0-3-16,1-5-4 16,1-9-52-16,4-9-207 15</inkml:trace>
  <inkml:trace contextRef="#ctx0" brushRef="#br0" timeOffset="124144.12">23927 8850 325 0,'0'0'78'16,"0"0"-54"-16,0 0 10 15,0 0-3-15,0 0-16 16,22 106 2-16,-26-62-3 16,-8 1-7-16,1 0 0 15,1-3-7-15,1-5-4 16,3-10-90-16,1-15-185 16</inkml:trace>
  <inkml:trace contextRef="#ctx0" brushRef="#br0" timeOffset="124544.21">24045 8869 191 0,'0'0'51'0,"0"0"94"16,0 0-14-16,0 0-59 15,95-29-59-15,-78 29-10 16,-3 6-3-16,-8 8-4 15,-6 4-19-15,0 5-12 16,-17 3 22-16,-5-3-31 16,-1 0-58-16,6-4 48 15,8-7-8-15,5-4 34 16,2-3 28-16,1-5 9 16,1 0 138-16,0 0 50 0,0 0-44 15,0 0-39-15,0 0-65 16,0 2-48-16,0 8-1 15,0 7-8-15,0 9 3 16,0 1-11-16,0 3-22 16,0-2 0-16,-10-3 10 15,-2-4 8-15,-1-3-1 16,2-2-29-16,3-4-15 16,4-6-26-16,2-6-64 15,2 0-55-15</inkml:trace>
  <inkml:trace contextRef="#ctx0" brushRef="#br0" timeOffset="124718.04">24248 9201 583 0,'0'0'74'16,"0"0"-74"-16,0 0-4 15,0 0 4-15,0 0 5 16,0 0-3-16,-66 93-2 15,52-70-9-15,3-1-63 16,1-5-162-16,10-10-18 16</inkml:trace>
  <inkml:trace contextRef="#ctx0" brushRef="#br0" timeOffset="124958.73">24461 8857 753 0,'0'0'118'0,"0"0"-72"16,0 0-46-16,0 0-17 16,0 0 5-16,0 0 12 15,3 83-5-15,-14-37 4 16,-4 4-9-16,-3 4-29 15,3-4-57-15,8-13-76 0,7-21-136 16</inkml:trace>
  <inkml:trace contextRef="#ctx0" brushRef="#br0" timeOffset="125293.86">24637 8864 796 0,'0'0'75'15,"0"0"3"-15,0 0-78 16,0 0-63-16,0 0 54 16,0 0 9-16,-10 78 0 15,6-42-4-15,4-2-9 0,0 0-45 16,2-8-38-16,19-16 17 16,7-10 48-16,2-9 31 15,3-19 1-15,-6-6-1 16,-4 1-2-16,-9 2 2 15,-8 6 15-15,-5 11 39 16,-1 7-8-16,0 7-14 16,0 0-32-16,0 12-47 15,-8 14 40-15,-6 11 7 16,-2 11-2-16,-2 7-21 16,0 4-40-16,1-3-92 15,4-12-155-15</inkml:trace>
  <inkml:trace contextRef="#ctx0" brushRef="#br0" timeOffset="125475.76">24904 9172 756 0,'0'0'0'0,"0"0"-39"15,0 0 25-15,0 0 14 16,-43 99 3-16,20-63 1 15,2 3 0-15,-1-2-4 16,4 0-49-16,6-9-60 16,3-14-218-16</inkml:trace>
  <inkml:trace contextRef="#ctx0" brushRef="#br0" timeOffset="126625.38">25051 8961 245 0,'0'0'157'0,"0"0"-52"15,0 0-5-15,0 0-12 16,0 0-28-16,0 0-22 16,0-19-37-16,0 19-1 15,2 0-15-15,1 5-16 16,-2 18 27-16,0 10 4 15,-1 12 1-15,0 6-1 16,-17 5-3-16,-3-7-18 16,-3-9-61-16,3-8-38 15,4-12-59-15,1-11-161 0</inkml:trace>
  <inkml:trace contextRef="#ctx0" brushRef="#br0" timeOffset="127024.03">25162 8942 597 0,'0'0'53'15,"0"0"-53"-15,0 0-30 16,0 0 3-16,0 0 26 0,0 0-2 15,-5 56 3-15,-5-22 4 16,4 3-2-16,0 0-2 16,6 0-6-16,0-6-25 15,0-7-25-15,9-9 10 16,-4-5 38-16,2-6 5 16,-5-3 3-16,0 1 5 15,-2-2 20-15,0 0 41 16,0 0 10-16,0 0-8 15,0 0-37-15,0 0-31 16,-4 2-7-16,-3 3-30 16,-1 1 21-16,-5 0-10 15,0 2 2-15,-4-1-2 16,0 3-53-16,-8-6-162 0</inkml:trace>
  <inkml:trace contextRef="#ctx0" brushRef="#br0" timeOffset="127279.54">25241 8906 512 0,'0'0'43'0,"0"0"9"16,0 0-49-16,0 0-3 16,0 0-7-16,0 0 7 15,55-6 4-15,-37 9-4 16,-3 5-3-16,-2 0-74 16,-2-5-157-16</inkml:trace>
  <inkml:trace contextRef="#ctx0" brushRef="#br0" timeOffset="127922.48">23633 9828 485 0,'0'0'63'0,"0"0"-63"16,0 0 1-16,0 0 11 16,0 0-12-16,0 0 0 15,113 4-125-15,-82-4-145 16</inkml:trace>
  <inkml:trace contextRef="#ctx0" brushRef="#br0" timeOffset="128094.56">24028 9746 481 0,'0'0'178'16,"0"0"-50"-16,0 0-68 15,0 0-60-15,0 0-72 16,0 0-120-16,46 1-102 16</inkml:trace>
  <inkml:trace contextRef="#ctx0" brushRef="#br0" timeOffset="128251.95">24395 9718 387 0,'0'0'127'16,"0"0"-30"-16,0 0-30 16,0 0-67-16,0 0-22 15,0 0-171-15,0 14-135 16</inkml:trace>
  <inkml:trace contextRef="#ctx0" brushRef="#br0" timeOffset="128415.76">24722 9653 529 0,'0'0'181'0,"0"0"-61"15,0 0-50-15,0 0-28 16,0 0-42-16,0 0-2 16,-35 18-145-16,13 4-30 15,3-8-251-15</inkml:trace>
  <inkml:trace contextRef="#ctx0" brushRef="#br0" timeOffset="139795.67">8769 9605 250 0,'0'0'150'15,"0"0"-49"-15,0 0-32 16,0 0 10-16,0 0-29 16,0 0-19-16,0 0-11 15,0 0-8-15,0-32-7 0,0 32 4 16,0 0 11-16,0 0 0 15,0 0-8-15,0 0 0 16,0 0-2-16,0 0-7 16,0 0-3-16,0 0-3 15,6 0-2-15,21 0 4 16,21 0 1-16,13-5 1 16,12-6-1-16,5-2 0 15,2 0-7-15,-2-3-6 16,-1 0 7-16,-8 3 6 15,-11 1 0-15,-16 3 0 16,-15 2 1-16,-12 2-1 0,-8 0 1 16,-5 2 0-1,-2 1 3-15,0-1 5 16,0-1 15-16,0 1-23 0,-17 3-1 16,-5 0-121-16,-5 10-25 15,0 2-143-15</inkml:trace>
  <inkml:trace contextRef="#ctx0" brushRef="#br0" timeOffset="140111.43">9375 9244 446 0,'0'0'124'0,"0"0"16"0,0 0-70 15,0 0-70-15,0 0 1 16,0 0-3-16,79-12 3 16,-46 29-1-16,4 2 0 15,-6 6 1-15,-5-1-1 16,-4 5-3-16,-7 2 2 16,-3-2 1-16,-8 4 0 15,-4-3-1-15,0-3 1 16,-6 2 2-16,-16-1 8 15,-11 3-10-15,-6 3 0 16,-5-3-10-16,3-10-158 16,13-11-292-16</inkml:trace>
  <inkml:trace contextRef="#ctx0" brushRef="#br0" timeOffset="140257.42">9591 9682 287 0,'0'0'328'15,"0"0"-201"-15,0 0-17 16,0 0-56-16,0 0-24 16,0 0-30-16,-13 17-8 15,2 3-68-15,-8 4-44 16,1-10-159-16</inkml:trace>
  <inkml:trace contextRef="#ctx0" brushRef="#br0" timeOffset="146636.59">10738 9670 236 0,'0'0'141'16,"0"0"-19"-16,0 0-65 16,0 0-31-16,0 0 0 15,0 0-7-15,0 0-5 0,0-5 4 16,0 5 10-16,0-2-1 16,0 0-11-16,0 0 2 15,0 0-2-15,0-1 4 16,0 0-4-16,0 3 1 15,0-2 0-15,0 1 2 16,0 1-7-16,0-2-3 16,0 2-9-16,0 0 0 15,0 0 0-15,0 0-1 16,0 0 1-16,0 0 0 16,0 0 0-16,0 0 0 15,0 0 0-15,0 0 1 16,0 0-1-16,0 0 1 0,0 0-1 15,0 0 0 1,0 0 0-16,0 0-1 0,0 0 0 16,0 0-15-16,0 0-32 15,0 7-60-15,-6 8 9 16,-6-6-108-16</inkml:trace>
  <inkml:trace contextRef="#ctx0" brushRef="#br0" timeOffset="149436.35">10753 9653 150 0,'0'0'72'0,"0"0"-17"0,0 0 51 16,0 0-50-16,0 0 14 15,0 0 0-15,63-29-33 16,-47 12 4-16,2-5 3 15,3-4-7-15,-2-5-11 16,4-6-11-16,2-6-6 16,0-5-9-16,-1-5-1 15,0-6-25-15,-5 1-35 16,-6 0-4-16,-6 5-9 16,-4 7 51-16,-3 5 10 15,0 6 13-15,-12 7 23 16,1 6 24-16,4 10-11 15,1 7 11-15,5 5-29 0,1 0-18 16,0 3-21 0,0 21 1-16,0 12 20 0,1 11-2 15,8 20 4-15,1 17-1 16,4 13 2-16,2 3 1 16,-2-4-4-16,2-15 0 15,-4-12-10-15,3-18-9 16,-1-17-16-16,0-13-10 15,-1-11-2-15,3-10-1 16,-3-1 21-16,2-22 27 16,-3-12-8-16,-3-7 8 15,-6-2 63-15,-3 3 45 0,0 5 4 16,0 11-28 0,0 13-33-16,0 7-19 0,0 5-32 15,0 0-1-15,6 9-55 16,12 11 56-16,10 5-1 15,7 6 2-15,6 2 0 16,4-1-1-16,4-3 1 16,-2-7-1-16,-3-7-6 15,-7-8-4-15,-4-7-9 16,-4 0 19-16,-3-10 0 16,-3-7 2-16,-4-9-1 15,-5-4 3-15,-9-3 1 16,-5 1 16-16,-6 4-9 15,-16 6-7-15,-3 3 1 0,-2 6 1 16,0 3-7-16,5 3 5 16,-1 3-4-16,3 2-1 15,3 2 1-15,-2 0-1 16,-2 0-1-16,1 0 0 16,0 0-1-16,-3 0-13 15,1 4-14-15,0 0 14 16,5 1-8-16,7-5 4 15,5 3 9-15,5-3 10 16,0 0 1-16,0 0-1 16,8 0-14-16,21 0-2 0,17-8 16 15,9-3 4-15,6-3-2 16,5 0 18-16,2 0-6 16,-1 5 7-16,-4 4-15 15,-5 2 1-15,-9 3 0 16,-10 0-5-16,-7 14-2 15,-9 3-1-15,-7 2-4 16,-6 4 2-16,-5-1 3 16,-5 0-1-16,0-4 1 15,0-3 0-15,0-3 0 16,0-7-16-16,0-2 4 16,0-2-13-16,0-1-4 15,2 0 12-15,7 0 17 16,3-14 1-16,4-2 0 15,2-1-1-15,-6 5 22 0,-5 7 10 16,1 2 9-16,1 3-34 16,1 0-7-16,5 0 0 15,0 8-1-15,4 1-1 16,2 5 1-16,3 1 1 16,3-2 3-16,-1 0-3 15,-1-5 2-15,-7-5 0 16,-4-3 2-16,-1 0 9 15,6-20 13-15,-1-9 2 16,4-9-10-16,-6-6-17 0,-5-1 7 16,-10-4-3-1,-1 3-5-15,-16 4 0 0,-17 6 4 16,-5 14 6-16,-4 18-10 16,-1 5-5-16,4 32-100 15,12 13-13-15,13 7-56 16,14-4-57-16</inkml:trace>
  <inkml:trace contextRef="#ctx0" brushRef="#br0" timeOffset="150582.72">12790 9567 541 0,'0'0'90'0,"0"0"71"16,0 0-103-16,0 0-33 0,0 0-17 15,0 0-8 1,0 0-6-16,0-23-15 0,0 57 16 16,0 9 1-16,0 6 4 15,-16 5-3-15,-7-4-13 16,1-3-33-16,-1-9-37 15,5-9-46-15,10-15-120 16</inkml:trace>
  <inkml:trace contextRef="#ctx0" brushRef="#br0" timeOffset="152118.37">13125 8973 279 0,'0'0'137'0,"0"0"-22"16,0 0-17-16,0 0-38 15,-11-72 15-15,10 68-23 0,1 4-17 16,0 0-20 0,0 0-15-16,0 16-12 0,0 18-12 15,13 21 22-15,-2 23 1 16,-5 14 0-16,-5 9-1 15,-1-6 2-15,0-13 0 16,-3-17-5-16,-3-16-3 16,5-23 6-16,1-11 2 15,0-10 0-15,0-5 2 16,0 0 12-16,0-20 33 16,14-16-29-16,6-10-18 15,8-5-10-15,1 2-17 16,0 6-26-16,-1 9-9 15,-5 13 43-15,-8 8 19 16,0 13 0-16,-1 0 0 0,2 14-1 16,-3 11-2-16,-1 6 3 15,-3 2-4-15,0 3 4 16,0 0 1-16,6-2 1 16,3-5-2-16,1-5-3 15,2-10 1-15,0-9 0 16,-2-5 2-16,2-10 3 15,0-18-1-15,-3-6 7 16,0-8 25-16,-5 4-1 16,-2 4 0-16,-5 11-2 15,-5 10 15-15,-1 10-31 16,5 3-15-16,1 0-40 0,4 11 31 16,8 8 8-16,1 6 0 15,8 3 0-15,6 1 1 16,3-2-2-16,-3-4-10 15,-2-5-8-15,-7-7-9 16,-9-8-11-16,-3-3-26 16,-9-7 17-16,-3-22-260 15</inkml:trace>
  <inkml:trace contextRef="#ctx0" brushRef="#br0" timeOffset="152270.3">13664 8966 773 0,'0'0'11'0,"0"0"22"16,0 0-22-16,0 0-11 15,0 0-83-15,0 0 5 16,102 70-63-16,-78-34-224 16</inkml:trace>
  <inkml:trace contextRef="#ctx0" brushRef="#br0" timeOffset="153035.34">14142 9380 637 0,'0'0'81'0,"0"0"26"16,0 0-57-16,16-90-6 15,-16 69-20-15,0 4-6 16,0 5-9-16,-9 4-9 15,-10 3 0-15,-8 5-14 16,-1 3 1-16,-2 22-12 16,2 10-4-16,2 9-8 15,5 4 28-15,4 5 0 16,3 1 3-16,5 4 4 16,3 2-3-16,6 6 5 15,0-3-1-15,0 1 1 16,9-3 1-16,-2-11 2 0,-4-10 2 15,-3-10-5-15,0-14 0 16,0-7 1-16,0-6 0 16,0-3 25-16,-11 0 45 15,-6-6-35-15,-4-12-33 16,2-5-3-16,3-5-16 16,9-1-18-16,7-5-50 15,12-7-56-15,29-6-27 16,7-5-101-16,8-6 128 15,0-5 140-15,1-3 57 16,-4-6 36-16,1-1 48 16,-8 0-21-16,-12 2 17 15,-12 14 17-15,-10 19-81 16,-6 16-12-16,-3 16-41 0,3 6-20 16,6 16-52-16,4 22 14 15,2 13 31-15,0 9-5 16,-4 4-5-16,-2-5-4 15,0-4-5-15,3-10 14 16,-1-11-20-16,0-14 4 16,-2-11-19-16,-8-9 46 15,2 0 1-15,3-10 18 16,4-13-14-16,3-4-3 16,0 0 3-16,-4 5 49 15,-3 6-13-15,-1 8 13 16,1 6-23-16,5 2-30 15,9 7-1-15,8 10-1 0,5 7 1 16,5 5 0-16,-2-3 0 16,-3 1-7-16,-6-5 2 15,-5-5-12-15,-1-8-11 16,-3-6-36-16,-9-3-27 16,-8-15-251-16</inkml:trace>
  <inkml:trace contextRef="#ctx0" brushRef="#br0" timeOffset="154166.42">15817 9281 445 0,'0'0'159'0,"0"0"30"15,0 0-114 1,0 0-38-16,0 0-37 0,0 0-6 16,-100 24 6-1,67 20 0-15,5 4-5 0,8 2-6 16,9 4-20-16,11-1-19 16,0-6 2-16,22-13-20 15,22-16-15-15,24-15 53 16,12-3 24-16,8-17 4 15,-3-12 2-15,-14 0 1 16,-18-1 9-16,-20 4 44 16,-18 4 58-16,-12 5-11 0,-3 3-42 15,0 3-44 1,-15 7-15-16,4 4-1 0,2 0 1 16,-1 8-6-16,4 16-2 15,0 9 2-15,0 9 6 16,3 1-3-16,3-2 2 15,0-7-2-15,6-9-2 16,10-9 4-16,2-13 1 16,3-3 5-16,0-8 6 15,2-16 19-15,-1-5-19 16,-4-7-3-16,-5-3-8 16,-5 0-7-16,-5 3-29 15,-3 5 4-15,0 5 7 16,0 7-13-16,-2 6 32 15,-2 5 5-15,4 4 1 0,0 1 8 16,0 3-8-16,7 0-5 16,11 11 5-16,9 7 4 15,-3 3-4-15,0 4 2 16,0 4 4-16,-8 0-5 16,-5 3-1-16,-2-4 0 15,0-5 0-15,-4-7 0 16,-2-5 0-16,-3-6-1 15,0-5 1-15,0 0 0 16,0-13 21-16,2-14-10 0,2-7-10 16,2-2 1-1,2 2-2-15,5 8 2 0,-2 9-4 16,-2 12-1-16,4 5-3 16,-5 0 6-16,1 9-5 15,1 14 0-15,-3 4 0 16,-3 8 4-16,3-3 0 15,2 1 1-15,-2-8 0 16,0-6-2-16,0-10-3 16,-4-9-10-16,7 0 15 15,2-14 6-15,7-14-6 16,0-8-1-16,1-1 0 16,-4-1 1-16,-8 10 0 15,-2 6 15-15,-3 10 22 16,-1 6 9-16,-2 5-17 0,4 1-29 15,3 0-7 1,2 19 3-16,3 8 1 0,5 7 3 16,-4 3-2-16,3-1 1 15,-2-5-2-15,4-4-41 16,1-10-9-16,2-9-27 16,4-8-108-16</inkml:trace>
  <inkml:trace contextRef="#ctx0" brushRef="#br0" timeOffset="154648.64">17035 9445 813 0,'0'0'106'16,"0"0"-89"-16,0 0-17 0,0 0-4 16,0 0 4-16,0 99-1 15,0-65 1-15,8-2-1 16,3-7 1-16,2-9-3 15,-1-8-5-15,1-7 5 16,5-1 0-16,6-9 2 16,6-18-15-16,-2-4-30 15,-4 2-28-15,-9 5 9 16,-7 10 65-16,-3 6 11 16,-3 8 9-16,-1 0-10 15,2 2-10-15,2 13-3 16,1 9 2-16,0 2 1 15,4 3 0-15,-1-3 0 0,0-1-2 16,-1-10-4 0,-3-8-18-16,0-7 24 0,0 0 9 15,2-19 60-15,1-8-66 16,0 0 0-16,-2-2 9 16,0 8 1-16,-3 6 15 15,-1 6-1-15,-2 6 5 16,4 3-31-16,5 0-1 15,0 7-5-15,7 13 4 16,1 1 0-16,2 9-2 16,2-1-3-16,2-2-9 15,0-4-21-15,-3-8-32 0,-1-8-9 16,1-7 5 0,-4 0-136-16</inkml:trace>
  <inkml:trace contextRef="#ctx0" brushRef="#br0" timeOffset="154964.35">17623 9626 572 0,'0'0'139'0,"0"0"-70"15,0 0-58-15,0 0-10 16,0 0 3-16,0 0 18 16,55-21 16-16,-33 6-21 15,-3-1-1-15,2-4 1 16,-3-1-12-16,-4-1-5 0,-4 3-1 15,-9 3-2-15,-1 5-2 16,0 6 3-16,0 2-6 16,-13 3-7-1,-2 3-35-15,-2 16 28 0,1 10-6 16,4 3 23-16,4 2 4 16,8-1-1-16,0-3 0 15,6-6-3-15,21-6 1 16,6-8-13-16,6-6 6 15,3-4-70-15,-1 0-102 16,-3-4-282-16</inkml:trace>
  <inkml:trace contextRef="#ctx0" brushRef="#br0" timeOffset="156180.31">18201 9496 299 0,'0'0'305'16,"0"0"-149"-16,0 0-120 16,0 0-36-16,0 0-3 15,0 0 2-15,59 88 0 16,-50-60 1-16,1-5 2 15,-5-9-1-15,0-4 1 0,-4-8 0 16,1 0 0 0,-2-2 6-16,3 0 17 0,3-15 13 15,4-12-38-15,1-6-53 16,5-1-57-16,0 2 18 16,8-1 32-16,6 6-20 15,3 4 17-15,-4 6 63 16,-2 6 36-16,-9 6 43 15,-3 5-20-15,-6 0-37 16,-1 0-20-16,0 5 2 0,-3 6 6 16,-4 0-3-1,-1 0-1-15,0 2-3 16,-9 4 15-16,-11 3-4 16,-3 1-8-16,1 6-1 0,4-2-4 15,5 3-1-15,4 1-1 16,7 3-1-16,2 1-2 15,0-3 3-15,18-6-2 16,15-10 2-16,6-11-8 16,4-3 9-16,5-11 2 15,-1-12 4-15,-5-9 4 16,-9 1 35-16,-11 3 26 16,-13 3-25-16,-7 5 2 15,-2 4-11-15,0 6-19 16,0 7-14-16,-3 3-4 0,-1 0-3 15,0 13-21 1,0 13 20-16,2 5 1 0,2 6-7 16,0-1-6-16,23-2-5 15,14-9-1-15,18-12-12 16,14-13-9-16,5-4 36 16,-2-21 7-16,-12-4 4 15,-19 0 21-15,-18 3 39 16,-16 3-11-16,-7 7-11 15,0 6-37-15,-22 8-5 16,-8 2-9-16,-4 6-24 16,4 15 12-16,8 1 11 15,8 2 4-15,6 3-1 16,4 1 4-16,4-3-6 0,0-1 3 16,6-7-14-16,14-8 3 15,8-9 17-15,2 0 0 16,6-15 9-16,-8-8 9 15,-6 1-6-15,-8-1-2 16,-6 5 3-16,-6 5 15 16,-2 5-18-16,0 5-8 15,0 3-1-15,0 0-1 16,0 0-49-16,0 12 31 16,8 5 17-16,8 0-10 15,5 2-1-15,4-5 2 16,5-3-4-16,3-11-26 15,4 0 21-15,2-23 19 0,-3-10 2 16,-5-9 8-16,-6-4 8 16,-8-6-8-16,-7-1-10 15,-10-4 0-15,-1 1-2 16,-25-1 2-16,-4 3 11 16,1 1 60-16,8 10 16 15,12 14-25-15,4 15-19 16,4 14-43-16,1 4-15 15,0 27-55-15,3 18 66 16,9 15 3-16,3 12-2 16,4 6 0-16,3 1-4 15,3-5-6-15,-3-11-3 0,-4-12-12 16,1-18-8 0,-5-12-3-16,-4-9-38 0,2-13 14 15,-3-3-46-15,0-20-225 16</inkml:trace>
  <inkml:trace contextRef="#ctx0" brushRef="#br0" timeOffset="156416.31">18652 9215 730 0,'0'0'116'0,"0"0"-2"0,0 0-85 15,0 0-29-15,0 0-14 16,0 0 0-16,77 17-11 16,-53 11-43-16,-7-6-126 15,-15-11-239-15</inkml:trace>
  <inkml:trace contextRef="#ctx0" brushRef="#br0" timeOffset="158794.3">20274 9757 225 0,'0'0'101'15,"0"0"89"-15,15-80-98 0,-11 49 3 16,-1 0-26-16,0 0 1 16,-1 1-14-16,-2 8-6 15,0 8-13-15,0 11-1 16,0 3-36-16,0 22-11 15,0 22-29-15,0 19 38 16,0 16 1-16,-6 4 0 16,-6 1-1-16,-3-2-5 15,0-6 2-15,3-9 4 16,-1-14-11-16,1-18-9 16,3-16 6-16,1-10 15 15,5-9 5-15,-1-2 5 16,1-22 8-16,3-10-12 15,0-12-6-15,4-10-1 16,14-4-4-16,5-2-9 0,0 1-8 16,0 2-10-16,1 4-16 15,0 6 1-15,-2 6 12 16,0 7 33-16,-4 10 2 16,0 12 24-16,0 10 1 15,0 4-18-15,-2 12-7 16,-2 22-6-16,-8 11 3 15,-6 9 1-15,-5 1 2 16,-20-4-1-16,0-8 0 16,-4-9-10-16,0-6-1 15,-1-9-6-15,0-5-4 16,3-9 0-16,0-5-6 0,8 0-13 16,13-5-35-16,6-15-199 15</inkml:trace>
  <inkml:trace contextRef="#ctx0" brushRef="#br0" timeOffset="159527.48">20723 9740 642 0,'0'0'174'0,"0"0"-45"16,0 0-76-16,0 0-1 16,0 0-48-16,0 0-4 15,6-33-23-15,-18 57-2 16,-4 10 16-16,8 2-2 15,5 2-5-15,3-6-14 0,0-10-1 16,6-10-26-16,12-12 40 16,4-3 17-16,3-24 3 15,4-6-1-15,-5-3 1 16,-9 6 8-16,-12 6 26 16,-3 7 2-16,0 8-18 15,0 2-4-15,0 7-13 16,0 0-4-16,0 9-35 15,0 12 14-15,4 2 15 16,18 5-3-16,10-1 1 16,7-3 6-16,0-4-1 15,-2-10-4-15,-6-10 7 0,-2 0 2 16,-7-20 11-16,-3-6 13 16,-5 1-6-16,-7 1-2 15,-3 7-5-15,-4 3 10 16,0 6-9-16,0 6-9 15,0 2-5-15,0 0-5 16,2 2-36-16,10 17-9 16,13 4 44-16,17 5-4 15,16-1 1-15,14-5-2 16,-1-7-12-16,-5-6-8 16,-14-9 24-16,-16 0 7 15,-14-14 7-15,-10-7 28 16,-6 1-6-16,-4-2-4 0,-2 8-1 15,0 4 0-15,-2 7-16 16,-7 3-8-16,-4 8-6 16,-8 25-4-16,-9 18 10 15,-6 15 1-15,-1 9-1 16,5 7-3-16,9-2 3 16,7-10 1-16,10-22-1 15,3-19-1-15,3-19 1 16,0-10 5-16,-2-12 65 15,-4-23 19-15,-3-16-83 16,-1-8-5-16,4 3-2 16,2 7-3-16,4 13-20 0,0 7-39 15,17 12 10 1,10 6-30-16,6 3-124 0,4 1-152 16</inkml:trace>
  <inkml:trace contextRef="#ctx0" brushRef="#br0" timeOffset="159693.74">21735 9856 282 0,'0'0'17'16,"0"0"-16"-16,0 0-1 16,0 0 4-16,0 0 1 15,97-12-5-15,-55 9-32 16,6-3-172-16</inkml:trace>
  <inkml:trace contextRef="#ctx0" brushRef="#br0" timeOffset="160741.94">22073 9740 54 0,'0'0'340'15,"0"0"-151"-15,0 0-69 16,0 0-81-16,0 0-36 16,-91 42-3-16,70-3 0 15,3 1 5-15,11-1-5 16,7-11 0-16,0-11-8 15,16-11 8-15,-2-6 50 16,6-6 33-16,0-20-29 16,4-12-43-16,4-8-11 15,-1-7 0-15,-2-1-20 0,-3 3-11 16,-5 5 3-16,-1 5 2 16,-7 12 24-16,0 5 4 15,0 10-1-15,-5 9 6 16,2 5 11-16,-1 0-16 15,5 17-2-15,2 18-3 16,-4 12-1-16,-4 12 4 16,-4 10 0-16,0 7 4 15,0 8-3-15,-4 0-1 16,1 2 1-16,3 1 2 16,0-5-3-16,0-4 3 15,16-14-3-15,4-18 0 16,2-14-6-16,2-16-17 0,-3-15 1 15,3-1 17 1,-7-25 5-16,-5-14 5 0,-7-14 4 16,-5-7 10-16,-11-7 11 15,-21 3-7-15,-10 3-12 16,5 6-5-16,5 9-4 16,16 2-2-16,8 2-16 15,8 3-35-15,12 0-8 16,24 0-73-16,13 0 45 15,2-1 23-15,-3 7 64 16,-14 5 43-16,-12 11 26 16,-13 5 56-16,-4 9-46 0,-5 3-25 15,0 0-54 1,0 23-10-16,0 12 2 0,-8 14 8 16,-6 8 2-16,1 7-1 15,6 4-1-15,4-1 1 16,3-2 1-16,3-2 1 15,11-4-2-15,3-6-1 16,-1-12-7-16,3-13 0 16,-3-15-13-16,4-13 20 15,0-10 1-15,-1-23 4 16,-5-10-2-16,-9-9 7 16,-5 4-3-16,-24-1-4 15,-15 3-2-15,-7 7-1 16,4 8 4-16,6 12 1 15,12 9-3-15,12 5-2 0,8 5 0 16,4-2-8 0,0 0-19-16,23-2-50 0,23-7 0 15,18-9 33-15,9-6 22 16,-4-6-5-16,-9 1 27 16,-16 2 5-16,-18 5 10 15,-9 4 6-15,-11 8 22 16,-6 5 30-16,0 6-47 15,0 1-26-15,0 0-10 16,-10 16-48-16,-5 10 27 16,-5 6 18-16,2 6 11 15,2-1 1-15,7 1 1 0,6-8 0 16,3-6 1 0,0-8 8-16,0-3 14 0,0-4-3 15,0-4-7-15,0-1-5 16,0-1-3-16,-10 2 7 15,-8 1-2-15,-6 3 1 16,-3 2-11-16,3-3-2 16,8-2-68-16,6-4-115 15</inkml:trace>
  <inkml:trace contextRef="#ctx0" brushRef="#br0" timeOffset="160984.17">22959 10000 802 0,'0'0'80'16,"0"0"-17"-16,0 0-63 15,0 0-18-15,0 0-63 16,0 0-34-16,43-28-33 16,-43 31-96-16,0 0-39 15</inkml:trace>
  <inkml:trace contextRef="#ctx0" brushRef="#br0" timeOffset="161174.74">23248 9965 756 0,'0'0'71'0,"0"0"-27"16,0 0-44-16,0 0-36 16,0 0-136-16,0 0 84 15,30 10-136-15,-11-4-64 16</inkml:trace>
  <inkml:trace contextRef="#ctx0" brushRef="#br0" timeOffset="161284.46">23439 9967 423 0,'0'0'192'0,"0"0"-66"15,0 0-43-15,0 0-38 16,0 0-45-16,0 0-34 16,-22-19-215-16,-5 29-176 15</inkml:trace>
  <inkml:trace contextRef="#ctx0" brushRef="#br0" timeOffset="162106.21">16703 10149 93 0,'0'0'486'16,"0"0"-434"-16,0 0-52 16,0 0-7-16,0 0 4 15,7 100 6-15,-7-48-3 16,0 2 7-16,-4 4-3 15,-4-4-2-15,-2-6-2 16,3-7-15-16,1-12-147 16</inkml:trace>
  <inkml:trace contextRef="#ctx0" brushRef="#br0" timeOffset="162474.04">17025 10130 795 0,'0'0'24'0,"0"0"-24"15,0 0-8-15,0 0 7 16,0 0 1-16,0 0-1 16,85 82 0-16,-64-68-28 15,3-8-6-15,0-6 23 16,3 0 12-16,-2-13 0 15,-6-5 4-15,-8-2-1 16,-8 3 0-16,-3 4 11 0,-3 4-2 16,-22 4 1-16,-8 5-13 15,-6 0-1-15,1 23-1 16,9 7 1-16,5 9 0 16,9 6-2-16,8 3 3 15,7 2 0-15,0-3 0 16,3-7-6-16,17-7-8 15,13-14-44-15,16-11 4 16,15-8-40-16,8-12-273 16</inkml:trace>
  <inkml:trace contextRef="#ctx0" brushRef="#br0" timeOffset="163289.42">18003 10132 707 0,'0'0'146'0,"0"0"-61"15,0 0-59-15,0 0-13 16,0 0-13-16,0 0-5 15,-23-26 0-15,8 55-2 0,1 9 1 16,1 7 3-16,5 5-12 16,4 0-4-16,3-4-8 15,1-12-19-15,4-13-11 16,21-15 9-16,14-6 32 16,9-25 16-16,10-20 7 15,0-16-6-15,-5-1 4 16,-9-4-2-16,-9 7 11 15,-15 5 14-15,-12 2 5 16,-8 7-5-16,-8 6 2 16,-12 11 13-16,2 10-4 15,7 15-14-15,3 3-25 0,-1 30-23 16,-4 17 15 0,4 9 7-16,6 7-4 0,3 0-2 15,0 0-11-15,12-5-15 16,8-12 15-16,-1-7-3 15,2-15-37-15,-3-12 5 16,0-9-3-16,1-3 12 16,5-15 31-16,2-14-74 15,0-2-97-15,0 2 105 16,-6 2 79-16,-7 15 95 16,-9 5 101-16,-2 7-80 15,-2 0-112-15,1 0-4 16,3 15-2-16,2 5 2 0,3 3 2 15,5-2-2 1,1-3 2-16,-1-4-1 0,-3-4 1 16,-5-6-1-16,-3-3 1 15,2-1 2-15,2-6 60 16,5-15-4-16,0-6-57 16,3 1 1-16,-6 4 10 15,-2 7 17-15,0 6-3 16,-2 6-2-16,2 3-26 15,4 0-7-15,6 0-4 16,11 12 7-16,6 8 2 16,8 1-8-16,7 1-7 15,-4-8-13-15,-2-8-15 16,-4-6 5-16,-8-6-38 0,-6-20-7 16,-5-7-126-16</inkml:trace>
  <inkml:trace contextRef="#ctx0" brushRef="#br0" timeOffset="163415.88">18787 9898 769 0,'0'0'58'15,"0"0"-58"-15,0 0-94 16,0 0 92-16,0 0 0 16,34 102-43-16,-21-51-49 15,0-4-219-15</inkml:trace>
  <inkml:trace contextRef="#ctx0" brushRef="#br0" timeOffset="164156.26">19335 10068 792 0,'0'0'63'16,"0"0"-5"-16,0 0-58 15,0 0-30-15,-19 79 28 16,0-4 2-16,-3 17 1 15,-1 8-1-15,-2-2 1 16,1-6 2-16,2-10 0 16,6-19-3-16,7-23 3 15,4-19-3-15,5-18 2 0,0-3 20 16,0-23 71 0,1-18-88-16,11-14-5 0,-1-10-8 15,-5-5-14-15,-5-3 0 16,-1 1-14-16,0 2-15 15,0 8 3-15,0 12 15 16,2 14 27-16,3 14 6 16,4 12 5-16,4 8 5 15,3 2-10-15,0 11-1 16,2 12-6-16,-4 13 7 16,-4 3-1-16,-10 4-2 15,0-4 5-15,-5-6-4 16,-12-4 0-16,-3-7 1 0,5-9-20 15,-2-7-10 1,1-6-18-16,2 0 27 0,8-19 3 16,6-8 9-16,3-11-64 15,22-6-66-15,9-7 78 16,4-4 62-16,2 2 23 16,-4 9 81-16,-5 6-25 15,-4 11-51-15,-11 12-28 16,-4 6-4-16,-7 6-23 15,-2 3 4-15,0 0-110 16,0 7 79-16,0 13-52 16,-1 6-5-16,4 6 44 0,2 7 58 15,5 3 9 1,7-4 65-16,0-5 34 0,-1-9 48 16,-5-7 26-1,-5-4-85-15,-3-4-11 0,-1 2-1 16,-2 0-59-16,-3 3-11 15,0 0-4-15,-3 3 0 16,-17 0-1-16,-11-1-1 16,-6 0-30-16,3-4-56 15,5-6 7-15,10-3-3 16,5-3-86-16,8 0-108 16</inkml:trace>
  <inkml:trace contextRef="#ctx0" brushRef="#br0" timeOffset="164671.44">16210 10989 250 0,'81'-17'100'0,"31"-3"12"15,34-7-34-15,36-4-21 16,30 1-22-16,21 0-10 16,19 1-3-16,8 2-14 15,11 0 6-15,5 2 8 16,-8 2-1-16,-11 4-4 15,-23-1-11-15,-24 1-6 16,-23 0 0-16,-29 2-4 0,-30 1-18 16,-37 2-5-16,-37 3 7 15,-33 4 14-15,-21 2 6 16,-21 5 0-16,-33 0-11 16,-25 0-84-16,-15 0-280 15</inkml:trace>
  <inkml:trace contextRef="#ctx0" brushRef="#br0" timeOffset="165387.39">19154 10178 370 0,'0'0'117'16,"0"0"-72"-16,0 0-15 15,0 0-18-15,0 0 11 16,0 0 0-16,91-9-8 16,-63 9-2-16,-1 0 1 15,-2 0-11-15,-4 0 7 16,-6 9 2-16,-3 3-12 16,-9 4-1-16,-3 9 1 15,0 5 3-15,-25 3 2 16,-10 6 2-16,-6-5-2 0,6-7-1 15,6-8 2-15,9-7-5 16,4-5 4-16,8-3-1 16,3-1-3-16,5 2-1 15,0 0-40-15,2-5-84 16,19 0-204-16</inkml:trace>
  <inkml:trace contextRef="#ctx0" brushRef="#br0" timeOffset="165536.14">19288 10413 198 0,'0'0'265'16,"0"0"-179"-16,0 0-25 0,0 0-20 15,0 0-29-15,0 0-12 16,-43 26-12-16,40-13-25 16,1-4-43-16,2-3-162 15</inkml:trace>
  <inkml:trace contextRef="#ctx0" brushRef="#br0" timeOffset="166255.34">16651 10106 326 0,'0'0'56'15,"0"0"17"-15,0 0-32 16,0 0-15-16,0 0 8 15,0 0-29-15,27-11-4 16,8 9-1-16,7-1-6 16,7 2 6-16,3-1-56 15,-2-1-38-15,-5-2-51 16,-11 0-116-16</inkml:trace>
  <inkml:trace contextRef="#ctx0" brushRef="#br0" timeOffset="166520.32">16700 10735 267 0,'0'0'116'0,"0"0"-37"16,0 0-12-1,0 0 14-15,0 0-33 0,46-83 12 16,-33 74-45-16,1 1-15 16,2 4-53-16,1 1-6 15,2 3-21-15,2 0-71 16,2 0 28-16,-3 0-47 16</inkml:trace>
  <inkml:trace contextRef="#ctx0" brushRef="#br0" timeOffset="166699.17">16769 10660 594 0,'0'0'37'16,"0"0"-37"-16,0 0-35 15,0 0-116-15</inkml:trace>
  <inkml:trace contextRef="#ctx0" brushRef="#br0" timeOffset="169883.35">8161 10819 356 0,'0'0'93'0,"0"0"-10"16,0 0-42-16,0 0-18 16,0 0-2-16,0 0 8 15,0-5 12-15,0 5 1 16,0 0-15-16,0 0-18 15,0 0-9-15,16 0-13 16,15 0 10-16,21 0 6 16,20 0-3-16,18-4 0 15,13-10 6-15,13-3-6 16,5-1 2-16,-3 0-1 16,-7 1 1-16,-12 2-2 15,-16 5 0-15,-14-2-11 16,-15 5-5-16,-18-1-3 0,-14 5 9 15,-15 0-9-15,-7 2 19 16,0-1 5-16,-13 2-5 16,-20 0-96-16,-10 0-81 15,-6 0-84-15</inkml:trace>
  <inkml:trace contextRef="#ctx0" brushRef="#br0" timeOffset="170099.17">9120 10536 375 0,'0'0'120'0,"0"0"-39"16,0 0-11-16,0 0-58 0,0 0-12 15,0 0 0 1,89 6-1-16,-64 22 2 0,-3 9-1 16,-6 4 4-16,-10 3 3 15,-6-1-3-15,0-3 3 16,-2-5-5-16,-14-2-2 15,-11-4-13-15,-11-4-59 16,-7-5-82-16,-9-12-273 16</inkml:trace>
  <inkml:trace contextRef="#ctx0" brushRef="#br0" timeOffset="174943.66">10601 10147 513 0,'0'0'111'0,"0"0"-24"15,0 0-58-15,0 0-9 16,0 0-20-16,0 0-7 16,-10 72 7-16,7-1 0 0,-2 15-1 15,-1 7 4 1,-2-4 0-16,0-12 1 0,3-14-2 15,0-17 1-15,3-17-2 16,2-14 4-16,0-7-3 16,-2-4 0-16,2-1 0 15,0-1 2-15,0-2 1 16,0 0 17-16,0-5 12 16,8-19-34-16,12-8-50 15,4-4-18-15,3 2 48 16,-3 5 20-16,-2 7 1 15,-2 8 11-15,-7 4 0 16,1 7 19-16,-2 3-31 16,1 0 0-16,7 15-4 15,-1 12-1-15,3 6 5 0,1 6 2 16,-1 2-2-16,0-3-2 16,-2-5-19-16,1-6-75 15,-1-13-31-15,0-13-30 16,0-1 16-16</inkml:trace>
  <inkml:trace contextRef="#ctx0" brushRef="#br0" timeOffset="175106.48">11038 10624 268 0,'0'0'175'0,"0"0"12"16,0 0-85-16,0 0-15 16,0 0-87-16,0 0-1 15,-3-7-5-15,18 39 4 0,1 5 2 16,2 0-1-16,-4 0 0 15,-2-4-7-15,-2-7-31 16,-3-6-47-16,-2-12-47 16,-5-8-196-16</inkml:trace>
  <inkml:trace contextRef="#ctx0" brushRef="#br0" timeOffset="175271.76">10975 10277 512 0,'0'0'210'0,"0"0"-210"15,0 0-79 1,0 0 23-16,81 71-40 0,-59-30-122 16</inkml:trace>
  <inkml:trace contextRef="#ctx0" brushRef="#br0" timeOffset="175810.63">11355 10711 547 0,'0'0'39'15,"0"0"25"1,0 0-26-16,0 0 14 0,32-76 24 15,-32 60-33-15,0-1-13 16,-16 0-14-16,-5 2-6 16,-2 7-4-16,-4 5-6 15,2 3-10-15,6 9-10 16,7 13-24-16,6 7-17 16,6 4 9-16,0 1-38 15,18-2 53-15,9-4 30 16,4-6 7-16,5-5-1 15,-8-5 2-15,-4-4 9 16,-12-3 25-16,-5-1 5 0,-7 4-19 16,0 6-17-1,0 10-2-15,-1 9 15 0,-14 12-1 16,-2 6-6-16,0 4-8 16,3 2 1-16,1-2-3 15,8-7 3-15,5-9-3 16,0-14 1-16,0-13 2 15,0-6-1-15,0-6 4 16,-1 0 17-16,-5-17 78 16,-1-13-90-16,-4-9-11 15,5-10-20-15,1-5-37 16,5-4-43-16,6-2-10 0,26 1 13 16,14-1-21-1,5-1-21-15,-1 3-20 0</inkml:trace>
  <inkml:trace contextRef="#ctx0" brushRef="#br0" timeOffset="176160.13">11615 10582 147 0,'0'0'136'0,"46"-75"99"16,-35 49-88-16,-7 9 14 16,-1 9-81-16,0 8-57 15,2 0-23-15,2 20-49 16,-1 15 38-16,0 12 11 16,-3 6 1-16,-3 1 1 15,0-4-2-15,2-5 0 16,1-12-2-16,5-12-18 15,0-6 4-15,1-8-20 16,0-7 18-16,0 0 15 16,3 0-2-16,3-17 4 0,0-5-21 15,-1 0 9-15,-5 1 13 16,-2 5 4-16,-6 8 40 16,1 4 2-16,-1 4-29 15,5 0-17-15,2 2-4 16,3 11 1-16,3 4 3 15,-4 1-5-15,-1 2 5 16,4-2 0-16,-2-2 3 16,4-7-3-16,2-2 1 15,0-6-1-15,1-1-6 16,-2-3-75-16,-2-15-117 16,-6-6-351-16</inkml:trace>
  <inkml:trace contextRef="#ctx0" brushRef="#br0" timeOffset="176396.48">12287 10839 445 0,'0'0'197'0,"0"0"26"15,0 0-151-15,0 0-51 16,0 0-21-16,0 0-10 0,-11 28 7 16,2 8 3-1,-1 8-2-15,1 7-13 0,-6 4-47 16,-6-5-60 0,-6-17-251-16</inkml:trace>
  <inkml:trace contextRef="#ctx0" brushRef="#br0" timeOffset="181954.33">12740 10782 91 0,'0'0'103'0,"0"0"-4"0,0 0 3 15,-18-76 6-15,14 56-34 16,1 1 11-16,1 0 1 15,-1 3-40-15,3 2 12 16,-1 7-45-16,1 3 18 16,-2 4 1-16,2 0-32 15,0 4-2-15,5 24-24 16,11 15 19-16,2 12 6 16,0 7 0-16,-2-6-9 15,-2-6 1-15,-2-15 1 0,-2-14-4 16,-4-10 10-1,0-8 2-15,-2-3 0 0,10-13 14 16,7-21 41-16,10-16-50 16,8-12-5-16,-5-5 0 15,-6 3-2-15,-10 7 1 16,-6 11 1-16,-7 15 0 16,-2 12-1-16,1 12-31 15,2 7-21-15,3 0-123 16,-3 24 83-16,-2 9 0 15,-1 8-107-15</inkml:trace>
  <inkml:trace contextRef="#ctx0" brushRef="#br0" timeOffset="182157.4">13251 10836 637 0,'0'0'146'16,"0"0"-58"-16,0 0-47 16,0 0-12-16,0 0-16 15,0 0-11-15,0 0-2 16,0 13-63-16,0 5-24 16,0 1-24-16,-12-8-157 0</inkml:trace>
  <inkml:trace contextRef="#ctx0" brushRef="#br0" timeOffset="183087.53">13726 10495 475 0,'0'0'65'0,"3"-72"83"15,-3 50-42-15,1 10-37 16,-1 9-16-16,0 3-42 16,0 17-11-16,0 20-26 15,0 21 23-15,0 17 3 16,-10 12 3-16,-1 0-3 15,-1-1 0-15,-1-13-11 16,6-17-25-16,1-17-6 16,4-17-3-16,0-10 5 15,2-11 31-15,0-1 9 16,0-11 46-16,0-20-37 0,7-8-5 16,8-2-3-16,0 4 2 15,1 10 4-15,-3 9 15 16,1 10-13-16,0 8-9 15,3 0-2-15,4 9-4 16,0 11 4-16,0 4 1 16,0 0-2-16,-2 1 1 15,0-3 0-15,-1-3-1 16,1-4 1-16,3-8-8 16,0-7 2-16,2 0 7 15,4-14 1-15,-3-13 4 16,-4-2 17-16,-4 1 5 0,-10 1 6 15,-5 5 24-15,-2 6-11 16,0 6-24-16,0 6-12 16,0 4-9-16,0 0-7 15,0 2-28-15,4 17 21 16,8 1 10-16,2 5 2 16,3-1-6-16,-2 0 5 15,2-3-16-15,1-4-2 16,-1-4-39-16,-1-6-4 15,0-6-17-15,-4-1-86 16,-5-20-300-16</inkml:trace>
  <inkml:trace contextRef="#ctx0" brushRef="#br0" timeOffset="183252.6">14105 10433 818 0,'0'0'4'0,"0"0"-4"16,0 0-108-16,0 0 3 15,110 78-90-15</inkml:trace>
  <inkml:trace contextRef="#ctx0" brushRef="#br0" timeOffset="183985.48">14482 10774 420 0,'0'0'318'0,"0"0"-208"15,0 0-40-15,0 0-60 16,0 0-7-16,0 0-3 16,3-67-7-16,-24 67-10 15,-7 14-1-15,-5 14 9 16,0 8 3-16,3 8 1 15,3 4-5-15,7 3 5 16,3 5-7-16,7-3-4 16,7 0 14-16,3 0-6 0,3-4 0 15,15-5 6 1,2-8 2-16,-3-5-1 0,-5-9 4 16,-8-8-2-16,-4-9 1 15,0-2 11-15,-3-3 60 16,-19 0-19-16,-8-12-33 15,-3-4-6-15,3-2-10 16,11-1-2-16,12-3-3 16,7-5-4-16,26-5-35 15,30-7-50-15,17-8 3 16,16-3-41-16,5-3 42 16,-1-2 19-16,-13-1-12 15,-17 1 78-15,-24 2 41 16,-22 4 48-16,-12 1 18 0,-5 7 54 15,-3 7-84-15,-10 13-22 16,5 13-34-16,4 8-15 16,-1 4-6-16,-2 26-32 15,0 13 28-15,-3 12 2 16,3 4 2-16,1 2-4 16,6-2-11-16,0-7 1 15,0-9-22-15,0-11-2 16,9-9-4-16,-2-12 0 15,5-8 14-15,-1-3 13 16,4-6 15-16,6-16 6 16,-1-5-2-16,0 0-1 15,-5 6 11-15,-8 7 16 0,-1 7 3 16,2 7-7-16,1 0-26 16,3 0-2-16,2 7 2 15,3 8-3-15,1 4-3 16,-3 0 3-16,3 3-11 15,-5-5-15-15,1-2 0 16,-4-4-33-16,2-6-43 16,-6-5-200-16</inkml:trace>
  <inkml:trace contextRef="#ctx0" brushRef="#br0" timeOffset="184651.89">13623 11351 260 0,'0'0'118'16,"0"0"-89"-16,0 0-14 16,103-13 41-16,-33 3 4 15,18 0-28-15,10-5 2 16,11-2 6-16,2 0-14 15,-1 1 10-15,-4 3-20 16,-9 2-15-16,-20 3 1 0,-18 5-2 16,-23 3-14-1,-16 0-20-15,-19 1-34 0,-8 10-67 16,-37 2-1-16,-26 1-184 16</inkml:trace>
  <inkml:trace contextRef="#ctx0" brushRef="#br0" timeOffset="184822.57">14009 11451 295 0,'0'0'132'16,"0"0"-18"-16,103-20-60 16,-48 7-12-16,14 0 5 15,11 4-38-15,8 1-9 16,5 1-45-16,-1-2-77 15,-10-4-272-15</inkml:trace>
  <inkml:trace contextRef="#ctx0" brushRef="#br0" timeOffset="184970.34">14901 11275 732 0,'0'0'124'16,"0"0"-52"-16,0 0-72 15,0 0-37-15,0 0-74 16,0 0-19-16,10 14-64 16</inkml:trace>
  <inkml:trace contextRef="#ctx0" brushRef="#br0" timeOffset="186716.07">16544 11047 496 0,'0'0'168'0,"0"0"-16"16,0 0-78-16,0 0-35 15,0 0-32-15,0 0-7 16,11-62-5-16,11 82 4 16,4 12 0-16,0 11 0 15,-6 6-2-15,-9-1-2 16,-3-6-3-16,-4-11-12 0,-3-12 6 16,1-8-1-16,-1-8 13 15,-1-3 2-15,0-4 29 16,3-22 21-16,2-10-50 15,2-9 0-15,5-2-1 16,0 3 0-16,3 6 0 16,-2 12 0-16,-1 8-9 15,-1 11 3-15,1 4 7 16,-1 3-7-16,3 3-6 16,2 17 13-16,1 7-5 15,0 5 3-15,3 4 1 16,-2 5 1-16,1 1-11 0,-3-3-45 15,1-13-74-15,-2-9-127 16</inkml:trace>
  <inkml:trace contextRef="#ctx0" brushRef="#br0" timeOffset="187416.14">17047 11143 349 0,'0'0'164'16,"0"0"-60"-16,0 0-85 15,0 0-18-15,0 0 5 16,0 0 6-16,47-9 4 0,-31 9 3 16,5-9 33-1,-3-4 3-15,0-2-25 0,-6-2-3 16,-5 1-9-16,-7 0 9 16,0 4-4-16,-3 4-17 15,-13 3-6-15,-4 5-2 16,4 5-7-16,0 15-31 15,5 8 11-15,10-1-1 16,1-1 12-16,14-1 4 16,20-3 9-16,10-5 3 15,5-8 2-15,-2-7 5 16,-5-2-2-16,-8-6-2 16,-9-10 5-16,-5-6-5 15,-6 2 0-15,-6 1-1 0,-4 5-3 16,-4 5 3-16,0 4-9 15,0 5-8-15,0 0 3 16,2 0-45-16,5 14 35 16,11 1 24-16,9 0 0 15,10-1 1-15,8-5 5 16,7-4 10-16,-3-2 6 16,-5-3 1-16,-8 0-12 15,-11-4-4-15,-10-4 14 16,-10 0 7-16,-5 2 6 15,0 1-12-15,0 3-10 16,0-1-10-16,0 3-2 16,0 0-3-16,0 0-47 15,10 8 23-15,17 3 23 16,10 0 4-16,14-5 2 0,7-6-2 16,-5 0 0-16,-5 0 2 15,-8-9 1-15,-7-8 3 16,-9-8 8-16,-1-4 7 15,-10-2 1-15,-8-3 11 16,-5 3-11-16,0-1 0 16,-21 7-9-16,-9 8-13 15,-3 9-1-15,-1 8-30 16,7 4-57-16,12 18-21 16,15-1-41-16,7-1-147 0</inkml:trace>
  <inkml:trace contextRef="#ctx0" brushRef="#br0" timeOffset="188365.43">18636 11009 94 0,'0'0'114'0,"0"0"60"15,0 0-14-15,0 0-67 16,0 0 25-16,0 0-55 15,15-41-32-15,-11 41-18 16,6 0-12-16,3 0-1 16,2 16-2-16,1 11-3 0,-5 5 1 15,-5 6-1-15,-3-2 5 16,-3-7 0-16,0-10-1 16,0-8-1-16,0-7 0 15,0-4 2-15,0 0 5 16,0-1 9-16,0-18 13 15,0-5-22-15,5-5-5 16,4-2-10-16,4 3-29 16,0 7-15-16,-3 5 28 15,1 6 17-15,-2 10-6 16,0 0-35-16,1 4 31 16,-1 12 14-16,-3 2 0 0,0 2 2 15,-3-1 2 1,-1 0 1-16,2-6 0 0,-2-5 1 15,-1-5 0-15,2-3 5 16,1 0 63-16,1-11-23 16,2-9-38-16,-1-2-7 15,3 2 0-15,-3 4 0 16,-3 5 8-16,0 7 17 16,2 4-12-16,5 0-14 15,5 6-9-15,3 11 2 16,4 2-2-16,-2 3 1 15,2 2 1-15,-7 2 1 16,-2-3-26-16,-5-3-57 16,-8-7-64-16,0-10-270 15</inkml:trace>
  <inkml:trace contextRef="#ctx0" brushRef="#br0" timeOffset="189447.48">19071 11081 491 0,'0'0'2'0,"0"0"-1"16,0 0 10-16,0 0 15 15,0 0-6-15,0 0 31 16,80 6 12-16,-67-9-6 16,-2-10-38-16,2-4-7 15,-3 0-12-15,-5-2 0 0,-5 4-1 16,0 1 4-16,-2 4-2 15,-8 3 4-15,0 7 1 16,2 0-6-16,4 9-3 16,0 11 0-16,4 8-1 15,0 3-5-15,16 2-16 16,18 3 3-16,11-6 8 16,8-12 5-16,1-13-10 15,0-5 11-15,-5-10 8 16,-6-19 4-16,-7-7-3 15,-2-6 6-15,-8-1-3 16,-8-2-4-16,-5-1-8 16,-13 4 0-16,0-1 8 15,-20 2 9-15,-5 9 41 16,4 8 38-16,9 13-4 0,7 11-80 16,5 0-4-16,0 20-61 15,0 15 58-15,0 8 2 16,0 12 1-16,10 2 0 15,5 4-1-15,0-2-3 16,8-6-23-16,7-9 5 16,9-13-56-16,9-15 11 15,7-16 24-15,5 0-22 16,-5-27 10-16,-7-7 16 16,-17-5 39-16,-13-2 81 15,-11 3 45-15,-7 6-9 0,-4 6-41 16,-11 6-42-16,2 11 17 15,7 7-16-15,4 2-35 16,1 11-37-16,-1 9 30 16,2 8 3-16,0 5 4 15,0 1-1-15,0 0-7 16,0-3-11-16,0-10-21 16,11-9-17-16,3-9 42 15,2-3 15-15,-2-9 5 16,2-11 22-16,-6-1-3 15,-3-2 14-15,-5 3-4 16,-2 6 3-16,0 0-24 16,0 7-1-16,0 4 0 15,0 3-12-15,0 0-13 0,10 10-29 16,3 8 36 0,7 4-6-16,-2 2-13 0,10-2 5 15,-1-4-10-15,-2-9-36 16,2-9 26-16,-3-1 40 15,0-22 2-15,1-9 19 16,1-5-10-16,-1-8-11 16,-3-5-9-16,-7-2-9 15,-9 0-3-15,-6-2-7 16,-13 4 11-16,-13 1 17 16,1 5 93-16,8 10 39 15,6 13-41-15,6 12-55 0,5 9-32 16,0 0-4-16,0 27-30 15,6 18 22-15,11 17 6 16,1 10 2-16,-1 3-4 16,6-1 2-16,2 1-4 15,2-5 1-15,0-9-17 16,-5-14-25-16,-6-13 5 16,-5-14-18-16,-6-7-3 15,4-12 1-15,-2-1 14 16,-6-18 3-16,-1-15-199 15</inkml:trace>
  <inkml:trace contextRef="#ctx0" brushRef="#br0" timeOffset="189663.91">19154 10843 694 0,'0'0'0'0,"0"0"-2"16,137 0 2-16,-52 0 2 15,12 0 12-15,6 0-14 16,6 0-20-16,-7 0-44 16,-9-4-47-16,-12-3-402 15</inkml:trace>
  <inkml:trace contextRef="#ctx0" brushRef="#br0" timeOffset="190528.71">21101 10883 45 0,'0'0'710'0,"0"0"-630"16,0 0-49 0,0 0-31-16,0 0-13 0,0 0 5 15,-29 40 8-15,12-8-3 16,4 5-47-16,3-6-20 15,10-4-38-15,0-10-12 16,19-11-15-16,9-6 77 16,2-6 58-16,1-18 42 15,-5-2 25-15,-9-5 16 16,-3 3 47-16,-11 5 24 16,-3 2-69-16,0 4-26 15,-1 5-19-15,-4 7-20 0,2 5-20 16,3 0-14-1,0 19-69-15,0 8 82 0,0 4-1 16,3 4-14-16,11 0-7 16,3-3-10-16,3-6 3 15,2-11-10-15,2-12 27 16,-1-3 13-16,1-22 27 16,4-12 5-16,2-12-3 15,-2 0-9-15,-8-6 5 16,-12 2-7-16,-8 7 17 15,-1 1-8-15,-17 6-4 16,-1 12 1-16,8 12 19 16,4 9-21-16,7 3-22 15,0 21-64-15,0 17 51 16,0 12 11-16,13 8-2 0,7 4-10 16,9-2-14-16,3-5-25 15,6-12 9-15,1-16-29 16,1-17 16-16,5-10 57 15,-3-27 0-15,-3-12 66 16,-2-11-12-16,-7-3-7 16,-11-4-20-16,-10-1 7 15,-9 1-19-15,-13 5-4 16,-11 10-6-16,6 12 20 16,6 15 38-16,11 13-59 15,1 2-4-15,0 14-78 16,0 14 69-16,0 13 9 0,5 9 0 15,6 4-1-15,-2 7 1 16,6-2-4-16,0-4-17 16,5-9-19-16,4-9 0 15,2-13-6-15,9-9 3 16,3-11-46-16,2-4-51 16,3-11-381-16</inkml:trace>
  <inkml:trace contextRef="#ctx0" brushRef="#br0" timeOffset="192177.46">22207 10867 689 0,'0'0'145'15,"0"0"-66"-15,0 0-79 0,0 0-17 16,0 0-9-16,0 0 26 16,-22 61 0-16,13-27-1 15,3 5-2-15,6 3 2 16,0 0-2-16,7-4-11 15,12-5 1-15,1-10-6 16,1-10-1-16,1-11 17 16,2-2 3-16,-1-7 25 15,-4-17 18-15,-7-5-12 16,-5-5-6-16,-6-2-17 16,-1 5-4-16,0 3-1 15,0 4-3-15,-8 3-5 0,-6 3-10 16,-5 1-14-16,1 3 9 15,5 6 20-15,5 2 0 16,4 3 0-16,2 2 0 16,2 1 0-16,0 0-4 15,0 0-20-15,5 13 15 16,8 1 3-16,5 2 6 16,1-2 1-16,-2-2-1 15,2 1 0-15,-2-7 1 16,-3-1-1-16,-3 1 3 15,-3-6-2-15,-7 0 8 16,1 0 34-16,-2 0 3 16,2 0-18-16,-2-7-14 15,2-1-3-15,-2-2-4 0,0 0-1 16,0 1 2-16,0 4 0 16,0 0-2-16,0 2 1 15,0 3-1-15,0 0-3 16,0 0-3-16,0 0-1 15,0 0 0-15,0 0 0 16,0 0-2-16,0 0 2 16,0 0-2-16,0 0-9 15,0 0-9-15,0 0 6 16,0 0 13-16,0 0 1 16,0 1 2-16,0-1 0 15,0 0 0-15,0 0 0 16,0 0 3-16,0 0 4 0,0 0-5 15,0 0 0-15,0 0-1 16,0 0 4-16,0 0 9 16,0 0-6-16,0 0 0 15,0 0-6-15,0 0-3 16,0 0 0-16,0 0 0 16,0 0 0-16,0 0 1 15,0 0-1-15,0 0 0 16,0 0 0-16,0 0 0 15,0 0-2-15,0 0-4 16,0 0-6-16,3 0 3 16,1-1 5-16,2-6-2 15,-1-2 6-15,1 0 0 0,-2 0 3 16,-1-1 1-16,-3-1 2 16,0 3 2-16,0 1 2 15,0 3 1-15,0 1 0 16,0 3-6-16,0 0-5 15,0 0-6-15,0 0-4 16,0 6-19-16,0 12 13 16,6 9 15-16,2 7-4 15,2 2-3-15,6 3-1 16,4-1-18-16,4-9 9 16,4-7-5-16,0-14 10 15,4-8 13-15,1 0 0 0,-2-18 2 16,0-9 13-16,-7-3 10 15,-5-1-7-15,-8-1-6 16,-11 1-6-16,0 2-4 16,-3-2-2-16,-12 8 3 15,0 7 7-15,8 5 6 16,3 11-9-16,4 0-7 16,-1 0-20-16,-1 25-12 15,-5 11 28-15,0 14 3 16,-2 4 0-16,-1 9-2 15,2 2 2-15,-1 6 1 16,-2 8 0-16,-3 1-1 16,-4 0 1-16,-3-8-1 15,0-14-1-15,3-14 0 0,6-14-4 16,6-11 3-16,5-10 1 16,1-7 3-16,0-2-1 15,0 0 5-15,-2-2 33 16,2-18-14-16,-5-6-22 15,1-9-2-15,-2-2-3 16,3-2-3-16,1 1-1 16,2-3-14-16,0-1-4 15,11-4-15-15,19 0-1 16,9 0 18-16,14 2-12 16,8-2 28-16,5 3 7 15,-2 2-3-15,-6 3 8 16,-13 7-5-16,-12 4 6 0,-12 6-4 15,-10 4 7-15,-11 5 6 16,0 2-6-16,0 3-3 16,0 3 10-16,0 0-14 15,0 3-2-15,0 1-1 16,0 0-33-16,4 2-46 16,-1 15 63-16,0 7 17 15,3 2 1-15,-3 5 3 16,-2 2-1-16,-1-1 1 15,0-1 0-15,0-5 4 16,0-10-7-16,0-3 5 16,0-8 4-16,0-2-2 15,0 1 12-15,0-3-5 0,0 5-15 16,-10 0 6-16,-3 3-6 16,-1 3-31-16,2-1-35 15,3 1-80-15,9-2-144 16</inkml:trace>
  <inkml:trace contextRef="#ctx0" brushRef="#br0" timeOffset="192356.2">23355 11190 775 0,'0'0'68'15,"0"0"-2"-15,0 0-37 0,0 0-28 16,0 0-1-16,0 0-18 15,0-13-65-15,0 28 0 16,0 0-52-16,10-5-58 16,12-9-131-16</inkml:trace>
  <inkml:trace contextRef="#ctx0" brushRef="#br0" timeOffset="192510.35">23589 11182 711 0,'0'0'106'0,"0"0"-63"15,0 0-34-15,0 0-9 16,0 0-9-16,0 0-63 16,0 5-47-16,2 9 9 15,6-3-96-15,10-9-81 16</inkml:trace>
  <inkml:trace contextRef="#ctx0" brushRef="#br0" timeOffset="192648.67">23831 11172 643 0,'0'0'109'15,"0"0"-25"-15,0 0-65 16,0 0-19-16,0 0-2 16,0 0-41-16,0-7-7 15,0 21 32-15,-9 1-10 16,-4 2-73-16,-3-2-38 16,6-11-140-16</inkml:trace>
  <inkml:trace contextRef="#ctx0" brushRef="#br0" timeOffset="199206.53">12221 11805 126 0,'0'0'41'15,"0"0"41"-15,0 0 40 16,0 0-106-16,0 0 55 16,0 0-20-16,0 0-15 15,-27-50-5-15,24 43 29 16,0 3-22-16,3-1-3 16,0 2-19-16,0 2-2 0,0 0-4 15,0 1-3 1,0 0-7-16,0-2-2 0,18 2-3 15,11-3 5-15,12-1 1 16,5-2 2-16,8-3-1 16,-1-2-1-16,0-2 0 15,-2 0-1-15,-4 0 0 16,-3 1 0-16,-8 4 3 16,-10 0-3-16,-8 2 2 15,-10 2-2-15,-5 0 1 16,-3 4 11-16,0 0 15 15,0 0 0-15,0 0-17 16,0 0-10-16,0 0-1 16,-2 0-2-16,-7 10-8 15,-2 5-1-15,0 7 3 0,-1 11 1 16,-1 12 1-16,-1 9 5 16,-1 10-1-16,3 3 3 15,1-2-4-15,1-7-2 16,4-8 0-16,2-8 3 15,2-8 3-15,2-7-2 16,0-10 1-16,0-8 0 16,0-2 1-16,0-4 0 15,0-2-4-15,3 1 0 16,23-2 4-16,15 0 0 16,28-3 2-16,15-11 0 15,20-3-2-15,7-2 5 16,5 0-1-16,-3 2 2 0,-11 1 11 15,-10 4-14-15,-10 0 10 16,-13 0-6-16,-14 6 2 16,-12-2-4-16,-16 3 3 15,-11 2-5-15,-8 1 0 16,-8 0 10-16,0-1 18 16,0 1-7-16,0-3-24 15,-2 4-4-15,-11 1-29 16,-4 0-34-16,-2 1-50 15,0 5-42-15,2-6-165 16</inkml:trace>
  <inkml:trace contextRef="#ctx0" brushRef="#br0" timeOffset="199443.74">13625 11942 454 0,'0'0'68'0,"0"0"79"16,0 0-52-16,0 0-84 15,0 0-11-15,0 0 0 16,72 1 0-16,-50 20 0 16,-2 1 0-16,-1 2-2 15,-3 0 2-15,1-2 0 16,-5-2 2-16,-1-3-2 16,-7-3 1-16,-4-4-1 15,0 3-4-15,-7 0-5 16,-17 6-24-16,-8-4-81 0,0-3-206 15</inkml:trace>
  <inkml:trace contextRef="#ctx0" brushRef="#br0" timeOffset="199604.28">13747 12237 528 0,'0'0'92'15,"0"0"11"-15,0 0-13 16,0 0-25-16,0 0-37 15,0 0-28-15,0 6-38 16,0 5-69-16,-3 1-15 16,-8-5-127-16</inkml:trace>
  <inkml:trace contextRef="#ctx0" brushRef="#br0" timeOffset="203277.41">14476 12444 24 0,'0'0'8'16,"0"0"-8"-16,0 0-6 16,0 0-20-16</inkml:trace>
  <inkml:trace contextRef="#ctx0" brushRef="#br0" timeOffset="204348.73">14768 11900 150 0,'0'0'39'0,"0"0"19"16,0 0 21-16,5-72 23 15,-5 56 21-15,0 1-58 16,-2 3 7-16,-2 5-8 16,1 3-6-16,1 4-5 15,-2 1-53-15,2 28 0 16,-6 20-4-16,-2 23-1 0,-2 14 5 15,-4 5 2-15,0 0-2 16,0-13-1-16,6-19-4 16,2-17-3-16,5-19-3 15,3-13 10-15,0-9 1 16,0-1 5-16,0 0 10 16,0-20 32-16,16-11-39 15,8-9-8-15,0-3-27 16,3 4 4-16,-4 4-15 15,0 9 18-15,-1 9-15 16,-4 8 15-16,0 9 15 16,-3 0 2-16,0 6 1 0,0 15 1 15,1 7 0-15,1 4 1 16,0 2-1-16,-1 4-1 16,0-4 2-16,-3-2-8 15,3-11-81-15,0-8 4 16,1-10-23-16,1-3 67 15,-1-15 19-15,-1-12 22 16,-4-9 3-16,-4-1 15 16,-4 2 54-16,-1 7 15 15,-2 9-20-15,-1 9 33 16,0 5-34-16,6 5-44 16,5 0-22-16,11 5-4 15,8 12 4-15,3 8-4 0,5 3 3 16,6 1-1-1,-8 0-29-15,-4-7-20 0,-8-5-55 16,-13-10-65-16,-11-7-73 16</inkml:trace>
  <inkml:trace contextRef="#ctx0" brushRef="#br0" timeOffset="204500.66">15280 11889 791 0,'0'0'14'16,"0"0"-7"-16,0 0-7 0,0 0-57 16,97 27-21-1,-75 16-33-15,-8 3-96 0</inkml:trace>
  <inkml:trace contextRef="#ctx0" brushRef="#br0" timeOffset="205216.29">15708 12112 609 0,'0'0'130'15,"0"0"0"-15,0 0-75 16,0 0-29-16,0 0-23 16,0 0-3-16,-42-56-10 15,18 80-18-15,-4 13 13 16,0 8-2-16,1 9 4 0,3 3-1 15,4 2 9-15,4-3-2 16,7 0 2-16,6-2 1 16,3-5 2-16,0-3 2 15,0-9 0-15,6-7 1 16,-3-7 1-16,-1-6-2 16,-2-5-1-16,0-6 1 15,0-2 3-15,-3 0 2 16,-5-4 2-16,-5 0-4 15,4 0 0-15,7-19-3 16,2-11-19-16,14-13-156 16,20-8 7-16,9-9-6 0,2-1 57 15,1-1 30-15,-4-3 87 16,-2 1 33-16,-8 0 75 16,-10 7-1-16,-5 4-6 15,-13 10 28-15,-4 11-11 16,0 10 3-16,0 12-39 15,0 10-57-15,3 13-25 16,6 23-31-16,4 12 27 16,2 12 1-16,5 6-2 15,7 1-15-15,10 0-3 16,9-12-17-16,-1-13-12 16,-2-16-20-16,-9-14 25 15,-11-12 32-15,-7 0 10 0,-4-18 4 16,-3-8 2-16,-2-6 1 15,-2-1 8-15,-3 2 12 16,-1 6 22-16,1 10 20 16,0 6 5-16,5 9-49 15,4 0-20-15,4 4-2 16,6 12 2-16,3 6-1 16,3-1 1-16,3 3 0 15,-1 1-1-15,-2-5 1 16,-4-2-32-16,-1-3-29 15,2-8-37-15,-4-7-145 16</inkml:trace>
  <inkml:trace contextRef="#ctx0" brushRef="#br0" timeOffset="205401.42">16734 12378 687 0,'0'0'144'16,"0"0"-54"-16,0 0-80 15,0 0-10-15,0 0-2 16,0 0 0-16,2 22 1 16,-2 12 0-16,0 16 1 15,-5 8-1-15,-8 4-44 16,1-4-38-16,4-13-68 16,4-19-125-16</inkml:trace>
  <inkml:trace contextRef="#ctx0" brushRef="#br0" timeOffset="207812.27">16925 12397 472 0,'0'0'63'0,"0"0"-28"16,0 0-32-1,0 0 1-15,0 0 11 0,0 0 15 16,78 0 11-16,-62-5 19 16,2-7 8-16,0-5-21 15,4-10-16-15,4-9-9 16,0-10-11-16,3-7-11 16,-4-2 0-16,-5-6 0 15,-6 2-12-15,-8 3-1 16,-4 2-9-16,-2 7 7 15,0 7 8-15,-13 11 7 16,1 9 3-16,3 11 5 0,4 9-8 16,0 0-8-1,1 16 2-15,0 19 2 0,1 15 2 16,3 11 2-16,0 11 0 16,7 3 3-16,13 0-2 15,0-7 1-15,-1-11-2 16,-2-11 0-16,-3-14-2 15,1-10-24-15,-2-10-13 16,5-7 28-16,4-5-18 16,1-9 28-16,1-18 2 15,-2-5 1-15,-8-1 2 16,-6-3 17-16,-6 6 31 16,-2 7-8-16,0 10-10 15,0 8 12-15,0 5-24 16,0 0-22-16,0 4-11 0,1 16 3 15,11 10 8-15,5 3-1 16,1 4-3-16,4-2-4 16,-1-3-6-16,1-7-4 15,-1-8-3-15,-4-8 10 16,1-6 2-16,-2-3 6 16,0 0 3-16,2-17 3 15,0-7-1-15,-3-3 4 16,-7-4 12-16,-8-1-7 15,-8 2 0-15,-23 3-11 16,-5 4-9-16,-3 6-7 16,8 4 16-16,13 5 0 0,8 3 0 15,8 4 3-15,2 1-2 16,0 0-1-16,0 0 0 16,0 0-4-16,0 0-15 15,0 0-52-15,0 0 41 16,2 0 6-16,9 0 17 15,3 0 0-15,7 1 2 16,5-1 5-16,6 0-1 16,7 0 1-16,3 0 0 15,-2 0 0-15,-3 4 0 16,-4-1-1-16,-3 0 1 16,-7 3 1-16,-3 2 1 15,-4-2 0-15,-5 2-1 0,-2 2-2 16,-5 0 2-16,-4-1-2 15,0-2 2-15,0-3-1 16,0 0 2-16,0-1-1 16,0-1 0-16,0 2-1 15,0 1 0-15,0 1 0 16,0 3-4-16,0 0 4 16,3 3 1-16,1 1-1 15,0 1 0-15,2-2 0 16,1 1 0-16,-1-4 0 15,1 1 0-15,1-4 2 16,-1-2-2-16,1-2 0 0,1-2 1 16,5 0 5-1,3-12 26-15,7-12 29 0,3-5-37 16,-1-5-4-16,-5 0-2 16,-6 2 8-16,-7 8-9 15,-5 5-3-15,-1 8-3 16,-2 6-3-16,0 4 2 15,0 1-10-15,0 0-5 16,0 0-3-16,0 7-5 16,2 9 11-16,9 5 2 15,4 3-1-15,9 3 0 16,8 1-2-16,6-6 3 16,6-5 0-16,3-10-5 15,0-7 5-15,0 0 0 16,-1-10 0-16,-7-11 4 0,-8-7 0 15,-10 0-1-15,-9-1 12 16,-12-1-4-16,0 0-2 16,-17 1-2-16,-13 0-1 15,-2 7-1-15,3 7-2 16,12 11 1-16,4 4-4 16,6 4-40-16,-2 20-36 15,0 10-24-15,3-2-59 16,3-3-152-16</inkml:trace>
  <inkml:trace contextRef="#ctx0" brushRef="#br0" timeOffset="208347.16">17055 12805 434 0,'0'0'85'0,"0"0"-32"16,0 0-35-16,0 0-18 16,0 0-3-16,0 0 3 15,60-26 16-15,-8 22 19 16,18 1 1-16,18-1 13 15,22-4-15-15,24-4-5 16,16-4-11-16,15-4-8 0,1 0-7 16,-12-4 6-16,-14 3-8 15,-26 4 7-15,-25 2-3 16,-25 5 17-16,-29 5-10 16,-16 3-9-16,-15 2 1 15,-4 0-4-15,0 0-3 16,-18 3-19-16,-15 13-25 15,-10 4-60-15,7-3-20 16,14-5-242-16</inkml:trace>
  <inkml:trace contextRef="#ctx0" brushRef="#br0" timeOffset="208504.13">18679 12662 706 0,'0'0'77'15,"0"0"6"-15,0 0-74 16,0 0-9-16,0 0-21 16,0 0-45-16,-6 18 30 15,-1 0-120-15,1-7-164 16</inkml:trace>
  <inkml:trace contextRef="#ctx0" brushRef="#br0" timeOffset="210694.13">15153 12898 101 0,'0'0'63'16,"0"0"-10"-16,0 0-14 16,0 0-14-16,0 0 3 15,-91-29 32-15,76 24-13 16,3 2 0-16,2 0 21 15,6 0-17-15,-1 3-39 16,2 0-6-16,-2 0-5 0,2 0-1 16,2 0 1-16,-1 2-1 15,2 0-1-15,0 3-3 16,17 2 4-16,22-2 9 16,18-2 14-16,18-3 12 15,15 0-20-15,18 0 14 16,3-12-19-16,4 0 3 15,-10-1-7-15,-14 1 3 16,-16 4-5-16,-18 4 3 16,-16-1 5-16,-13 3-5 15,-13 0-4-15,-8 2 1 16,-7 0-3-16,0 0 13 16,0 0 25-16,0 0-36 0,-21 0-3 15,-8 15-73-15,-1-1-41 16,-3-2-67-16,8-12-187 15</inkml:trace>
  <inkml:trace contextRef="#ctx0" brushRef="#br0" timeOffset="210857.09">15935 12822 674 0,'0'0'32'16,"0"0"72"-16,0 0-61 15,0 0-43-15,0 0-68 0,0 0-44 16,2 25 31-16,-2-10-56 16,0-5-155-16</inkml:trace>
  <inkml:trace contextRef="#ctx0" brushRef="#br0" timeOffset="-120981.22">13120 10568 150 0,'0'0'97'0,"0"0"-8"15,0 0-5-15,0 0-18 16,0 0-31-16,0 0-10 16,0 0 11-16,0 0-12 15,-15-34 71-15,14 29-64 16,-2 2-13-16,1 1-7 15,-1 0 5-15,-1-1-4 16,2-1 2-16,1 3-5 16,-2-1-1-16,0 1-2 15,0 0-2-15,0-1 5 16,0 1-4-16,-2-1-3 16,1 2-2-16,-2 0 0 15,-4 0-1-15,1 0 0 0,-3 0-1 16,-3 5 2-16,1 2 0 15,0 4-4-15,3 0 3 16,3 1-3-16,3 2 4 16,2 0 0-16,3 1-4 15,0 1 0-15,0-3 4 16,0-2-13-16,7-5 10 16,2 1 2-16,3-3 1 15,3-3 0-15,5-1 0 16,5 0-2-16,3-1-29 15,-1-10-42-15,-2 0-9 16,-3 0 7-16,-6 0-8 0,-3 1 28 16,-6 0 42-16,-1 3 13 15,-4 3 8-15,-2 0 3 16,0 2-10-16,0 0 2 16,0 2-1-16,0 0 5 15,-8 0-1-15,2 0 16 16,-1 0 23-16,1 0 28 15,3 0 8-15,0 0-3 16,3 0-16-16,0 0-30 16,0 0-32-16,0 4-24 15,0 9-74-15,-2 3-69 16,-3-6-246-16</inkml:trace>
  <inkml:trace contextRef="#ctx0" brushRef="#br0" timeOffset="-120111.1">12725 10565 186 0,'0'0'78'15,"0"0"71"-15,0 0-87 16,0 0-29-16,0 0 0 16,0 0-7-16,-2-16 22 15,-2 13-10-15,1 0-9 16,0-1 10-16,-3 0-14 15,2 0 2-15,-1-1 2 16,2 1-7-16,-3 1-11 0,3 3 1 16,0-4-7-1,0 4-3-15,0-1 1 0,3 1 1 16,0-2 1-16,0 2 0 16,0 0-2-16,0 0 6 15,0 0 5-15,-1 0-1 16,-1 0-5-16,2 0-5 15,0 0-2-15,0 0-1 16,0 0 0-16,0 0 0 16,0 0-4-16,0 0-7 15,0 2-21-15,0 10 5 16,0 7 26-16,3 1 1 0,0 2-3 16,0 2 3-1,2-1 0-15,0 0 1 0,2-3 1 16,3-1-2-16,2-4-3 15,-4-2 2-15,2-5-4 16,-4 1-12-16,-1-3-10 16,0-2-12-16,-3 5 2 15,-2 0-24-15,0 4-17 16,-7-2-122-16</inkml:trace>
  <inkml:trace contextRef="#ctx0" brushRef="#br0" timeOffset="-119938.85">12693 10847 535 0,'0'0'122'0,"0"0"9"16,0 0-63-16,0 0-36 16,0 0-32-16,0 0-9 15,0 2-167-15,2 2 34 16,3-1-75-16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3:03:48.2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8302 5871 173 0,'0'0'50'0,"0"0"-4"15,0 0 15-15,0 0 35 0,0 0-61 16,0 0 19-16,0 0-13 16,-10-15-17-16,10 15-10 15,0-2 7-15,0 2-14 16,0 0 6-16,0 0 0 16,0 0 9-16,0 0-13 15,0 0-9-15,15 0-6 16,15 0 6-16,13 0 0 15,10 0-11-15,12 3-5 16,11 0 12-16,13-3-7 16,14 0 11-16,14 0 1 15,13-10 1-15,17-4-2 16,11-1 1-16,9 0 1 0,6 3-1 16,-3 2-1-16,8 1 0 15,2-1 1-15,11-6 1 16,12-3-2-16,0-2-2 15,3 0 2-15,-1 1 0 16,3 1 0-16,4-1 5 16,9 1-5-16,-3 0 0 15,-8 6 0-15,-21 0 0 16,-19 2 1-16,-18-1 3 16,-12-2-2-16,-7 2 6 15,-3 4 3-15,-2 1-7 16,-3 5 0-16,-7 2-3 15,-15-3-1-15,-15 1 1 0,-21-3 1 16,-22 2 1-16,-18 1 1 16,-17 0 15-16,-5 2 3 15,-5 0-22-15,1 0-5 16,-1 0-10-16,2 0 1 16,-2 0-5-16,1 0 1 15,1 2-6-15,-2-2 23 16,0 0 1-16,1 0 2 15,-1 0 0-15,0 0 3 16,0 0 12-16,0 0 33 16,0 0-16-16,0 0-13 15,0 0-7-15,0 0-12 16,0 0-2-16,0 5-4 16,-6 5-11-16,-19 9-17 0,-15 13-26 15,-17-6-92-15,-11-13-283 16</inkml:trace>
  <inkml:trace contextRef="#ctx0" brushRef="#br0" timeOffset="2532.15">8420 5898 344 0,'0'0'195'0,"0"0"-195"16,0 0-17-16,0 0-52 15,0 0 42-15,0 0 25 16,0 0 1-16,6 80 1 15,-6-52 11-15,0 4-10 16,-3 5 3-16,0 4-3 16,-1 5-1-16,2 4 7 15,1-3 2-15,1 1 7 16,0-5-8-16,0-2-7 0,0-4 3 16,0 2-1-16,0-1 1 15,0 0-3-15,0 0-1 16,0 2 2-16,0-1-1 15,0 0 2-15,0 5-2 16,0 3 10-16,0 4 32 16,0 7-23-16,0 1-15 15,-2 4-1-15,-8 1 2 16,-1-3 4-16,1 0-3 16,-3-5-7-16,2-3 1 15,-1 1-1-15,5-4 3 16,-1 3-2-16,1 1 6 0,-3 4 0 15,6 2-1 1,1 3 4-16,0 1-5 0,2-3 4 16,1 3-2-16,0 0-3 15,0 7 1-15,0-1 3 16,0 1 2-16,0-1-4 16,-3-5 7-16,-3 3-6 15,-4 3 5-15,7 0-3 16,1 3-6-16,2-1-3 15,0 2 2-15,9-1-1 16,7-2-1-16,1 3 0 16,-1 0 2-16,0 7-2 15,0 3 0-15,-3 0 1 0,-4 0-1 16,-3-1 0 0,-3-1 0-16,0 3 7 0,-1 2-1 15,-2 1 3-15,6 2 2 16,-1 4-6-16,1 0-2 15,5 4 0-15,2 6-1 16,1-4-2-16,0 0 0 16,-3-6 3-16,-1-9-3 15,-1-6 0-15,-3-9 2 16,-1-4-2-16,-2-6 1 16,-2 0-1-16,-1 1 3 15,3 1-2-15,2 1 1 0,2-2 0 16,2-3 1-1,0-4-3-15,-1-1 4 16,2-1-4-16,-4-7 0 0,3-4 2 16,-3-5-2-16,1-3 2 15,-2-4-2-15,-2 2 0 16,3-4 1-16,-3-3 0 16,-2-4-1-16,1-5 1 15,-2-6-1-15,1-7 1 16,-1-3 0-16,2 0 4 15,3-3 3-15,5-28-8 16,9-30-219-16</inkml:trace>
  <inkml:trace contextRef="#ctx0" brushRef="#br0" timeOffset="4031.78">13973 5649 156 0,'0'0'111'0,"0"0"-20"16,0 0-26-16,0 0 40 15,0 0-50-15,0 0 13 16,0 0-41-16,8-51 13 15,-8 49 10-15,0 2-25 16,0 0-8-16,0 0-17 16,4 0-6-16,8 21-46 15,3 8 47-15,3 17 2 16,-1 15 1-16,1 8 1 16,-1 6 1-16,0 3 0 15,-5-3 0-15,-1 2 0 16,-2-1 0-16,-2-1 3 0,-1 0 2 15,1-3-5 1,-4 6 6-16,-2 6 1 0,2 5-4 16,2 9 17-16,-1 10-14 15,2 1-5-15,-4 3-1 16,4 0 1-16,-6-3-1 16,0-2 0-16,0-2 1 15,0-5-1-15,0 2 0 16,0 3 1-16,0 8 1 15,0 2-2-15,0 5 4 16,0 2-4-16,7-10 3 16,7 0-2-16,5-3 0 15,3-1 1-15,1-1-1 0,2 6-1 16,0 5 1 0,2-3 0-16,-4 2-2 0,-3-8 2 15,-3-9-1-15,-4-2 0 16,-2-5 1-16,1-2-1 15,-2-1 2-15,4-1-2 16,-1 6 0-16,5 4 0 16,1-2 0-16,-1-2 0 15,2-5 2-15,-5-7-2 16,-1-4 0-16,-5-5 0 16,-1-5 0-16,-1-8 0 15,-4-4-2-15,-2-3 2 16,4-2 3-16,-2 0 2 15,2 0-1-15,1-4-1 0,2-1 2 16,0-5-2-16,0-5 2 16,-2-4-4-16,4-4 3 15,-3-4 1-15,-1-4-2 16,1-6 4-16,0-1-5 16,-3-3-2-16,1-1 2 15,-1-3 0-15,-1-4 1 16,0 0-1-16,-1-1-2 15,-1-2-11-15,-1 0-94 16,0-11-89-16</inkml:trace>
  <inkml:trace contextRef="#ctx0" brushRef="#br0" timeOffset="5761.05">8922 12100 172 0,'0'0'71'0,"0"0"-35"0,0 0 17 15,0 0 21 1,0 0-13-16,0 0-14 0,-45-54 8 16,45 43-8-16,0 1 0 15,0-1 5-15,0 2-21 16,3 4-4-16,9-1-23 16,7 2-4-16,15 0-16 15,14-1 7-15,13 3-3 16,17-4-14-16,16-3 18 15,13 0 8-15,14-4 0 16,10-4 0-16,6 0 4 16,7 0 0-16,10-2 0 15,6 2 4-15,10 0-4 0,8 1-3 16,-4 2 0-16,-1 0-2 16,-12 5 1-16,-4-5 0 15,1 1 0-15,0 1 8 16,5 0-1-16,3 1 9 15,-6 3-10-15,-10 3-1 16,-18 3-1-16,-18-1-4 16,-17 0 1-16,-14-1-1 15,-10-1 3-15,-4 0-3 16,-11 1 2-16,-7-1-2 16,-6-2 1-16,-1 2-1 15,4-3 0-15,7 0 0 16,4 1 1-16,3 2-1 15,-2 1-1-15,-6 4 1 0,-4 0 0 16,-10 0-1-16,-7 0 2 16,-6 0-2-16,-3 0 2 15,-3 0-2-15,7 0 1 16,5 5-2-16,10 3 1 16,5 1 1-16,6-2-3 15,-1 1 2-15,-1-1-7 16,-6-1 5-16,2-2 3 15,-9-3 0-15,-4-1 2 16,-4 0 2-16,0 0 9 16,4 0-6-16,5 0-1 15,-1 0-2-15,-3 0-4 16,-7 0 4-16,-2 0-4 16,-5-2 1-16,2-2 1 15,3-1 3-15,7-1 3 0,8 0-2 16,7-1-3-16,2 1 3 15,1 2-2-15,-3 0-2 16,-7 0-1-16,-6-1 2 16,-9 1 3-16,-8 0 5 15,-9 0 4-15,-5 0 13 16,-3-2 17-16,-2 3-26 16,0-1-19-16,-5 1 0 15,-26 3-18-15,-26 0-90 16,-22 0-83-16,-20 0-204 0</inkml:trace>
  <inkml:trace contextRef="#ctx0" brushRef="#br0" timeOffset="7526.11">8407 9154 131 0,'0'0'131'0,"0"0"-97"0,0 0-34 16,0 0-4-16,0 0 0 16,0 0 4-16,-4 0 36 15,4 0 30-15,0 0-6 16,0 0-24-16,0 0-21 15,0 0-3-15,0 0 3 16,0 0-8-16,0 0-7 16,0 0-30-16,8 6 26 15,12 0 3-15,8-1 1 16,8-2 6-16,8-3-6 16,6 0 1-16,7 0 0 15,8 0 11-15,16-12 19 16,12-1-12-16,16-2 5 15,15-1-12-15,12 0-10 0,13 3 0 16,8-3-2-16,-1 3 0 16,-6 2 0-16,-4 1 1 15,-6-3 4-15,-4 2-1 16,-1-4 4-16,-2-1 7 16,1 1 9-16,5-1-10 15,0 5-14-15,-2-1 0 16,2 0 0-16,-3 0 3 15,-5 3-2-15,-8-2-1 16,-11 0 1-16,-6 3 0 16,-9-1-1-16,-6 4 0 15,-7 0 0-15,-10 4 0 16,-5-2 0-16,-8 1 0 0,-7-2 0 16,-5-3 0-16,-5 1 2 15,-5-4-1-15,-4 2 1 16,-2 0 0-16,-3 0-2 15,-2 4 13-15,5 2-13 16,0-1 0-16,1 3 0 16,-1 0 0-16,-2 0 0 15,0 0 0-15,4 0 0 16,15 0 0-16,15 0-1 16,18-7 1-16,13 0 0 15,11-1 0-15,-1 1 0 16,-1 2-2-16,-7-2 2 15,-12 2 5-15,-8-1-4 16,-7 3-1-16,-5 0-1 0,-8 0 1 16,-6 0 2-16,-8 0-2 15,-12-1 1-15,-5 0 3 16,-3-2-4-16,-3 0 6 16,1 1-4-16,-1 0 0 15,-4 1 5-15,-6 1-2 16,-3 1 2-16,-4 2-2 15,-4-2-1-15,0 1 2 16,0 1 15-16,0 0 2 16,0-2-11-16,4 0 2 15,9-1 4-15,4 1-16 16,11-2-2-16,3 0 1 16,0-3 0-16,-1 4-1 0,-9-3 0 15,-4 2 3-15,-9 3-3 16,-5 1 0-16,-3 0-3 15,-39 0-204-15,-31 2-35 16</inkml:trace>
  <inkml:trace contextRef="#ctx0" brushRef="#br0" timeOffset="9941.84">11073 5660 339 0,'0'0'53'16,"0"0"31"-16,0 0-4 15,0 0-43-15,0 0 11 16,0 0 1-16,0 0-12 15,0-26-4-15,0 24 2 16,0 2 0-16,0 0-13 16,0 0-22-16,0 0-9 15,2 0-67-15,13 12 62 16,5 5 14-16,-1 5 1 0,0 5 0 16,-4 4 1-16,0 0-2 15,-4 1 0-15,-2 0 1 16,-1 3-1-16,-3 5 2 15,-2 7 0-15,1 4-2 16,-1 5 0-16,-1 2 2 16,-1 0-1-16,-1-4 1 15,0 0-2-15,0-2 1 16,0-2 0-16,0 1-1 16,0-1 2-16,0 4-1 15,0 2 4-15,-4 0-3 16,1 4 2-16,3-1-2 0,0 6-1 15,0 2 1 1,11-1 1-16,0-1 1 0,3-2 2 16,2-3-2-16,-1-3 1 15,1 2-2-15,-2 0 0 16,1-3-2-16,-9-1 6 16,0-3-3-16,-5-3-1 15,1 0 1-15,-2 0-2 16,0-1-1-16,0 1 3 15,0-1-2-15,0-1 1 16,0-2 0-16,0 1-2 16,0 1-1-16,0 0 0 15,0 1 0-15,0 0 1 16,4-6-1-16,-1-1 0 16,1-5 1-16,-1 0-1 0,-3-4 0 15,2 1 1-15,-2-1-1 16,0 1 0-16,0 3 0 15,0 1 1-15,-2 2-1 16,-3 0 0-16,5-2 0 16,0 1 0-16,0-5 0 15,8 3 1-15,6-4-1 16,2 0 1-16,-2 2-1 16,2-2 2-16,-5 1-2 15,-2 4 0-15,-2 4 0 16,-4 1 0-16,-3 6 0 15,0 5 0-15,0 6 0 0,0 1 0 16,0-1 1-16,4-3-2 16,4-5 1-16,3 1 0 15,-1-2 0-15,1 1 2 16,-1-1-2-16,0 1 0 16,-2-1 0-16,-1 2-1 15,-2-1 1-15,2 0 1 16,1-1 0-16,-3 2-2 15,3 0 1-15,2-1 0 16,-2 0 0-16,1 0 0 16,1 0 0-16,1 3 0 15,-1 0 1-15,2 0-1 16,0-2 0-16,0-5-1 0,1-2 1 16,-2-3 0-16,1 0 0 15,-3 1 0-15,-2 0 0 16,3-2 0-16,-1-1 0 15,2-1 1-15,1-2-1 16,1-1 1-16,1 0-1 16,2-4-1-16,-2 0 1 15,0-5 1-15,-3-1-1 16,-1-2 0-16,-2-3 0 16,-2-1 0-16,-2 0 0 15,1 1 0-15,-2 0 1 16,1-2-1-16,-2 0 0 0,-1-2 1 15,0-1-1 1,-1-1 1-16,2-1-3 0,-2 0 2 16,0 0 0-16,0-1 0 15,0 0 0-15,0-2 0 16,0-1 0-16,2-1 0 16,-2 2 0-16,3-2 1 15,-2 2-1-15,1 0 1 16,2 6-1-16,-1-1 0 15,-1 0 0-15,-2-1-1 16,0 3 0-16,0-1 2 16,0 1-1-16,0 1 3 15,0-2-3-15,0-1 0 16,0-3 0-16,0-2 0 0,0-3 0 16,0-1 0-16,0-1 0 15,0-2 0-15,0-1-3 16,0 0 6-16,0-2-6 15,0 5 3-15,0 0 0 16,0 2 1-16,-2 1-1 16,1 1 0-16,-1-2 0 15,1-1 3-15,1-3-6 16,0-1 3-16,0-2 0 16,0-1 3-16,0 0-3 15,0 0 0-15,0 0 0 0,0 0-1 16,0 2-15-1,0-2 0-15,0 2 4 0,0 1-6 16,0 1 3-16,0 2-29 16,0 5-38-16,-6-3-57 15,-14-6-165-15</inkml:trace>
  <inkml:trace contextRef="#ctx0" brushRef="#br0" timeOffset="11805.73">9387 3948 86 0,'0'0'348'0,"0"0"-222"16,0 0 15-16,3-81-37 15,-3 74-36-15,0 7-43 0,0 0-25 16,0 22-10-1,0 24-4-15,-3 22 13 0,-9 15 0 16,-2 6 1-16,-3-4 0 16,0-13 0-16,6-16 2 15,7-16-1-15,1-18-1 16,2-12 2-16,1-9-1 16,0-1 7-16,-2 0 45 15,-1-20 10-15,2-16-55 16,1-20-8-16,0-7-29 15,0-9 1-15,4-1-13 16,11 1-3-16,3 8-6 16,6 7 10-16,10 11-20 15,6 9-15-15,7 11 5 16,-1 15 10-16,-4 11-6 0,-11 6 62 16,-13 26 4-1,-12 14 0-15,-6 5 0 0,-15 5 4 16,-12-4 16-16,-4-7-1 15,3-11-10-15,8-10 1 16,5-8-2-16,6-6 8 16,2-3-3-16,1-2-1 15,3-3 0-15,1 3-4 16,2 0-3-16,0 8-4 16,0 4 0-16,11 7-1 15,8 4 0-15,5 1 1 16,3 2 0-16,1-2-1 0,5-6 0 15,-1-5 0-15,3-6 0 16,0-5-21-16,-5-7-81 16,-1-7-169-16</inkml:trace>
  <inkml:trace contextRef="#ctx0" brushRef="#br0" timeOffset="11980.51">9755 4260 723 0,'0'0'139'0,"0"0"-121"16,0 0-18-16,0 0-27 16,0 0 22-16,22 78 5 15,1-38 3-15,8-1-3 0,2-8-3 16,2-12-49 0,-6-8-52-16,-5-11-12 0,-11 0-135 15</inkml:trace>
  <inkml:trace contextRef="#ctx0" brushRef="#br0" timeOffset="12146.05">9794 3934 717 0,'0'0'20'15,"0"0"38"-15,0 0-58 16,0 0-63-16,0 0-27 15,28 100-31-15,-28-52-176 0</inkml:trace>
  <inkml:trace contextRef="#ctx0" brushRef="#br0" timeOffset="13020.9">10177 4195 526 0,'0'0'59'16,"0"0"-9"-16,0 0-44 16,0 0 27-16,72-88-14 15,-64 69-4-15,-7 6 3 16,-1 3-3-16,0 4-15 0,-9 4-2 16,-10 2-57-1,4 0 4-15,-2 0 50 0,7 11 3 16,5 6-6-16,4 7 2 15,1 5 4-15,0 7 2 16,0 5 1-16,0 1 0 16,8 0-1-16,7-3 0 15,-4-6 3-15,-7-4 1 16,-4-4 0-16,0-7-2 16,-1-5-2-16,-9-5 5 15,-4-2-2-15,2-6 2 16,0 0-1-16,1-9 3 0,10-18-3 15,1-9 11-15,18-10-8 16,21-5-5-16,15-6-2 16,10 0-11-16,6 0-18 15,4 2 6-15,-6 5-8 16,-13 6 4-16,-14 2 27 16,-15 8 0-16,-14 4 18 15,-10 4 23-15,-2 7 39 16,0 5-4-16,0 5-25 15,-6 7 15-15,-2 2-63 16,-1 26 0-16,-6 18-5 16,-3 16 4-16,2 6 0 15,5 4-2-15,8-3-2 0,3-8 2 16,0-6-3 0,2-11 1-16,1-13-2 0,-2-12-8 15,-1-9-2-15,2-8-24 16,1 0 38-16,7-10 8 15,13-21 7-15,8-10-15 16,8-6-18-16,-3 4 18 16,-4 7 1-16,-8 8 0 15,-4 6 8-15,-10 8-2 16,-3 2 4-16,-5 5 2 16,-2 3 8-16,0 3 4 15,0 1-10-15,0 0-15 16,0 0 0-16,-2 0-11 15,-8 7 4-15,1 4 7 0,0 2-1 16,5-1-4-16,2 2 1 16,2 2-5-16,0-1 8 15,5 0 1-15,8-1-6 16,6-3 6-16,6 0 0 16,4-3 1-16,10 2 1 15,9-2-2-15,12-2-24 16,7-1-68-16,6-5-100 15</inkml:trace>
  <inkml:trace contextRef="#ctx0" brushRef="#br0" timeOffset="14352.56">13590 4453 351 0,'0'0'170'16,"0"0"12"-16,9-82-29 16,-6 66-100-16,-2 6-10 15,-1 7-11-15,1 3-25 16,1 4-7-16,3 21-21 16,-1 15 15-16,-4 12 1 15,0 14 3-15,-1 6-3 16,-15 2 3-16,1-7-8 0,6-10-6 15,8-15-17-15,1-18 16 16,10-14-3-16,16-10 20 16,9-10 5-16,4-22 2 15,2-10 1-15,-8 0 0 16,-12 0 3-16,-11 9 8 16,-8 5 21-16,-2 9-35 15,0 5-2-15,0 14-3 16,0 0-1-16,0 10-33 15,0 15 6-15,0 9 27 16,0 6 1-16,1 4-4 16,10 1 1-16,5-1-2 15,2-7-6-15,3-7 7 16,0-12-2-16,-2-11-4 0,2-7 10 16,4-7 3-16,2-19 13 15,0-6-8-15,-4-3-2 16,-12-5-1-16,-11 1-5 15,-1 0-5-15,-26 5-11 16,-4 4 5-16,1 7-14 16,8 8 20-16,7 6 4 15,9 4 1-15,4 3 0 16,2 2-1-16,2-2-26 16,22 0-24-16,12-2 39 15,5 2 6-15,4 2 2 16,-2 0-2-16,-1 5 1 0,-5 6 4 15,-5 2 1 1,-9 0 0-16,-9 1 0 0,-5-3-3 16,-8 0 2-16,-1 1-1 15,0 0 2-15,0 0 0 16,0-5 3-16,0 0-1 16,0-4-4-16,2-3 0 15,5 0 2-15,5 0 1 16,6-11 10-16,0-2-3 15,-5 3 10-15,-3 0-10 16,-2 2 1-16,-2 4-2 16,2 4-7-16,0 0-1 15,5 0-5-15,0 12 5 16,0-1 1-16,3 5 0 0,4 1-1 16,4-3 0-16,3-1 2 15,0-6 1-15,3-7 2 16,-2-3 15-16,1-18 39 15,-3-8-16-15,-2-6-2 16,-3-6-26-16,-11-6-8 16,-10-1-2-16,0 4-4 15,-32 9 0-15,-24 13-3 16,-17 13-71-16,0 9-120 16,21 0-268-16</inkml:trace>
  <inkml:trace contextRef="#ctx0" brushRef="#br0" timeOffset="15501.57">7662 4967 487 0,'0'0'114'0,"0"0"18"0,0 0-93 16,0 0-39-16,0 0-57 15,0 0 56-15,-3 93 1 16,11-24 3-16,1 6 2 15,0-5-4-15,0-3 2 16,-3-16 0-16,7-15-1 16,-5-11-2-16,-4-16 1 15,-2-4 5-15,-2-2-2 16,0-3 1-16,0-3 44 16,0-16 15-16,0-6-64 15,-3-3-16-15,-14-1 6 16,-4 1 7-16,-5 4 1 15,3 1 2-15,10 6-11 0,11 3-12 16,2 0-42-16,28 0-78 16,16-2-2-16,6-1 22 15,0-7 45-15,-4-2 38 16,-12-2 40-16,-13 3 94 16,-10 4 45-16,-10 4-3 15,-1 5-10-15,0 5-49 16,0 4-22-16,0 3-32 15,0 14-23-15,0 18-34 16,11 14 34-16,5 1-1 16,8 3-4-16,4-4-12 15,5-6 7-15,0-9-37 16,-5-7-34-16,-5-15 42 16,-10-6-2-16,-4-3 24 0,3-10 17 15,-3-12 47-15,-3-6-40 16,-2 1-5-16,-4 2 26 15,0 5 30-15,-1 7-6 16,-4 7 1-16,5 6-3 16,0 0-50-16,0 14-54 15,2 9 53-15,11 10 1 16,7 2 0-16,5 3-7 16,3 1 2-16,-1-4-52 15,-3-7-73-15,-12-14-87 16,-3-14-88-16</inkml:trace>
  <inkml:trace contextRef="#ctx0" brushRef="#br0" timeOffset="15663.94">7998 4983 811 0,'0'0'0'0,"0"0"-13"16,0 0-27-16,112-4 9 15,-60 33 29-15,0 12-75 16,2 5-31-16,-2 0-137 16</inkml:trace>
  <inkml:trace contextRef="#ctx0" brushRef="#br0" timeOffset="16367.1">8611 5227 577 0,'0'0'92'15,"0"0"50"-15,-48-74-57 16,34 59-35-16,4 8-18 16,5 7-29-16,3 0-3 15,-5 14-17-15,-2 20-18 16,-3 17 35-16,-2 10 0 16,8 11-3-16,5 1-14 15,1-1-1-15,1-9 4 0,10-7 6 16,4-15-9-1,-6-14 16-15,-3-10 1 0,-3-8 2 16,-3-6-1-16,0-3 7 16,0 0 11-16,0 0 17 15,-11 0-22-15,-11 0-6 16,-6 0-8-16,2 0 1 16,5-7 1-16,12-3 1 15,9-7-3-15,12-10-20 16,28-10-79-16,22-13-70 15,9-9 66-15,-3-8 15 16,-6-1 88-16,-10-1 12 16,-10-1 45-16,-11 4-4 15,-10 1-32-15,-13 3 26 16,-8 5-7-16,0 13 70 0,-11 14-8 16,2 14-37-16,6 15-26 15,3 3-39-15,0 33-66 16,0 21 58-16,5 19 8 15,4 8 1-15,1 1-1 16,8-11-12-16,3-14-15 16,3-12 9-16,-3-17 4 15,-9-11-36-15,-6-9 35 16,-4-7-63-16,3-3 78 16,-4-3 6-16,4-19 66 15,-2-6-72-15,1 0 0 16,1 4 3-16,-2 9 39 0,1 6-33 15,4 6 8 1,1 3-17-16,4 0-3 0,7 3 1 16,1 11 2-16,4 1-1 15,-1 2 1-15,1-1-4 16,-1-4-10-16,-2-4-17 16,-5-3-24-16,1-5-38 15,-6-2-227-15</inkml:trace>
  <inkml:trace contextRef="#ctx0" brushRef="#br0" timeOffset="17999.55">2646 8061 601 0,'0'0'153'15,"0"0"-85"-15,0 0-68 16,-91 20-11-16,48 25 11 16,1 15 0-16,8 0-1 15,12 2-3-15,11 2 2 16,8 0-11-16,3 0-11 16,0-8 10-16,17-14-33 0,8-16-20 15,20-15 30-15,16-11 16 16,12-11 12-16,0-19 9 15,-9-4 7-15,-16 0 16 16,-20 5 63-16,-16 7-11 16,-9 5 60-16,-3 4-87 15,-1 4-24-15,-13 9-24 16,-2 0-4-16,2 8-3 16,3 16-14-16,5 9 8 15,6 4-6-15,0 2 12 16,24-1 2-16,16-7 4 15,10-9 1-15,4-9 0 0,3-12 1 16,-5-1 1-16,-4-9 22 16,-8-15-1-16,-7-5-8 15,-5-5-3-15,-10-1-1 16,-9 0-3-16,-9 2-8 16,0 7-3-16,-34 5-3 15,-23 10-23-15,-19 8-41 16,-8 3-8-16,13 0 51 15,20 0 27-15,25 0 2 16,17 0-2-16,9 0-14 16,0 0-88-16,19 0 91 15,14-3 11-15,14-5 16 16,11 4 4-16,10 4-15 0,0 0 2 16,-4 4 2-16,-11 15-5 15,-15 7-2-15,-12 1-1 16,-10 1 2-16,-10 1-3 15,-1-4 3-15,-5-5 2 16,0-6-2-16,0-7-1 16,0-3-2-16,0-4 7 15,-8 0 0-15,2-16 11 16,0-11-5-16,6-9-13 16,0-3-26-16,20 0-37 15,8 3-2-15,2 9 37 16,-5 9 21-16,-1 12 7 0,-8 6 2 15,-1 3-1 1,-4 17 1-16,-2 5-1 0,-2 2 6 16,-1 2-7-16,-3-2 0 15,0-4 0-15,1-6 6 16,-2-9-4-16,1-8 1 16,3 0 0-16,3-25 26 15,3-10-29-15,1-8-2 16,-4 3 2-16,-4 6 7 15,-4 8 41-15,1 14 18 16,-1 5 20-16,2 7-86 16,6 2-8-16,-4 17-27 15,8 8 32-15,0 8-6 16,1 4-4-16,7 5-6 16,1-2 4-16,-7-2-66 0,-4-8-15 15,-9-17-149-15</inkml:trace>
  <inkml:trace contextRef="#ctx0" brushRef="#br0" timeOffset="18483.52">3810 8272 700 0,'0'0'127'0,"0"0"3"16,0 0-130-16,0 0-14 15,0 0 8-15,0 0 5 0,42 100 1 16,-34-60 0-1,-3 1 0-15,1-8-4 0,-3-11 3 16,0-10-19-16,-3-9-20 16,3-3 31-16,10-12 9 15,2-21 15-15,11-6-15 16,-1-5-20-16,-3 10-19 16,-4 12-43-16,-6 10 27 15,-7 7 45-15,2 5 3 16,-2 0-1-16,1 16 2 15,-1 4 5-15,2 4 1 16,3 0 0-16,6 1 1 16,-2-5-1-16,0-4 1 15,-9-10-2-15,1-6-5 16,-1-1 6-16,1-22 40 0,2-9-40 16,-2-4 3-1,0-4-1-15,0 6-2 0,2 7 38 16,-2 10 4-16,-3 7 9 15,6 9-37-15,1 1-14 16,8 5 0-16,6 17-3 16,0 6 0-16,6 6 3 15,5 6-2-15,1-1-8 16,-3 0-22-16,-9-3-68 16,-8-11-50-16,-11-14-136 15</inkml:trace>
  <inkml:trace contextRef="#ctx0" brushRef="#br0" timeOffset="18648.6">4520 8395 862 0,'0'0'62'16,"0"0"-62"-16,0 0-9 15,0 0-53-15,0 0-38 16,0 0-4-16,7 56-40 15,-2-54-281-15</inkml:trace>
  <inkml:trace contextRef="#ctx0" brushRef="#br0" timeOffset="19181.07">5103 7886 718 0,'0'0'118'0,"0"0"-57"16,0 0-30-16,0 0-31 15,0 0-7-15,0 0-36 16,-7 56 42-16,23 8 2 15,-1 8-2-15,3 3 1 0,-3 1 0 16,-2-5 0-16,-1-10 3 16,-7-14-3-16,0-16 2 15,-2-19 0-15,-3-12 3 16,0-12 43-16,0-21-8 16,-1-17-40-16,-9-12-6 15,1-8 3-15,-9-5-6 16,6-1-15-16,0 6 4 15,3 12-13-15,9 12-31 16,16 10 2-16,14 9 12 16,9 12 38-16,1 10 12 15,-3 5-1-15,-5 17 1 16,-3 18-4-16,-2 8 4 16,-9 3 4-16,-10 0-2 15,-8-4 0-15,0-6 3 0,-8-7-3 16,-10-7 1-16,-9-6-2 15,-4-7 5-15,-9-1-4 16,0-5-2-16,1 3-10 16,12-3-135-16,24-3-204 15</inkml:trace>
  <inkml:trace contextRef="#ctx0" brushRef="#br0" timeOffset="19915.27">5562 8095 664 0,'0'0'146'0,"0"0"-96"16,0 0-26-16,0 0-24 16,0 0-1-16,0 0-2 15,-64 59 3-15,54-31-1 16,4-2-3-16,6-3-1 16,0-9-11-16,16-6-4 15,5-8-2-15,8 0 22 16,0-21 7-16,0-10-4 15,-7-5 3-15,-8 3-6 16,-10 5 14-16,-4 8 23 16,0 7-16-16,0 7 0 15,0 6-13-15,-6 0-8 0,0 16-21 16,-2 10-3 0,2 7 12-16,6 1-17 0,0 0-12 15,6-4 18-15,14-6-3 16,5-7 6-16,-1-10-2 15,-2-7 20-15,1-12 2 16,-2-19 71-16,-2-4-33 16,-8-2-11-16,-5 4 6 15,-6 5-18-15,0 6 19 16,0 9-9-16,0 8 1 16,0 5-23-16,0 0-3 15,0 1-23-15,11 16-32 16,6 6 42-16,10 2 11 15,9 4 2-15,7-3-14 0,3-1-3 16,-1-6-42-16,-9-7-12 16,-11-7 25-16,-14-5 39 15,-4-6 7-15,-7-14 58 16,0-7-22-16,0-2-4 16,-9 2-12-16,0 8-6 15,-3 5 27-15,5 6 9 16,4 8-34-16,1 0-16 15,2 22-14-15,0 12-10 16,0 16 23-16,0 9 1 16,0 7 0-16,3 1 1 15,5-3-1-15,-4-12 2 16,0-17-1-16,-4-14 3 0,0-12-2 16,0-8 7-16,0-1 59 15,0-11 17-15,-14-20-50 16,-9-10-35-16,1-2-10 15,-1 4-6-15,7 11-47 16,9 8-12-16,7 0-226 16</inkml:trace>
  <inkml:trace contextRef="#ctx0" brushRef="#br0" timeOffset="20083.44">6183 8210 592 0,'0'0'4'16,"0"0"-4"-16,0 0 0 16,0 0 0-16,88-33-8 15,-51 26-78-15,8-3-54 16,0-6-18-16</inkml:trace>
  <inkml:trace contextRef="#ctx0" brushRef="#br0" timeOffset="21179.57">6580 7956 387 0,'0'0'101'0,"0"0"-34"16,0 0-20-16,0 0-46 15,0 0 0-15,0 0 9 16,-57 115 4-16,45-66-5 16,7-8-4-16,5-9 1 0,0-14-3 15,0-11 1-15,0-7 34 16,2 0 42-16,6-19 26 15,5-19-85-15,-1-13-21 16,-2-8-17-16,-5 2-11 16,-1 0-2-16,-4 9-17 15,0 5-10-15,0 7 57 16,0 3 4-16,0 5 1 16,0 11 45-16,0 7 0 15,0 10-36-15,3 0-14 16,5 20-35-16,1 19 32 15,1 13 3-15,-1 17 2 0,2 12 0 16,3 6-2-16,3 4 3 16,4-2 1-16,2-3-4 15,6-3 5-15,4-5-5 16,4-13 0-16,5-14-2 16,-8-17-2-16,-8-17-39 15,-13-10-13-15,-7-7 32 16,-5-10 24-16,-1-19 34 15,0-15-34-15,-17-7-2 16,-21-8 2-16,-17-5 12 16,-11-1 0-16,-1 2 19 15,6 8 6-15,19 6-11 16,20 6-26-16,17 2-13 0,5 0-67 16,33-1-27-1,12-1 34-15,12-1 22 0,2 3-21 16,-2 4 42-16,-8 1 30 15,-18 10 24-15,-18 3 64 16,-9 7-2-16,-4 2-2 16,0 6-10-16,0 5 1 15,0 3-53-15,0 0-22 16,0 18-26-16,-4 18 18 16,-1 13 8-16,-3 16 0 15,4 13 1-15,4 5-1 16,0 2 1-16,16-2-1 0,5-5 0 15,2-6-4 1,-1-10 4-16,-3-10-15 0,-5-17-19 16,-4-15-5-16,-4-9 10 15,-1-11 29-15,-1-3 0 16,1-27 109-16,-1-11-109 16,-4-9-4-16,-2 1 3 15,-24 4 0-15,-13 8-3 16,-6 6-24-16,-1 2-12 15,10 7 30-15,8 4 6 16,16 0-3-16,10 5-10 16,2-8-23-16,25-5-20 15,16-8-11-15,9-7 63 0,-2-2 8 16,-4 4 43-16,-7 6-30 16,-7 4-7-16,-9 8 2 15,-6 7-8-15,-9 6-7 16,-3 2 1-16,-3 6 5 15,0 0 1-15,0 0-33 16,0 0-35-16,3 17 62 16,3 2 6-16,4 6-1 15,2 1 1-15,4 6 4 16,-2-2 7-16,-2 3 33 16,-6-1 15-16,-5-1-27 15,-1 0-8-15,0 1 2 0,-13 1-13 16,-8 2-4-1,-10-4 0-15,-5 2-3 0,-12-1-6 16,-10-1-27-16,-8-6-163 16,-7-13-237-16</inkml:trace>
  <inkml:trace contextRef="#ctx0" brushRef="#br0" timeOffset="21612.16">6263 8197 491 0,'0'0'123'0,"0"0"-109"15,0 0-14-15,0 0-7 16,0 0 3-16,0 0 4 16,0 0 4-16,2 75-3 15,2-56 1-15,2-4-2 16,8-8-2-16,4-7-12 0,10-5 14 15,8-23 7-15,4-9-4 16,-7-3 2-16,-12 0 4 16,-10 8 34-16,-11 2 12 15,0 7-37-15,-22 1-16 16,-12 12 0-16,-12 10-2 16,-5 11-30-16,-1 17-115 15,10 4-187-15</inkml:trace>
  <inkml:trace contextRef="#ctx0" brushRef="#br0" timeOffset="23061.55">6495 11818 396 0,'0'0'165'0,"0"0"-46"15,0 0-5-15,0 0-31 16,0 0-52-16,0 0-31 16,-20-44-9-16,20 75 6 15,0 13-2-15,3 11 5 16,-3 10 1-16,0 0 0 0,0-3 0 15,2-10 1 1,1-13-2-16,3-8-2 0,4-14-10 16,2-11 2-16,10-6 3 15,11-11 7-15,12-22 5 16,9-14-3-16,2-9-1 16,-8 1 1-16,-10 5 1 15,-16 11 1-15,-12 10 25 16,-7 11-4-16,-3 9 0 15,0 6-17-15,0 3-8 16,0 2-7-16,0 18-29 16,-1 9 36-16,-1 8-4 15,2 2 6-15,0-1-2 16,3-1 0-16,14-4-3 0,1-5 2 16,7-7-1-16,-3-7 1 15,-4-7 0-15,1-7 2 16,0 0 1-16,3-14 5 15,0-11-5-15,-5-6 1 16,-7 1-1-16,-10 0 0 16,0 3-2-16,-13 5-4 15,-13 5-12-15,-2 4-9 16,-2 2-14-16,3 5 10 16,6 0 21-16,11 2 8 15,4 1 0-15,6 1 0 0,0-1 0 16,22-2-28-1,16 0 28-15,10-2-3 0,8 2-1 16,-3 3 4-16,-6 2 0 16,-3 0-1-16,-11 0 1 15,-6 2 0-15,-10 10-1 16,-10 2-3-16,-5 5 0 16,-2 3 2-16,0 3 2 15,-15-1 5-15,-3-2-2 16,3-2-3-16,6-6 0 15,2-4-11-15,7-4-3 16,0-6-19-16,0 0 5 16,16-13 28-16,7-13 12 15,3-11-5-15,0 0 12 16,-6 1 31-16,-6 7 15 0,-5 12-13 16,-4 10-7-16,2 7-45 15,0 0-12-15,2 7 1 16,0 10 2-16,-1 5 3 15,5 0 3-15,-1 4-2 16,6-4 2-16,-2-3 1 16,3-2-4-16,0-10-4 15,1-6 4-15,0-1 6 16,1-10 3-16,1-17-3 16,-1-7 5-16,-5-4-1 15,-4 1 2-15,-10-2 19 16,-2 3-16-16,-15-1 0 15,-18 4-7-15,-10 9-2 0,-11 14 1 16,5 10-1-16,12 3-71 16,14 18-71-16,19-5-122 15</inkml:trace>
  <inkml:trace contextRef="#ctx0" brushRef="#br0" timeOffset="24445.31">5831 5574 670 0,'0'0'8'15,"0"0"68"-15,0 0-58 16,0 0-18-16,0 0-54 16,0 0 54-16,27 77-2 15,-15-12 2-15,-5 13 3 0,2 6-1 16,-1 4-2-1,-1-6 0-15,-1-10 0 0,0-16 10 16,-1-17-9-16,-4-19 0 16,2-9 2-16,-3-8 1 15,0-3 54-15,0 0 54 16,0-14-53-16,-4-8-57 16,-9-3-2-16,1 2-3 15,1 4-38-15,5 1 6 16,6 1-9-16,7-1-12 15,28-2-62-15,14 0 34 16,4-4-21-16,-2 1-63 16,-2-5 15-16,-8-3 39 15,-13-1 114-15,-6 3 141 16,-14 5 90-16,-7 7-71 0,-1 5-80 16,0 7-13-16,0 5-36 15,0 0-31-15,0 10-60 16,0 16-29-16,0 13 89 15,7 7 3-15,1 3-3 16,7-1-3-16,7-2-50 16,5-11 3-16,6-8-50 15,0-12-32-15,-3-15-19 16</inkml:trace>
  <inkml:trace contextRef="#ctx0" brushRef="#br0" timeOffset="24610.33">6508 6012 199 0,'0'0'182'0,"0"0"0"15,0 0-55-15,0 0-64 16,0 0-63-16,0 0-32 16,8 16 32-16,-4 13 0 15,6 4 1-15,4 0-1 16,-2-2-6-16,6-3-33 16,-8-8-9-16,-3-15-146 15,-5-5-132-15</inkml:trace>
  <inkml:trace contextRef="#ctx0" brushRef="#br0" timeOffset="24761.63">6389 5678 339 0,'0'0'336'0,"0"0"-336"15,80 29-80-15,-41 18 10 16,-2 5-113-16,1-1-70 15</inkml:trace>
  <inkml:trace contextRef="#ctx0" brushRef="#br0" timeOffset="25477.57">6902 5874 538 0,'0'0'110'0,"0"0"40"16,-9-92-69-16,-3 67-25 15,4 9-32-15,4 8-5 0,1 5-16 16,1 3-3-16,-3 6-14 16,-4 24-35-16,-2 17 44 15,-2 9 3-15,4 6-26 16,7 2 25-16,2 6-5 16,0-4 1-16,6-4 3 15,6-9-3-15,2-11 6 16,-5-11-1-16,-1-9 2 15,-5-10 0-15,-3-4 0 16,0-5 0-16,0-3 4 16,0 0 20-16,-7 0 25 15,-11 0-35-15,-4-11-8 16,0-6-4-16,5-6-2 0,13-5-5 16,4-6-32-1,34-7-27-15,22-7-24 0,12-5-57 16,2-3 53-16,-6-2 19 15,-15 2 73-15,-16 3 49 16,-15 5 23-16,-11 1 50 16,-7 6-59-16,0 8 25 15,-7 9-36-15,-2 11 2 16,3 11-30-16,3 2-24 16,0 21-16-16,0 21-52 15,1 19 68-15,2 6 0 16,0-2-12-16,9-4-1 0,17-11-30 15,8-6-6 1,-4-13-38-16,-5-10 16 0,-8-13 32 16,-4-8 20-16,-1-8 19 15,0-20 109-15,-2-8-61 16,-2-5 28-16,-2 3 0 16,-3 1-64-16,-3 12 29 15,0 9-4-15,0 11-15 16,0 5-17-16,0 0-5 15,4 0-20-15,3 14-14 16,9 10 34-16,3 6 0 16,3 3-5-16,-2 1-9 15,-1 0-28-15,-4-5-37 16,-3-9-26-16,-1-15-7 0,2-8-167 16</inkml:trace>
  <inkml:trace contextRef="#ctx0" brushRef="#br0" timeOffset="59408.58">11894 9878 128 0,'0'0'61'0,"0"0"37"16,0 0-11-16,0 0-6 16,0 0-8-16,0 0 27 15,0 0-31-15,0 0-42 16,-12-53 24-16,12 47-10 16,-1 2-26-16,-1 2 9 15,2 0-5-15,-2 1-2 0,2 1 1 16,0 0-11-16,-1 0-2 15,1 0-5-15,0 0-1 16,0 1-3-16,0 18-6 16,0 10 7-16,1 10 2 15,6 8-5-15,-6 5 4 16,-1 1 1-16,0-5 0 16,0-4 1-16,0-13 2 15,0-11-2-15,0-10 3 16,0-7-1-16,0-3-1 15,0 0 6-15,0 0 23 16,0-16 25-16,0-12-19 16,2-12-36-16,-2-7-6 0,0 0 3 15,0 4-3-15,0 5-12 16,-5 3 4-16,-2 6-17 16,-2 4 9-16,6 2-12 15,1 3-12-15,2 1-1 16,0-3 13-16,3 3 23 15,14 0-7-15,5 2 4 16,5 7-6-16,5 2 17 16,3 8 1-16,-1 0-4 15,-2 9 5-15,-4 13-1 16,-4 8 1-16,-8 4-3 16,-7 2 1-16,-7 0-5 15,-2-6 7-15,0-4 0 0,-8-8 0 16,-2-4 1-16,-2-3 0 15,5-6 3-15,2 0 2 16,2-4-2-16,1 1-3 16,2-1-1-16,0 1-8 15,0 1-5-15,2 5 12 16,7 1 2-16,3 4 4 16,-2 4 0-16,-1 6-1 15,-2 3 3-15,-5 5 1 16,-2 3-2-16,-2 1-2 15,-14 1 3-15,-3-3-1 16,1-3 2-16,-6-6-2 0,-1-4 0 16,0-7 2-1,-2-7 11-15,1-6 17 0,-2 0-13 16,-1-2 25-16,3-12-22 16,3 0-9-16,11 5 1 15,8 1-13-15,4 8-4 16,10 0-81-16,23 0-60 15,15 0-6-15,4 0-148 16</inkml:trace>
  <inkml:trace contextRef="#ctx0" brushRef="#br0" timeOffset="59925.46">12737 10185 495 0,'0'0'65'16,"0"0"-33"-16,0 0-2 15,0 0-8-15,0 0-2 16,0 0-11-16,-22 21 5 16,22-20-2-16,-2-1 20 15,-1 0 15-15,-4 0 25 16,-7-1-43-16,-2-10-26 15,-4-8-3-15,1-8-7 0,4-7-38 16,8-4-61 0,7-1 38-16,0 2 20 0,13 4-11 15,6 7-21 1,2 8 71-16,-6 6 9 0,-2 10 34 16,0 2-32-16,-6 0-2 15,-2 18 0-15,-5 10-4 16,0 10-22-16,-22 5 23 15,-10 6 3-15,-4 2-33 16,2-6-39-16,6-5 16 16,8-6 8-16,5-13 45 15,6-8 6-15,5-9 28 16,4-4 16-16,0 0 56 16,0 0 13-16,22 0-71 0,14-4 14 15,12-8-15-15,7-1-35 16,4-1-9-16,1-2 0 15,-3-1-11-15,-7 1-35 16,-8-1-45-16,-12-2-151 16</inkml:trace>
  <inkml:trace contextRef="#ctx0" brushRef="#br0" timeOffset="60238.55">13457 9743 526 0,'0'0'324'0,"0"0"-243"16,0 0-31-16,0 0-38 15,0 0-12-15,0 0-7 16,-11-37-29-16,8 74 12 15,-5 11 24-15,-1 10-1 16,-3 1 0-16,3 1 1 16,5-7-2-16,1-6-1 15,3-14-1-15,0-14 2 16,0-9-6-16,0-8-14 16,0-2-2-16,0 0 17 15,0-17 6-15,0-12-258 0</inkml:trace>
  <inkml:trace contextRef="#ctx0" brushRef="#br0" timeOffset="60778.49">13311 9712 772 0,'0'0'52'15,"0"0"-17"-15,0 0-21 16,0 0-12-16,0 0-2 15,84-69 0-15,-63 69-1 16,3 0 0-16,-2 0 0 16,1 8 0-16,-5 6-4 0,0 6-8 15,-7 4-11 1,-5 3-8-16,-6 4 0 0,0 2 8 16,-3 2 19-16,-12-6-9 15,-2 0 13-15,3-8-3 16,2-7 2-16,4-8-2 15,5-4 4-15,2-2 38 16,1 0 58-16,0 0-45 16,0 0-51-16,3 0-6 15,14 0-1-15,10 0 7 16,6 0 0-16,5 0-2 16,-4 14 0-16,-4 3 0 15,-3 5 0-15,-7 0 1 0,-8 4 0 16,-4 2-1-16,-8-3 1 15,0 0-1-15,-5-1-2 16,-18-6 4-16,-10-2 5 16,-5-7-2-16,-3-3 2 15,-1-4 0-15,-3-2 6 16,-1 0 11-16,6-7 2 16,5-2-1-16,13 3-17 15,10 0-4-15,5 5-2 16,7 1-18-16,0 0-41 15,0 0-138-15,10 0-44 16,10 5 80-16</inkml:trace>
  <inkml:trace contextRef="#ctx0" brushRef="#br0" timeOffset="60928.73">13462 10169 561 0,'0'0'193'0,"0"0"-81"15,0 0-40-15,0 0-33 16,0 0-15-16,0 0-5 15,-2-18-17-15,2 18-2 16,0 0-18-16,-4 14-62 16,-8 7-46-16,-3-2-97 15</inkml:trace>
  <inkml:trace contextRef="#ctx0" brushRef="#br0" timeOffset="68448.66">11664 7282 173 0,'0'0'276'0,"0"0"-156"15,0 0-69-15,0 0-6 16,0 0-1-16,0 0-6 16,0 0 1-16,-10-46-1 15,9 43-1-15,1 0-14 16,-2 2 4-16,1 0-8 16,1 0-7-16,0 1-2 15,0 0-5-15,0 0 1 16,-2 0 1-16,2 0-3 15,0 0-1-15,-2 0-3 16,2 0-5-16,0 13-1 16,0 18 1-16,0 19 3 15,0 15 1-15,0 15-1 0,0 7 2 16,0-2-4-16,-10-3 4 16,-5-10 0-16,5-15 2 15,-1-20 0-15,4-15-1 16,4-11-1-16,0-7 1 15,3-2 0-15,-2-2 2 16,2 0 1-16,0 0 0 16,0-8-4-16,2-17-84 15,13-11-262-15</inkml:trace>
  <inkml:trace contextRef="#ctx0" brushRef="#br0" timeOffset="68816.09">11565 7163 566 0,'0'0'38'15,"0"0"44"-15,44-74-45 16,-29 57 7-16,3 7-19 15,6 5-1-15,9 5-24 16,9 4-5-16,5 19 3 16,-2 8-1-16,-5 8 1 0,-12 7-4 15,-9 7 2 1,-13-1 4-16,-6-4-2 0,-3-4 2 16,-16-10 2-16,-4-7-2 15,-4-7-7-15,-1-9 6 16,1-5 2-16,-2-4 6 15,0 0-1-15,2-2-3 16,7 2-3-16,7 5-36 16,10 4-123-16,3 1-79 15,1 0-4-15</inkml:trace>
  <inkml:trace contextRef="#ctx0" brushRef="#br0" timeOffset="69751.3">11975 7695 664 0,'0'0'141'15,"0"0"-101"-15,0 0-35 16,0 0-2-16,0 0-3 15,0 0 4-15,42-7 8 16,-17-4 5-16,-4-4 0 16,-2 1-2-16,-4-3-7 0,-6 0-5 15,-4-1 1-15,-5 4-4 16,0-3 2-16,-17 5-5 16,-13 1 2-16,-7 8 0 15,2 3 1-15,9 0 0 16,7 4-2-16,12 16-24 15,7 9 5-15,0 6 21 16,7 2-6-16,19 2 5 16,7-2 1-16,6-3 0 15,2-9-1-15,0-7 1 16,-2-11-2-16,-2-7 1 16,5-7-1-16,1-17 0 15,-3-4-13-15,-4 0 7 0,-11-1-7 16,-13 2 12-16,-7 3 3 15,-5-1 2-15,0 7 0 16,-9 6 14-16,-3 3 9 16,8 6-3-16,0 3-14 15,4 0-8-15,-1 0-3 16,1 0-4-16,-2 0 5 16,1 6 2-16,-3 2 0 15,2-2 1-15,-1-2-1 16,1-4 1-16,2 1 0 15,-1-1 0-15,1 0-1 16,0 0 2-16,0 0 1 16,-2 0 8-16,-3 1 8 0,-6 4-14 15,1 1-5 1,-5 3 0-16,5 4-2 0,3 2 0 16,0 4 0-16,6 4-2 15,1 0 2-15,0 2 2 16,0-5-1-16,0-4 0 15,6-4-4-15,5-4-2 16,3-8 3-16,4 0 4 16,-1 0 3-16,-2-15 0 15,0-2-1-15,-5-3 1 0,-5 2 0 16,-5 0-1 0,0-1 6-16,0 1 6 15,-9-1 3-15,-2 5 3 0,3 5 12 16,5 6-6-16,3 3-26 15,0 0-7-15,0 0-16 16,3 14-7-16,10 6 28 16,4 1 2-16,4-3 0 15,5-4-3-15,6-4 0 16,4-5 3-16,4-5-14 16,-1 0-32-16,-4 0-44 15,-5-15-183-15</inkml:trace>
  <inkml:trace contextRef="#ctx0" brushRef="#br0" timeOffset="70065.1">12658 7590 312 0,'0'0'504'0,"0"0"-411"16,0 0-84-16,0 0-9 15,0 0-10-15,0 0 10 16,51 45-1-16,-42-16 1 15,2-2 0-15,-2 2 2 16,-3-4-1-16,-1-5-1 16,-5-7 0-16,0-5-1 15,0-4 0-15,0-4 1 16,-9 0 4-16,-3 0 1 16,-6-12-5-16,4-6-4 15,6-2-11-15,6 1-1 0,2 2-2 16,9 2-17-16,12 0 8 15,3 3-19-15,6-1 28 16,-5 4 4-16,3-2 14 16,-1 3-2-16,0-3-43 15,-6-4-151-15</inkml:trace>
  <inkml:trace contextRef="#ctx0" brushRef="#br0" timeOffset="70400.27">13038 7235 296 0,'0'0'359'0,"0"0"-210"16,0 0-63-16,0 0-40 16,0 0-35-16,0 0-11 15,-28-33-12-15,28 71 12 16,0 21-2-16,0 9 2 16,0 10 2-16,-2 1-1 0,-5-7-1 15,1-7-1-15,2-16-12 16,4-14-34-16,0-11-34 15,0-16-67-15,13-8-215 16</inkml:trace>
  <inkml:trace contextRef="#ctx0" brushRef="#br0" timeOffset="70847.39">13001 7777 527 0,'0'0'93'0,"0"0"-79"16,0 0 82-16,0 0 25 0,0 0-64 16,0 0-27-1,68-52-10-15,-32 25-11 0,3-6-8 16,-1-3 1-16,-1 2-2 16,-5-3 0-16,-3-1-4 15,-5 1-16-15,-6 1-32 16,-5 4-36-16,-3 3 53 15,-3 10-5-15,-4 6 24 16,-2 6 16-16,-1 5 2 16,0 0 8-16,3 2-10 15,-2 0-11-15,2 6-33 16,2 12 36-16,2 8 8 16,-1 5 3-16,3 3 3 15,-4 3 6-15,-4-7-3 0,-1-2 8 16,0-6 3-16,0-2 11 15,0-2 7-15,-6 0-14 16,-4-1-14-16,-1-1-1 16,2-3-6-16,1-4-3 15,0-4 0-15,0 2-19 16,-3-6-54-16,-2-1-71 16,1 0-162-16</inkml:trace>
  <inkml:trace contextRef="#ctx0" brushRef="#br0" timeOffset="71024.99">13472 7755 59 0,'0'0'781'0,"0"0"-722"0,0 0 31 16,0 0-17-16,0 0-24 15,0 0-24-15,0-6-25 16,0 6-17-16,0 0-70 15,0 0-53-15,0-9-496 16</inkml:trace>
  <inkml:trace contextRef="#ctx0" brushRef="#br0" timeOffset="91376.7">8678 6269 36 0,'0'0'336'0,"0"0"-222"16,0 0-46-16,0 0-14 15,0 0 7-15,0 0-12 16,0 0-5-16,0-3-4 16,0 3-8-16,0 0-2 15,0 0 3-15,0 0-9 0,0 0-10 16,0 0-9-16,0 0-5 16,0 0-2-16,-1 3-4 15,1 11-2-15,-3 10 8 16,1 7 0-16,-1 9 0 15,-3 5-2-15,0 7 2 16,-2 2 2-16,2-2-1 16,4-9-1-16,2-9 0 15,0-10-6-15,0-12-1 16,6-7 1-16,9-5-3 0,7-11 9 16,9-20 1-16,2-7 2 15,-1-3-2-15,-10-1-1 16,-9 6 4-16,-8-3-3 15,-5 3 5-15,0-3 6 16,-11 3 6 0,-9 7-11-16,-6 1 3 0,-3 9 8 15,-4 6-18-15,-2 9-5 16,1 4-2-16,6 6-12 16,10 19-25-16,6 8-32 15,12 9-25-15,0-5-38 16,13-9-162-16</inkml:trace>
  <inkml:trace contextRef="#ctx0" brushRef="#br0" timeOffset="91976.17">8903 6272 773 0,'0'0'106'0,"0"0"-52"16,0 0-54-16,0 0-6 0,0 0-4 15,0 0 9-15,66 98 1 16,-44-55 0-16,0-2 0 15,3-9-4-15,2-6-24 16,-1-12-3-16,1-8-29 16,-3-6 38-16,-6-1-25 15,-2-21 27-15,-6-4 9 16,-6-4 11-16,-4-3 8 16,-2 4 53-16,-20 1-27 15,-2 6 14-15,5 8 7 16,5 8 7-16,7 6-49 15,6 15-13-15,-4 27-36 16,5 20 36-16,-2 21 0 16,2 9 0-16,0 3-1 15,7-2 1-15,4-10 1 0,-3-16 0 16,-7-20-1-16,-1-22 1 16,0-15-1-16,0-10 5 15,0 0 17-15,0-15-5 16,-17-18 4-16,-9-9-20 15,-11-4-1-15,-4 2-4 16,-4 4-3-16,12 11 4 16,8 10-19-16,13 9 4 15,12 3-24-15,0 3-37 16,20 4-102-16,10 0 62 16,1 0-126-16</inkml:trace>
  <inkml:trace contextRef="#ctx0" brushRef="#br0" timeOffset="92558.88">9202 6534 597 0,'0'0'82'0,"0"0"-35"15,0 0-40-15,92-65 12 16,-61 41-4-16,1-1 1 15,-5-1-1-15,-8-2-7 16,-7-2 11-16,-8 5 17 16,-4 3-23-16,0 5-4 0,-12 4-9 15,-8 8 0 1,-6 5-6-16,0 0-11 0,2 23 0 16,6 10 0-16,4 10 16 15,8 10 1-15,6 3 0 16,0-1-15-16,24-7-8 15,14-16-22-15,11-20 20 16,3-12 15-16,5-11 10 16,-2-22 9-16,-3-7-9 15,-4-6-10-15,-5 0-37 16,-13 2 6-16,-14 3 34 16,-13 6-18-16,-3 5 0 15,0 8 18-15,-12 7 7 0,3 6 13 16,2 6-10-16,6 3 13 15,1 8-9-15,-3 25-7 16,-3 18 0-16,-7 9 4 16,-1 4 15-16,2-6 29 15,4-8-23-15,1-11-12 16,5-10 2-16,-2-9 10 16,-1-8-13-16,2-5-4 15,2-7-5-15,-2 0 5 16,-2 0 12-16,-6 0 23 15,-5-7-43-15,-4-5-1 16,4-3-45-16,5-4-62 16,11-3-90-16,0-3-210 15</inkml:trace>
  <inkml:trace contextRef="#ctx0" brushRef="#br0" timeOffset="92776.84">9828 6333 270 0,'0'0'197'16,"35"-84"-83"-16,-25 35-54 15,-6 1 68-15,-4 5-64 16,0 6-15-16,0 13 10 16,0 12-36-16,0 12-23 15,0 3 0-15,0 33-74 16,-1 21 53-16,-11 24 21 0,0 10 0 16,-6 1 1-16,5-7-1 15,4-15 0-15,4-17-62 16,5-12 30-16,0-16-20 15,0-13-91-15,5-12-59 16</inkml:trace>
  <inkml:trace contextRef="#ctx0" brushRef="#br0" timeOffset="93126.34">9981 6491 566 0,'0'0'35'16,"0"0"-35"-16,0 0 0 16,0 0 6-16,0 0 7 0,0 0 6 15,49-25-5-15,-36 8-10 16,-3-2 1-16,-4-2-3 16,-6 1 0-16,0 1-2 15,-14 2-1-15,-12 5 1 16,-6 4 1-16,2 8 19 15,9 0-19-15,3 13-1 16,9 13-8-16,9 11 3 16,0 6 1-16,13 1 4 15,14 1 0-15,8-12-4 16,9-9 4-16,8-11 1 16,4-13 4-16,0 0-5 0,-2-13-38 15,-11-15-205 1</inkml:trace>
  <inkml:trace contextRef="#ctx0" brushRef="#br0" timeOffset="93708.52">10274 6409 651 0,'0'0'0'0,"0"0"0"16,0 0 0-16,61 86 19 15,-52-58-2-15,0 0-4 16,-6 0 24-16,-3-3-28 16,0-3-5-16,0-3 1 15,-13-6 0-15,-1-3-4 0,4-5-1 16,-2-5-9-16,-2 0 6 16,-2-17-57-16,3-8 13 15,4-7 11-15,9-3 33 16,0-3 3-16,21 0 66 15,10-1-20-15,10-2-7 16,5-1-2-16,6 0-37 16,3-4 13-16,-1 5-6 15,-5 0-4-15,-9 4-1 16,-12 7-1-16,-8 10-1 16,-10 7 0-16,-5 7 2 15,-4 3-2-15,-1 2 0 0,0 1-5 16,0 0-4-16,0 3-13 15,-16 19 14-15,-5 12 8 16,0 4 0-16,6 4 0 16,11-1 0-16,4 0 4 15,0-4 1-15,7-3 9 16,7-6-1-16,2-1 2 16,-2-6-3-16,-1-1-3 15,-3-5-5-15,-3-1-2 16,-3-8-1-16,-1-2 0 15,-3-2 1-15,0 3 0 16,-7-3-2-16,-20 4 3 16,-14 2-3-16,-14 2-11 0,-3 0-56 15,-3-3-88-15,3-6-134 16</inkml:trace>
  <inkml:trace contextRef="#ctx0" brushRef="#br0" timeOffset="94058.1">9757 6232 473 0,'0'0'142'0,"0"0"-83"15,0 0-52-15,0 0-7 16,0 0-1-16,0 0-1 15,1 25 2-15,32-21 68 16,13-4 6-16,15 0-40 16,9-2-14-16,12-11-11 15,4-1-2-15,-3 0-6 16,-16 0 0-16,-22 3 0 16,-18 4-1-16,-20 3 1 15,-7 1 25-15,0-2 23 16,0-1-14-16,-10-3-24 15,-10 4-11-15,-3 5-7 16,-6 0-21-16,3 20-72 0,-1 2-105 16,6-10-302-16</inkml:trace>
  <inkml:trace contextRef="#ctx0" brushRef="#br0" timeOffset="94229.44">10128 6296 830 0,'0'0'89'0,"0"0"-42"15,0 0-47-15,0 0-14 16,0 0-108-16,0 0 45 16,11 88-49-16,-11-73-243 0</inkml:trace>
  <inkml:trace contextRef="#ctx0" brushRef="#br0" timeOffset="102801.86">8717 11821 88 0,'0'0'113'15,"0"0"-60"-15,0 0 19 16,0 0 8-16,0 0-49 16,0 0-26-16,0 0-4 15,0 0-1-15,-21-17-3 16,17 17-42-16,-3 0-41 15,-1 0 40-15,2 0 16 16,-2 4 10-16,1 0 20 16,-9 0-18-16,-4 1-177 15</inkml:trace>
  <inkml:trace contextRef="#ctx0" brushRef="#br0" timeOffset="103716.88">8547 11818 216 0,'0'0'41'16,"0"0"-9"-16,0 0-3 15,0 0-29-15,0 0-22 16,0 0-39-16,0-2 31 16,0 2 30-16,0-2 15 15,0 0 15-15,0 0 16 16,0-3 29-16,0 1-5 0,0-3-43 15,0 4-8 1,3-1-15-16,0-3-4 0,2 5 0 16,-1-2-9-16,-2 3-7 15,0-1 3-15,0-1 12 16,-2 0 1-16,1 1 1 16,1-3 0-16,-1 1-1 15,1-3 0-15,1 2 1 16,0-2-1-16,0 1 0 15,-2 2-1-15,1 0 1 16,-1 1 1-16,-1 0 3 16,0-2 17-16,0 3 7 15,0-1 13-15,0 0 13 16,0 3-16-16,0 0-5 0,0 0-33 16,0 0 0-16,0 0-10 15,0 12 9-15,0 8 0 16,0 1 1-16,0 7 3 15,0 1-1-15,0 2-2 16,0 1 3-16,0-3-3 16,0 0 0-16,0 0 0 15,0-4-1-15,6 0 1 16,2-3 0-16,-5-5 2 16,3-3-2-16,-3-4 1 15,-2-2 0-15,1-4-1 0,-2 1 2 16,0-3 8-1,0 0-2-15,0 2 13 0,0 0-1 16,0 2-14-16,0-1-4 16,0 0 1-16,0-2-3 15,0 0 0-15,0-3 1 16,0 0 0-16,0 0 0 16,0 0 1-16,0 0 4 15,0 0 14-15,0 0-1 16,0 0-4-16,0 0-11 15,0 0-1-15,1-4-3 16,8 3-1-16,-1 0 1 16,8-2 0-16,2 3-6 0,3-3-4 15,4 1-14 1,6-3 15-16,7-1-2 0,11-1 1 16,8-2-12-16,4 0-27 15,2-1 11-15,-4-1 9 16,-5-2-4-16,-7 2 12 15,-12 2 12-15,-12 1 9 16,-9 2 2-16,-9 3 14 16,-5 1 51-16,0-1 2 15,0 1-43-15,0 2-18 16,-16 0-8-16,-6 10-111 16,-4 0-103-16</inkml:trace>
  <inkml:trace contextRef="#ctx0" brushRef="#br0" timeOffset="103898.19">9178 11980 608 0,'0'0'178'0,"0"0"-92"15,0 0-61-15,0 0-25 16,0 0-61-16,0 0-98 15,-12 18-20-15,2-5-244 16</inkml:trace>
  <inkml:trace contextRef="#ctx0" brushRef="#br0" timeOffset="118700.75">8812 11632 94 0,'0'0'107'16,"0"0"-34"-16,0 0 6 15,0 0 3-15,0 0-30 16,0 0 24-16,0 0-32 0,0 0-13 16,-19-27 18-16,16 23 6 15,2 1-18-15,-1 3-4 16,0-3 0-16,1 1-12 16,1 2-8-16,0 0-1 15,0 0-1-15,0 0-4 16,-1 0-1-16,1 0 0 15,-2 0 5-15,1 0-1 16,-1 0-10-16,-1 3-3 16,3 14-1-16,-4 12 4 15,-3 5 0-15,3 6 1 16,-2 1-1-16,3 2 1 16,3-5-1-16,0-4 0 0,0-8 0 15,0-8-1-15,0-9-16 16,8-6 0-16,5-3 9 15,7-15 8-15,-1-15 0 16,1-4 0-16,-4 3 0 16,-8 5 0-16,-1 8 2 15,-5 5 2-15,-2 6 2 16,5 4-6-16,0 3-1 16,2 0-14-16,5 0-1 15,9 0 12-15,4 9 3 16,4 2 0-16,3-2-6 15,1 1 1-15,-1-3-13 0,-6-4 5 16,-5-3 10 0,-7 0 0-16,0 0 4 0,-3-12 3 15,0-5-1-15,-3-8 0 16,-3-2 4-16,-5-4 9 16,0-2 6-16,0 0-4 15,-16 1 20-15,-4 6-28 16,1 5 6-16,4 7-14 15,6 6 0-15,9 6-2 16,0 2-6-16,0 0-50 16,0 0-80-16,9 2 67 15,10 10 14-15,-1-5-113 16,2 1-170-16</inkml:trace>
  <inkml:trace contextRef="#ctx0" brushRef="#br0" timeOffset="119066.61">9312 11472 459 0,'0'0'204'0,"0"0"-42"16,0 0-99-16,0 0-32 15,0 0-31-15,0 0-2 16,0 21 1-16,0 5 0 0,0 5 1 15,0 3 3 1,0 0-3-16,0 5 0 0,2-3 1 16,-1-4 0-16,-1-6-1 15,0-4 0-15,1-7 0 16,1-1 0-16,4-2 0 16,2-3-4-16,2 1 4 15,11-4-14-15,10-5 3 16,10-1 6-16,6 0-7 15,3-12-14-15,0-5-17 16,-4-2-24-16,-2 0 3 16,-8-3 12-16,-11 1-12 15,-10 3-144-15</inkml:trace>
  <inkml:trace contextRef="#ctx0" brushRef="#br0" timeOffset="119316.74">9325 11465 355 0,'0'0'151'16,"0"0"-42"-16,0 0-37 15,0 0 5-15,0 0-23 16,0 0-38-16,71-80-12 15,-50 73-4-15,3 1 0 0,1 2-1 16,-1 4-52-16,-6 0-59 16,-3 0-31-16,-11 0-178 15</inkml:trace>
  <inkml:trace contextRef="#ctx0" brushRef="#br0" timeOffset="119499.36">9248 11647 581 0,'0'0'72'16,"0"0"-60"-16,0 0 24 15,0 0 26-15,79 7-24 16,-43-7-21-16,0 0-9 16,1 0-8-16,3-8-18 15,-6-5-133-15,-7-5-305 0</inkml:trace>
  <inkml:trace contextRef="#ctx0" brushRef="#br0" timeOffset="120464.85">8541 11494 404 0,'0'0'196'0,"0"0"-38"16,0 0-88-16,0 0-8 15,0 0-37-15,0 0-25 16,0-2-7-16,0 30-3 15,0 12 10-15,0 13 0 16,-3 5 0-16,-2 6 0 16,4 1 0-16,-2-1-2 15,3-3-2-15,0-10 2 16,0-5-2-16,10-14-3 16,0-10-4-16,-3-6 2 15,3-8 1-15,-2-1 0 0,4-4 4 16,3-1 0-16,4-2 3 15,7 0-2-15,6 0-10 16,14 0-1-16,14 0 7 16,16-11 6-16,15 0 1 15,14-6-1-15,8-2 0 16,-1-4-1-16,6-1 2 16,-9-2 0-16,-5 1-6 15,-13 2-3-15,-15 4 9 16,-16 3 0-16,-22 7 2 0,-19 3-2 15,-12 4 1 1,-7 1 37-16,0-2 3 0,0 3-31 16,-15 0-10-16,0 0-7 15,-3 6-37-15,2 2-34 16,4-2-60-16,1-6-233 16</inkml:trace>
  <inkml:trace contextRef="#ctx0" brushRef="#br0" timeOffset="121319.14">8668 11478 241 0,'0'0'157'0,"0"0"-19"15,0 0-73-15,0 0-21 16,0 0-23-16,0 0-1 16,-12-22-13-16,12 22-4 15,0-1 3-15,1-3-6 16,20-3 0-16,16-4-1 16,10-3 1-16,11 0 0 15,11 1-1-15,7-4 1 0,7-2 0 16,9-2 0-16,4-1 0 15,4-2 0-15,-7 1 0 16,-12 3 3-16,-10 4-3 16,-7 7 5-16,-6 5-3 15,0 4-2-15,-3 0-4 16,2 0-27-16,-5 2-7 16,-3 5 11-16,-8-4 10 15,-13 1 6-15,-9-1 11 16,-14-1 0-16,-5-2 13 15,0 0 106-15,0 0-16 16,0 0-42-16,-8 5-34 0,-3 0-23 16,-1 4-4-16,4 3-1 15,-1 8-1-15,-1 2 1 16,5 9-1-16,-2 8-1 16,0 13-3-16,-1 7 2 15,0 4 2-15,2 3-2 16,2-6 2-16,4-6 1 15,0-9 0-15,0-11-4 16,3-8 2-16,6-8-7 16,-1-9-5-16,-2-4-30 15,-2-5-41-15,-4 0-124 16</inkml:trace>
  <inkml:trace contextRef="#ctx0" brushRef="#br0" timeOffset="121491.94">9868 11822 519 0,'0'0'276'15,"0"0"-151"-15,0 0-106 16,0 0-19-16,0 0-4 16,0 0-24-16,5 6-34 15,4-3-116-15,-6-3-354 16</inkml:trace>
  <inkml:trace contextRef="#ctx0" brushRef="#br0" timeOffset="130388.99">13659 7103 243 0,'0'0'145'16,"0"0"-71"-16,0 0 31 15,0 0-45-15,0 0-30 16,0 0 12-16,0 0-8 15,0-70-27-15,0 65-2 0,0-3 10 16,0 1-3-16,0-2-7 16,-3 0-2-16,-2-2 13 15,1-1-6-15,-5-2 11 16,-1-6-8-16,-4-1-8 16,-4-6 5-16,-2-2-1 15,-5-3 8-15,-3 2-16 16,-5 0 0-16,-4 1 0 15,-5 4-2-15,-4 3 2 16,-5-1-1-16,-9 3 0 16,-4 2 4-16,-6 0-4 15,-3 1 0-15,0 1 0 16,-1 3-4-16,2 3 4 0,-1 1 2 16,1 2 2-1,7-1-3-15,6 2-1 0,10 1 1 16,8-1 0-16,8 4-1 15,-4 0 4-15,-1 2-3 16,-11 0-1-16,-8 0-1 16,-2 0 0-16,-4 7 1 15,-4 5-2-15,-1-1 1 16,3-1 1-16,7 0 1 16,4-2 2-16,5 0-3 15,7 3 0-15,6-2-1 16,8 3-1-16,4-2 1 15,3 4 0-15,2 0 1 16,-4 2 0-16,-3 3 0 0,-7 4 0 16,-5 0 0-16,-2 1 0 15,3-1 1-15,6-6 0 16,7 1-1-16,6-2-3 16,0 1 3-16,3 3-1 15,0 1 1-15,3 2-1 16,0 4 1-16,0 1-1 15,2 0 1-15,-2 0-4 16,0 0 4-16,4 2-1 16,-4-1 1-16,4 4 0 15,-2 4 0-15,2 6 0 16,0 5-1-16,2 3 0 16,2 1 1-16,2-3 0 0,2 0-1 15,0-4 0 1,0-3-1-16,0-2 2 0,3 0 0 15,5 1 0-15,-1-3 1 16,0-1-1-16,0 1 0 16,2 1 0-16,5 2 0 15,4 5-1-15,8 5-1 16,4 4 2-16,5 1 0 16,0-6 0-16,-1-5 2 15,-2-8-2-15,-10-7 0 16,2-7 0-16,-9-1 0 15,-1-4 0-15,3 2-2 0,3 4 2 16,8 2 0 0,7 1 0-16,8 0 2 0,7-1 0 15,4-4-2-15,2-2 1 16,-1-4 0-16,0-3 0 16,-5-3-1-16,0-4 2 15,-2 1-2-15,1-3 2 16,1-1 1-16,4 0-3 15,4 1 0-15,0-3 3 16,5 2-2-16,1-1-1 16,1-1 0-16,1 1 1 15,1-2-1-15,-4 0 0 16,-2 0 0-16,-3 0 0 16,0-6 0-16,3-4 0 15,3 1 0-15,4-5 2 0,0 1-2 16,2-1 0-16,-3-3 0 15,-1-2 0-15,-3-4 2 16,-2-2-1-16,-5-5-1 16,-2-5 0-16,-3-6 2 15,-6-4-1-15,-5-6 6 16,0-2 4-16,-6 0-3 16,1-1 0-16,-2 8 4 15,-1 1-10-15,1 6-2 16,-2 0-1-16,-4 6 0 0,-4 1 1 15,-10 3 0 1,-3 0 4-16,-4-2 4 0,1-2 5 16,-4-3-3-16,-3-2 1 15,0-4 4-15,0-4-5 16,-3-4-1-16,-8 1 7 16,-4-2-10-16,0-1-4 15,0 2-2-15,2 7 0 16,0 2 0-16,-3 7-4 15,-1 1 3-15,-4 2-2 16,-6-1 0-16,-6 5 0 16,-8 0 3-16,-6 2-4 15,-10 7-8-15,-14 5 3 16,-5 10-12-16,-8 3 6 16,5 0-21-16,11 9 5 0,24 5 3 15,18 6-30 1,22 7-95-16,4 1-25 0,16-2-49 15</inkml:trace>
  <inkml:trace contextRef="#ctx0" brushRef="#br0" timeOffset="131071.35">13523 7378 252 0,'0'0'90'0,"0"0"67"15,0 0-63-15,0 0-5 16,0 0-89-16,0 0 0 0,-46-4-5 15,70 4 5 1,22 0 1-16,22-3 6 0,31-11 8 16,29-5 1-16,27-11-8 15,17 0-2-15,1-2-4 16,-12-1-2-16,-18 5 1 16,-27 2 2-16,-25 1-3 15,-25 4 1-15,-24 4 1 16,-18 6 0-16,-17 3 1 15,-7 1 21-15,0 2 9 16,-24 4-33-16,-20 1-32 16,-22 6-81-16,-14 8-71 15,2-5-178-15</inkml:trace>
  <inkml:trace contextRef="#ctx0" brushRef="#br0" timeOffset="131287.46">14713 6965 289 0,'0'0'93'0,"0"0"13"16,0 0-81-16,87-41-4 16,-70 41-1-16,2 9-11 15,0 14-5-15,-1 8-4 16,0 7 8-16,-2 4-6 16,-5-2 3-16,-5-1-1 15,-6-4-2-15,0-6-1 16,0-1 6-16,-21-1-3 15,-14-3-4-15,-16 8-12 0,-18-1 1 16,-15-6-171 0</inkml:trace>
  <inkml:trace contextRef="#ctx0" brushRef="#br0" timeOffset="132439.36">15253 6870 653 0,'0'0'109'0,"0"0"-10"16,0 0-52-16,0 0-37 16,0 0-10-16,0 0-15 15,-46 55 15-15,34 12-1 16,3 6 1-16,0 2 0 15,6 1-9-15,3-6-31 16,3-11-9-16,24-15-1 0,15-23-12 16,6-20 45-16,13-5 17 15,12-32 0-15,4-11-1 16,-2-7-8-16,-17 3 8 16,-25 9 1-16,-23 9 43 15,-10 6 35-15,-20 5-28 16,-10 5-32-16,0 10 8 15,6 7-26-15,6 11-5 16,9 20 0-16,3 9 0 16,6 3-7-16,0 4 12 15,7-5-21-15,16-5 14 16,2-16-23-16,5-15 8 16,9-6 22-16,0-25 11 0,1-13 11 15,-4-2 10-15,-9 1-19 16,-11 6 16-16,-12 3-5 15,-4 6 21-15,-1 0-36 16,-11 7-3-16,0 8-1 16,6 4-4-16,6 5-1 15,0 6-29-15,0 19-43 16,8 11 70-16,14 7 2 16,6 6-2-16,5-2-9 15,4-3-3-15,-2-14 5 16,1-9-15-16,-2-18 9 15,-3-3 15-15,-1-13 1 0,-4-15 0 16,-6-11 0-16,-7-2 0 16,-8-8-2-16,-5-1-1 15,-5-3-1-15,-18 2 3 16,-4 6 12-16,6 12 57 16,9 14-29-16,6 15-9 15,6 4-31-15,0 31-39 16,12 19 29-16,9 21 10 15,0 16 0-15,1 12 5 16,-1 2-2-16,-4-3-3 16,-1-16 0-16,-3-13 0 15,-2-16 1-15,-4-20-1 16,-2-19 0-16,-4-11 4 0,-1-3 16 16,0-24 42-1,0-16-51-15,-1-20-11 0,-4-11-5 16,-2-5-20-16,2 1-15 15,1 4-11-15,-1 10-15 16,5 8 10-16,0 12-5 16,0 7 17-16,2 14 44 15,10 10 14-15,-3 10 9 16,3 1-23-16,1 23-20 16,-4 9 20-16,-3 2 0 15,-6 0 0-15,0-4 3 16,0-3 0-16,-14-3 1 0,-6-3 0 15,-4-6-1 1,-4-4-3-16,-5-2-2 0,1-3-10 16,3-2-43-16,12-2-158 15,11-3-123-15</inkml:trace>
  <inkml:trace contextRef="#ctx0" brushRef="#br0" timeOffset="132753.24">16430 7325 235 0,'0'0'264'0,"0"0"-122"16,0 0-60-16,0 0-2 15,0 0-27-15,0 0-11 16,14-80-13-16,-7 59-29 16,5-4-3-16,-2-1-11 0,-2 2-4 15,-4 4 18 1,-4 6 1-16,0 6-1 0,0 5-1 15,0 3-1-15,0 0-9 16,0 16-54-16,8 10 63 16,2 5 1-16,8 4 1 15,5-1-5-15,6-5-3 16,7-9 8-16,0-13-2 16,4-7-7-16,0-17-20 15,4-19-48-15,-7-14-141 16</inkml:trace>
  <inkml:trace contextRef="#ctx0" brushRef="#br0" timeOffset="132899.13">16294 6713 796 0,'0'0'33'0,"0"0"-33"15,0 0-49-15,0 0 31 16,127 119 8-16,-63-47-82 15,5-6-118-15,4-15-236 16</inkml:trace>
  <inkml:trace contextRef="#ctx0" brushRef="#br0" timeOffset="133221.72">16822 7295 808 0,'0'0'14'15,"0"0"12"-15,0 0-21 16,76-79-3-16,-25 48-2 16,6-8 5-16,1-1 0 15,-6-9-1-15,-10-6-3 16,-12-5 4-16,-18 1 0 16,-12 4-1-16,-3 6 5 15,-21 8-4-15,-4 10 16 16,6 10-11-16,6 9-10 0,9 12-3 15,4 3-34 1,0 30-12-16,1 21 43 0,2 26 6 16,0 14 0-16,11 6-1 15,11-1-30-15,-1-16-101 16,3-18 18-16,-2-25-95 16,-7-26-46-16</inkml:trace>
  <inkml:trace contextRef="#ctx0" brushRef="#br0" timeOffset="134067.93">16801 7050 635 0,'0'0'53'16,"0"0"36"-16,0 0-66 0,94-61-21 15,-48 51 4 1,7 5-4-16,8 1 0 0,9-2-1 15,2 3 2-15,-4-1-3 16,-5-3 0-16,-14 5-4 16,-18-1-27-16,-13 3 6 15,-12 0-7-15,-6 0 3 16,0 0 29-16,0 0 19 16,-10 0 38-16,-8 0-43 15,-3 0-7-15,0 11-5 16,2 14-2-16,4 5-6 15,5 6 6-15,6-2 0 16,4-5-4-16,2-7-13 0,19-11-14 16,0-10 31-16,1-1 4 15,0-15 4-15,-2-10 5 16,-2-5 11-16,-6-4 7 16,-3 7-12-16,-8 1-11 15,-1 6 12-15,0 9-11 16,0 3 5-16,0 7-12 15,0 1-2-15,0 2-29 16,7 19-41-16,9 9 69 16,6 5 0-16,6 2-10 15,10-6-9-15,3-12-17 16,3-17-1-16,-3-2 38 0,-3-28 4 16,-5-14 6-16,-5-13 24 15,-7-8-30-15,-10 0 1 16,-11 3-5-16,-4 4 0 15,-27 3 1-15,-12 6 17 16,4 11 20-16,9 12 27 16,12 14-36-16,12 10-29 15,5 11-39-15,1 25-17 16,0 16 56-16,1 12 1 16,24 15-1-16,8 3-2 15,10 1-14-15,-1-12-38 16,-4-19-9-16,-1-20-4 15,-4-18-18-15,1-14 39 0,-4-17 46 16,-1-20 12-16,-6-10-5 16,-4-4-3-16,-10-3 14 15,-7 8 32-15,-2 13 25 16,0 13-36-16,0 11 11 16,0 9-14-16,0 0-36 15,0 0-6-15,9 16-14 16,6 14 19-16,5 8 1 15,6 3-7-15,-1-2-9 16,7-5-43-16,3-9-8 16,-1-9 51-16,1-11-49 15,-5-5-369-15</inkml:trace>
  <inkml:trace contextRef="#ctx0" brushRef="#br0" timeOffset="134241.03">18114 6532 324 0,'0'0'529'15,"0"0"-529"-15,0 0-75 16,0 0 64-16,0 0-12 16,99 46-20-16,-73-7-30 15,-3 0-36-15,-16-4-306 16</inkml:trace>
  <inkml:trace contextRef="#ctx0" brushRef="#br0" timeOffset="134918.16">18382 6899 369 0,'0'0'147'16,"0"0"16"-16,-35-99-20 15,29 73-74-15,0 11-38 16,6 5-10-16,0 4-21 16,10 3-2-16,20 1-2 15,12 1 4-15,10 1-13 16,0 0-19-16,-10 3-18 15,-12 11 3-15,-11 6-37 16,-11 3 5-16,-8 2 16 0,-3 2 35 16,-21 2 18-16,-4 0 1 15,-2 0 6-15,3 0 3 16,6 1-1-16,8-1-2 16,5 6 2-16,5 4-5 15,3 6 6-15,0 2 7 16,0-1-2-16,7-3 3 15,1-3 12-15,-4-7 6 16,0-4 1-16,-3 0-7 16,-1-4-13-16,0-6-1 15,0-3-2-15,0-8-1 0,-7-8 1 16,-12 0 33 0,-7 0 38-16,-6-17-20 0,-1-7-23 15,5-2 3-15,12-2 15 16,16 5-32-16,3 3-18 15,37 5-54-15,20 1-64 16,16-8-61-16,4-2-298 16</inkml:trace>
  <inkml:trace contextRef="#ctx0" brushRef="#br0" timeOffset="135300.52">18764 7045 498 0,'0'0'9'0,"0"0"-4"16,0 0-5-16,0 0 8 15,93-5 17-15,-62-2 30 16,-1-6 34-16,0-4-13 16,-3-5-22-16,-2-6-33 15,-1-5-15-15,-8-1-2 16,-8 1-3-16,-8 5-1 15,0 5-4-15,-21 3 2 16,-4 4-12-16,-3 7 14 16,5 6-2-16,0 3 2 15,4 9-7-15,3 18-3 16,1 15 7-16,6 14 3 0,7 4 0 16,2-2 0-16,24-13-9 15,30-17-14-15,22-17 23 16,8-11 2-16,3-1 2 15,-4-20-4-15,-7-7-2 16,-6-6-75-16,-15-5-105 16,-16-3-267-16</inkml:trace>
  <inkml:trace contextRef="#ctx0" brushRef="#br0" timeOffset="135833.18">16281 7881 404 0,'0'0'26'0,"0"0"17"0,0 0-14 15,-85 0-25-15,83 0 25 16,2 0 24-16,0 0-26 15,3 0 2-15,26-3-17 16,24-8-11-16,37-6 14 16,34-9 10-16,37-8 2 15,28-4-1-15,11-4-8 16,-7 3-1-16,-21 4-6 16,-24 7-1-16,-29 6 0 15,-24 6-2-15,-27 2-8 16,-27 6 0-16,-21 3 1 15,-15 4-1-15,-5-1 1 0,-2 2 2 16,-31 0-3 0,-29 5-1-16,-37 17-35 0,-30 10-75 15,-19-2-26-15,-7 1-319 16</inkml:trace>
  <inkml:trace contextRef="#ctx0" brushRef="#br0" timeOffset="136035.54">16542 7900 368 0,'0'0'56'0,"0"0"-54"15,0 0 51-15,85 7 36 16,-30-7-12-16,18-4 7 16,22-12-33-16,18-3-20 0,11-5-6 15,6 4-18-15,-6-2-6 16,-3 2-1-16,-2-1-46 15,-8-8-137-15,-10-5-318 16</inkml:trace>
  <inkml:trace contextRef="#ctx0" brushRef="#br0" timeOffset="136190.87">17734 7636 694 0,'0'0'89'0,"0"0"-10"0,0 0-75 15,0 0-4 1,0 0-16-16,0 0 3 0,19 35 2 16,-2-13-71-16,3-4-67 15,-3-4-95-15</inkml:trace>
  <inkml:trace contextRef="#ctx0" brushRef="#br0" timeOffset="154517.81">10328 7624 242 0,'0'0'20'0,"0"0"39"15,0 0-22-15,0 0 8 16,0 0-7-16,0 0-9 16,0 0 8-16,-13-81-2 15,10 74 9-15,-2-2-1 16,1 2-6-16,-1 1 15 16,0 0-18-16,2 4-29 15,2 0 21-15,1 2-13 16,0-1-6-16,0 1-7 15,0 0-6-15,0 0-8 0,0 0-14 16,12 0 13 0,7 5 15-16,7 7 4 0,1 1-4 15,1 7 2-15,2 0-2 16,0 6 0-16,3 4 1 16,1 5 1-16,4 1-2 15,0 4 1-15,-1-2-1 16,-1-2 0-16,-2 0 3 15,-1-4-3-15,-1 0 0 16,-1-3 1-16,1 2-1 16,0 1 2-16,-5-2-2 15,1 4 1-15,-2-3 2 16,-5-1-1-16,-1-4-1 16,-3-1-1-16,-1-3 2 15,-2 0 2-15,0-5-1 0,-3 0 0 16,-1-1-1-16,-1-1 1 15,3 2 0-15,-3-2 0 16,0 3 0-16,3-1 0 16,-3 1-2-16,0 1 2 15,3 3-2-15,-2 0 2 16,4 1-2-16,-2 2 0 16,2-1 2-16,1-2-3 15,3-1 1-15,-3 0 1 16,2-2 0-16,-2 2-1 0,4-1 0 15,-1-1 1 1,3 1 0-16,0 1-1 0,2 0-1 16,2-2 1-16,-3-1-1 15,5-1 2-15,-4 0-2 16,0 0 0-16,-4-2-1 16,-1 1 2-16,-1 1-1 15,-1-2 2-15,-1 1-2 16,0-1-1-16,0 2 1 15,1 1 1-15,0 3 1 16,4 1 0-16,1 0-2 16,4 1 0-16,-2-1 0 15,-1-2 0-15,0 2 0 16,-4-1-2-16,0 1 2 16,0-3 0-16,-5 0 2 0,1 1-2 15,-1-3 0-15,-2-2 2 16,-1-1-1-16,-3-3 1 15,-2-5 0-15,-3-1-2 16,1-4 1-16,-3-1 0 16,0 0 2-16,0 0-1 15,1 0 1-15,-1 0-1 16,0 0 1-16,0 0-1 16,0 0 0-16,0 0 0 15,0 2-2-15,2 1 0 16,-2 0 1-16,3 0-1 15,0 2 0-15,-2 0 1 0,3 1-1 16,-2-3 0-16,1 2-1 16,-2-5 1-16,2 0 0 15,-3 0 0-15,2 0 1 16,-2 0 4-16,0 0 4 16,0 0 27-16,0 0 0 15,0-7-19-15,0-5-17 16,0-2 0-16,-6-3-2 15,1 0 2-15,0-3-3 16,0-1 2-16,4-4-3 16,-1-1-6-16,2-3 2 15,0 0-4-15,0-1 10 16,0 1 0-16,0 2 2 16,0 4 2-16,-4 6 1 15,-1 6 3-15,0 6 9 0,2 2 0 16,2 3-12-16,1 0-2 15,0 0-1-15,0 0-1 16,0 0-6-16,0 14-7 16,9 8 12-16,8 7 1 15,5 2 1-15,4 1-2 16,0 2 2-16,-2 0-1 16,-5-3 0-16,-4-4-2 15,-4-2-1-15,-7-4 1 16,-3 0-1-16,-1-4-14 15,0 0-8-15,-7 0 22 16,-18 0 1-16,-14 0 3 0,-13 0 0 16,-8-1 2-16,-2-2 0 15,6-3 2-15,11-4 0 16,14-3 7-16,10-1-6 16,12-3 0-16,5 0-3 15,2 0-1-15,2 0-1 16,5-4-8-16,25-29-59 15,10-25-240-15</inkml:trace>
  <inkml:trace contextRef="#ctx0" brushRef="#br0" timeOffset="155498.21">10407 7567 340 0,'0'0'43'15,"0"0"-41"-15,0 0 15 16,-48 85 11-16,20-39 38 16,-2 0-38-16,3-5-10 15,3-10 1-15,8-11 3 16,6-9-3-16,4-8-10 15,4 0 12-15,1-3 48 16,-2 0 8-16,0-3-11 16,1-14-66-16,2-12-7 15,0-3-49-15,0-3-10 16,0 1 25-16,3 5 17 16,-3 0-8-16,3 7-24 0,0 3 15 15,5 4-57-15,3 3 72 16,4 5 11-16,2 0 15 15,-1 6 2-15,2-1 6 16,-4 2 19-16,-1 0 27 16,2 0-38-16,3 5-5 15,5 9 5-15,3 2-4 16,1 2-5-16,0 3-1 16,-8-1-3-16,-2 5 1 15,-7 3-4-15,-10 0-86 16,0-5-84-16</inkml:trace>
  <inkml:trace contextRef="#ctx0" brushRef="#br0" timeOffset="156362.91">12001 8844 241 0,'0'0'108'16,"0"0"-24"-16,0 0-68 0,0 0-13 15,120-23 4-15,-44 10 2 16,20-1 9-16,30-2 32 15,31-4 2-15,31 1-29 16,36-1-4-16,20-3-12 16,16 3 1-16,8 0-2 15,5-1-4-15,-2-1-2 16,-9 2-2-16,-24 1 2 16,-27-1 2-16,-33 0-2 15,-24 0 6-15,-25 1 14 16,-34 3 23-16,-28 4 0 15,-31 3-4-15,-21 4-18 0,-14 1 24 16,-1-3 27 0,0-2-46-16,-13 0-26 0,-13 2-10 15,-4 5-21-15,-4 2-32 16,1 7-46-16,4 13-15 16,8-5-73-16,8-10-140 15</inkml:trace>
  <inkml:trace contextRef="#ctx0" brushRef="#br0" timeOffset="156679.05">15262 8342 424 0,'0'0'17'0,"0"0"2"16,0 0 65-16,0 0-51 15,30-75 19-15,12 62-22 16,10 2-16-16,11-1 12 16,-1 7 15-16,-6 5-14 15,-10 2-5-15,-14 19-22 16,-8 9-1-16,-15 11 1 16,-9 8 0-16,-4 7 8 15,-28 4-8-15,-9-5 5 16,-7-9-5-16,-4-6-8 0,1-9-30 15,0-6-15 1,2-2-12-16,12-6-19 0,18-7-95 16,19-10-89-16</inkml:trace>
  <inkml:trace contextRef="#ctx0" brushRef="#br0" timeOffset="158262.13">16089 8593 449 0,'0'0'136'0,"0"0"-32"15,0 0-104-15,0 0-1 16,0 0 1-16,53 83 4 16,-47-38-2-16,-3 4 4 15,-3 2-2-15,0-3-2 16,0-7 3-16,-8-12 0 16,3-11-3-16,3-11 2 15,-1-4-1-15,-4-3 25 0,-4-3 67 16,-2-19-70-1,-6-10-23-15,-1-12-2 0,0-8-9 16,3-2-39 0,0-1 18-16,6 7 22 0,5 3 4 15,6 8 4-15,0 7-7 16,19 5-16-16,5 8 22 16,1 8 1-16,1 9 0 15,-1 0-4-15,-1 10-6 16,-5 14 0-16,-2 5-2 15,-8 4-34-15,-9-1-38 16,0-5 26-16,-14 0 11 16,-11-5 21-16,-4-5 20 15,0-3 6-15,9-4 7 16,5-5-4-16,8-3-2 0,7 0 13 16,0-2 4-1,0 5 26-15,10 3-14 0,17 8 11 16,4 4-10-16,7 5-18 15,-5 0-7-15,-5 2 0 16,-9-6-4-16,-10-1 2 16,-9-3-3-16,0 0 10 15,-4-2-4-15,-14-1 1 16,-9 0 0-16,-8-6-2 16,-6-5-3-16,0-3 3 15,6 0 0-15,8-1 0 16,15-9 8-16,12-4-14 0,21-3-11 15,31-7-106 1,17-2 22-16,10-4 41 0,-3 2 47 16,-9 6 7-16,-19 2 48 15,-22 11 39-15,-16 4 30 16,-10 5 17-16,0 0-81 16,0 0-47-16,0 0-6 15,-7 2-2-15,-6 10 2 16,0 5 0-16,5 1-1 15,8-3-14-15,0-2 4 16,0-7-7-16,17-5 9 16,4-1 9-16,3-3 3 15,1-12 3-15,-6-4 5 16,-6 3 8-16,-8 6-5 16,-2 3-3-16,-3 7-6 0,0 0 0 15,0 0-5-15,0 0-5 16,0 8-9-16,0 9 12 15,5 4-4-15,15-3-4 16,10 2 1-16,10-4 7 16,10-5 1-16,5-8-3 15,-1-3 4-15,1-19 0 16,-3-18 6-16,-7-11-3 16,-8-5-1-16,-14-5 2 15,-12-1-3-15,-11 1 2 16,-25 1 4-16,-21 4-1 15,-5 9-2-15,2 12 8 0,19 13 3 16,18 13-7 0,7 6-8-16,5 8-17 0,0 24 2 15,0 13 13-15,7 9 2 16,16 7-1-16,4 6 0 16,7 0 1-16,1-1-3 15,1-1-27-15,-4-9-15 16,-2-9-11-16,-1-14 6 15,-4-16-7-15,3-15 28 16,3-2 6-16,7-32 5 16,-1-10-54-16,1-9 61 15,-10-2 11-15,-4 4 69 16,-10 7-21-16,-5 10 40 0,-5 9-4 16,-4 10-19-16,0 8-28 15,0 4-21-15,0 1-4 16,0 0-12-16,0 0-5 15,-2 9-8-15,-11 11 9 16,-5 8 4-16,-3 7 0 16,3 3 0-16,5 4-3 15,8-7-5-15,5-7-18 16,9-11-9-16,19-13 22 16,7-4 13-16,5-15 7 15,-4-16 6-15,-5-3 0 16,-12-2 2-16,-11 2 23 0,-8 7-8 15,0 4-10 1,-5 4-13-16,-8 9-6 0,4 5-2 16,3 5 1-16,4 0-1 15,2 14-42-15,0 13 34 16,0 7 0-16,9 4-7 16,14-1-18-16,7-5-11 15,5-9-28-15,7-16-41 16,-1-7-50-16</inkml:trace>
  <inkml:trace contextRef="#ctx0" brushRef="#br0" timeOffset="159026.85">17583 8657 726 0,'0'0'92'0,"0"0"-63"0,0 0-29 15,0 0 0-15,0 0 1 16,0 0 1-16,36 96 0 15,-29-69-1-15,-1-6-1 16,1-7 0-16,-2-5 1 16,0-7-2-16,-1-2 1 15,7 0 0-15,2-12 10 16,4-15-1-16,3-7-8 16,-4 3 1-16,-6 5-2 15,-1 8 0-15,-6 8 2 16,0 6-2-16,0 4-3 0,4 0-5 15,2 5-12 1,5 12 17-16,2 7 2 16,4 2-4-16,0 3 4 0,4-2-10 15,1-5-27-15,5-14-18 16,4-8 33-16,7-8 23 16,2-24 7-16,-1-10-1 15,-9-2 4-15,-8 2 22 16,-13 8 25-16,-5 6-17 15,-4 10-27-15,-1 8-11 16,-2 6-2-16,1 1-1 16,-1 3-2-16,0 0-22 15,0 4-33-15,0 16 58 16,-4 5 3-16,-9 5-2 16,2 0-1-16,2-3-24 0,4-5 3 15,5-7 6-15,0-2 1 16,0-5 10-16,6 1-3 15,9-6-12-15,9-3 18 16,6 0 1-16,6 0 5 16,0-12-1-16,2-3 2 15,-6-2-1-15,-11-1 11 16,-1-2 17-16,-10 0 2 16,-3 1-9-16,-7-1-8 15,0 1-1-15,-4 5 12 16,-4 6 17-16,2 4-26 0,3 4-20 15,-3 0-22-15,-4 16-38 16,0 9 60-16,3 1 1 16,3 6-1-16,4-1-3 15,0 1 0-15,21-6-3 16,13-6 0-16,15-11 6 16,9-6 3-16,8-3 2 15,-2-9 2-15,-4-11-7 16,-8-7-10-16,-10-3-124 15,-15-7-279-15</inkml:trace>
  <inkml:trace contextRef="#ctx0" brushRef="#br0" timeOffset="162723.41">10329 7514 197 0,'0'0'44'15,"0"0"80"-15,0 0-49 16,0 0-22-16,0 0 8 16,0 0-22-16,0 0 11 15,-17-43 0-15,17 41-7 16,0-1-19-16,0-2-7 0,0 5-13 15,14 0-4-15,6 0-5 16,7 0 1-16,4 0-20 16,2 10-27-16,-2 2-17 15,-1 4-6-15,-5-3-32 16,-6 2-32-16,-8-6-32 16</inkml:trace>
  <inkml:trace contextRef="#ctx0" brushRef="#br0" timeOffset="162889.85">10481 7562 321 0,'0'0'135'0,"0"0"18"16,0 0-81-16,0 0-21 16,0 0-7-16,0 0-44 0,-6-4-3 15,6 16-194-15,5 7 121 16,-4-4-131-16</inkml:trace>
  <inkml:trace contextRef="#ctx0" brushRef="#br0" timeOffset="164871.8">9582 12228 250 0,'0'0'93'16,"0"0"-12"-16,0 0 1 15,0 0-26-15,-16-73-7 16,16 61-2-16,0 1-1 16,0 2-10-16,0 6 0 15,0 0-11-15,-2 1 5 16,2 2-1-16,0 0-18 16,0 0-11-16,0 3-10 0,0 20 3 15,9 15 6 1,2 16 1-16,-5 18 1 0,-2 12 1 15,-4 8-1-15,0 3-1 16,0-8 0-16,-3-12-2 16,3-19-1-16,0-20 2 15,4-14-3-15,16-10-1 16,13-9 5-16,16-3 3 16,17-9 2-16,13-16-2 15,13-7-1-15,7 2 2 0,4 0-4 16,5 1-2-1,-3 1 2-15,-7 3-1 0,-8 3 0 16,-15 7 1-16,-16 5 0 16,-20 3 0-16,-17 5-1 15,-14 0 0-15,-8-1 1 16,0-2 10-16,0 0 25 16,-14-2-34-16,-7 2-1 15,-4 5-15-15,-5 0-43 16,1 0-20-16,9 0-6 15,4 0 6-15,8 0-28 16,6 0 24-16,2-2 24 16,0-8-33-16,0-7 83 15,0-1 8-15,0 0 59 16,0 1 30-16,2-2 42 16,1 5-27-16,0 3 6 15,0 2-57-15,0 9-6 0,-1 0-38 16,6 0-9-16,3 2-1 15,3 15-8-15,-1 7 5 16,-3 8 3-16,-2 6 1 16,-1 1 1-16,-3-7-1 15,-2-6-1-15,-2-6-3 16,0-6-7-16,-13 5-2 16,-23 3 4-16,-22 3-66 15,-9-4-115-15</inkml:trace>
  <inkml:trace contextRef="#ctx0" brushRef="#br0" timeOffset="166973.19">11411 12787 292 0,'0'0'137'16,"0"0"-52"-16,0 0-36 15,0 0-25-15,0 0 14 16,46-86 33-16,-38 64-13 16,-1-3-27-16,0-8 5 0,-2 0-11 15,-4-1-1 1,-1 3-11-16,0 5-2 0,-9 1-7 15,-12 8-4-15,-5 6-1 16,-8 8-5-16,2 3 6 16,2 2-5-16,9 13 0 15,12 5-5-15,9 3-13 16,11 8 14-16,19-1 4 16,11-1 1-16,-1-3 0 15,4-9 4-15,-1-8-1 16,-7-6 1-16,-8-3 1 15,-9 0 0-15,-8 0-1 0,-3 8-1 16,-5 12-5-16,-3 13-9 16,0 15 8-16,-6 15 6 15,-14 15 1-15,1 9 5 16,2 3 3-16,8-1-2 16,8-7-4-16,1-12 0 15,0-15-1-15,0-18 2 16,0-15 0-16,0-14-2 15,-5-8 7-15,-10 0 65 16,-5-15-52-16,-7-14-11 16,-5-8-9-16,3-2 6 15,5 0-6-15,12 2-1 16,12 5-9-16,21 3-57 0,19 1-81 16,11-2-172-1</inkml:trace>
  <inkml:trace contextRef="#ctx0" brushRef="#br0" timeOffset="167669.99">11915 12825 435 0,'0'0'147'0,"0"0"-30"0,0 0-52 15,0 0-12 1,42-82-44-16,-30 60-2 0,-5-2 0 16,-2-2-1-16,-5 1 10 15,0 2-12-15,0 5-4 16,-8 6 0-16,-8 6-1 16,5 6-1-16,-2 0 0 15,0 11-9-15,5 16-14 16,6 8 11-16,2 5 7 15,7 1 0-15,22-5 6 16,12 0-14-16,11-10 1 16,6-10-4-16,3-14-15 0,-1-2-14 15,-2-29 15 1,-6-13 11-16,-6-18-2 16,-8-9-21-16,-8-2-64 0,-11-3-28 15,-15 6 136 1,-4 7 15-16,-10 7 146 0,-12 10-62 15,5 17 79-15,11 16-84 16,6 11-94-16,2 8-30 16,17 20 27-16,6 11 2 15,7 5 1-15,4 7-1 16,6 4 1-16,2-2 1 16,-4-4 1-16,-4-6-2 15,-10-11 4-15,-9-13-3 16,-9-10 1-16,-5-7-1 15,-3-2 2-15,0-6 11 0,-5-16 20 16,-17-7-30-16,-12 0 3 16,-15 4 3-16,-7 11-10 15,6 8 0-15,15 6 5 16,15 0-3-16,18 19-2 16,2 15-7-16,5 8 7 15,18 3-1-15,13-1-2 16,12-11-2-16,13-14-7 15,12-16-5-15,12-4-1 16,8-30-53-16,-5-15-105 16,-11-12-271-16</inkml:trace>
  <inkml:trace contextRef="#ctx0" brushRef="#br0" timeOffset="168101.27">13264 12416 693 0,'0'0'30'16,"0"0"-16"-16,0 0-14 15,0 0-6-15,0 0 5 16,0 0 1-16,58 69 14 16,-33-29 0-16,-4 5-3 15,-2 0-3-15,-4-6-1 16,-6-6-4-16,-3-11 1 0,-2-12-1 15,-2-7 0 1,-2-3 0-16,0 0 18 0,0-10 75 16,0-15-71-16,0-15-25 15,9-6-36-15,12-5-26 16,11 2-11-16,3 8 9 16,-2 3 12-16,0 4 43 15,-8 9 9-15,-10 9 63 16,-7 8 29-16,-4 8-24 15,-3 0-65-15,4 9-3 16,-1 15-4-16,1 10 1 16,-5 4 1-16,0 5 2 0,3-1 1 15,-2-3 5-15,1-3-6 16,-1-13-27 0,-1-16-123-16,0-7-127 0</inkml:trace>
  <inkml:trace contextRef="#ctx0" brushRef="#br0" timeOffset="168250.02">13623 12011 783 0,'0'0'26'0,"0"0"-26"16,0 0-65-16,0 0 30 15,30 110-33-15,-23-52-7 16,0-10-140-16</inkml:trace>
  <inkml:trace contextRef="#ctx0" brushRef="#br0" timeOffset="168586.26">13940 12173 622 0,'0'0'132'16,"0"0"-9"-16,0 0-117 15,0 0-6-15,0 0-6 16,22 79 2-16,-9-31 4 15,0 2 5-15,4 1-4 16,-2-5-1-16,-2-6-1 16,-7-11-2-16,-1-12 1 15,-5-12-3-15,0-5 5 16,0 0 3-16,-13-9 10 16,-13-6-9-16,-17-2-3 0,-10 5 0 15,-2 5 2-15,7 7 13 16,19 0-5-16,15 6-11 15,9 16-3-15,5 8 1 16,0 5-3-16,10 3-8 16,19-5-12-16,16-7 1 15,18-18-4-15,17-8-3 16,10-20-86-16,-1-28-168 16</inkml:trace>
  <inkml:trace contextRef="#ctx0" brushRef="#br0" timeOffset="169251.02">14630 12315 577 0,'0'0'3'0,"0"0"-2"15,0 0 0-15,0 0 10 16,-20 85 10-16,17-56-1 15,3 4 15-15,0 5-11 16,10-3-7-16,11-3-11 16,-2-11-4-16,4-11-1 15,0-10 13-15,-1-8 67 16,-2-20-17-16,-1-9-33 16,-6-6-12-16,-4 0-10 0,-9-3-9 15,0 4-1-15,-13 1-8 16,-17 4-3-16,-7 7-21 15,-5 3-24-15,2 2-35 16,5 2 31-16,13 2-8 16,12 0 4-16,10 5-15 15,9 0 59-15,17 4 18 16,9 3 3-16,5 8 28 16,-3 1 10-16,-1 6-7 15,-2 17-11-15,-2 11 22 16,-4 13-17-16,-4 11-2 15,-6 10-2-15,-6 7 6 0,-3 9-9 16,-2 8 6 0,2 0-15-16,0-4-2 0,2-9-2 15,3-11 1-15,2-13-2 16,3-13-4-16,-3-16 2 16,-6-11-2-16,0-10-3 15,-6-5 3-15,3-5 15 16,-5-22 18-16,-2-6-21 15,0-9 23-15,-3-1-9 16,-16-3-10-16,2-3-5 16,-1 6 1-16,2 3-9 15,2 5-3-15,3 6-3 16,5 4-10-16,6 4-22 16,0 0 10-16,16-4-82 15,20-6-14-15,16-5-66 0,12-4-146 16</inkml:trace>
  <inkml:trace contextRef="#ctx0" brushRef="#br0" timeOffset="169999.76">15711 12044 870 0,'0'0'56'0,"0"0"-56"16,0 0-9-16,0 0-3 16,0 0 8-16,25 108 1 15,-19-59-3-15,1 0-3 16,1 0 4-16,3-7-22 16,-1-8-15-16,2-14-36 15,5-15-15-15,3-5 68 16,9-25 22-16,2-14-42 15,-1-9-27-15,-5-3 25 16,-11 5 47-16,-10 12 63 16,-4 9 51-16,0 13 41 15,0 6-40-15,0 6-92 0,0 0-23 16,0 17-27 0,2 7 22-16,5 6 3 0,0 3 0 15,4 3 2-15,4-2-1 16,-2-5-3-16,2-5-1 15,-3-9-10-15,-1-7-2 16,2-8 3-16,2 0 14 16,3-18 6-16,-2-6 1 15,-1 1-1-15,-7 6 6 16,-3 7 21-16,0 4-18 16,1 5-8-16,5 1-7 15,8 0-4-15,7 0 1 16,8 1 0-16,6 9-8 15,6-3-4-15,5-4-4 0,2-3-9 16,1-6 11 0,-4-17 17-16,-11-7 0 0,-7-6 7 15,-14-1 5-15,-6 0 7 16,-9 0-1-16,-3 5 15 16,-10 9-6-16,-13 5-15 15,1 9-11-15,4 8-1 16,4 1 0-16,3 11-7 15,2 18-8-15,1 9 8 16,8 7-4-16,0 6 3 16,8-1 5-16,21-5-7 15,12-12-7-15,9-17-15 16,8-16 24-16,-1-5-3 16,-8-19-1-16,-12-4-75 0,-13-3-41 15,-15-5-176-15</inkml:trace>
  <inkml:trace contextRef="#ctx0" brushRef="#br0" timeOffset="170199.92">15417 12162 632 0,'0'0'4'0,"0"0"-4"0,82 3 20 15,-22-3 36 1,19 0-3-16,12-7-33 0,9-1-20 16,5 1-1-16,-4-4-82 15,-13-6-234-15</inkml:trace>
  <inkml:trace contextRef="#ctx0" brushRef="#br0" timeOffset="170765.74">17726 11926 907 0,'0'0'52'16,"0"0"-52"-16,0 0-2 16,0 0-26-16,0 0 28 15,20 75 1-15,2-34-1 16,2 2-8-16,1-2-8 16,5-7 4-16,0-10-9 15,-2-14 0-15,-3-10 21 16,2 0 0-16,5-23 7 15,-1-11 0-15,-1-2-4 0,-9 3 9 16,-11 10 4-16,-7 6-1 16,-3 7-7-16,0 6-3 15,0 2-2-15,0 2-3 16,0 0-10-16,5 3-31 16,6 11 34-16,2 5 6 15,5 1 1-15,2-1-5 16,7-4 4-16,6-7 0 15,3-8-10-15,-1 0 11 16,-2-16 0-16,-7-10-4 16,-10-3-21-16,-4-3 20 15,-11 1 5-15,-1 2 5 16,0 7 15-16,0 5-3 16,0 6-3-16,0 7-6 0,0 4-8 15,2 0-41-15,15 10-183 16,3 6-14-16</inkml:trace>
  <inkml:trace contextRef="#ctx0" brushRef="#br0" timeOffset="170926.66">18600 11991 694 0,'0'0'160'15,"0"0"-65"-15,0 0-55 16,0 0-40-16,0 0-10 0,0 0-22 15,-4 12 14-15,19 2-14 16,4-2-23-16,3-2-110 16,-2-10-49-16</inkml:trace>
  <inkml:trace contextRef="#ctx0" brushRef="#br0" timeOffset="171198.71">18872 11662 827 0,'0'0'111'16,"0"0"-55"-16,0 0-56 15,0 0-3-15,0 0-9 0,0 0 10 16,-24 111 2 0,17-51 0-16,2 7-4 0,5-5 4 15,0-5-7-15,11-10-3 16,18-16-15-16,14-14 1 15,12-14 19-15,13-3 3 16,3-19-20-16,4-11-26 16,-10-1-50-16,-17-1 7 15,-18 2-28-15,-20 2-128 16</inkml:trace>
  <inkml:trace contextRef="#ctx0" brushRef="#br0" timeOffset="171384.93">18800 11704 622 0,'0'0'97'0,"0"0"-60"15,0 0-37-15,0 0 0 16,106-49 0-16,-61 41 6 16,3 1-5-16,2 2-1 15,-2 5 0-15,-5-3-90 16,-11-3-88-16,-12-2-279 15</inkml:trace>
  <inkml:trace contextRef="#ctx0" brushRef="#br0" timeOffset="171558.16">18745 11840 103 0,'0'0'72'0,"0"0"-12"15,0 0 17-15,0 0-5 16,112 37-37-16,-51-37-24 16,12 0-11-16,6-5-141 15</inkml:trace>
  <inkml:trace contextRef="#ctx0" brushRef="#br0" timeOffset="171736.1">19644 11939 814 0,'0'0'37'0,"0"0"-31"15,0 0 1-15,0 0-7 16,0 0-4-16,0 0-3 16,23 30-79-16,-14-27-75 15,-9-3-269-15</inkml:trace>
  <inkml:trace contextRef="#ctx0" brushRef="#br0" timeOffset="174761.25">13596 13344 288 0,'0'0'166'16,"0"0"-26"-16,0 0-69 15,0 0 14-15,0 0-38 16,0 0-38-16,-9-37-9 16,30 37 0-16,4 1 3 15,5 13-2-15,1 8 2 16,2 6 2-16,-2 9-4 16,-4 4 0-16,-8-2 0 15,-2-6 2-15,-9-6-2 16,-5-11 0-16,-3-8 0 15,0-6-1-15,0-2 3 0,-8 0 18 16,-6-16-4-16,-2-9-10 16,-1-9 1-16,6-7-5 15,5 0 2-15,6 4-2 16,1 2-3-16,25 6-10 16,10 6-19-16,4 4-26 15,2 8-37-15,-4 8 25 16,-8 3-16-16,-12 0-131 15</inkml:trace>
  <inkml:trace contextRef="#ctx0" brushRef="#br0" timeOffset="176295.01">14093 13475 596 0,'0'0'162'15,"0"0"-69"-15,0 0-76 16,0 0-14-16,0 0-2 16,0 0 0-16,49-88 0 15,-40 70 0-15,-6 1-1 16,-3-2 5-16,0 3-5 15,-13 6 4-15,-9 3-4 0,-1 4 0 16,-1 3 0 0,3 11-4-16,7 11-1 0,11 6 3 15,3 3-9-15,16 2 2 16,19 0 2-16,13-5-3 16,10-6-4-16,7-15 5 15,3-7 2-15,-1-4 7 16,-10-25 0-16,-8-5 4 15,-6-7-3-15,-9-3-1 16,-12 1-5-16,-12 6 3 16,-10 4 2-16,-3 9 15 15,-15 9 26-15,0 8-20 0,6 7-18 16,4 12-3-16,7 24-3 16,1 12 0-16,0 13 2 15,6 11-2-15,16 6 3 16,3 6 0-16,0 8 1 15,-1 0 1-15,-11-7-2 16,-4-16 0-16,-8-22 0 16,-1-20 2-16,0-15 1 15,0-12 5-15,-7-8 77 16,-8-25-52-16,-3-17-33 16,2-19 0-16,0-8-7 15,3-8-4-15,3 3-1 16,3 7 8-16,7 8 0 0,0 5-5 15,20 9-3-15,12 9-11 16,2 8 14-16,1 10 9 16,-4 11 0-16,-4 10-1 15,-4 5 0-15,-2 8-3 16,-6 19-1-16,-9 9-3 16,-6 7-1-16,-6 3 8 15,-20-2-4-15,-6-1 5 16,-1-7 1-16,0-4-1 15,-2-11 0-15,-3-8-4 16,7-8-8-16,6-5 9 16,11 0 1-16,14-8-17 15,12-16-116-15,25-5-81 0,14-7-115 16,6-3 224-16,-2 5 107 16,-4 2 155-16,-12 6 19 15,-16 12-6-15,-9 3-53 16,-10 7 36-16,-4 3-77 15,0 1-35-15,0 0-39 16,0 3-5-16,2 12-14 16,1 6 18-16,1 7 1 15,7 3-1-15,4 5-2 16,4 5 2-16,3-4 0 16,4-8 1-16,1-10 0 15,-2-12 0-15,-3-7 5 16,-2-10-3-16,5-21 9 15,-3-11-1-15,-4-5-6 0,-7 1-4 16,-11 2-2 0,-3 5-8-16,-21 6-11 0,-8 7 1 15,3 7-3-15,3 7 10 16,10 6 0-16,10 3 11 16,6 3 0-16,0 0-72 15,18 0-16-15,9 0 71 16,8 0 13-16,5 0-2 15,5-5 7-15,-6-7 1 16,-4-1 0-16,-13 2-3 16,-8 0 1-16,-10 3 2 15,-4 3 8-15,0 3 4 0,-10 2-2 16,-4 0-8 0,-1 4-2-16,8 12-5 0,2 5 1 15,5 11 4-15,0 6 0 16,20 9 4-16,8 3 10 15,6-2 17-15,3-2-12 16,-5-10-4-16,-10-9-5 16,-7-10-3-16,-10-10-5 15,-5-4 4-15,0-3 41 16,-3 0 58-16,-20-1-62 16,-5-12-38-16,-6 0-1 15,1-2-4-15,6-2-8 16,12-2-26-16,13-3-7 0,2-4-48 15,26-1-44-15,8 0 101 16,3 3 32-16,5 2 21 16,1 5 9-16,-2 6-9 15,-5 6-7-15,-11 5 2 16,-4 0-9-16,-10 9-6 16,-1 8 0-16,-1 7 0 15,-8 1 0-15,-1 2-1 16,0-4-5-16,0-5-35 15,0-8-17-15,-3-10-44 16,1-3-202-16</inkml:trace>
  <inkml:trace contextRef="#ctx0" brushRef="#br0" timeOffset="176441.12">15635 12862 869 0,'0'0'84'15,"0"0"-44"-15,0 0-40 16,0 0-62-16,0 0 17 16,75 118-21-16,-55-52-88 15,-9-11-121-15</inkml:trace>
  <inkml:trace contextRef="#ctx0" brushRef="#br0" timeOffset="176677.95">15875 13108 848 0,'0'0'62'0,"0"0"7"0,0 0-69 15,0 0-10-15,0 0 8 16,14 74 1-16,-4-20 1 16,2 10-2-16,-3 8 2 15,-3 3-6-15,-3-8-15 16,-3-10-34-16,0-14-19 15,0-16-47-15,-8-18 11 16,-1-9-92-16,-2-17-149 16</inkml:trace>
  <inkml:trace contextRef="#ctx0" brushRef="#br0" timeOffset="177492.75">15684 13426 492 0,'0'0'117'15,"0"0"19"-15,0 0-62 16,0 0-69-16,0 0-5 15,0 0 2-15,121-76-2 16,-61 56 11-16,-1 2-1 16,-3 3-1-16,-8 3-5 15,-10 5-2-15,-11 4-1 16,-9 3-1-16,-6 0 0 16,-5 5-4-16,-1 9 1 15,-1 6 0-15,-1 9 2 16,-1 3 2-16,3 7-1 15,0 5 0-15,5-5-8 0,5-8-49 16,3-15-46-16,8-14 18 16,2-2 20-16,-3-17 15 15,0-14-39-15,-7-5 69 16,-9-1 20-16,-9 6 116 16,-1 9 66-16,-1 8-40 15,-8 6-93-15,4 4-30 16,3 4-2-16,1 0-17 15,1 0-11-15,0 16 4 16,0 5 6-16,0 2 1 16,4 6 0-16,12-2 0 15,3-1-1-15,0-9 1 16,2-5 0-16,-6-11 1 0,-1-1 1 16,0-1 5-16,-1-19 11 15,-1-5-6-15,-3-2-7 16,-9 0-5-16,0 5 0 15,-6 1-6-15,-15 4-6 16,-7 3-10-16,3 2 0 16,2 2-20-16,11 2-2 15,10 3 35-15,2 3 2 16,7 2-15-16,21 0 9 16,7 0 13-16,8 7 4 15,1 11 6-15,-2 3 3 16,-1 3-10-16,-4 1-2 15,-6-2 2-15,-6-3 0 0,-8-6-2 16,-4-4-2 0,-7-4 1-16,-4-6-32 0,-2 0-19 15,0-9 35-15,0-18-5 16,0-8-43-16,6-3 47 16,3-3-17-16,1 4 21 15,1 6 13-15,-2 8 51 16,1 7 31-16,-1 10-6 15,3 6-45-15,4 0-31 16,1 13-3-16,4 11-1 16,1 7 4-16,0 8 9 15,-1 5 1-15,2 1-2 16,-3-3-5-16,-5-13 3 16,-3-5-6-16,-10-10-18 0,-2-14-104 15,-4-2-190-15</inkml:trace>
  <inkml:trace contextRef="#ctx0" brushRef="#br0" timeOffset="177662.64">16173 12896 822 0,'0'0'0'16,"0"0"-51"-16,0 0-25 0,0 0 45 15,54 90-38 1,-19-56-91-16,9-8-247 0</inkml:trace>
  <inkml:trace contextRef="#ctx0" brushRef="#br0" timeOffset="178392.95">17617 13205 596 0,'0'0'175'16,"0"0"-84"-16,0 0-78 16,0 0-13-16,0 0 0 15,0 0-1-15,17 25-1 16,-8-6 2-16,3 5-1 16,-2 0 1-16,5 3 0 15,-1-4 2-15,2-3-1 16,0-6 2-16,1-6-3 15,3-8 4-15,2 0 1 0,1-12 12 16,1-10 11-16,-5-1-12 16,-7-1-10-16,-7 1-6 15,-5 2-3-15,0 1-37 16,-12 1-20-16,-15 2-74 16,-6 0 17-16,-3 2 6 15,6 1 111-15,13 3 8 16,11 5 72-16,6 3-14 15,7 3-46-15,22 0-20 16,10 0 1-16,9 15 3 16,6 7 23-16,2 4-11 15,3 3 8-15,-7 5-17 0,-6-2 0 16,-12 1-2-16,-6-6-1 16,-13-6-1-16,-8-6-3 15,-3-9 0-15,-4-3 5 16,0-3 8-16,-10 0 61 15,-8-19-33-15,-6-9-27 16,2-8-10-16,8-6 9 16,9-2-12-16,5-1-1 15,9 2-3-15,21 7-6 16,10 3-21-16,3 11 13 16,3 5 14-16,-1 11-1 15,0 6-8-15,-5 3-32 16,-6 19-51-16,-10 6 0 0,-11 0-91 15</inkml:trace>
  <inkml:trace contextRef="#ctx0" brushRef="#br0" timeOffset="179124.36">18653 13223 503 0,'0'0'140'0,"0"0"-29"16,0 0-68-16,119-8-32 0,-64 1 8 16,-3-5-7-16,-7 3-3 15,-12-6-2-15,-13 0-1 16,-12-2 6-16,-8-5-4 15,-6 3-6-15,-28 1 1 16,-12 9-3-16,-12 7-2 16,-1 2-1-16,10 12 1 15,9 16 2-15,19 7 0 16,9 5-2-16,12 5-6 16,3 2-6-16,31-2-3 15,25-12-3-15,21-13 14 16,17-20-26-16,5-6 30 15,-4-29 2-15,-16-9 0 0,-11-9 8 16,-17-5 1 0,-18 0 12-16,-12 2-9 0,-18 0-2 15,-6 1 3-15,-10 4 0 16,-20 5 11-16,4 13 5 16,7 13 14-16,13 15-14 15,4 5-29-15,2 19-28 16,-1 25 27-16,1 16-1 15,0 15 1-15,1 6 1 16,17 0 0-16,7-6-5 16,2-7-12-16,3-10-26 15,0-13 2-15,1-20-45 0,1-20 33 16,2-5 35 0,2-30 18-16,1-15 6 0,-4-8 18 15,-6-3 35-15,-11 1-17 16,-10 7 4-16,-4 15-16 15,-2 13 17-15,0 9-17 16,0 11-12-16,0 0-18 16,0 0-9-16,10 8-3 15,0 15 11-15,4 7-1 16,2 6-3-16,-2 5-8 16,1-2-14-16,-2-3-17 15,5-12-92-15,0-20-92 16</inkml:trace>
  <inkml:trace contextRef="#ctx0" brushRef="#br0" timeOffset="179281.13">19692 12732 886 0,'0'0'0'15,"0"0"-3"-15,0 0-46 16,0 0 17-16,0 0-46 15,70 76 2-15,-58-30-13 16,-1-4-272-16</inkml:trace>
  <inkml:trace contextRef="#ctx0" brushRef="#br0" timeOffset="179925.7">20035 13151 1048 0,'0'0'0'16,"0"0"-4"-16,0 0-15 16,0 0-10-16,0 0 10 15,57 83-8-15,-40-63-11 16,-3-6 7-16,4-5 4 16,0-3 16-16,2-6 4 15,6 0 5-15,-2 0-56 16,0-3-48-16,-6-9 4 15,-3-1 75-15,-8 4 27 0,-2 4 104 16,-4 3 36-16,1 2-71 16,2 0-69-16,3 2-2 15,1 12-8-15,0 4-4 16,-2 0 3-16,0-2-11 16,-1-6 0-16,0-3 10 15,4-7-5-15,0 0 17 16,6-7 5-16,4-13 0 15,1-2-4-15,0 1-1 16,-6 4 0-16,-2 7 2 0,-6 5 6 16,-3 2-5-1,0 3-3-15,4 0-4 0,0 0 1 16,4 3 2 0,-2 9-2-16,4 0-4 0,-4 2-10 15,0-1-15-15,3-6-3 16,-1-2 5-16,1-5-11 15,-2-2 34-15,-4-15 7 16,-3-8 18-16,-3 2 6 16,0-2 53-16,2 6 10 15,1 7-37-15,-2 7-13 16,4 5-19-16,5 0-18 16,1 0-3-16,8 14 1 15,-3 6 2-15,-1 2-1 16,0 5 1-16,-2-1-7 0,-1-4-8 15,-4-5-27-15,-1-10-47 16,-5-7-66-16</inkml:trace>
  <inkml:trace contextRef="#ctx0" brushRef="#br0" timeOffset="180067.78">20367 12751 907 0,'0'0'0'16,"0"0"-41"-16,132 49-9 0,-77-12-155 15,-5-2-222-15</inkml:trace>
  <inkml:trace contextRef="#ctx0" brushRef="#br0" timeOffset="180889.71">20802 13130 949 0,'0'0'0'0,"0"0"-30"16,0 0 21-16,0 0 0 16,0 0-6-16,0 0-16 15,62 66 3-15,-42-60-15 16,1-1-17-16,3-4 22 15,-2-1 11-15,-4 0-24 0,-2 0 20 16,-2-6-32-16,0-3 7 16,0 0 56-16,-2 1 67 15,-2 3 17-15,-2 2 52 16,5 3-84-16,4 0-47 16,9 0-5-16,9 8 1 15,4 0-1-15,1 1-30 16,2-3-47-16,7-6 4 15,0 0-37-15,8-3 69 16,-8-14 15-16,-12-5 26 16,-13-3 41-16,-16 1 32 15,-8 0 25-15,0 5 57 0,-5 7-109 16,-4 5-12-16,-1 7-30 16,-1 0-4-16,-5 4-3 15,-1 14-5-15,3 6 4 16,3 0 1-16,5 3-10 15,5-2-5-15,1-2-19 16,0-9-32-16,10-9-4 16,16-5 36-16,2-6 37 15,2-17 0-15,-7-3 4 16,-8 3 23-16,-4 1 21 16,-8 7-7-16,-3 4 24 15,0 8-48-15,0 1-12 16,1 2-5-16,1 0-14 15,1 14-5-15,3 8 18 16,1-2 0-16,7 2-14 0,-1-3-3 16,6-8-13-16,7-11 18 15,4 0 13-15,4-23 10 16,2-11 53-16,0-9-49 16,0-10-9-16,-5-5-5 15,-4-4-19-15,-10-2 14 16,-11 1 5-16,-6-2 10 15,-10 0 32-15,-16 4 18 16,6 8 11-16,5 21 13 16,8 16-21-16,7 16-63 0,0 19-24 15,0 26-55 1,1 21 78-16,9 16-1 0,-1 8-4 16,-3 4-24-16,-4-2-16 15,-2-16-43-15,0-22-95 16,3-29-236-16</inkml:trace>
  <inkml:trace contextRef="#ctx0" brushRef="#br0" timeOffset="181255.66">22079 12997 871 0,'0'0'4'0,"0"0"-2"16,0 0-4-16,0 0-3 15,0 0-2-15,84-29 7 16,-71 14 1 0,-4-4 4-16,-2 1 7 0,-4-4-3 15,-3 0-3-15,0 0-4 16,-6-1-2-16,-12 4 1 16,-3 5 1-16,6 6 19 15,2 8 14-15,-2 0-35 16,-6 19-6-16,-4 14 1 15,0 9 4-15,5 6-4 16,8 4 3-16,11-3-4 16,1-6-13-16,33-11-16 15,20-18 7-15,11-11 25 0,6-3 1 16,-7-11 0-16,-15-15-19 16,-15-3-10-16,-10-6-87 15,-8-2-53-15,-13-7-109 16</inkml:trace>
  <inkml:trace contextRef="#ctx0" brushRef="#br0" timeOffset="181454.93">21715 12715 898 0,'0'0'30'0,"0"0"-30"16,0 0-38-16,0 0 26 0,85-30 12 15,-2 13 5 1,20-6 1-16,3-1-2 0,-9 1-1 16,-7 4-3-16,-14 2-6 15,-17 3-113-15,-18 2-69 16,-19 2-275-16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3:12:41.7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13182 7353 118 0,'0'0'55'0,"0"0"9"15,0 0-15-15,0 0 4 16,0 0-8-16,0 0-20 16,0 0-1-16,0 0 4 15,0-21-1-15,0 20-13 0,0-2 36 16,0 0-27-16,0 3 10 15,0 0-16-15,0 0-5 16,0 0-5-16,0-1-1 16,0-1 0-16,-1-1 4 15,0 0-2-15,-1-2-4 16,2 0 11-16,-1 1-4 16,-2-4 1-16,2 2-1 15,-1 0 9-15,2-1 26 16,-1-1-27-16,-1-2-7 0,2 1-3 15,-1-1 3 1,1 2 0-16,-2-1 11 0,2 4-10 16,-1 2-1-16,1 2-12 15,0 1 3-15,0 0-3 16,0 0 0-16,0 0 0 16,0 0-1-16,-2 0 0 15,2 0-9-15,0 1-26 16,0 15 18-16,8 8 18 15,2 2-5-15,0 3 1 16,-1 1 2-16,2-7 4 16,-2-1-4-16,-2-2 1 15,2-6 1-15,3 0 0 16,-1-4 0-16,3-2 0 16,0-4-2-16,10-4 2 0,15-4 5 15,22-25-4-15,22-16 1 16,17-11 1-16,13-3-3 15,10-2 1-15,-1 5 2 16,-4 1-2-16,-8 2-1 16,-19 9-1-16,-16 6 1 15,-14 9 0-15,-19 9 0 16,-15 8 0-16,-11 5 0 16,-10 5 1-16,-6 1-1 15,0 1 0-15,0 0 0 16,0-2 3-16,0 2-3 15,0 0 0-15,0 0-5 0,0 0-17 16,0 0-36 0,0 0-17-16,0 0 25 0,0 8-5 15,0 1-68-15,-3-2-65 16</inkml:trace>
  <inkml:trace contextRef="#ctx0" brushRef="#br0" timeOffset="175.1">14403 7000 428 0,'0'0'112'0,"0"0"27"16,0 0-50-16,0 0-57 0,0 0-32 16,0 0-77-1,-6 14-78-15,6 6 66 0,-5 0-102 16</inkml:trace>
  <inkml:trace contextRef="#ctx0" brushRef="#br0" timeOffset="10981.33">10716 8897 66 0,'0'0'15'0,"0"0"13"15,97 0 8-15,-55 0-21 16,5 0 4-16,4 0 3 15,6 0-1-15,4 0-12 16,3 0 4-16,6-2 6 16,6 1-12-16,11-2-4 15,7 1-1-15,7-4 2 16,6 0-2-16,1-2 2 16,1 0-2-16,-1 4-1 15,-8-1 0-15,-7 3-1 16,-7 2 0-16,-9 0-1 0,-6 0 1 15,-5 0 1 1,-5 0-1-16,-3-3 5 0,-3-2 19 16,-10-1 21-16,-6 1 9 15,-8-1-8-15,-5 2-22 16,-4-1-15-16,-4 3 1 16,-8-1 0-16,-3 3 10 15,-3-2-5-15,-4 2 16 16,0 0 9-16,0 0-21 15,0 0-17-15,0 0-2 16,0 0-26-16,0 0-119 16,0 0-47-16,0 0-62 15</inkml:trace>
  <inkml:trace contextRef="#ctx0" brushRef="#br0" timeOffset="11169.22">12920 8772 566 0,'0'0'108'16,"0"0"19"-16,0 0-81 15,0 0-20-15,0 0-26 16,0 0-35-16,5-15-78 16,0 16-11-16,6 11 62 15,-1-4-102-15,-3-1-31 16</inkml:trace>
  <inkml:trace contextRef="#ctx0" brushRef="#br0" timeOffset="19305.91">21440 8303 174 0,'0'0'78'0,"0"0"-15"16,0 0-4-16,0 0-5 16,0 0 27-16,0 0-52 15,0 0-5-15,-4-17-4 0,1 16-13 16,0-4 26 0,0 1-18-16,0 0 3 0,-2-1 5 15,4 1 2-15,-3 1-16 16,3 0 9-16,1 3-7 15,0 0 10-15,-1 0-4 16,1 0-10-16,0 0 0 16,-2-3-4-16,2 3-1 15,0 0-2-15,0-1-1 16,0 1 0-16,0 0-1 16,0 0-1-16,0 0-4 15,0 0-1-15,3 0-7 16,17 0 1-16,7 0 1 0,8 0 6 15,3 0-11 1,2-3 17-16,-1-1-1 0,1-2-4 16,-3-3 6-16,-2-1 3 15,-4-1-2-15,-6 0 2 16,-2 0-1-16,-11 1-1 16,-3 0 3-16,-2 0 4 15,-3 1 1-15,-3 1 8 16,-1 3 3-16,0 0-13 15,0 2 4-15,0 1 9 16,0 0-9-16,0 2-11 16,0-2-4-16,0 1 1 15,0 1 1-15,0 0-9 16,0-1-6-16,0 1-29 0,0 0-10 16,-2 0 6-16,-7 2-12 15,2 5-45-15,1-4-45 16,3-3-29-16</inkml:trace>
  <inkml:trace contextRef="#ctx0" brushRef="#br0" timeOffset="19601.89">21789 8028 218 0,'0'0'133'0,"0"0"-67"16,0 0-4-16,0 0-62 15,0 0-11-15,0 0 11 0,39-6 6 16,-16 13 12-16,2 1-1 16,0 1-4-16,0 2-3 15,-2 3 2-15,-7 5-10 16,-5 2-2-16,-2 1 0 16,-8 3 5-16,-1-1-3 15,-1 2 0-15,-19-3-1 16,-2-4 1-16,-2 0-2 15,-1-5-46-15,2-1-7 16,10-8-85-16,9-5-39 16</inkml:trace>
  <inkml:trace contextRef="#ctx0" brushRef="#br0" timeOffset="27742.74">22370 7524 352 0,'0'0'104'0,"0"0"-11"16,0 0-27-16,0 0-6 16,0 0-20-16,0 0 8 15,0 0-16-15,5-27-21 16,-5 27-11-16,0 0-5 16,0 15-16-16,0 13 12 15,-11 14 9-15,-9 14 0 16,-8 9 2-16,-8 1 0 15,0-2 1-15,5-7 2 16,10-11-5-16,8-15 1 16,5-15-1-16,7-10 1 15,1-6-1-15,0 0 28 16,0-20 74-16,19-18-64 0,15-16-38 16,7-10-21-16,2-4-15 15,-2 1 3-15,-5 3-12 16,-6 6-4-16,-6 8 18 15,-6 8 12-15,-2 9 0 16,-5 12 14-16,0 11 3 16,-1 8-3-16,-1 2 3 15,-2 10-2-15,2 18 1 16,-1 14 3-16,-7 8 1 16,-1 4 1-16,0 4 2 15,-3-8-3-15,-5-3 4 16,3-6-4-16,1-8 0 15,2-4-1-15,-1-6 0 16,-3-8-17-16,-3-6-56 0,-3-7-48 16,1-2-36-16</inkml:trace>
  <inkml:trace contextRef="#ctx0" brushRef="#br0" timeOffset="27886.32">22383 7713 269 0,'0'0'52'0,"0"0"-52"16,0 0-2-16,0 0 2 16,0 0 0-16,0 0 5 15,63 32-2-15,-38-25-3 16,3-5 0-16,2-2-65 16</inkml:trace>
  <inkml:trace contextRef="#ctx0" brushRef="#br0" timeOffset="29576.14">22902 7602 381 0,'0'0'54'16,"0"0"-1"-16,0 0-23 16,0 0-29-16,0 0 8 15,0 0 1-15,-77 47 0 16,58-22-7-16,2 5 2 15,6 4 1-15,5 2-2 16,3 0-4-16,3 0 0 16,0-8 0-16,6-5-3 15,14-12-31-15,10-11-13 16,11 0 39-16,6-16-39 0,5-11-55 16,-7-5 33-16,-4 2 69 15,-13-2 8-15,-9 1 11 16,-8 1 13-16,-9 2 66 15,-2 3-19-15,0 4-15 16,0 8 10-16,0 1-27 16,-2 5-16-16,1 5-20 15,-1-1-11-15,2 3 0 16,0 0-10-16,0 0-19 16,0 0-9-16,0 0 32 15,0 0 6-15,0 0-2 16,0 0 2-16,0 0 0 15,0 0 1-15,0 0 2 0,0 0 4 16,-1 0 6-16,-1 0 6 16,-1 0 0-16,1-3 9 15,-3 2 6-15,-3-4-24 16,-1 2-10-16,1 1 4 16,2 2 3-16,3 0-7 15,1 0 0-15,-2 0-6 16,-2 8-2-16,-5 12 3 15,2 7 2-15,2 7 2 16,2 7 1-16,5-2 0 16,0 0-4-16,11-5 0 15,13-14 0-15,4-9 4 0,0-11 0 16,4-1 5-16,1-23 8 16,2-9 6-16,-3-2-6 15,-10-1 2-15,-13 6 9 16,-9 0 2-16,0 6-13 15,-11 4-10-15,-2 9 2 16,7 7-2-16,5 2-3 16,1 2-1-16,0 0-15 15,0 16 3-15,0 8 13 16,0 2 1-16,3 6 0 16,9-3-1-16,2-3 1 15,0-1-1-15,-1-4 0 16,-2-1 0-16,-5-4-1 15,4-1-1-15,-4 1-8 16,-3-1-7-16,0 1-11 0,-1 4 10 16,-1 0 0-16,1 5 11 15,1-1 2-15,2 0 4 16,6-2 0-16,3 2 1 16,2 0 0-16,3 2 1 15,-3-2-1-15,1-2 1 16,-5-5-1-16,-4-4 0 15,-4-7 0-15,-2-3 3 16,-2-3-2-16,0 0 7 16,0 0 30-16,0 0 21 15,0 0-9-15,0 0-19 16,0 0-21-16,0 0-8 0,0 0 0 16,0-3-2-16,0-6-2 15,4-5 2-15,9-8-5 16,11-8-4-16,7-13-7 15,4-7-3-15,1-6 5 16,-7-2 7-16,-5 2 7 16,-9 2 2-16,-8 4 3 15,-7 4-2-15,0 7 8 16,-13 10-5-16,-2 12-4 16,4 8-1-16,3 5-1 15,5 4-3-15,0 0-5 16,0 21-20-16,1 12 24 15,2 9 4-15,0 4 2 0,0-1-2 16,8-1-1 0,10-6-9-16,-3-10-23 0,1-10-7 15,-7-10 9-15,2-8 12 16,3-5 19-16,3-18 12 16,2-10-12-16,-4 0 6 15,-3-2 11-15,-9 6-13 16,-3 6 3-16,0 6 2 15,0 9 7-15,0 5 14 16,0 3-30-16,5 1-9 16,4 16-25-16,4 6 33 15,3 4 1-15,8 1 2 0,5-2-2 16,-1-4-2-16,2-7-3 16,-12-8-1-16,-2-3 1 15,-5-4 5 1,-1-4 6-16,3-16 8 0,-1-3-6 15,-1-4-6-15,-2 3 0 16,-6 3 6-16,-3 6-6 16,0 7 0-16,0 5 4 15,0 3-6-15,3 0-9 16,5 12-37-16,0 10 44 16,6 2 0-16,3 5 0 15,1 3 0-15,-1 0-33 16,-4 1-81-16,-7-12-52 0,-5-13-122 15</inkml:trace>
  <inkml:trace contextRef="#ctx0" brushRef="#br0" timeOffset="29716.86">24015 7577 304 0,'0'0'149'0,"0"0"-149"15,0 0-17-15,0 0-43 16,29 74-55-16,-23-48-121 16</inkml:trace>
  <inkml:trace contextRef="#ctx0" brushRef="#br0" timeOffset="30144.15">24240 7629 453 0,'0'0'116'0,"0"0"-16"16,0 0-100-16,0 0-30 16,0 0 20-16,0 0 9 15,-70 109 1-15,55-61-1 16,7-3-1-16,6-6 4 16,2-3-2-16,0-11 1 15,0-11 0-15,0-6 0 16,0-5-1-16,0-3 12 15,0 0 45-15,0 0 21 0,0 0-3 16,-10-11-64 0,-3-1-11-16,6-2-1 0,5 1-6 15,2 4-13-15,9-2-37 16,14 0-51-16,9 1 37 16,-2 1 30-16,-8 0 22 15,-6 3 19-15,-10 4 33 16,-5-1 34-16,-1 3-12 15,0 0-55-15,0 0-2 16,0 10-4-16,0 5 6 16,0 5 4-16,0 1-2 15,0-1-2-15,0-3-6 0,4-4-45 16,5-13-48-16,5-3-173 16</inkml:trace>
  <inkml:trace contextRef="#ctx0" brushRef="#br0" timeOffset="30309.15">24201 7504 678 0,'0'0'19'16,"0"0"-19"-16,0 0-65 15,0 0 40-15,11 86 1 16,5-53-113-16,7-13-165 0</inkml:trace>
  <inkml:trace contextRef="#ctx0" brushRef="#br0" timeOffset="30541.38">24480 7512 710 0,'0'0'42'15,"0"0"18"-15,0 0-60 16,0 0-50-16,0 0 50 16,0 104 0-16,0-46 0 0,-1 5-1 15,-4-1-21 1,-4-4-31-16,0-4-6 0,-1-12-21 16,-1-14-53-16,6-17-14 15,5-11-119-15</inkml:trace>
  <inkml:trace contextRef="#ctx0" brushRef="#br0" timeOffset="30806.91">24328 7760 344 0,'0'0'147'0,"0"0"-30"16,0 0-51-16,0 0-62 16,0 0 4-16,0 0 0 15,88-28 6-15,-48 25 9 16,3 3-8-16,-4 0-13 15,-7 0-2-15,-12 6 0 0,-9 3-7 16,-8 2-9 0,-3 2 10-16,0 2 6 0,-3 4 3 15,-12 3-2-15,2 0-1 16,2-1-4-16,5-3-22 16,6-4-35-16,7-6-1 15,22-8-43-15,8 0-45 16,7-12-111-16</inkml:trace>
  <inkml:trace contextRef="#ctx0" brushRef="#br0" timeOffset="31541.26">24772 7839 112 0,'0'0'138'0,"0"0"85"16,0 0-55-16,0 0-59 15,0 0-78-15,0 0-31 0,14-35-26 16,-26 51 8-16,-5 7 18 16,2 2 0-16,2 1 0 15,9-4 0-15,4-5-5 16,0-7 0-16,0-8-3 15,0-2 8-15,4 0 7 16,12-12 52-16,6-13-46 16,11-1-13-16,0-3-25 15,-7 5-51-15,-4 2-66 16,-8 3 46-16,-11 5 18 16,0 1 78-16,-3 6 16 15,0 5 94-15,0 2-41 16,0 0-69-16,0 14-17 15,0 13 17-15,-14 7 2 16,1 4 6-16,4-1-4 0,5-4-1 16,4-10-3-16,0-9 1 15,0-9 3-15,4-5 1 16,6 0 16-16,6-10 53 16,6-14-37-16,2-4-37 15,-4 2-2-15,-9 4-39 16,-1 5-40-16,-5 3-15 15,-2 7 2-15,-3 2 50 16,0 1 44-16,0 4 99 16,0 0-99-16,0 4-3 15,-8 12 3-15,-2 5 5 16,0 1-1-16,4 2-1 0,3-3 4 16,3-7-3-16,0-6-1 15,0-8 10-15,13 0 24 16,7-10 20-16,8-15-9 15,5-7-35-15,-2 2-4 16,-4 1 3-16,-3 4-12 16,-7 4 0-16,-5 7 0 15,-4 5 2-15,-5 6 3 16,1 3-5-16,-4 0-4 16,0 3-42-16,0 14 24 15,0 7 22-15,0 7 0 16,0 3 1-16,0 2 1 15,-1 0-2-15,-2-8 1 0,3-12 3 16,0-10-4 0,0-3 2-16,0-3-1 0,0 0 31 15,-2 0 35-15,-4 0-27 16,-9 0-40-16,-13 0-37 16,-9 0-127-16,-9-5-144 15</inkml:trace>
  <inkml:trace contextRef="#ctx0" brushRef="#br0" timeOffset="31720.1">24492 7524 741 0,'0'0'40'0,"0"0"15"16,0 0-35-16,0 0-20 15,0 0-100-15,0 0 52 16,14 29-40-16,-9 10-151 16</inkml:trace>
  <inkml:trace contextRef="#ctx0" brushRef="#br0" timeOffset="32388.73">22494 8816 338 0,'0'0'116'0,"0"0"26"0,0 0-23 16,0 0-57-16,0 0-44 15,0 0-18-15,5-15 0 16,-5 15 0-16,0 0-7 15,0 0 3-15,-5 0 4 16,-11 0 2-16,-6 0 6 16,-3-7-5-16,1-10 4 15,1-9-7-15,4-6-4 16,9-9-28-16,7-5-36 16,3-2-81-16,3 2-88 15,12 8 190-15,3 11 47 16,-3 12 57-16,-4 10-41 15,-3 5-16-15,-7 9 0 16,-1 21-21-16,-7 9 21 16,-21 7 4-16,-4 3-3 0,-2-6-1 15,2-7 0-15,7-8 2 16,4-7 19-16,4-1 7 16,3-3 5-16,3-1-18 15,6-5-10-15,5-3-1 16,0-3-4-16,16-1 0 15,24-4 15-15,14-4 20 16,19-13-21-16,9-8-14 16,4-3-7-16,1-3-40 15,-10-3-4-15,-10 1 25 16,-10-3-54-16,-18 1-74 16</inkml:trace>
  <inkml:trace contextRef="#ctx0" brushRef="#br0" timeOffset="32890.81">22886 8531 216 0,'0'0'38'0,"0"0"41"16,0 0 1-16,-18 81-23 15,18-50-14-15,0 0-17 16,0-4 5-16,9-6-14 16,-2-8-4-16,-1-8-5 15,-6-5 2-15,0 0 80 16,0-4 24-16,0-17-114 0,0-9-38 15,0-1-83 1,0-1 18-16,0 4-2 0,0 9 105 16,3 6 0-16,1 7 14 15,4 4-7-15,1 2-3 16,4 0-4-16,0 10 0 16,6 8 0-16,-3 4 12 15,5 1-9-15,3-1 3 16,3-3 6-16,-4-5-3 15,0-6-3-15,-8-8-5 16,-5 0 6-16,2-11 20 16,5-14-13-16,3-9-14 15,-1-9-24-15,-4 3 24 16,-2 3 2-16,-3 7 49 0,-3 9-15 16,-2 11 38-16,0 4-38 15,5 6-36-15,3 3-27 16,3 19 25-16,3 7 2 15,-2 10-1-15,-2 2 1 16,0 2 0-16,-4 1 0 16,-2-3-13-16,3-4-40 15,-2-9-22-15,3-11-66 16,4-14-80-16</inkml:trace>
  <inkml:trace contextRef="#ctx0" brushRef="#br0" timeOffset="33188.89">23633 8649 383 0,'0'0'153'0,"0"0"-83"16,0 0-67-16,0 0-2 15,0 0 2-15,0 0-1 16,28-9 33-16,-19 1 49 16,4-4-38-16,-3-5-24 15,0-1 9-15,-7 1-25 16,-3 2 12-16,0 2-6 15,0 4-11-15,-4 6-1 16,-5 3-4-16,-1 0-7 16,-4 9-14-16,2 11 1 15,0 7 9-15,9 2 2 0,3 2-2 16,15 1 2-16,24-6-7 16,18-7 19-16,12-13-4 15,7-6-34-15,-2 0-31 16,-13-12-91-16,-14-10-206 15</inkml:trace>
  <inkml:trace contextRef="#ctx0" brushRef="#br0" timeOffset="34171.96">23928 8516 42 0,'0'0'333'0,"0"0"-331"16,0 0-2-16,0 0 49 15,0 0-2-15,46 73 4 16,-26-50 1-16,-3 1-3 0,0-3-32 16,-3-2-2-16,-6-5-6 15,-2-2-3-15,-4-3-4 16,0-5 1-16,-1-3-1 16,-1-1 1-16,0 0 10 15,0-9 47-15,0-16-60 16,-5-5-29-16,1-2 9 15,4 1 20-15,0 4 1 16,6 8 6-16,15 2-7 16,4 5-7-16,-2 2-5 0,1 3 11 15,-7 5 0 1,-5 2 0-16,-3 0 1 0,-1 0-3 16,-5 0-1-16,0 0-7 15,-1 2 10-15,0 0 1 16,0 2 0-16,-2-3 0 15,1 1 0-15,-1-1 0 16,0-1 1-16,0 0 2 16,0 0 12-16,0 0 16 15,0 0 0-15,0 0 11 16,0 0 5-16,0 0-10 16,0 0-14-16,0 0-15 15,0 0-3-15,0 0-5 16,0 0 0-16,0 0-3 15,0 0 1-15,0 0 0 0,0 0 1 16,0 0 0 0,0 0-1-16,0 0-2 0,0 1 0 15,0 2-2-15,0 0-4 16,0 3 3-16,0 5 6 16,0 3 1-16,-5 8-2 15,3 3 2-15,-1 3 0 16,3-1 0-16,0-3-3 15,0-5-15-15,0-8-4 16,7-7 13-16,1-4 9 16,6-2 2-16,2-19 12 15,4-5-5-15,-3-4 3 0,-4-2 28 16,-7 5-26-16,-3 0 4 16,-3 11-5-16,0 6-2 15,0 7-4-15,0 3-7 16,0 0-5-16,0 0-10 15,0 20-26-15,0 10 40 16,0 10 0-16,-1 6 1 16,-5 8 0-16,1 6 2 15,-2 1-2-15,-1 0 0 16,-1-4 1-16,-1-3-2 16,-3-5 2-16,3-7-1 15,3-9 0-15,0-14-3 16,5-11 3-16,1-8 1 0,-4-2 15 15,-3-22 33 1,-5-6-48-16,3-6-1 0,-4-2-1 16,4 7 0-16,3 6 1 15,1 6-3-15,6 4-9 16,0 0-34-16,13-4-4 16,17-5-123-16,6-5-76 15,11-7-173-15</inkml:trace>
  <inkml:trace contextRef="#ctx0" brushRef="#br0" timeOffset="34488.75">24358 8639 301 0,'0'0'17'0,"0"0"24"16,0 0 78-16,0 0-12 15,0 0-49-15,0 0-28 16,61-32-23-16,-54 21-5 16,-2-1 0-16,-3 0-2 15,-2 4 2-15,0 1-1 16,-2 3 5-16,-9 4-6 16,-5 0-7-16,4 3-4 15,-2 13-14-15,6 5 17 16,6 6 5-16,2 0 2 15,0 0-6-15,26-3-13 0,10-9-6 16,10-9-24 0,3-6-78-16,-3-4-61 0</inkml:trace>
  <inkml:trace contextRef="#ctx0" brushRef="#br0" timeOffset="35037.23">24651 8483 64 0,'0'0'432'0,"0"0"-427"16,0 0-5-16,-2 77 23 15,-6-45 9-15,1 2 8 0,-2 0-11 16,0-4-17-16,5-8-5 16,2-7 0-16,2-6-5 15,0-5 3-15,0-4-4 16,0 0 7-16,0 0 40 15,0-16 25-15,0-9-73 16,6-3-40-16,5 0-11 16,2 5 32-16,0 2 12 15,1 6 0-15,-2 1-2 16,2 1 3-16,0 3-4 16,2 0-6-16,1 1 2 15,2-3 14-15,-1 2 1 16,2-1 3-16,-3-1 0 15,-2 2 0-15,-1 4-2 16,-8 1-2-16,-3 4 6 0,-3 1 3 16,0 0-9-16,0 0-8 15,0 6 5-15,0 8 3 16,-2 5 2-16,-5 5 2 16,-3 5-3-16,3 0 2 15,3-1 1-15,4-1 0 16,0-5-1-16,0-7 4 15,0-4-6-15,0-3 2 16,0-6 1-16,0-1 1 16,0-1 1-16,0 0 14 15,0 0-3-15,-9 0-7 16,-12 2-10-16,-10 3-8 0,-5 7-64 16,0-1-32-16,11-1-126 15</inkml:trace>
  <inkml:trace contextRef="#ctx0" brushRef="#br0" timeOffset="35250.57">25047 8729 660 0,'0'0'19'16,"0"0"-10"-16,0 0-9 15,-81-8-8-15,64 8-3 0,8 0 9 16,4 0-9-16,5 1-9 16,0 6-17-16,0 0-22 15,0 0-7-15,9-2-116 16</inkml:trace>
  <inkml:trace contextRef="#ctx0" brushRef="#br0" timeOffset="35402.8">25047 8729 414 0,'-75'29'54'0,"75"-29"-54"0,5 5-1 16,1 0-3 0,4-1-23-16,2-4-152 0</inkml:trace>
  <inkml:trace contextRef="#ctx0" brushRef="#br0" timeOffset="35566.84">25172 8726 716 0,'0'0'69'16,"0"0"-48"-16,0 0-21 15,0 0-33-15,0 0-66 16,0 0 59-16,0 32-60 15,0-25-138-15</inkml:trace>
  <inkml:trace contextRef="#ctx0" brushRef="#br0" timeOffset="58946.6">13208 9448 188 0,'0'0'28'16,"0"0"11"-16,0 0-26 0,0 0 20 15,0 0-22-15,0 0 5 16,0 0 13-16,0 0 21 16,0 0-10-16,-4-8-11 15,4 7-2-15,-2 0-6 16,1 1-1-16,1-2-3 15,-3-1 2-15,1 1-2 16,1-1-10-16,-2 3 4 16,1 0-3-16,-1-2-7 15,-2 1-1-15,3-1-1 16,-1 2 1-16,-1 0 0 0,1-1 2 16,3 1 0-16,-2 0 0 15,2 0 3-15,0 0-2 16,0 0-1-16,0 0-2 15,0 0 0-15,0 0-2 16,0 0-3-16,21 0 1 16,10 0 4-16,13 6 4 15,3-3 1-15,2 2-4 16,-7-3-1-16,-6-1 1 16,-6-1-1-16,-11 0 0 15,-8 0 2-15,-2 1-2 16,-2-1 1-16,2 2-1 15,0-2 0-15,1 0 0 16,-2 0 0-16,-5 0 0 0,-3 0-3 16,0 0 2-16,0 0 2 15,0 0-1-15,0 0 2 16,0 0-2-16,0 0-2 16,-2 0-15-16,-8 0-43 15,-4 0-20-15,2 0-60 16,0 0 53-16,4-9-75 15</inkml:trace>
  <inkml:trace contextRef="#ctx0" brushRef="#br0" timeOffset="59212.74">13481 9341 61 0,'0'0'96'0,"0"0"-16"16,0 0 28-16,0 0 3 0,0 0-54 15,0 0-28-15,24-66-6 16,-11 66-16-16,2 0-5 15,3 0 0-15,0 18-2 16,-1 0 1-16,-5 7-1 16,-4 2 4-16,-3 0-2 15,-5-1 1-15,0 1-2 16,0-3 4-16,-7 0-2 16,-8 0 1-16,-11-2-1 15,-5 2 3-15,-5 0-6 16,0 1 0-16,5-3-5 15,13-3-59-15,17-13-115 0,1-6-128 16</inkml:trace>
  <inkml:trace contextRef="#ctx0" brushRef="#br0" timeOffset="60281.19">14215 9394 541 0,'0'0'34'0,"0"0"-34"0,0 0-12 16,0 0 12 0,0 0 3-16,0 0 3 0,67 12 10 15,-43-10 5-15,4-2 6 16,-1 0 10-16,-3 0-2 16,2 0-13-16,-3-9-10 15,-2-2-1-15,-1-4-3 16,-4 2-6-16,-4-4 3 15,-2-2 2-15,-6 2 1 16,-4-4 4-16,0 1 12 16,-8 1-16-16,-10 0-7 15,-1 6-2-15,2 4 1 16,2 6 0-16,2 3-5 0,-2 10-5 16,3 14-9-1,0 5 18-15,8 7-3 0,2 5 0 16,2 2 4-16,0 2 1 15,0-2-1-15,9-3-9 16,3-10-5-16,6-6-14 16,0-8 20-16,6-10 4 15,7-6 1-15,12 0 3 16,14-23 0-16,13-9-46 16,3-4-71-16,-2-2-119 15</inkml:trace>
  <inkml:trace contextRef="#ctx0" brushRef="#br0" timeOffset="61810.77">14868 9149 554 0,'0'0'102'15,"0"0"45"-15,0 0-129 16,0 0-14-16,0 0-4 16,0 0-16-16,-30-36-7 15,39 61 22-15,2 13 1 16,1 9 1-16,-3 5 1 16,-2 0-2-16,-2-6 0 0,-1-8 5 15,-1-9-3-15,0-12-1 16,-1-9 1-16,-2-4 0 15,0-4 4-15,0 0 10 16,0-8 25-16,0-15 21 16,-2-13-62-16,-4-6-10 15,3-7-40-15,-1 1 2 16,1 0-23-16,0 5 21 16,-2 9 29-16,1 10-10 15,4 4 10-15,0 8 2 16,3 2 4-16,13 6-4 15,5 4 16-15,0 0 2 0,0 7 0 16,0 10 1-16,-2 2 0 16,-2 1 4-16,-8-2-4 15,-5-1 3-15,-1-1-2 16,-3 0 0-16,0 1 0 16,-16 0 7-16,-2-2-4 15,3-2 3-15,4-7-6 16,7-3 0-16,3-1 0 15,1 0-1-15,0 1 0 16,0 6 0-16,4 3 0 16,5 8 0-16,3 6-1 15,2 4 2-15,2 6-1 16,-5-1 2-16,-2-4-1 16,-9-3 0-16,0-6 4 15,-1-3-3-15,-17-2 7 0,-3-2 1 16,-6-4 4-16,-3-5 8 15,2-1 1-15,1-5 3 16,6 0-7-16,9 0-16 16,12 0 1-16,5-8-4 15,35-11-53-15,15-8-45 16,13-2 67-16,7 0 11 16,-3 3 20-16,-11 2 2 15,-13 2 18-15,-20 2 39 16,-16 8 45-16,-10 0 11 15,-2 6-38-15,0-2-45 16,-5 3-23-16,-14 5-9 0,-8 0-1 16,-4 7-1-1,1 15 0-15,6 0 1 0,6 2-7 16,11 2-5-16,7-3-9 16,0 1-6-16,15-5 6 15,15-5-6-15,6-11 12 16,9-3 16-16,-3-17 0 15,-10-5 2-15,-10 1 3 16,-14 4 36-16,-8 3 11 16,0 3-18-16,-5 3-27 15,-9 3-3-15,0 5-4 16,-1 0-3-16,4 15-2 16,7 6-13-16,4 2 4 0,4 4-4 15,25-1 6-15,18-5 0 16,9-7 0-16,8-11 11 15,-6-3-3-15,-15-5-1 16,-13-13 5-16,-12-3 1 16,-9-2 8-16,-6 1 20 15,-3 1-12-15,0 3 2 16,-6 4-1-16,0 8-14 16,0 0-4-16,4 6 0 15,2 0-3-15,0 6-26 16,2 14 11-16,16 3 13 15,13 3-9-15,11-3 4 0,7-6 2 16,3-11 3-16,-4-6 2 16,-11 0 0-16,-7-19 3 15,-10-8 1-15,-4-4 1 16,-9-1 4-16,-7 3-2 16,0 2 20-16,-3 5 4 15,-14 6-12-15,2 6-6 16,4 5-10-16,-4 5-2 15,3 11 1-15,-3 24-7 16,-2 16 8-16,3 17 1 16,5 9-1-16,4 5 0 15,5-4 5-15,0-10-5 16,0-15 2-16,0-17-2 16,0-19 1-16,0-10-1 15,0-7 7-15,-6-9 20 0,-4-23 29 16,-3-14-56-16,-8-12-1 15,3 3-3-15,0 9-2 16,7 9 1-16,7 11-4 16,4 6-10-16,0 6 7 15,11 2-4-15,12 4-14 16,10 1-4-16,6 1-5 16,1 3-22-16,-1 3-22 15,-10 0 7-15,-10 0-31 16,-15 9-117-16</inkml:trace>
  <inkml:trace contextRef="#ctx0" brushRef="#br0" timeOffset="62209.96">13945 9941 328 0,'0'0'93'0,"0"0"12"0,0 0-87 16,0 0-10 0,0 0 14-16,154-19 43 0,-37-5-12 15,29-3 4 1,19-2-23-16,6 0-8 0,-4 2-14 15,0 6-8-15,-7-1-1 16,-2 3-3-16,-3-1 0 16,-12 1-2-16,-17 4 1 15,-28 4-5-15,-31 3 0 16,-31 5 4-16,-22 1 2 16,-14-1 1-16,0 0 23 15,-19 2-24-15,-19 1-2 16,-11 2-32-16,-2 18-82 15,7 1-15-15,18-9-159 0</inkml:trace>
  <inkml:trace contextRef="#ctx0" brushRef="#br0" timeOffset="62370.77">16147 9651 614 0,'0'0'100'0,"0"0"-10"15,0 0-49-15,0 0-25 16,0 0-14-16,0 0-2 16,0-3-53-16,-14 23-94 15,-7-1 32-15,-2-5-223 16</inkml:trace>
  <inkml:trace contextRef="#ctx0" brushRef="#br0" timeOffset="68420.32">17394 9072 126 0,'0'0'85'16,"0"0"12"-16,0 0 19 15,0 0-34-15,0 0-18 16,0 0-18-16,0 0 9 16,0-41-23-16,0 39-2 15,0 2-21-15,0 0-9 16,0 0-6-16,0 11-6 16,0 14 11-16,0 16 1 0,0 15 2 15,0 12 0-15,-9 9 2 16,-8 1 3-16,-3-2 2 15,3-5-8-15,4-13 1 16,5-13 1-16,3-20-2 16,1-12-1-16,4-10 2 15,-1-3 19-15,-1-5 86 16,1-23-20-16,-1-17-85 16,2-11-2-16,0-8-3 15,-3-3-5-15,-1 5-13 16,-2 3 9-16,2 4-11 15,3 13-12-15,1 6-3 0,0 5 3 16,0 4 23 0,11 8-16-16,9 2 3 0,5 3 11 15,0 4 5-15,2 2 7 16,-2 3 2-16,0 5 2 16,-2 0 0-16,-5 0 1 15,-5 6-3-15,-1 10 0 16,-9 5 0-16,-3 4 0 15,-1 9-3-15,-24 2 3 16,-6 1 0-16,-4-3 0 16,-1-5 3-16,3-5-2 15,3-5 0-15,3-2 0 16,8-5-1-16,5 5 0 0,8-2-17 16,6 2-53-16,0-2-46 15,15-4-55-15</inkml:trace>
  <inkml:trace contextRef="#ctx0" brushRef="#br0" timeOffset="68993.95">17746 9244 409 0,'0'0'103'16,"0"0"-9"-16,0 0-18 16,0 0-28-16,0 0-48 15,0 0-1-15,0 10-4 16,0 33 5-16,-11 13 3 15,-16 5 3-15,-4 0-1 16,0-4 6-16,7-15-7 16,8-12-1-16,9-15 1 15,5-10-2-15,0-5 3 16,2 0 46-16,0 0 56 16,0-17-66-16,0-14-38 0,0-16-3 15,6-8-19 1,12-5-13-16,7-1-38 0,0 1-2 15,1 4-8-15,2 7 32 16,1 6 29-16,2 11-4 16,0 9 12-16,-1 9 9 15,-5 8 2-15,-5 6 2 16,-5 2-1-16,0 16-1 16,-6 10 0-16,-3 11 0 15,-3 5 6-15,-3 4-1 16,0 0-1-16,0-1 3 15,0-6-5-15,0-4 6 16,0-4-5-16,-5-7 3 16,-1-4-6-16,-1-3-21 0,-2-13-101 15,6-6-227-15</inkml:trace>
  <inkml:trace contextRef="#ctx0" brushRef="#br0" timeOffset="69221.05">17661 9383 238 0,'0'0'126'0,"0"0"9"15,0 0-127-15,0 0 0 16,0 0-8-16,0 0 29 0,62 0 9 16,-30 0-6-16,5 0-9 15,-1 0-5-15,-5-2-11 16,-4-6-5-16,-8 3 0 15,-7 1 1-15,-7 3-3 16,-5 1-59-16,-5 0-211 16</inkml:trace>
  <inkml:trace contextRef="#ctx0" brushRef="#br0" timeOffset="69702.17">18100 9210 461 0,'0'0'135'16,"0"0"1"-16,0 0-28 15,0 0-95-15,0 0-13 16,0 0-7-16,13 8 7 15,12 23 2-15,2 3-2 16,3 2 4-16,1-2-2 16,0-4-2-16,-3-7-6 0,-5-10-20 15,-7-12 5 1,2-1 21-16,-1-11 7 16,6-18-3-16,-2-12-3 0,-3-4 2 15,-7 0-2-15,-11-3 11 16,0 7 25-16,0 13-21 15,-8 11 15-15,4 12-9 16,2 5-22-16,2 3-5 16,0 24-32-16,0 12 36 15,8 12-2-15,2 4 3 16,-1 3 2-16,4-2-1 16,-2-5-1-16,0-2 0 15,-4-6-14-15,3-7-22 16,-2-12-11-16,1-7-39 0,4-14-61 15,4-6-127-15</inkml:trace>
  <inkml:trace contextRef="#ctx0" brushRef="#br0" timeOffset="70179.18">18804 9191 644 0,'0'0'124'0,"0"0"-48"16,0 0-69-16,0 0-7 16,0 0-11-16,0 0 11 15,-22 116 3-15,9-55 0 16,1 6-2-16,5-1 3 0,5-6 0 16,2-11-3-16,0-16 3 15,0-15-4-15,0-11-1 16,0-7 1-16,0-3 20 15,5-22 61-15,5-17-73 16,3-12-8-16,1-9-1 16,0-4-8-16,-4 2-12 15,-6 1-18-15,-2 7-2 16,-2 13 23-16,1 11 18 16,2 14 0-16,0 11 3 15,0 5-2-15,0 3-1 16,5 10-16-16,1 21 11 15,2 11 2-15,1 6 0 16,-4-3-4-16,-1-6-1 0,-7-6 0 16,0-10-7-16,-2-4 9 15,-11-7 6-15,-2-4 0 16,-2-6 3-16,-4-2 0 16,1 0-3-16,3 0-21 15,8 0-83-15,9 0-4 16,0 0-104-16</inkml:trace>
  <inkml:trace contextRef="#ctx0" brushRef="#br0" timeOffset="70600.88">19154 9286 467 0,'0'0'178'16,"0"0"-26"-16,0 0-87 0,0 0-58 15,0 0-7-15,0 0-9 16,-6 21 9-16,-7 11 4 15,-1 9-3-15,3 1 2 16,4-4-2-16,4-6-1 16,3-9 0-16,0-7-3 15,0-12 0-15,0 0 0 16,0-4 3-16,0 0 5 16,0-11 5-16,0-14-8 15,0-11-2-15,0-3-21 16,4-4 2-16,2 2-14 15,5 4 5-15,5 4-1 0,1 3 13 16,2 9-1-16,0 5 14 16,0 5 2-16,1 6 1 15,4 5-4-15,0 3-2 16,0 18-1-16,-3 7 3 16,-4 0 4-16,-7 3 3 15,-9 1-3-15,-1 2 2 16,0 1 0-16,-11 1-2 15,-8-3-36-15,-5-2-29 16,1-12-115-16,0-12-96 16</inkml:trace>
  <inkml:trace contextRef="#ctx0" brushRef="#br0" timeOffset="71050.36">18963 9383 409 0,'0'0'31'15,"0"0"-25"-15,0 0 4 16,0 0 4-16,115-10 17 16,-63 0 14-16,6-6-8 15,6-5-20-15,2-5-2 16,-2-1-8-16,-8-3-5 16,-12 0 1-16,-13 2 6 15,-13 3 17-15,-12 5 30 16,-6 3 23-16,0 5-36 0,0 3-12 15,0 6-8-15,0 3-12 16,0 0-11-16,0 0-6 16,0 25-7-16,0 11 13 15,0 11 0-15,0 6 2 16,0-2-2-16,11-4 3 16,3-6-3-16,-2-9-1 15,5-7-7-15,-1-9 1 16,2-2 1-16,4-8-1 15,1-6 5-15,4 0-2 16,7-10 1-16,3-10-21 16,-3 1-14-16,-1 2 19 15,-1 5 3-15,-4 1-13 16,2 7-19-16,-2-1 6 16,-2 5 8-16,-4 0-37 0,-7 0-110 15,-9 6-40 1</inkml:trace>
  <inkml:trace contextRef="#ctx0" brushRef="#br0" timeOffset="71602.46">17593 9893 124 0,'0'0'121'0,"0"0"-30"16,0 0-8-16,0 0-55 15,-89 0-8-15,72 0-7 0,4 0 12 16,4 0-3-16,6 0 12 16,3 0-7-16,0 1-27 15,14 2-3-15,27 0 3 16,29-3 22-16,32 0-14 15,35 0 4-15,29-14-5 16,17-1 1-16,12-1-5 16,-2 0-3-16,-6 4 1 15,-9 0 1-15,-12-2-1 16,-7-1-1-16,-16 1 0 16,-17 4-4-16,-25-2 3 15,-27 5 1-15,-25 4 0 16,-25 1 1-16,-17 2-1 15,-7 0-1-15,0 0-1 0,0 0-6 16,-16 5-23-16,-4 7-45 16,1-1-109-16</inkml:trace>
  <inkml:trace contextRef="#ctx0" brushRef="#br0" timeOffset="71771.67">19978 9733 582 0,'0'0'57'0,"0"0"-57"16,0 0 0-16,0 0 0 15,0 0-3-15,0 0-12 16,-10 17-74-16,-11-7-81 0,-4-4-66 16</inkml:trace>
  <inkml:trace contextRef="#ctx0" brushRef="#br0" timeOffset="132126.36">9845 11107 344 0,'0'0'184'0,"0"0"-76"16,0 0-3-16,0 0-52 15,0 0 13-15,0 0-33 16,0 0-11-16,0 0-20 15,-11-37-2-15,10 45-6 16,-2 14-4-16,-3 12 9 16,-5 14 1-16,-8 10 0 15,-5 6 0-15,-4-1 2 16,4-8 2-16,3-9-4 0,6-13 2 16,5-11-1-16,4-11 0 15,3-6-1-15,0-5 2 16,-6 0 3-1,1-6 2-15,-2-18-1 0,0-16-6 16,10-11-19-16,0-9-42 16,22-9-2-16,14-2-25 15,2-1 17-15,0 4 44 16,-7 8 16-16,-1 6 11 16,-2 9 2-16,-5 11 0 15,-1 13 4-15,-4 13 2 16,-5 8-5-16,2 13-3 15,2 32-7-15,-4 18 7 16,-2 20 5-16,-4 10 18 16,2 3 0-16,3-6-20 15,7-7 2-15,1-16 2 0,-1-16-3 16,-3-19 0-16,-8-15-2 16,-4-16-1-16,-4-1 5 15,0-14 137-15,-6-19-93 16,-13-13-50-16,-6-1-16 15,-8 4-30-15,-7 11-1 16,-1 8-10-16,0 10 45 16,6 5 5-16,10 5 2 15,11 2 2-15,8 2 0 16,6 0-8-16,0 0-70 16,17 6 71-16,13 1 10 15,9-7 1-15,7 0 2 0,7-5 5 16,-2-11 2-16,0-5 4 15,-6-3 5-15,-5 4 21 16,-14 1-15-16,-12 7 25 16,-8 5 16-16,-4 5-10 15,-2 2-21-15,0 0-35 16,0 3-2-16,0 21-33 16,1 17 28-16,9 17 6 15,4 21 1-15,8 11 1 16,8 7 0-16,0 0-1 15,1-7 0-15,-1-9 0 0,-8-11-3 16,-8-16 2 0,-1-21-5-16,-8-14 5 0,-4-13 2 15,-1-6 0-15,-6-12 19 16,-19-20-7-16,-10-13-13 16,-3-13-4-16,1-6-20 15,5-2 7-15,10 2-22 16,10 0-11-16,10 2-31 15,2 1 0-15,3 10 31 16,18 4 26-16,9 8 19 16,4 8 5-16,7 6 1 15,3 8 19-15,0 11 9 0,-1 6-8 16,0 8-15-16,-4 24-6 16,-8 9 0-1,-10 6 1-15,-16 4 0 0,-5-1 4 16,-24-6-2-1,-13-6 4-15,-9-9-1 0,-4-9-1 16,-2-8-2-16,-5-6 9 16,2-6-5-16,7 0-3 15,17-9 9-15,18-16-13 16,13-8-10-16,28-9-12 16,23-8-73-16,11-1 39 15,7 1 19-15,1 8 37 16,-5 9 20-16,-8 5 45 15,-18 11-21-15,-11 6 3 16,-16 6 19-16,-9 3-15 0,-2 2-33 16,3 0-18-16,3 10-6 15,1 17 2-15,1 13 4 16,1 18 1-16,-3 13 0 16,0 7 2-16,-1 1 0 15,0-3 3-15,1-5-4 16,-1-8 3-16,-3-12-5 15,3-15 4-15,-5-14-1 16,1-15 0-16,-2-3-2 16,0-4 7-16,-6-4 40 15,-18-15-24-15,-7-8-24 16,-5-10-30-16,-2-7 4 0,6-1-2 16,6-5 10-1,12-2 10-15,14-3 6 0,0-3-5 16,17-2 7-16,18 3 0 15,6 7 5-15,4 11-1 16,3 11 3-16,-3 10 5 16,-1 9-2-16,-2 9-5 15,-1 2-5-15,-6 23 0 16,-9 6-3-16,-13 5-1 16,-12 2 4-16,-1 2 0 15,-20 0 6-15,-16-2-2 16,-10-1 9-16,-6-6-9 15,-5-6 0-15,-6-8-2 16,8-9 1-16,7-5-2 16,17-3 2-16,14-1 0 0,17-16-3 15,10-9-58-15,28-11-215 16</inkml:trace>
  <inkml:trace contextRef="#ctx0" brushRef="#br0" timeOffset="132508.57">11024 11567 261 0,'0'0'19'0,"0"0"-10"16,0 0 28-16,0 0 53 15,0 0-27-15,0 0-17 0,68-112-11 16,-52 64-12-1,2-3 16-15,-7-1 39 0,-4-4-22 16,-4-3-12-16,-3-4-38 16,0 2-4-16,-12 7 14 15,-3 7 5-15,2 14 13 16,5 13-19-16,2 11-9 16,5 9-4-16,1 1-2 15,0 27-59-15,0 16 55 16,2 16 3-16,9 9 0 15,2 6 1-15,3-2 1 16,4-1-1-16,4-6-4 0,4-5-2 16,1-12-18-16,3-13-34 15,-2-15-25-15,-2-18-28 16,-3-3-153-16</inkml:trace>
  <inkml:trace contextRef="#ctx0" brushRef="#br0" timeOffset="132840.77">11414 11398 525 0,'0'0'92'16,"0"0"3"-16,0 0-86 15,0 0-8-15,0 0 6 16,0 0 4-16,0 0 1 16,85-37 4-16,-57 20-6 15,4-8-4-15,-3-1-5 0,-3-2 0 16,-10-1-1-16,-10 3-1 15,-6 3-3-15,-5 4-17 16,-18 7 8-16,-4 4 0 16,1 7 13-16,10 1 0 15,4 6-2-15,8 20-3 16,4 9 5-16,0 8-3 16,10 4 2-16,20 0-3 15,15-5 2-15,13-10 2 16,12-15 0-16,11-15 6 15,6-2-6-15,-6-22-17 16,-15-11-120-16,-23-5-419 0</inkml:trace>
  <inkml:trace contextRef="#ctx0" brushRef="#br0" timeOffset="133358.48">9965 11993 325 0,'0'0'81'16,"0"0"40"-16,0 0-68 15,0 0 17-15,0 0-17 16,0 0-29-16,-31-13 14 16,31 13-5-16,0 0-18 15,0 0-15-15,21-1-1 16,22-5 1-16,26-3 1 15,37-11 2-15,37-8-6 16,36-8 4-16,22-4-3 0,6 0 3 16,-8 3-2-16,-20 6-5 15,-22 1 4-15,-22 4 0 16,-24 2 4-16,-25 5-2 16,-21 1 6-16,-25 8 9 15,-19 3-7-15,-13 5 5 16,-8 2 2-16,0 0-10 15,-25 0-5-15,-28 22-27 16,-15 7-93-16,1-4-239 16</inkml:trace>
  <inkml:trace contextRef="#ctx0" brushRef="#br0" timeOffset="133513.59">11945 11657 846 0,'0'0'11'16,"0"0"-11"-16,0 0-19 15,0 0-62-15,0 0 12 16,0 0-50-16,12 16-135 16</inkml:trace>
  <inkml:trace contextRef="#ctx0" brushRef="#br0" timeOffset="134489.29">13608 11347 248 0,'0'0'144'0,"0"0"12"15,0 0-39-15,0 0-40 16,0 0-25-16,0 0-19 0,0-37-22 16,0 37-11-16,0 0-3 15,0 8-6-15,0 16 5 16,0 12 0-16,0 8 4 16,0 5 1-16,0-1-1 15,-5-7 0-15,0-6-2 16,2-15-10-16,1-3-14 15,1-9 8-15,1-2-26 16,0-5 4-16,0-1-64 16,0-8-78-16</inkml:trace>
  <inkml:trace contextRef="#ctx0" brushRef="#br0" timeOffset="134687.9">13592 11084 637 0,'0'0'84'15,"0"0"13"-15,0 0-44 16,0 0-53-16,0 0-10 16,0 0-43-16,3 19 32 15,4 13-43-15,-6 4-32 16,-1-10-154-16</inkml:trace>
  <inkml:trace contextRef="#ctx0" brushRef="#br0" timeOffset="135238.64">14160 11164 224 0,'0'0'70'16,"0"0"57"-16,0 0-37 16,0 0-21-16,0 0-34 15,0 0-35-15,-55-5 0 16,25 42 0-16,2 6 14 16,5 7-1-16,8 5-11 15,8 9 3-15,2 1 1 16,5-1-6-16,3-8-11 15,20-14-16-15,15-15 7 16,10-21-50-16,15-6 21 16,10-31-35-16,2-14 52 0,-9-8 32 15,-13-6 2-15,-22 4 64 16,-19 1 11-16,-12 2 31 16,-4 5-64-16,-28-3 39 15,-17 7-34-15,-11 4-26 16,-1 14-12-16,9 13-10 15,19 10-2-15,15 2-8 16,14 17-84-16,4 13-15 16,0 2-64-16,6-6-154 15</inkml:trace>
  <inkml:trace contextRef="#ctx0" brushRef="#br0" timeOffset="135717.52">14911 11257 443 0,'0'0'30'16,"0"0"17"-16,0 0 9 15,0 0-26-15,0 0-7 16,32-72 21-16,-26 50 10 15,0-2-6-15,-2-1-10 16,-4 1-14-16,0 1-17 0,0 3-7 16,-16 3-23-1,-9 8-40-15,-5 5-8 0,0 4 30 16,5 0 23-16,2 10 10 16,8 10-12-16,1 6-25 15,6 6 22-15,3 0 17 16,5 3 4-16,0-3 2 15,17-1 1-15,2 0 2 16,4-3 4-16,-8-3 6 16,-4 0 2-16,-6-1-3 15,-5 1-5-15,0 4-2 16,-20 3 4-16,-1-1-4 0,-2-7 0 16,2-4-2-1,4-9-3-15,-1-4 0 0,1-3 1 16,-3-4 2-16,1 0 0 15,4 0-2-15,5 0-1 16,5 0-2-16,5 0-263 16</inkml:trace>
  <inkml:trace contextRef="#ctx0" brushRef="#br0" timeOffset="174783.34">20922 12158 261 0,'0'0'102'0,"0"0"40"0,0 0-52 16,-4-86 10-16,0 68-38 16,2 3-2-16,2 1-24 15,0 6-8-15,0 3-12 16,0 4 3-16,0 1-19 16,6 0-1-16,11 20-2 15,5 10 2-15,3 7 0 16,-2 8-1-16,1 6 2 15,-1 1 0-15,-2-5 0 16,-3-4 0-16,0-13 0 16,-7-8 0-16,-1-10 0 15,-4-7 0-15,-3-4 1 16,-2-1 1-16,5-1 6 0,5-21 25 16,7-14-23-1,1-8-6-15,-2-1-4 0,-1 5 2 16,-7 4-1-16,-3 6 0 15,0 7-1-15,-2 4 0 16,-2 7-2-16,-2 7-4 16,0 4-9-16,4 1-23 15,1 0-68-15,2 10 11 16,-1 10-21-16,-6 4-89 16,0-7-132-16</inkml:trace>
  <inkml:trace contextRef="#ctx0" brushRef="#br0" timeOffset="175148.32">21444 12247 492 0,'0'0'55'0,"0"0"44"16,0 0-63-16,0 0-33 15,0 0-1-15,0 0-2 16,0 0 2-16,2-1-1 15,3-2 6-15,4-3 6 16,2-4 3-16,2-3-6 16,-3-3-4-16,-7 2 5 15,-3-2 3-15,0 0 0 16,-7 2-4-16,-10 2-5 0,-2 4-1 16,1 5-4-16,3 3 0 15,4 0 0-15,5 11-9 16,2 10 3-16,4 8 5 15,0 6-2-15,14 5 2 16,16 5 0-16,10-6-1 16,10-8-17-16,7-14-12 15,4-11-25-15,2-6-19 16,2-13-80-16,-9-21-181 16</inkml:trace>
  <inkml:trace contextRef="#ctx0" brushRef="#br0" timeOffset="175597.18">21801 12114 536 0,'0'0'64'0,"0"0"-61"16,0 0 7-16,0 0 7 16,72 95 22-16,-53-63 9 15,-2 3-34-15,-3-6-3 16,-1-2-5-16,-4-8-4 15,-2-4 1-15,-3-6-2 16,-2-4 0-16,-2-5-1 16,0 0 2-16,0 0 4 15,0-14 6-15,0-13-12 16,0-12-20-16,4-4-19 0,10-4-13 16,13-1 27-16,4 3 18 15,6 4 4-15,3 2 2 16,-2 2 1-16,-1 3 1 15,-1 1 7-15,-8 4 15 16,-5 5 29-16,-9 5 16 16,-6 9-3-16,-7 8-3 15,-1 2-37-15,3 2-25 16,1 24-6-16,-1 13 5 16,-2 15-4-16,-1 10 4 15,0 2 0-15,0-1 1 16,0-3-11-16,0-9-19 15,0-6-16-15,0-8-17 16,0-14-38-16,0-14-67 0,0-11-156 16</inkml:trace>
  <inkml:trace contextRef="#ctx0" brushRef="#br0" timeOffset="175881.33">22137 12184 516 0,'0'0'33'15,"0"0"6"-15,0 0-25 16,0 0-3-16,0 0 12 16,100-8 0-16,-58 8 10 15,5 0-9-15,2 0-15 16,-6 0-2-16,-6 0-7 0,-14 0 0 16,-9 0-5-16,-7 0-4 15,-7 1-3-15,0 2 10 16,0 4-2-16,0 3 4 15,-1 9 0-15,-6 5 2 16,4 3-1-16,3 5-2 16,0-1 0-16,0-6-56 15,6-12-112-15,8-13-180 16</inkml:trace>
  <inkml:trace contextRef="#ctx0" brushRef="#br0" timeOffset="176031.55">22477 11952 701 0,'0'0'0'15,"0"0"-12"-15,0 0-4 16,0 0-6-16,40 76-15 16,-28-32-23-16,3-4-148 15</inkml:trace>
  <inkml:trace contextRef="#ctx0" brushRef="#br0" timeOffset="176830.15">22916 12137 430 0,'0'0'118'0,"0"0"-71"15,0 0-31-15,0 0-13 16,0 0-3-16,0 0 6 16,-44 93-4-16,38-59 1 15,3-1-1-15,3 2-2 16,0-4 0-16,14-9 0 16,13-10-25-16,8-12-19 15,14 0 28-15,7-19-19 16,-1-12 7-16,-9-1 28 0,-15-3 52 15,-18 6 77 1,-13 4 7-16,-3 5-70 0,-21 5-48 16,1 9-15-16,-1 6-3 15,4 4-3-15,4 16-11 16,2 8 1-16,6 1-7 16,8 1-17-16,0-1 1 15,11-8 12-15,13-6 9 16,-1-7-12-16,0-8 7 15,-2 0 18-15,-1-10 2 16,0-8 6-16,-8-4 17 16,1 0 25-16,-10 3 19 15,-3 2-43-15,0 3 2 16,-6 4-19-16,-1 3-6 16,2 5 0-16,4 2-1 0,1 0-4 15,0 9-13-15,13 9 17 16,16 6 0-16,11 0 0 15,5-1-1-15,7-7-6 16,3-3-35-16,4-9 7 16,3-4-12-16,0-8 12 15,-7-21 23-15,-12-8 0 16,-11-8 12-16,-18-4 18 16,-14-1 19-16,0-4 5 15,-34-2-11-15,-15-3-13 16,-7 1 12-16,-2 10 6 15,20 15-2-15,18 16-8 0,14 15-21 16,6 2-5-16,0 16-14 16,0 20 8-16,12 14 6 15,5 13-1-15,4 6 1 16,2 3 1-16,-4 1-1 16,-2-2 0-16,-4-2-1 15,-4-2-25-15,-1-9-37 16,-2-5-34-16,-2-21-60 15,0-28-332-15</inkml:trace>
  <inkml:trace contextRef="#ctx0" brushRef="#br0" timeOffset="177316.45">23906 12198 692 0,'0'0'97'15,"0"0"-97"-15,0 0-2 0,0 0 2 16,0 0 0-16,0 0 0 16,52 93 1-16,-40-62-1 15,4 2 0 1,5 0-73-16,5-10-77 0,-1-13-264 15</inkml:trace>
  <inkml:trace contextRef="#ctx0" brushRef="#br0" timeOffset="177832.07">24121 12261 805 0,'0'0'77'15,"0"0"-30"-15,0 0-47 16,0 0 0-16,0 0 0 15,0 0 0-15,79 85-1 0,-64-65 1 16,1-1-7-16,-4-7-26 16,-6-7-5-16,-1-4-1 15,-3-1-7-15,4-1 35 16,2-16-24-16,1-4-40 16,3-1 75-16,-5 2 0 15,-4 8 25-15,0 5 46 16,-2 6-16-16,1 1-20 15,3 0-35-15,3 0-4 16,4 6 2-16,6 5 2 16,2 5 0-16,5-4 0 15,2 2 2-15,-3-3-2 16,-3-5-14-16,0-6-37 0,2 0 0 16,2-17 35-1,1-9-27-15,-5-7 17 0,-7-3 26 16,-10-2 2-16,-4-3 14 15,-4 1 8-15,-19 2 24 16,-2 5-15-16,4 12 11 16,9 11 33-16,12 10-64 15,0 0-13-15,0 21-13 16,8 13 13-16,6 14 0 16,3 8 0-16,2 2 1 15,-1 0-1-15,-2-3-4 16,-1-4-17-16,-3-9-52 0,-3-10-32 15,0-23-53 1,-6-9-228-16</inkml:trace>
  <inkml:trace contextRef="#ctx0" brushRef="#br0" timeOffset="178005.19">24580 12064 710 0,'0'0'6'15,"0"0"-4"-15,93-6 9 16,-60 6 0-16,1 10-5 16,3-2-4-16,-1 1-2 15,-3-1-2-15,-5-4-85 0,-7-4-136 16</inkml:trace>
  <inkml:trace contextRef="#ctx0" brushRef="#br0" timeOffset="178238.08">23837 11959 248 0,'0'0'21'0,"0"0"8"0,0 0-15 16,102 25-8-16,-71-16-6 16,2-2-23-16,1 0-123 15</inkml:trace>
  <inkml:trace contextRef="#ctx0" brushRef="#br0" timeOffset="178511.42">24940 12327 783 0,'0'0'87'16,"0"0"-21"-16,0 0-44 15,0 0-20-15,0 0-2 16,0 0-31-16,-21-22-17 16,35 36 27-16,5 4-37 15,3-4-67-15,2-9-125 16</inkml:trace>
  <inkml:trace contextRef="#ctx0" brushRef="#br0" timeOffset="180126.38">18878 11492 379 0,'0'0'184'16,"0"0"-73"-16,0 0-43 15,0 0-58-15,0 0-10 16,0 0-4-16,-12 63 3 16,0-9 1-16,-3 5 3 15,0 2-1-15,3-2 0 16,3-4 1-16,3-9 1 15,3-16-2-15,1-12-1 16,2-8 0-16,0-10 6 16,0 0 24-16,0-14 63 15,8-18-74-15,10-9-20 16,5-8-23-16,-1 3-24 16,0 7-4-16,-4 9 12 15,0 6 37-15,-1 11 2 0,-1 5 3 16,-3 8 3-16,4 0-6 15,-2 16-1-15,-2 13-2 16,-6 9 3-16,-7 2 0 16,0 2 0-16,0-7 0 15,0-6 0-15,0-9 3 16,0-6-3-16,-7-6 0 16,-8-2 0-16,-5-4 4 15,-5-2 5-15,-3 0 6 16,-2-2-1-16,5-7 0 0,6 6-12 15,8-2-2-15,8 5 0 16,3 0-17-16,5 0-116 16,17 7 47-16,12 1-76 15,11-4-241-15</inkml:trace>
  <inkml:trace contextRef="#ctx0" brushRef="#br0" timeOffset="182791.66">19491 11664 150 0,'0'0'125'15,"0"0"41"-15,0 0-44 16,0 0-26-16,-69-72 14 16,59 64-78-16,2 3-19 15,4 4-10-15,-2 1-3 0,-2 1-4 16,-2 18 2-16,-3 9 2 15,-4 8-1-15,5 4 0 16,0 5 1-16,5 5 1 16,2-4-1-16,4-5-2 15,1-11-5-15,0-14-30 16,0-9-9-16,7-7 37 16,10-7 9-16,6-19 18 15,1-9-5-15,-1-4 2 16,-8 1 26-16,-11 4-17 15,-2 8-9-15,-2 9-11 16,0 7-1-16,0 10-5 16,0 0 2-16,2 5-47 15,14 15 26-15,3 4 21 0,6 5-3 16,7-2 2-16,3-6 0 16,1-3 1-1,-3-12 0-15,0-6 1 0,-1-4-1 16,0-18 4-16,-1-5-4 15,-5-4 0-15,-10 3 0 16,-6 4 1-16,-8 6 3 16,-2 5 6-16,0 7 12 15,0 3-1-15,0 3-17 16,0 0-4-16,0 2-10 16,-3 10 3-16,-2 5 6 15,-4 5 1-15,1 1 0 16,-4 7 0-16,-6-1 1 0,0-2-1 15,3-1 0-15,3-4-11 16,5-2-41-16,7-6-12 16,4-7 1-16,22-7-6 15,12-2 30-15,5-22-26 16,7-8 6-16,-7-10 59 16,-9-1 11-16,-8-2 17 15,-13-1 52-15,-8 0-11 16,-5-3 1-16,0-1 3 15,-5 5 18-15,-4 10-14 16,2 14-23-16,4 10-31 16,1 11-23-16,2 0-2 15,0 5-11-15,0 18-32 16,0 10 33-16,0 10 12 16,0 0 0-16,0-1 0 0,0-3 0 15,2-7-2-15,1-1-4 16,0-7-5-16,1-4-7 15,-1-6 10-15,0-5-2 16,-1-2 9-16,-1-4-5 16,2 0 0-16,-2-2 4 15,0 2 2-15,1 2-2 16,0-1 2-16,-1 1-2 16,1-2 2-16,-1 2 0 15,2-2-1-15,-1-1 2 16,-1 1-2-16,1 0 1 15,-2-1 0-15,0-1 0 0,0 0 0 16,0-1 2-16,0 0 1 16,0 0 3-16,0 0 7 15,0 0 4-15,0 0-2 16,0 0-1-16,0 0 0 16,0 0-5-16,0 0-1 15,0 0-2-15,0 0 1 16,0 0-7-16,0 0-1 15,0 0 1-15,0 0 0 16,0 0 1-16,0 0 0 16,0 0 0-16,0 0 1 15,0 0 1-15,0 0-2 16,0 0 0-16,0 0-1 0,0 0-1 16,0 0 1-1,0 0-1-15,2 0 1 0,1-1 0 16,0-6-5-16,3 0 5 15,1-4-2-15,2-3-1 16,5-6 0-16,2-3-5 16,3-5-18-16,2-2 9 15,1 1 0-15,-1-1 6 16,-6 1 11-16,-2 3 1 16,-7 8 0-16,-3 5 14 15,-3 6 6-15,0 7-1 16,0 0-20-16,0 7-10 0,-10 17 1 15,-6 5 8-15,-1 4 0 16,1 5 0-16,5 0 1 16,4 0 0-16,3-1-1 15,4-5-1-15,0-6-2 16,22-7-9-16,11-14-2 16,11-5 5-16,10-9-7 15,6-23-31-15,-2-3-42 16,-9-2 37-16,-16 1 44 15,-14 6 9-15,-13 4 23 16,-6 6 54-16,0 3 6 16,-6 7-43-16,-2 6-15 15,3 4-19-15,0 0-6 0,2 12-9 16,0 10 8-16,0 6 1 16,3 3-1-16,0-5 1 15,0-2 0-15,1-7-1 16,7-5-2-16,0-8 1 15,4-4-6-15,6 0 8 16,6-14 4-16,2-5-2 16,-2-1 0-16,-9 1 2 15,-5 5 0-15,-5 6-3 16,-4 3 1-16,-1 4 0 16,2 1-2-16,1 0-2 15,6 0-4-15,7 1 5 16,4 12 1-16,4-2 0 15,0 2 0-15,-2-4-3 0,-4-3-8 16,0-5-16-16,-2-1-4 16,2-4 10-16,-3-16-22 15,-3-6-10-15,-9-3 17 16,-3 0 35-16,-6 0 1 16,-19 0 1-16,-1 4 12 15,3 4 18-15,12 6 27 16,5 7-10-16,6 4-36 15,0 4-12-15,0 0-29 16,10 0 5-16,11 1 24 16,1 2 0-16,0 3 1 15,-2-4 0-15,-2 0-1 16,-4-2 1-16,-7 0 2 0,-2 0 7 16,-4 0 34-1,-1 0 3-15,0 0-3 0,0-4-28 16,0-2-7-16,-3 3-2 15,-1 0-7-15,1 3 0 16,3 0 1-16,-2 0-1 16,2 0-4-16,0 0 3 15,-1 0-1-15,-2 0-3 16,-3 2-1-16,1 5 4 16,-2 3-5-16,1-3 7 15,3-4-1-15,0-2 1 16,1 0-1-16,2-1 1 0,0 0 1 15,0 2-1-15,0-2 0 16,0 0 1-16,0 0-1 16,0 0-1-16,0 0 1 15,0 0-2-15,0 0-4 16,0 0-2-16,0 1-3 16,3-1 4-16,12 2 7 15,12-2 1-15,12 0 1 16,3 0-4-16,11 0 0 15,-2 0-7-15,0-6-12 16,-5-1 8-16,-12 1 2 16,-10 2 2-16,-10 0 9 15,-11 4 2-15,-3 0 14 0,0 0 11 16,0 0-11-16,0 0-6 16,-9 0-10-16,-11 14-8 15,-2 6 5-15,1 5 1 16,0 0-3-16,3 0-1 15,6 2-1-15,3-5-4 16,8-2 0-16,1-6-11 16,10-9-1-16,16-5 20 15,6 0 3-15,1-18 3 16,0-6-1-16,-5-3 0 16,-8-1 0-16,-7 0 18 15,-8 5 6-15,-5 5-8 16,0 4 6-16,0 5-18 15,0 6 4-15,0 3-10 0,-2 0-1 16,-1 5-16-16,0 19-5 16,-1 8 20-16,2 5-4 15,2-2-19-15,8-3-24 16,19-13-19-16,7-9 1 16,5-10-7-16,1-2-139 15</inkml:trace>
  <inkml:trace contextRef="#ctx0" brushRef="#br0" timeOffset="183341.56">21514 11520 519 0,'0'0'116'15,"0"0"35"-15,0 0-115 16,0 0-36-16,0 0-21 0,0 0 18 16,0 0 3-16,-46 89 2 15,36-70-1-15,6-8-1 16,4-4 1-16,0-5-3 15,0-2-4-15,0 0 6 16,6-6 0-16,18-18 0 16,10-10-11-16,7-7-18 15,1-5-22-15,-1-4 22 16,0 0-3-16,-3 0 26 16,-2 4 4-16,-5 5 2 15,-4 2 38-15,-6 7 43 16,-6 8 16-16,-7 10-36 0,-5 9-50 15,1 5-11-15,3 2-17 16,2 24-7-16,3 10 11 16,-2 9 7-16,-1 10 1 15,0 2-7-15,-3-6-11 16,0-5 5-16,0-16 11 16,-3-10 3-16,0-8-5 15,-3-8-6-15,0-4 9 16,0 0 6-16,-4 0 10 15,-22-1 3-15,-14-11-12 16,-2 4-1-16,3 0 2 16,9 7 1-16,14 1-2 15,5 0-1-15,3 9-6 16,2 8 6-16,3 5-2 16,3-1 2-16,0 0-6 0,14-2 4 15,15-3-3-15,10-8 5 16,3-4 4-16,2-4-4 15,-2 0-42-15,-7-2-72 16,-6-15-224-16</inkml:trace>
  <inkml:trace contextRef="#ctx0" brushRef="#br0" timeOffset="183825.47">19442 12261 204 0,'0'0'107'16,"0"0"-46"-16,0 0-10 15,0 0-42-15,0 0 4 16,111-34 28-16,-45 21 2 15,22 0 9-15,21 2 9 16,23-3 15-16,19 0-36 16,10-2 6-16,17-7-31 15,4 0-5-15,0-2-10 16,-9-2-1-16,-15 1-8 16,-21 0-32-16,-20 3 1 15,-30 3 6-15,-30 4 4 16,-30 7 21-16,-27 3-1 0,-12 6-62 15,-31-1-198-15</inkml:trace>
  <inkml:trace contextRef="#ctx0" brushRef="#br0" timeOffset="183988.2">21582 11886 660 0,'0'0'80'16,"0"0"-41"-16,0 0-39 16,0 0-144-16,0 0-10 15,0 0-78-15</inkml:trace>
  <inkml:trace contextRef="#ctx0" brushRef="#br0" timeOffset="213126.43">22453 12385 189 0,'0'0'78'0,"0"0"-17"16,0 0 19-16,0 0-20 15,0 0-3-15,0 0-7 16,0 0-19-16,0 0-22 16,0-19 24-16,0 19-1 15,0-2-13-15,0 1-8 16,0 1 0-16,0-2-7 15,0 2 4-15,0 0-1 16,0 0 11-16,0 0 3 16,0 0-2-16,0 0-5 0,0-2-1 15,0 2-7 1,0 0-2-16,0 0-4 0,0 0 1 16,0-1 0-16,0-2 0 15,0-1-1-15,0-1-2 16,2-4-4-16,1-1-7 15,4 0-15-15,-3 1 16 16,1 0-8-16,-1 3 16 16,-1-2-3-16,-1 3-12 15,1 1-8-15,-1-1 21 16,-2 0 5-16,3 1 1 16,-2-1-3-16,-1 0 3 15,2 0 3-15,-2 2-3 0,2-1 0 16,-2 1 2-1,0-1 3-15,2 1-1 0,-2 0 0 16,0 0-1-16,0 0 4 16,1 0-1-16,1-2-6 15,-2 1 1-15,1-1-1 16,2-1 1-16,-1 1 3 16,-1-1-2-16,2 3 3 15,-3-1 2-15,2 3-7 16,-1-2 1-16,-1 2 0 15,0-2 0-15,0 2 0 16,0 0 1-16,0 1 1 16,0 0 0-16,0 0-1 15,0 0-2-15,0 0-3 16,2 0-3-16,-1 2 4 0,0 8 0 16,1 2 2-16,0 4 0 15,2 1 1-15,-1 2-1 16,1-1 0-16,1 0 1 15,0-1-1-15,0-1 0 16,6-5 0-16,1-4-2 16,2-4 1-16,2-2 1 15,1-1 2-15,2 0 0 16,0 0-2-16,-6 0 4 16,2-5-3-16,-4-2 7 15,-4-1 0-15,2 1 18 16,-3 0-11-16,-1 0-9 15,-2 4-6-15,1-1-2 0,1 0-50 16,-1 1-9-16,0 0-15 16,-2 0-28-16,-1-1-153 15,-1 1 54-15</inkml:trace>
  <inkml:trace contextRef="#ctx0" brushRef="#br0" timeOffset="213283.86">22742 12266 68 0,'0'0'113'15,"0"0"-58"-15,0 0 24 16,0 0 6-16,0 0 9 16,0 0 8-16,0 0-21 15,-4 0-25-15,1 0-36 16,3 0-20-16,0 0-14 0,-1 0-114 16,-4 7 30-16,-2-1-96 15</inkml:trace>
  <inkml:trace contextRef="#ctx0" brushRef="#br0" timeOffset="-214651.59">22947 12160 148 0,'0'0'46'16,"0"0"-46"-16,0 0-24 0,0 0 13 15,0 0 0 1,0 0-13-16,0 0 24 0,0 0 2 16,0 0 42-16,0 0-8 15,7 0-12-15,-1 0 3 16,2 0-3-16,-2 0 8 16,-2 0-11-16,0 0-9 15,-2 0-8-15,-1 0-2 16,1 0-2-16,-2 0-1 15,1 2 0-15,-1 3-6 16,0 1 4-16,0 1-1 16,0 0 2-16,0-3-11 15,-1 1 7-15,-2-4 6 16,1 0 0-16,-2-1 0 0,1 0 8 16,-2 0 16-16,3 0-11 15,-1 0 6-15,0 0-15 16,1 0-4-16,1 0-15 15,1 0-20-15,0 0 7 16,0 0-78-16,4-5 5 16</inkml:trace>
  <inkml:trace contextRef="#ctx0" brushRef="#br0" timeOffset="-214567.15">22947 12160 130 0</inkml:trace>
  <inkml:trace contextRef="#ctx0" brushRef="#br0" timeOffset="-214488.7">22947 12160 130 0,'41'15'75'0,"-42"-15"-7"0,1 0 38 0,0 0 6 0,0 0-4 16,0 0-58-16,0 0-50 15,0 0-72-15,0 2-85 16,1-2-68-16</inkml:trace>
  <inkml:trace contextRef="#ctx0" brushRef="#br0" timeOffset="-204025.58">20623 13529 0 0,'0'0'0'16</inkml:trace>
  <inkml:trace contextRef="#ctx0" brushRef="#br0" timeOffset="-203131.54">20510 13500 100 0,'0'0'36'16,"0"0"3"-16,0 0 2 16,0 0-2-16,0 0-17 0,0 0 14 15,-51-14 59-15,45 9-57 16,-2 3 3-16,2-2 17 16,-2 1-27-16,2 0-10 15,3 1 6-15,-2 1-17 16,1-1-9-16,-1 0 2 15,0 2 1-15,0 0-1 16,3 0 3-16,1 0 6 16,1 0 0-16,0 0 2 15,0 0-1-15,0 0-8 16,0 0-4-16,0 0 1 16,3 0-2-16,18-3 8 15,8 2 6-15,16-5-2 0,12-4-2 16,11 1-6-1,4-2-1-15,-3 2-2 0,-8 0-1 16,-12 4 0-16,-10 0 1 16,-11 0-1-16,-9 3 0 15,-6 1 1-15,-9-2-1 16,-1 1 4-16,-3 0 1 16,0-2 2-16,-1 1-6 15,-15 0-1-15,-6 0-3 16,-5 3 3-16,-4 0 0 15,-2 0-2-15,3 0-5 16,5 0-24-16,5 0-15 0,4 4-31 16,1 1-72-1,0-5-131-15</inkml:trace>
  <inkml:trace contextRef="#ctx0" brushRef="#br0" timeOffset="-202848.62">20684 13293 374 0,'0'0'55'16,"0"0"-24"-16,0 0 3 15,97-20 12-15,-57 20-10 16,5 0-6-16,0 0-12 16,-2 5-6-16,-9 8 2 15,-9 3-6-15,-9 2 3 16,-13 3-3-16,-3 3-3 0,-5 2 3 15,-22 0 3 1,-8 2-2-16,-6-2-5 0,-2-4-3 16,6-5-1-16,2-4-5 15,12-4 2-15,6-4-19 16,8-2-18-16,9-3-33 16,0 0-193-16</inkml:trace>
  <inkml:trace contextRef="#ctx0" brushRef="#br0" timeOffset="-202684.44">20896 13534 462 0,'0'0'91'0,"0"0"15"16,0 0-19-16,0 0-55 15,0 0-32-15,0 0-31 16,-6-2-96-16,6 2-54 15</inkml:trace>
  <inkml:trace contextRef="#ctx0" brushRef="#br0" timeOffset="-185911.44">21956 13257 228 0,'0'0'112'0,"0"0"16"15,0 0-38-15,0 0-38 16,0 0 20-16,0 0-35 16,0 0-7-16,3-76-22 15,-3 69 8-15,0 0 2 16,0-1-8-16,-4 0 7 16,-1 2-9-16,-2-4 1 15,0 4 2-15,-4-2-3 0,-4 2 0 16,-4 0-8-16,-4 1-2 15,-3 2 2-15,-1 3 0 16,0 0-5-16,2 0 5 16,2 9-2-16,-2 14-3 15,2 6 5-15,1 7 0 16,5 7 0-16,8 6 0 16,8 4 0-16,1 4 0 15,7-2 0-15,13-5 0 16,7-7-13-16,6-12-27 15,5-12-3-15,6-10 3 16,3-9 13-16,4-9-5 0,3-14-27 16,-4-6-37-1,-8-3 53-15,-9-1 43 0,-12 2 21 16,-9 0 30-16,-9 6 9 16,-3 6 22-16,0 6 11 15,0 6-30-15,0 7-34 16,0 0-29-16,-4 0-6 15,-7 11-5-15,-3 10 7 16,1 6 2-16,1 1-7 16,3 0-5-16,6-4-15 15,3-7-8-15,0-6-2 16,0-5-1-16,0-6 20 16,0 0 19-16,5 0 1 15,7-13 2-15,-3-2-2 0,-3 1 0 16,-2 1 5-16,-4 2 1 15,0 5 34-15,0 3 3 16,0 3 19-16,3 0-41 16,6 0-21-16,15 9-5 15,8 8 2-15,9 0 3 16,5-2 0-16,0-4 0 16,-8-5-1-16,-7-5-5 15,-9-1 2-15,-2 0 4 16,-9-14 3-16,-1-4 2 15,-2-3 6-15,-6 0 10 16,-2 4-1-16,0 1 4 16,-10 7-9-16,-7 5-15 0,-7 4-2 15,1 7 2-15,3 19-6 16,5 11 3-16,8 12 1 16,7 10-5-16,0 13 6 15,13 6 1-15,10 2 0 16,2-5 0-16,-5-14 3 15,-5-13 0-15,-5-13 0 16,-7-15-1-16,-2-10-1 16,-1-10 0-16,0-4 14 15,0-24 25-15,-4-15-40 16,-2-17-12-16,-3-13-15 16,-4-5-31-16,-4 4 33 15,-4 5 1-15,3 14-13 0,-1 10 4 16,8 13 18-16,3 11 15 15,5 7 6-15,3 8 20 16,0 6-13 0,7 0-13-16,14 8-1 0,4 13-2 15,0 8 1-15,-3 0 1 16,-5 3 1-16,-5-6 2 16,-3-6-2-16,-9-6 0 15,0-3 1-15,-3-5 1 16,-18-1 1-16,-4-2-3 15,-2-3-13-15,6 0-73 16,6 0-156-16</inkml:trace>
  <inkml:trace contextRef="#ctx0" brushRef="#br0" timeOffset="-185582.6">22617 13578 406 0,'0'0'17'16,"0"0"42"-16,0 0-43 16,67-97-2-16,-50 63 23 15,-4-2-20-15,-5 0 20 16,-7-1-11-16,-1 3 2 16,-1 5 8-16,-13 5 9 15,1 9 2-15,4 8-12 16,4 4-24-16,2 3-11 0,3 1-4 15,0 23-9 1,-4 12 12-16,4 11 1 0,0 10-1 16,0 2 0-16,10 2 2 15,8-4 5-15,5-11-4 16,-1-7-2-16,-7-16-40 16,-2-9-38-16,-9-14-42 15,-4-1-176-15</inkml:trace>
  <inkml:trace contextRef="#ctx0" brushRef="#br0" timeOffset="-185263.4">22502 13498 420 0,'0'0'71'0,"0"0"-31"16,83 11 19-16,-37-5-22 15,9-6-16-15,7 0 11 16,3 0-2-16,-9-7-11 15,-12-7 1-15,-18 1-9 16,-9 4 14-16,-13-1 23 16,-4 3-21-16,0 2-10 15,-1-2-6-15,-18 7-11 16,2 0-5-16,-1 4 5 16,6 16-4-16,3 3 3 15,8 4-7-15,1 1 3 0,4-2 0 16,19 3-2-16,6-5-4 15,10-8-21-15,9-10-20 16,2-6-27-16,-3-17-46 16,-10-16-155-16</inkml:trace>
  <inkml:trace contextRef="#ctx0" brushRef="#br0" timeOffset="-185105.18">22828 13154 420 0,'0'0'422'16,"0"0"-417"-16,0 0-5 0,0 0-4 15,89 25-27-15,-59 14-50 16,-2-2-83-16,-4-4-178 16</inkml:trace>
  <inkml:trace contextRef="#ctx0" brushRef="#br0" timeOffset="-184780.66">23115 13442 672 0,'0'0'0'16,"0"0"0"-16,0 0 3 15,0 0 9-15,42 89 1 16,-33-56-4-16,-2-2-3 0,3-5-3 15,-3-4 4 1,0-7-5-16,-4-6 0 0,-2-6 1 16,4-3 2-16,0-8 4 15,9-17-1-15,2-12-8 16,6-4-1-16,-4 2 1 16,0 5 2-16,-6 7 31 15,6 6 4-15,-3 9-11 16,4 5-26-16,3 7-5 15,0 0-46-15,3 2-54 16,-2 12 22-16,-6 1-137 16</inkml:trace>
  <inkml:trace contextRef="#ctx0" brushRef="#br0" timeOffset="-184450.51">23497 13447 203 0,'0'0'63'0,"0"0"58"16,0 0-13-16,0 0-59 16,0 0 6-16,0 0-26 15,43-58 32-15,-43 50 11 16,0 2-68-16,-10 3-4 16,-8 3-1-16,-4 0-9 15,-3 0-21-15,2 5 2 0,3 5-1 16,5 3 7-16,4 0 17 15,3 0 2-15,2 4 3 16,6 2 0-16,0 2-3 16,0 1 4-16,18-1 3 15,9 2 8-15,8-4-5 16,8-5 5-16,3-4 6 16,6-7-13-16,-3-3-4 15,-8 0-46-15,-13-16-189 16</inkml:trace>
  <inkml:trace contextRef="#ctx0" brushRef="#br0" timeOffset="-183707.27">23851 13261 306 0,'0'0'70'0,"0"0"37"16,83 0-4-16,-39 0-33 16,2-7 22-16,4-3-61 15,0 2-8-15,0 1-16 16,-5 1-7-16,-5 5-9 16,-14 1-72-16,-14 0-107 15,-12 0-281-15</inkml:trace>
  <inkml:trace contextRef="#ctx0" brushRef="#br0" timeOffset="-183501.65">24028 13293 596 0,'0'0'159'0,"0"0"-157"15,0 0-2-15,0 0 0 16,22 86 6-16,-18-42-2 15,3 8 6-15,-2 2-4 16,-2 4-6-16,2 1-47 16,1-6-90-16,0-9-110 15</inkml:trace>
  <inkml:trace contextRef="#ctx0" brushRef="#br0" timeOffset="-183018.69">24452 13321 724 0,'0'0'84'15,"0"0"-33"-15,0 0-33 16,0 0-18-16,0 0-13 16,0 0-4-16,-11 26 15 15,1 18 2-15,1 5 1 16,-2 4 5-16,3 0-5 15,0-1 1-15,4-7-2 16,1-11-3-16,1-12-5 16,2-15 1-16,0-7 7 0,0-16 17 15,5-19 28 1,15-11-45-16,4-5-2 0,2 1-14 16,-4 1 4-16,-8 6-35 15,-7 4-7-15,-5 6 25 16,-2 10 29-16,0 7 14 15,0 5 25-15,0 7-6 16,0 4-13-16,0 0-20 16,0 1-3-16,0 20-8 15,0 10 10-15,0 3-1 16,-1 3 0-16,1-4 1 16,0-5-36-16,0-7 5 15,0-6-12-15,-10-4 4 0,-6-5-5 16,-7-5 25-1,-5-1-48-15,-5-1 27 0,-3-12 17 16,5-1-29-16,10 2-89 16,17-1-98-16</inkml:trace>
  <inkml:trace contextRef="#ctx0" brushRef="#br0" timeOffset="-182568.76">24756 13396 551 0,'0'0'119'0,"0"0"16"0,0 0-81 16,0 0-43-1,0 0-11-15,0 0-8 0,1 17-1 16,-11 10 8-16,-10 10 1 16,0 8 0-16,0 4 5 15,0 6-2-15,4-1-2 16,3-11 2-16,7-16-2 15,3-12 0-15,1-14 2 16,2-1-2-16,0-9 23 16,0-25 22-16,13-13-44 15,1-8-2-15,-1-2-1 16,-1 1-3-16,1 4-33 16,8 9 6-16,6 7-26 15,0 14 7-15,-1 10 50 16,-9 8 5-16,-5 4 4 0,-3 2-9 15,-2 17-1-15,2 10-1 16,-7 8 2-16,-2-1 5 16,0 2-3-16,-11-7 1 15,-7-6-3-15,-5-3 6 16,-4-4 2-16,-5-5 0 16,0-2-8-16,2-10-19 15,8-1-51-15,11-9-179 16</inkml:trace>
  <inkml:trace contextRef="#ctx0" brushRef="#br0" timeOffset="-182427.1">24887 13477 688 0,'0'0'151'0,"0"0"-110"15,0 0-41-15,0 0-53 16,0 0-41-16,0 0-12 15,-56 77-149-15</inkml:trace>
  <inkml:trace contextRef="#ctx0" brushRef="#br0" timeOffset="-180335.63">22977 14076 382 0,'0'0'71'16,"0"0"41"-16,0 0-67 15,0 0-21-15,0 0 9 16,0 0-26-16,-12-2-6 16,-4 21 1-16,2 5-2 15,6 4-5-15,5 2 4 16,3 2-1-16,2-3-4 16,14 0 0-16,8-7-6 15,4-4 5-15,2-3 0 0,-1-5 7 16,-6 0-2-1,-7-3 2-15,-10 0 1 0,-6-2-1 16,0 3 0-16,-14 1 0 16,-16 3 49-16,-6 1-42 15,-4 2-7-15,0 0-1 16,4-2-60-16,3-3-78 16,4-9-128-16</inkml:trace>
  <inkml:trace contextRef="#ctx0" brushRef="#br0" timeOffset="-179786.61">23099 14083 308 0,'0'0'37'15,"0"0"26"-15,0 0 9 16,0 0-26-16,0 0-20 16,0 0-17-16,60-16-4 0,-38 16-3 15,2 3 4 1,1 8 6-16,2 4-9 0,-1-1-2 15,-1 3-1-15,-3 1 3 16,-6-3-3-16,-7 0-3 16,-6 0 3-16,-3-1 0 15,0 1 0-15,-10 1 10 16,-2 1-3-16,2-1-7 16,4-2-3-16,4-2-27 15,2-2-22-15,2-1-23 16,19-4-14-16,9-2 6 15,9-3 55-15,5 0 9 16,0 0 19-16,-5-7 0 0,-10-6 71 16,-10-4 17-1,-5-1 23-15,-10-2 2 0,-1-1 12 16,-3-2-58-16,0 3-49 16,-15-2-8-16,-10 4-10 15,-7 6-10-15,3 7-42 16,2 5-7-16,11 0-9 15,13 2-18-15,3 8-152 16</inkml:trace>
  <inkml:trace contextRef="#ctx0" brushRef="#br0" timeOffset="-179554.91">23882 14140 577 0,'0'0'3'0,"0"0"0"16,0 0 14-16,-6 76 3 15,3-51-9-15,0-1-5 16,1-2-4-16,-2-5 1 16,2-5-3-16,-2-4 0 15,1-5-12-15,-1-3-12 16,-1 0-3-16,-1-11-157 15,5-11-72-15</inkml:trace>
  <inkml:trace contextRef="#ctx0" brushRef="#br0" timeOffset="-179271.86">23882 14140 155 0,'-39'65'213'0,"48"-72"-76"0,3 7-72 15,3 0-59-15,3 3 3 16,0 12-2-16,7 4-3 16,5 1 1-16,1-3-2 15,-2 1 0-15,-9-7 5 16,-9-4-8-16,-6-5 0 15,-5-2 1-15,0 0 6 16,0-18-7-16,0-2-38 16,0-6-68-16,0 4 96 15,0 2 10-15,0 8 19 16,0 3 42-16,0 8 5 16,9 1-59-16,4 1-7 15,0 14 0-15,4 6 0 16,0 5 1-16,2 4-1 0,2-3 4 15,1 1-4-15,-4-3-13 16,-2-9-100-16,-7-10-189 16</inkml:trace>
  <inkml:trace contextRef="#ctx0" brushRef="#br0" timeOffset="-178822.69">24300 14198 630 0,'0'0'119'0,"0"0"-112"16,0 0-7-16,0 0 0 0,0 0 1 16,0 0-1-1,104 79 7-15,-73-60-4 0,-1-5-1 16,-1-4 6-16,-10-8-2 16,-7-2-6-16,-1 0 0 15,-3-4-4-15,-2-13 4 16,-1-2-38-16,-5-3 35 15,0 3 3-15,0 4 2 16,-3 5 39-16,-3 6-12 16,6 4 1-16,0 0-30 15,0 0-7-15,4 14 5 16,13 3 0-16,2 3 2 16,10 1 4-16,7-1-4 15,2-2 0-15,-1-3 3 0,-2-7-3 16,-7-6-1-16,-6-2 0 15,-6 0 1-15,-2-10 0 16,-8-9 10-16,-6-2 1 16,0-4 11-16,-9-2-10 15,-19 0-10-15,-15 4-2 16,-7 8-7-16,0 8-13 16,12 5-75-16,15 2-12 15,21 0 30-15,2 5-108 16</inkml:trace>
  <inkml:trace contextRef="#ctx0" brushRef="#br0" timeOffset="-177437.97">22105 13350 198 0,'0'0'116'0,"0"0"32"0,0 0-48 15,0 0-19-15,0 0-18 16,0 0-53-16,-37-34-1 15,33 34-9-15,-4 0-1 16,-1 0 1-16,-2 0-1 16,-2 1-1-16,1 10 2 15,1 0 0-15,0 3-3 16,-2 5 1-16,3 1 2 16,2 4 1-16,5 0-1 15,3 2-5-15,0-2 5 16,3-2-1-16,12-3-2 15,4-5-6-15,2-5-12 16,2-7 0-16,3-2 6 16,3-2-13-16,-1-15-32 15,-3-3-7-15,-4-1 40 0,-9 0 27 16,-9 1 9-16,-3 3 49 16,0 0 11-16,-15 2-28 15,-4 3 19-15,1 4-31 16,6 2 6-16,7 3-4 15,4 3-31-15,1 0-6 16,0 3-13-16,0 13 16 16,0 1 0-16,6 5-1 15,6 2 3-15,4 0-1 16,2 1 3-16,5-5-2 16,8-2 0-16,9-2-3 15,7-5-35-15,2-9-86 0,-6-2-235 16</inkml:trace>
  <inkml:trace contextRef="#ctx0" brushRef="#br0" timeOffset="-174743.61">24210 13322 113 0,'0'0'40'0,"0"0"27"15,0 0-52-15,0 0 37 16,0 0-19-16,0 0-30 15,14-22 56-15,-14 19 9 16,0 1-15-16,0 1-8 16,0 0-10-16,0 1-18 15,0 0-8-15,0 0-7 16,0 0-2-16,0 0 4 16,0 0-4-16,0 0 0 15,0 0 2-15,0-2 4 16,10-1 9-16,1 0 5 0,5-2-6 15,6-2-1-15,2-2-11 16,4 0-1-16,2 1-1 16,0 0-18-16,0 1-36 15,-6 0-50-15,-8 1-89 16</inkml:trace>
  <inkml:trace contextRef="#ctx0" brushRef="#br0" timeOffset="-173952.89">24622 13375 62 0,'0'0'274'15,"0"0"-140"-15,0 0-55 16,0 0-40-16,0 0-23 15,0 0-9-15,0-8-2 16,1 7 4-16,3-2 0 16,1 0 21-16,-2 1 15 15,0 2-5-15,3-3-34 16,3 3-6-16,0 0-22 16,5 0-53-16,2 0-14 15,-1 0-39-15,3 0-164 16</inkml:trace>
  <inkml:trace contextRef="#ctx0" brushRef="#br0" timeOffset="-173787.99">24786 13355 236 0,'0'0'220'16,"0"0"-84"-16,0 0-7 15,0 0-33-15,0 0-71 16,0 0-25-16,0 3-85 15,0 11-31-15,0-2-4 16,0-4-99-16</inkml:trace>
  <inkml:trace contextRef="#ctx0" brushRef="#br0" timeOffset="-138961.01">10446 16927 153 0,'0'0'70'16,"0"0"-14"-16,0 0 21 15,0 0 4-15,0 0-26 16,0 0-20-16,0 0-6 16,0 0 1-16,0 0-14 0,0-25-9 15,1 23-3-15,2 0-3 16,2 2 0-16,1-3 0 15,3 2 0-15,1-2-1 16,-1 1 1-16,5-1 3 16,6 0 3-16,7 1 2 15,8-2 6-15,6 1-3 16,4-2 1-16,6 0 2 16,3-1-7-16,4 0-1 15,4 3-4-15,5-4 2 16,3 2-3-16,0 0-1 0,3-4 1 15,1 4 0-15,-1-2-2 16,1 4 2-16,0-2-2 16,0 1 1-16,-5-1-1 15,-1 2 0-15,1 0 1 16,-4 3-1-16,0 0 0 16,-7 0 0-16,-3 0-1 15,-4-2 0-15,-2 2 2 16,1-1-1-16,2-2 0 15,0 0 0-15,4 3 3 16,1-2-2-16,-3 2-1 16,3 0 0-16,-1 0-1 15,2 0-2-15,5 0-2 16,1 0 1-16,2 0-1 16,-1 0 3-16,2 0 0 0,2-3 2 15,1 3-1-15,2 0 1 16,-4 0-3-16,1 0 0 15,1-2-2-15,-3 2 1 16,0-1 0-16,2-1-3 16,1 1 4-16,-3-2-1 15,0 0 4-15,0-2 0 16,2 1-1-16,1 0 1 16,-4 2 0-16,-2-1 0 15,-6 0 2-15,2 0 1 16,-1-2-1-16,4 3 3 15,3 0-1-15,1-1-3 0,4-2 3 16,-2 3-2 0,1-1-2-16,1 0 1 0,0 2 1 15,-4 1-4-15,0 0 2 16,-3 0-1-16,5 0 0 16,-2 0 0-16,0 0-11 15,2 0 10-15,-6 0 0 16,2 0 1-16,-1 0 1 15,-3 0 0-15,2-3 0 16,-1 1-2-16,-2 1 2 16,0-1 0-16,-4 0 0 15,-2-1 0-15,0 3 0 16,0-3 0-16,-2 0 2 0,0 0-2 16,-1 0 0-1,-2 1 1-15,-1-1-1 0,-2 0 1 16,0 0-1-16,3 2 0 15,2 1 0-15,1-2 0 16,2 2 0-16,0 0 0 16,-1 0-1-16,0-3 0 15,0-1 2-15,1 0-1 16,1 0 0-16,-4 0-1 16,0-2 1-16,-2 2 3 15,-4 1 6-15,1 0-1 16,-3 1-2-16,0-2 1 15,-1 3 2-15,-2-1-2 0,0-1 3 16,-2 0-2-16,-1 0 0 16,-1 1-4-1,0 1 3-15,1 1-6 0,5 0 0 16,1 0 1-16,6-2-2 16,2 2 0-16,-2 0 0 15,5 0 1-15,-5 0-1 16,-2-3 0-16,3 3 0 15,2 0 0-15,6-2 0 16,5 2 0-16,3 0-1 16,-1 0-1-16,3 0 0 15,-3 0-14-15,-1 0-1 16,2 0 5-16,-3 0 1 16,1 0 8-16,-5 0 3 0,1 0 0 15,0 0 2 1,1 0-5-16,3 0 4 0,2 0-1 15,-2 0 0-15,-2 0 2 16,0 0-2-16,2-2-2 16,0 2 2-16,-1 0-2 15,-3 0 2-15,-1 0 1 16,-5 0-1-16,-2 0 0 16,0 0 0-16,-6 0 0 15,-1 0 1-15,0 0 1 0,-2 0-2 16,3 0 0-1,-2 0-2-15,-1 0 2 0,-3 0 3 16,-7 0-3 0,1 0 0-16,-4 0 0 0,-3 0 0 15,0 0 0-15,-2 0 0 16,0 0-1-16,-4 0 1 16,3 0 0-16,-2 0 1 15,-1 0-1-15,0 0-1 16,-1 0 1-16,-1 0 0 15,-3 0 0-15,-1 0 0 16,-1 0 0-16,2 0 0 16,-4 0 0-16,2 0 0 15,0 0 0-15,-1 0 0 16,0 0 0-16,-4 0 0 0,-5 0 2 16,-1 0 11-1,-3 0 7-15,2 0 16 0,-2 0-11 16,0 0-1-16,0 0-12 15,0 0-6-15,0 0-2 16,0 0 0-16,0 0-2 16,0 0 0-16,0 0 4 15,0 0 4-15,0 0 0 16,0 0-1-16,0 0-7 16,0 0-2-16,0 0 0 15,0 0 1-15,0 0 2 16,0 0-3-16,0 0 1 0,0-1 0 15,0 0 3-15,0 1 0 16,0 0-3-16,0 0 0 16,0 0-1-16,0 0-2 15,0 0-6-15,0 0-3 16,0 0-23-16,0 0-55 16,-3 0-9-16,-5 4-87 15</inkml:trace>
  <inkml:trace contextRef="#ctx0" brushRef="#br0" timeOffset="-133267.04">12033 15914 257 0,'0'0'49'0,"0"0"46"15,0 0-41-15,0 0-9 16,0 0-5-16,0 0 5 15,0 0-33-15,0 0-5 16,-32-26-2-16,32 26 3 16,0-1 4-16,0 1 0 0,0 0 5 15,0 0-1-15,0 0-6 16,0 0-8-16,0-1-2 16,0-4 1-16,16-1-1 15,13-8 9-15,13-6 14 16,14-5 5-16,13-7-4 15,9-3-6-15,8-5 3 16,6-1-11-16,5-1 3 16,-3 6-6-16,-8 2 0 15,-9 4-3-15,-12 6-4 16,-13 3 1-16,-12 4-1 16,-12 4 0-16,-10 6 0 0,-9 0 1 15,-9 3 1 1,0 1-1-16,0 2-1 0,-10 1 0 15,-11 0-6-15,-6 3-60 16,-6 10-33-16,-4 0-46 16,-2-3-178-16</inkml:trace>
  <inkml:trace contextRef="#ctx0" brushRef="#br0" timeOffset="-133000.04">12728 15392 446 0,'0'0'95'0,"0"0"-1"0,0 0-40 15,0 0-31-15,0 0-18 16,0 0 1-16,98-35 4 16,-57 35 1-16,-1 0 0 15,-4 0 3-15,-5 9-8 16,-7 11-4-16,-11-1-1 15,-8 8 0-15,-5 2-1 16,-6 4 6-16,-19 3-6 16,-5 0-9-16,-4-6-55 15,-1-3-38-15,0-10-106 16</inkml:trace>
  <inkml:trace contextRef="#ctx0" brushRef="#br0" timeOffset="-132331.98">13017 15104 176 0,'0'0'244'16,"0"0"-183"-16,0 0-4 16,0 0-50-16,0 0-1 15,0 0 4-15,60-20 26 16,-18 9-4-16,4-3-2 15,5-1 22-15,5-2-26 16,2-2-10-16,-2 1-16 16,-1 3-1-16,-7-1-4 15,-10 2-27-15,-12 5-30 0,-10 1 5 16,-11 5 5-16,-5 3-12 16,-6 0-109-16,-20 0 73 15,-5 8-35-15</inkml:trace>
  <inkml:trace contextRef="#ctx0" brushRef="#br0" timeOffset="-132175.08">13390 14977 176 0,'0'0'97'0,"0"0"-50"16,0 0 9-16,0 0 18 15,0 74 0-15,8-45-11 16,-1 6-27-16,4 1-16 0,3 3 0 16,3-3 6-1,4 0-15-15,-2-7-4 0,1 2-4 16,-1-3-3-16,-1-4-46 15,-3-9-118-15</inkml:trace>
  <inkml:trace contextRef="#ctx0" brushRef="#br0" timeOffset="-131784.74">13864 15025 742 0,'0'0'39'16,"0"0"45"-16,0 0-71 16,0 0-13-16,0 0 0 0,0 0 0 15,57 4 0-15,-36 8 0 16,0-2-14-16,3-4 5 16,-3-6 4-16,-5 0 3 15,-3-3 4-15,-5-11-1 16,-5-6-1-16,-3 0 1 15,0-1 0-15,-14 4 2 16,-12 5 7-16,-9 5 6 16,-6 6-12-16,6 1-1 15,9 0-1-15,12 14-4 16,9 9 1-16,5 9-3 16,0 4 4-16,14 3 0 0,14 4 0 15,7-2-3 1,5-1-10-16,3-9-30 0,5-13-38 15,0-12-34-15,4-6-9 16,1-18-163-16</inkml:trace>
  <inkml:trace contextRef="#ctx0" brushRef="#br0" timeOffset="-131318.86">14486 14969 385 0,'0'0'175'0,"0"0"-58"0,0 0-23 15,0 0-44-15,0 0-14 16,0 0-23-16,3-41-1 16,-1 22-1-16,1-3-4 15,-2-3-4-15,-1-1-1 16,0-1-2-16,0 1-3 15,-6 4-9-15,-7 2-10 16,0 6 8-16,3 4 11 16,2 5-1-16,5 5 2 15,3 0 1-15,0 0-14 16,0 11-39-16,0 15 35 16,3 11 18-16,7 9 1 0,4 1 0 15,3-1 0-15,2-5 1 16,1-4-1-16,-5-6 2 15,0-3 2-15,-9-6-4 16,-4-3 0-16,-2-4-1 16,0 0 3-16,-6-4 7 15,-8 0-9-15,-4-3 0 16,-1 1-20-16,-2-2-24 16,-1-2-26-16,-1 1 24 15,1-2-79-15,4 1-106 16</inkml:trace>
  <inkml:trace contextRef="#ctx0" brushRef="#br0" timeOffset="-130952.75">13423 15594 461 0,'0'0'91'0,"0"0"-70"16,0 0 2-16,0 0-11 0,0 0 0 15,0 0-5-15,6 19 23 16,37-19 60-16,23-6-37 15,19-14-19-15,19-5-15 16,11-3-8-16,6-2-6 16,-5 1-5-16,-5 1 1 15,-15 5-2-15,-10-1-4 16,-15 10-8-16,-17 3-20 16,-20 8-41-16,-25 3-34 15,-9 0-150-15</inkml:trace>
  <inkml:trace contextRef="#ctx0" brushRef="#br0" timeOffset="-130718.88">13485 15775 449 0,'0'0'106'16,"0"0"-54"-16,118-24 3 15,-52 5 33-15,13-1-38 16,14-5-22-16,9 0-13 16,3-3-11-16,-1 3 3 15,-2 0-7-15,-4 0-2 16,-2 6-36-16,-13 2-76 0,-17 2-107 16</inkml:trace>
  <inkml:trace contextRef="#ctx0" brushRef="#br0" timeOffset="-130546.1">14849 15458 829 0,'0'0'108'0,"0"0"-79"15,0 0-10-15,0 0-19 16,0 0-6-16,0 0-71 15,4-8-154-15,-2 11-48 16</inkml:trace>
  <inkml:trace contextRef="#ctx0" brushRef="#br0" timeOffset="26312.46">13814 17549 138 0,'0'0'126'16,"0"0"-51"-16,0 0 34 15,0 0-26-15,0 0-45 16,0 0-5-16,0 0-1 0,0 0 0 15,-40 4-3-15,40-4-16 16,-2 0-7-16,2 0-3 16,0 0-1-16,0 0-2 15,0 0 0-15,0 0 0 16,0 0-1-16,0 0 0 16,0 0 1-16,0 0 0 15,0 0 1-15,0 0 0 16,5 0-1-16,6 0 2 15,1 0 3-15,6 0-1 16,3 0 3-16,9-5-4 16,9-2 20-16,6 0 38 15,10-4-54-15,1 0 8 0,1-1-9 16,-3 0 1 0,3 0-4-16,-3 2 3 0,0-1-2 15,-2 3-2 1,-4-1 3-16,-3 4-1 0,-6-3-3 15,-6 2 4-15,-7 0-5 16,-3 1 0-16,-12 3 1 16,-3 0-1-16,-3 2 1 15,-5 0 0-15,0 0 3 16,0 0 0-16,0 0-1 16,0-1-1-16,0 1-2 15,0 0-12-15,-3 0-36 16,-5 0-78-16,-1 0-100 0</inkml:trace>
  <inkml:trace contextRef="#ctx0" brushRef="#br0" timeOffset="26658.86">14473 17319 359 0,'0'0'130'16,"0"0"-31"-16,0 0-32 15,0 0 2-15,0 0-39 16,0 0-3-16,30-17 8 0,-6 17-3 16,4 0-11-16,0 0-10 15,1 5-5-15,-3 7-1 16,-3 2-2-16,-6 3 0 15,-5 3-3-15,-7 1 1 16,-5-6-1-16,0 2 0 16,-4-2 1-16,-9-1 0 15,-4-2-1-15,-1 0-4 16,-3 0-27-16,-2-2-56 16,3 1-78-16,4-8-222 15</inkml:trace>
  <inkml:trace contextRef="#ctx0" brushRef="#br0" timeOffset="27992.87">15267 17399 513 0,'0'0'82'16,"0"0"-8"-16,0 0-17 16,0 0-36-16,0 0 8 15,0 0 16-15,50 14-13 16,-33 0-4-16,-5 4-8 16,-2 1 4-16,-1 0-10 15,-3 1-7-15,0 0 0 16,-4-3-4-16,-2-3-3 15,0-3 0-15,0-3 2 16,0-3 1-16,0-4-2 16,0-1 0-16,-7 0 0 15,0 0 1-15,-3-9-1 0,4-8-1 16,0-7-3 0,6 0 0-16,0-5 0 0,0 2 1 15,7 1 2-15,9 6 0 16,0 3 1-16,1 8 3 15,0 6 4-15,-2 3-3 16,0 0 0-16,-1 0-3 16,2 6 0-16,-1 8-1 15,4 0 0-15,0 1-1 16,0 0 0-16,0-2-2 16,-2-5-3-16,-5-3-11 15,0-5-8-15,-3 0 6 16,-5-9 17-16,1-10-2 0,-5-4-3 15,0-3 6-15,0 0 1 16,0 3 0-16,0 4 4 16,0 5 8-16,0 8 8 15,0 4-4-15,3 2-8 16,7 0-6-16,1 2 2 16,3 10 2-16,3 4-4 15,4-2-2-15,0 2 0 16,1-4 0-16,-2-1-1 15,-5 0-1-15,-3-5-25 16,-3-3-29-16,-3-3-53 16,-2 0-44-16,-3-4-39 15,1-13-148-15</inkml:trace>
  <inkml:trace contextRef="#ctx0" brushRef="#br0" timeOffset="28164.2">15824 17316 56 0,'0'0'363'15,"0"0"-185"-15,0 0-39 0,0 0-57 16,0 0-38-16,0 0-3 15,6 9 14-15,-1 14-28 16,4 3-15-16,6 3-5 16,4-5-6-16,1-2-1 15,-1-5 0-15,-4-5-12 16,-2-4-21-16,-5-5-43 16,-2-3-56-16,-5 0-65 15,-1-16-358-15</inkml:trace>
  <inkml:trace contextRef="#ctx0" brushRef="#br0" timeOffset="28357.33">15697 17065 791 0,'0'0'101'15,"0"0"-36"-15,0 0-40 16,0 0-25-16,0 0-3 15,0 0-14-15,-36 29-48 16,58-8-76-16,-1-3-168 16</inkml:trace>
  <inkml:trace contextRef="#ctx0" brushRef="#br0" timeOffset="28793.73">16163 17353 186 0,'0'0'172'15,"0"0"-104"-15,0 0-15 0,0 0 15 16,0 0-26-1,-3 81-29-15,3-71-7 0,6-2-6 16,0-4 0-16,-1-2-6 16,-4-2 4-16,1 0 2 15,-2-3 3-15,0-10-2 16,0-4 1-16,0-4-1 16,0 0 13-16,0 1 27 15,0 1 49-15,0 6-11 16,4 1-24-16,3 7-29 15,1 2-11-15,1 3-6 16,3 0 0-16,-2 10-1 16,3 7 2-16,-2 3-7 15,0 1-1-15,-3 3-2 16,0-7-1-16,-2 0-9 0,-2-5-15 16,1-5-30-1,-2-4-91-15,-3-3-105 0</inkml:trace>
  <inkml:trace contextRef="#ctx0" brushRef="#br0" timeOffset="28996.22">16476 17396 797 0,'0'0'97'16,"0"0"-29"-16,0 0-25 0,0 0-17 15,0 0-22-15,0 0-4 16,-7 7-2-16,7-4-26 16,0-1-19-16,0 1-95 15,-4-3-219-15</inkml:trace>
  <inkml:trace contextRef="#ctx0" brushRef="#br0" timeOffset="30538.99">16712 17358 448 0,'0'0'125'0,"0"0"3"16,0 0-21-16,0 0-23 0,0 0-33 16,0 0-30-16,-34-42-18 15,60 33-2-15,6 1 2 16,5 0-2-16,2 5 4 15,-1 3-3-15,-5 0-1 16,-6 5 1-16,-7 10-2 16,-7 4 0-16,-7 2 0 15,-6 5 1-15,0-3-1 16,0 3-6-16,-13-7-8 16,1 0 3-16,-4-4 0 15,3-5 6-15,4-3 4 16,5-2 1-16,2-5 0 0,2 0 1 15,0 0 2-15,3 0-2 16,14 0 0-16,8-8 0 16,2-1 0-16,4-3-1 15,1-1-1-15,-1-1-13 16,-1 2-18-16,-3-1-34 16,-7-1-80-16,-6 0-136 15</inkml:trace>
  <inkml:trace contextRef="#ctx0" brushRef="#br0" timeOffset="30752.13">17262 17173 673 0,'0'0'200'0,"0"0"-131"16,0 0-37-16,0 0-13 15,0 0-8-15,0 0-11 16,-12-11-6-16,12 15 3 16,11 1-35-16,5-5-55 15,-2 0-123-15,-2 0-203 16</inkml:trace>
  <inkml:trace contextRef="#ctx0" brushRef="#br0" timeOffset="31003.99">17437 16903 822 0,'0'0'85'15,"0"0"-30"-15,0 0-31 16,0 0-2-16,0 0-4 16,0 94 8-16,0-43-12 15,0 7-13-15,0 5 3 16,0 3-4-16,0-2-1 15,4-5-36-15,2-4 13 16,0-6-21-16,2-8-38 16,-1-8-13-16,2-11-100 15,1-12-94-15</inkml:trace>
  <inkml:trace contextRef="#ctx0" brushRef="#br0" timeOffset="31174.65">17865 17442 920 0,'0'0'81'0,"0"0"-36"16,0 0-17-16,0 0-28 16,0 0 0-16,0 0-58 15,-19-14-52-15,26 9-185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3:21:04.9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7847 4932 23 0,'0'0'113'0,"74"-74"-20"15,-31 32-49-15,-4 1 87 16,-8 1-72-16,0 5-2 15,-7 6 5-15,-6 7-9 16,-8 10-30-16,-5 3 4 16,-2 6-18-16,0 1-9 15,0-1-10-15,-3 3-31 0,0 0-5 16,0 0 24-16,-17 17-53 16,-5-3-159-16</inkml:trace>
  <inkml:trace contextRef="#ctx0" brushRef="#br0" timeOffset="742.21">7739 4654 206 0,'0'0'88'0,"0"0"28"16,0 0 5-16,0 0-13 15,0 0-11-15,0 0-31 16,-18-3-35-16,18 1 0 15,-2 2-9-15,2 0-15 16,0 0-7-16,0 0-1 16,0 0-3-16,0 3-9 15,0 13 6-15,0 9 5 16,0 7 0-16,0 2 2 16,0 0 0-16,0 0 0 15,2-4 2-15,-2-5-2 16,6-4 0-16,1-7-1 0,2-6-2 15,3-8 1-15,10 0 2 16,10-22 6-16,10-18-1 16,14-14-1-16,-2-6-1 15,-4 2-3-15,-9 5 3 16,-5 11-1-16,-13 8 9 16,-6 13 3-16,-7 6 13 15,-6 9-13-15,-2 3-10 16,0 3 0-16,-2 0-4 15,0 0-3-15,0 0-1 16,0 0-14-16,0 0 1 16,0 0 3-16,1 0-5 15,1 0-44-15,-2 1-105 0,0 6-5 16,0-3-155 0</inkml:trace>
  <inkml:trace contextRef="#ctx0" brushRef="#br0" timeOffset="929.92">8137 4574 342 0,'0'0'237'0,"0"0"-166"16,0 0 21-16,0 0 1 16,0 0-29-16,0 0-24 15,-9 0-23-15,9 0-17 16,0 0 0-16,0 8-38 15,-6 3-103-15,3 2-41 0,-4-6-301 16</inkml:trace>
  <inkml:trace contextRef="#ctx0" brushRef="#br0" timeOffset="3877.34">11201 4613 371 0,'0'0'99'16,"0"0"39"-16,0 0-79 15,0 0 11-15,0 0-13 0,0 0-5 16,-7-43-6-16,6 43-27 16,0 0-13-16,-1 0-6 15,2 0-7-15,0 9 0 16,0 18 5-16,-1 9 1 15,1 8 1-15,0 4 0 16,-2 3 2-16,-1 0-2 16,2-1-1-16,-1-2-4 15,-1-4-21-15,3-5-25 16,-2-5-13-16,2-7-56 16,0-15-144-16,0-12-21 15</inkml:trace>
  <inkml:trace contextRef="#ctx0" brushRef="#br0" timeOffset="4502.93">11342 4774 601 0,'0'0'31'15,"0"0"-31"-15,0 0 0 16,0 0 2-16,-1 106-1 15,1-67 7-15,0 3-7 16,10 2 4-16,7-3-3 16,-4-5-2-16,8-9 0 15,-2-10 0-15,-5-7 5 16,-3-8-4-16,-2-2 17 0,1-7 98 16,6-20-88-16,-4-4-23 15,-3-6-5-15,-7 1-8 16,-2 3-11-16,0 5-1 15,0 3-50-15,-3 6 26 16,1 2 22-16,2 6-31 16,0 2 18-16,0 1 35 15,0 5 6-15,9 0 2 16,6 2 12-16,4 1 2 16,4 0-8-16,2 12-9 15,2 7 4-15,0 7-8 16,-2 6 2-16,-4 3-3 15,-3 1 1-15,-1 3-1 0,0-3-1 16,1-10-2-16,-5-2-4 16,1-9-9-16,-7-8-6 15,-1-7 22-15,2 0 0 16,0-12 23-16,2-14 17 16,3-7-9-16,-1-1 28 15,-5-3 1-15,-2 3-33 16,-4 5 15-16,-1 4-31 15,0 7-6-15,-6 3-2 16,-9 8-1-16,-7 2-2 16,0 4-8-16,-1 1 0 15,5 1-13-15,4 15-29 16,3 6-40-16,6 4-1 16,5-6-84-16,0-4-160 0</inkml:trace>
  <inkml:trace contextRef="#ctx0" brushRef="#br0" timeOffset="4723.87">12073 4986 448 0,'0'0'371'15,"0"0"-254"-15,0 0-59 16,0 0-18-16,0 0-10 15,0 0-25-15,0 0-5 0,0 0-9 16,8 0-5-16,14 0-10 16,12-11-13-16,17-2-22 15,9-2-56-15,-2-7-176 16</inkml:trace>
  <inkml:trace contextRef="#ctx0" brushRef="#br0" timeOffset="5103.24">12399 4778 806 0,'0'0'54'0,"0"0"-4"16,0 0-45-16,0 0-4 15,0 0-1-15,100-32 0 16,-75 38-1-16,-6 19-5 15,-7 5 2-15,-4 6-3 16,-8 3-3-16,0 2-10 16,-5-2-10-16,-13-3-5 15,3-8-6-15,3-5 19 16,3-11-37-16,6-6 27 16,3-5 4-16,0-1 24 15,0 0 4-15,0 0 6 16,5 0 16-16,18-8 10 15,18-7 8-15,11-2-28 16,11-1-5-16,8-1-7 0,3-3-25 16,7-5-40-16,-1-2-36 15,0-7-120-15,-7 0-98 16</inkml:trace>
  <inkml:trace contextRef="#ctx0" brushRef="#br0" timeOffset="5361.01">13168 4676 203 0,'0'0'187'0,"0"0"-10"16,0 0-151-16,0 0-26 16,0 0-1-16,0 0-2 15,-37 98 3-15,37-62 5 0,6 1-2 16,11-3 22-16,3-2 3 16,4-5 10-16,-5-1 4 15,-4-4-11-15,-3-2-20 16,-6-5-7-16,-4-4-1 15,-2-3-3-15,0-1 0 16,0-2 4-16,-8 2-2 16,-11 0 0-16,-5 0 7 15,-6-7-9-15,-1 0-65 16,2-11-120-16,10-16-301 16</inkml:trace>
  <inkml:trace contextRef="#ctx0" brushRef="#br0" timeOffset="5835.05">13345 4715 594 0,'0'0'59'16,"0"0"15"-16,0 0-74 16,0 0-6-16,0 0 6 15,0 0 3-15,65 7 10 16,-46 6-10-16,-2 1-1 15,0 3 0-15,-2-1-1 16,0 2-2-16,-6 1-4 16,0 0-5-16,-6-2-19 0,-2-2 3 15,-1-1 18 1,0 0 7-16,0-3-19 0,0 0 18 16,0-1-4-16,0-1 1 15,0-1 2-15,0-1 1 16,6 1 2-16,6 0 1 15,6-4 0-15,7-4 7 16,7 0 5-16,1 0 22 16,0-15-20-16,-1-2 16 15,-4-3-15-15,-4-4 24 16,-5 0 4-16,-8-3-15 16,-6-3 10-16,-5 1-21 15,-2-2 10-15,-25-1-20 16,-18 7-8-16,-21 7-2 0,-11 14-1 15,-4 4-26-15,13 10-48 16,25 17-5-16,31 1-36 16,12 1-149-16</inkml:trace>
  <inkml:trace contextRef="#ctx0" brushRef="#br0" timeOffset="19173.22">15839 3040 174 0,'0'0'131'0,"0"0"-108"15,0 0-7-15,0 0 6 16,0 0 25-16,0 0 3 16,0 0-10-16,0 0 6 15,0 0-13-15,0 0-6 16,3 0-13-16,3 0-9 15,5 0-3-15,4-3 6 16,7-3 11-16,6 0 9 16,4 2-4-16,4 0-22 0,7 1-1 15,3 1 1 1,2-1-1-16,-2 3-1 0,0-3 1 16,-8 2-2-16,-9 1-2 15,-6 0-25-15,-13 0-40 16,-10 0-36-16,-1 0-123 15,-25 0 122-15</inkml:trace>
  <inkml:trace contextRef="#ctx0" brushRef="#br0" timeOffset="19326.03">15998 3069 369 0,'0'0'133'0,"0"0"-114"15,0 0-11-15,-26 73 33 16,19-32-17-16,2 6-12 0,4 3-7 15,1 0 0-15,0 4-5 16,0 4-16-16,13-5-91 16,10-14-103-16</inkml:trace>
  <inkml:trace contextRef="#ctx0" brushRef="#br0" timeOffset="20203.98">16175 3384 502 0,'0'0'207'0,"0"0"-176"15,0 0-31-15,0 0 0 0,0 0 1 16,18 104-1-16,-14-72 0 16,2-4-3-16,5-5-4 15,-1-9-14-15,2-7 13 16,4-7 8-16,1 0 4 15,4-22 6-15,1-8-8 16,-4-5-2-16,-8 0-30 16,-10 2-12-16,0 4 9 15,-11 1-61-15,-1 3 7 16,3 3 87-16,5 2 0 16,4 1 2-16,0 0 3 15,0-1 5-15,13 3 11 0,9 1 3 16,6 6 0-1,4 0-2-15,-3 4 6 0,0 3-13 16,-5 3 15-16,-6 0-15 16,-5 9-6-16,-1 19-7 15,-9 10 2-15,-3 18 11 16,0 25 27-16,0 14-20 16,-8 14-11-16,3-1-5 15,0-11 2-15,5-14-7 16,-1-21-1-16,1-21 0 15,0-21 1-15,0-15 2 16,0-5 7-16,0-11 103 16,-2-22-56-16,2-17-57 0,-1-15-1 15,-4-17-18 1,-4-9-4-16,-3-3 7 0,0 1-2 16,5 10-6-16,7 15 6 15,0 17 14-15,16 10 4 16,11 12 1-16,1 12 2 15,2 12 2-15,2 5-3 16,-1 12-2-16,0 19-2 16,-1 8 1-16,-5 5-2 15,-4 2 3-15,-6 0 0 16,-6-10 0-16,-6-4 0 16,-3-10-3-16,-9-5-8 15,-12-8 6-15,-6-5 4 16,-2-4 1-16,-1-4-7 0,-2-16 4 15,4-6-5-15,4-6-14 16,15 1-10-16,9 3-31 16,18 3 13-16,20 5-5 15,5 4 22-15,-1 6 33 16,-7 6 24-16,-2 4 6 16,-7 0-2-16,-4 0-3 15,2 9-9-15,-8 6-4 16,1 7 2-16,-5 6-10 15,-4 3 10-15,-3 3-14 16,-2-7-8-16,-3-5-59 16,0-13-71-16,-6-9-130 15</inkml:trace>
  <inkml:trace contextRef="#ctx0" brushRef="#br0" timeOffset="20361.07">16861 2992 808 0,'0'0'2'0,"0"0"48"16,0 0-47-16,0 0-3 15,0 0-110-15,0 0 80 16,0 115-82-16,0-56-89 0</inkml:trace>
  <inkml:trace contextRef="#ctx0" brushRef="#br0" timeOffset="20723.14">17176 3226 810 0,'0'0'60'0,"0"0"-51"16,0 0-9-16,0 0-9 15,0 0 9-15,0 0-14 16,79 70-39-16,-56-53 6 15,0-7-3-15,-2-6 6 16,-6-4 10-16,-6 0 14 16,-8-14 20-16,-1-5 1 15,-6-1 6-15,-22 0 39 16,-9 3-23-16,-8 2-11 0,2 6 32 16,10 6 7-16,9 3-14 15,9 4-30-15,9 21-7 16,0 11-1-16,6 10 0 15,0 4 0-15,25-1-7 16,22-5-12-16,17-13 10 16,14-14-9-16,3-16-46 15,2-4-61-15,-7-27-233 16</inkml:trace>
  <inkml:trace contextRef="#ctx0" brushRef="#br0" timeOffset="22086.31">20508 3000 515 0,'0'0'93'16,"0"0"-23"-16,0 0-47 15,0 0-23-15,0 0-9 16,0 0 9-16,-58 89 0 15,41-36 2-15,3 7 12 16,3 4-12-16,8 1-2 16,3 0 5-16,3-7-5 15,15-14 0-15,4-19-4 16,2-17 5-16,3-8-1 16,3-9 19-16,9-22 52 15,7-13-37-15,-1-8 2 16,-3-2-16-16,-7-3-6 0,-12 0 11 15,-13-1-20 1,-10 2-3-16,-9 3-3 0,-24 8 1 16,-4 8-1-16,0 10-2 15,5 14 1-15,7 9 1 16,6 4-3-16,-1 11-30 16,-4 22 3-16,1 19 29 15,6 9 2-15,7 7-3 16,10-3 0-16,19-7 1 15,28-9-2-15,14-10-4 16,10-14 8-16,-1-12-1 16,-9-11-2-16,-9-2 1 15,-11-11 2-15,-8-10 3 0,-11-7 0 16,-7 1 1-16,-8-2 4 16,-7-2 10-16,0 2-12 15,-7 7 8-15,-2 8 32 16,4 7-11-16,2 7-16 15,3 0-19-15,0 14-30 16,0 15 12-16,10 9 17 16,6 4-4-16,2 1-15 15,9-4-7-15,1-10 3 16,0-12-5-16,0-13 14 16,-2-4 15-16,-2-10 8 15,-4-16 14-15,2-4 1 0,-6-3-10 16,-7 2 7-16,-8 3-5 15,-1 3 4-15,0 8-16 16,0 6 5-16,0 8 15 16,0 3-20-16,0 0-3 15,0 7-32-15,2 14 6 16,12 10 25-16,2 3 1 16,4 5 0-16,0-4-10 15,1-4-15-15,-2-10-12 16,1-9 37-16,1-12-1 15,4 0 1-15,0-17 1 16,2-9-1-16,-1 0-55 16,-13-4-98-16,-13 4-238 0</inkml:trace>
  <inkml:trace contextRef="#ctx0" brushRef="#br0" timeOffset="22885.9">21452 3341 430 0,'0'0'118'0,"0"0"-38"16,0 0-12-16,0 0-56 0,0 0-12 15,0 0-7 1,46-25-9-16,-24 15 16 0,-2-2 1 15,-5-2 3 1,-3-3 29-16,-6 2 20 0,-6 2-1 16,0 2-44-16,-4 3-7 15,-16 5-1-15,-2 3-16 16,-4 0-8-16,-2 19 10 16,4 7-2-16,2 5 2 15,7 7-7-15,6 2-12 16,6 5-9-16,3-7-7 15,24-10-6-15,16-13 48 16,8-15 3-16,5 0-2 0,3-20 5 16,-4-8-73-1,-3-8-50-15,-7-1 13 16,-11 3-9-16,-11-2 89 16,-7 3 22-16,-13 5 9 0,0 3 114 15,-3 7 76-15,-3 5-52 16,2 7-19-16,4 6-2 15,0 0-117-15,-6 13-66 16,-3 17 43-16,-6 16 21 16,4 7 4-16,2 3 0 15,5-3-2-15,4-7 1 16,-1-10 6-16,-1-11 0 16,1-9-4-16,-1-10 4 15,2-5 1-15,-1-1 9 0,-1 0 32 16,-1-3 0-16,-2-14-32 15,1-11-17-15,2-8-49 16,2-6-46-16,2-4 14 16,28-1-21-16,15 2 31 15,13 0 12-15,1 3 47 16,-6 2 12-16,-8 3 112 16,-10 6-4-16,-6 6 20 15,-10 8-5-15,-11 8-75 16,-5 9-15-16,-3 0-33 15,0 6-19-15,0 25-25 16,0 12 35-16,-17 12 7 16,-1 6 2-16,0 3 3 0,2-3-3 15,7-5-4 1,6-10-39-16,3-10-20 0,0-18-82 16,3-18-117-16</inkml:trace>
  <inkml:trace contextRef="#ctx0" brushRef="#br0" timeOffset="23150.78">22001 3254 292 0,'0'0'188'16,"0"0"-186"-16,0 0 8 15,0 0 53-15,97-2 10 16,-63 2-12-16,-1 0-32 0,-3 6-9 15,-8-1-2 1,-4 1-11-16,-9 0-7 0,-6 5-6 16,-3 5 3-16,0 3-1 15,0 7 4-15,-10 4 0 16,2 2-4-16,4-2-50 16,4-2-17-16,6-10-72 15,21-12-60-15</inkml:trace>
  <inkml:trace contextRef="#ctx0" brushRef="#br0" timeOffset="23735.02">22450 3364 338 0,'0'0'161'15,"0"0"-50"-15,0 0-7 0,0 0-64 16,0 0-11-16,0 0-29 16,-4-36-18-16,-6 56-2 15,-3 7 17-15,3 8 0 16,2 4 3-16,6-5-2 15,2-8-10-15,0-6 12 16,4-9 4-16,3-5-3 16,1-4-1-16,2-2 8 15,5-2 4-15,3-17 11 16,-2-6-11-16,-1-4-12 16,-6 1-12-16,-6 0 2 15,-3 5-43-15,0 1 5 0,0 5 6 16,-4 3-9-1,-4 0-22-15,3 8-68 0,5 1 111 16,0 5 30-16,0 0 7 16,11 5 7-16,4 12-8 15,6 2 25-15,4 5 6 16,1 5 35-16,-1 3-37 16,-1-1 4-16,-5-8-25 15,-5-5-8-15,-6-7 2 16,-4-6-6-16,-4-4 1 15,0-1-3-15,0 0 1 16,0-6-4-16,0-14-7 16,0-10-70-16,0-3-77 15,6-3 65-15,10 2 73 16,5 10 19-16,-2 7 95 0,-7 7 51 16,-4 8-12-16,1 2-8 15,-4 0-104-15,0 14-22 16,0 13-5-16,-5 12 3 15,0 11-3-15,-6 1 5 16,-7 0 0-16,-1-10 7 16,5-9-7-16,0-11-5 15,-3-9-48-15,3-7-40 16,7-5-117-16</inkml:trace>
  <inkml:trace contextRef="#ctx0" brushRef="#br0" timeOffset="23918.3">22247 2975 946 0,'0'0'3'0,"0"0"27"16,0 0-30-16,0 0-28 15,0 0-44-15,0 0 54 16,33 43-105-16,-30-13-50 15,-3-11-291-15</inkml:trace>
  <inkml:trace contextRef="#ctx0" brushRef="#br0" timeOffset="25476.31">16036 4178 31 0,'0'0'460'0,"0"0"-362"15,0 0-29-15,0 0-30 16,33-83-13-16,-29 58-3 16,-4-3-14-16,0 4-2 15,-10 5 2-15,-18 7-9 16,-12 6-15-16,-10 6-29 15,-5 10 5-15,0 15 0 16,12 6 18-16,19 3 17 16,13 5 2-16,11 4-1 0,0 6 1 15,17 3 1 1,10 0 1-16,4-5 3 0,2-5-3 16,-6-13 10-16,-6-7-6 15,-11-10-1-15,-7-5-3 16,-3-4 1-16,0-1 1 15,-15-1 31-15,-11-1-8 16,-2 0-15-16,3 0-6 16,10-6 6-16,5-8 26 15,7-1-11-15,3 0-25 16,6-4-19-16,19 1-15 16,9-2-3-16,9 2 10 0,-2 0 1 15,6-2 10 1,-4-2 12-16,-5-3 4 0,-4-2 4 15,-8 0 10-15,-9 2 46 16,-6 0 0-16,-7 1-11 16,0-1-16-16,-4 6-6 15,0 1 10-15,0 4-5 16,0 6-2-16,-2 3-5 16,2 5-8-16,0 0-17 15,0 17-23-15,0 21 1 16,0 13 21-16,2 13-2 15,-1 5 3-15,1-1 0 16,0-7-5-16,0-10-9 0,2-15-38 16,-2-12-17-1,-2-11-5-15,0-13-49 0,0 0-172 16</inkml:trace>
  <inkml:trace contextRef="#ctx0" brushRef="#br0" timeOffset="26498.1">15996 4234 288 0,'0'0'307'0,"0"0"-258"16,0 0-42-16,0 0 28 16,0 0 31-16,98-2-14 15,-65 2-20-15,0 0-18 0,-2 0-9 16,1 1-3-16,-3 7 0 15,1-2-1-15,-4 4-2 16,-7 1 1-16,-4-2-24 16,-7-2-10-16,-5-2 11 15,-2-2 13-15,-1-2 9 16,0-1 1-16,0 0 13 16,0 0 47-16,0 0-8 15,0 0-29-15,0 0-23 16,0 3-3-16,0 0 2 15,2 4-3-15,-1 6 3 16,2 3 1-16,-1 4-1 16,0-1-1-16,-1 2 1 15,1 1 1-15,-2-5 0 16,2-2 1-16,-2-5 1 0,0-5-2 16,1-2-3-1,1-2-11-15,-2-1-13 0,1 0 20 16,-1 0 7-16,3-17 1 15,3-5-1-15,0-4-11 16,6-3 7-16,0 4 4 16,6 1 0-16,5 4-4 15,6 3 2-15,1 1-5 16,0 4 4-16,-7 4 3 16,-4 0 1-16,-9 5 0 0,-2 0 1 15,-5 3-2 1,4 0 0-16,-4 0-2 0,-3 3-18 15,0 11-11-15,0 6-2 16,-6 4 31-16,-9 2 2 16,3-1 1-16,0-1 3 15,6-3-2-15,6-2-1 16,0-2-1-16,5-7 1 16,13-5 0-16,-2-5 9 15,3 0 14-15,1-10 6 16,-2-12 11-16,-2-3-18 15,-4-3-5-15,-6 3 24 16,-6 5-31-16,0 0 3 16,0 9 1-16,0 6-4 15,0 4-9-15,0 1-2 0,0 0-19 16,0 13-22 0,1 11 39-16,13 2 0 0,8 5-7 15,6-1-1-15,5-5-2 16,3-11-27-16,-1-13-16 15,-3-1 42-15,1-15 13 16,2-19 5-16,-4-8 12 16,0-9-11-16,-4-4-5 15,-12-2 2-15,-12 5 15 16,-3-3 3-16,-16 7-7 16,-8 6 8-16,6 12 17 15,5 13-2-15,8 13-25 16,3 4-12-16,2 18-47 15,0 22 35-15,0 13 12 0,0 12 0 16,12 7 0-16,5-1-6 16,5-3-11-16,2-8-11 15,6-11-26-15,-2-11-12 16,0-17-31-16,-4-17-54 16</inkml:trace>
  <inkml:trace contextRef="#ctx0" brushRef="#br0" timeOffset="27413.65">17272 4374 423 0,'0'0'63'16,"0"0"-43"-16,0 0 32 0,0 0 11 16,0 0 31-16,0 0-38 15,76-38-6-15,-63 18-18 16,-4 0 3-16,-9-2-13 15,0 3-8-15,0 6-13 16,-12 3-1-16,7 5 0 16,-2 5-1-16,2 0-6 15,-1 19-38-15,4 7 44 16,2 7-20-16,19 3-8 16,20-3 4-16,14-4-6 0,13-15-2 15,5-10 17 1,-3-4 9-16,-9-13 7 0,-12-11 5 15,-14-4 10-15,-13-5 20 16,-9 2 14-16,-7 2-31 16,-4 1 6-16,-10 6-18 15,-13 5 5-15,2 8-11 16,2 7-2-16,6 2-2 16,-2 15-6-16,-5 19 6 15,1 16 3-15,3 11 1 16,5 8 0-16,4 15-5 15,2 7 4-15,-2 0 0 0,1-5 1 16,-2-16 0 0,2-22 0-16,2-23 1 15,1-15-1-15,-1-9 1 0,1-1 5 16,-5-11 36 0,0-21-21-16,-1-17-21 0,5-8-4 15,4-9-2-15,9 4-17 16,21 8-34-16,6 6-37 15,12 8-27-15,-2 7 52 16,-4 7 35-16,-8 4 34 16,-2 5 32-16,-14 3 29 15,-3 8 39-15,-10 4 17 16,-4 2-63-16,1 0-45 16,4 0-9-16,4 17-6 15,4 7 4-15,2 4 2 0,0 3-1 16,4-1 0-16,2-5-22 15,8-11-12-15,6-11-15 16,6-3 30-16,-5-17-19 16,-3-12 22-16,-8-10-4 15,-7 2-3-15,-12-2 19 16,-7 4 5-16,0 8 70 16,-14 2-43-16,0 9 29 15,6 9 36-15,5 4-35 16,3 3-45-16,-1 0-12 15,-1 12-33-15,0 20 15 16,2 15 17-16,0 10-1 16,0 8 2-16,16 3-3 15,5-1-1-15,-3-8-1 16,1-13-9-16,-2-15 3 0,-4-14-4 16,-4-10-9-16,-1-7-34 15,2-7 30-15,2-27-76 16,0-17-320-16</inkml:trace>
  <inkml:trace contextRef="#ctx0" brushRef="#br0" timeOffset="27646.54">17448 4207 784 0,'0'0'9'16,"0"0"22"-16,0 0-15 0,0 0-13 15,0 0-2-15,0 0 1 16,67-44-2-16,-33 41 1 16,3 0-1-16,6-4 6 15,5 0 4-15,3 1-7 16,3-2-1-16,-1 0-2 16,-2 5-22-16,-9 2-84 15,-13 1-49-15,-12 0-126 16</inkml:trace>
  <inkml:trace contextRef="#ctx0" brushRef="#br0" timeOffset="31108.48">20472 4328 176 0,'0'0'82'0,"0"0"36"15,0 0-20-15,0 0-27 16,0 0-26-16,0 0-12 16,-1-3 41-16,-1 3-42 15,1 0 4-15,-1-3 1 16,2 3-19-16,0-3 1 15,-1 2-6-15,-1-1-4 16,2 2-8-16,-3 0-1 16,3-3-1-16,0 3-39 15,0 0-70-15,0 0-33 16,8 3-31-16,10-3 30 0</inkml:trace>
  <inkml:trace contextRef="#ctx0" brushRef="#br0" timeOffset="31326.85">20769 4296 434 0,'0'0'156'0,"0"0"-43"15,0 0-11 1,0 0-48-16,0 0-54 0,0 0 0 15,-13-24-109-15,32 24-53 16,6 0 65-16,2 2-171 16</inkml:trace>
  <inkml:trace contextRef="#ctx0" brushRef="#br0" timeOffset="31490.89">21012 4279 487 0,'0'0'124'16,"0"0"-14"-16,0 0-27 15,0 0-83-15,0 0-71 0,0 0-97 16,20 3 78 0,7 3-92-16</inkml:trace>
  <inkml:trace contextRef="#ctx0" brushRef="#br0" timeOffset="31670.34">21388 4275 238 0,'0'0'280'16,"0"0"-124"-16,0 0-75 15,0 0-27-15,0 0-41 16,0 0-13-16,6-1-90 0,12 4-98 15,12 2 46-15</inkml:trace>
  <inkml:trace contextRef="#ctx0" brushRef="#br0" timeOffset="31842.86">21926 4233 666 0,'0'0'84'16,"0"0"-84"-16,0 0-14 16,0 0-80-16,0 0-4 0,0 0-51 15,50 10-148-15</inkml:trace>
  <inkml:trace contextRef="#ctx0" brushRef="#br0" timeOffset="31999.89">22132 4224 594 0,'0'0'169'0,"0"0"-102"15,0 0-36-15,0 0-31 16,0 0-47-16,0 0-185 16,0 19 141-16,0-10-132 0</inkml:trace>
  <inkml:trace contextRef="#ctx0" brushRef="#br0" timeOffset="44331.99">15957 4949 594 0,'0'0'65'0,"0"0"15"0,0 0-43 15,0 0-2 1,0 0-13-16,0 0-22 0,0 0-2 15,-31 17 0-15,6 17-2 16,-10 12 4-16,-5 10 1 16,-8 9 3-16,-1 5-1 15,0-4 7-15,0-3-7 16,11-9-3-16,6-12 4 16,11-13-2-16,10-14 3 15,5-10-5-15,6-5 4 16,0 0 21-16,0-20 61 15,11-23-54-15,16-18-32 16,13-12-24-16,4-3 5 0,-2 3-13 16,0 3 11-16,-9 4 2 15,-3 13 8-15,-2 11-11 16,-9 16 13-16,-1 12-3 16,-4 12-1-16,-2 2-14 15,3 19-13-15,-2 17 24 16,-1 17 16-16,-6 10 0 15,-3 9 3-15,-3 1-1 16,0-1 0-16,-3-8-2 16,-3-9 1-16,4-15-1 15,1-12-1-15,1-14 1 16,-2-11 1-16,-3-3-1 16,-4 0 10-16,-6-9 34 15,-6-13-35-15,-3-10-9 0,0 0 1 16,-4-1 1-1,2 4-1-15,-1 6-1 0,5 7 0 16,7 2 0-16,4 7-1 16,9 4 1-16,2 3-5 15,0 0-100-15,23 3 47 16,17 7 52-16,15-1 3 16,9-4-1-16,6-5 0 15,-2 0-3-15,-8 0 7 16,-14-5 2-16,-16-2 13 15,-15 2 18-15,-10 2 56 16,-5 3 8-16,0 0-64 0,0 0-14 16,0 0-19-1,0 20-18-15,-14 18 0 0,-8 16 18 16,-5 16 0-16,-2 5 0 16,6 3 1-16,5 3-3 15,3-8 1-15,1-10 1 16,3-14 3-16,2-18-2 15,4-17 1-15,2-11-2 16,1-3 5-16,-1-8 15 16,2-24 15-16,1-16-35 15,0-13-8-15,0-6-25 16,1 2 2-16,9 2 21 16,2 7-39-16,5 3-13 0,10 9-13 15,4 7 29 1,4 10 33-16,-2 10 4 0,-7 10 9 15,-3 7 0-15,-4 0 0 16,-2 20 0-16,-7 7-1 16,-5 3 1-16,-5 3 0 15,0 0 1-15,-9-5-1 16,-11-3-1-16,-2-6 1 16,1-7 2-16,-6-6 2 15,3-3 0-15,-1-3 9 16,1 0 5-16,8-6-9 15,2-7-3-15,9-1-6 0,5-4 0 16,14-1-46 0,22-1-11-16,10-2-20 0,5 1-36 15,0 3 42 1,-6 0 68-16,-4 2 3 0,-11 2 47 16,-8 3 64-16,-10 3-11 15,-9 4 26-15,-1 4-37 16,-2 0-30-16,0 0-47 15,0 3-12-15,0 20-17 16,0 13 12-16,0 15 5 16,-5 10-2-16,-4 4 4 15,-1-4-1-15,6-6 0 16,-1-10 2-16,1-12-2 16,3-16 1-16,-2-10 0 15,2-5 1-15,1-2 10 0,-5-4 62 16,0-21-24-1,-3-9-51-15,1-14-2 0,4-3-39 16,1-4-22-16,2-1 15 16,0 3 8-16,0 5-3 15,5 9 38-15,11 10-7 16,7 9-2-16,3 5 6 16,3 8 8-16,0 7 0 15,-2 0 0-15,-6 12 0 16,-1 15 0-16,-11 2 0 15,-2 5 1-15,-7-1 1 16,0-1-2-16,-19-5 5 16,-5-3-4-16,-4-7 0 15,-1-8 6-15,5-6-4 0,-3-3-2 16,1 0 1-16,5-14 0 16,-2-9-2-16,10-5 0 15,7 0-9-15,6 0-7 16,9 1-30-16,21 6 8 15,6 1 15-15,3 6 19 16,0 5 4-16,-3 6 6 16,-4 3 7-16,-3 2-6 15,-6 15-3-15,-7 5-3 16,-5 5 2-16,-7 5 2 16,-4 4-4-16,0-5 0 15,0-4 3-15,0-9-2 16,-1-8-2-16,-1-4-9 0,1-6-13 15,-3 0 22-15,0-5 2 16,4-15 4-16,0-11-6 16,0-3-24-16,0-4 22 15,11 5 2-15,5 2 16 16,6 5-6-16,1 6-8 16,-3 9 12-16,-3 7 0 15,-5 4 6-15,0 0-14 16,-3 3-6-16,0 12 0 15,0 6 2-15,-3 8 7 16,-3 5-4-16,0 5 7 16,3 2-3-16,4-4-6 0,5-5 3 15,3-8-2-15,0-13-4 16,-2-7 5-16,-4-4 25 16,3-1 26-16,5-19 2 15,5-10-25-15,1-5-31 16,-1-1-2-16,-12-2 4 15,-11 0-4-15,-2 2-31 16,-27 2-26-16,-14 6 3 16,-5 6 29-16,3 5 20 15,12 5 5-15,12 5 0 16,11 4 0-16,5 3-36 16,3 0-99-16,0 0 66 15,18 2 22-15,10 3 38 16,11-2 9-16,3-3 32 15,2 3 3-15,-3-1-9 0,-7 2-5 16,-9 1-10-16,-7 0-7 16,-8 2-4-16,-5 0 0 15,-3 2 0-15,-2 2 0 16,0 0 0-16,0 3 3 16,-7 3 2-16,0-1 0 15,-1 1-4-15,6-5 0 16,2-2-1-16,0-3-2 15,0-4-12-15,2-1-14 16,11-2 28-16,4 0 3 0,3-15 7 16,-1-4-8-1,-3 0 22-15,-4 2-10 0,-5 1 41 16,-4 5 26-16,-3 4-41 16,0 4 17-16,0 1-23 15,0 2-23-15,0 0-11 16,0 0-9-16,0 0-21 15,0 0 1-15,0 0 19 16,0 2 10-16,0 3 0 16,0-3 1-16,0 0-1 15,0-2 0-15,0 0 3 16,0 0-1-16,0 0 0 16,0 0 5-16,0 0 10 0,0 0 8 15,0 0-7 1,0 0-7-16,0 0 5 0,0 0 9 15,0 0-16-15,0-2-6 16,0-2 1-16,0 3 1 16,-2-1-3-16,1 2 5 15,1 0-3-15,0 0-4 16,-2 0-2-16,-4 0-11 16,-5 9-20-16,0 8 32 15,-5 6 1-15,-1 5-1 16,4 2-1-16,2 1 2 15,9-2-13-15,2-4-46 16,4-6 40-16,16-8 10 16,6-8 9-16,3-3 0 0,0 0 5 15,-5-14-3-15,-5-1 16 16,-10-4 17-16,-4-3-3 16,-5 0 16-16,0-2-37 15,-3 0-2-15,-8 7 2 16,4 6 14-16,2 7-11 15,5 2-10-15,0 2-4 16,0 0-24-16,0 15-34 16,0 11 55-16,2 6 1 15,10 4 0-15,5-4-8 16,3-3-13-16,7-14-24 16,3-9 12-16,-2-6 20 15,2-4 7-15,-4-18 4 16,0-9-14-16,-9-4 10 0,-4 0 3 15,-6 3 5-15,-2 6 28 16,-1 6 10-16,1 6-16 16,1 8-10-16,-3 4-12 15,2 2-1-15,3 0-7 16,2 2 3-16,-1 13 1 16,2 2 0-16,1 0 2 15,-5-3 2-15,2-3-3 16,-4-6 1-16,-1-2 2 15,-4-3 1-15,5 0 6 16,-5 0 35-16,0-9-15 0,0-4-17 16,0 2 10-16,0 1-8 15,-3 3-9-15,-2 2 1 16,-1 5-4-16,-1 0-1 16,-2 9-4-16,-6 11-1 15,4 3-3-15,1 5 1 16,5 1-1-16,5 3-7 15,0 1 1-15,11-2 6 16,17-9-6-16,11-12-10 16,6-10 11-16,7-1 12 15,2-24-3-15,-3-8-7 16,-5-7 1-16,-7-6-4 16,-12-2 15-16,-8 0 0 0,-15 1 2 15,-4 2 1 1,-14 5 7-16,-11 2 13 0,0 6 43 15,6 13 17-15,11 9-36 16,4 10-37-16,4 0-10 16,-3 19-58-16,0 20 42 15,-1 10 16-15,4 6 0 16,0 4 0-16,5-7-5 16,12-8-21-16,1-12-1 15,-6-10 3-15,1-13 5 16,-6-7 17-16,1-2 2 15,3-9 8-15,3-11-3 16,1-6-5-16,0 3 0 16,-4 6-1-16,-5 8-2 15,-2 4 0-15,-3 5 3 16,-1 0 0-16,2 0-5 0,-1 0-11 16,1 8 5-16,1 7 6 15,-2 1 1-15,1 4 1 16,-1-6 2-16,2 0 1 15,4-4-31-15,1-5 18 16,6-2 1-16,6-3-69 16,6 0-22-16,-2-13-290 15</inkml:trace>
  <inkml:trace contextRef="#ctx0" brushRef="#br0" timeOffset="50218.6">20459 5260 225 0,'0'0'124'16,"0"0"-1"-16,0 0-18 16,0 0-59-16,0 0-5 15,0 0-5-15,0 0-3 16,-6-3-3-16,6 3 9 16,-3 0 2-16,3-3-7 15,0 3-12-15,0 0-8 16,0 0-2-16,0 0-9 15,0 0-3-15,0 0-3 0,0 0-4 16,0 0-29 0,0 0-55-16,0 0-82 0,13 0 66 15,4 0-127 1</inkml:trace>
  <inkml:trace contextRef="#ctx0" brushRef="#br0" timeOffset="50408.23">20604 5228 383 0,'0'0'168'0,"0"0"-82"15,0 0 34-15,0 0-30 16,0 0-56-16,0 0-34 16,0-10-8-16,0 10-98 15,13 9 38-15,1 1-32 0,8-5-110 16</inkml:trace>
  <inkml:trace contextRef="#ctx0" brushRef="#br0" timeOffset="50585.92">20877 5232 452 0,'0'0'136'16,"0"0"9"-16,0 0-69 15,0 0-16-15,0 0-60 16,0 0-25-16,19 8-102 0,6 2 76 16,11-1-53-1,12-8-121-15</inkml:trace>
  <inkml:trace contextRef="#ctx0" brushRef="#br0" timeOffset="50775.32">21308 5241 427 0,'0'0'156'0,"0"0"-15"16,0 0-31-16,0 0-54 15,0 0-36-15,0 0-20 16,0-3-68-16,0 5-133 16,8 4 149-16,4 0-41 15,8-4-86-15,6-2-63 16</inkml:trace>
  <inkml:trace contextRef="#ctx0" brushRef="#br0" timeOffset="50922.71">21542 5207 331 0,'0'0'125'15,"0"0"-5"-15,0 0-58 16,0 0-62-16,0 0-46 15,0 0-78-15,-5 16-39 0</inkml:trace>
  <inkml:trace contextRef="#ctx0" brushRef="#br0" timeOffset="51493.07">21728 5274 1 0,'0'0'0'0</inkml:trace>
  <inkml:trace contextRef="#ctx0" brushRef="#br0" timeOffset="51723.84">21986 5243 7 0,'0'0'492'0,"0"0"-334"15,0 0-48-15,0 0-33 0,0 0-41 16,0 0-36 0,14 0-140-16,17 0 7 0,14 0-72 15</inkml:trace>
  <inkml:trace contextRef="#ctx0" brushRef="#br0" timeOffset="51883.02">22362 5216 124 0,'0'0'464'16,"0"0"-336"-16,0 0-15 15,0 0-36-15,0 0-56 16,0 0-21-16,-6 8-88 16,6 3-127-16,0 1 145 15,0-2-163-15</inkml:trace>
  <inkml:trace contextRef="#ctx0" brushRef="#br0" timeOffset="62046.4">15699 6217 455 0,'0'0'168'16,"0"0"-22"-16,0 0-81 16,0 0-11-16,0 0-17 15,0 0-19-15,0 0-13 16,-9-60-2-16,9 60 6 15,0 0 2-15,0 0-3 16,0 0-8-16,-1 0 0 16,-1 0-5-16,2 11-2 15,0 12-12-15,-1 10 19 16,-4 11 1-16,-4 4 1 16,-4 0-1-16,-1-4-1 0,0-3 0 15,0-9 0 1,2-7-1-16,0-8 1 15,6-8-1-15,2-9 1 0,2 0 1 16,-1 0 6-16,0-23 5 16,2-11-10-16,1-11-2 15,0-7-22-15,9-5-4 16,-1 2-25-16,0 2 15 16,-1 2 35-16,1 5-9 15,7 7 5-15,6 7-4 16,4 8 5-16,5 9 0 15,1 7-4-15,4 8 6 16,-2 0-5-16,-2 20 0 0,-6 5-18 16,-6 4 11-16,-11-2-11 15,-8 2-9-15,0-5 26 16,-18-2 8-16,-12-1 3 16,-8 0-2-16,-10-3 0 15,0 0 0-15,2-4 3 16,7-2-3-16,10-3 3 15,13-1-4-15,5 1 0 16,8 0-3-16,3 6-2 16,0 4 1-16,9 4 0 15,5 6 2-15,3 0 2 16,5 2 3-16,2 1-3 16,3-3 0-16,-1-4-1 0,1-3 1 15,-2-4-4 1,-3-4-43-16,-6-6-129 0,-5-8-150 15</inkml:trace>
  <inkml:trace contextRef="#ctx0" brushRef="#br0" timeOffset="62645.86">15829 6542 548 0,'0'0'72'16,"0"0"-72"-16,0 0-2 15,0 0 2-15,0 0 11 16,0 0-2-16,75 7 33 16,-45-7 30-16,5-13-21 0,1-8-33 15,-3-1-2-15,-8-1-9 16,-7-2 10-16,-6 0-7 16,-8 0 29-16,-4 0-39 15,0 1-1-15,-16 6-1 16,-2 7 0-16,2 7-3 15,1 4 4-15,0 1-2 16,-2 21-9-16,0 8 3 16,6 4 6-16,4 6 2 15,7 1-2-15,0-2 0 0,15-1 1 16,10-6-5 0,6-8 4-16,2-9 0 0,-2-10-12 15,-1-5 14 1,-2-13 1-16,1-18 0 0,-2-5-4 15,-5-6-5-15,-4 0 9 16,-10 0-2-16,-7 0-9 16,-1 6-36-16,0 10 34 15,-3 11 13-15,0 6 6 16,3 8 4-16,0 1-10 16,0 0-69-16,9 15 64 15,9 12 5-15,4 6 5 16,-1 9 2-16,-2 4-5 15,-3 3 2-15,-6-4 2 16,-9-6-1-16,-1-6 0 0,-3-9 0 16,-13-8 0-16,-5-5 7 15,-4-2 3-15,-5-4 1 16,-4-5-9-16,0 0-7 16,1 0-6-16,4 0-57 15,10-11-59-15,13-4-129 16</inkml:trace>
  <inkml:trace contextRef="#ctx0" brushRef="#br0" timeOffset="63428.17">16522 6459 493 0,'0'0'113'0,"0"0"-87"15,0 0-26-15,0 0-3 16,0 0-1-16,0 0 4 16,0 41 0-16,0-19 16 15,0 2-2-15,0 1 2 16,3 3-8-16,5-3-3 16,3 1-3-16,8-6-1 15,2-8-1-15,0-10 5 16,6-2 0-16,-1-8 7 15,0-16 33-15,-6-4-20 16,-6-1 30-16,-9-2-7 16,-5-1 0-16,-8 3-28 0,-20 2-16 15,-10 4-1-15,-6 7-3 16,8 4-6-16,8 9 4 16,12 0-2-16,12 1 4 15,4 2-7-15,0 0-29 16,0 0-45-16,0 0-58 15,12 0 88-15,7 2 51 16,6-2 0-16,1 0 6 16,0 0 0-16,-4 0 7 15,-3-2 4-15,-5-2-2 0,-5 2 11 16,-4 0-11 0,-3 2-11-16,-1 0-4 15,2 0-4-15,2 2 0 0,-1 9 4 16,1 3 2-16,2 4 5 15,2 0-3-15,0 2-4 16,2-1 0-16,4-4-1 16,1-2 0-16,5-5-26 15,4-6-11-15,-3-2 23 16,1-2 5-16,-4-16 10 16,-2-5 3-16,-8 1 25 15,-5 0 7-15,-3 5 26 16,-1 5-7-16,0 2-16 15,0 6-11-15,0 4-9 16,0 0-18-16,0 0-5 0,0 4-32 16,4 10 34-1,7 6 3-15,8 1-1 0,7 1 0 16,5-2 0-16,3-6-7 16,-6-3-6-16,-6-9-17 15,-2-2 20-15,-1-5 11 16,-1-17 0-16,-3-3-18 15,-9-4-119-15,-6-3-321 16</inkml:trace>
  <inkml:trace contextRef="#ctx0" brushRef="#br0" timeOffset="63913.76">17170 6411 474 0,'0'0'141'16,"0"0"-78"-16,0 0-40 15,0 0-21-15,0 0-2 16,0 0 13-16,46 58 13 16,-35-48-6-16,-4 2-18 15,1-3 1-15,-2 2-1 16,-1-2 1-16,0-3-3 16,-2-3 3-16,0-1-3 15,0-2 0-15,4-5 6 16,1-15-6-16,2-7-29 15,1 0 11-15,-1-2 18 16,1 2 4-16,0 1-1 0,-2 6 41 16,0 8-42-16,0 2 6 15,0 6 5-15,-3-1-13 16,-3 3 0-16,0 2-5 16,-3 0-9-16,2 0-7 15,-2 2 7-15,0 7 10 16,0 4 0-16,0-1 2 15,0 2-1-15,0 0 3 16,0-1 1-16,0-1-1 16,0 4 0-16,0-1 0 15,0 4-1-15,0 0 1 16,13 1-1-16,-1-2 1 16,2-2 0-16,3-3-8 0,3-6-28 15,-1-5-19-15,4-2-14 16,-4 0-164-16,0-9-106 15</inkml:trace>
  <inkml:trace contextRef="#ctx0" brushRef="#br0" timeOffset="64497.35">17619 6462 553 0,'0'0'155'15,"0"0"-107"-15,0 0-48 16,0 0-2-16,0 0-4 15,0 0 4-15,-2 0 2 16,2 0-1-16,0 0-2 0,0 0 3 16,0 0 7-16,8-3 2 15,4-9 10-15,3-3-15 16,-2-3-4-16,-4 1-12 16,-8 1-11-16,-1 2 14 15,0 4 9-15,-16 3 7 16,3 4-5-16,-2 3-2 15,1 0-2-15,1 13-2 16,2 8 0-16,2 2 0 16,4 7-3-16,0 2 6 15,5 2-1-15,0 0-3 16,9-3 2-16,11-6-5 16,3-11 8-16,4-11 2 15,0-3 32-15,3-12 45 0,4-18-48 16,0-3-17-16,-4-3-7 15,-6-1-7-15,-3 1-1 16,-6 4-15-16,0 4-12 16,-3 3 12-16,0 8-23 15,1 3-16-15,-3 7 17 16,4 6 24-16,-2 1-2 16,2 5 4-16,2 15 8 15,-3 9 4-15,-3 5 0 16,-6 4 0-16,-4-4 0 15,0-2 2-15,0-10 10 16,0-6 4-16,-5-9 9 16,-4-4 18-16,-1-1 16 15,-5-2-7-15,-8 0-35 0,-2 1-13 16,1-1-4-16,6 0-87 16,10-10-256-16</inkml:trace>
  <inkml:trace contextRef="#ctx0" brushRef="#br0" timeOffset="65006.18">17525 6327 231 0,'0'0'215'15,"0"0"-117"-15,0 0-8 16,0 0 2-16,0 0-49 16,0 0-11-16,-24 0-32 15,12 0-8-15,-4 9-33 16,1 8 18-16,4 0-25 16,5 5-31-16,6-5-37 0,0-6-206 15</inkml:trace>
  <inkml:trace contextRef="#ctx0" brushRef="#br0" timeOffset="65990.04">15435 6146 100 0,'0'0'152'0,"0"0"5"16,0 0 4-16,0 0-129 15,0 0 76-15,0 0-79 16,-12-35 29-16,12 34-34 15,0 1-12-15,0-1 0 16,0-1-9-16,0-1-3 16,8-2-15-16,10 2-73 0,4-3 32 15,0 5-23-15,-1-4-24 16,-4 0-66-16,-4-4-115 16</inkml:trace>
  <inkml:trace contextRef="#ctx0" brushRef="#br0" timeOffset="66963.89">20610 6341 481 0,'0'0'155'0,"0"0"-38"16,0 0-50-16,0 0-37 0,0 0-26 15,0 0-3-15,-12-11 0 16,12 11 0-16,0 0-1 15,0 0-3-15,12 0-24 16,13 0-6-16,8-3-42 16,4 0-38-16,0-4-80 15,2 0-142-15</inkml:trace>
  <inkml:trace contextRef="#ctx0" brushRef="#br0" timeOffset="67124.82">21012 6278 332 0,'0'0'223'16,"0"0"-103"-16,0 0-14 0,0 0-18 16,0 0-50-1,0 0-28-15,0 0-10 0,1 4-72 16,15 5-128-16,14-4 127 16,14-4-195-16</inkml:trace>
  <inkml:trace contextRef="#ctx0" brushRef="#br0" timeOffset="67285.59">21452 6252 535 0,'0'0'103'0,"0"0"11"0,0 0-73 16,0 0-41-1,0 0-4-15,0 0-141 0,-1 19 74 16,24-10-56-16,15-2-102 15</inkml:trace>
  <inkml:trace contextRef="#ctx0" brushRef="#br0" timeOffset="67461.83">21974 6234 123 0,'0'0'7'0,"0"0"33"15,0 0 1-15,0 0-9 0,0 0-17 16,0 0-11-16,78 1-2 16,-59 2-2-16,1-3-64 15</inkml:trace>
  <inkml:trace contextRef="#ctx0" brushRef="#br0" timeOffset="67611.62">22156 6222 266 0,'0'0'199'15,"0"0"-113"-15,0 0-3 16,0 0 6-16,0 0-29 16,0 0-60-16,-19-17-10 15,19 17-89-15,0 12 26 0,0 0-40 16,0-6-142 0</inkml:trace>
  <inkml:trace contextRef="#ctx0" brushRef="#br0" timeOffset="87004.85">15681 6258 44 0,'0'0'4'0,"0"0"27"16,0 0 4-16,0 0-29 15,0 0 11-15,0 0 16 16,0 0-6-16,0 0 9 16,-3-9 1-16,2 6 21 15,1 1 14-15,-2-1-10 16,1 0-35-16,1-1-17 15,-2-1 31-15,-1 0-18 16,2-2 11-16,-1 2-25 0,-3-3 49 16,3 3-29-1,1-1-11-15,-3 4 11 0,3 2-1 16,1 0-11-16,0 0-17 16,-2 0 0-16,2 0-8 15,-1 0-43-15,-2 19 0 16,-3 9 51-16,-4 9 4 15,2 4-1-15,-1 3-3 16,-4-2-2-16,5 1 2 16,-1 0 0-16,-1-2 2 15,-3-2 1-15,6-5 0 16,0-4-3-16,0-5 2 0,2-3-3 16,1-6 1-1,1-1 0-15,0-7 0 16,1-1 1-16,0-4 3 0,2-2-2 15,-1-1-1-15,1 0 5 16,-1 0 7-16,1 0 2 16,0 0-6-16,0 0 1 15,0 0-7-15,0 0-2 16,0 1-1-16,0 2 0 16,-2 1-1-16,0 1 1 15,1-1-1-15,-2-1 1 16,2 0 1-16,1-3-1 0,0 0 4 15,0 0 19 1,0 0 24-16,0 0 0 0,0 0-4 16,0-2-4-16,0-3-33 15,0-2-6-15,0 1 0 16,7 3-31-16,7 2-65 16,2 1-65-16,1 0-107 15</inkml:trace>
  <inkml:trace contextRef="#ctx0" brushRef="#br0" timeOffset="89519.83">16060 7120 429 0,'0'0'111'0,"0"0"7"16,0 0 27-16,0 0-93 15,1-80-34-15,-1 73-2 16,0-2-11-16,-5 3-5 16,-1 1 0-16,-2 3-3 15,-2 0 1-15,-7 2-9 16,-9 0-10-16,-7 6 4 15,-6 12 4-15,0 2 8 16,5 1 0-16,11 3 1 16,9 7-8-16,9 3 6 15,5 10 3-15,0 7 2 0,0 2-1 16,15 2 0 0,0-7 1-16,1-8 0 0,-4-4-5 15,-4-9 0-15,-7-5-3 16,-1-5 5-16,0-3 0 15,-19-2 4-15,-7 2 5 16,-2-6-1-16,0-1 2 16,2-3 2-16,3-1-3 15,3-1-2-15,2-2-2 16,11 0 3-16,4 0-4 16,3 0-17-16,6 0-123 15,17 0-110-15,12-10 20 0</inkml:trace>
  <inkml:trace contextRef="#ctx0" brushRef="#br0" timeOffset="90202.73">16175 7414 388 0,'0'0'117'0,"0"0"0"16,0 0-24-16,0 0-25 16,0 0-18-16,0 0-15 15,-3-16-26-15,2 16-9 16,-4 0-5-16,-4 5-2 0,-6 14 7 16,-4 8-2-16,-2 5 2 15,2 1 0-15,5 1 0 16,5 0-2-16,6-3-7 15,3-1-22-15,4-8-13 16,15-6-18-16,7-12-10 16,9-4 47-16,11-11 14 15,9-23-58-15,12-10-73 16,0-10-2-16,-8-5 144 16,-15-4 36-16,-17-1 108 15,-19 3-2-15,-8 2-27 16,-9 6 23-16,-20 10-79 15,3 13 4-15,6 13-30 16,8 14-10-16,11 3-23 16,1 25-14-16,0 16 1 0,0 13 12 15,0 11 1-15,7 2-2 16,8-2-3-16,3-8-3 16,0-13-13-16,0-13 5 15,-8-10-7-15,-2-11-4 16,-5-5 3-16,-3-4 13 15,5-1 4-15,-2 0 5 16,3-1 2-16,5-9-79 16,2 1-13-16,2-2 43 15,2 2 31-15,-4 0 18 16,2 2 3-16,-3 3 25 16,3 0 40-16,-2 4-13 0,10 0-40 15,5 5-13-15,5 9-1 16,3 1-1-16,-4-1-4 15,0-2-62-15,-4-2-14 16,-4-7-41-16,0-3-161 16</inkml:trace>
  <inkml:trace contextRef="#ctx0" brushRef="#br0" timeOffset="91351.7">16992 7495 112 0,'0'0'222'0,"0"0"-93"15,0 0-16-15,0 0-50 16,0 0-23-16,0 0-13 16,17-14-15-16,-5 7-11 0,9-1 3 15,4-5 11-15,5-3 4 16,-4-4-7-16,-6 1 6 16,-10-2 23-16,-10 1-6 15,0 1-20-15,-10 0-5 16,-10 6-1-16,-2 6-1 15,1 7-8-15,5 0 0 16,1 7-2-16,6 15 0 16,3 8 0-16,6 3-1 15,0 1-2-15,9-2-4 16,15-2 4-16,9-7-1 16,1-8 0-16,2-9 1 0,-2-6 1 15,-1-4 4-15,2-20 1 16,0-9-1-16,1-10 0 15,-3-9-12-15,-8 1-13 16,-10-1 16-16,-13 7 9 16,-2 5 1-16,0 12 23 15,0 10 13-15,-2 9-2 16,2 9-35-16,0 0-9 16,0 11-38-16,13 11 47 15,4 8 1-15,4 8-1 16,4 4 0-16,2 1 0 15,0-4 2-15,-4-10-2 0,-6-7 0 16,-8-10 0-16,-6-8 2 16,-3-3-2-16,0-1 6 15,0 0 14-15,-9-5 28 16,-15-8-39-16,-12 1-9 16,-4 3-1-16,3 9-1 15,13 0 0-15,8 4 0 16,9 14-1-16,7 6-2 15,0 5-3-15,10-1-3 16,19-1 5-16,12-7 6 16,14-3 0-16,6-11 1 15,3-6-2-15,-1-3 1 16,-8-21-6-16,-9-5 6 16,-15-4 4-16,-12 2-1 0,-14 6 35 15,-5 6-30-15,0 7 4 16,-16 7-12-16,-3 5-3 15,-1 0-15-15,5 16 7 16,6 3 0-16,6 1-11 16,3 1 14-16,0-1 2 15,14-2-5-15,14-2 7 16,7-4 3-16,3-8 1 16,-2-4 0-16,-3-5 2 15,-3-17 4-15,-5-4 6 0,-1-3 2 16,-11 0 3-1,-7 2-1-15,-6 5-1 0,0 10-5 16,0 5 6 0,0 4-16-16,0 3-3 15,0 3-16-15,0 18-14 0,0 4 28 16,16 4-8-16,15-3-3 16,13-3 2-16,10-6 4 15,1-8-6-15,-9-9-25 16,-11 0 36-16,-11-14 5 15,-7-13 20-15,-2-10 9 16,-3-11-16-16,-10-5-1 16,-2-5-6-16,-23 0-2 15,-17 4 3-15,-8 12 23 16,8 16-7-16,13 13-13 0,11 13-10 16,10 5-8-16,4 20-8 15,2 12 6-15,0 10 6 16,21 10 0-16,12 6 0 15,9-1-3-15,7-3-7 16,2-10-35-16,-6-7-45 16,1-14-18-16,-5-14-104 15,-3-14-167-15</inkml:trace>
  <inkml:trace contextRef="#ctx0" brushRef="#br0" timeOffset="91667.73">18649 7433 32 0,'0'0'163'0,"0"0"-100"0,0 0 0 16,0 0 5-16,0 0 36 15,0 0-52-15,81-40-5 16,-74 30-21-16,-2-3-10 16,-2-3 6-16,-3 2-11 15,0-1-3-15,0 1-2 16,-11 5 8-16,-8 1-8 15,-8 6 0-15,-2 2-5 16,0 10 1-16,4 13-2 16,5 8-4-16,4 2-12 15,5-2 7-15,5 3 8 16,6 1-1-16,0-2-4 16,20-2 6-16,21-7 0 0,15-8 2 15,15-13 4-15,9-3-6 16,6-9-27-16,-2-20-192 15</inkml:trace>
  <inkml:trace contextRef="#ctx0" brushRef="#br0" timeOffset="92673.85">20723 7378 239 0,'0'0'133'0,"0"0"3"15,0 0-72-15,0 0 13 16,0 0-33-16,0 0-20 16,-6 0-10-16,6 0-7 15,0 0-7-15,7 0-6 16,13 0-26-16,2 2-54 15,2 1-94-15,1 0-230 16</inkml:trace>
  <inkml:trace contextRef="#ctx0" brushRef="#br0" timeOffset="92837.65">21187 7371 589 0,'0'0'129'15,"0"0"-37"-15,0 0-39 16,0 0-53-16,0 0-57 16,0 0-119-16,24 10 101 15,2-5-191-15</inkml:trace>
  <inkml:trace contextRef="#ctx0" brushRef="#br0" timeOffset="93004.74">21680 7353 575 0,'0'0'144'0,"0"0"-20"15,0 0-88-15,0 0-36 16,0 0-39-16,0 0-109 16,50 11 46-16,-4-5-118 15</inkml:trace>
  <inkml:trace contextRef="#ctx0" brushRef="#br0" timeOffset="93185.55">22292 7305 236 0,'0'0'300'16,"0"0"-262"-16,0 0-35 0,0 0 24 15,0 0 22-15,0 0-5 16,3 8-44-16,1 0-10 15,4 2-49-15,1-3-49 16,-3-5-133-16</inkml:trace>
  <inkml:trace contextRef="#ctx0" brushRef="#br0" timeOffset="105171.46">16535 7953 492 0,'0'0'85'0,"0"0"65"15,0 0-65-15,0 0-40 0,0-76-25 16,0 74-7-1,0 2-10-15,0 0 1 0,0 0-4 16,0 0-4-16,0 12-9 16,0 12 1-16,-2 17 8 15,-10 10 4-15,-9 7-1 16,0-1 1-16,-1-7 2 16,2-10-2-16,7-13 5 15,6-10-4-15,4-9 0 16,3-8 2-16,0 0 3 15,-2 0 7-15,1-11 24 16,1-17-21-16,0-15-16 16,13-11-36-16,10-6-69 15,3 2-27-15,3 2 37 16,-1 12 35-16,2 8 32 0,1 10 17 16,-1 9 10-1,-2 4 1-15,-2 9 2 0,-6 4 3 16,1 0-5-16,-3 14 0 15,-9 5-1-15,-4 2 1 16,-5 2 0-16,0 4 0 16,-15-1 6-16,-6 1-1 15,0-2-3-15,-2-2 0 16,1-2 1-16,1-4-1 16,5-5-2-16,2-2 1 15,6-4-1-15,2-2 0 16,2 1 1-16,3 5-1 0,1 2-2 15,0 4 2 1,1 4 0-16,13 0 0 0,5 0 1 16,1-1 1-16,4-2-1 15,3-5-1-15,2-5-4 16,4-7-47-16,5 0-9 16,0-17-22-16,-7-8 15 15,-9 1 67-15,-11-2 83 16,-8-1 16-16,-3 4 23 15,0 0-28-15,-3 2 16 16,-7 7-18-16,3 6-21 16,5 4-33-16,2 4-31 15,0 0-7-15,0 9-40 0,8 14 32 16,9 2 5 0,7 5-10-16,4-2-11 0,8-3-14 15,6-6-35-15,1-10-12 16,-5-9-29-16,-10 0-117 15</inkml:trace>
  <inkml:trace contextRef="#ctx0" brushRef="#br0" timeOffset="105327.63">16977 7864 569 0,'0'0'110'0,"0"0"47"16,0 0-105-16,0 0-52 15,0 0 0-15,0 0-110 0,19-1 89 16,10 33-88-16,1-2-39 16,0-8-123-16</inkml:trace>
  <inkml:trace contextRef="#ctx0" brushRef="#br0" timeOffset="106385.42">17294 7982 107 0,'0'0'479'16,"0"0"-366"-16,0 0-44 16,0 0-40-16,0 0-7 15,0 0 3-15,-8-37-17 16,5 37-7-16,-3 0-1 0,-4 11-7 16,-4 11-22-16,1 9 8 15,3 5 11-15,2 0-9 16,3 1 7-16,5-2 4 15,0-1 2-15,5-3 1 16,7-6 3-16,-2-8 4 16,-6-3-1-16,-2-5-1 15,-2-3 1-15,0-1 3 16,-2 0 2-16,-12-3 15 16,-4 0 3-16,-1-2-14 15,1 0 6-15,3 0-2 16,6-3-9-16,5-8 2 0,4-8-7 15,14-2-7 1,24-7-67-16,9-2-1 0,4-3 25 16,0-1 13-16,-7 0 0 15,-8-5 26-15,-7 1 11 16,-10 0 15-16,-4 3 25 16,-6 6 32-16,-6 1 7 15,-3 9-27-15,0 5-3 16,0 7-9-16,0 5-6 15,0 2-11-15,0 0-23 16,1 9-7-16,4 18-2 16,-1 12 9-16,-2 12 1 15,1 4-1-15,-2 4-1 16,5-7 0-16,0-8-4 0,3-5 0 16,2-10-5-16,-5-8-14 15,-2-7 5-15,-1-8-4 16,-2-2-12-16,1-4 8 15,-2 0 27-15,0 0 18 16,0-13-9-16,0-1-2 16,0-2 1-16,0 5 8 15,0 4 4-15,0 4 8 16,0 3-7-16,0 0-15 16,0 0-6-16,0 0-5 15,3 0-5-15,1 0-4 16,-3 0 14-16,1 0-1 15,-2 0-4-15,2 0 3 0,-2 0 1 16,3 0 1-16,0 0 1 16,6-11 2-16,3-7-3 15,3-8 1-15,-1-4 0 16,2 0-1-16,-4 0 0 16,1-1 2-16,-2 9-1 15,-5 6 7-15,-3 7-4 16,-1 6 7-16,-2 3-11 15,0 0 0-15,0 0-1 16,0 3-26-16,0 9-28 16,0 9 53-16,0 1 2 15,-7 1 1-15,0 0-1 16,-1-3 0-16,3 0 0 0,5-3 0 16,-1-2-2-16,1-1 1 15,0-5 1-15,0 0 0 16,0-1 0-16,0-1 0 15,0-1 0-15,1 0 0 16,4 2-2-16,6-2-5 16,8 2-11-16,11-2 18 15,7 1-3-15,5-1-19 16,7 0-36-16,3-2-29 16,6-1 6-16,2-3-134 15,-2 0-114-15</inkml:trace>
  <inkml:trace contextRef="#ctx0" brushRef="#br0" timeOffset="107096.59">20516 8075 566 0,'0'0'133'0,"0"0"-45"16,0 0-45-16,0 0-30 15,0 0-11-15,0 0-2 16,-3-24-12-16,14 26-60 16,9 9 27-16,7 3-60 15,3-7-27-15,5-7-131 16</inkml:trace>
  <inkml:trace contextRef="#ctx0" brushRef="#br0" timeOffset="107255.09">21072 8036 97 0,'0'0'489'16,"0"0"-364"-16,0 0-32 15,0 0-36-15,0 0-47 16,0 0-10-16,0 15-196 16,0 7 101-16,11-7-162 15</inkml:trace>
  <inkml:trace contextRef="#ctx0" brushRef="#br0" timeOffset="107418">21484 8042 611 0,'0'0'130'0,"0"0"-32"0,0 0-89 15,0 0-9-15,0 0-102 16,0 0-22-16,23 25-5 15,12-17-132-15</inkml:trace>
  <inkml:trace contextRef="#ctx0" brushRef="#br0" timeOffset="107594.3">22036 7974 706 0,'0'0'102'15,"0"0"-16"-15,0 0-56 0,0 0-30 16,0 0-8-16,0 0-116 16,-2 5 65-16,2 19-75 15,0-12-141-15</inkml:trace>
  <inkml:trace contextRef="#ctx0" brushRef="#br0" timeOffset="132411.72">17147 11860 4 0,'0'0'19'0,"0"0"8"16,0 0-7-16,0 0-1 16,0 0 22-16,0 0-9 15,0 0 4-15,0 0-15 16,41-60 9-16,-32 50 6 15,-5 0 10-15,1 4-25 0,-2-3 36 16,0 2 0-16,-3 0-17 16,2-2 16-16,-2 2 25 15,0-2-28-15,0 2 0 16,0 2-1-16,0 1-25 16,0-1 11-16,0 5-26 15,0 0 1-15,0 0-3 16,0 0-10-16,0 0-4 15,0 0-14-15,0 16 5 16,3 9 9-16,-3 7 2 16,0 9-2-16,0 4 4 0,-16 5 0 15,0-2 3 1,-2-7-3-16,4-7 4 0,1-9-2 16,2-7-1-16,5-8 1 15,0-4 0-15,4-5 0 16,0-1 1-16,-1 0 12 15,-1-7 23-15,-1-17-29 16,4-13-9-16,1-13-38 16,3-8-18-16,13-5-16 15,4-1 23-15,-1 5 1 16,-3 3 23-16,2 7 21 16,4 5 2-16,3 11-2 15,1 6 3-15,3 15 1 16,-5 9 4-16,1 3 7 15,-4 22-5-15,-2 16-3 0,-3 12 8 16,-5 8 6-16,-5 5-6 16,-4 0 2-16,2-4-6 15,-2-5-1-15,0-8-3 16,-2-10-2-16,0-8 1 16,0-5-1-16,-2-6-1 15,-7-5-8-15,-5-7-55 16,-4-5-56-16,-3-2-170 15</inkml:trace>
  <inkml:trace contextRef="#ctx0" brushRef="#br0" timeOffset="132577.51">17167 11943 440 0,'0'0'76'16,"0"0"10"-16,0 0-61 16,0 0-25-16,0 0-20 15,0 0 20-15,0 0 1 16,91 4 6-16,-31-1 3 15,13-3-6-15,13 0-4 16,10-7-39-16,6-11-221 16</inkml:trace>
  <inkml:trace contextRef="#ctx0" brushRef="#br0" timeOffset="133410.33">19326 11630 642 0,'0'0'61'16,"0"0"-4"-16,0 0-57 16,0 0-11-16,0 0 4 0,0 0 3 15,44 42-1 1,-40-2 5-16,-4 8 1 0,0 6-1 16,0 1 6-16,0-3-1 15,-1-16 7-15,-1-13-6 16,2-12-2-16,0-8 6 15,0-3 46-15,0 0 42 16,0-10-32-16,-1-18-37 16,1-12-29-16,0-10-28 15,0-4-11-15,-7-1-21 16,-1 3-9-16,-3 4 10 16,2 4-9-16,5 3 32 15,4 8 36-15,0 1 3 16,3 8 7-16,14 5 7 15,3 8-3-15,5 5-7 0,5 6-7 16,8 0-1-16,1 9 1 16,0 10 0-16,-5 3 1 15,0-2-1-15,-8 3 0 16,-9-1-1-16,-6 0-5 16,-10 0-19-16,-1-2-19 15,-3-3 3-15,-15-3 8 16,-3-4 6-16,4-4 14 15,3-3 13-15,7 0 37 16,1-3 54-16,6 5-29 0,0 0-62 16,0 7 4-1,0 6-4-15,3 6 4 0,10 7 2 16,6 2-5-16,1 0-1 16,-1-1 6-16,-7-4-4 15,-4-6-2-15,-7-4 1 16,-1-2 1-16,0-3 2 15,-7-3-2-15,-5-3 4 16,-10-3-1-16,-8 0 1 16,-11-4 2-16,-8 0 3 15,3 0 8-15,4-5 16 16,17-3 8-16,13 3-23 16,12 5-20-16,0 0-69 15,18 0-137-15,21 0 113 16,16 0-260-16</inkml:trace>
  <inkml:trace contextRef="#ctx0" brushRef="#br0" timeOffset="133876.44">20971 11480 616 0,'0'0'139'15,"0"0"5"-15,0 0-80 0,0 0-47 16,0 0-17-16,0 0-14 16,14-32-9-16,-3 47 20 15,3-2 0-15,5 1 2 16,-2-4-4-16,-1-4-6 15,-3-3 1-15,-6-3-1 16,-2 0 11-16,-4 0 4 16,-1-5 2-16,0-5 2 15,0-1-1-15,-10 3-2 16,-11 5-5-16,-4 3-1 16,-5 4-1-16,3 21 0 15,3 8 2-15,3 8-3 0,5 6 0 16,4 2-8-1,9 5-2-15,3-4 12 0,6-6-8 16,24-8 4-16,10-15-1 16,14-11 3-16,7-10 2 15,2 0-8-15,-3-22-37 16,-4-11-130-16,-11-4-312 16</inkml:trace>
  <inkml:trace contextRef="#ctx0" brushRef="#br0" timeOffset="134314.51">22602 11531 660 0,'0'0'109'0,"0"0"5"16,0 0-71-16,0 0-31 16,0 0-5-16,0 0-7 15,8-55-8-15,0 79-5 16,2 10 13-16,0 14-7 16,-5 10 6-16,-4 7-10 15,-1-2-14-15,0-5-18 16,0-12-21-16,0-15-24 15,0-16 23-15,0-11-27 16,10-4-41-16,2-16 24 16</inkml:trace>
  <inkml:trace contextRef="#ctx0" brushRef="#br0" timeOffset="134643.34">22653 11403 473 0,'0'0'72'0,"0"0"11"16,0 0 14-16,0 0-97 15,0 0-1-15,0 0-12 16,23 8 13-16,6 25 0 16,10 8-1-16,-2 5-1 15,-2 1 2-15,-7 0 0 0,-7-7 1 16,-9-1-1-1,-8-4 5-15,-4-6-4 0,0-5 2 16,0-2 2-16,-15-3-5 16,-4-3 8-16,-9-1-5 15,-10-2 3-15,-9-1-6 16,2-4-2-16,10-1-27 16,13-5-24-16,16 0-116 15,6-2-81-15</inkml:trace>
  <inkml:trace contextRef="#ctx0" brushRef="#br0" timeOffset="134817.2">22877 11950 353 0,'0'0'207'0,"0"0"-46"16,0 0-43-16,0 0-41 15,0 0-35-15,0 0-16 16,0-14-16-16,0 14-10 15,0 0-25-15,0 0-71 16,0 6-129-16,1-4 49 16</inkml:trace>
  <inkml:trace contextRef="#ctx0" brushRef="#br0" timeOffset="145880.48">19043 10607 324 0,'0'0'65'15,"0"0"5"-15,0 0-17 16,0 0-12-16,0 0 22 16,0 0 6-16,0 0-28 15,0-37-15-15,0 37 0 16,0 0-11-16,0 0-10 16,0 0-3-16,0 0-2 15,0 0-4-15,0 9-6 16,0 11 10-16,0 10-6 15,0 12 6-15,-4 5 3 0,-8 8-3 16,0-4 2-16,0-3 1 16,3-10-3-16,5-6 0 15,2-9-9-15,2-6-30 16,0-7-51-16,8-10-93 16,14-8-54-16</inkml:trace>
  <inkml:trace contextRef="#ctx0" brushRef="#br0" timeOffset="146516.34">19242 10684 479 0,'0'0'82'16,"0"0"-81"-16,0 0 0 15,0 0 1-15,-28 87 0 16,21-55 5-16,5 1 8 15,2 0 3-15,0 1-7 16,7 1-5-16,11-6-2 16,4-4-2-16,5-8-2 15,-1-9 1-15,3-8 5 16,3 0 12-16,3-19 35 16,-1-11 1-16,1-5-40 15,-8-1-9-15,-11-1-2 0,-11 4-3 16,-5 3-3-1,-5 7-41-15,-11 1-18 16,-1 7 3-16,4 2 2 0,2 3 36 16,6 3 21-16,2 1 9 15,3 1 24-15,1-2 25 16,17 2-53-16,12 0-4 16,2 5 1-16,3 0 1 15,1 0-3-15,-3 17 1 16,-4 2-1-16,-4 6-2 15,-4 2-1-15,-7 2-3 16,-1 2 2-16,-5 2 3 16,-2-1 1-16,0-2-3 0,-2 0 3 15,2-7-1-15,0-1-6 16,-1-7-8-16,2-9-10 16,5-6 8-16,3 0 17 15,7-12 21-15,8-12 12 16,3-6 10-16,0-4 18 15,-3-2 6-15,-5 0-20 16,-8 0-4-16,-8 0-5 16,-9 5-14-16,0 6-11 15,-23 8-13-15,-8 14-13 16,-5 3-34-16,3 12-16 16,8 15-61-16,7 7 24 15,9-2-55-15,9-5-81 16</inkml:trace>
  <inkml:trace contextRef="#ctx0" brushRef="#br0" timeOffset="147014.19">20663 10559 506 0,'0'0'90'0,"0"0"-1"15,0 0-47-15,0 0-42 16,0 0-4-16,0 0-1 0,-42 40 5 16,25-2-1-1,0 6-1-15,1 3 2 0,2 1 1 16,2 2-1-16,11-5-6 16,1-7-4-16,13-11-1 15,18-13-32-15,11-12 29 16,7-2 14-16,7-22 0 15,-4-7 0-15,-7-8 3 16,-8-5 15-16,-10 0 43 16,-15-3 3-16,-11 0-29 15,-1-2-10-15,-25 3-13 16,-11 4-3-16,0 10 2 16,8 12 5-16,7 11-12 15,6 7-4-15,5 7-65 16,-5 21 15-16,4 5 28 0,5 6 13 15,5 4-2-15,1-4 4 16,9-2 5-16,16 0-1 16,8-5 1-16,3-4 0 15,1-4 2-15,-2-4-1 16,-6-3 1-16,-3-3-8 16,-4-2-22-16,-10 0-45 15,-6-7-162-15</inkml:trace>
  <inkml:trace contextRef="#ctx0" brushRef="#br0" timeOffset="147429.67">21076 10989 686 0,'0'0'117'0,"0"0"-50"15,0 0-47-15,0 0-16 16,0 0-4-16,0 0-1 15,57-51 1-15,-24 30-3 16,7-7-10-16,1-1-4 16,-4-5-18-16,-5 1-19 15,-9-3 8-15,-5 0-1 16,-8 4 28-16,-4 3-5 16,-5 6 21-16,-1 5 2 0,0 10-2 15,0 6-24-15,0 2-12 16,-4 0-37-1,1 17 64-15,0 9 8 0,3 6 4 16,0 2 0-16,0 5 10 16,0-2 3-16,3 1 19 15,3-3-10-15,-6-8-13 16,0-4-3-16,0-7-2 16,0-6 3-16,0-1 1 15,-6 0-1-15,-7 2-3 16,-13 1-3-16,-6 1-1 15,-10 1-38-15,-7-3-125 16,-3-1-128-16</inkml:trace>
  <inkml:trace contextRef="#ctx0" brushRef="#br0" timeOffset="148079.65">19061 11292 187 0,'0'0'6'0,"0"0"0"15,0 0 1-15,0 0 6 16,0 0-12-16,0 0 30 15,9 23 43-15,73-27 41 16,35-10-28-16,35 0-35 16,28 0-34-16,17 5 9 15,13-1-27-15,-2 3-3 16,1-1 3-16,-4-1 0 16,-11 1-1-16,-12 2 1 15,-19 3 0-15,-23 3 0 16,-19 0 1-16,-23-2 0 15,-25 2 0-15,-22 0-1 0,-21 0 0 16,-18 0-43-16,-12 0-223 16</inkml:trace>
  <inkml:trace contextRef="#ctx0" brushRef="#br0" timeOffset="148205.61">21604 11212 607 0,'0'0'27'0,"0"0"-27"0,0 0-135 16,0 0-34-1</inkml:trace>
  <inkml:trace contextRef="#ctx0" brushRef="#br0" timeOffset="150028.03">15561 4174 337 0,'0'0'35'0,"0"0"-35"16,0 0-2-16,-90 13-2 15,65 0 8-15,5 2-3 0,2-1 25 16,5 0-3-16,0 5-7 16,2 1-5-16,3 6-8 15,1 8-1-15,4 12 0 16,3 7-2-16,3 9 1 16,21 9-1-16,9 7 3 15,4 2 0-15,4-5-1 16,-1-5 7-16,-4-5 0 15,-10-7 6-15,-6-4-3 16,-10-7-11-16,-8-7 6 16,-2-8-2-16,-4-6 9 0,-16-5 13 15,-3-3 4-15,-10-2 33 16,-2-4-27-16,-2-1 3 16,1 0-18-16,6 0-13 15,5-2-6-15,8 1-3 16,8-1-24-16,5-1-51 15,2 1 12-15,2-3 16 16,0 3 14-16,0 0 26 16,0-2 3-16,0 3 4 15,0 0 0-15,3 4 0 16,2 1 0-16,2 6 0 16,0 4 1-16,3 6-1 15,1 6 5-15,-3 7-2 16,-2 3-1-16,-3 9 6 0,-3 6-6 15,0 9 0-15,0 6 0 16,-5 3 16-16,-7-2 9 16,-7 0-15-16,0-6-7 15,1-3-1-15,-3-3-3 16,2-2 0-16,5-2 1 16,2 0 8-16,3 2-10 15,9 3-2-15,0 1 2 16,0 1 3-16,10 0 3 15,2-4-2-15,2-4 3 16,1-10-2-16,-3-5-4 16,1-6 1-16,-2-5 5 15,-2-3 9-15,1 2-3 0,-4-4 0 16,-1 1-4-16,-2 2-5 16,-2 0 0-16,-1-1 2 15,2 2 5-15,1-4-10 16,2-2 1-16,1-2 4 15,2-5-4-15,1-3-1 16,3-2 6-16,0-2-3 16,1-1 9-16,0 0-5 15,4-1-1-15,-1-2-2 16,2-3 1-16,-4 0-2 16,2-2-2-16,-3 0-1 15,-3-2 1-15,1 3-2 0,-3 1 0 16,-1 3-2-16,2 1 0 15,-3 3 2-15,2 0 0 16,-4 0 0-16,2 0 0 16,1 0 1-16,-1-5-1 15,2 4 1-15,1-4-1 16,1 1 0-16,1 1 2 16,-1 2-2-16,4 0-5 15,1 1-58-15,1-1-53 16,-2-6-168-16</inkml:trace>
  <inkml:trace contextRef="#ctx0" brushRef="#br0" timeOffset="150163.19">15774 7908 590 0,'0'0'134'0,"0"0"19"16,0 0-72-16,0 0-64 15,0 0-17-15,0 0-140 16,-15-5-59-16,31 9 84 15</inkml:trace>
  <inkml:trace contextRef="#ctx0" brushRef="#br0" timeOffset="155373.23">23297 4021 214 0,'0'0'88'0,"0"0"-21"16,0 0-28-16,0 0-6 15,0 0-26-15,0 0-3 16,0 0 7-16,0-26 15 15,0 23 17-15,0 0-13 16,0 1-22-16,0-4 3 0,0 4 9 16,0-2-4-1,0 0 23-15,0 0-29 0,0-1 18 16,0 2 10-16,-1-1-5 16,1-1-15-16,-2 1 0 15,1-1 14-15,-1-1-14 16,1-1 1-16,-1 0-5 15,2 0 2-15,0 2 5 16,-1 1-9-16,1 2-6 16,0 2 12-16,0 0-13 15,0 0-5-15,0 0-2 16,0 3-10-16,0 16-42 16,4 12 53-16,6 8-2 15,0-2 3-15,1 1 0 0,-3-8 0 16,-2-6 2-16,2-5-2 15,-1-8 0-15,-3-5 0 16,-1-3 1-16,-3-3-1 16,10 0 9-16,18-13 26 15,27-24-6-15,22-14-28 16,10-11 1-16,-2 0-2 16,-8-1 2-16,-11 10-2 15,-11 7 1-15,-14 12 0 16,-13 12 0-16,-11 6-1 15,-7 8 0-15,-7 8-1 16,-2-3 1-16,-1 3-6 16,0 0-22-16,0 6-30 0,-4 13 5 15,-11 8 21 1,-5 7 8-16,0 3-29 0,1-4-111 16,8-9-66-16</inkml:trace>
  <inkml:trace contextRef="#ctx0" brushRef="#br0" timeOffset="155539.6">24003 3883 420 0,'0'0'56'16,"0"0"19"-16,0 0 18 16,0 0-35-16,0 0-31 15,0 0-27-15,-42 23-74 0,32 8-13 16,5-1-84-16,5-8-96 15</inkml:trace>
  <inkml:trace contextRef="#ctx0" brushRef="#br0" timeOffset="157871.61">23773 5061 3 0,'0'0'322'15,"0"0"-268"-15,0 0 46 16,0 0-14-16,0 0-41 0,0 0-18 16,0 0 26-16,28-63-46 15,-26 58 34-15,-2 3-25 16,0 2 7-16,0 0-4 15,0 0-19-15,0 0 0 16,0 0-11-16,-4 12-11 16,-16 13 22-16,-13 8 2 15,-13 10-2-15,-7 2 2 16,-5 2-2-16,6-8 1 16,5-7 2-16,11-8-2 0,8-7 0 15,5-5 1-15,11-7-2 16,5-3 0-16,5-2 2 15,2 0 1-15,0 0 10 16,0 0 7-16,0 0 0 16,0 0-1-16,0 0-17 15,0 0-2-15,0 2-46 16,0 3-87-16,0-1-186 16,0-4 117-16</inkml:trace>
  <inkml:trace contextRef="#ctx0" brushRef="#br0" timeOffset="158238.77">23470 4974 527 0,'0'0'68'0,"0"0"25"16,0 0 3-16,-19-74-46 15,17 66-16-15,2 3 7 16,0 4-28-16,0 1-13 16,0 0-1-16,0 14-19 15,13 19 3-15,4 18 17 16,4 11 0-16,-4 8 0 0,-3 2 0 16,0-6 0-1,2-13-1-15,-1-10-5 0,0-11-5 16,-4-11 6-1,-5-7 4-15,-2-7 1 0,-2-3-3 16,-1-1-2-16,-1-3 5 16,2 0 4-16,0 0-4 15,0 0-6-15,-2 0-97 16,0 0-22-16,0-3-233 16</inkml:trace>
  <inkml:trace contextRef="#ctx0" brushRef="#br0" timeOffset="158395.36">23614 5424 156 0,'0'0'218'0,"0"0"-53"15,0 0-88-15,0 0 51 0,0 0-92 16,0 0 19-16,-14-10-55 16,14 10-11-16,0 0-150 15,0 6 10-15,0 0-46 16</inkml:trace>
  <inkml:trace contextRef="#ctx0" brushRef="#br0" timeOffset="159199.5">23229 6981 147 0,'0'0'25'16,"0"0"-18"-16,2-75-4 16,-9 61-3-16,-11 10-18 15,-1 2 3-15,2 2-24 16,0 0 13-16,3 2 21 15,1 7 5-15,-2 5 2 16,0 11-1-16,-8 6 2 16,-10 4-3-16</inkml:trace>
  <inkml:trace contextRef="#ctx0" brushRef="#br0" timeOffset="160832.27">23344 6183 328 0,'0'0'93'0,"0"0"0"15,0 0-81-15,0 0-12 16,0 0-8-16,0 0 6 15,22 49 2-15,-17-15 2 16,3 0 0-16,-2-4 4 16,0-10-3-16,-1-7 2 15,-2-9 2-15,1-4 21 16,13 0 90-16,15-17 56 16,21-19-136-16,12-7-32 0,4-8-2 15,-6 5-3 1,-12 4-1-16,-13 11 0 0,-8 12-1 15,-8 13-54-15,-12 6-83 16,-10 20-162-16,0 12 109 16</inkml:trace>
  <inkml:trace contextRef="#ctx0" brushRef="#br0" timeOffset="161349.38">23145 7082 167 0,'0'0'97'15,"0"0"54"-15,5-82-17 0,-5 63-8 16,0 5-24-16,-5 8-36 15,4 4-19-15,1 2-47 16,0 6-48-16,0 18 18 16,0 11 30-16,9 8 2 15,4 2-2-15,5-3 0 16,6-9-4-16,6-13-12 16,7-14 15-16,14-6 1 15,13-28 12-15,8-16 3 16,2-8 2-16,-7-3-17 15,-13 2-2-15,-15 3 1 16,-16 11-3-16,-12 12-4 16,-10 18-11-16,-1 9-31 0,-15 22-260 15,-16 11-103-15</inkml:trace>
  <inkml:trace contextRef="#ctx0" brushRef="#br0" timeOffset="161860.28">23136 7793 415 0,'0'0'144'16,"0"0"-8"-16,0 0-66 16,0 0-31-16,0 0-39 15,0 0-16-15,-6 11 4 16,-16 21 12-16,-13 9 3 15,-6 5-2-15,-1 0 5 16,6-7-5-16,8-8-1 16,6-9-2-16,5-12-21 15,8-7-30-15,6-3-36 16,3-13 51-16,0-22-216 16</inkml:trace>
  <inkml:trace contextRef="#ctx0" brushRef="#br0" timeOffset="162034.19">22965 7745 470 0,'0'0'167'0,"0"0"-41"16,0 0-126-16,0 0-19 15,0 0 19-15,0 101 0 16,17-52 0-16,11 6 2 16,10 3 1-16,9-5-3 15,5-10 0-15,1-11-22 16,-2-14-59-16,-8-12-89 15</inkml:trace>
  <inkml:trace contextRef="#ctx0" brushRef="#br0" timeOffset="162190.3">23145 8168 756 0,'0'0'99'0,"0"0"-77"16,0 0-22-16,0 0-24 15,0 0-43-15,0 0-27 16,41-3 4-16,-19 3-129 16</inkml:trace>
  <inkml:trace contextRef="#ctx0" brushRef="#br0" timeOffset="167677">17143 12721 258 0,'0'0'81'0,"0"0"62"16,0 0-72-16,3-72-25 16,-3 55 24-16,0 2-20 15,0 2-7-15,0 2 3 16,0 2-3-16,-1 6-2 16,-1 2-16-16,-1 1-10 15,2 0-15-15,-2 0-5 0,-7 18-4 16,-4 18 7-16,-4 15 1 15,-5 12 1-15,6 3 0 16,9 4 0-16,8 2 0 16,0-2-3-16,21-6 3 15,6-9-4-15,4-15 1 16,2-12-4-16,1-9-1 16,1-12 2-16,-1-7 6 15,-3 0 2-15,-5-18 0 16,-4-7 1-16,-10-2 0 15,-12-2 0-15,0-3 5 16,-21-1-5-16,-10 4 2 16,-8 7-2-16,0 7-3 0,5 6-3 15,8 6 3-15,15 3 0 16,9 0-4-16,2 0-63 16,9 0-29-16,21 0 94 15,12 0 2-15,10-14 1 16,6-6 0-16,-4-4 1 15,-7 5 3-15,-12 4 11 16,-13 3 4-16,-12 8 5 16,-6 3 11-16,-4 1 7 15,0 0-35-15,0 0-8 16,0 13-10-16,-6 14 9 16,-2 8 1-16,3 2 0 0,5 0 0 15,0-2-8 1,11-3-1-16,14-7-8 0,10-9-4 15,7-13 3-15,1-3 13 16,3-6 5-16,-6-15 0 16,-9-8 1-16,-11-4 5 15,-10-2 6-15,-10 0 19 16,-3 0-4-16,-27 8-8 16,-17 5-8-16,-13 13-11 15,-4 9 0-15,6 0-1 16,16 24-52-16,23 7-28 15,19 4-54-15,1-5-62 16</inkml:trace>
  <inkml:trace contextRef="#ctx0" brushRef="#br0" timeOffset="169190.52">16327 12838 434 0,'0'0'92'0,"0"0"48"16,0 0-67-16,0 0-2 15,0 0-19-15,0 0-17 16,0 0-35-16,-13-42-5 0,13 55-1 15,0 16 6-15,0 9 0 16,7 8 2-16,1-2-1 16,5-3-1-16,2-11-1 15,1-9-12-15,5-9 9 16,3-12-3-16,11 0 7 16,12-30 1-16,8-15 2 15,3-9-3-15,-6-3-12 16,-8 8 1-16,-14 10 3 15,-14 9-38-15,-9 15-29 16,-7 7-88-16,-7 8-182 0</inkml:trace>
  <inkml:trace contextRef="#ctx0" brushRef="#br0" timeOffset="169346.16">16605 13041 527 0,'0'0'124'0,"0"0"-20"16,0 0-104-16,0 0-14 15,0 0-165-15,0 0-127 16</inkml:trace>
  <inkml:trace contextRef="#ctx0" brushRef="#br0" timeOffset="170341.33">17112 13832 147 0,'0'0'117'16,"0"0"21"-16,0 0 4 15,0 0-56-15,0 0 16 16,1-82-36-16,-1 76-12 15,0 2-25-15,0 2-14 16,0 2-9-16,0 0-6 16,0 0-3-16,0 2-7 15,0 13-1-15,-6 9 7 0,-1 2 3 16,-6 5 1-16,3 1 0 16,-2 0 0-16,1-1 1 15,3 2 0-15,2-5-1 16,1 1 0-16,4-5-2 15,1-5-6-15,0-4-11 16,0-5-16-16,3-6-7 16,11-4 22-16,2 0 17 15,4-9-5-15,3-9-3 16,-1-2 11-16,-1 0 0 16,-3 2-3-16,-3 1-3 15,-4 3 3-15,-4 1 3 0,-2 4 3 16,-4 1 10-16,-1 2 0 15,0-1 16-15,0 2-11 16,0 0 0-16,0 0 1 16,0 3-5-16,0 1 7 15,0 1-19-15,0 0-2 16,0 0-5-16,0 14-1 16,0 9 6-16,-3 5-1 15,-3 7 1-15,2 3 0 16,-2 1 0-16,1 0-1 15,2-3 2-15,1 0-2 16,2-2-3-16,0-3-25 16,0-3-51-16,0-7-36 0,4-9-74 15,5-9-187-15</inkml:trace>
  <inkml:trace contextRef="#ctx0" brushRef="#br0" timeOffset="170672.86">17434 13961 660 0,'0'0'137'16,"0"0"-52"-16,0 0-42 15,0 0-43-15,0 0 0 16,0 0-9-16,-43 31 9 16,37 11 0-16,1 7 0 0,5-3 0 15,0 1-3 1,5-8-5-16,12-6-14 0,10-11-6 15,5-10-7-15,10-12 10 16,7-2 15-16,3-25-20 16,-3-8 20-16,-11-6 10 15,-19-2 4-15,-19 0 25 16,-6 5 10-16,-39 4-8 16,-19 10-7-16,-19 11-22 15,-13 13-2-15,4 2-15 16,14 20-97-16,20 2-81 15,31-7-210-15</inkml:trace>
  <inkml:trace contextRef="#ctx0" brushRef="#br0" timeOffset="171175.78">16642 13998 204 0,'0'0'391'0,"0"0"-237"16,0 0-65-16,0 0-62 0,0 0-27 15,0 0-2 1,-77 61 2-16,47-12 1 0,-3 3 1 16,1-5-2-16,9-8-2 15,3-10-11-15,5-8-29 16,6-12-42-16,5-7-46 15,4-2-23-15,1-21 95 16</inkml:trace>
  <inkml:trace contextRef="#ctx0" brushRef="#br0" timeOffset="171347.64">16518 13998 426 0,'0'0'190'0,"0"0"-39"15,0 0-73-15,0 0-37 16,0 0-41-16,0 0-9 0,-7 18 7 15,26 25 2-15,3 10-1 16,2 5 2-16,2-3-2 16,2-8-16-16,6-11-55 15,5-11-33-15,-2-13-106 16</inkml:trace>
  <inkml:trace contextRef="#ctx0" brushRef="#br0" timeOffset="171506.49">16812 14282 695 0,'0'0'93'15,"0"0"-45"-15,0 0-48 16,0 0-52-16,0 0-37 16,0 0-33-16,-1 23-165 15</inkml:trace>
  <inkml:trace contextRef="#ctx0" brushRef="#br0" timeOffset="173354.32">19035 12643 379 0,'0'0'28'15,"0"0"74"-15,0 0-17 0,0 0-58 16,0 0 21-16,0 0-10 15,2-39-19-15,13 28-7 16,8-1 11-16,3 2 7 16,4 1-12-16,4 1-8 15,4 5-9-15,1 3-1 16,-1 0-1-16,-5 9-1 16,-6 12-2-16,-9 6 0 15,-5 8-4-15,-11 7 5 16,-2 8-1-16,-10 9 2 0,-18 6 1 15,-2 1-3 1,-3-1-4-16,1-9-10 0,4-9-28 16,5-12-25-16,3-15-68 15,5-14-61-15</inkml:trace>
  <inkml:trace contextRef="#ctx0" brushRef="#br0" timeOffset="173754.03">19109 12897 480 0,'0'0'97'0,"0"0"-39"16,0 0-23-16,0 0-24 15,0 0 27-15,122-45 1 16,-74 37-12-16,-2 2-12 16,0 2-12-16,-8 4-2 0,-9 0-1 15,-9 0-2-15,-7 3-2 16,-8 7-5-16,-5 5-18 15,0 4 19 1,-6 5 8-16,-8 5 2 0,4 2 2 16,2 1-3-16,7 0-1 15,1-2 0-15,0 0-1 16,18-6 1-16,7-7-7 16,8-10 0-16,6-7 6 15,1-2 0-15,1-21 1 16,-1-8-2-16,-9-4 2 15,-11-2 2-15,-10 0 14 16,-10 4 8-16,-7 2-2 16,-25 6-4-16,-14 11-8 0,-12 9-10 15,-7 5-7-15,6 12-64 16,18 12-60-16,19 1-9 16,14-2-194-16</inkml:trace>
  <inkml:trace contextRef="#ctx0" brushRef="#br0" timeOffset="174235.96">18585 12886 585 0,'0'0'97'0,"0"0"-7"0,0 0-90 16,0 0-3-1,0 0 2-15,0 0 0 0,11 79 1 16,8-47 2-16,2-5-2 16,3-5 2-16,4-6 0 15,2-6-2-15,2-10 3 16,3-4-3-16,4-21-11 15,1-9-14-15,-4-3 16 16,-9 1 9-16,-9 3 0 16,-12 8 2-16,-6 8-2 15,0 13-4-15,-12 4-124 16,-15 1-295-16</inkml:trace>
  <inkml:trace contextRef="#ctx0" brushRef="#br0" timeOffset="175502.29">19149 13764 326 0,'0'0'134'0,"0"0"-33"0,0 0-44 15,0 0 0-15,0 0-15 16,0 0-18-16,-21-53 7 16,21 48-7-16,0 0 7 15,0 3-4-15,0-1-13 16,0 0-7-16,0-3-5 15,17-2-2-15,13-4 0 16,7-1 0-16,4 0-2 16,0 3 2-16,-7 5-1 15,-7 5 0-15,-8 0-3 16,-10 0-12-16,-9 17-19 16,0 12 14-16,-20 9 12 0,-18 2 5 15,-4 3-1-15,-1-7-9 16,7-6 9-16,13-3 2 15,11-4 3-15,10-3 0 16,2-3-11-16,8-2-9 16,18-1-2-16,4-5 20 15,0-1-1-15,-3 0 3 16,-6-2 1-16,-9 2-1 16,-5 1 3-16,-5 4-2 15,-2 4 2-15,0 6-1 16,-21 6 5-16,-5 0 1 15,-1-1-5-15,5-5 0 16,9-4-2-16,3-7-1 16,6-2-9-16,4-4-55 0,0-6 20 15,14 0-2-15,18-16 45 16,15-16-54 0,11-9-99-16,5-6-11 0,-8 1 110 15,-5 2 55-15,-14 8 117 16,-15 9 31-16,-13 9-4 15,-8 5-27-15,0 7 21 16,0 4-86-16,-9 2-24 16,0 0-28-16,1 10-3 15,2 12-1-15,4 2 4 16,2 3 0-16,0-3-1 16,10-2 1-16,10-4-1 15,3-7 1-15,7-6 0 0,4-5 0 16,-1-8 4-16,0-17 0 15,-8-3-1-15,-10-3 2 16,-8-3-3-16,-7 4-1 16,-5-1 3-16,-25 9-2 15,-12 6-4-15,-16 13-13 16,-9 3-63-16,-3 11-129 16,9 5-191-16</inkml:trace>
  <inkml:trace contextRef="#ctx0" brushRef="#br0" timeOffset="175805.29">18912 13977 646 0,'0'0'123'16,"0"0"-4"-16,0 0-98 15,0 0-21-15,0 0-4 16,0 0 4-16,-64 90 0 16,40-48-2-16,3-5-7 15,5-7-23-15,7-11-18 16,3-7-13-16,3-7-66 0,3-5-8 15,0-10 70-15,0-17-171 16</inkml:trace>
  <inkml:trace contextRef="#ctx0" brushRef="#br0" timeOffset="175951.36">18799 14066 123 0,'0'0'134'0,"0"0"4"0,0 0 29 16,12-79-51-16,-11 76-27 16,4 3-71-16,2 0-18 15,6 14-4-15,4 11 3 16,1 11-3-16,0 1 4 15,1 4 0-15,3-7-39 16,2-8-71-16,-7-14-134 16</inkml:trace>
  <inkml:trace contextRef="#ctx0" brushRef="#br0" timeOffset="177850.38">20790 12634 715 0,'0'0'17'16,"0"0"51"-16,0 0-66 16,0 0-2-16,0 0-1 15,-69 75-2-15,53-36 2 16,4-3-1-16,6 1-4 16,4-6 3-16,2-4-8 15,0-8-17-15,11-7 10 0,5-9 1 16,2-3 17-16,5 0 3 15,-4-8-1-15,2-4-1 16,-6 2 0-16,-5 5 1 16,-1 3-2-16,-1 2-2 15,-2 0 0-15,0 13-3 16,0 6 1-16,-5 4 0 16,-1 4 4-16,0 4 0 15,0 2 7-15,-7-2 6 16,-8-5-8-16,0-4 2 15,0-5-2-15,-1-6-1 16,-1-3-1-16,1-5-1 16,-1-3 2-16,1 0-4 0,4-5-42 15,3-12-111-15</inkml:trace>
  <inkml:trace contextRef="#ctx0" brushRef="#br0" timeOffset="178382.25">20899 12709 245 0,'0'0'220'0,"0"0"-78"16,0 0-42-16,0 0-88 15,0 0-12-15,0 0-9 16,30 7 9-16,-8 16 0 16,5 4 1-16,0-1 0 15,-3 0-1-15,-4-2 2 16,-7-2-2-16,0-3 1 16,-7-1-1-16,-2-1 0 15,-2-2-1-15,-2-4 1 16,0-2-2-16,0-3 1 15,0-2-18-15,0-3 16 0,0-1-2 16,0 0 5 0,0 0 4-16,0 0 23 15,4 0 29-15,2-11-18 0,5-3-31 16,1-3 4-16,1-2 9 16,4 4-6-16,0-1-9 15,-1 1-2-15,1 0-3 16,-5 1-1-16,-6-1-1 15,0 2 0-15,-6-1 2 16,0 0-1-16,-9 4 1 16,-15 0 0-16,-16 7 0 15,-15 3 0-15,-11 16-10 16,-2 13-86-16,17 2-105 16,20-1-231-16</inkml:trace>
  <inkml:trace contextRef="#ctx0" brushRef="#br0" timeOffset="178884.37">20960 14053 247 0,'0'0'415'15,"0"0"-234"-15,0 0-99 16,0 0-51-16,0 0-14 16,0 0-17-16,-39-58-3 15,27 58-3-15,-3 20-8 16,-5 8 2-16,-3 8 3 16,7 3-1-16,5 0-11 0,7-3 0 15,4-5-2-15,0-7 9 16,0-6 7-16,7-5 5 15,-2-8 2-15,-5 0 0 16,3-2 0-16,-3 4 0 16,0-1-1-16,0 3-11 15,-17-1-49-15,-8 0-15 16,-7-3-29-16,1-3-49 16,7-2 2-16,7 0-32 15</inkml:trace>
  <inkml:trace contextRef="#ctx0" brushRef="#br0" timeOffset="179432.22">20960 13921 611 0,'0'0'135'0,"0"0"-95"16,0 0-33-16,0 0-6 15,0 0-2-15,0 0 1 16,66-4-2-16,-47 20 2 16,-2 2-2-16,-3 2-1 15,-5 3 2-15,-4 1-3 16,-3-2 4-16,-2 0 3 0,2-3-3 16,1-4 0-1,5-2-5-15,0-2-18 0,5-5 12 16,1-2 2-16,-1-2 2 15,0-2 4-15,-7 0 3 16,-5 0 19-16,-1 0 57 16,0-3-37-16,0-3-27 15,3 0 8-15,8-4-19 16,4-4-1-16,4 0-1 16,0-1 1-16,-1 4 1 15,-3 0 3-15,-4 1-3 16,-2 3-1-16,-5-2 3 0,-2 1 3 15,-1 0 2 1,-1-5-6-16,0 1-2 0,0-3 1 16,0-4-2-16,0-3 0 15,-4 0-6-15,-9-1-5 16,-3 3 9-16,-4 2 0 16,-5 2 3-16,0 9-1 15,3 2-1-15,8 5 0 16,6 0-13-16,8 19-122 15,0 5 49-15,0-3-92 16,20-5-192-16</inkml:trace>
  <inkml:trace contextRef="#ctx0" brushRef="#br0" timeOffset="180281.28">22398 12391 538 0,'0'0'92'0,"0"0"74"16,0 0-79-16,0 0-40 15,0 0-20-15,0 0-27 16,0 0-8-16,0-8 2 0,-1 44 6 15,-3 12 0 1,1 10 2-16,0 4-1 16,2-2-1-16,1-6-10 0,0-12-18 15,4-14-19-15,13-12-2 16,4-13 14-16,4-3 35 16,5-15 3-16,-2-17-3 15,-2-2 3-15,-13-4 3 16,-7 4 38-16,-6 5 3 15,0 7-1-15,-6 6-14 16,-1 12-19-16,-3 4-13 16,0 10-4-16,1 23-13 15,0 12 7-15,3 3-3 16,6 5-12-16,0 0-6 16,2 0-14-16,13-3-5 0,6-3-62 15,1-12-49 1,-1-14-134-16</inkml:trace>
  <inkml:trace contextRef="#ctx0" brushRef="#br0" timeOffset="180564.06">22763 12768 813 0,'0'0'89'0,"0"0"-30"15,0 0-59-15,0 0-30 16,0 0 26-16,0 0 1 15,21 107 0-15,6-66-6 16,4-4-15-16,5-7-13 0,5-9 5 16,2-13-19-16,0-8 33 15,-1-10 18-15,-8-19 4 16,-4-7 3-16,-17-3 30 16,-10 2 2-16,-3 3-17 15,-27 1-15-15,-17 10 1 16,-24 12-4-16,-12 11-4 15,0 12-111-15,17 19-124 16,36 3-230-16</inkml:trace>
  <inkml:trace contextRef="#ctx0" brushRef="#br0" timeOffset="181562.39">22452 13791 252 0,'0'0'337'15,"0"0"-171"-15,0 0-61 16,0 0-35-16,0 0-60 16,0 0-10-16,-39-23-4 15,19 60 3-15,2 10 1 16,1 10 0-16,7 6 1 16,9 5-1-16,1-1-8 15,0-8-14-15,11-10-25 16,9-12-19-16,5-14-1 15,4-12 43-15,1-11-7 0,-6 0 22 16,-3-16 9-16,-10-13 7 16,-3-7 51-16,-8-6-1 15,0-4-17-15,-3 3-13 16,-10 5-7-16,-1 10-14 16,2 11-6-16,6 6-3 15,3 6-2-15,3 5-7 16,0-3 5-16,5 3-54 15,19-1 32-15,9 0 29 16,5-1 0-16,6 1 0 16,3 1-6-16,-2 0-6 15,-11 0 7-15,-12 0 4 16,-11 0-3-16,-10 0 1 0,-1 1 1 16,0 9 0-1,0 6 2-15,0 2 1 0,0 4 2 16,0 3-2-1,2-1-1-15,19-2-1 0,13-5-1 16,8-9-2-16,7-8-8 16,6 0-10-16,-2-12 4 15,-4-10 14-15,-9-7 4 16,-8-2 26-16,-15-1 34 16,-14-1-1-16,-3 1-2 15,-23 2-16-15,-22 6-23 16,-18 10-16-16,-10 14-2 15,3 0-68-15,15 14-75 16,27 3-49-16,26-3-127 0</inkml:trace>
  <inkml:trace contextRef="#ctx0" brushRef="#br0" timeOffset="188937.96">19973 12807 299 0,'0'0'125'16,"0"0"-40"-16,0 0-11 15,0 0-27-15,0 0 12 16,0 0-10-16,1-76-6 15,3 63-12-15,1 4-5 0,1-3-20 16,0 0-2-16,2 3 1 16,-2-4 2-16,1-1 6 15,-1-3-2-15,0-3 11 16,5-5-12-16,-3-2-5 16,1-1-2-16,0 0-1 15,-3-1 1-15,-2 1-2 16,-4-3 0-16,0-2 0 15,0-4 2-15,0-4-3 16,0 0 0-16,-4-2 1 16,-9-1 0-16,4-1 0 15,-5 1 0-15,4 0 5 16,-1 0-4-16,0 1-1 0,0 4 0 16,-2 1 0-1,2 2-1-15,-1 3 1 0,0 0-1 16,2 3 1-16,-1 3-1 15,1-1 0-15,-2 2 1 16,3 1-1-16,-3-2-1 16,0 4 1-16,2-1 0 15,-1-1 0-15,4 3-1 16,-1-2 1-16,4 0-1 16,-2 1 0-16,1-2-1 15,1 1 1-15,-1 1 1 16,-2-1 0-16,-3 0 0 0,-1 2-1 15,-4 1-3 1,0 2 4-16,0 0 0 0,-3 2 0 16,2 2-1-16,2 0 1 15,4 3 0-15,0 1 0 16,2 0 0-16,1 2 1 16,-2-2-1-16,0 3 0 15,2-1 1-15,-6-1-1 16,-1 1 0-16,-1 0 0 15,0 2-1-15,2-1 1 16,2 4 0-16,2-2-1 16,-1 2 1-16,1 3-2 15,0-1 2-15,0 1-1 16,-3 1-1-16,0 0-3 16,0 0 1-16,-3 0-1 0,1 0 3 15,1 0 1 1,0 1 1-16,-2 4 0 0,1-1-1 15,-2 1 1-15,-2 3-1 16,-2 0 0-16,3 1-3 16,-6 3 4-16,1 1-1 15,-3 0-2-15,-3 7 3 16,-4-1 0-16,-2 3 0 16,-2-1-1-16,-5 6 1 15,2 1 0-15,-2 0 1 16,4 3-1-16,1 1 0 15,7 2 0-15,1 1-4 0,1 0 4 16,4 2-1 0,-3 0 1-16,1 2 0 0,1 3 0 15,-1 4 0-15,-2 3-2 16,-1 4 2-16,1 2 0 16,-2 1 0-16,3 2 0 15,2 1-1-15,3 2 0 16,0 2 1-16,2 3 0 15,0 0 0-15,0 3-1 16,4 1 1-16,-3 5 0 16,5 0 0-16,0 1 0 15,4 1-1-15,4-3 1 16,2 2-2-16,3 4 1 0,0 1-3 16,0-2-5-1,0-4-2-15,-5 0-1 0,-11-2 7 16,-5 1 1-16,0-4 3 15,4-2 1-15,-4-5 1 16,6-1-1-16,-2 3-1 16,2-6 1-16,4-5 3 15,2-6-2-15,3-7-1 16,6 1 4-16,0 2-3 16,0 3 3-16,0 4-3 15,7 4 1-15,-1-2 0 16,0 1 1-16,-2-4-3 15,-1 0 2-15,-1-2-2 16,1-2 0-16,-3 0 1 0,1 1-1 16,-1-2 0-16,0 1-1 15,2-5 2-15,1 5-1 16,3-3 0-16,4 7-1 16,4 6 0-16,3 0 2 15,5 2-2-15,3-4 1 16,3-4 0-16,7-3 0 15,5-4 0-15,2-4 1 16,1-3-1-16,1-6 0 16,0-4 2-16,0-6-2 15,-3-3 1-15,-2-2 1 16,1-4 1-16,-3-1-1 16,1-3 0-16,6 0-1 0,-2-2-1 15,2 0 1 1,1-1 1-16,1-3 0 0,-1 1-2 15,1-2 0-15,-1 0-2 16,-1 0 4-16,3-12-2 16,-2-1 2-16,1-8-1 15,-1 0 0-15,3-5 0 16,-2-2-1-16,-1-5 0 16,-3-1 0-16,-5 0 6 15,-4-3 3-15,-4 0 4 16,0-5 1-16,-5-4-6 15,1-8 7-15,2-1 0 16,1-6-8-16,4 1-2 16,2 5-1-16,2 2-4 0,-1 1 1 15,-4 5-1-15,-5 0 1 16,-6 3-1-16,-6 0 2 16,-5-1 2-16,-1-3 3 15,-2-2-2-15,0-5 0 16,-2-2-3-16,2-2 0 15,5 1-1-15,7 2 0 16,0 2-1-16,-1 4-1 16,1 4 0-16,-9 1 0 15,-4 0 1-15,-4 5 0 16,-1-1 0-16,0 1 0 0,-6-1 2 16,-10-4-1-1,-4-2 0-15,-4 1 3 0,-2-7 1 16,-3 1 0-16,3-1 1 15,2 3-5-15,3 0 0 16,5 4 1-16,2 4-2 16,2 1 0-16,2 4 1 15,-3-1-1-15,0-1 0 16,0 3 0-16,-2-1 0 16,3 3 0-16,-3 1 0 15,3 3 0-15,-3 0 0 16,5 1 1-16,-1 0-1 15,0 5 1-15,2 2-1 16,-2 1 2-16,1 1-1 0,-1 1 0 16,4 0-1-16,1 3 0 15,-4-1 1-15,8 3-1 16,-3 2 0-16,1-3 0 16,1 1 0-16,0-1 1 15,0 2-1-15,-3-1 0 16,2 1 1-16,-1 3-1 15,0 0 0-15,1 3 0 16,1 2 0-16,0 0 0 16,1 3 0-16,2 1 0 15,0-1 0-15,0 2-1 16,0 0 1-16,0 0-1 16,0 0 0-16,0 0 1 15,0 0 0-15,0 0-1 16,0 0-2-16,0 0-3 0,2 0-21 15,13 12 4-15,6 5 16 16,4 2 2-16,2 1-1 16,-1-3 4-16,-1-1 1 15,-1 0 0-15,-4-5 1 16,-3-4 1-16,-4-2-1 16,-5-5 0-16,-5 0 0 15,-2 0 1-15,-1 0 0 16,0 0 4-16,0 0 7 15,0 0 1-15,0 0-10 0,0 0-3 16,2 3-3 0,1-1-2-16,1 4 1 0,2 0 1 15,-1 1-2-15,-4-2-1 16,2 0 1-16,-1 3 2 16,2-3 2-16,-1 1-1 15,0-1 2-15,0 0-1 16,0-2-1-16,0 1-6 15,-1-1-5-15,0-1 6 16,0 3-6-16,-1-1-12 16,-1 2 2-16,0-1 14 15,0 1-19-15,0-1 18 16,0-3-6-16,0-1 16 16,0-1 0-16,0 0 2 15,0 0-1-15,0 0 2 0,0 5-1 16,0 6-2-16,0 12-2 15,-5 11-40-15,-7 0-123 16,-11-5-134-16</inkml:trace>
  <inkml:trace contextRef="#ctx0" brushRef="#br0" timeOffset="193383.43">18119 12339 407 0,'0'0'59'0,"0"0"9"16,0 0-39 0,0 0-29-16,34-84 0 0,-25 67-4 15,-3 0-2-15,0-7 6 16,-3-1 1-16,-2-4 0 16,-1-4 5-16,0-2-4 15,0-1 2-15,0-6 2 16,0 2-4-16,0-1-2 15,0-3 0-15,-7 3-1 16,-5 1 2-16,-6 3-1 16,-3 1 0-16,0 0 6 15,-7 2 6-15,2 1 9 16,-2-3-11-16,0 3 11 0,-2-4 11 16,1 0-23-1,1 0 6-15,5 2-6 0,0 4 0 16,4 6-6-16,-1 2 1 15,2 3-1-15,-1 2-2 16,-1 1 0-16,-6 1-1 16,-4 4 0-16,-9 0-1 15,0 1-10-15,2 3-1 16,6 1 11-16,1 3-1 16,5 0 2-16,4 1 0 15,6-1-1-15,3 1 1 16,1 3 0-16,-1-3-1 15,-4 1 0-15,-2 1 1 16,-9 1-2-16,-4 0 2 0,-6 0-6 16,-2 0 2-16,-2 4 4 15,1 6 0-15,2 4-3 16,3 0 2-16,4 1 0 16,3 1-1-16,2 1-1 15,5-1 3-15,-1-1-2 16,4 1 2-16,0-4 0 15,0 2 0-15,2 2 0 16,-5 2-2-16,-4 6 2 16,-1 6 0-16,-5 7 0 15,-2 3 2-15,-1 6-2 16,-2 2 2-16,-2 1-1 16,3 5 1-16,2 0 1 0,3 3-2 15,4-2 0-15,4 1 0 16,2 0-1-16,3-1 0 15,2 3 4-15,0 2-2 16,-3 4 1-16,1 3 3 16,-1 3 2-16,-2 2-3 15,7 7-4-15,-2 3 9 16,1 5-6-16,3 3 1 16,-1 1-4-16,1 2 0 15,-2 1 2-15,2-1 2 16,0-1-4-16,0-4 0 15,5-1-1-15,4-2 1 16,2-3 0-16,0 3 1 16,11-3-1-16,2-1 1 0,1-3-1 15,0-8 0-15,-1 2-1 16,0-1 3-16,0 1-3 16,3-2 0-16,-1-3-2 15,1-4 4-15,0-5-4 16,-2-3 0-16,1-6-5 15,7-3 0-15,0-5-3 16,5-7 1-16,2-3 7 16,-1-1 2-16,-4-2 0 15,-6 1 1-15,-1 2 0 16,0 2-1-16,-5 6 1 16,-2 0-1-16,4 1 0 15,-4-5 1-15,6-7-2 0,1-5 0 16,5-6-1-1,4-4-7-15,2-5 5 0,4-6-7 16,5-2 4-16,3 0-6 16,3-1 9-16,5-13 4 15,3-5-1-15,4-4 2 16,1-4-2-16,-2-4 2 16,1 0-1-16,-4 1 1 15,-6 2 6-15,-4 6-6 16,-3 1 6-16,-4 4 0 0,-2 1 8 15,-1 2 0 1,0 0-9-16,0 0 3 0,-1-1-2 16,0 1-2-16,2-4 0 15,-4-2 0-15,5-3-4 16,0-3 2-16,-2-3-1 16,4 0 4-16,-2-6-4 15,2-2 0-15,-3 0 3 16,-2-4 3-16,-3 3 2 15,-5 3 14-15,-1 1-2 16,-1 3-7-16,1 2-13 16,0 2 1-16,1 0-2 15,0 1 0-15,-4-3-1 16,2 2 0-16,-7-4 0 16,1-1 2-16,-3-5 0 0,-1-2 6 15,-2-6 7-15,-2-8-5 16,0-7-1-16,2-3-3 15,0-3-2-15,3 4-3 16,0 7 0-16,0 3 0 16,-2 4-1-16,-1 2 1 15,-2 2 0-15,0 0 1 16,-3-1 0-16,-2-1 1 16,1 0 1-16,-2 0 1 15,0-1-2-15,0 2-1 16,0-2 4-16,-3 4-2 15,0 0 0-15,0 7 1 0,0 2-3 16,3 4 0-16,0 0-2 16,0 0 0-16,0 4-1 15,0-1 2-15,0-2-1 16,0 0 0-16,0-3 0 16,0-1 0-16,0 1 0 15,0 0 0-15,0 4 2 16,0 2-1-16,-1 1-1 15,-3 3 0-15,0 0 1 16,0 3 0-16,2 2 0 16,-1-2 1-16,1 2-2 15,1 2 0-15,1 1 1 16,-2 1-1-16,2 1 1 0,-1 3-1 16,-1-4 0-1,-2 3 1-15,0 1 2 0,1-1-3 16,0 0 1-16,0 3-1 15,0-3 1-15,1 4-1 16,-3-5 0-16,2 2 1 16,0-2-1-16,-2 1 0 15,3 1 1-15,-1 0-1 16,0 1 0-16,-1 2 0 16,1 1-1-16,-2 0 0 15,1 1 1-15,0 0-1 16,0 0 1-16,1 4 0 0,0-4 0 15,2 3 1 1,-1 0-1-16,2-1 0 0,-1 2 0 16,1 0-1-16,0 0 0 15,-2 0-3-15,1 0 1 16,-1 0-2-16,-1 0 0 16,-1 2 4-16,-2 4 0 15,3-1 0-15,0-4 2 16,2 1-2-16,1-2 2 15,0 0-2-15,0 1 1 16,0-1 0-16,0 0 1 16,0 2-1-16,0-2 0 15,-3 0 1-15,3 0-1 16,0 0 0-16,0 0 0 16,0 0 0-16,0 0 0 0,0 0 0 15,0 0 0-15,0 0 0 16,0 0 0-16,-2 1-1 15,1 1 1-15,-1 1 0 16,-2 1 0-16,2 0-2 16,-1-1 0-16,1-2 0 15,2-1 0-15,0 2 2 16,0-2 1-16,0 0-1 16,0 0 0-16,0 0 0 15,0 0 0-15,0 0 0 16,0 0-1-16,0 1 0 15,-2 1-6-15,2 1 5 16,-2 1 0-16,1-1 2 16,1-1-1-16,0-1 0 0,-2 1 0 15,2-1-3-15,0 0 3 16,0 1 0-16,-1-2-2 16,1 0-2-16,0 0 4 15,0 0 1-15,0 0 1 16,0 0-1-16,0 0 0 15,0 0 0-15,0 0 2 16,0 0-2-16,0 0 2 16,0 0-2-16,0 0 0 15,0 1-2-15,0 6-25 16,3 2-45-16,8 6-2 16,2 4-59-16,-4-3-26 15,-2-8-204-15</inkml:trace>
  <inkml:trace contextRef="#ctx0" brushRef="#br0" timeOffset="195132.22">20689 14664 389 0,'0'0'84'0,"0"0"13"15,0 0-51-15,0 0 4 0,0 0 18 16,0 0-7-16,0 0-35 15,-79-60 7-15,92 51-18 16,23-3-15-16,25-1 2 16,27 1 0-16,30 2-1 15,31 1 6-15,33 3-4 16,25-1 2-16,18 4-5 16,11 0-3-16,-8 0 3 15,-10 0 0-15,-20-2 2 16,-20-1-2-16,-21-2 2 15,-21-4 2-15,-22-2 4 16,-23 3 9-16,-25 0-1 0,-25 3 1 16,-19 3-8-16,-14 2-7 15,-8 3-1-15,-11 0-1 16,-30 0-56-16,-29 15-138 16,-23-3-180-16</inkml:trace>
  <inkml:trace contextRef="#ctx0" brushRef="#br0" timeOffset="198312.63">23114 14601 446 0,'0'0'149'0,"0"0"-11"16,0 0-73-16,0 0 7 15,0 0-30-15,0 0-8 16,0 0-17-16,7-62 1 15,-7 62-9-15,0 0-9 16,0 0-1-16,0 1-3 16,-21 20 1-16,-10 11 3 15,-12 8 0-15,-13 9 5 16,-4 3-5-16,1-3-2 16,3 1-5-16,5-11-7 0,11-9-2 15,12-13-10-15,9-11-13 16,13-6-18-16,6-14 3 15,5-22-90-15,22-13-164 16</inkml:trace>
  <inkml:trace contextRef="#ctx0" brushRef="#br0" timeOffset="198513.07">22840 14512 277 0,'0'0'209'16,"0"0"-80"-16,0 0 8 15,0 0-36-15,0 0-46 16,0 0-43-16,2-44-12 15,12 56-5-15,8 15 5 0,10 12 0 16,5 10 1 0,6 8-1-16,-1 8 1 0,-1 1-1 15,-5-2-1-15,-4-3-29 16,-2-13-39-16,-9-17-106 16,-10-17-210-16</inkml:trace>
  <inkml:trace contextRef="#ctx0" brushRef="#br0" timeOffset="198665.03">23129 14869 840 0,'0'0'78'0,"0"0"-47"15,0 0-31-15,0 0-13 0,0 0-55 16,0 0-52-16,28 32-113 15</inkml:trace>
  <inkml:trace contextRef="#ctx0" brushRef="#br0" timeOffset="199238.98">20854 15345 319 0,'0'0'87'0,"0"0"-26"0,104-7 27 15,-44 5-34-15,10-1-7 16,20-1 23-16,20-2-8 16,21 1-30-16,24-1-14 15,25 2-5-15,12 1-10 16,11 3 5-16,1 0-1 16,-5 0-5-16,-9 0 2 15,-8 0 1-15,-11 0-4 16,-18 0 12-16,-11-7 3 15,-21 0 3-15,-20 1-2 16,-20 0-6-16,-22-3-5 16,-24 4 0-16,-16 2-4 0,-13 0-2 15,-6 3-19-15,0 0-56 16,0 0-136-16,-3-1-224 16</inkml:trace>
  <inkml:trace contextRef="#ctx0" brushRef="#br0" timeOffset="199404.56">23874 15190 800 0,'0'0'92'0,"0"0"-36"16,0 0-42-1,0 0-14-15,0 0-99 0,0 0-50 16,0 17-120-16</inkml:trace>
  <inkml:trace contextRef="#ctx0" brushRef="#br0" timeOffset="-186361.46">19837 12521 176 0,'0'0'60'0,"0"0"5"15,0 0 0-15,0 0-12 16,0 0 6-16,0 0-17 16,0 0 4-16,0 0-12 15,0 0 14-15,7-46-6 16,-7 46-11-16,0-3-6 0,0 3-10 15,0 0-8-15,0 0-4 16,0 0-1-16,0 0 0 16,0 0 1-16,-6-5 2 15,0 0-4-15,-1 1 9 16,-2-3-2-16,1 0 2 16,-2 1-4-16,4-3 10 15,-3 1-13-15,0-1-1 16,0 0-1-16,-1 3 1 15,-1-3-2-15,-2 1 0 16,1-1 0-16,-2-1-2 0,-4-1 2 16,1 0 0-1,-9 2 0-15,-8-1-1 0,-3 3-5 16,-4-1 1-16,6-1 5 16,0 1 1-16,4-1-1 15,3 1 0-15,1 1-1 16,3 1 0-16,2-1-1 15,1 2 2-15,3 0 0 16,0-1-1-16,3 4-1 16,0-1 2-16,2 0 0 15,-2 2 0-15,3 1 0 16,-2 0-3-16,3-2 2 16,-2 2 0-16,-3 0 0 15,1 0-1-15,1 0 2 16,-1 0 0-16,4 0 0 0,1 0 0 15,1 0 0-15,-1 3-1 16,3-2 0-16,0 4 1 16,-4-3-3-16,-2 4 2 15,-2 0-1-15,-6 2 2 16,-1 2 0-16,-2-3 2 16,0 1-4-16,3 3 2 15,2-3 0-15,1 3-2 16,-1 1 2-16,5-2 1 15,1-1-1-15,4 1-1 0,0 0 1 16,-2 0 0 0,2-1 0-16,0 3-1 0,-1-2 1 15,1 0 0-15,0 1 0 16,0-1 1-16,-3 3-1 16,3 1 0-16,0 1 0 15,-1-1 0-15,0 1 0 16,1-1-1-16,1 0 1 15,1-1-1-15,0 1 0 16,3 0 1-16,-2 1-1 16,-1 1-1-16,-1 1 1 15,1-1 2-15,-2 3-1 16,0 1 2-16,0 0-1 16,-1-1 0-16,1 1 2 15,0-3 0-15,1 0-2 0,2 1 2 16,0-2 2-1,3 0-2-15,0 2 1 0,0-1-1 16,0 0-1-16,0 0 4 16,0-2-1-16,-1 2 1 15,1 2 0-15,-3 1-2 16,3 1 6-16,0-1 5 16,0-1-12-16,3-2-1 15,0 0 0-15,0-2-1 16,0 1 2-16,0-2-3 15,0 0 2-15,0-1-2 16,0 0 3-16,3 0-3 0,-2 0 3 16,2 2-1-1,0-1 1-15,2 0-1 0,1 1-1 16,1 0-1-16,2-1 2 16,4 3-2-16,1-5 1 15,0 3 0-15,0-2 0 16,2-2 1-16,0 2-1 15,0-2 0-15,1 1-1 16,0-3 1-16,0-1 0 16,-1 1 0-16,2-3-1 15,0 1 0-15,1-1 1 16,1-2 2-16,1 1-2 16,1 0-1-16,2-1 1 0,1 0-1 15,4 0 1 1,2 0 0-16,0-4-1 0,1 3 0 15,-2-3 0-15,-2 0 0 16,-1 0-1-16,-1 0 1 16,-4 0 0-16,-1 0 0 15,-4 0 0-15,-2 0 0 16,1 0 0-16,1 0 1 16,1 0-1-16,3 0 0 15,2 0 0-15,3 0 1 16,0 0 0-16,6 0-1 15,-3-3 1-15,3-2 0 16,1 1-1-16,-3-1 1 16,-3 2-1-16,0-1 2 0,-5 1-2 15,2 1 0-15,-5-1 0 16,4 2 0-16,-1 1 0 16,2 0 1-16,-2-1-1 15,4-1 0-15,-3-1 0 16,1-2 0-16,-2 2 1 15,-1-6-1-15,0 2 1 16,-1-1-1-16,-5-1 1 16,0 0 0-16,0 3 0 15,-1-2 0-15,1 2 2 16,1-2-1-16,1 0-2 16,-1 0 0-16,0 2 0 15,-2-3 0-15,-2 1 1 0,0-1-1 16,0-2 1-16,-3-2 0 15,0-2 1-15,-2-1 5 16,-1-4-3-16,-3-1 2 16,2-3-2-16,1-3 1 15,3-1-2-15,-2 0-2 16,1-1 0-16,-1 0-1 16,2 2 0-16,-3 1 3 15,0 5-3-15,-1-1 0 16,-2 2 1-16,-3 3-1 15,0-2 5-15,0-2 1 16,0 3-3-16,0-4-2 16,-6 3 0-16,3-1 0 15,-1 1 1-15,3 1-2 0,0 0 0 16,-1 0 1-16,2-2-1 16,0 0-1-16,0 1 1 15,-1 1-1-15,-1 1 1 16,-1-1 0-16,-1-1 3 15,1 1-2-15,-3 0-1 16,-3 1 4-16,1-1-4 16,-3-1 1-16,0 1 4 15,-2 0-4-15,-2-2 4 16,0 1-5-16,1 2 4 16,-2 1-4-16,2 0 2 15,1 1-2-15,-2 3 1 16,2 1 0-16,1 1-1 0,1 3 0 15,1 1 0-15,-2 1 2 16,1 1-3-16,-4 1 1 16,4 0 0-16,-6 2 0 15,4 1 0-15,-2 0 0 16,1 0 0-16,4 0 0 16,1 0 0-16,2 0 0 15,-1 0 0-15,1 0 0 16,-4 0 0-16,2 0 0 15,0 0 0-15,-2 2 0 0,0 1 0 16,0-1 0 0,1 2 0-16,0-2 0 0,-2 3 0 15,-2-3 0-15,2 3 0 16,1 1 0-16,0-4-1 16,2 4 1-16,-1-2 0 15,4 1-1-15,0 0 0 16,-1 1 1-16,3 0 0 15,-3 1-1-15,2 0 1 16,1 1-3-16,2 0 2 16,-1 3-1-16,2 1 0 15,-3-1 1-15,3 1 0 16,1-4 0-16,0 2-1 16,0-1 1-16,0 1-3 15,0-1 4-15,3 2-3 16,5-1 1-16,-2 2 0 0,3-3 0 15,-2 0 0-15,1-1-1 16,2 0 0-16,3-1 1 16,0 0 1-16,3-3-1 15,0 0 1-15,2-4-2 16,-1 0 3-16,-4 0 0 16,-4 0 0-16,-4 0 1 15,-2 0-1-15,-2 0 0 16,-1 0 0-16,0 0 0 15,0 0 0-15,0 0 0 16,0 0 0-16,0 0 0 0,0 0 0 16,0 0 2-16,0 0-4 15,0 0 4-15,0 0-2 16,0 0 0-16,0 0 0 16,0 0 0-16,0 0 0 15,0 0 0-15,0 1 0 16,3 0 0-16,-2-1-2 15,2 4-1-15,2-3 2 16,-1 3 1-16,4-1-2 16,-1 0 0-16,2 0 1 15,0 0 1-15,-2-2-1 16,1 1-2-16,-1 0 3 16,1-2 0-16,-1 0 0 15,4 0 0-15,-2 0 0 16,0 0 0-16,1 0 0 0,-4 0 0 15,0 0 0-15,-3 0 0 16,-1 0 0-16,-1 0 0 16,-1 0 0-16,0 0 0 15,0 0 1-15,0 0-1 16,0 0 2-16,0 0-1 16,0 0 0-16,0 0-1 15,0 0 1-15,0 0-1 16,0 0 1-16,0 0-1 15,0 0 0-15,0 0 0 0,0 0 1 16,0 0-1 0,0 0 0-16,0 0-1 0,0 2 0 15,2 2-15-15,0 2-50 16,3 5-45-16,2 0-5 16,-4-2-113-16</inkml:trace>
  <inkml:trace contextRef="#ctx0" brushRef="#br0" timeOffset="-91105.52">1144 4950 91 0,'0'0'70'16,"0"0"-25"-16,0 0-1 16,0 0-2-16,0 0-19 15,0 0-1-15,0 0 13 16,-19 11 45-16,19-11-25 15,0 0-13-15,0 0-3 16,0 0-16-16,0 0-7 16,0 0-5-16,0 0-5 15,-4 5-6-15,-1 2 1 16,-4 9 0-16,-9 12-1 16,-3 8 10-16,-7 12 41 0,-7 4-50 15,-3 6 13-15,4-2-4 16,-1-1-9-16,4-7 2 15,7-9-2-15,5-9 2 16,5-8-2-16,7-8 0 16,2-5-1-16,4-7 0 15,-2-1 2-15,3-1 2 16,0 0 4-16,0 0-8 16,0 0-2-16,0-8-144 15,3-9-110-15</inkml:trace>
  <inkml:trace contextRef="#ctx0" brushRef="#br0" timeOffset="-90806.35">840 5073 338 0,'0'0'173'0,"0"0"6"16,0 0-76-16,0 0-63 15,0 0-20-15,0 0-17 16,-18-36-3-16,18 36-2 16,0 0-1-16,2 5-1 15,17 11 4-15,5 7 0 16,1 7 0-16,-1 4 0 0,-1 0 0 16,-1 3 0-16,-3-6 4 15,-5 1-3-15,2-4 0 16,-4-4 0-16,-3-5-1 15,1-1-26-15,-5-6-49 16,-4-5-81-16,-1-7-85 16</inkml:trace>
  <inkml:trace contextRef="#ctx0" brushRef="#br0" timeOffset="-90625.5">1040 5336 260 0,'0'0'249'0,"0"0"-117"16,0 0-9-16,0 0-43 16,0 0-22-16,0 0-29 15,-9-5-8-15,9 5-21 16,0 0-9-16,0 0-147 16,0 0-110-16</inkml:trace>
  <inkml:trace contextRef="#ctx0" brushRef="#br0" timeOffset="-87572.24">1632 13805 154 0,'0'0'68'0,"0"0"-43"16,0 0 28-16,0 0-21 15,0 0-13-15,0 0 0 16,3-19 5-16,-4 18 8 15,-2-2 48-15,0 0-66 16,0 0 46-16,-2-1-18 16,2 0 23-16,3-2-45 15,-3-1 19-15,3 0 7 16,0-1-41-16,0-2 19 0,0 3-1 16,0 0-15-16,0 0 13 15,0 2-3-15,0 5-2 16,0-3-3-16,0 3-11 15,0 0-2-15,0 0-6 16,3 6 0-16,16 11 4 16,1 7 0-16,4 4 2 15,-2 1 0-15,-4-2 0 16,1-7 1-16,-5-6 0 16,4-4-1-16,-5-3 0 15,1-7 0-15,1 0 2 16,4-3-2-16,7-28 6 0,12-19-4 15,14-12 0 1,9-5-1-16,2 0-1 0,1 8 0 16,-6 5-1-16,-8 7 1 15,-9 9 0-15,-9 12 0 16,-13 9 0-16,-9 10-1 16,-8 7-18-16,-2 0-70 15,-6 26-3-15,-15 9 42 16,-3 5-73-16,2-6-108 15</inkml:trace>
  <inkml:trace contextRef="#ctx0" brushRef="#br0" timeOffset="-87415.31">2280 13549 314 0,'0'0'112'0,"0"0"9"15,0 0-51-15,0 0 20 16,0 0-40-16,0 0-42 15,0 0-8-15,0 17-43 16,0 5-9-16,5 7-24 16,-1-3-78-16,4-6-167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3:25:53.3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9658 2571 205 0,'0'0'90'15,"0"0"50"-15,0 0-57 16,0 0-21-16,0 0-22 15,0 0-21-15,12-78 38 16,-12 69-23-16,0 0 23 16,0-2-35-16,0-1 13 0,0 3-25 15,0 3 11-15,0 3-3 16,0 0-3-16,0 2-6 16,0-1 3-16,0 2-4 15,0 0-6-15,0 0-2 16,0 0-2-16,0 14-5 15,0 17 2-15,0 16 4 16,-4 15-6-16,-16 11 7 16,-6 7 2-16,0 1 1 15,2-9-1-15,6-12 0 16,9-16-2-16,4-16 0 16,5-15-1-16,0-8 0 15,0-4-2-15,0-1 3 16,0 0 3-16,0-9-3 0,19-16-30 15,11-7-102-15,4-3-49 16,-7-1-124-16</inkml:trace>
  <inkml:trace contextRef="#ctx0" brushRef="#br0" timeOffset="699.58">9871 2714 16 0,'0'0'449'0,"0"0"-444"16,0 0 12-16,-5 104 22 0,2-56 9 15,3 5-27-15,0 5-8 16,8 0-10-16,12-3 1 15,2-7 1-15,1-13-4 16,-5-10 1-16,-5-14-1 16,-2-10 2-16,1-1 32 15,7-19 98-15,11-18-71 16,6-10-57-16,-1-1-5 16,-12 1-2-16,-13 2 2 15,-10 7-4-15,-4 4-21 0,-17 7-13 16,-8 6-22-16,-1 7 6 15,1 4 3-15,8 5 32 16,7 0 12-16,6 0 7 16,8-1 15-16,0-2 21 15,22-6-36-15,14-2 3 16,14-2-1-16,5 2 6 16,4 5-4-16,0 4-1 15,-7 5-3-15,-2 2 2 16,-11 6 1-16,-8 13-2 15,-13 9 0-15,-11 5-1 16,-7 6 5-16,0 4-3 16,-9 3 0-16,-1-3-2 0,4-5 0 15,6-5 0 1,0-12 0-16,0-9-1 0,11-7-1 16,8-5 2-16,8-9 56 15,16-20 10-15,11-12-45 16,4-8-12-16,-9 3-1 15,-13 3 12-15,-17 4 11 16,-15 5-2-16,-4 3-18 16,-14 2 0-16,-30 7-11 15,-23 9-1-15,-18 11-14 16,2 2-25-16,16 12 1 16,26 14 5-16,26 10-58 15,15 0-53-15,30-5-122 16</inkml:trace>
  <inkml:trace contextRef="#ctx0" brushRef="#br0" timeOffset="1231.19">10999 2931 436 0,'0'0'129'0,"0"0"-105"0,0 0-18 16,0 0-6-16,0 0 33 15,0 0 26-15,90-14 11 16,-55 2-19-16,3-2-20 16,-1 0-7-16,2 1-7 15,-3 2-15-15,-4 2-2 16,-5 4-13-16,-3 4-51 15,-12 1-82-15,-12 0-128 16</inkml:trace>
  <inkml:trace contextRef="#ctx0" brushRef="#br0" timeOffset="1894.71">11499 2634 323 0,'0'0'93'0,"0"0"29"16,91-92-37-16,-47 65-15 15,0 5-21-15,-1 8-12 16,-7 11-16-16,-6 3-19 15,-5 16-2-15,-11 15-8 16,-5 10 5-16,-9 7-10 16,-16 5 12-16,-21 5 1 15,-9-2-13-15,3-5-1 16,4-10 5-16,16-7-6 16,9-11-11-16,11-9 6 15,3-6 5-15,7-7 1 0,25-1 14 16,15 0 5-16,17-17 2 15,11-6-3-15,7 0-4 16,0-1-24-16,-8 2-77 16,-3-4-126-16</inkml:trace>
  <inkml:trace contextRef="#ctx0" brushRef="#br0" timeOffset="2236.05">12237 2522 664 0,'0'0'100'0,"0"0"-24"15,0 0-76-15,0 0-22 16,0 0 14-16,0 0 8 0,41 97 0 16,-16-56 0-16,-2 3 0 15,-1-1 1-15,-1-4-1 16,-5-7 1-16,-6-11-1 15,-6-4 0-15,-4-9-7 16,0-3 3-16,0-5 4 16,0 0 0-16,-1 0 3 15,-16 0-1-15,-9 0 0 16,-5 0-2-16,-5 0 0 16,-4 0 0-16,-5-3 0 15,-1 3-11-15,0 0-11 16,10 0-6-16,10 0-1 0,16 7-58 15,8-2-64-15,2-3-75 16</inkml:trace>
  <inkml:trace contextRef="#ctx0" brushRef="#br0" timeOffset="2694.99">12273 2542 339 0,'0'0'154'0,"0"0"-71"0,0 0-24 16,0 0-28-16,100-63 17 16,-70 57-9-16,-4 6-12 15,0 0-11-15,-2 0-16 16,-5 19-1-16,-4 4-3 15,-7 7-7-15,-8 4 7 16,0 1-12-16,0 2 12 16,-5-3 3-16,-4 0-5 15,6-4 3-15,3-5-10 16,0-5-8-16,6-8 13 16,17-8-25-16,8-4 29 15,7-7 4-15,6-15 6 16,-2-7 39-16,-1-4 6 15,-6-2 9-15,-9-3-27 0,-6 1-1 16,-10 1 6-16,-8 5-2 16,-2 1-20-16,-8 4-6 15,-19 12-10-15,-14 9-1 16,-7 5-47-16,-1 17-35 16,4 14-25-16,11 8-46 15,10-3-116-15</inkml:trace>
  <inkml:trace contextRef="#ctx0" brushRef="#br0" timeOffset="4593.26">13612 2252 456 0,'0'0'29'16,"0"0"-26"-16,0 0 2 0,0 0 1 15,-36 79 11-15,23-27 19 16,3 6 14-16,-2 7-24 15,6 2-12-15,6-3-7 16,10-7 1-16,21-11-2 16,7-15-5-16,1-16 2 15,4-15 5-15,0-1 17 16,3-25 15-16,2-12-19 16,-2-3-15-16,-10-4-1 15,-12 2-5-15,-18-2 1 16,-6-1-2-16,-19-2 1 0,-26 1-4 15,-12 1-10 1,1 8 14-16,12 13 29 0,19 11 16 16,13 9-9-16,9 5-26 15,3 23-10-15,0 21-22 16,5 20 22-16,14 11 1 16,9 0 0-16,10-4-1 15,15-13-15-15,2-14-4 16,-2-16-14-16,-7-14 23 15,-15-9-11-15,-9-5 10 16,-3-10 11-16,0-15 4 16,-6-7-1-16,-4-5-1 15,-9-1 9-15,0 4 0 0,-10 4-4 16,-1 9 30-16,5 11 9 16,4 5-5-16,2 5-41 15,0 0-2-15,0 18-28 16,7 9 29-16,6 3 1 15,4 2 1-15,3-2 1 16,2-7-2-16,0-7 0 16,0-10 0-16,-1-6 2 15,-1 0 1-15,5-20 17 16,2-6 20-16,-2-9-24 16,-1 2-5-16,-14 1-1 15,-7 4 1-15,-3 8-7 16,0 4-1-16,0 8-3 15,0 5-1-15,0 3-3 0,0 0-10 16,3 20-6-16,17 7 19 16,2 7 1-16,8 4 0 15,4-2-4-15,-1-4-12 16,-1-7-6-16,-2-8 5 16,-1-6-4-16,1-3-6 15,4-8-67-15,-1 0-80 16,-3-19-247-16</inkml:trace>
  <inkml:trace contextRef="#ctx0" brushRef="#br0" timeOffset="5410.1">14708 2653 609 0,'0'0'53'0,"0"0"-8"15,0 0-11-15,0 0-28 16,0 0-4-16,0 0-1 16,100-48-1-16,-71 40 2 15,-4-4-1-15,-5 0-1 16,-7 0 3-16,-5-1 1 16,-4-3 3-16,-4 2 3 15,0 4-1-15,-13 0-9 16,-2 5-1-16,-3 5 0 0,3 0-3 15,-1 17-1-15,-2 8 2 16,4 5-4-16,4 4 5 16,8 2 1-16,2 0-4 15,21-5-4-15,18-9 3 16,4-11 6-16,2-8 2 16,-2-3-2-16,-4-9 3 15,-2-11-3-15,-4-4-2 16,1-3-39-16,-10-1-18 15,-6 0 3-15,-9-1 37 16,-6 1 19-16,-1 1 3 16,-2 4 38-16,0 3 26 0,0 7-4 15,0 7 4-15,0 5-51 16,1 1-16-16,2 9-42 16,3 17 25-16,0 11 16 15,0 3 1-15,0 0 0 16,0-1-2-16,0-8 2 15,-5-3 0-15,-1-9 0 16,0-5 0-16,0-9 2 16,0-4 0-16,0-1 1 15,0 0 8-15,-3 0 10 16,-10 0 40-16,-4-9-38 16,0-5-18-16,6-3-2 0,11-2-3 15,6-3-13-15,33-6-42 16,15-1 0-16,8-1 26 15,4-2 17-15,-3 0 6 16,-4-1 6-16,-8 2 7 16,-16 4 12-16,-13 6 9 15,-15 4 20-15,-6 3 7 16,-1 8-21-16,0-1-12 16,0 6-2-16,0 1-20 15,0 0-10-15,-8 22-71 16,-9 15 65-16,2 10 16 15,-1 7 0-15,7 2-12 16,9-4-48-16,1-8-14 16,25-10-5-16,11-14-40 15,4-15-51-15,5-5-33 16</inkml:trace>
  <inkml:trace contextRef="#ctx0" brushRef="#br0" timeOffset="6358.95">15440 2539 535 0,'0'0'48'15,"0"0"14"-15,0 0-54 16,0 0-5-16,0 0 6 16,0 0 30-16,111-25 12 15,-63 19-19-15,4-1-2 16,-1-4-9-16,-4 2-12 0,-6 3 7 15,-7-2-5-15,-7 5-3 16,-9 0-6-16,-5 3-2 16,-5 0-1-16,-2 0-1 15,0 0-4-15,1 12-3 16,1 7-6-16,-2 4 3 16,1 4 3-16,2 4-2 15,2 1-25-15,1-3-13 16,9-3-28-16,-1-9-18 15,2-10-52-15,1-7 37 16,-1-2 33-16,-5-17-44 16,-4-4 17-16,-8 0 104 0,-5 1 84 15,0 3 106-15,-2 5 47 16,-4 4-93-16,2 5-4 16,0 2-64-16,4 3-32 15,0 0-44-15,0 10-47 16,0 17-11-16,0 12 58 15,0 8 0-15,2 0 1 16,6-4-1-16,4-12 0 16,4-10-4-16,-2-10 4 15,-4-6 3-15,-3-5 4 16,-2 0 38-16,5-7 27 16,1-13-60-16,1-4-12 15,-6-1-1-15,-5-1-11 16,-1 0-19-16,0 3 22 0,0 2-9 15,-7 2 12-15,-5 4-29 16,1 2-42-16,1 0-8 16,1 4 33-16,7 1 49 15,2 0 3-15,0 4 5 16,8-1 1-16,14 1-2 16,4 4 10-16,8 0-7 15,5 0-3-15,3 10-2 16,0 9-2-16,-4 2 1 15,-10 3-1-15,-11 2 0 16,-8-1-3-16,-5-1 3 16,-4-5 0-16,0 0 2 15,-13-6-2-15,-4 1-4 16,0-9 1-16,3-5-7 0,2 0 10 16,3-14 1-16,8-14 19 15,1-7 13-15,0 1 0 16,16 0-8-16,7 4-21 15,8 7-4-15,0 6-15 16,1 6 13-16,-4 5 2 16,-7 6 1-16,0 0 2 15,-7 6-3-15,6 14 0 16,-5 4-2-16,1 5 3 16,-5 3-2-16,-5 3 1 15,-6 1-1-15,0 0-21 16,0-2-51-16,-5-13-95 0,1-13-235 15</inkml:trace>
  <inkml:trace contextRef="#ctx0" brushRef="#br0" timeOffset="6759.53">16734 2738 793 0,'0'0'40'16,"0"0"-14"-16,0 0-13 15,0 0-11-15,0 0 7 16,0 0 0-16,11-58-3 16,8 38-5-16,6 1-1 0,5-3-1 15,4 0-17 1,2-2-10-16,0 0-10 16,-3 1-27-16,-2 2 39 0,-5 2-15 15,-7 5 40-15,-8 6 1 16,-9 2 37-16,0 6 45 15,-2 0-31-15,0 0-50 16,0 0-1-16,2 9-22 16,-1 13 16-16,4 4 6 15,2 4 2-15,2-2-1 16,0 0 1-16,-1-6-1 16,-1-2-1-16,-4-3 0 0,0-6 0 15,-2-2 1 1,-1-1 1-16,0-2-2 0,-4 1-15 15,-26-1-5-15,-18 1-20 16,-10 0-75-16,-8-7-41 16,-1 0-67-16</inkml:trace>
  <inkml:trace contextRef="#ctx0" brushRef="#br0" timeOffset="7006.69">16089 2142 593 0,'0'0'85'0,"0"0"29"16,0 0-46-16,0 0-59 15,0 0-9-15,0 0-23 16,-28-43-47-16,28 59 34 15,5 7 27-15,7 9-11 16,-1 6-56-16,-4 0-59 16,-4-8-109-16</inkml:trace>
  <inkml:trace contextRef="#ctx0" brushRef="#br0" timeOffset="7173.91">16229 2403 752 0,'0'0'81'0,"0"0"-30"16,0 0-2-16,0 0-49 15,0 0-6-15,0 0-224 16,-27 30 84-16,0-4-181 16</inkml:trace>
  <inkml:trace contextRef="#ctx0" brushRef="#br0" timeOffset="9456.05">1492 5685 282 0,'0'0'82'16,"0"0"61"-16,0 0-82 15,0 0 52-15,0 0-49 16,0 0-41-16,0-45 3 16,0 45-16-16,0 0-10 15,0 0-1-15,0 0-11 16,0 9 10-16,0 8-2 16,7 7 4-16,0 2 2 15,3 3 0-15,0-4 0 0,2-4-1 16,1-6 0-1,-2-5-2-15,7-10 2 0,6 0 1 16,14-22 5-16,12-15-4 16,8-8 0-16,9-4-2 15,-4 3-1-15,-8 3-1 16,-12 14-6-16,-13 14-25 16,-21 15-34-16,-9 2-58 15,-39 27-212-15</inkml:trace>
  <inkml:trace contextRef="#ctx0" brushRef="#br0" timeOffset="10823.23">8768 5456 415 0,'0'0'37'16,"0"0"73"-16,0 0-43 15,0 0 18-15,0 0-36 16,0 0-7-16,-6-50-19 15,6 50-8-15,0 0-15 16,0 0-4-16,0 1-1 0,9 12 5 16,4 3-5-1,-1 1 4-15,1 4 1 0,-2-1 0 16,0-3 0-16,2-3 2 16,-3-4-2-16,7-5 1 15,5-5 2-15,15-9 1 16,18-24 5-16,23-17 3 15,13-9-9-15,1-1-2 16,-11 7-1-16,-21 10 1 16,-20 14-1-16,-18 9 4 15,-11 9-4-15,-8 6 0 16,-3 5 0-16,0 0-17 16,-2 11-81-16,-18 14 12 15,-8 8-29-15,0-3-106 0</inkml:trace>
  <inkml:trace contextRef="#ctx0" brushRef="#br0" timeOffset="11003.6">9587 5304 540 0,'0'0'84'16,"0"0"-49"-16,0 0-35 15,0 0-11-15,0 0-112 16,0 0 60-16,-17 42-113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3:27:19.1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519 7357 336 0,'0'0'96'16,"0"0"6"-16,0 0-41 16,-10-83 6-16,3 69-20 15,5 2-15-15,-3 2 35 16,2 0-22-16,-1 1-35 16,-2 0-3-16,3 2-2 15,2 2 4-15,1 2 5 0,0 1-7 16,0 2-5-1,0 0-2-15,0 0-2 0,0 0-1 16,0 0-3-16,0 10 1 16,13 11 4-16,-2 5 0 15,5 6 0-15,-6 1 1 16,-1-1 0-16,-1-2 0 16,2-7 1-16,-1-3 0 15,-1-5-1-15,5-5-1 16,-5-5 1-16,8-3 1 15,-2-2-1-15,12-5 0 16,10-25 2-16,16-20 8 16,17-15-5-16,4-9-1 0,4-2 4 15,-9 1 0-15,-12 9-3 16,-17 16 1-16,-9 10-3 16,-8 14 9-16,-9 6-11 15,-2 8 1-15,-8 7 0 16,-3 3-2-16,0 2 0 15,0 0-4-15,0 0 3 16,0 0-4-16,0 3-42 16,0 16-46-16,0 12 27 15,-11 2-83-15,-1-5-120 16</inkml:trace>
  <inkml:trace contextRef="#ctx0" brushRef="#br0" timeOffset="183.25">1204 7054 374 0,'0'0'100'16,"0"0"-55"-16,0 0-45 16,0 0-19-16,-20 92-27 15,20-50-11-15,0-1-103 16</inkml:trace>
  <inkml:trace contextRef="#ctx0" brushRef="#br0" timeOffset="20932.17">9045 8588 32 0,'0'0'29'16,"0"0"-16"-16,0 0-1 16,0 0 2-16,0 0-2 15,0 0-7-15,0 0-4 16,0 0-1-16,0 0 0 16,0 0 0-16,0 0 2 0,0 0 9 15,0 0 24-15,0 0 6 16,0 0-13-16,0 0-3 15,0 0 4-15,0 0 15 16,0 0 8-16,0 0-9 16,0 0-15-16,0 0-4 15,0 0 4-15,0 0 8 16,0 0-21-16,0 0-5 16,0 0 0-16,0 0-2 15,0 0 0-15,0 0 3 16,0 0 0-16,0 0-3 15,0 0-6-15,0 0 0 16,0 0 3-16,0 0 4 16,0 0 1-16,0 0 4 0,0 0 5 15,0 0-13-15,-1 0-2 16,-1 0-4-16,1 0 0 16,1 0 0-16,0 0-10 15,-3 5-42-15,-2 5-48 16,-2-1-127-16</inkml:trace>
  <inkml:trace contextRef="#ctx0" brushRef="#br0" timeOffset="29554.16">19159 5610 89 0,'0'0'34'16,"0"0"22"-16,0 0-11 15,0 0-34-15,0 0-1 16,0 0-1-16,0 0 8 15,-7-19 21-15,7 17 25 16,-1-1-14-16,1-1-8 16,0 1-3-16,0 0 15 15,0 1-14-15,-2-1-10 16,2 2-13-16,0-1 17 0,0-1-21 16,0 2 15-1,-1-2-4-15,1 1 2 0,0 2-6 16,0-5-7-16,0 5 10 15,0-3-12-15,0 2 1 16,0-1 2-16,0 2-5 16,0 0-8-16,0 0-2 15,0 11-13-15,0 11 15 16,0 9-5-16,0 10 1 16,-8 6 4-16,-5 3 0 15,-2-1 2-15,1-6 0 16,0-7-2-16,3-7 0 15,3-7 4-15,3-6-2 16,0-5-1-16,2-6-1 16,2-2 1-16,-1-1-1 15,2-2 2-15,0 0 2 16,0 0 0-16,0 0 1 0,0 0-2 16,0 0-3-16,0 0-48 15,2-5-138-15,10-5-148 16</inkml:trace>
  <inkml:trace contextRef="#ctx0" brushRef="#br0" timeOffset="29824.16">19382 5750 505 0,'0'0'94'0,"0"0"-18"16,0 0-72-16,0 0-4 16,0 0-7-16,0 0 5 15,27-9 2-15,-4 4 7 16,1 1 4-16,2-1 3 16,-2-1-5-16,-3-2-3 15,0 2-4-15,-2-2-2 16,-1 4-5-16,-8 4-68 15,-8 0-87-15,-2 0-187 0</inkml:trace>
  <inkml:trace contextRef="#ctx0" brushRef="#br0" timeOffset="30571.44">19825 5589 238 0,'0'0'100'0,"0"0"3"15,0 0-28-15,0 0-38 16,0 0 20-16,0 0-37 16,-9-54-16-16,31 47-3 0,5 0 1 15,3 2 2 1,-2 0 0-16,-4 5 7 0,-3 0-9 16,-5 0-2-16,-3 0 0 15,-6 9-3-15,-4 8-2 16,-3 3-10-16,0 2 0 15,-20 1 10-15,-5 1-10 16,1-4 14-16,3 0-5 16,2-4-2-16,13-1-9 15,1 0-5-15,5 0-3 16,0 3 18-16,1-1 0 16,12 3 1-16,3 0 4 0,2 1 2 15,0 1 3-15,-3-5-2 16,-5 4-1-16,-5-4 2 15,-5 0-2-15,0-3 4 16,0-3 9-16,0 0 4 16,-12-1 9-16,-1 0 9 15,-8-2-18-15,0 1-4 16,0-1-4-16,-1 0-4 16,2-3-4-16,4 0-1 15,5-1 0-15,7-4-34 16,4 0-105-16,12-8-184 15</inkml:trace>
  <inkml:trace contextRef="#ctx0" brushRef="#br0" timeOffset="30887.68">20276 5456 311 0,'0'0'183'0,"0"0"-176"16,0 0 20-16,80-12-10 16,-59 30 6-16,-3 11-3 15,-3 12-1-15,-3 12 22 0,-12 11-11 16,0 13-13-1,-17-2-5-15,-10-5-5 0,-3-10 1 16,-3-13-5-16,-9-4 1 16,-14-1-3-16,-14-1-1 15,-16 0-86-15,-17-12-126 16</inkml:trace>
  <inkml:trace contextRef="#ctx0" brushRef="#br0" timeOffset="31354.64">18864 5474 551 0,'0'0'16'0,"0"0"-13"16,0 0-1-16,-55 85 2 16,34-32 16-16,3 12 13 15,4 5-11-15,8 5-1 16,4-5-4-16,2-8-10 16,0-7 0-16,16-8-3 15,3-8-4-15,7-10-7 16,2-8 7-16,2-5-4 15,3-8-17-15,3-6-38 16,3-2-83-16,-2-8-219 0</inkml:trace>
  <inkml:trace contextRef="#ctx0" brushRef="#br0" timeOffset="31506.98">19015 6079 586 0,'0'0'56'16,"0"0"27"-16,0 0-83 16,0 0-62-16,0 0 1 15,0 0 34-15,-10 49-109 16,10-39-71-16</inkml:trace>
  <inkml:trace contextRef="#ctx0" brushRef="#br0" timeOffset="34347.84">18924 5213 254 0,'0'0'155'0,"0"0"-40"16,0 0-49-16,0 0 8 15,0 0 12-15,0 0-19 16,0 0-23-16,0 0-19 16,0 0-8-16,0 0-3 15,0 0-3-15,0 0-6 16,0 0 5-16,0 0-2 16,0 0-5-16,0 0 3 15,0 0-3-15,0 0-3 16,0 0-1-16,0 0 0 15,0 0-1-15,0 0-26 16,0 7-60-16,0 0-166 16,3-5 36-16</inkml:trace>
  <inkml:trace contextRef="#ctx0" brushRef="#br0" timeOffset="35008.51">19868 5196 219 0,'0'0'145'0,"0"0"-21"0,0 0-59 16,0 0-9-16,0 0 29 15,0 0-16-15,0 7-23 16,0-6-31-16,0 0-15 16,0 2-15-16,0 5-83 15,0 1-73-15,0 1 20 16,0-7-110-16</inkml:trace>
  <inkml:trace contextRef="#ctx0" brushRef="#br0" timeOffset="44215.94">20116 8690 440 0,'0'0'94'16,"0"0"-29"-16,0 0-32 16,0 0 15-16,0 0 11 15,0 0-21-15,0 0-1 16,1-5-9-16,-1 5-9 15,0 0 8-15,0 0-17 0,0 0-10 16,0 0 0-16,0 0-2 16,0 0-2-16,0 0-11 15,0 0-15-15,0 0-7 16,0 0-2-16,0 0 8 16,0 0 15-16,0-4-24 15,2-1-72-15,8-3-15 16,0 1 21-16,0 3 68 15,-6 1 16-15,2 3-8 16,-5 0-51-16,-1 0-82 16</inkml:trace>
  <inkml:trace contextRef="#ctx0" brushRef="#br0" timeOffset="47182.01">1174 10024 254 0,'0'0'114'0,"0"0"12"15,0 0-26-15,0 0-28 16,0 0-9-16,0 0-40 16,-6-21-11-16,6 21 4 15,0 0 0-15,-1 0 6 16,1 0-1-16,-2 0-9 16,1 0-4-16,-1 0 2 15,2 0 0-15,0 0 2 16,0 0-6-16,-3 0-2 0,3 0-4 15,0 0 4 1,0 0-3-16,0 0-1 0,0 0 0 16,0 0 0-16,0 0 0 15,0 0 0-15,0 0 0 16,0 0 1-16,0 0-1 16,0 0 0-16,0 0 1 15,0 0-1-15,0 0 0 16,0 0-2-16,0 0 2 15,0 0 0-15,0 0 2 16,0 0-2-16,0 0 0 16,0 0 0-16,0 0 0 15,-4 0 0-15,4 0-1 16,0 0-4-16,0 0 5 16,0 0 1-16,0 0-1 15,0 0-3-15,0 0-5 0,0 0 7 16,0 0-6-16,0 0 6 15,0 0 0-15,0 0 1 16,0 0-1-16,0 0-16 16,0 0-43-16,0 0-12 15,0 6-3-15,0 2 26 16,0 1 8-16,0 2-15 16,0-1-15-16,0-4-13 15,0-3 27-15,0-2 25 0,0-1-13 16,0 0 14-1,0 0 19-15,0 0 9 16,0 3 2-16,0-3-4 16,0 2-4-16,0 0 2 0,4-1-15 15,-4 1-28-15,3-1 29 16,-1-1-10-16,-2 1 31 16,1-1 1-16,-1 2 3 15,0-2 6-15,0 1-10 16,0-1-45-16</inkml:trace>
  <inkml:trace contextRef="#ctx0" brushRef="#br0" timeOffset="50932.07">20234 9847 376 0,'0'0'127'0,"0"0"-58"16,0 0-52-16,0 0 3 15,0 0 12-15,0 0 16 16,0 0-16-16,0 0-12 15,0 0 3-15,0 0 9 16,0 0 2-16,0 0-11 16,0 0-4-16,0 0 1 0,0 0 0 15,0 0-8-15,0 0-10 16,0 0-2-16,0 0-2 16,0 0-21-16,0 0-21 15,0 0-53-15,0 2-46 16,0-2-104-16</inkml:trace>
  <inkml:trace contextRef="#ctx0" brushRef="#br0" timeOffset="66448.18">6596 11177 72 0,'0'0'20'0,"0"0"-19"0,0 0-1 16,0 0 2-16,0 0-2 16,0 0 2-16,0 0 0 15,0 0-2-15,0-12 0 16,0 12-5-16,0 0-14 15,0 0-33-15</inkml:trace>
  <inkml:trace contextRef="#ctx0" brushRef="#br0" timeOffset="66896.63">6596 11177 26 0,'-3'-6'69'0,"3"6"-8"16,-2 0-28-16,1 0 2 16,-2 0-10-16,3 0-1 0,-1 0 23 15,-1 0 17 1,1 0-33-16,1 0-23 0,0 0-8 15,0 0 0-15,0 0-1 16,0 0 1-16,0 0 2 16,0 0 1-16,0 0 24 15,0 0 13-15,0 0 11 16,0 0-9-16,0 0-4 16,0 0 14-16,0 0-22 15,0 0-16-15,0 0-4 16,0 0-5-16,0 0-1 15,0 0-2-15,0 0 0 16,-2 0-1-16,2 0-1 16,0 0-1-16,0 0 1 15,0 0 0-15,-1 0 2 16,1 0-2-16,0 0 4 16,0 0-2-16,0 0 1 0,0 0-2 15,0 0 4-15,0 0-5 16,0 0-1-16,0 0 1 15,0 0 1-15,0 0-1 16,0 0 1-16,0 0 0 16,0 0 0-16,0 0-1 15,0 0 0-15,0 0-18 16,0 0-104-16,0 2-37 16,0-1-101-16</inkml:trace>
  <inkml:trace contextRef="#ctx0" brushRef="#br0" timeOffset="197281.52">20129 15763 173 0,'0'0'53'15,"0"0"-47"-15,0 0-5 16,0 0 1-16,0 0-1 16,0 0 0-16,0 0 0 0,0 0-1 15,0 0 1-15,-10 3 35 16,10-3 72-1,0 0-74-15,0 0 3 0,0 0-9 16,0 0 4-16,0 0 0 16,0 0-2-16,0 0-12 15,0 0-4-15,-3 0 5 16,1 0 0-16,-1 0-8 16,1 0-1-16,0 0 0 15,0 0-3-15,-1 0 2 16,2 0-3-16,1 0-2 15,0 0-1-15,0 0-2 16,-2-1 3-16,2-1 7 0,-1 1 0 16,1-3-3-16,-3 4 3 15,2-2 4-15,1 0-2 16,-2 0-4-16,2 1 8 16,0-1-5-16,0 2-4 15,0 0-4-15,0 0-1 16,0 0-3-16,0 0-2 15,0 0 1-15,0 2 1 16,2 9 0-16,5 2 0 16,0-1 1-16,1 1-1 15,2 0 2-15,3-2 0 16,1-2-1-16,1-2 0 16,0-2 0-16,1-2-1 15,2-3 0-15,3 0 0 16,3 0 0-16,3 0 1 0,3-10 0 15,1-4 2-15,5-3-2 16,4-4 2-16,5-4 3 16,3-5 1-16,7-3 2 15,0-3-6-15,0-1 6 16,0 3 2-16,-7 5-2 16,-3 1-3-16,-11 7 4 15,-4 5-5-15,-12 3 0 16,-5 6-1-16,-8 3 3 15,-5 4-3-15,0 0-4 16,0 0 1-16,0 0-1 16,0 0-1-16,0 0 1 0,0 0-5 15,-8 0-24-15,-2 2-17 16,2 0-38-16,-1 1-44 16,0-2-92-16,-4-1-205 15</inkml:trace>
  <inkml:trace contextRef="#ctx0" brushRef="#br0" timeOffset="197462.61">20830 15520 109 0,'0'0'251'0,"0"0"-183"15,0 0 16-15,0 0-8 0,0 0-30 16,0 0-29-16,0 0-17 15,0 0-48-15,0 0-110 16,0 0-87-16</inkml:trace>
  <inkml:trace contextRef="#ctx0" brushRef="#br0" timeOffset="-210808.88">5455 16482 55 0,'0'0'33'0,"0"0"14"15,0 0 2-15,0 0-27 16,0 0 10-16,0 0 7 16,0 0 1-16,0 0-8 15,0 0 11-15,-17-24-22 16,16 19-17-16,1 1 2 16,-3 0 12-16,2 2 0 15,-1 1 5-15,1 0 0 16,-1-1-10-16,1 1 0 15,-2-1 7-15,0-1 2 0,3-1-7 16,-3 1 4-16,1 2-3 16,1-5 4-16,-2 3-7 15,0-2 4-15,-3 0 10 16,3 1-8-16,0 1 3 16,1-2-3-16,1-1-1 15,-2 3-7-15,3-2 3 16,-2 2-4-16,1 1-1 15,-1 0 12-15,-1 1-10 16,3-1-3-16,-1 2 2 0,1 0 0 16,0 0 0-1,0 0-6-15,0 0-2 0,0 0-2 16,0 0 0-16,0 0-5 16,13 0 2-16,13-4 3 15,7-1 0-15,7-3 0 16,15-1 1-16,3-3 0 15,7-1 1-15,4 2-2 16,-2 0 2-16,2 0-2 16,0 2 0-16,1-2 0 15,0 1 0-15,0 0 0 16,3-1 1-16,0-1 0 16,-1 2-1-16,-4 1 0 15,-8 0 0-15,-9 1 0 16,-2 0 0-16,0 0 0 0,-1-1-1 15,0 1 0 1,3-1 1-16,-2-2 0 0,-2 1 1 16,-4 2-1-16,-3 3 0 15,-5 0 0-15,-6 5 0 16,-7 0-1-16,-4 0 1 16,-9 0 0-16,-5 0 0 15,-2 0 0-15,-2 0-2 16,0 0 1-16,0 0 1 15,0 0 8-15,0 0 9 16,0 0-2-16,-5 0-1 16,-2 0-11-16,-1 0 1 15,3 0 0-15,0 0-3 16,2 1-1-16,-3 7 0 0,-3 1-3 16,-3 7-26-16,2 2-16 15,2-2-29-15,2-3-42 16,5-9-32-16,1-4-136 15</inkml:trace>
  <inkml:trace contextRef="#ctx0" brushRef="#br0" timeOffset="-209489.9">5559 16489 271 0,'0'0'22'16,"0"0"10"-16,0 0 2 15,0 0-5-15,0 0-8 16,0 0 7-16,-4 0-13 16,16 0-13-16,10 2 17 15,11-2 28-15,4 0 2 16,11 0-12-16,6 0-6 0,10-10 2 16,9-2 15-16,6-5-17 15,8 1 8-15,3-1-15 16,11 0-8-16,3 3-8 15,2 1-5-15,1-1 8 16,-4-2-10-16,-3-2 1 16,-6 2-1-16,-12 0 2 15,-9 4 0-15,-12-1 1 16,-9 3-2-16,-11 2 1 16,-8 2-2-16,-10 3 0 15,-9 0 1-15,-4 3-1 16,-7 0-1-16,-3 0 0 15,0 0 1-15,0 0 1 0,0 0 0 16,-2 0 1 0,-12 0-2-16,0 0 4 0,-2 0-5 15,2 0 2-15,4 0-1 16,4 0 1-16,3 0 6 16,3 0 1-16,0 0-8 15,0 0-1-15,0 0-3 16,0 0 0-16,0 0 3 15,0 0 0-15,0 0 0 16,0 0 1-16,0 0 0 0,0 0 0 16,0 0-1-1,0 0 0-15,0 0 2 0,-4-8 4 16,-5-6-6-16,0-5 0 16,-5-1-1-16,-2-7 2 15,-2 3-2-15,2-2 1 16,2 2 0-16,1 2 0 15,2 4 0-15,1 3 0 16,4 4 1-16,2 5-1 16,1 5 0-16,3-1 0 15,0 2 0-15,0 0 0 16,0 0 0-16,0 0-4 16,0 3 3-16,0 11 0 0,0 3-1 15,3 2 2 1,7 4 1-16,0-1-1 0,1-2 0 15,4-1 0-15,-2-2-2 16,-2-4-22-16,4-4-24 16,-6-3-37-16,1-3-27 15,-6-3-12-15,-4 0-92 16,0 0-34-16</inkml:trace>
  <inkml:trace contextRef="#ctx0" brushRef="#br0" timeOffset="-209339.81">7118 16184 414 0,'0'0'133'0,"0"0"-44"16,0 0 0-16,0 0-25 16,0 0-24-16,0 0-5 0,-10-10-20 15,10 10-15 1,4 3-18-16,8 7-23 0,-4-2-67 16,-8-1-49-16,0-3-284 15</inkml:trace>
  <inkml:trace contextRef="#ctx0" brushRef="#br0" timeOffset="-208212.97">5421 16484 53 0,'0'0'318'0,"0"0"-237"16,0 0-5-16,0 0-17 15,0 0-17-15,0 0 16 16,-11-22-15-16,11 22-26 15,0 0-14-15,0 3-3 0,0 11-1 16,6 4-1 0,6 5 4-16,2 1-1 0,2-2 2 15,0-1-3-15,-2-4 0 16,2-3-1-16,-2-3 1 16,2-8-5-16,-1-1 3 15,6-2-5-15,1-5 3 16,5-12 4-16,-1-2 0 15,1-1 2-15,2 1-2 16,-2 2 1-16,4 0 0 16,-2 5-1-16,-4 1-1 15,2 5-4-15,-5 1-40 0,-4 3-4 16,-2 2-14-16,-9 0-98 16,-3 0-56-16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3:31:30.7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764 7512 211 0,'0'0'64'0,"0"0"-51"15,0 0-3-15,0 0 5 16,0 0 67-16,0 0-37 16,0 0-13-16,0 0 22 15,-9 2-32-15,6-2 43 0,0 0-33 16,0 0-21-1,0-4 13-15,0 0-7 0,3 1-7 16,-3 1 10-16,0 1-3 16,3 1 10-16,0 0-21 15,0 0-6-15,0 0-6 16,0 0-9-16,0 1 5 16,9 14 6-16,3 2 4 15,6 6 2-15,-3-3-1 16,1-1-1-16,2-4 1 15,-9-7 0-15,3-2-1 16,-6-5 1-16,1-1 1 0,4 0 9 16,10-22 26-1,7-16-13-15,10-15-22 0,2-2-2 16,-10 4-12-16,-5 9-8 16,-13 14 17-16,-5 14-19 15,-5 14-45-15,-2 2-65 16,-9 21-187-16</inkml:trace>
  <inkml:trace contextRef="#ctx0" brushRef="#br0" timeOffset="548.83">828 8453 532 0,'0'0'62'15,"0"0"80"-15,0 0-59 16,0 0-39-16,0 0-29 15,0 0-15-15,-36-23-9 16,41 40 9-16,11 6 0 16,5 7 0-16,-1 1 1 15,2-5-1-15,0-7 1 16,-4-7-1-16,-4-8 2 16,-1-4-1-16,2-13 5 15,1-21 3-15,8-14-5 16,2-10-4-16,-4 4-5 0,-3 7-22 15,-7 15-3-15,-3 17-65 16,-9 15-46-16,0 3-221 16</inkml:trace>
  <inkml:trace contextRef="#ctx0" brushRef="#br0" timeOffset="1079.13">785 9496 491 0,'0'0'148'0,"0"0"11"0,0 0-80 15,0 0-28-15,0 0-46 16,0 0-5-16,-21-18-7 16,33 29 7-16,0 3 0 15,7 3-1-15,-4 5 1 16,-3 0-1-16,0-2-6 16,0-3 0-16,-6-4-11 15,3-6-1-15,-3-7-3 16,9-4 15-16,7-30 7 15,5-16 0-15,4-14-14 16,-1-5 0-16,-4 3 6 16,-6 11 8-16,-5 17 0 0,-3 21-16 15,-6 17-81-15,-6 8-138 16,0 24-49-16</inkml:trace>
  <inkml:trace contextRef="#ctx0" brushRef="#br0" timeOffset="1612.2">906 10601 429 0,'0'0'130'15,"0"0"-68"-15,0 0-12 16,0 0-10-16,0 0-15 16,0 0-12-16,0 8-12 0,0-3 2 15,3 7-3 1,4 1 14-16,1 5 4 0,4 1-10 16,2-1-1-16,-3-2-3 15,2-5 0-15,-3-4-3 16,0 0 1-16,0-7 0 15,-4 0 3-15,6 0-3 16,3-11 7-16,2-14 6 16,12-9-8-16,4-7 1 15,3-3-3-15,7-1-5 16,2 3-1-16,-2 5-44 16,-4 9-76-16,-8 6 5 15,-10 7-179-15</inkml:trace>
  <inkml:trace contextRef="#ctx0" brushRef="#br0" timeOffset="1780.92">1346 10504 446 0,'0'0'146'0,"0"0"-41"15,0 0-14-15,0 0-57 16,0 0-27-16,0 0-7 15,-12 4-44-15,12 0-79 16,0-1-37-16</inkml:trace>
  <inkml:trace contextRef="#ctx0" brushRef="#br0" timeOffset="5649.07">7007 5821 138 0,'0'0'361'15,"0"0"-288"-15,0 0-49 0,0 0-18 16,0 0 27-16,0 0 40 16,0 0-16-16,0-10-2 15,0 7-16-15,0-1-12 16,-2-1-13-16,0 2 1 16,1 3-2-16,-1 0-5 15,2 0 1-15,-2 0-2 16,2 0-2-16,-1 0-2 15,1 0-1-15,-1 0 2 16,1 0-2-16,0 0-1 16,0 0 0-16,-2 0 0 0,2 0 2 15,-1 0 4-15,1 0-1 16,0 0-1-16,0 0-2 16,0 0-3-16,0 0-1 15,0 0 0-15,0 0-11 16,0 0-23-16,1 0-65 15,8 9-161-15,-1 2-39 16</inkml:trace>
  <inkml:trace contextRef="#ctx0" brushRef="#br0" timeOffset="6135.61">8718 5806 395 0,'0'0'153'0,"0"0"-67"16,0 0-39-16,0 0-21 15,0 0-16-15,0 0-5 16,0-1-5-16,0 1 0 16,0 0 0-16,0 0 0 15,0 0-8-15,0 11-89 16,0 1 8-16,8-1-68 15,7-3-159-15</inkml:trace>
  <inkml:trace contextRef="#ctx0" brushRef="#br0" timeOffset="6527.24">10200 5791 527 0,'0'0'144'16,"0"0"-111"-16,0 0-31 16,0 0-1-16,0 0 1 15,0 0 3-15,-3 0-3 0,3 0-2 16,0 0-10-1,0 5-101-15,3 5-29 0,12 2-35 16</inkml:trace>
  <inkml:trace contextRef="#ctx0" brushRef="#br0" timeOffset="8901.46">6990 5951 433 0,'0'0'122'16,"0"0"-109"-16,0 0 8 16,0 0-11-16,0 0 12 15,0 0 12-15,0 0 5 16,-3-2-6-16,3 2-6 16,0 0-16-16,0 0-11 15,0 0-4-15,0 0-61 16,0 0-73-16,0 12 65 15,0 2-42-15,0 1 37 16,11-5-163-16</inkml:trace>
  <inkml:trace contextRef="#ctx0" brushRef="#br0" timeOffset="9472.34">8632 5961 656 0,'0'0'154'0,"0"0"-110"16,0 0-29-16,0 0-15 15,0 0 1-15,0 0-1 16,0 0 1-16,0 0 0 16,0 0-1-16,0 0 0 15,0 0-6-15,0 0-46 16,0 0-93-16,0 9-84 16,2 1 74-16,4-2-36 15</inkml:trace>
  <inkml:trace contextRef="#ctx0" brushRef="#br0" timeOffset="9916.54">10186 5944 618 0,'0'0'108'16,"0"0"-32"-16,0 0-64 15,0 0-12-15,0 0-13 16,0 0-25-16,0-17-8 0,0 24-44 15,-3 8 36-15,-3 6-33 16,2 1 11-16,0-2-117 16</inkml:trace>
  <inkml:trace contextRef="#ctx0" brushRef="#br0" timeOffset="10320.81">12125 5842 136 0,'0'0'388'16,"0"0"-257"-16,0 0-80 15,0 0-51-15,0 0 0 16,0 0-51-16,0-7-27 16,0 10 15-16,0 9 19 15,0 5-42-15,2-1-36 16</inkml:trace>
  <inkml:trace contextRef="#ctx0" brushRef="#br0" timeOffset="10642.13">14219 5804 507 0,'0'0'25'16,"0"0"2"-16,0 0-27 16,0 0-8-16,0 0-1 15,0 0 6-15,-56 12-30 16,56-5-41-16,0 5 30 0,3-5-86 15,17 1 19-15</inkml:trace>
  <inkml:trace contextRef="#ctx0" brushRef="#br0" timeOffset="10847.67">15198 5813 549 0,'0'0'151'0,"0"0"-149"0,0 0-2 15,0 0-177-15,0 0 81 16,0 0-14-16,-45 22-10 16,42-15-37-16</inkml:trace>
  <inkml:trace contextRef="#ctx0" brushRef="#br0" timeOffset="11019.04">16148 5864 570 0,'0'0'0'0,"0"0"-72"15,0 0-43-15,0 0-48 0</inkml:trace>
  <inkml:trace contextRef="#ctx0" brushRef="#br0" timeOffset="32581.83">13785 5907 25 0,'0'0'25'0,"0"0"-15"16,112 3-7-16,-64-3 1 16,3 0-3-16,-3 0 0 15,-4 0-1-15,-6 0 4 16,-1 0 2-16,-4 0 6 15,-3 0 32-15,0 0-25 16,-2 0-19-16,-6-3 0 16,-2 1 1-16,-7 2-1 15,-6 0-10-15,-5 0-31 0,-2 0-1 16</inkml:trace>
  <inkml:trace contextRef="#ctx0" brushRef="#br0" timeOffset="37067.21">6787 6272 38 0,'0'0'56'0,"0"0"6"15,0 0-32-15,0 0 27 16,0 0-13-16,0 0-3 16,0 0-4-16,0-1-32 15,0 1-1-15,0 0-4 16,0 0-5-16,0 0-12 16,0 0-24-16,0 0-15 0,0 0 23 15,0 0 10 1,0 0 18-16,0 0 5 0,0 0 10 15,-3 0 6-15,3 0 7 16,0 0 10-16,0 0-5 16,0-2 25-16,0 2-22 15,0 0-15-15,-2-1-5 16,2 1-3-16,0 0 1 16,0 0-1-16,0 0-1 15,-1 0 5-15,1-2-3 16,0 2-1-16,0 0 2 15,0 0-5-15,0 0-5 16,0 0-2-16,0 0-20 16,0 0-99-16,0 0 19 15,0 0 9-15,0 0-58 16</inkml:trace>
  <inkml:trace contextRef="#ctx0" brushRef="#br0" timeOffset="37448.77">6777 6225 103 0,'0'0'11'16,"0"0"-11"-16,0 0 0 15,0 0 4-15,0 0 27 16,0 0 11-16,0 7 15 15,0-7 0-15,0 0-17 16,0 0-6-16,0 0-24 16,0 3-10-16,0 2-57 15,0 1 27-15,-1-1-39 16,1-1-60-16</inkml:trace>
  <inkml:trace contextRef="#ctx0" brushRef="#br0" timeOffset="39893.73">6717 6221 199 0,'0'0'90'0,"0"0"-35"16,0 0 30-16,0 0-48 15,0 0-29-15,0 0-3 16,-9 0-4-16,7 0 6 16,2 0 8-16,0 0 1 15,0 0-14-15,0 0-2 16,0 0-29-16,0 0-113 0,0 0-25 15,0 0 61-15</inkml:trace>
  <inkml:trace contextRef="#ctx0" brushRef="#br0" timeOffset="43121.99">1620 7357 176 0,'0'0'79'16,"0"0"-8"-16,0 0-9 15,0 0-1-15,0 0-8 16,0 0 1-16,0 0-13 0,-22-17-27 15,20 17 9-15,2 0 16 16,0-1-13-16,0 0-26 16,9-1 3-16,21 2-1 15,15 0-2-15,8 0 0 16,7 3-1-16,-3 5 1 16,4 1 0-16,-4-2-1 15,-5-1 1-15,-6-4 0 16,-7 1 0-16,-11-3 1 15,-8 0-1-15,-10 0 1 16,-7 0-1-16,-3 0 5 16,0 0 4-16,0 0 12 15,0-8-11-15,0-2-9 16,0 3 6-16,-5 3-7 16,-9 4-15-16,-6 0-63 0,-5 15-40 15,-2 2-65-15,6-5-88 16</inkml:trace>
  <inkml:trace contextRef="#ctx0" brushRef="#br0" timeOffset="43487.22">2032 7178 315 0,'0'0'131'15,"0"0"-33"-15,0 0 31 0,0 0-96 16,0 0 3-16,0 0-34 16,-18-49 2-16,40 49-4 15,9 0 6-15,4 10-6 16,-2 10 1-16,-2 2-1 16,-6 4 0-16,-5 2 1 15,-5-1-1-15,-8 0-1 16,-5-3 0-16,-2 1 1 15,0-2 1-15,-24 6 0 16,-6-2 6-16,-10 5-2 16,-9-3-4-16,-2-4 3 0,-3-3-2 15,2-4-1 1,13-1-1-16,12-4-1 0,14-1-11 16,13 2-79-16,0-5-55 15,10-2-74-15</inkml:trace>
  <inkml:trace contextRef="#ctx0" brushRef="#br0" timeOffset="43747.99">2093 7576 160 0,'0'0'281'16,"0"0"-184"-16,0 0-48 15,0 0 41-15,-85-44 2 16,73 36-25-16,3 3-24 0,6 0-9 15,3 3-26-15,0 1-7 16,0 1-1-16,0 0-23 16,0 0-66-16,0 0 26 15,14 0-19-15,-3 6 14 16,-2 1-24-16,-4 0-7 16,-5-2-2-16,0 1 29 15,0-2 30-15,0-1 1 16,0-2-42-16</inkml:trace>
  <inkml:trace contextRef="#ctx0" brushRef="#br0" timeOffset="43874.98">2093 7576 64 0,'-70'-37'34'0,"70"34"29"16,0 3-24-16,0-3-16 16,0 3-3-16,0 0-20 15,0 0-44-15,3 0-27 16,-1 0 10-16</inkml:trace>
  <inkml:trace contextRef="#ctx0" brushRef="#br0" timeOffset="46027.37">6684 6050 122 0,'0'0'34'15,"0"0"-1"-15,0 0 51 16,0 0-10-16,0 0-6 16,0 0-9-16,-10-55-48 15,8 52 22-15,2 3 4 16,0 0-34-16,0 0 0 16,0-2-1-16,0 0 1 15,0 2 4-15,0 0-7 16,0 0-78-16,0 12-19 15,0 5 27-15,3 0-53 16,0-3-76-16</inkml:trace>
  <inkml:trace contextRef="#ctx0" brushRef="#br0" timeOffset="46201.96">6633 6366 271 0,'0'0'95'16,"0"0"-57"-16,0 0-38 15,0 0-165-15,0 0 104 16,0 0-16-16</inkml:trace>
  <inkml:trace contextRef="#ctx0" brushRef="#br0" timeOffset="54743.81">19192 2822 204 0,'0'0'37'0,"0"0"14"15,0 0 55-15,0 0-25 0,0 0-36 16,0 0 7-16,0 0-20 16,0 0 9-16,-19-19-20 15,16 14 16-15,-2 1-11 16,4-2 20-16,-2-1-16 16,0 3-14-16,-1-2 19 15,1 1-30-15,0 1-2 16,0-1 11-16,-2 3-2 15,2-3-8-15,0 4 6 16,0 1 1-16,2 0-3 16,1 0-8-16,-3 0 0 15,-6 0-1-15,-6 10-5 16,-10 13 5-16,-5 10 1 0,-3 5 0 16,-1 4 0-16,4 4-2 15,7-3 2-15,16-2-4 16,7-2 4-16,20-2-5 15,23-6 3-15,13-8 1 16,9-13-2-16,9-10 3 16,3-3 1-16,0-25 1 15,-6-8 0-15,-10-6-1 16,-14-2 0-16,-14-4 1 16,-16 3 2-16,-14 0-1 0,-3 1-1 15,-22 2 4 1,-17 1-5-16,-13 4 0 0,-8 4-1 15,1 9 0-15,9 5 0 16,10 11 0-16,12 5-1 16,10 3 1-16,3 1-8 15,2 21-48-15,3 9-4 16,5 4-5-16,5 0-42 16,0-1 2-16,24-9-85 15,7-8 16-15</inkml:trace>
  <inkml:trace contextRef="#ctx0" brushRef="#br0" timeOffset="55016.34">19826 2988 429 0,'0'0'84'0,"0"0"17"16,0 0-33-16,0 0-32 15,0 0-15-15,82-26-8 16,-43 15-7-16,3 5-2 0,-3 0-4 16,4 4 0-1,-7-1 0-15,-5 3-16 16,-7 0-56-16,-9 0-28 15,-6 0-87-15,-5 0-26 0</inkml:trace>
  <inkml:trace contextRef="#ctx0" brushRef="#br0" timeOffset="55280.5">20265 2719 443 0,'0'0'154'16,"0"0"-27"-16,0 0-38 16,0 0-38-16,0 0-51 15,0 0-10-15,-21 13 8 16,20 27 2-16,1 11 3 0,0 7-3 16,0 2 2-16,1-1 0 15,11-4-1-15,3-6-1 16,3-9-10-16,1-8-24 15,4-8-57-15,0-14-32 16,3-10-146-16</inkml:trace>
  <inkml:trace contextRef="#ctx0" brushRef="#br0" timeOffset="55626.82">20585 2877 236 0,'0'0'519'0,"0"0"-430"16,0 0-64-16,0 0-25 16,0 0-5-16,0 0 5 15,6 40 2-15,13-6-2 16,7 3 2-16,4-2-1 16,2-5-1-16,0-9-1 15,1-8 1-15,4-13 0 16,2 0 3-16,0-17 0 15,-3-11 0-15,-8-5-1 16,-12-6 1-16,-16 0 3 16,-10-1-5-16,-44-1-1 15,-25 4 0-15,-10 10-14 16,4 12 5-16,24 13-4 0,26 2-43 16,23 25-37-16,12 13-36 15,2 4-51-15,22-2-118 16</inkml:trace>
  <inkml:trace contextRef="#ctx0" brushRef="#br0" timeOffset="74699.13">8701 7439 11 0,'0'0'77'16,"0"0"-23"-16,0 0-8 15,0 0-18-15,0 0-3 16,0 0-23-16,0 0-2 16,0 0-1-16,-39-7-5 15,39 7-4-15,0 0-4 16,0 0 5-16,0 0-2 0,0 0-8 16,0 0 6-16,0 0 4 15,0 0-5-15,0 0-9 16,0 1 14-16,0 1 5 15,0-2 4-15,-3 0 0 16,1 0 2-16,-1 0 0 16,-1 0 5-16,0 0 17 15,2 0-15-15,-1 0 8 16,0-3-13-16,-1 2 5 16,3 1-2-16,-2 0-7 15,2 0-31-15,-2 0-11 16,0 0 20-16,0 0 8 0,3 0 9 15,0 0 4 1,0 0 1-16,0 0 5 0,0 0 7 16,0 0-7-16,0 0-5 15,0 0-1-15,0 0 0 16,0 0 1-16,0 0 0 16,0 0 0-16,0 0 14 15,0 0 34-15,0 0 0 16,0 0-19-16,0 0-11 15,0 0-1-15,0 0 8 16,0 0-12-16,0 0-12 16,0 0-1-16,0 0-13 15,0 0 2-15,0 0 5 0,0 0-13 16,3 0-1-16,-2 0-10 16,-1 0-9-16,0 0 13 15,2 0 6-15,-2 0 9 16,1 0-1-16,1 0 11 15,1 1 0-15,-2-1-1 16,0 0 0-16,-1 0 0 16,4 0-9-16,-2 0-2 15,1 0 6-15,0 0 4 16,0 0-17-16</inkml:trace>
  <inkml:trace contextRef="#ctx0" brushRef="#br0" timeOffset="92756.93">20211 6885 9 0,'0'0'82'15,"0"0"-45"-15,0 0 17 16,0 0 11-16,0 0 18 16,0 0 9-16,0 0-42 15,0 0 5-15,-6-2-15 16,6 2-27-16,0 0-8 15,0 0-5-15,0 0 1 16,0 0 0-16,0 0 1 16,0 0-1-16,0-1 18 0,0-3 3 15,0 1-14-15,0 1 8 16,0-2-6-16,-1 1 2 16,-1 0-7-16,1 1-1 15,-1-3 0-15,1 1 0 16,1 1-1-16,-2-1 1 15,1 1-1-15,1-1-1 16,-5-2 0-16,-2-2-2 16,-2-1 0-16,-5 1 0 15,0 0 0-15,-3-1 0 16,-1 2 1-16,-1 1-2 16,-2-2 2-16,-1 2-1 15,-1 3 0-15,4 0 0 0,-1 0 0 16,3-2 0-1,-1 1 0-15,0-1 0 0,1 3 1 16,-2-1-1-16,-1 1 0 16,0-1-1-16,2 2 1 15,-3 0 0-15,0-2 0 16,0 1 0-16,-4-1 1 16,-3-2-1-16,-4 3 2 15,-4-4-4-15,2 2 4 16,-2 0-2-16,-1-1 0 15,4 1 0-15,0 0 0 16,5 0 0-16,5-1 0 16,1 1 2-16,3-1-1 0,4 2 0 15,-1 0 2-15,0-2 1 16,0 2 2-16,1 1-5 16,-1-1 0-16,-2 0-1 15,-1 2 1-15,-2-1-1 16,0 0 1-16,-6 1-1 15,-3 1 0-15,0 0 0 16,-1 0 0-16,1 0 0 16,-1 0 0-16,-1 0 0 15,0 0 1-15,2 0-2 16,3 0 1-16,6 0 0 16,2 0 1-16,4 0 1 15,2 0-1-15,2 0-2 16,3 0 2-16,1 0-1 0,1 0 0 15,2 0-1-15,1 1 1 16,-2 3 1-16,1-1-1 16,-2-1 0-16,-5 2 0 15,4 4-1-15,-4-2 1 16,0 3-2-16,-2 1 2 16,-1-1 0-16,-1 5 2 15,0-1-1-15,-2 2-1 16,0 1 0-16,0 4 0 15,-1-3 0-15,3 2 0 16,0-2 0-16,2 0 0 16,3 0 1-16,1 0-1 0,-1 0 0 15,1 5 0-15,1 0 0 16,0 1 3-16,1 1-3 16,1 1 4-16,-2 1-3 15,2-1 5-15,3-1-5 16,0-1-1-16,2 0 1 15,-1-2 0-15,2-1 0 16,-1-1-1-16,1-1 4 16,0 0-3-16,0 0 0 15,0 1 5-15,0-2-2 16,0 0-3-16,0-1 2 0,0 1-2 16,0 1 1-1,0 1-1-15,6-2 0 16,4 3 1-16,7-1 0 15,-4 1 1-15,6 1 0 0,2 0 0 16,-1-1 0-16,1 1-2 16,2-1 1-16,-3 2-1 15,-1-3-1-15,0 0 0 16,0 0 0-16,3-1 1 16,2 1-1-16,1-4 2 15,5 1-1-15,7-4-1 16,2 1 1-16,2-4 1 15,0 2-2-15,-2-5 0 16,0 0 0-16,1-1 1 16,0-4-1-16,2-1 0 15,3 0 1-15,0 0-1 0,2 0 0 16,-3-4 0-16,-1-1 0 16,-4 0 0-16,-1 1 0 15,2 1 0-15,-2 1 0 16,1-4 0-16,0 2 0 15,1-1 1-15,0 0-1 16,-2-2 0-16,3 1 1 16,-4-3-2-16,-1 1 2 15,-1-3-1-15,-3 2 1 16,-2-2-1-16,-1 2 1 16,-3-5-1-16,0 1 0 0,0-1 2 15,1-1-2 1,-4-2 0-16,-1-2 2 0,-1-5-2 15,0-1 0-15,-3-4 1 16,-1-2 0-16,-3-2 8 16,-5 0 9-16,-2 2-1 15,-2 6-1-15,-2 2-8 16,-2 2-7-16,1 5 0 16,1 0-1-16,-2 0 1 15,1 4-1-15,-2-4 0 16,0 1 0-16,0-4 1 15,-3-3 1-15,-12-4 2 16,-4-5 3-16,-7-4 3 16,0 2-1-16,-3 4 2 0,5 1-6 15,-1 3 1-15,-1 6-5 16,1 3-1-16,0 4-1 16,4 3 1-16,1 1 1 15,4 5 0-15,6-3-2 16,1 3 2-16,1 1-1 15,4 2 0-15,1-2 0 16,0 2-1-16,0 0 1 16,3 0-2-16,-3 0 2 15,3 0-5-15,0 0 0 16,-2 0-1-16,1 0 2 16,-2 0 3-16,1 0-4 15,1 0 3-15,1 0 2 16,0 2-1-16,0-2 1 15,0 0 0-15,0 0 0 0,-2 0 0 16,2 0 0-16,0 0 0 16,0 0 0-16,0 0 0 15,0 0 1-15,0 0-1 16,0 0 0-16,0 0 0 16,0 0 0-16,0 0 1 15,0 0-1-15,0 0 0 16,0 0 0-16,0 0 0 15,0 0 0-15,0 0 0 16,0 0-1-16,0 0 1 16,0 0-1-16,0 0 1 15,0 0 0-15,0 0 0 0,0 0-1 16,0 0 1-16,0 0 0 16,0 0 0-16,0 0 0 15,0 0 0-15,0 0-2 16,0 0 2-16,0 0-1 15,0 0 1-15,0 0 0 16,0 0-2-16,0 0 2 16,0 0 0-16,0 0-1 15,0 0 3-15,0 0-3 16,0 0 2-16,0 0-2 16,0 0 3-16,0 0-4 15,0 0 2-15,0 0 0 16,0 0 0-16,0 0 0 0,0 0 0 15,0 0 0-15,0 0 0 16,0 0 0-16,0 0 0 16,0 0-1-16,0 0 0 15,0 0 1-15,0 0 0 16,0 0 0-16,0 0 1 16,0 0-1-16,0 0 0 15,0 0 0-15,0 0 0 16,0 0 0-16,0 0 1 15,0 0-1-15,0 0 1 0,0 0-1 16,0 0 0 0,0 0-2-16,0 0 2 15,0 0 0-15,0 0 0 16,0 0-1-16,0 0 1 0,0 0 1 16,0 0-1-16,0 0 0 15,0 0 3-15,0 0-3 16,0 0 0-16,0 0-2 15,0 0 2-15,0 0 0 16,0 0 0-16,0 0 0 16,0 0-1-16,0 0-7 15,0 0-7-15,0 0-2 16,0 2-7-16,0 1-15 16,0 3 12-16,0 2 12 15,0 4-33-15,0-1-48 0,0-3-59 16,0-7-119-16</inkml:trace>
  <inkml:trace contextRef="#ctx0" brushRef="#br0" timeOffset="94500.4">6633 7089 249 0,'0'0'167'16,"0"0"-92"-16,0 0-26 15,0 0 32-15,0 0-15 16,0 0 9-16,0 0-11 15,-40-25-15-15,37 20-36 16,0 3-9-16,2 2-2 0,1-3-2 16,0 3-3-16,0 0-11 15,0 0-21-15,0 0-11 16,0 3 4-16,0 4-11 16,0 1 0-16,0 1 13 15,0 0-20-15,0-4-133 16,0-5-87-16</inkml:trace>
  <inkml:trace contextRef="#ctx0" brushRef="#br0" timeOffset="95324.72">6484 5008 239 0,'0'0'104'0,"0"0"-10"16,0 0-16-16,0 0-34 16,0 0-14-16,0 0 9 15,-15 0 13-15,8-3 21 16,7 1-37-16,-3-1-29 15,-1 1 5-15,4 2-12 16,0 0-6-16,0 5-81 16,0 14 36-16,0 8 23 15,7 5-26-15,6 2-79 16,1-8-99-16</inkml:trace>
  <inkml:trace contextRef="#ctx0" brushRef="#br0" timeOffset="96081.4">8562 7175 135 0,'0'0'85'16,"0"0"-29"-16,0 0 68 16,0 0-23-16,0 0 5 15,0 0-20-15,0 0-40 16,0 0-20-16,0 0-13 15,0 0-8-15,0-1 6 16,0 0-8-16,0-1-3 16,0 1 0-16,0-1-1 15,0-3-23-15,0-6-62 16,2-14-34-16,15-20-164 16</inkml:trace>
  <inkml:trace contextRef="#ctx0" brushRef="#br0" timeOffset="96712.65">8429 4954 493 0,'0'0'12'0,"0"0"52"15,0 0-18-15,0 0-41 16,0 0-5-16,0 0-5 16,-1-9-1-16,-5 18 6 15,1-1 1-15,1 0-1 16,0-2 0-16,-2 1 0 15,6-1-2-15,0 0 1 16,0-1-2-16,0 0 3 16,0-1-4-16,0 0-3 15,6 3-21-15,7-1-3 0,2 4-44 16,-2 0-95-16,-1 0-13 16</inkml:trace>
  <inkml:trace contextRef="#ctx0" brushRef="#br0" timeOffset="97432.37">10379 7112 200 0,'0'0'45'16,"0"0"30"-16,0 0 29 15,0 0-30-15,0 0-10 16,0 0-16-16,0-13-19 16,0 9 17-16,0-1-1 15,0 3-13-15,0-1-15 16,0 3-12-16,0 0-5 15,0 0-13-15,0 0-36 16,0 0 11-16,0 0-18 0,0 0-12 16,0-14-6-16,0-15-179 15</inkml:trace>
  <inkml:trace contextRef="#ctx0" brushRef="#br0" timeOffset="97996.31">10083 4928 371 0,'0'0'68'16,"0"0"1"-16,0 0 2 16,0 0-41-16,0 0 6 15,0 0 13-15,-11-6-26 16,8 6-16-16,3 0-7 16,0 3-113-16,0 17 40 15,0 6 28-15,-4 3-103 0,1-4-49 16</inkml:trace>
  <inkml:trace contextRef="#ctx0" brushRef="#br0" timeOffset="98739.53">12436 7079 254 0,'0'0'21'0,"0"0"61"15,0 0-41-15,0 0-41 16,0 0 0-16,0 0 0 16,0-5-1-16,0 5 1 15,0 0 1-15,0 0 1 16,0 0-1-16,0 0-1 16,3-6 0-16,3-8 0 15,-2-7-105-15,0-15-98 0</inkml:trace>
  <inkml:trace contextRef="#ctx0" brushRef="#br0" timeOffset="99482.41">12100 5059 210 0,'0'0'38'15,"0"0"-28"-15,0 0 18 16,0 0 23-16,0 0 34 15,0 0-12-15,0 5-19 16,0-5-14-16,0 0-26 16,0 0 5-16,0 0 4 0,0 0-9 15,0 0-14-15,0 0 0 16,-2 0-8-16,2 0 5 16,0 0 3-16,0 0 0 15,0 0 0-15,0 0 1 16,0 0-1-16,0 0 4 15,0 0 8-15,0 0-3 16,0 0-9-16,0 0 0 16,0 0-3-16,0 0-12 15,0 0-12-15,0 0-12 16,0 0-68-16,-1 0-100 16,1 0 72-16,-3 2-6 15</inkml:trace>
  <inkml:trace contextRef="#ctx0" brushRef="#br0" timeOffset="100304.92">13587 7187 298 0,'0'0'128'16,"0"0"-40"-16,0 0-30 15,0 0-27-15,0 0-16 16,0 0-4-16,2-30 11 0,-2 22-10 15,0-2-1-15,0-5-6 16,0 0-5-16,0-5-40 16,0-8-19-16,3-13-210 15</inkml:trace>
  <inkml:trace contextRef="#ctx0" brushRef="#br0" timeOffset="100731.46">13556 5249 257 0,'0'0'87'0,"0"0"-40"16,0 0 27-16,0 0-32 15,0 0-27-15,0 0-15 16,-5 0-19-16,5 5-69 16,0 8-14-16,0 1 62 15,0 2-142-15</inkml:trace>
  <inkml:trace contextRef="#ctx0" brushRef="#br0" timeOffset="101430.67">15168 7025 292 0,'0'0'64'0,"0"0"-30"15,0 0 28-15,0 0-23 16,0 0-5-16,0 0-19 15,-4-14-15-15,4 12-4 16,0 2-36-16,0-1-23 16,0-5-53-16,0-7-14 15</inkml:trace>
  <inkml:trace contextRef="#ctx0" brushRef="#br0" timeOffset="101894.9">15031 4861 364 0,'0'0'0'0,"0"0"0"15,0 0-6-15,0 0 6 16,0 0 20-16,0 0 39 16,0-1-15-16,0-1-27 15,0 1 41-15,0 1-35 16,0 0-23-16,0 8-131 15,0 13 54-15,-7 2-107 16</inkml:trace>
  <inkml:trace contextRef="#ctx0" brushRef="#br0" timeOffset="102795.06">16224 6995 271 0,'0'0'95'16,"0"0"-37"-16,0 0 9 16,0 0 9-16,0 0-23 15,0 0-24-15,0 0-15 16,0 0-11-16,0 0 2 15,0 0 1-15,0 0-6 16,0-8-18-16,2-4-56 16,4-14-146-16</inkml:trace>
  <inkml:trace contextRef="#ctx0" brushRef="#br0" timeOffset="104429.46">20739 7059 216 0,'0'0'104'15,"0"0"72"-15,0 0-86 16,11-89-3-16,-10 69-20 15,2 4-12-15,-1 7-11 16,-2 4-29-16,1 2 0 0,-1 3-12 16,0 0-3-1,2 2-7-15,0 15-4 0,3 6 8 16,-2 9-1-16,-3 1 3 16,0 0 0-16,0-2 1 15,0-6-1-15,0-6 0 16,0-8-2-16,0-8 0 15,0-3 2-15,11 0 1 16,21-14 11-16,25-18 6 16,23-11-11-16,10-5-5 15,-5 1-1-15,-7 6 2 16,-17 6-2-16,-11 5 0 16,-14 9 0-16,-15 10 0 0,-10 5 0 15,-8 6 0-15,-3 0-1 16,0 0-6-16,0 0-12 15,-2 4-49-15,-16 16-16 16,-8 8 1-16,-3 1-79 16,6-12-199-16</inkml:trace>
  <inkml:trace contextRef="#ctx0" brushRef="#br0" timeOffset="104587.15">21377 6919 456 0,'0'0'68'0,"0"0"8"0,0 0-76 15,0 0-49 1,0 0-44-16,0 0-79 0,-26 34-54 16</inkml:trace>
  <inkml:trace contextRef="#ctx0" brushRef="#br0" timeOffset="109791.34">7061 8545 263 0,'0'0'96'0,"0"0"-20"15,0 0-29-15,0 0-34 16,0 0-13-16,0 0-37 15,0 0-71-15,5 23 62 0,4-16 15 16,0-3-29 0,3-2-46-16</inkml:trace>
  <inkml:trace contextRef="#ctx0" brushRef="#br0" timeOffset="111221.43">2081 8411 302 0,'0'0'58'16,"0"0"31"-16,0 0-36 15,0 0-4-15,0 0-45 16,0 0-1-16,52-28 0 16,-24 18 2-16,7-2 10 15,1 3-3-15,4 2-2 16,3 0 1-16,7 4-5 0,6 1-5 16,14 2-1-1,8 0 1-15,7 0-1 0,1 0 0 16,-3 0-6-16,-5 0-4 15,-9 0 0-15,-9-5 0 16,-17-3 3-16,-13-1 3 16,-17 1 4-16,-10 1 2 15,-3-3 13-15,-3 3-15 16,-19 2-47-16,-8 3-63 16,-10 2-101-16</inkml:trace>
  <inkml:trace contextRef="#ctx0" brushRef="#br0" timeOffset="111471.4">2864 8231 222 0,'0'0'47'0,"0"0"-16"16,0 0 40-16,102-37-10 16,-77 36-13-16,-6 1-6 15,-2 0-22-15,-4 0-8 16,-1 11-10-16,-4 6 4 15,-7 2 2-15,-1 7-1 16,0 2 3-16,-18 5 3 16,-9 5-7-16,-7 5-3 15,-8 5-3-15,0-3-39 0,2-8-149 16,13-14-114 0</inkml:trace>
  <inkml:trace contextRef="#ctx0" brushRef="#br0" timeOffset="111614.6">2903 8537 255 0,'0'0'127'16,"0"0"16"-16,0 0-37 15,0 0 11-15,0 0-60 16,0 0-44-16,6-13-13 16,-4 20-94-16,3 9-13 15,-5 7-4-15,0-4-103 16</inkml:trace>
  <inkml:trace contextRef="#ctx0" brushRef="#br0" timeOffset="145620.39">18696 8739 337 0,'0'0'113'0,"0"0"-47"16,0 0-14-16,0 0-9 15,0 0-26-15,0 0-9 0,0 0 1 16,0 0 27-16,-20-34 23 16,17 31-36-16,-1 2 23 15,4-2-16-15,-3 3-9 16,3-2-10-16,0 2-1 16,0 0-3-16,0 0-3 15,0 0-4-15,0 0-1 16,0 0 1-16,0 0-5 15,0 0 5-15,0 0-5 16,12 0 5-16,9 5 0 16,7 1 1-16,8 5 0 15,3-3-1-15,9-1 0 16,5 0-1-16,7-3 0 0,4 0-5 16,2-4 2-1,2 0-6-15,1 0 0 0,-1-2-5 16,1-6 0-16,-4 0-8 15,-5 2 18-15,-6 0-9 16,-5 0 13-16,-1 1 0 16,-4 0 1-16,-4-1 1 15,4 3 0-15,-7-4-1 16,2 0 2-16,0-1 3 16,-3 0 0-16,-2-4-2 15,-4 0-1-15,0-3 2 16,-3-2 0-16,-5 0 4 15,-3 2-4-15,-2 2-4 0,-5 4 2 16,-2-1-2-16,-1 0 1 16,-2 3-1-16,0-1 0 15,-4 1 1-15,3-3 3 16,-1 1-2-16,0-5 14 16,-1-2-6-16,4-2-5 15,-3-4 7-15,3 0-3 16,-2 0 3-16,-1-3-6 15,-1 4-1-15,-2 0-1 16,-2 1-1-16,0 1-2 16,0-3 1-16,-2 1 0 15,-10 0-2-15,-3-1 0 16,-1-1 0-16,-3 0 0 16,-1 4 0-16,1-1 2 0,-6 1-1 15,4 2-1-15,1-2-3 16,-2 1 3-16,3 2 0 15,0-1 0-15,-3 4 0 16,3 0 0-16,-1 0 2 16,-1 2-2-16,1 1 0 15,2 0 0-15,-2 2 0 16,-1-1 3-16,2 3-3 16,-5-1-1-16,-3 2 1 15,-6 2-1-15,-4-1 0 16,-1 0 1-16,0-1 0 15,2-2 0-15,2 1 0 0,0-2 0 16,4 4 0 0,-2-2 0-16,3-1 0 0,-1 4 0 15,0 0 2-15,3 3-2 16,-6 0-1-16,0 0 0 16,-1 6 1-16,-3 5 0 15,0 2 0-15,4 1 0 16,0-1 0-16,3 0 0 15,2 1 0-15,3-3-2 16,-2 1 2-16,3 4-1 16,-2-2 1-16,3 1 0 15,0-1 0-15,4-2 0 16,-1 2-1-16,-2 1 1 0,0 2 0 16,1 3 0-1,0 1 0-15,3 2-2 0,3 0 2 16,1 4-2-16,0 1 1 15,0 2 1-15,1 1-1 16,1 1 2-16,-1 0-1 16,1-1 0-16,2 0 0 15,0-2 0-15,3 1 0 16,-1-2-1-16,2 1-1 16,5-2 2-16,-2 0-1 15,3-3 0-15,0 0 1 16,4-5-1-16,5-2 0 0,2-3-1 15,-1-4-1-15,-1-2 2 16,-1-3-1-16,-1-1 0 16,0-1 2-1,-2-3-1-15,-1 1-1 0,4-1-1 16,0 1-11-16,6 2-10 16,-3 4-45-16,2 2-62 15,-7 1-60-15,-6-4-184 16</inkml:trace>
  <inkml:trace contextRef="#ctx0" brushRef="#br0" timeOffset="147287.08">18831 9883 179 0,'0'0'47'15,"0"0"22"-15,0 0 39 16,88 2-43-16,-56-1 11 16,5 2-38-16,4 0-3 15,5-2-16-15,2 0 5 0,4-1-5 16,8 0-6 0,6 0 1-16,7 0-6 0,1 0-8 15,3-1 1-15,-1-3 0 16,-1 1 0-16,-5 0 0 15,-4 1-1-15,-10-1 0 16,-2 0 4-16,-8 0-4 16,-1-1 0-16,-3-3 0 15,-3-2 4-15,-1-2-3 16,-1-2 4-16,-1-2 7 16,-2-4-2-16,1-1 0 15,-4 1-5-15,-1-3-1 16,-2 0-4-16,-1 0 0 15,-4 1 0-15,-8 1 0 0,-4 1 0 16,-5 0 2-16,-3-1-1 16,-3 1 0-16,0-5 3 15,0 2 2-15,0-2 5 16,0 1 3-16,0 2-9 16,0 0-3-16,-1-1-2 15,-4 2 0-15,1 3 1 16,-5-4 0-16,0 1 2 15,-3 1 1-15,-6-1 1 16,-3 4 2-16,-3-2-3 16,-6-1-3-16,-1 2 1 15,0-2 1-15,-2 1-1 16,6 0 5-16,-1 1-2 0,2 0 1 16,1 2 1-1,2 1-2-15,0 1 6 0,-1-1-2 16,-1 7-3-16,-1 0-3 15,-2 1-3-15,-9 6-1 16,-5 0 0-16,-13 0 1 16,-5 0 0-16,0 8 0 15,5 0-1-15,5-1 2 16,5 1-1-16,3-2 0 16,3 2 0-16,1-4 0 15,2 0 2-15,-3 0-2 16,6 1 1-16,0-1-1 15,2-3 0-15,0 2 0 0,-5 2 0 16,-2 1 0-16,-4-2 0 16,-6 4 1-16,-6 1-1 15,-3 1 0-15,4 2-1 16,8-2 0-16,12 0 1 16,6-1-1-16,8 1 1 15,6 0-1-15,3 2-5 16,-1 1 5-16,0 1 1 15,-4 5-2-15,0-1 2 16,-4 5 0-16,-1 4 0 16,-4 1-1-16,2 3 1 15,0 2-1-15,2 0 1 16,1 1 0-16,2 0 0 0,3-1 0 16,5-2-4-16,3-1-2 15,6-1-10-15,0 3-10 16,3-1-16-16,16 5-24 15,8 3-37-15,6-5-23 16,0-5-142-16</inkml:trace>
  <inkml:trace contextRef="#ctx0" brushRef="#br0" timeOffset="148900.59">20013 10411 239 0,'0'0'94'16,"0"0"23"-16,0 0-58 15,0 0-2-15,0 0-13 16,0 0-27-16,-91-58-5 0,59 51 0 16,-8 0 0-16,-3-1 18 15,-8 1-20-15,-1-3 2 16,-3 0-10-16,-3 0 5 15,-2-4 7-15,-4-1-2 16,-2 3 2-16,-4-1-2 16,0 5-2-16,3 5-1 15,3 3-6-15,1 0 2 16,5 0-4-16,0 0 0 16,6 6 0-16,4 0 1 15,8 2-2-15,5 0 0 16,5 0 0-16,1 4 2 15,0 1-2-15,0 2 0 0,-1 2 0 16,0 1 1-16,2-1-1 16,2-2 0-16,4-1 0 15,1 0 0-15,3 0 0 16,-3 0 1-16,2 2 1 16,-5 4-2-16,0 2 2 15,0 0-1-15,2 1 1 16,-2-1-2-16,3 1 0 15,1 1 0-15,3 2 1 16,0-1-1-16,1 3 0 16,3 0 1-16,-1 2-1 15,4 0 1-15,0 0 2 16,2 3-2-16,5 0 1 16,3-3 3-16,0 2-2 0,0-2 1 15,11-1 0-15,8 2 0 16,4 1 2-16,3 4-1 15,3 0 0-15,4 2-1 16,3 1-1-16,2-2-2 16,6 2 0-16,0-1 0 15,2-4 0-15,0 1 1 16,2-7-2-16,-2-2 1 16,3-5-1-16,2-4 0 15,7-5 1-15,8-5-1 16,7-4-2-16,6-3 2 0,0 0-8 15,3-4-2-15,0-9 1 16,0-2 7-16,0-3 2 16,-4 0 0-16,-2-4 0 15,0 2 0-15,-5 1 2 16,-2-3-2-16,-5-1 1 16,-6 0-1-16,-2-7-1 15,-4 0 1-15,0-4 0 16,-1 3-2-16,-2-4 2 15,-6 3-4-15,-7 2 4 16,-9 0-1-16,-5 0 1 16,-9-2 0-16,-5-4 4 15,-4-4 0-15,-2-5 2 0,-2-4 6 16,0-2 2 0,0 0 8-16,-8 6-9 0,0 6-9 15,0 9 2-15,1 4-4 16,-1 4-1-16,-5 2 4 15,-4-1 0-15,-8 1 0 16,-5 0-1-16,-7 0 3 16,-9 0-7-16,1-2 3 15,-10 1-1-15,-4 4 2 16,0 5-4-16,4 4-2 16,11 5 1-16,16 3-3 15,15 0-6-15,8 0-13 16,4 11-70-16,1 3 14 15,0 3-46-15,0-3-59 0,13-8-138 16</inkml:trace>
  <inkml:trace contextRef="#ctx0" brushRef="#br0" timeOffset="149053.99">19852 10427 54 0,'0'0'382'15,"0"0"-283"-15,0 0-16 16,0 0-37-16,0 0 27 15,0 0-15-15,-48-4-58 16,46 11-26-16,-2 12-41 16,-2-1-31-16,-4-5-159 15</inkml:trace>
  <inkml:trace contextRef="#ctx0" brushRef="#br0" timeOffset="163921.89">16063 16433 225 0,'0'0'17'0,"0"0"-5"16,0 0-8-16,0 0 9 15,0 0 28-15,-87 17 4 16,73-17 24-16,5 0-22 16,1 0-2-16,0 0-4 15,1 0-14-15,3 0-17 16,1 0-5-16,0 0 0 16,1 0-2-16,2-1 9 15,-1-3 2-15,1 1-1 16,-2 2 5-16,0-2 23 0,0 1-4 15,-4-1-1 1,2-1-6-16,1 1-18 0,0 2 2 16,0-3 1-16,1 4-7 15,1-2-1-15,-1 2-1 16,2 0-1-16,0 0-5 16,0 0 0-16,0 0-3 15,14-3 3-15,11 3 0 16,14-2 1-16,14 0 3 15,12-1 1-15,15 0 2 16,13-1-1-16,13-1-5 16,14-2 3-16,11 0-4 15,7-1-1-15,-1 0 1 16,-1 2 0-16,-4-2 0 0,-10 1 0 16,-4 2 2-16,-4 0-2 15,-5 2 2-15,-5 2-2 16,-8 1 1-16,-13 0-2 15,-11 0 3-15,-20-2-2 16,-12 2 5-16,-19-1 4 16,-11 1-4-16,-8 0 6 15,-2-2 12-15,0 2-13 16,0-2 12-16,0-1-1 16,-7-2-18-16,-2 4-3 15,0 0 0-15,3 1-1 0,-3 0 0 16,1 0-11-1,2 5-17-15,0 8-9 0,5 4-36 16,1-2-79-16,0-5-26 16,0-7-174-16</inkml:trace>
  <inkml:trace contextRef="#ctx0" brushRef="#br0" timeOffset="164088.4">18083 16375 479 0,'0'0'121'16,"0"0"-15"-16,0 0 0 15,0 0-44-15,0 0-15 16,0 0-10-16,-33-34-15 16,33 34-22-16,0 0-6 15,0 9-47-15,9 4-40 0,3-9-131 16</inkml:trace>
  <inkml:trace contextRef="#ctx0" brushRef="#br0" timeOffset="167434.62">19539 12342 260 0,'0'0'340'16,"0"0"-274"-16,0 0 13 15,0 0-51-15,0 0-26 16,0 0-2-16,0 0-23 16,6-22 19-16,-2 55-2 15,-1 11 6-15,-3 14 14 0,0 12 11 16,-3 8-9-16,-10 3-2 16,-4-5 0-16,2-9-6 15,2-11-6-15,-2-12 2 16,6-13-3-16,4-14 2 15,1-9-2-15,1-8 2 16,0 0 24-16,-1-27 46 16,4-16-73-16,0-20-7 15,0-12-22-15,16-10-20 16,5-5 17-16,3 5 6 16,3 4 2-16,-1 13 5 15,1 5 2-15,0 11 11 16,-4 11 6-16,-6 13 2 15,-6 13 22-15,-1 10 5 16,0 5-26-16,0 8-3 0,6 19-2 16,-5 14-3-16,-8 14 4 15,-3 0 1-15,0 0 1 16,-6-7 2-16,-8-5-2 16,-4-7 0-16,-4-2-1 15,-1-7 0-15,-4-3 2 16,-3-7-2-16,-2-4 2 15,-5-7 1-15,2 0-3 16,7-3-5-16,13 3-29 16,15-1-97-16,0 0-106 15,30-5-47-15</inkml:trace>
  <inkml:trace contextRef="#ctx0" brushRef="#br0" timeOffset="167874.96">19949 12739 448 0,'0'0'101'0,"0"0"-92"0,0 0-6 16,0 0 4-16,0 0-6 16,0 0 3-16,59-13-4 15,-35 2-1-15,2-2-112 16,0-5-168-16</inkml:trace>
  <inkml:trace contextRef="#ctx0" brushRef="#br0" timeOffset="168385.26">20314 12255 579 0,'0'0'58'0,"0"0"-2"16,0 0-45-16,0 0-9 15,0 0-2-15,0 0 18 16,-49 95 12-16,40-56-3 16,3 2 1-16,2 4-8 15,2 1-1-15,2 4-16 16,0-3 2-16,0-3-1 15,0-9-4-15,10-6 0 16,7-9-18-16,10-11-35 16,13-9-12-16,14-4 3 15,13-28-61-15,5-11-191 0,-4-10 132 16,-13 1 182-16,-18 2 80 16,-17 9 102-16,-16 5 37 15,-4 8-87-15,0 3 23 16,-10 5-77-16,0 4-13 15,4 8-17-15,2 5-18 16,3 3-30-16,1 2-7 16,-3 18-8-16,1 15 15 15,-2 11 2-15,-2 11-2 16,3 6-2-16,3 2-3 16,0-3-14-16,0-7-7 15,2-5-13-15,9-7-36 16,6-10-98-16,-1-15-175 15</inkml:trace>
  <inkml:trace contextRef="#ctx0" brushRef="#br0" timeOffset="169788.24">21156 12568 608 0,'0'0'79'16,"0"0"-50"-16,0 0-28 15,0 0 4-15,98-40-5 16,-66 35 2-16,0 3-2 15,1 2-42-15,-5 0-12 16,-10 4-54-16,-12 4-136 16</inkml:trace>
  <inkml:trace contextRef="#ctx0" brushRef="#br0" timeOffset="169967.09">21167 12766 468 0,'0'0'63'0,"0"0"-54"0,85 0 16 15,-41-7-18-15,4-1-5 16,5-5-2-16,2-6-120 16,-4-7-229-16</inkml:trace>
  <inkml:trace contextRef="#ctx0" brushRef="#br0" timeOffset="170200.09">21783 12299 745 0,'0'0'117'15,"0"0"-31"-15,0 0-86 16,0 0-5-16,0 0 3 15,0 0 2-15,-3 115 0 16,-6-52 1-16,-1 7-1 16,3-2-2-16,5-7-57 15,2-11-49-15,3-17-54 16,18-15-102-16</inkml:trace>
  <inkml:trace contextRef="#ctx0" brushRef="#br0" timeOffset="170529.99">22176 12436 120 0,'0'0'737'0,"0"0"-645"15,0 0-67-15,0 0-25 16,0 0-17-16,0 0 14 16,-5 53 3-16,-3-7 0 15,3-1-6-15,5-4-12 16,0-6-11-16,9-11-15 15,13-10-8-15,5-12-29 16,4-2 29-16,1-25 29 16,-2-9-11-16,-2-7 34 15,-9-7 1-15,-10 1 25 16,-9 6 44-16,-10 4 11 0,-33 5-38 16,-7 5-24-16,3 9-8 15,14 8 13-15,18 10-22 16,10 0-2-16,5 19-103 15,0 11 4-15,3-1-59 16,15-7-374-16</inkml:trace>
  <inkml:trace contextRef="#ctx0" brushRef="#br0" timeOffset="170962.97">22559 12283 629 0,'0'0'52'15,"0"0"42"-15,0 0-65 16,0 0-16-16,0 0-6 16,0 0 6-16,79-22-8 15,-52 37-4-15,0 11 1 16,-2 5-2-16,-7 4-1 15,-8 3 1-15,-8-1-2 16,-2 0-10-16,-15-1 1 16,-6-2-7-16,-3-4-6 15,0-7-1-15,2-6-6 0,4-8 21 16,3-4 10-16,6-2 1 16,6-1-1-16,3-2 4 15,0 0 7-15,0 0 15 16,14 0-17-16,19 0-6 15,13-7 20-15,7-2-7 16,5 3-7-16,-2-2-5 16,-2 2-4-16,-7-1 0 15,-6 4-34-15,-10 0-93 16,-13-4-127-16</inkml:trace>
  <inkml:trace contextRef="#ctx0" brushRef="#br0" timeOffset="171132.96">22932 12603 874 0,'0'0'84'16,"0"0"-51"-16,0 0-33 16,0 0-18-16,0 0-29 15,0 0-18-15,-3 9-3 16,3 1-77-16,0-5-107 15</inkml:trace>
  <inkml:trace contextRef="#ctx0" brushRef="#br0" timeOffset="173350.38">19670 13558 422 0,'0'0'61'0,"0"0"-33"15,0 0-25-15,0 0 17 16,0 75 4-16,-5-31 11 15,-4 6-7-15,-3 5 7 16,-1 0 9-16,1-1-12 16,-3-2-4-16,5-6-10 15,1-7-8-15,0-10-3 0,6-10-5 16,0-9 3-16,0-6 2 16,3-4 22-16,0-3 45 15,0-25-23-15,0-17-51 16,15-16-6-16,3-9-22 15,4-5-13-15,2-3 13 16,-3 5-4-16,6 4-20 16,1 10-29-16,0 11 35 15,1 12 25-15,-4 12 21 16,-3 11 7-16,-5 13-1 16,-2 0-1-16,-3 17-5 15,-5 14 0-15,-4 9 0 16,-3 3 5-16,-2 1 3 15,-12-3 2-15,-4-6-5 0,3-5-1 16,-3-9-1-16,3-7 6 16,2-8 9-16,1 1-4 15,0-4 13-15,3 0-13 16,1 1-14-16,4 3-53 16,4-2-92-16,0-3-160 15</inkml:trace>
  <inkml:trace contextRef="#ctx0" brushRef="#br0" timeOffset="173546.73">19993 13752 621 0,'0'0'157'0,"0"0"-53"15,0 0-73-15,0 0-31 16,0 0 0-16,0 0-3 15,105-19-15-15,-66 15-35 16,1-4-47-16,-6-7-79 16,-7-7-318-16</inkml:trace>
  <inkml:trace contextRef="#ctx0" brushRef="#br0" timeOffset="173760.34">20389 13436 711 0,'0'0'52'0,"0"0"-50"16,0 0-2-16,0 0-1 15,-11 81 1-15,5-39 16 16,1 6-2-16,1 12-4 16,4 2-5-16,0 0 0 15,0-1-5-15,11-9-35 16,5-15-120-16,4-18-237 15</inkml:trace>
  <inkml:trace contextRef="#ctx0" brushRef="#br0" timeOffset="174071.15">20984 13660 656 0,'0'0'128'0,"0"0"-67"15,0 0-60-15,0 0-1 16,0 0 0-16,0 0 4 0,64-23-2 15,-25 20-2-15,5 0 1 16,3 1-1-16,-1-1-1 16,-7 3-46-16,-3 0-39 15,-14 0-17-15,-16 7-117 16</inkml:trace>
  <inkml:trace contextRef="#ctx0" brushRef="#br0" timeOffset="174296.23">20861 13874 441 0,'0'0'24'15,"0"0"17"-15,0 0 32 16,0 0-35-16,0 0 11 16,0 0 23-16,0 0-5 15,91 37-26-15,-64-37-21 16,4 0-7-16,5 0-10 15,1-2-3-15,1-5-5 16,1 0-61-16,-11 0-68 16,-7-1-184-16</inkml:trace>
  <inkml:trace contextRef="#ctx0" brushRef="#br0" timeOffset="174959.37">21891 13404 379 0,'0'0'228'0,"0"0"-184"15,0 0-30-15,0 0-10 16,-15 75 48-16,3-25-15 15,-3 11-9-15,4 7-10 0,5 3-10 16,6-4-2-16,0-11-3 16,2-6-3-16,18-8 0 15,11-15-21-15,7-14-27 16,4-13-14-16,3-3 37 16,-6-20 25-16,-9-6 0 15,-11-4 8-15,-10-2 28 16,-9 1 23-16,-6-2-16 15,-31 4-1-15,-17 3-18 16,-17 6-18-16,0 10-3 16,15 10-1-16,21 3-4 0,22 6-16 15,13 13-106 1,6 0-33-16,18-4-185 0</inkml:trace>
  <inkml:trace contextRef="#ctx0" brushRef="#br0" timeOffset="175343.02">22301 13379 785 0,'0'0'104'16,"0"0"-92"-16,0 0-12 15,0 0-9-15,0 0 9 0,-21 112 0 16,12-58 1-16,0 10 0 16,3 2 1-16,3-1-2 15,3-7-2-15,0-10-15 16,9-11-12-16,13-11-19 16,3-11 0-16,7-14-4 15,4-1 34-15,-5-14 5 16,-4-14 13-16,-14-3 9 15,-6-1 76-15,-7 0-6 16,-2 3-22-16,-26 0-18 16,-19 8-20-16,-13 11-19 15,-4 10 0-15,9 7-18 0,19 20-32 16,16 4-71-16,11-4-263 16</inkml:trace>
  <inkml:trace contextRef="#ctx0" brushRef="#br0" timeOffset="175512.06">22426 13810 857 0,'0'0'107'16,"0"0"-66"-16,0 0-41 15,0 0-1-15,0 0-35 16,0 0-64-16,2 10-24 0,-2 2-74 15</inkml:trace>
  <inkml:trace contextRef="#ctx0" brushRef="#br0" timeOffset="176958.05">18773 12293 195 0,'0'0'304'16,"0"0"-204"-16,0 0-78 16,0 0-22-16,0 0 0 15,0 0 2-15,9 51-2 16,-1-23 5-16,-1 2-1 15,0-1 7-15,1-2 3 16,1-7-13-16,4-6 3 16,1-6-3-16,7-7 1 15,4-1 2-15,11-9 5 0,9-19 1 16,7-11 8-16,6-10-12 16,-3-2 3-16,-4-1-3 15,-11 3 15-15,-8 9 16 16,-10 4 4-16,-9 9-30 15,-2 10 4-15,-7 7-12 16,-1 6-3-16,-1 4-8 16,-2 0-87-16,0 15-37 15,-9 9 28-15,-9-6-181 16</inkml:trace>
  <inkml:trace contextRef="#ctx0" brushRef="#br0" timeOffset="177115.64">19523 12134 724 0,'0'0'22'16,"0"0"-22"-16,0 0-53 15,-35 79-36-15,26-46-125 16</inkml:trace>
  <inkml:trace contextRef="#ctx0" brushRef="#br0" timeOffset="178938.02">18666 13723 266 0,'0'0'117'16,"0"0"7"-16,0 0-36 15,0 0-20-15,0 0 15 16,0 0-28-16,0-66-5 16,0 66-29-16,0 0-20 0,0 0-1 15,0 0-5 1,7 15 0-16,2 7 4 0,2 8 0 16,-1 5 0-16,-4 2 1 15,0-6 1-15,-1-4 0 16,-2-10 2-16,4-5-3 15,0-9 0-15,1-3 1 16,6 0-1-16,10-20 5 16,14-21 1-16,14-16-3 15,6-10 3-15,1 0-3 16,-7 4 1-16,-9 10 4 16,-8 8 7-16,-10 8-4 15,-8 14 1-15,-7 9-5 16,-7 6-3-16,-3 8-4 15,0 0 0-15,0 0 0 0,0 0-28 16,0 15-54-16,-3 12 18 16,-11 6-33-16,-4-2-99 15,1-8-250-15</inkml:trace>
  <inkml:trace contextRef="#ctx0" brushRef="#br0" timeOffset="179095.56">19181 13601 608 0,'0'0'56'0,"0"0"-26"0,0 0-30 16,0 0-74-16,0 0-54 16,0 0-138-16</inkml:trace>
  <inkml:trace contextRef="#ctx0" brushRef="#br0" timeOffset="181255.15">21009 8110 664 0,'0'0'23'15,"0"0"-3"-15,0 0-20 0,0 0 0 16,0 0 1-16,-83 94 2 16,59-53 2-16,0 0 0 15,0 3-1-15,2-3 2 16,1-4-5-16,-3-1 1 16,0-5-2-16,0-5-2 15,-3-6-51-15,0-5-47 16,2-14-116-16,6-1-90 15</inkml:trace>
  <inkml:trace contextRef="#ctx0" brushRef="#br0" timeOffset="181451.99">20659 8226 372 0,'0'0'140'0,"0"0"79"16,0 0-111-16,0 0-41 15,0 0-37-15,0 0-30 16,1-19-11-16,17 58 8 15,5 16 3-15,7 9 3 16,9 4-3-16,2 0-1 16,-1-4-15-16,1-6-27 15,-3-8-66-15,-8-13-92 16</inkml:trace>
  <inkml:trace contextRef="#ctx0" brushRef="#br0" timeOffset="181902.2">21113 9363 644 0,'0'0'112'0,"0"0"-26"15,0 0-64-15,0 0-22 16,0 0-7-16,0 0 5 16,-31 84 2-16,9-39 7 15,1 0-7-15,0-1-1 16,0-10-25-16,3-8-37 15,4-6-61-15,4-13-12 0,4-7-148 16</inkml:trace>
  <inkml:trace contextRef="#ctx0" brushRef="#br0" timeOffset="182080.99">20912 9347 609 0,'0'0'122'16,"0"0"4"-16,0 0-110 15,0 0-16-15,0 0 0 16,0 0-1-16,108 101 1 16,-68-40-1-16,3 8 0 15,2 1-10-15,-1-8-107 0,-5-12-13 16,-9-11-219 0</inkml:trace>
  <inkml:trace contextRef="#ctx0" brushRef="#br0" timeOffset="182702.83">20769 11029 659 0,'0'0'132'0,"0"0"-67"16,0 0-50-16,0 0-15 15,0 0-5-15,0 0 5 16,14 15 0-16,2 5 0 16,0 1 0-16,1-1 2 15,-1 0-2-15,-2-6 0 16,2-6 0-16,0-7-14 16,1-1 14-16,4-8 2 15,1-15-2-15,3-9-1 16,-4-5-10-16,0-2 1 15,-6 2 10-15,-2 1 1 0,-2 6 0 16,1 7-1-16,-3 11-3 16,1 6-29-16,2 6-70 15,-2 0 16-15,1 6-58 16,-2 5-65-16</inkml:trace>
  <inkml:trace contextRef="#ctx0" brushRef="#br0" timeOffset="182863.79">21182 10942 498 0,'0'0'145'15,"0"0"4"-15,0 0-78 0,0 0-24 16,0 0-47-16,0 0-11 16,-7 13-152-16,1 4 90 15,-3 0-137-15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3:34:47.2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7910 2283 390 0,'0'0'59'16,"0"0"30"-16,0 0-38 16,0 0 17-16,0 0 25 15,0 0-58-15,0 0-14 16,-3-51 29-16,2 49-17 16,-1-1 2-16,-1 0-28 15,0 1 7-15,3 2 2 0,0 0-2 16,0 0-9-1,0 0-5-15,0 0 0 0,0 0-3 16,0 15-10-16,0 17-4 16,3 16 13-16,3 21 3 15,0 7 1-15,-4 6-1 16,-2-2 1-16,0-3 0 16,0-4 0-16,1-8-1 15,1-6 0-15,1-12 2 16,-3-15-1-16,4-9 0 15,-3-11-1-15,-1-10-1 16,2-2 0-16,-1 0 2 16,-1 0 3-16,0 0-3 15,3-10-28-15,3-13-129 0,7-14-124 16</inkml:trace>
  <inkml:trace contextRef="#ctx0" brushRef="#br0" timeOffset="247.09">7880 2131 653 0,'0'0'32'16,"0"0"51"-16,0 0-12 16,0 0-42-16,0 0-9 15,0 0-20-15,-15-63-6 16,57 54 6-16,24-4 0 0,17 6 0 15,13-1 0-15,2 2-23 16,-1-2-25-16,-6 1-34 16,-15 3-20-16,-21 4-5 15,-28 0-88-15,-27 0-120 16</inkml:trace>
  <inkml:trace contextRef="#ctx0" brushRef="#br0" timeOffset="463.82">7642 2691 98 0,'0'0'72'0,"0"0"71"16,88 15-6-16,-35-15-34 16,11 0-55-16,15-12-22 15,11-7 2-15,5-1-26 16,1 0-2-16,-10 4-50 15,-6 3-12-15,-11 0-96 16,-13 2-45-16</inkml:trace>
  <inkml:trace contextRef="#ctx0" brushRef="#br0" timeOffset="630.72">8571 2555 468 0,'0'0'138'0,"0"0"-89"16,0 0-49-16,0 0-4 15,-3 72 4-15,1-34 4 0,2 4-2 16,0 1 1-16,8-2-3 16,7-7 0-16,4-6 0 15,0-7-31-15,-3-11-90 16,0-10-248-16</inkml:trace>
  <inkml:trace contextRef="#ctx0" brushRef="#br0" timeOffset="801.14">8611 2334 707 0,'0'0'0'15,"0"0"-50"-15,0 0-38 0,0 0-5 16,85 69-101-16</inkml:trace>
  <inkml:trace contextRef="#ctx0" brushRef="#br0" timeOffset="1628.92">8925 2660 583 0,'0'0'98'0,"0"0"-62"16,0 0-35-16,0 0-1 16,0 0 8-16,86 82 3 15,-73-47-7-15,-5-3 0 16,-4-3-1-16,-1-5 1 15,-3-8-3-15,0-6-1 16,0-3 0-16,0-7-22 16,2 0 22-16,2-15 2 15,5-16-2-15,-1-10-17 16,1-3-6-16,2 1 23 16,1 7 6-16,6 4 5 0,-1 9-6 15,-1 7-1-15,2 9 4 16,0 7-5-16,-1 0-3 15,0 13-4-15,1 11 4 16,-3 9-1-16,1 6 1 16,4 4 1-16,7-3-1 15,7-6-7-15,8-10-45 16,7-13-19-16,2-11 13 16,2 0 0-16,-6-22-44 15,-4-6 51-15,-9-9 51 0,-6-6 97 16,-4-3 6-1,-9-2 5-15,-8 1-32 0,-7 1-24 16,0 7-1-16,-11 3-1 16,-8 11-28-16,2 11-11 15,2 11-8-15,2 3-3 16,-4 21-3-16,-2 19 3 16,-2 7 0-16,9 4 0 15,2 4-1-15,7-1 1 16,3-4-10-16,6-9-16 15,18-15-14-15,5-13 15 16,4-13 13-16,2-5 10 16,-1-22 1-16,-4-6-26 15,-6-4 13-15,-13 1 14 16,-11 2 9-16,0 5 18 0,-16 4-4 16,-7 7 1-1,7 9-1-15,4 8-16 0,8 1-7 16,4 14-14-16,0 14 10 15,0 9 4-15,0 7-4 16,12-1-1-16,8-1-11 16,10-3-21-16,6-14-28 15,6-12-48-15,0-13-106 16</inkml:trace>
  <inkml:trace contextRef="#ctx0" brushRef="#br0" timeOffset="2797.12">9971 2593 763 0,'0'0'0'0,"0"0"-13"16,0 0 13-16,5 78 2 16,-3-44 17-16,1-1-4 15,5-2-1-15,0-4-2 16,2-7 0-16,-2-4-12 15,-3-9 4-15,0 0-4 16,-3-7-7-16,1 0-35 16,4-7 32-16,6-16-40 15,2-7-87-15,2-1 47 0,-7 0 90 16,-2 9 0 0,-1 4 35-16,2 8 20 0,-1 7-24 15,-2 3-24-15,3 0-7 16,5 16-2-16,-1 9 2 15,0 6 0-15,3 3 5 16,5-2-5-16,4-6 6 16,-1-12-5-16,1-10 6 15,4-4-2-15,1-17 8 16,3-16-6-16,2-7 0 16,-3-5 23-16,-4 2-2 15,-5 3 42-15,-3 10-46 16,-3 7-20-16,-4 8-4 15,-4 7-1-15,-4 3-4 0,0 5-5 16,-3 0-24-16,1 0 11 16,-2 8 20-16,1 3-1 15,-2 1 3-15,0-4 1 16,0-2 1-16,0-3-1 16,0-2 1-16,0 1 0 15,0-1 2-15,0 0 1 16,0 4-2-16,0 0 0 15,0 5-2-15,0 7 3 16,0 4-1-16,0 8-1 16,0 0 0-16,12 0 1 0,7-7 0 15,5-8 1 1,3-6-2-16,-1-8 4 16,-4 0 0-16,-3-8 5 15,-7-11 34-15,-4-3 7 0,-6-4-4 16,-2-4-20-16,0 2-10 15,-13 2-5-15,3 8-6 16,1 9-1-16,4 5-4 16,5 3-1-16,0 1 0 15,0 0-6-15,0 0-17 16,0 4-12-16,0 10 33 16,0-2 1-16,1-1-2 15,6-4-4-15,-6-6-3 16,-1-1 10-16,0 0 5 0,2 0 16 15,-2-8-4-15,0-3-16 16,0-1-1-16,0 3-1 16,0 0-15-16,-6 3 0 15,2 5 5-15,3 0 4 16,1 1-10-16,0 0-5 16,0 0 2-16,0 0 6 15,0 0 12-15,0 0 1 16,0 0 1-16,-1 0-2 15,1 0-1-15,0 0 3 16,-3 0 0-16,0 0 6 16,-2 0 11-16,-4 0-8 15,-2 0-6-15,-6 0 2 0,2 0-4 16,-3 0-1-16,0 0 2 16,1 8-2-16,2 7-1 15,-3 3 0-15,6 7 0 16,1 6-1-16,4 4 2 15,7 5 0-15,0 0 0 16,4 0 2-16,14-5-1 16,6-8-2-16,1-7 2 15,7-6 0-15,2-11 0 16,10-3 2-16,14 0 3 16,4-17-6-16,2-6-25 15,-2-2-54-15,-12-1-101 0,-15-1-204 16</inkml:trace>
  <inkml:trace contextRef="#ctx0" brushRef="#br0" timeOffset="3459.94">11114 2702 403 0,'0'0'217'0,"0"0"-29"16,0 0-80-16,-32-85-46 16,25 73-30-16,4 6-17 15,3 5-7-15,0 1-7 16,0 0-1-16,0 0-6 15,0 4-5-15,0 17 0 16,1 11 8-16,8 10 1 16,1 3-6-16,-3-1-4 15,4-5-8-15,0-8-3 16,-2-12 11-16,5-9-7 0,-2-7 9 16,3-3 10-1,4-10 2-15,2-12 2 0,-4-4-2 16,-6-2 1-16,-6 6 2 15,-5 4 6-15,0 3-7 16,0 6 10-16,0 6 6 16,0 3-20-16,0 0 1 15,0 0-1-15,0 0-6 16,0 0 0-16,0 5-4 16,0 7 10-16,0-1-3 15,-2-2 3-15,2-2-3 16,0-6-3-16,0-1 6 0,0 0 2 15,0 0 2 1,0 0 7-16,0 0 17 0,0-3-9 16,0-5-19-16,-1-1 1 15,-1 1 0-15,2 5-1 16,0 0 3-16,-1 0-3 16,1 2 0-16,0 1 0 15,0-2 0-15,0 2 0 16,0 0 0-16,0 0 0 15,0 0 3-15,0-2 0 16,-3 2-1-16,3 0 1 16,0-3-3-16,0 3 3 15,0-2-2-15,0 2-1 16,0-1 0-16,0 1 0 16,0 0-1-16,0 0-2 0,0 0 1 15,0 0-1-15,-3 0-12 16,-3 3-32-16,-2 12-32 15,-4 4 18-15,-1-3-106 16,4-10-182-16</inkml:trace>
  <inkml:trace contextRef="#ctx0" brushRef="#br0" timeOffset="4426.11">11150 2704 224 0,'0'0'212'16,"0"0"-55"-16,0 0-50 15,0 0-19-15,0 0-34 16,0 0-15-16,-15-41-13 16,15 41-4-16,0-3-11 15,0 3-1-15,0 0-8 16,0 0 0-16,0 0 8 15,0 0-4-15,0 0 3 16,0 0-7-16,0 0-2 16,0 0-8-16,0 13 4 15,0 8 2-15,0 6-4 16,0 7 6-16,3 0-1 0,3 2-9 16,3-2-3-16,2-5-11 15,6-9-6-15,5-9 2 16,7-11 2-16,8 0 23 15,5-17-1-15,0-11-20 16,-1-7 13-16,-8-1 11 16,-11 2 6-16,-8 0 12 15,-5 3 4-15,-3 4-4 16,-6 8-1-16,0 7 14 16,0 6-1-16,0 3-13 15,0 3-13-15,0 0-4 16,-13 6-11-16,-10 16 5 0,-5 7 6 15,-1 7-2 1,5 0 1-16,5-2-12 0,10-2-6 16,8-7-11-16,1-7-10 15,15-10 18-15,15-8 13 16,7 0 8-16,6-20 2 16,-6-5 4-16,-8-4-5 15,-13 2 6-15,-12 2 25 16,-4 3 9-16,-3 1-9 15,-13 4-17-15,1 5-1 16,3 4-11-16,8 8-1 16,1 0-1-16,1 3-8 15,-1 14-17-15,2 9 25 0,1 3-7 16,0 1-7-16,6 3-3 16,12-4-9-16,4-3 3 15,8-11-5-15,9-11 3 16,-2-4 22-16,5-11-4 15,-6-15 6-15,-4-10 0 16,-3-4 2-16,-5-9 3 16,-8-1-3-16,-9 0-1 15,-7-4 0-15,-1-4 0 16,-24-4 8-16,-5-2 28 16,0 3 22-16,6 10 18 15,8 16-13-15,7 15-25 16,6 11-20-16,1 6-17 15,2 3-1-15,0 11-21 0,0 28-21 16,4 23 38-16,10 22 4 16,5 8 0-16,4-2-1 15,4-3 1-15,0-7-2 16,6-10-9-16,-1-11-6 16,6-12-6-16,3-14-27 15,-2-16-30-15,-3-17-133 16</inkml:trace>
  <inkml:trace contextRef="#ctx0" brushRef="#br0" timeOffset="4627.11">11032 2301 359 0,'0'0'326'15,"0"0"-271"-15,0 0 2 16,0 0-57-16,0 0-12 16,0 0-2-16,66 12-23 15,-37 18-40-15,-3-4-80 16,-3-6-261-16</inkml:trace>
  <inkml:trace contextRef="#ctx0" brushRef="#br0" timeOffset="5030.16">13021 2358 617 0,'0'0'76'15,"0"0"27"-15,0 0-56 16,0 0-37-16,0 0-10 15,0 0 0-15,-77 104 0 16,68-41 1-16,9 4-1 16,2 1-2-16,35-7-4 15,18-11-29-15,17-18 1 16,16-15-12-16,0-17-21 16,1 0-9-16,-11-24-40 15,-10-9-233-15</inkml:trace>
  <inkml:trace contextRef="#ctx0" brushRef="#br0" timeOffset="5408.7">13438 2527 659 0,'0'0'7'16,"0"0"-7"-16,0 0 0 16,8 79 0-16,5-32 4 15,1 2 3-15,9-1 3 16,4-4 0-16,0-8 10 15,-5-9-10-15,-5-9-6 16,-10-5-3-16,-1-7-1 16,-5-5-58-16,4-1 18 15,5-7 36-15,5-19-74 0,3-9 6 16,-3-4 53-16,-4-2 19 16,-1-1 67-16,3 2 18 15,1 4-25-15,5 8 5 16,5 5-54-16,-3 9-4 15,0 5-5-15,-5 9 8 16,-4 0 6-16,0 4-16 16,1 18-3-16,-2 7 3 15,-5 12 0-15,-4 0 4 16,-2 5-4-16,0-4-1 16,0-9-89-16,0-16-37 15,-7-11-367-15</inkml:trace>
  <inkml:trace contextRef="#ctx0" brushRef="#br0" timeOffset="5590.6">13714 2182 796 0,'0'0'43'15,"0"0"19"-15,0 0-58 16,0 0-4-16,0 0-68 15,36 92 55-15,-15-10-66 16,2 7-58-16,3-9-101 16</inkml:trace>
  <inkml:trace contextRef="#ctx0" brushRef="#br0" timeOffset="5909.53">14155 2813 636 0,'0'0'61'16,"0"0"-20"-16,80-90-10 16,-40 49 11-16,0-3-11 15,-4-2-5-15,-8-4-4 16,-10 0 8-16,-14-5-19 16,-4-2 4-16,-13-4-4 15,-17 10-2-15,-2 5 9 0,6 17 5 16,7 15-15-1,10 7-8-15,3 7-1 0,1 21-34 16,-1 30-1-16,-3 22 33 16,5 19 3-16,4 8-3 15,1-7-18-15,22-13-17 16,7-18-2-16,4-20-27 16,-3-15 19-16,-4-17-44 15,-1-10-122-15</inkml:trace>
  <inkml:trace contextRef="#ctx0" brushRef="#br0" timeOffset="6111.22">14017 2461 362 0,'0'0'17'0,"0"0"-14"0,0 0 89 16,102-6-4-16,-54 2 12 15,15-2-31-15,8 4-23 16,9 2-40-16,5 0-6 16,-5 0-60-16,-9 0-129 15,-17 0-239-15</inkml:trace>
  <inkml:trace contextRef="#ctx0" brushRef="#br0" timeOffset="6423.82">14603 2590 737 0,'0'0'56'16,"0"0"-47"-16,0 0-8 15,104-51 6-15,-59 32 12 16,-2 0-6-16,-8 2-7 16,-13 2 9-16,-12-1 19 15,-8 2 1-15,-2-2-16 16,-8-3-12-16,-15 2-5 15,-6 3-4-15,1 11 2 16,3 3-2-16,2 13-3 16,5 20-22-16,5 6-6 15,7 9-2-15,6 4-11 16,17-2-31-16,24-4 22 0,16-15 1 16,7-9 11-16,-1-16-40 15,-7-6-114-15</inkml:trace>
  <inkml:trace contextRef="#ctx0" brushRef="#br0" timeOffset="6840.85">14979 2459 794 0,'0'0'45'0,"0"0"-41"15,0 0-4-15,0 0-15 0,0 0 12 16,0 0 3-1,25 92 2-15,-14-62-2 0,-2-4 6 16,-2-3-2-16,-3-7-4 16,-1-2 7-16,-3-6-7 15,0-5 0-15,0-3-4 16,0 0 4-16,1-11 13 16,4-14-13-16,3-8-1 15,4-4-4-15,0-2 2 16,4 3 3-16,7 2-2 15,1 4-2-15,4 6 0 16,-3 4 4-16,-7 5 0 16,-6 8 5-16,-8 7 9 15,-4 0-2-15,0 0-12 16,2 0-4-16,-1 12-1 0,2 10 3 16,0 5 2-16,0 5 2 15,3 4 1-15,0-2-3 16,2-1 0-16,5-1-16 15,2-3-71-15,7-6-49 16,7-12-153-16</inkml:trace>
  <inkml:trace contextRef="#ctx0" brushRef="#br0" timeOffset="7239.17">15531 2409 690 0,'0'0'147'16,"0"0"-36"-16,0 0-44 0,-16-71-35 15,15 71-32 1,-3 0-2-16,-2 13-25 0,-5 20-11 16,-5 14 33-16,5 6-4 15,5-2-25-15,6-8-12 16,3-14-4-16,18-12 15 16,2-11 5-16,7-6 30 15,3-10 5-15,-4-17 0 16,-3-7 2-16,-9 0 9 15,-11-2 14-15,-6 2 17 16,0 2-10-16,-12 9-7 16,-1 6-8-16,7 9 1 15,3 5-15-15,3 3-8 0,-1 5-23 16,1 21-23 0,0 10 39-16,0 9 0 0,0-3 0 15,12-6-2-15,13-10-18 16,8-7 14-16,7-12 13 15,6-7 2-15,-1 0-2 16,0-13-1-16,-6-9-15 16,-7-6-90-16,-9-5-116 15,-14-4-131-15</inkml:trace>
  <inkml:trace contextRef="#ctx0" brushRef="#br0" timeOffset="7429.97">15071 1976 909 0,'0'0'29'0,"0"0"17"16,0 0-6-16,0 0-39 16,0 0-1-16,0 0-31 15,48-3-52-15,-9 39-6 16,-7-2-159-16,-6-9-326 15</inkml:trace>
  <inkml:trace contextRef="#ctx0" brushRef="#br0" timeOffset="8375.82">9515 3313 222 0,'0'0'73'16,"0"0"17"-16,0 0 11 15,-94-33-45-15,79 28-33 16,8 4-15-16,4-1-6 16,3 1-2-16,0 1-10 15,20 0 10-15,27 0 1 16,32 4 43-16,45 1 5 15,47-5-23-15,54 0 0 16,57-14 3-16,40-6-22 16,25-5-1-16,14-3-4 15,-4-2 4-15,-9 1-5 16,-8 1-1-16,-19 1 2 0,-23 3-2 16,-25 4 0-1,-39 2 3-15,-45 1-2 0,-48 1 0 16,-43-1 3-16,-34 3-2 15,-26 3 10-15,-17 0 35 16,-8 2-16-16,-4 4-14 16,-3 0-13-16,-2 4-4 15,1 1-42-15,1 0-166 16,3 1-1-16</inkml:trace>
  <inkml:trace contextRef="#ctx0" brushRef="#br0" timeOffset="8557.16">14515 2888 837 0,'0'0'61'16,"0"0"-12"-16,0 0-12 16,0 0-13-16,0 0-24 15,0 0-4-15,-13-36-54 16,13 57-99-16,0-3-30 15</inkml:trace>
  <inkml:trace contextRef="#ctx0" brushRef="#br0" timeOffset="12719.44">7026 4117 256 0,'0'0'91'0,"0"0"75"15,0 0-77-15,0 0 10 16,0-85-12-16,0 67-23 16,-2-1-4-16,-4 0-20 15,3 6-7-15,-1 6-9 16,2 7-6-16,0 0-18 16,2 11-15-16,0 23-13 15,0 19 23-15,4 17 4 16,-3 13 1-16,-1 9-1 15,0-2-2-15,-1-8 2 16,-10-10-3-16,1-16-2 16,0-18-1-16,5-16 0 15,-1-15 7-15,3-7 1 16,-3-4 6-16,-7-26 8 16,2-15-7-16,-1-13-8 0,0-10-11 15,7 1-9-15,5-2 12 16,0 1-13-16,17 3-25 15,10 5-33-15,7 2 30 16,2 7-22-16,6 9 32 16,1 11 25-16,-7 9 14 15,-9 14 8-15,-2 8-2 16,-2 3-1-16,-4 19-5 16,-4 11 2-16,-3 3-1 15,-11 4 1-15,-1-2 3 16,-6-6-5-16,-15-5 2 15,-7-7 0-15,0-4 2 0,-2-7 0 16,3-1 10-16,5-5 16 16,4-1-12-16,9-1-6 15,5 5-8-15,4 4-4 16,5 8-4-16,19 8 4 16,15 3 0-16,9 4 4 15,10 1 7-15,2 0-3 16,-4 0-6-16,-5-1-1 15,-9-2 1-15,-9-1-2 16,-7-1-4-16,-15 0-102 16,-11-9-97-16</inkml:trace>
  <inkml:trace contextRef="#ctx0" brushRef="#br0" timeOffset="13068.06">7587 4367 831 0,'0'0'14'0,"0"0"40"16,0 0-54-16,0 0-28 15,0 0 27-15,0 0 1 16,58 67 0-16,-25-31 0 16,7 1 3-16,0-2-3 15,0-7 0-15,0-9 0 16,-5-15-4-16,-4-4 1 0,-3-6 2 15,-2-19 2 1,-7-9 2-16,-4-6 0 0,-12 0-2 16,-3-3 6-16,-25 2-1 15,-26 7-6-15,-19 5 3 16,-6 10-2-16,9 8-1 16,23 11 1-16,24 0-1 15,20 14-75-15,0 17 9 16,22 3-53-16,17-5-31 15,9-8-126-15</inkml:trace>
  <inkml:trace contextRef="#ctx0" brushRef="#br0" timeOffset="13335.63">8205 4207 509 0,'0'0'99'0,"0"0"80"16,0 0-92-16,-7-75-21 15,4 69-23-15,3 4-17 16,0 2-26-16,0 8-8 16,8 20 0-16,13 14 8 15,4 14 0-15,5 9 1 16,1 0-1-16,-4-5 0 16,-8-11-7-16,-2-12-9 15,-7-12-5-15,-4-10-12 0,-3-5-16 16,-3-10-39-1,0 0-3-15,-16-17-3 0,-13-17-462 16</inkml:trace>
  <inkml:trace contextRef="#ctx0" brushRef="#br0" timeOffset="13506.9">8056 4167 110 0,'0'0'536'15,"0"0"-478"-15,0 0-13 16,39-82-40-16,-6 68-5 15,11 2 0-15,3 3 10 16,11 1 4-16,0 5-6 16,2 3-6-16,-5 0-2 15,-10 0-9-15,-6 16-81 16,-15 3-20-16,-16-2-137 0</inkml:trace>
  <inkml:trace contextRef="#ctx0" brushRef="#br0" timeOffset="13700.23">8161 4717 320 0,'0'0'18'0,"0"0"23"16,0 0 67-16,80 3-51 15,-44-3-27-15,7-2-15 16,7-4-10-16,9-3-5 0,4 1-14 15,-2-5-185 1,-6-1-182-16</inkml:trace>
  <inkml:trace contextRef="#ctx0" brushRef="#br0" timeOffset="13875.02">8834 4685 410 0,'0'0'419'0,"0"0"-387"15,0 0-32-15,0 0-7 16,0 0 7-16,-19 106 0 16,19-63-2-16,0 1 1 15,0 1-40-15,0-4-84 0,-6-10-145 16</inkml:trace>
  <inkml:trace contextRef="#ctx0" brushRef="#br0" timeOffset="14533.92">9540 4353 762 0,'0'0'7'16,"0"0"30"-16,0 0-16 16,0 0-15-16,0 0-3 15,0 0-3-15,-10-34-14 16,10 67 9-16,2 15 4 15,4 18-1-15,-1 11 4 16,-2 10 1-16,-1-4-2 16,-2-13 1-16,0-15-2 15,3-23 4-15,-2-16-4 16,-1-11 2-16,0-5 1 0,0-10 34 16,0-21 24-1,0-19-61-15,-9-13 0 0,2-8-14 16,-3-2-9-16,5 1 10 15,5 7-22-15,0 6-4 16,9 4 22-16,13 12-14 16,7 8 31-16,4 12 0 15,1 8 1-15,2 10 3 16,1 5-4-16,-1 9 0 16,-2 16 0-16,-3 4 0 15,-7 5-1-15,-10-2 1 16,-13-1-3-16,-1-1 3 0,-13-7 0 15,-17-1 0 1,-9-8 3-16,-7-6-1 0,-5-3 2 16,2-5 4-16,7 0 0 15,13-2 12-15,18-1-18 16,11 3-2-16,13 0-183 16,26 0 13-16,15 0-84 15</inkml:trace>
  <inkml:trace contextRef="#ctx0" brushRef="#br0" timeOffset="15181.97">10116 4417 430 0,'0'0'162'15,"0"0"-16"-15,0 0-25 0,0 0-64 16,0 0-28-16,0 0-29 16,-9 0-4-16,3 33 3 15,2 13 1-15,2 8-3 16,2 0 3-16,0-1-1 15,6-11 4-15,3-12-3 16,0-13 1-16,-4-9-1 16,-4-7 1-16,-1-1 4 15,0-6 2-15,0-23 6 16,-1-15-13-16,-13-11-12 16,1-4 7-16,-1-5-15 15,3 0 11-15,3 7 2 0,4 5 7 16,4 13 4-1,4 11-1-15,18 11-3 0,5 5-7 16,7 7 4 0,1 5-1-16,-2 0-12 0,1 14 9 15,-3 6-21-15,-1 2 4 16,-9-1 3-16,-11-3-17 16,-10 1 2-16,0-1 17 15,-15 0 8-15,-13-3-16 16,-5 1 8-16,2-4-24 15,4-7 33-15,8 0 10 16,13-4 0-16,4-1 21 16,2 0 25-16,12 0-45 15,18 4 4-15,12 1-5 16,3 4 4-16,-1 3 7 0,-6 3-7 16,-6 1 0-16,-9 4-4 15,-11 4 1-15,-9 0 10 16,-3 5-5-16,0-2 0 15,-20 2-2-15,0-3-1 16,-4-1 1-16,-2-5-1 16,1-9-2-16,-1-5 3 15,4-6 2-15,-2 0-1 16,0-12 10-16,8-7-2 16,9-2-6-16,7-3-7 15,30-5-42-15,26-3-91 16,17-2-52-16,12-1-4 0</inkml:trace>
  <inkml:trace contextRef="#ctx0" brushRef="#br0" timeOffset="15647.06">10702 4428 78 0,'0'0'132'0,"0"0"27"16,94-55-7-16,-89 48-44 15,-5 1 43-15,0 3-62 16,0 2-36-16,0 1-33 16,-2 0-20-16,-5 17-2 15,-2 17-1-15,-3 17 3 16,0 11 2-16,1 7-1 15,3 1-1-15,8-5 0 16,0-12-1-16,0-17-3 16,8-13-3-16,-3-12 1 15,1-10-3-15,-3-1 9 16,3-18 11-16,6-21-11 0,0-18-2 16,-5-12-31-16,-7-6-10 15,0-4-19-15,-16 2 10 16,-7-1 49-16,4 4 3 15,6 9 51-15,8 15 8 16,5 15-5-16,11 13-54 16,20 12-3-16,6 9-19 15,8 1 13-15,0 10 6 16,-1 15 2-16,-2 4 1 16,-7 4 0-16,-5-2 0 15,-11 0-4-15,-13-4 3 16,-6-1-6-16,-11-2 4 15,-25 0 3-15,-16-4 0 0,-9-1 3 16,-4-9 2-16,9-4-3 16,13-6 17-16,19 0 3 15,12 0-22-15,11 3 0 16,1 2-118-16,21 1-42 16,16-6-53-16</inkml:trace>
  <inkml:trace contextRef="#ctx0" brushRef="#br0" timeOffset="16311.35">11397 4805 574 0,'0'0'25'16,"0"0"76"-16,0 0-41 15,0 0-60-15,0 0-12 16,0 0 8-16,-6 31 4 16,6 0 1-16,0 5 2 15,-8 3-3-15,-10 3 0 16,-5 2-69-16,-7-5-96 15,-2-10-72-15</inkml:trace>
  <inkml:trace contextRef="#ctx0" brushRef="#br0" timeOffset="17030.67">12000 4450 491 0,'0'0'91'16,"0"0"20"-16,0 0-82 0,0 0-25 15,0 0-4-15,-28 76 3 16,8-23 0-16,1 3-3 16,3-5 2-16,6-13-2 15,7-13 0-15,2-15 4 16,1-6-3-16,-2-4 1 16,2 0 13-16,0-17 76 15,0-16-63-15,8-12-28 16,10-6-27-16,7-1-11 15,2 2-32-15,1 6-12 16,-1 7-14-16,0 8 82 16,-6 12 14-16,-1 8 15 15,-4 9 17-15,-1 9-31 16,0 17-1-16,1 11 0 16,2 9 0-16,-2 5 5 0,4 1 1 15,5-7-5-15,0-10-1 16,1-12 1-16,-2-13 0 15,-2-10 5-15,-3-1 0 16,-2-29 16-16,-1-10 53 16,-2-12-65-16,-5-2 1 15,-2 1 3-15,-6 2-14 16,1 7-6-16,6 6-73 16,8 9-23-16,7 4-297 15</inkml:trace>
  <inkml:trace contextRef="#ctx0" brushRef="#br0" timeOffset="17482.05">12758 4311 573 0,'0'0'104'0,"0"0"-78"16,0 0-11-16,0 0-7 16,-9 101 23-16,4-43-8 15,5 13-9-15,0 6-5 16,0 4-2-16,15-8-5 15,3-15 0-15,0-17 4 16,-3-17-5-16,-3-13 3 16,-8-8-2-16,-1-3 2 15,-2-20 48-15,4-21-26 16,-3-19-26-16,-2-16-17 0,0-8-19 16,-14-2-3-1,-9 5 17-15,6 6 11 0,4 10-11 16,13 14-3-16,0 14 22 15,20 13-2-15,7 12-25 16,0 12 21-16,3 0 6 16,3 27 0-16,0 13 0 15,1 9 2-15,-7 6 0 16,-3-3 1-16,-15-9-4 16,-9-8-1-16,-8-4 4 15,-27-4 1-15,-10-3-16 16,-9-8-16-16,0-8-12 0,-1-8 14 15,0 0 19-15,7-18 0 16,14-1 6-16,20 0 4 16,14 4-2-16,23 2-195 15</inkml:trace>
  <inkml:trace contextRef="#ctx0" brushRef="#br0" timeOffset="17947.42">13366 4275 631 0,'0'0'77'0,"0"0"57"15,0 0-68-15,0 0-15 0,0 0-40 16,0 0-11 0,-16-22-10-16,16 53 10 0,0 13 0 15,2 9 0-15,14 8 0 16,6 3 0-16,4 0-3 15,4-4 2-15,1-8-4 16,-1-14-24-16,0-17 1 16,-1-16 17-16,3-8 11 15,2-32 5-15,3-14-5 16,-3-14-2-16,-8 2-3 16,-14 1 5-16,-12 6 9 15,0 1-2-15,-18 7-6 16,-8 8 7-16,3 9 8 15,6 15 22-15,10 5-5 0,1 9-33 16,6 0-9-16,-2 17-47 16,-1 14 49-16,0 11 6 15,3 7 1-15,0 0-3 16,11-8 1-16,13-13-17 16,2-10-2-16,1-10 8 15,3-8 10-15,6 0-21 16,4-12-42-16,5-13-102 15,-6-8-308-15</inkml:trace>
  <inkml:trace contextRef="#ctx0" brushRef="#br0" timeOffset="18109.76">13832 4427 573 0,'0'0'219'16,"0"0"-115"-16,0 0-21 15,0 0-79-15,0 0-4 16,0 0-43-16,-11-3-86 16,22 16 27-16,6-4-75 15,3-9-281-15</inkml:trace>
  <inkml:trace contextRef="#ctx0" brushRef="#br0" timeOffset="19829.56">7087 5177 282 0,'0'0'32'0,"0"0"-10"16,0 0 62-16,0 0 2 15,0 0-25-15,0 0-41 16,-21-36 9-16,21 36 4 16,0 0-8-16,0 0-25 15,0 0-1-15,22 0 0 16,16 0 1-16,20 0 1 0,21 0-1 16,19 0 0-1,29 0 1-15,30 0 2 0,36 0-2 16,30-10 0-16,18-5 1 15,12 3 3-15,1-2-4 16,3 2-1-16,4-2 0 16,2 1 1-16,2 4 0 15,4 1-1-15,8 3 1 16,9 4-1-16,-1-1-3 16,0-1 1-16,-9 0-12 15,-9-4 13-15,-10-1-2 16,-24-1 3-16,-17-1 0 0,-19-2 7 15,-11-3 0 1,-9 1-2-16,-14-1 3 0,-12 2 20 16,-19 4-17-16,-26 0-7 15,-25 5 5-15,-29 1-8 16,-23 2 2-16,-19 1-3 16,-7 0-8-16,-3 0 5 15,0 0-5-15,0 5-63 16,-8 15 5-16,-11-3-32 15,-3-5-259-15</inkml:trace>
  <inkml:trace contextRef="#ctx0" brushRef="#br0" timeOffset="19979.63">14033 4942 821 0,'0'0'24'0,"0"0"-8"15,0 0-16-15,0 0-146 16,0 0 81-16,0 0 14 16,-80 81-69-16,50-67-220 15</inkml:trace>
  <inkml:trace contextRef="#ctx0" brushRef="#br0" timeOffset="21072.53">12667 4322 166 0,'0'0'88'16,"0"0"46"-16,0 0-43 15,0 0-30-15,0 0 7 16,0 0-9-16,-30-52-26 16,28 48-2-16,1 2 0 15,1 1-2-15,0 1-26 16,0 0-3-16,0 0-7 0,0 0-1 16,4 0 8-16,7 0 0 15,4 0 0-15,0 1-17 16,4 2-8-16,-1-2-26 15,4 1-41-15,-2-2-102 16</inkml:trace>
  <inkml:trace contextRef="#ctx0" brushRef="#br0" timeOffset="21229.9">12734 4316 321 0,'0'0'146'0,"0"0"-50"16,0 0-96-16,0 0-70 16,0 0 3-16,0 0-102 15</inkml:trace>
  <inkml:trace contextRef="#ctx0" brushRef="#br0" timeOffset="28387.54">4470 6001 299 0,'0'0'120'16,"0"0"-8"-16,2-84-54 15,-2 53 56-15,0 2-39 16,-2 0-11-16,-8 2-23 16,1 5 3-16,2 9-23 15,1 7-8-15,4 6-3 16,2 0-10-16,0 28-25 16,0 22-1-16,0 20 26 15,0 12 0-15,0 4 1 0,0 1-1 16,0-4-1-1,0-5 1-15,0-11 1 0,0-13 2 16,0-10-3-16,0-13-4 16,0-12-1-16,0-9-5 15,0-8-42-15,0-2-25 16,9-22 70-16,2-21-310 16</inkml:trace>
  <inkml:trace contextRef="#ctx0" brushRef="#br0" timeOffset="28884.18">4412 5696 622 0,'0'0'94'16,"0"0"-57"-16,0 0-12 15,0 0-25-15,102 36 0 16,-48 17 0-16,8 11 1 16,-3 4 3-16,-6-5-4 15,-13-12 1-15,-13-10 1 16,-10-12-2-16,-9-6-1 16,-5-10-4-16,-3-5-13 15,0-5 18-15,0-3 0 16,0-5 1-16,0-18-1 0,-4-10-2 15,-2-6-43-15,6-3-36 16,0-1 49-16,0 2 11 16,9 2 21-16,11 5-2 15,5 4 1-15,0 10-1 16,-4 10 2-16,-6 7 8 16,3 3-4-16,-5 10-3 15,-1 17 19-15,2 14 4 16,-7 15 14-16,0 8 1 15,-2 5-18-15,-3 6-3 16,2-4-13-16,-3-7 1 16,2-6-3-16,-1-9-2 15,4-5-2-15,-3-6-33 0,3-15-124 16,-2-17-264 0</inkml:trace>
  <inkml:trace contextRef="#ctx0" brushRef="#br0" timeOffset="29234.84">5249 6324 414 0,'0'0'47'16,"0"0"-15"-16,0 0 40 15,121-24-29-15,-72 2 35 0,2-7-53 16,-3-2-9-1,-11 1 13-15,-12 1 16 0,-10 3-26 16,-12 4 29-16,-3 3-9 16,0 2-39-16,-22 5 0 15,-6 9 4-15,-5 3-4 16,0 7-5-16,6 22 0 16,5 6 2-16,10 8-11 15,12 5 8-15,0 4-12 16,17-5 11-16,22-2-15 15,13-14 20-15,11-12-11 16,7-16-27-16,5-3 1 16,1-23-49-16,-6-15-185 15</inkml:trace>
  <inkml:trace contextRef="#ctx0" brushRef="#br0" timeOffset="29900.59">5885 5995 650 0,'0'0'94'16,"0"0"-28"-16,0 0-22 15,14-78 0-15,-12 69-16 16,-1 4-19-16,-1 5-1 0,0 0-8 15,1 0-1 1,3 17-10-16,-1 10 5 0,0 13 2 16,2 9 2-16,-5 5 2 15,4 4 0-15,0 1 0 16,5-7-12-16,2-9-35 16,7-12-1-16,2-14-23 15,6-14-4-15,8-3 40 16,0-25-17-16,-1-14-16 15,-6-13 29-15,-9-4 39 16,-9-1 21-16,-9 3 45 16,0 4 34-16,-12 8-59 15,-3 10 65-15,6 14-12 16,6 14-35-16,3 4-59 0,0 22-11 16,0 16-1-16,3 12 12 15,9 8 1-15,3 2-1 16,1-2-1-16,1-7-4 15,-2-10-18-15,-5-16-5 16,-4-11-32-16,-3-9 13 16,-3-5 3-16,2-2 44 15,2-18 0-15,2-7-79 16,2 1-106-16,-1 1 99 16,0 4 86-16,-4 11 13 15,-3 3 68-15,2 4 25 0,-1 3-74 16,1 0-32-16,5 12-15 15,1 11 15-15,5 6 0 16,-1 6 3-16,4-1-1 16,-5-2-1-16,-2-3 0 15,-2-8-1-15,-5-7-83 16,-2-8-8-16,0-6-91 16</inkml:trace>
  <inkml:trace contextRef="#ctx0" brushRef="#br0" timeOffset="30080.86">5516 6157 219 0,'0'0'7'0,"0"0"34"0,88 24 37 16,-36-22-17-16,11-2-5 15,6 0-38-15,2 0-18 16,-2-12-104-16</inkml:trace>
  <inkml:trace contextRef="#ctx0" brushRef="#br0" timeOffset="37611.28">6687 6096 544 0,'0'0'149'0,"0"0"-84"15,0 0-12-15,0 0-11 16,0 0-30-16,0 0-8 0,0 0-4 16,-19-9-3-16,8 31 1 15,-5 10 2-15,-2 9 0 16,-3 6 2-16,5 4 0 15,2-4-1-15,7-4 0 16,2-10-1-16,5-8 0 16,0-8 0-16,0-8-1 15,8-9 1-15,8 0 4 16,11-22 11-16,8-16-6 16,10-9-6-16,-9-3-3 15,-7 2 0-15,-12 2-1 16,-9 2 1-16,-8 5 0 0,0 6 0 15,-4 5-22-15,-10 5-28 16,4 5-5-16,-1 1 19 16,5 0 10-16,6 0-21 15,0 0 6-15,21-2 18 16,12-1-14-16,4 1 33 16,0 1 4-16,-8 5 17 15,-7 4 4-15,0 2 1 16,-4 4 3-16,-4 3-12 15,-2 0-10-15,0 15-3 16,-3 14 1-16,-4 10 17 16,-1 11-2-16,-3 4-4 15,3 7 1-15,1-2-2 16,7-4-8-16,3-4 5 0,0-10-7 16,0-9 7-16,-5-10-8 15,-2-8 2-15,-6-6-1 16,0-3 1-16,-2-5 0 15,0 0 17-15,0 0 75 16,-3-16-56-16,-16-4-25 16,-5 0-10-16,-4 6-2 15,-1 4-1-15,7 9 0 16,4 1-3-16,3 8-2 16,6 9-2-16,0 5 0 15,9 1-4-15,0-2 3 16,3 3 3-16,17-5 0 15,8-4 1-15,9-6-1 0,11-7-1 16,7-2-3-16,8-17 2 16,5-18 6-16,0-8-20 15,-9-9 9-15,-14 0 12 16,-15-1 8-16,-15 6 13 16,-12 6 27-16,-3 9-43 15,-2 7 10-15,-11 8-13 16,2 9-2-16,0 3 0 15,9 5-2-15,2 0-27 16,0 14-71-16,0 16 80 16,9 10 20-16,12 6 0 15,1 2 1-15,2-4-1 16,-8-6 2-16,-2-10-4 0,-8-9 2 16,-5-8 0-1,-1-8 0-15,0 0 3 0,0 2 0 16,-24 1 1-16,-10 2 7 15,-15 1-7-15,7-4-4 16,10 0-22-16,21-5-51 16,11 0-54-16,18-19-384 15</inkml:trace>
  <inkml:trace contextRef="#ctx0" brushRef="#br0" timeOffset="38445.52">8001 6123 704 0,'0'0'46'16,"0"0"-46"-16,0 0-2 15,0 0-1-15,0 0 3 16,-20 101 2-16,20-68 0 16,0-2-2-16,8-6 0 15,13-7 0-15,9-11-5 16,7-7 1-16,2-4 4 15,-3-20 4-15,-6-6-4 16,-9-1 4-16,-13 2 3 16,-7 4 17-16,-1 4-1 15,0 9 21-15,0 7-28 16,0 2-8-16,0 3-8 0,0 0-26 16,0 3-45-16,4 14 59 15,8 0 11-15,4 4-1 16,8-4 0-16,4 0-5 15,5-8 0-15,3-9-6 16,-2 0-10-16,-2-17 23 16,-2-16 0-16,-4-6 0 15,-3-7-4-15,-10-1-2 16,-7 2 4-16,-6 4 2 16,0 5 5-16,-1 5 15 15,-7 5 23-15,2 10 35 16,5 9-1-16,1 7-63 0,0 0-14 15,0 24-61-15,0 13 54 16,1 11 7-16,7 8 2 16,4 1-2-16,6-4 1 15,1-4 2-15,-1-12-3 16,0-10 0-16,-6-9-3 16,-2-10-2-16,-5-5-5 15,1-3 4-15,0 0 6 16,2-11 0-16,2-7-2 15,-2 1-11-15,-3 7 2 16,-2 2 11-16,-3 6 8 16,0 2-8-16,0 0-5 0,7 0-45 15,0 7 9 1,7 8 41-16,10 2 2 0,1 0 3 16,5-3-3-16,-3-2-2 15,-7-9 0-15,-1-3 2 16,-1 0-2-16,-4-3 20 15,3-14 14-15,-2-7 8 16,-2 1-32-16,-5 0-8 16,-5 6 8-16,0 8 4 15,-3 4-2-15,0 5-12 16,3 0-6-16,1 0-66 16,10 14 12-16,2 4 60 15,8 4-1-15,7-1-22 16,2-2-34-16,0-7-83 0,-5-12-111 15,-4 0-25-15</inkml:trace>
  <inkml:trace contextRef="#ctx0" brushRef="#br0" timeOffset="39092.04">9014 5861 734 0,'0'0'72'0,"0"0"-72"15,0 0-135-15,0 0 129 16,0 0 4-16,101 86-47 16,-57-55-20-16,5-5 46 15,3-9-85-15,-1-13-20 0,-2-4 80 16,-9-1 48-16,-13-14 3 16,-13 3 63-16,-14-1 82 15,0 2-47-15,-4-1 54 16,-12 2-135-16,1 5 30 15,0 5-36-15,-1 0 4 16,2 5-18-16,-1 17-3 16,6 6 1-16,8 7 0 15,1 6 2-15,14 0-1 16,18-5-3-16,12-8-14 16,11-19-16-16,7-9 34 15,6-10 0-15,-4-26-9 16,-8-10-1-16,-17 0-3 15,-18-4 13-15,-15 5 8 0,-6 2 34 16,-22 2-31-16,-15 5 9 16,2 3-16-16,5 12 28 15,14 8 42-15,5 13-65 16,8 0-9-16,2 21-47 16,1 15 43-16,0 10 4 15,13 4 0-15,10 1-1 16,7-4-2-16,0-2 1 15,-1-11-3-15,-5-10-15 16,-6-11 4-16,-8-10 15 16,-4-3 1-16,3-10 24 15,-1-15-5-15,-1-5-19 16,-4 2 1-16,-3 6 7 0,0 10-6 16,0 7 9-1,0 5-10-15,0 0-1 0,3 7-86 16,8 13 56-16,5 11 29 15,11 8-27-15,10 3-3 16,11-4-71-16,13-8-84 16</inkml:trace>
  <inkml:trace contextRef="#ctx0" brushRef="#br0" timeOffset="39510.8">10843 5898 830 0,'0'0'4'0,"0"0"-4"16,0 0-3-16,0 0-35 15,0 0 22-15,0 0 15 16,-87 102 1-16,60-52 4 16,5-1-4-16,10-7-3 15,9-9 3-15,3-11-1 16,3-6 1-16,12-10-15 15,6-6 14-15,1 0 1 16,5-13 4-16,-5-13 3 16,-4-5-2-16,-12-6-1 15,-6 1 1-15,-1 0-3 16,-20 4 15-16,3 11 0 0,3 6 21 16,9 10 10-16,3 5-48 15,1 0-54-15,1 15-77 16,1 20 90-16,0 8 41 15,0 7 0-15,5-2 0 16,14-7-3-16,8-12-24 16,4-7 19-16,5-13 7 15,0-6 0-15,1-3-13 16,-4-10-61-16,-6-17-355 16</inkml:trace>
  <inkml:trace contextRef="#ctx0" brushRef="#br0" timeOffset="39808.71">11026 5992 886 0,'0'0'0'0,"0"0"-103"16,21 71 103-16,-8-27 2 16,-2 1 5-16,-4-4-6 15,4-9-1-15,-6-8 4 16,0-10-1-16,-2-5 1 15,-3-3-3-15,0-6 5 16,0 0 9-16,1-7 30 16,3-18-33-16,3-13-12 15,0-7-14-15,1 0 10 16,1 3-8-16,0 7 12 0,3 10 0 16,5 7-29-16,10 10-35 15,5 8-47-15,2 0-9 16,-3 5-70-16,-6 7-33 15</inkml:trace>
  <inkml:trace contextRef="#ctx0" brushRef="#br0" timeOffset="40123.66">11424 6073 139 0,'0'0'532'0,"0"0"-510"15,0 0-20-15,0 0 0 16,84-67 0-16,-72 56-1 15,-5-3 5-15,-4 1 19 0,-3 1-1 16,-3 0-7-16,-13 2-17 16,-7 3-1-16,-3 7 1 15,-7 0 20-15,-3 7-18 16,-4 13-2-16,6 4-1 16,5 4 0-16,8-3-3 15,3 3 3-15,9-1 1 16,5-2-2-16,4-3 2 15,0-3-4-15,21-5 4 16,12-6 3-16,13-4 6 16,10-4-9-16,7-2-12 15,0-17-120-15,-5-13-310 16</inkml:trace>
  <inkml:trace contextRef="#ctx0" brushRef="#br0" timeOffset="41272.46">12630 5775 437 0,'0'0'25'15,"-132"-90"6"-15,73 61-31 0,18 10 43 16,14 9 100-16,17 7-30 16,4 3-89-16,3 0-24 15,-1 10-6-15,-4 22-6 16,-6 19 12-16,0 17 4 16,3 7-2-16,7-3-2 15,4-14 0-15,2-14-1 16,20-15 1-16,2-13 1 15,5-8 1-15,3-8 2 16,5-5-4-16,5-21-2 16,-3-8-52-16,-7-4-12 15,-8 3 28-15,-13 6 38 16,-7 9 46-16,-4 11 11 0,0 6-21 16,2 3-36-1,-2 7-32-15,0 18-28 0,0 13 58 16,0 7 2-16,0 5 2 15,0-2 1-15,0-6-3 16,1-7 0-16,3-14 4 16,-1-8-4-16,-3-8 3 15,0-5-1-15,-1 0 3 16,-24 0 7-16,-11-13-12 16,-12 0 0-16,-4-4 0 15,6 2-2-15,11 1 0 16,15 2 1-16,20 6-12 0,6-3-51 15,34 1-105 1,18-3 11-16,21-4 46 0,12-2 80 16,6 0 32-16,-10-4 20 15,-17 6 26-15,-21 2 40 16,-27 7-8-16,-16 3 58 16,-6-1 18-16,0 2-50 15,-7 0-73-15,-14 2-31 16,-7 0-3-16,1 8-1 15,1 11 1-15,11 1 2 16,11 2-4-16,4 0-22 16,9-4-16-16,25-7 5 15,11-8 29-15,3-3-1 16,-2-3 5-16,-10-17 5 16,-8-4 2-16,-10 0 32 0,-9-3-26 15,-5 5 16-15,-4 3 63 16,-4 5-87-16,-9 6-5 15,3 4 2-15,3 4 2 16,2 0-21-16,1 17-32 16,1 8 51-16,3 8-12 15,7 3-6-15,23 0 11 16,18-7-21-16,15-12-7 16,13-15 8-16,0-6 25 15,-6-23 5-15,-17-9 2 16,-14-3 34-16,-14-6-16 15,-11 0 19-15,-8-1-39 0,-6 1-2 16,0 8-2-16,-10 6 4 16,-2 12 22-16,6 11 30 15,3 7-43-15,3 1-9 16,0 12-75-16,0 16 38 16,0 14 37-16,0 8 0 15,6 5 3-15,0-6-2 16,3-6-1-16,-3-13 1 15,0-11 1-15,-2-6 2 16,-4-9 0-16,0-4 4 16,0 0 54-16,-22 0-2 15,-12-13-60-15,-4-1-11 0,4 1-46 16,9 0-42-16,14 3-159 16</inkml:trace>
  <inkml:trace contextRef="#ctx0" brushRef="#br0" timeOffset="41938.43">13832 5990 80 0,'0'0'617'0,"0"0"-554"15,0 0-26-15,0 0 4 16,76-73-23-16,-69 59-6 16,1-3-11-16,-2 2 0 15,-6 0-1-15,0 0-6 16,0-1-4-16,-18 4-15 0,-9 1-12 15,-3 8 21 1,0 3 15-16,-3 3-3 0,5 18 0 16,4 8-23-16,11 5 19 15,13 4 1-15,1 5-2 16,33 2-11-16,19-4-5 16,18-15-30-16,14-12 8 15,0-14 30-15,-5-11 9 16,-13-16-2-16,-17-8 7 15,-11-7-1-15,-14-5 1 16,-15-4 3-16,-10-1 0 16,-10 3 3-16,-16-4 19 15,-3 6 2-15,8 5 98 0,7 12-50 16,6 12 1-16,5 10-10 16,3 8-63-16,0 0-28 15,4 21-62-15,19 17 90 16,5 13 1-16,5 8 2 15,0 0-3-15,-3-8 0 16,-5-11 2-16,-5-9 0 16,-6-13-2-16,-6-6 2 15,-7-9-2-15,-1-3-4 16,0 0 2-16,-10 0 2 16,-23 0 6-16,-12-10-6 15,-1 1-8-15,6 0 8 16,13 4 13-16,15 3 24 15,6 2-35-15,-4 0-2 0,4 12-9 16,-3 8 8-16,0 2 0 16,1 4-1-16,5 1 2 15,3-4 0-15,0-5-5 16,5-5-12-16,14-7 17 16,8-6 4-16,8 0 4 15,10-6-8-15,6-14-25 16,6-8-127-16,0-3-21 15</inkml:trace>
  <inkml:trace contextRef="#ctx0" brushRef="#br0" timeOffset="42821.95">15061 5907 434 0,'0'0'149'15,"0"0"-144"-15,0 0-5 16,0 0 0-16,0 0 1 16,0 0 6-16,0 93-2 15,1-67 4-15,22-2-4 0,14-4 44 16,6-8 25 0,9-8-28-16,3-4-4 0,-5-7-11 15,-6-15-6-15,-9-4-8 16,-8-2-1-16,-11-4-9 15,-10 0-7-15,-6-2-4 16,-15 4-20-16,-31 7-39 16,-15 4-45-16,-9 7-20 15,9 7 64-15,14 2 24 16,22 3-19-16,22 0 4 16,3 0-15-16,24 0 70 15,23 9 29-15,15-1 16 16,8 4 36-16,6 5-37 15,-1-4 2-15,-6 6-33 0,-4-3 2 16,-14 1-7-16,-10-2-3 16,-14-1-2-16,-14-6-3 15,-8-3-1-15,-3-4-5 16,-2-1-2-16,0 0 8 16,-4 0 7-16,-6-6 2 15,2-11-6-15,8-7 7 16,0-5 8-16,15-5-18 15,17 0-33-15,2 0 27 16,0 7 6-16,-4 6 0 16,-7 9 21-16,-7 9 8 15,-7 3-26-15,-3 10-3 16,-5 17-3-16,-1 11 2 0,0 8 1 16,0 7 3-1,-1 5-3-15,1-7 0 0,4-7-23 16,28-15-33-16,23-18-141 15</inkml:trace>
  <inkml:trace contextRef="#ctx0" brushRef="#br0" timeOffset="43054.59">16485 5534 792 0,'0'0'60'0,"0"0"16"15,0 0-76 1,0 0-83-16,0 0 72 0,-50 83 11 16,46-21 2-16,4 5-1 15,4 0-2-15,30-16-1 16,9-15-19-16,10-16-35 16,6-13-19-16,2-7-7 15,-4-20-48-15,-10-16-98 16,-14-7 16-16</inkml:trace>
  <inkml:trace contextRef="#ctx0" brushRef="#br0" timeOffset="43553.69">16834 5680 117 0,'0'0'144'0,"-55"-71"-18"16,31 48 49-16,9 11 50 15,9 6-91-15,5 5-112 0,1 1-22 16,0 9-37 0,0 24-34-16,0 15 71 0,15 11-1 15,7 4 1-15,6-10-1 16,7-13-27-16,-2-15-10 15,3-15 29-15,-7-10 9 16,-2 0 9-16,-3-21 25 16,-3-6-4-16,-7-7-23 15,-5 5-2-15,-5 4 6 16,-4 8 44-16,0 9-17 16,2 3-25-16,-2 5-13 15,5 0-1-15,4 0-27 0,10 14-39 16,10 6 59-1,8 4 6-15,6-5 2 0,3-2-27 16,4-10-23-16,-2-7 37 16,-4 0 11-16,-5-10 2 15,-11-13 2-15,-9-4 1 16,-5-6 1-16,-9-3 0 16,-5 2-2-16,-3 4-2 15,-15 5-5-15,-2 8 5 16,6 8 12-16,3 4 39 15,4 5-30-15,-4 0-21 16,-1 19-26-16,-4 15 20 16,4 10 4-16,6 4-2 15,6 2-14-15,0-6 5 16,21-12-12-16,23-10 16 0,16-10 4 16,15-10 5-1,7-2 0-15,-6 0-141 0,-9-17-90 16</inkml:trace>
  <inkml:trace contextRef="#ctx0" brushRef="#br0" timeOffset="43803.72">16535 5657 404 0,'0'0'18'15,"0"0"41"1,0 0 15-16,0 0-34 0,0 0-12 16,0 0-10-16,-21-8-18 15,21 8-6-15,8 0 2 16,14 8 4-16,10-2 8 16,10-3 2-16,10-3-10 15,9 0-43-15,11 0-143 16,7-20-172-16</inkml:trace>
  <inkml:trace contextRef="#ctx0" brushRef="#br0" timeOffset="44352.04">19446 5359 157 0,'0'0'158'16,"0"0"-1"-16,0 0-57 16,-36-76 13-16,26 64-51 15,2 7-25-15,4 5-3 16,4 0-34-16,0 10-16 0,-2 22-10 16,2 19 26-16,0 16 0 15,0 15 1-15,0 12 1 16,5 4-2-16,0 3 2 15,-5-8-2-15,0-16-13 16,0-14-39-16,0-22-50 16,-4-20-98-16</inkml:trace>
  <inkml:trace contextRef="#ctx0" brushRef="#br0" timeOffset="45002.23">18991 5213 465 0,'0'0'31'16,"0"0"24"-16,129-58-10 16,-64 53-23-16,14 5 46 15,9 0-25-15,2 18-20 16,-5 13-13-16,-9 5-10 15,-17 6-1-15,-13 1 1 16,-19 3-1-16,-19-3-7 16,-8-4-47-16,-16-5 17 15,-20-7 28-15,-8-8-14 0,-6-7 20 16,-2-10 4 0,4-2 0-16,7-5 17 0,13-11 45 15,10 3-13-15,11 3-36 16,7 4-13-16,3 3-9 15,31 3-45-15,11 0 18 16,12 6 24-16,1 10 12 16,-2 8 0-16,-2 6 6 15,-3 5 6-15,-4 4 5 16,-3 4 13-16,-6 1-19 16,-11-4-6-16,-10-5-1 15,-8-8-3-15,-5-6 0 16,-4-8 2-16,0-4-3 15,0-8 1-15,-7-1-1 0,-10-10 23 16,-8-14-9-16,4-12-5 16,5-3 0-16,5 0-9 15,11 3-16-15,8 5-70 16,24 6-84-16,9 5-30 16,1 8 124-16,-7 5 76 15,-5 5 17-15,-10 2 67 16,-4 4-12-16,-2 11-14 15,-1 9-2-15,-3 5-20 16,1 4-18-16,-1 6-8 16,-1-3 1-16,-1-2-6 15,2-9-5-15,-7-13-96 16,-3-12-332-16</inkml:trace>
  <inkml:trace contextRef="#ctx0" brushRef="#br0" timeOffset="45164.86">20074 5254 784 0,'0'0'19'0,"0"0"-19"16,0 0-121-16,0 0 112 16,55 118 0-16,-18-57-37 15,8 0-120-15,3-8-163 16</inkml:trace>
  <inkml:trace contextRef="#ctx0" brushRef="#br0" timeOffset="45836.62">20384 5721 546 0,'0'0'296'0,"0"0"-201"16,0 0-50-16,0 0-42 16,0 0-3-16,0 0-13 15,-9 24 2-15,21-4 10 16,6-1-5-16,3-4-8 15,0-10-6-15,0-5 5 16,0-3 11-16,0-23 0 16,5-8-13-16,-3-3-10 15,-5 6 27-15,-4 7 0 16,-4 9 3-16,3 10-3 16,-4 5-4-16,1 0-17 0,4 0 7 15,0 11 7-15,4 8 7 16,4 1 0-16,6 3 1 15,2-4-2-15,2-7 1 16,1-12 0-16,3-1 7 16,-4-24 0-16,2-7-1 15,-5-3 10-15,-5 1-8 16,-9 6-2-16,-7 9 8 16,-8 8 1-16,0 8-3 15,0 0-12-15,0 3-2 16,-2 3-35-16,-13 13 14 15,-9 8 23-15,1 8 0 0,-1 2 0 16,4 7 1-16,6 3-1 16,9 2-1-16,5-6 0 15,24-9-2-15,28-12-14 16,19-13 5-16,18-6 0 16,5-17-49-16,-5-14 12 15,-14-7 7-15,-20 0 42 16,-25 5 23-16,-16 3 73 15,-14 5-27-15,0 5-52 16,-17 3-2-16,0 11-13 16,1 4-2-16,4 2-4 15,2 3-36-15,2 16 14 16,1 6 17-16,5 9 2 0,2 9 4 16,2 0 1-16,21-3 2 15,13-7-1-15,11-14 1 16,8-13 0-16,3-6 0 15,0-6-10-15,-4-22-83 16,-6-15-135-16</inkml:trace>
  <inkml:trace contextRef="#ctx0" brushRef="#br0" timeOffset="45988.81">21062 5310 586 0,'0'0'0'0,"0"0"-35"16,119 65-3-16,-61-31-6 15,-3-1-163-15</inkml:trace>
  <inkml:trace contextRef="#ctx0" brushRef="#br0" timeOffset="46517.66">21643 5584 208 0,'0'0'213'0,"0"0"-74"16,0 0-99-16,0 0-39 15,0 0 4-15,29 91 10 16,-25-28 12-16,-4 12 5 16,0 0-8-16,0 3-9 15,-9-1-3-15,2-4-6 16,0-11-2-16,6-18-4 16,1-17 1-16,0-15-2 15,0-7 2-15,0-5 11 0,1-17 97 16,16-22-48-1,4-17-61-15,1-11-28 0,-7-6 0 16,-5 0-12-16,-3 1-21 16,0 2-37-16,4 9-26 15,3 13 12-15,3 11 38 16,4 16 74-16,-2 12 32 16,-1 9 24-16,-2 9-42 15,-2 25-6-15,-5 13 6 16,-6 6-2-16,-3 2 20 15,0-5-11-15,-11-10-7 16,-2-12-10-16,1-9-3 16,-4-11 8-16,-4-6-2 15,-4-2 41-15,-3 0-4 16,-1-17-44-16,4-6-8 0,15-7-168 16</inkml:trace>
  <inkml:trace contextRef="#ctx0" brushRef="#br0" timeOffset="46833.97">21976 5811 693 0,'0'0'75'15,"0"0"-47"-15,0 0-8 16,0 0 38-16,0 0-21 16,0 0-33-16,85-87 1 0,-52 48-5 15,-1-5 0 1,-2-1-1-16,-9 0-5 15,-12-3-5-15,-9-2-23 0,-3 3-3 16,-21 4 12-16,0 9 21 16,3 9 4-16,9 14 1 15,2 11-1-15,6 0-11 16,-2 25-93-16,1 20 98 16,5 15 5-16,0 13 0 15,25 9 1-15,19-1-9 16,15-10 9-16,7-13-4 15,0-18-18-15,-8-19-40 16,-15-17-162-16</inkml:trace>
  <inkml:trace contextRef="#ctx0" brushRef="#br0" timeOffset="47151.59">22425 5640 731 0,'0'0'66'0,"0"0"-29"15,0 0-37-15,0 0-4 16,0 0 4-16,0 0 6 16,83-23 8-16,-65 16 0 15,-9 3-5-15,-1-2 8 16,-1-6-13-16,-1 2-4 16,-5-4 0-16,-1 1-16 15,0 0-15-15,-10 3 8 16,-5 7 17-16,-3 3-1 15,0 0-23-15,-1 12-34 0,3 10 32 16,3 5 2-16,8 7 12 16,5 5 12-16,0-2 2 15,19-3-2-15,17-6 6 16,7-7 0-16,8-4 0 16,0-14-58-16,-2-3-402 15</inkml:trace>
  <inkml:trace contextRef="#ctx0" brushRef="#br0" timeOffset="47983.94">23414 5559 659 0,'0'0'116'16,"0"0"-31"-16,0 0-40 16,0 0-23-16,0 0-22 15,0 0-3-15,-11-34-6 16,7 54-33-16,-3 17 41 0,0 15 1 15,3 10 0 1,4 2-4-16,0-8-1 0,11-13-10 16,11-19 4-16,1-13 11 15,2-11 1-15,3 0 7 16,0-23 20-16,4-13 0 16,-6-11-13-16,-5-6-13 15,-10-7-2-15,-11-2-8 16,0 6-5-16,-6 5 6 15,-11 6 6-15,4 7-5 16,4 7-13-16,4 5-18 16,5 6-49-16,0 3 9 15,11 8 48-15,9 0-53 0,0 3 53 16,-2 5 29-16,-5 1 3 16,-1 0 20-16,-3 3-13 15,2 19-2-15,-5 15-1 16,-6 14 7-16,0 16 3 15,0 11-2-15,-5 13 2 16,5 1-3-16,0 1-8 16,15-7 4-16,15-7-4 15,7-9-6-15,1-10 0 16,0-11-3-16,-5-13-18 16,-12-12-27-16,-6-11-21 15,-9-10-67-15,-6-3 14 0,0-3 121 16,-3-12 1-1,-13-8 31-15,-4-3 142 0,-10-3-90 16,-8-9 6-16,-4-7-8 16,-2 0-12-16,1-1 1 15,10 4-40-15,8 7-10 16,13 5-16-16,11 2-4 16,1 5-6-16,20 1-17 15,22-1 0-15,16 1-2 16,16 0-6-16,4 2-9 15,0 3 7-15,-6 4-30 16,-14 0 16-16,-13 1-29 16,-8 3-123-16,-10 1-54 15</inkml:trace>
  <inkml:trace contextRef="#ctx0" brushRef="#br0" timeOffset="48136.55">24160 5656 603 0,'0'0'176'0,"0"0"-42"16,0 0-90-16,0 0-44 15,0 0-18-15,0 0-158 16,-5 15 70-16,20 7-73 16</inkml:trace>
  <inkml:trace contextRef="#ctx0" brushRef="#br0" timeOffset="49192.25">6325 7088 521 0,'0'0'146'15,"0"0"-60"-15,0 0 6 16,0 0-44-16,0 0-34 16,0 0-14-16,-18-27-28 15,18 59 18-15,3 19 10 0,4 12-3 16,-4 9 1 0,-3 6 2-16,0-7 0 0,0-10-48 15,0-14-4-15,-3-18-20 16,-3-17-31-16,2-12-104 15,-2-12-57-15</inkml:trace>
  <inkml:trace contextRef="#ctx0" brushRef="#br0" timeOffset="49699.98">6001 7000 398 0,'0'0'98'0,"0"0"-12"0,110-69-36 16,-56 54-4-16,13 8 5 16,15 7-26-16,5 15 1 15,-1 23-21-15,-5 14-5 16,-16 8-5-16,-14 5 4 16,-15 0-3-16,-20 2 0 15,-16-2 0-15,-7-3 0 16,-29-4 3-16,-11-7 0 15,-6-5 1-15,-10-10 0 16,-10-10-9-16,-3-7-6 16,0-13 9-16,3-6 6 15,18 0 3-15,13 0-1 16,20-5 3-16,14 1 0 0,8-2-5 16,9-1-12-16,27-1-63 15,21-6 48-15,16 0 5 16,21-3 16-16,7-5-1 15,-1-2 3-15,-4-5 4 16,-16 0 6-16,-16 5 16 16,-22 7 31-16,-18 7 0 15,-12 8-17-15,-9 2-36 16,-2 3-6-16,-1 15 4 16,0 7 2-16,0 4 2 15,-1 0 2-15,-5 1-3 0,5-2-1 16,1-8-1-16,0-3-46 15,0-10-63 1,1-7-124-16</inkml:trace>
  <inkml:trace contextRef="#ctx0" brushRef="#br0" timeOffset="49876.46">6924 6991 814 0,'0'0'29'16,"0"0"11"-16,0 0-40 16,0 0-86-16,0 0 64 15,82 79-71-15,-50-23-73 16,-7-5-165-16</inkml:trace>
  <inkml:trace contextRef="#ctx0" brushRef="#br0" timeOffset="50264.99">7045 7652 669 0,'0'0'100'0,"0"0"-82"16,0 0-18-16,0 0-12 16,0 0 12-16,0 0 3 15,72 8 0-15,-44-33 3 16,2-11-2-16,-2-7-4 15,3-5-4-15,-2-2-16 0,-1 0-57 16,-1 2-13-16,-6 4-86 16,1 10 12-16,-4 8 107 15,-6 10 57-15,0 11 71 16,0 5 24-16,0 0-49 16,4 15-16-16,0 13 11 15,2 5 21-15,-4 8-11 16,-5 2-26-16,-6-1-4 15,-3-1-11-15,0-9-2 16,0-9-7-16,0-7 2 0,-3-6 5 16,-3-4-4-1,-6-1 1-15,-6-2-5 0,-6-3-57 16,-7 0-78-16,-3-3-181 16</inkml:trace>
  <inkml:trace contextRef="#ctx0" brushRef="#br0" timeOffset="51448.53">7931 7112 677 0,'0'0'80'0,"0"0"15"0,0 0-46 16,0 0-38-16,0 0-11 15,0 0-11-15,4-9-8 16,-4 45 19-16,-7 15 0 16,-5 9 4-16,0 11 0 15,3-1-4-15,9 0-13 16,0-10-11-16,12-14-9 15,21-17-12-15,24-26 15 16,13-3 29-16,9-34 1 16,-3-9 2-16,-9-8 1 15,-19 0 2-15,-18 5 17 0,-16 5 33 16,-12 7-2-16,-2 10-7 16,0 11-12-16,-6 4-28 15,2 9-6-15,-1 0-1 16,-4 10-37-16,-3 13 16 15,-2 13 22-15,4 3 0 16,7 3-2-16,3 5-9 16,0 2 3-16,18-3 0 15,3-5-4-15,1-7-10 16,-2-14-5-16,1-9 6 16,-1-11 4-16,0-2 17 15,-2-19 5-15,-3-11-2 16,-6-2 3-16,-9-7 0 0,0-2-6 15,-20 2-3-15,-5 4-26 16,-1 8 25-16,4 5 3 16,1 8-3-16,-1 4-61 15,1 1-6-15,0 2 41 16,2 4 25-16,4 2 5 16,0 1-1-16,8 2 1 15,2 0-3-15,5 0 3 16,0 0-3-16,0-1-2 15,0 1-3-15,0 0 8 16,0 0 0-16,0-2 31 16,0 2 32-16,0 0 19 0,0 0-21 15,0-1-24-15,0 1-23 16,0 0-8 0,0 0-6-16,0 0-1 15,0 0-1-15,0 0-4 0,0 0 0 16,0 0 2-16,0 0 3 15,0 0 0-15,0 0-6 16,0 0-4-16,5 0 9 16,7 1 4-16,13 4-2 15,8-2 3-15,13-3 0 16,5 0 2-16,4 0-2 16,-6-9 3-16,-9-1 0 15,-10 0 3-15,-12 2 9 16,-9 4 18-16,-7 3 4 0,-2 1-21 15,0 0-13-15,0 0-6 16,0 10-19-16,0 10-20 16,1 6 37-16,1 5 2 15,1 4 0-15,4-2-7 16,2-3-14-16,3-3-5 16,3-7-1-16,-3-7 2 15,2-10-4-15,-3-3 29 16,0-5 5-16,3-17 20 15,-5-7-5-15,-1-4 1 16,-1-3 11-16,-7 4-5 16,3 4-13-16,-1 7 0 15,-2 9 12-15,1 7-19 0,3 5-7 16,7 1-26 0,8 20 5-16,8 8 20 0,6 7-9 15,3 3-33-15,0-5-12 16,-5-5-41-16,-4-8-15 15,-3-13-103-15,-5-8 77 16</inkml:trace>
  <inkml:trace contextRef="#ctx0" brushRef="#br0" timeOffset="51996.92">9062 7277 637 0,'0'0'123'0,"0"0"-72"16,0 0-51-16,0 0-35 0,0 0 35 15,0 0 4-15,32 89-4 16,-19-64 1-16,1-3-1 16,-3-7 0-16,2-7-2 15,-2-7-2-15,-1-1 4 16,5-1-4-16,-1-20-7 16,2-8-32-16,-1-4-3 15,1-1 39-15,-7 3 7 16,0 8 54-16,-5 6 11 15,1 7-31-15,-2 5-3 16,6 5-31-16,6 0-6 16,7 0 6-16,6 10 0 15,6 5-3-15,1 2 2 16,-2 0-18-16,1-3-14 0,1-2-6 16,-4-8-8-16,-1-4 20 15,-2 0 18-15,-6-14-23 16,-2-9-25-16,-2-9-13 15,-6-5 1-15,-6-2 31 16,-6-1-8-16,0 2-49 16,-17 3 95-16,-5 2 6 15,4-1 210-15,2 4-20 16,6 4-41-16,4 9-54 16,5 9-53-16,1 8-48 0,0 5-12 15,3 23-40 1,12 15 52-16,3 10 3 15,-5 5-3-15,-1 2-2 16,-6-2-5-16,-3-4-9 0,-3-7-33 16,0-9-1-16,0-8-56 15,-3-12-62-15,-7-16-52 16</inkml:trace>
  <inkml:trace contextRef="#ctx0" brushRef="#br0" timeOffset="52211.9">9536 7137 786 0,'0'0'9'0,"0"0"-9"15,0 0-72-15,0 0 51 16,0 0 14-16,0 0 2 16,-4-8-4-16,23 13 9 15,14 0 21-15,13-4 15 16,8-1-28-16,4 0-8 15,2 0-131-15,-11-6-236 16</inkml:trace>
  <inkml:trace contextRef="#ctx0" brushRef="#br0" timeOffset="52571.25">10176 7182 129 0,'0'0'157'16,"0"0"-60"-16,0 0 2 15,0 0-78-15,0 0-21 16,0 0 0-16,-33-12 12 16,33 12 46-16,0 0-11 0,0 1-31 15,0 11-14-15,0 7-2 16,0 3 3-16,0 8 2 16,0 1 4-16,0-1-2 15,0 0-4-15,0-1-1 16,0-5-2-16,0-2-19 15,4-13-126-15,2-9-194 16</inkml:trace>
  <inkml:trace contextRef="#ctx0" brushRef="#br0" timeOffset="52764.52">10092 6771 789 0,'0'0'9'0,"0"0"11"0,0 0-20 16,0 0-42-16,45 74 31 15,-26-10-27-15,1 5-53 16,1-7-69-16,7-16-168 16</inkml:trace>
  <inkml:trace contextRef="#ctx0" brushRef="#br0" timeOffset="53279.99">10421 7157 775 0,'0'0'81'15,"0"0"-64"-15,0 0-17 16,0 0-11-16,0 0 11 16,32 72 0-16,-20-49-5 15,1-5-10-15,0-3-16 16,-3-9 5-16,1-6 13 15,0 0 5-15,4-3 8 16,3-15 0-16,5-4-28 16,0-2-13-16,-5 4 35 15,2 6 6-15,-8 2 0 16,1 5 3-16,-1 2 15 16,3 5-4-16,12 0-14 15,4 0 0-15,11 11 0 0,8 2-1 16,6-1-3-1,8-7-19-15,-2-5-10 0,-2 0-6 16,0-11 1-16,-8-11-3 16,-7-6-2-16,-8-3-18 15,-12-3 20-15,-11-2 41 16,-8 2 7-16,-6 2-7 16,-6 0 88-16,-19 4-31 15,-3 4 7-15,2 15 19 16,2 9-70-16,3 20-13 15,1 27-31-15,-2 11 24 16,1 13 5-16,8 10 1 0,3 2 1 16,5 2 0-1,5-6 1-15,0-11-2 0,0-10-6 16,0-17-58-16,0-10 6 16,0-15-90-16,-13-11-113 15</inkml:trace>
  <inkml:trace contextRef="#ctx0" brushRef="#br0" timeOffset="54310.14">7883 7173 229 0,'0'0'114'15,"0"0"-41"-15,0 0 5 16,0 0-41-16,0 0 0 16,0 0 6-16,23-27-19 15,-8 17-16-15,7-3-7 16,3 5 0-16,-4-1-1 16,1 6 0-16,-4 3-3 0,-6 0-7 15,2 0-14 1,-8 7-10-16,-2 9-14 0,-4 2 31 15,0 3 13-15,0 1 4 16,-3-6 1-16,-3-1 6 16,2-6-4-16,4-6 1 15,-2-1 0-15,2-1-2 16,0-1 4-16,0 0 21 16,0 0-27-16,0-9-3 15,0-8-182-15,9 0 57 16,2-2-17-16,-1 4 71 15</inkml:trace>
  <inkml:trace contextRef="#ctx0" brushRef="#br0" timeOffset="54426.6">8091 7132 60 0,'0'0'79'0,"0"0"5"0,0 0 14 15,0 0 16-15,0 0-27 16,0 0-32 0,0-12-50-16,0 12-5 0,0 4-110 15,0 4-93-15</inkml:trace>
  <inkml:trace contextRef="#ctx0" brushRef="#br0" timeOffset="55687.96">11611 7220 175 0,'0'0'245'0,"0"0"-83"16,0 0-54-16,0 0-36 16,0 0 3-16,0 0-57 15,-8-41-1-15,8 40-9 16,0 1-7-16,0 0-1 16,0 0-2-16,0 0-33 0,9 1-25 15,7 10 6-15,2-5-46 16,2-4-35-16,5-2-169 15</inkml:trace>
  <inkml:trace contextRef="#ctx0" brushRef="#br0" timeOffset="55858.56">11881 7159 394 0,'0'0'135'15,"0"0"-15"-15,0 0-25 16,0 0-31-16,0 0-9 15,0 0-43-15,0-27-12 16,6 27-75-16,14 5-46 16,9 2 27-16,10-5-178 0</inkml:trace>
  <inkml:trace contextRef="#ctx0" brushRef="#br0" timeOffset="56023.21">12369 7115 567 0,'0'0'123'0,"0"0"-52"16,0 0-20-16,0 0-39 15,0 0-12-15,0 0-39 16,0 12-62-16,0 2 48 16,-4-3-106-16,-9-7-208 15</inkml:trace>
  <inkml:trace contextRef="#ctx0" brushRef="#br0" timeOffset="58256.52">8627 8232 398 0,'0'0'29'0,"0"0"-4"15,94 28 31-15,-52 8 1 16,3 13-12-16,-6 14-17 15,-8 8-21-15,-7 1-2 16,-11-5 5-16,-3-11-6 16,-6-14 3-16,-4-10-5 0,0-12-2 15,-12-11 0-15,-9-6 13 16,-11-3-3-16,0 0 20 16,-7-19-15-16,-3-6 5 15,2-8-4-15,9-5-1 16,17 0 21-16,14 0-11 15,12 0-25-15,33 1-14 16,19 2-31-16,12 3 1 16,9 5-7-16,3 5-6 15,-6 10-30-15,-16 4-135 16</inkml:trace>
  <inkml:trace contextRef="#ctx0" brushRef="#br0" timeOffset="58806.74">9302 8632 520 0,'0'0'160'0,"0"0"-11"16,0 0-101-1,0 0-44-15,0 0-4 0,0 0-10 16,31-12 10-16,23 12 2 16,20 0 3-16,17-7-4 15,12-3 0-15,3 0 1 16,-4-4 0-16,-6-1 2 15,-10-1-4-15,-12-4 0 16,-13 3-10-16,-17 0-25 16,-16 0-16-16,-16 2 20 15,-12 4-34-15,0-1 7 16,-34 5-64-16,-11 3-3 16,-13 1 32-16,0 2 93 15,17-1 62-15,14 0 53 16,16 2 14-16,11 0-80 0,0 2-49 15,4 15-18 1,14 6 18-16,6 7 3 0,4 1 3 16,0 0 17-16,-2-3 6 15,-7-3-9-15,-3-5-12 16,-6-1-6-16,-9-4 2 16,-1 0-2-16,-11 4 5 15,-23 2-7-15,-7-1-35 16,-4-5-167-16</inkml:trace>
  <inkml:trace contextRef="#ctx0" brushRef="#br0" timeOffset="59139.11">10604 8345 563 0,'0'0'82'0,"0"0"13"16,16-76-31-16,-15 64-29 16,2 8-19-16,-3 4-9 15,0 0-7-15,0 14-16 16,0 20 7-16,-12 16 9 0,-2 14 0 15,-5 8 1-15,1-2-1 16,8-7-1-16,9-12-7 16,1-15-21-16,3-11-10 15,13-13-14-15,3-12-30 16,0-1-36-16,0-27-144 16</inkml:trace>
  <inkml:trace contextRef="#ctx0" brushRef="#br0" timeOffset="59605.33">10599 8240 607 0,'0'0'29'16,"0"0"13"-16,0 0-41 16,0 0-1-16,0 0 9 15,93 37 18-15,-50-1 3 16,5 7-12-16,-2 7 0 15,-3 2-3-15,-8-3-7 16,-12-3-7-16,-10-7-2 16,-7-4 1-16,-6-3-1 15,0-6 1-15,-14 0 1 16,-10-5-1-16,-9-4-4 16,-10-6-25-16,-9-6 12 15,-6-5-7-15,-5 0 19 16,6-14 5-16,11-2 4 0,15 2-1 15,20 0 2 1,11 0-5-16,16-1-7 0,25-3-57 16,16-3 40-16,8 2 18 15,9-2 2-15,3 4 4 16,-5 3 4-16,-10 3 10 16,-14 8 22-16,-17 3 12 15,-11 0-32-15,-7 13-14 16,-4 6-2-16,-6 7-4 15,-3 4 4-15,0 2 0 16,-7 1-8-16,-13-8-75 16,1-11-126-16</inkml:trace>
  <inkml:trace contextRef="#ctx0" brushRef="#br0" timeOffset="59759.34">11056 8235 778 0,'0'0'31'16,"0"0"-31"-16,0 0-64 15,0 0 43-15,37 106-43 16,-12-52-29-16,10-7-219 16</inkml:trace>
  <inkml:trace contextRef="#ctx0" brushRef="#br0" timeOffset="61821.62">11532 8407 602 0,'0'0'55'0,"0"0"67"15,0 0-72-15,0 0-28 16,-103-35-22-16,79 58-1 16,6 13-5-16,3 10 6 15,12 5-2-15,3 0-3 16,5 0-6-16,20-5 5 15,5-10 6-15,0-8 0 16,-7-8 1-16,-8-9 3 0,-8-4-4 16,-6-5-1-16,-1 0-3 15,-12-2 4-15,-22 0 7 16,-7 0-4-16,-2-2 0 16,10-8-3-16,13 0 4 15,10 0-4-15,10-1-4 16,20-4-51-16,23-4-135 15,17-7 52-15,14-6 62 16,2-5 51-16,-1-2 25 16,-9-1 38-16,-10-1 81 15,-19 7 13-15,-11 5-18 16,-16 8-28-16,-4 7-42 16,-1 4-15-16,-5 6-9 15,6 4-20-15,-3 0-9 16,1 0-42-16,2 15 49 15,2 3 1-15,5 1 2 0,2-2-1 16,1-6 0-16,-2-5-4 16,-5-3 4-16,-3-3 0 15,-3 0 3-15,-3 0 3 16,0-11 12-16,0-3-16 16,-12 3 1-16,-8 2-3 15,-2 7-1-15,1 2-2 16,0 4 0-16,5 19 3 15,5 5-6-15,7 5 2 16,4 4 3-16,0 2-3 16,22 0-2-16,10 1-4 0,9-7 1 15,4-5-27 1,4-12 11-16,2-15 1 0,1-1 3 16,-3-17 21-16,-4-14 2 15,-5-6 1-15,-10 1 0 16,-10 1 21-16,-7 6 27 15,-13 4-10-15,0 5-20 16,-9 6 9-16,-3 3-16 16,6 8-6-16,3 3-8 15,3 0 0-15,0 14-38 16,0 12 34-16,0 5 1 16,2 5 3-16,13 3-2 15,7 0 2-15,2 0 0 0,1-5 0 16,-2-5 3-1,-2-10-3-15,-5-9 0 0,-6-7 1 16,-2-3 4-16,1 0 12 16,6-17 17-16,-3-8-24 15,-1-5-5-15,-7-1-5 16,-4 1-2-16,0 4-5 16,-17 3 4-16,1 2 2 15,-5 3-1-15,-1 4-1 16,-4 1-5-16,2 4-3 15,0 1 6-15,4 5 3 16,8 2-2-16,4 1-8 16,6 0-22-16,0 0 11 15,2 0 18-15,0 0 5 0,0 0 3 16,0-2 0-16,0 2 5 16,0 0 4-16,-2 0 6 15,1-3-6-15,-2 3-8 16,3-2 0-16,-2 2 2 15,1 0-3-15,1 0-1 16,0 0-4-16,0 0 4 16,0 0-2-16,0 0 0 15,0 0 0-15,0 0-1 16,0 0 1-16,0 0-5 16,0 0-3-16,0 5 7 15,16 4 0-15,7 2 1 16,8-2-4-16,11-5 4 0,6-4 0 15,4 0 0-15,0-11 3 16,-9-5-2-16,-8-3 1 16,-13 2-1-16,-8 3 11 15,-9 2 9-15,-4 4 0 16,-1 2 1-16,0 4-6 16,0 2-14-16,0 0-2 15,0 0-11-15,0 13-15 16,0 7 21-16,0 5 0 15,0 5-12-15,8 0 2 16,14-1 4-16,8-6-11 16,1-10-7-16,1-9 4 0,-7-4 24 15,-5-2 1 1,-4-15 2-16,-7-7 23 0,-4-4-15 16,-2-2 5-16,-3-1 8 15,0 7-4-15,0 7 0 16,0 6 0-16,0 7-8 15,0 4-11-15,0 0-1 16,0 10-77-16,17 12 47 16,9 5 13-16,8 1-2 15,6-2-24-15,3-5-80 16,-5-10-20-16,-8-8-9 16,-8-3 29-16,-8-14 124 15,-8-11 21-15,-6-5 49 16,0-1 118-16,0 3-78 15,-8 6 23-15,2 7-50 0,2 10-41 16,4 2-22-16,0 3-20 16,0 0-32-16,0 12 27 15,2 5 3-15,15 3 1 16,2-1 1-16,7 1 0 16,2-4 1-16,-4-5 0 15,-5-6 0-15,-1-5 0 16,-4 0 12-16,0-13 20 15,-2-7-23-15,-2-3-6 16,-3-4 3-16,-4 5-6 16,-2 5 0-16,-1 8-1 0,0 6 4 15,2 3-4-15,2 0-1 16,4 0-8-16,8 9-14 16,8 8 21-16,6 5 2 15,2 0-4-15,3 0 2 16,-5-2-17-16,-3-6 6 15,-3-5 2-15,-5-6-3 16,2-3 10-16,-6 0-1 16,6-12-18-16,-1-12-36 15,-2-5-11-15,0-7-3 16,-4-6-23-16,0 0-24 16,-9-2 59-16,-5 5 61 15,0 4 65-15,-13 4 88 16,-3 1-2-16,2 2-51 15,3 6 9-15,5 10-37 0,2 9-42 16,2 3-30-16,2 15-44 16,0 21 17-16,0 16 26 15,3 10-1-15,5 6 1 16,-2-4-2-16,0-2-3 16,1-9-17-16,2-7-16 15,-1-12-8-15,-1-11-21 16,0-10-60-16,-4-13 7 15,4-2-158-15</inkml:trace>
  <inkml:trace contextRef="#ctx0" brushRef="#br0" timeOffset="62000.42">13239 8215 820 0,'0'0'2'0,"0"0"-2"15,0 0-33-15,0 0 33 16,0 0 7-16,0 0-2 16,113-12 5-16,-58 12-9 15,3 4-1-15,-3-4-85 16,-7 0-250-16</inkml:trace>
  <inkml:trace contextRef="#ctx0" brushRef="#br0" timeOffset="63119.11">14128 8185 213 0,'0'0'415'15,"0"0"-257"-15,0 0-158 16,0 0 2-16,0 0-2 0,-38 115 0 16,33-51 5-1,4 2-3-15,1-9-2 0,0-11 1 16,0-19-1-16,0-15 0 16,0-9 9-16,0-3 14 15,4-5 90-15,7-25-95 16,8-9-18-16,4-13-14 15,-1-5-38-15,1-3-31 16,-4 0-74-16,2 4-17 16,2 10 58-16,3 8 99 15,0 10 17-15,-1 11 46 16,1 14-8-16,-6 3-21 16,-4 17-15-16,-4 14-1 15,-9 5 3-15,-3 3 14 16,0-1 3-16,-15-3 1 0,-3-5 1 15,0-7 18 1,2-4-27-16,3-6-4 0,5-7-2 16,3-4 2-16,5 1 0 15,0 2-9-15,10 0-1 16,18 4-2-16,10-1 1 16,18 1-14-16,7 1 11 15,9 1-24-15,5 1-20 16,2-4-57-16,-4-5 14 15,-6-3 7-15,-13 0 23 16,-12-15 50-16,-14-6 11 16,-15-4 49-16,-9-1 64 0,-6 1 44 15,-19 1-47 1,-8 3-47-16,-2 5 51 0,4 9-22 16,6 7-62-16,4 0-30 15,3 13-2-15,2 11 1 16,8 5-5-16,2 7-2 15,15 1 1-15,14 1-5 16,13-10-3-16,6-12-16 16,1-13 31-16,-1-3 0 15,-8-10 8-15,-7-10-5 16,-10-6 3-16,-7-4 20 16,-13 2-1-16,-3 3 21 15,-6 0-25-15,-15 7-14 16,3 6 0-16,5 5-3 15,5 4-2-15,4 3-2 0,2 0-4 16,2 19-6-16,0 11 7 16,9 6-4-16,18 3-5 15,9-1-7-15,4-4-1 16,8-12-13-16,0-15 10 16,1-7 16-16,-3-13 5 15,-4-16 2-15,-8-9 1 16,-6-8 1-16,-9-2-1 15,-9-3-1-15,-10 0 0 16,-5 0-1-16,-22 0-9 16,-6 1 9-16,-2 2 1 15,5 6 39-15,9 11 16 0,6 13-7 16,8 14-36-16,1 4-12 16,6 22-11-16,0 26-14 15,0 16 25-15,4 12-1 16,17 4 0-16,12 0-7 15,6-8-17-15,8-11-16 16,1-13-8-16,0-13-55 16,-8-14-2-16,-7-17-75 15,-8-4-203-15</inkml:trace>
  <inkml:trace contextRef="#ctx0" brushRef="#br0" timeOffset="63450.42">15874 8349 522 0,'0'0'318'16,"0"0"-272"-16,0 0-38 16,0 0-8-16,96-48 0 15,-61 40 2-15,-2-3-2 16,-5-2 2-16,-11 1-1 16,-3-2 2-16,-9-1 0 15,-5 1 2-15,0-1-3 16,-11 2 1-16,-17 3-3 15,-9 7-4-15,-6 3-1 16,-1 6 2-16,0 22-3 16,5 5-7-16,5 10 6 15,10 4 0-15,13 4-7 16,11-5 8-16,14-5-20 0,27-10-17 16,22-14 24-16,15-10 13 15,6-7-10-15,1 0-17 16,-8-16-26-16,-18-6-109 15,-17-6-99-15</inkml:trace>
  <inkml:trace contextRef="#ctx0" brushRef="#br0" timeOffset="63669.26">15730 8081 495 0,'0'0'91'0,"0"0"0"0,0 0-39 16,0 0-19-16,0 0 2 16,0 0-32-16,-43-49 1 15,77 49-4-15,23 0 6 16,21 0-2-16,14 0-4 16,3-4-3-16,-3-4-71 15,-13-4-62-15,-19-7-189 16</inkml:trace>
  <inkml:trace contextRef="#ctx0" brushRef="#br0" timeOffset="68563.48">8420 9344 308 0,'0'0'173'0,"0"0"-31"16,0 0-19-16,-27-90-50 15,23 79-31-15,1 3-9 16,0 5-16-16,3 3-17 0,0 0-5 15,0 12-24-15,0 18 21 16,0 10 5-16,3 11 1 16,-3 9 1-16,0 4 1 15,0 1 0-15,-9-4 1 16,0-11-1-16,0-11-7 16,1-14 0-16,3-11-1 15,2-8-17-15,-2-6-6 16,2 0 13-16,0-21-31 15,3-17-344-15</inkml:trace>
  <inkml:trace contextRef="#ctx0" brushRef="#br0" timeOffset="68930.13">8335 9179 347 0,'0'0'95'16,"0"0"-9"-16,0 0-66 15,0 0-12-15,109 0 2 16,-66 31-2-16,3 8-6 16,-1 12 7-16,-6 2-4 15,-9 0-5-15,-9 2 4 16,-11-1-4-16,-8-4 5 15,-2-5 2-15,0-9 4 0,-14-8 4 16,-3-5-4-16,-5-5 3 16,-9-2-2-16,-9-4-4 15,-9-6-3-15,-8-6 3 16,-3 0 3-16,5 0-5 16,10 0-3-16,14 0-3 15,15 0-18-15,16 0-136 16,0 0-186-16</inkml:trace>
  <inkml:trace contextRef="#ctx0" brushRef="#br0" timeOffset="69512.01">9068 9353 527 0,'0'0'131'16,"0"0"38"-16,0 0-107 16,0 0-62-16,0 0-6 15,0 0 4-15,-38 61 1 16,38-8 1-16,0 8 0 16,0 1-2-16,0 2 2 15,2-9 3-15,-2-17-3 16,1-13 1-16,-1-15 0 15,0-6-1-15,0-4 1 16,0-10 6-16,0-20-7 0,0-12-9 16,0-11-13-16,0-5 16 15,3 2-4-15,2 3-22 16,5 7-4-16,5 5-17 16,9 8-39-16,1 8 50 15,-1 8 30-15,-1 12 12 16,-6 5 0-16,-1 10 0 15,-3 19-2-15,-9 3 1 16,-4 3 1-16,0-1 1 16,-16-2-1-16,-2-6 1 0,0-4 0 15,0-5 2 1,2-6 2-16,4-3 10 0,0-5 9 16,4-1 24-16,7-2 3 15,1 0-18-15,0 3-28 16,0 0-5-16,3 3-16 15,16 6 16-15,8 5 2 16,9 4-2-16,6 7 0 16,5 1 1-16,2 0-2 15,-1 0-45-15,-5-5-33 16,-4-7-102-16</inkml:trace>
  <inkml:trace contextRef="#ctx0" brushRef="#br0" timeOffset="69945.54">9668 9671 439 0,'0'0'362'15,"0"0"-347"-15,0 0-15 16,0 0-70-16,0 0 30 16,0 0 37-16,86 16 6 15,-18-13-3-15,22-3 36 16,18 0-14-16,9-14-14 15,3-5-3-15,-1-3-5 16,-12-3-1-16,-8-1-12 16,-22-1-27-16,-26 5 4 15,-23 5-37-15,-24 2 12 0,-6 1-16 16,-39 4-113-16,-21 3 148 16,-9 4 42-16,0-1 18 15,20 3 80-15,19-1 2 16,18 2-72-16,13 0-28 15,1 0-2-15,6 7 2 16,20 6 8-16,15 4 23 16,8 2 7-16,3 3-8 15,-6-1-19-15,-11 2-2 16,-13-3-6-16,-14-2-1 16,-8 0 0-16,-11 2-2 0,-25 2 9 15,-13 0-9 1,0-2-52-16,3-6-115 0,16-9-133 15</inkml:trace>
  <inkml:trace contextRef="#ctx0" brushRef="#br0" timeOffset="71143.6">11414 9166 877 0,'0'0'70'16,"0"0"-42"-16,0 0-25 0,0 0-3 15,0 0-4-15,0 0-6 16,16-6 3-16,-5 34 4 16,5 2 3-16,1-7-3 15,0-6-27-15,-3-6 22 16,-2-7 1-16,-8-4 2 15,-1 0 5-15,0-5 5 16,0-14 1-16,0-6-6 16,-3 2 1-16,0-2 2 15,-10 9-3-15,-8 3 3 16,0 10-3-16,2 3-1 16,-1 22 0-16,-2 13 0 15,4 8 1-15,6 9-1 0,9 5-8 16,2 4-17-1,26 0 6-15,12-3-11 0,6-8 14 16,5-16-12-16,4-19-30 16,2-15 17-16,-2-5 42 15,-4-22 2-15,-5-9 26 16,-13-2 33-16,-12 1-17 16,-7 4 14-16,-9 5-32 15,-5 8 1-15,0 6-7 16,-8 6-20-16,0 5 1 15,2 3-2-15,3 0 0 16,0 14-16-16,1 9 15 0,2 9 1 16,5 5-1-16,20 2-8 15,7-3 7-15,5-3 1 16,-4-8 1-16,-1-10 1 16,-6-8-2-16,-4-7 2 15,-4 0 5-15,-5-7 2 16,1-12 2-16,-1-6-5 15,-8-3-4-15,-5 0 0 16,-18 3-5-16,-27 2-31 16,-10 3-13-16,0 7 38 15,15 2 9-15,17 8 2 16,14-1 4-16,9 2-4 16,0 1 0-16,0-3-8 0,18-4-5 15,18-4 13-15,9-2 2 16,4-3 1-16,-9 0-3 15,-6 0 1-15,-8 1-1 16,-9 2-1-16,-6 5-15 16,-6 1-17-16,-5 5 28 15,0 3 5-15,0 0-5 16,0 0 3-16,0 0 0 16,0 4-5-16,0 15-3 15,1 9 7-15,10 7 3 16,5 5 3-16,5 0 8 15,-2 1 4-15,-1-2 5 16,-3-7 8-16,-6-5-18 16,-3-6-6-16,-2-3 0 0,-2-2-3 15,-2-4 3-15,0-4-3 16,0-2 1-16,0-3-1 16,0-3 1-16,-3 0 6 15,-8-3 4-15,-3-14-7 16,4-2-2-16,8-3-3 15,2-1-15-15,21-4-84 16,17-1-39-16,6-3-71 16,3-2 3-16,-3-2 150 15,-6-1 56-15,-8 3 80 16,-7-1 9-16,-7 3 21 16,-10 4 25-16,-6 4-38 15,0 1 48-15,0 5-74 16,-6 8-24-16,1 5-41 15,1 4-6-15,4 17-20 0,-6 19-15 16,3 16 30-16,3 5 4 16,0 6-3-16,2-1-54 15,14-6-3-15,-1-9-35 16,4-17-99-16,-4-22-130 16</inkml:trace>
  <inkml:trace contextRef="#ctx0" brushRef="#br0" timeOffset="71322.81">12388 9336 450 0,'0'0'4'15,"119"-22"21"-15,-44 11 15 16,5 2-31-16,4 5-9 15,-2-5-89-15,-5-1-175 16</inkml:trace>
  <inkml:trace contextRef="#ctx0" brushRef="#br0" timeOffset="72042.54">13399 9367 649 0,'0'0'0'0,"0"0"-4"16,0 0 2-16,-1 102 2 16,1-63 3-16,12-1 21 15,13-3-5-15,6-9-6 16,6-6 26-16,5-10 23 15,0-7-31-15,-3-3-14 16,-2-4 11-16,-10-14-7 16,-5-7-5-16,-7-4-4 0,-9-4-12 15,-6-4-2 1,0-1-21-16,-24 1-18 0,-13 4-1 16,-12 3-1-16,-8 5-23 15,6 4-6-15,4 1 15 16,15 1 7-16,17 3-9 15,11 4-23-15,4 1 54 16,19-1-15-16,14-1 2 16,9 0 41-16,4 3 28 15,5-2 31-15,-6 8 27 16,4 4-22-16,-10 3 3 16,-3 20-34-16,-3 15-8 15,-7 9 4-15,-3 10-10 0,-10 9 1 16,-4 6 11-1,-5 3-27-15,2 0 4 0,2-5-2 16,7-4-3-16,0-8-3 16,4-8-3-16,2-10-7 15,-2-9-34-15,4-12-7 16,0-9-7-16,3-10 30 16,-1 0 12-16,-1-10-19 15,-7-9 17-15,-10-1 18 16,-7-4 38-16,-8-2 8 15,-20-4-15-15,-11-3-6 16,-7-1 1-16,-2-2-3 16,7 2 34-16,12 3-29 15,14 6 38-15,15 3-40 0,3 2-26 16,38-3-16-16,20-5-79 16,19-3-1-16,8-2-15 15,2-3-156-15</inkml:trace>
  <inkml:trace contextRef="#ctx0" brushRef="#br0" timeOffset="72313.58">14901 9113 439 0,'0'0'171'0,"0"0"-81"16,0 0-74-16,0 0-14 15,0 0-1-15,-76 73-1 16,57-36 0-16,4 1 0 16,5 0-2-16,7 2-3 15,3-1-8-15,16-3-20 16,24-8-37-16,17-14-104 15,19-14-28-15</inkml:trace>
  <inkml:trace contextRef="#ctx0" brushRef="#br0" timeOffset="73110.27">15377 9314 214 0,'0'0'171'0,"0"0"48"16,0 0-104-16,0 0-48 16,-39-79-27-16,11 79-19 15,4 0 0-15,6 9-21 16,3 15-4-16,5 4 4 15,2 2-5-15,8 0-27 16,2-1-15-16,25-3-4 16,13-6-1-16,8-11 5 15,7-9-10-15,-1-2 13 16,-5-22 2-16,-11 0 23 16,-12-1 19-16,-14 3 60 15,-12 3 8-15,0 0 20 0,-12 4-47 16,-12 1-21-16,2 6-5 15,4 4 39-15,9 4-17 16,9 0-37-16,0 7-8 16,0 15 7-16,3 4-12 15,21 4-14-15,7 1 14 16,8-5-13-16,8-4 3 16,4-11-6-16,3-8 10 15,-2-3-7-15,-3-4 9 16,-8-14 4-16,-6-2 2 15,-6-3 0-15,-4-4-20 16,-4-4 10-16,-3-2-22 0,-3-2 43 16,-7-3 58-16,-4-1-7 15,-4 8 50-15,0 1-16 16,0 10-27-16,0 9 0 16,0 8-15-16,-2 3-39 15,-1 32-4-15,-1 23-28 16,-1 23 28-16,-3 12-1 15,1 7-5-15,1 0 6 16,0-1 0-16,2-9 0 16,0-9-6-16,-1-13-2 15,1-17-2-15,2-18 2 16,-2-14 6-16,4-14 4 16,0-2 5-16,0-31 25 15,3-14-29-15,14-18-2 16,6-10-1-16,-1-2-5 0,-1 0-6 15,-4 7-18-15,0 9-17 16,3 9-20-16,0 8-40 16,6 9 10-16,-1 10 72 15,-2 9 24-15,-5 9 0 16,-4 5 17-16,-4 8-12 16,-4 14-4-16,-5 7 1 15,-1 1 0-15,-1 3-2 16,-18-5 6-16,-3-3 2 15,-6-8 18-15,0-4-1 16,-2-4-14-16,1-6-5 16,3-2-3-16,9-1-3 0,7-4-106 15</inkml:trace>
  <inkml:trace contextRef="#ctx0" brushRef="#br0" timeOffset="73441.37">16364 9365 712 0,'0'0'0'0,"0"0"-52"16,0 0 50-16,0 0 1 15,0 0 1-15,0 0 16 16,71-12 19-16,-49-5 6 16,-6-6-4-16,-4-5 11 15,-2-2-23-15,-10-4-5 0,0 2-2 16,0 5-5-1,-5 5-8-15,-3 11-4 0,4 10-1 16,4 1-3-16,0 1-48 16,0 22-31-16,15 11 82 15,6 7 3-15,9 3 0 16,8-2-3-16,4-6-1 16,4-13-24-16,0-13-6 15,4-10-4-15,-4 0 13 16,-3-14-84-16,-9-13-36 15,-8-7-109-15</inkml:trace>
  <inkml:trace contextRef="#ctx0" brushRef="#br0" timeOffset="73595.65">16528 8844 752 0,'0'0'29'0,"0"0"21"16,0 0-50-16,0 0-38 15,0 0 9-15,0 0-29 16,90 109-24-16,-60-73-76 16,-3-8-240-16</inkml:trace>
  <inkml:trace contextRef="#ctx0" brushRef="#br0" timeOffset="74439.86">16919 8901 692 0,'0'0'63'0,"0"0"48"16,0 0-86-16,0 0-25 16,0 0-12-16,0 0 12 15,-6 72 0-15,8-9-2 16,13 16 2-16,7 7 0 15,5-4 0-15,1-9-4 16,2-15-32-16,9-16-29 16,4-22-7-16,8-18 32 0,4-4 23 15,0-29-18 1,-5-8-8-16,-10-4 43 0,-14 2 35 16,-15 2 64-16,-11 5 14 15,-5 5-61-15,-20 5-24 16,-2 7-17-16,4 12-4 15,3 5-7-15,4 12 0 16,-3 17-4-16,2 5-6 16,4 2-7-16,5 1 1 15,8-1-5-15,0-4-16 16,18-8-1-16,15-12-10 16,7-10 32-16,3-2 16 15,-6-14 4-15,-7-8-1 0,-10-2 11 16,-10 0 40-16,-4 4 14 15,-6-1-39-15,0 8 5 16,0 4-19-16,0 3-9 16,-3 6-3-16,3 0-3 15,0 0-6-15,0 3-35 16,0 13 33-16,0 9-5 16,12 2 7-16,12 0-2 15,9-1-10-15,11-11-34 16,9-10 8-16,7-5 29 15,-5-14 7-15,-8-14-4 16,-13-10 12-16,-10-5 0 16,-10-9 2-16,-8-2 33 0,-6-4-25 15,-1 2 19-15,-29 2-26 16,-9 5 1-16,-7 6 6 16,2 3 34-16,11 10 39 15,14 10-26-15,12 11-16 16,4 9-41-16,3 4-18 15,0 27-34-15,0 20 50 16,13 22 2-16,14 16-1 16,7 6 0-16,6 2-6 15,-2-12-6-15,-2-13-34 16,-6-14-8-16,-5-15 3 16,-10-16-20-16,0-15 4 15,-8-10-29-15,-1-2 41 16,-4-19 17-16,-2-14-263 0</inkml:trace>
  <inkml:trace contextRef="#ctx0" brushRef="#br0" timeOffset="74672.74">16533 9134 586 0,'0'0'28'16,"0"0"-21"-16,0 0 4 0,0 0-7 15,116 0 55-15,-29 0-27 16,20 0-4-16,11-6-28 16,4-8-5-16,-10-1-59 15,-19-9-56-15,-19-8-189 16</inkml:trace>
  <inkml:trace contextRef="#ctx0" brushRef="#br0" timeOffset="79435.49">18444 9232 95 0,'0'0'100'16,"0"0"-54"-16,0 0-23 15,0 0-18-15,0 0-1 16,0 0-4-16,-87-17 2 16,77 12 3-16,2 2 21 15,-2-1 8-15,1 0 29 0,0 1-23 16,-1 0-5 0,4 0-21-16,0 2 13 15,2 1 12-15,1-1-4 0,2-1 4 16,-1 1 18-16,2 1 8 15,0 0-10-15,0 0-19 16,0 0-18-16,0 0-12 16,0 0-4-16,0 0-2 15,0 0-5-15,6 0 3 16,13 5-1-16,6 3 2 16,5-5-8-16,3-3-17 15,8 0-5-15,1-19-46 16,-2-6-39-16,0-4-196 15</inkml:trace>
  <inkml:trace contextRef="#ctx0" brushRef="#br0" timeOffset="80053.52">19145 8794 491 0,'0'0'159'0,"0"0"-23"15,0 0-103-15,0 0-33 16,0 0-11-16,0 0 9 16,19 87 1-16,-2-36 1 15,3 6 3-15,6 5-1 16,3 0-1-16,3-6 0 0,-2-10 1 15,-5-18-4-15,-7-16 0 16,-6-9 1-16,-6-3-5 16,-5 0 6-16,-1-3 16 15,0-9 29-15,-7-4-39 16,-20-1-5-16,-10 5-1 16,-12 7 0-16,-6 5-5 15,6 11 5-15,8 20 0 16,16 2-1-16,13 6-4 15,9 0-11-15,3-3-1 16,7-4 4-16,16-7 1 16,7-9 6-16,7-11 6 0,3-5 1 15,8-15 3-15,2-16 0 16,-4-10 3-16,-6 1-2 16,-8 0 6-16,-11 2 21 15,-6 7-4-15,-9 5 3 16,-5 2-5-16,-1 12-3 15,0 2-21-15,0 6-2 16,0 4 0-16,0 0-11 16,3 7-28-16,6 12 16 15,11 5 23-15,2 1 0 16,5-1-3-16,3-2-1 16,2-3-29-16,3-11-48 0,2-8-80 15,-4-3-226 1</inkml:trace>
  <inkml:trace contextRef="#ctx0" brushRef="#br0" timeOffset="80952.08">19567 9206 302 0,'0'0'108'0,"0"0"-78"15,0 0-24-15,0 0-5 0,0 0-1 16,0 0 0-16,-27 2 0 15,29 1 9-15,12-3 9 16,4 0 21-16,3 0-13 16,1-7-13-16,0-9-2 15,-2-6 5-15,-2 0 1 16,-6 1-10-16,-6-1 0 16,-4 6 10-16,-2 4-10 15,-2 2 1-15,-16 5-7 16,-10 3 0-16,-8 2-1 15,-1 0-1-15,13 13 0 16,6 8 0-16,11 10-3 16,7 8 2-16,2 2 2 0,18 2 6 15,10 1-2 1,7-8 0-16,3-13-2 0,5-10 2 16,4-13-2-16,-1-4 6 15,-3-21-1-15,-5-9 14 16,-1-5 7-16,-8-1 8 15,-7-4-14-15,-6 4 2 16,-9 5-8-16,-6 4 3 16,-3 5-14-16,-9 6-5 15,-11 5-24-15,0 8-8 16,5 4 20-16,9 3 6 16,6 1-64-16,0 16 28 0,0 10 41 15,11 6 0 1,8 5-1-16,7 6 0 0,6-3 2 15,-2-4 5-15,-4-4-3 16,-6-8 9-16,-7-5 7 16,-8-6-6-16,-5-5-8 15,0-1 14-15,0-1-14 16,-6 3 4-16,-18 2 1 16,-7 1-4-16,1-2-5 15,3-6-23-15,7-4 0 16,9-1 10-16,11 0-12 15,0-1-16-15,25-11-267 16,14-5 35-16</inkml:trace>
  <inkml:trace contextRef="#ctx0" brushRef="#br0" timeOffset="81120.3">20289 9251 210 0,'0'0'143'16,"0"0"51"-16,0 0-75 16,56-83-18-16,-54 72-37 15,-2 9-13-15,0 1-22 16,0 1-29-16,0 8-27 15,0 15-29-15,0 10 56 16,0 7-7-16,0-1-43 16,0-2 4-16,7-7-47 15,17-14-46-15,1-13-182 16</inkml:trace>
  <inkml:trace contextRef="#ctx0" brushRef="#br0" timeOffset="81290.1">20289 8794 779 0,'0'0'0'0,"0"0"-38"16,0 0 18-16,28 106-51 15,-5-52-20-15,5-1-188 16</inkml:trace>
  <inkml:trace contextRef="#ctx0" brushRef="#br0" timeOffset="82199.34">20607 9168 521 0,'0'0'339'15,"0"0"-335"-15,0 0-3 16,0 0-2-16,0 0 2 15,14 96-1-15,-14-70 5 16,0-9-3-16,0-5-2 16,0-7 0-16,0-5 0 15,0 0-2-15,0 0 2 16,0-10 7-16,-3-11-5 16,3-8 0-16,0-3-2 15,0-1 0-15,18-2-3 0,9 5-1 16,8 6 1-1,5 6-29-15,3 8-40 0,0 7-22 16,0 3 21-16,-2 0-46 16,-5 14-50-16,-9 2-2 15,-13-2 66-15,-8-3 80 16,-6-5 25-16,0-2 86 16,0-4 15-16,0 0 133 15,1-6-97-15,4-9-84 16,4-4 19-16,3 0 22 15,-1-4-77-15,0 0-2 16,-3 3 3-16,-8 1 4 16,0 3-4-16,-2 4-12 15,-14 4 3-15,-4 5 7 0,-5 3-16 16,-8 9-1-16,-1 19 1 16,-1 10-5-16,6 8-2 15,10 9-10-15,5 1-3 16,14-2-8-16,9-11-25 15,31-11 19-15,19-18-21 16,8-14 45-16,-1 0-6 16,-2-26-19-16,-11-10 28 15,-5-10-22-15,-8-8-10 16,-5-6 20-16,-13 2-68 16,-7 0-17-16,-8 7 103 0,-7 2 1 15,0 8 202-15,0 9-22 16,0 14-35-16,0 10-74 15,0 8-71 1,8 5-47-16,1 22 2 0,7 14 43 16,2 10 1-16,1 12 0 15,4 7 1-15,-2 3-6 16,0-6-10-16,-4-12 6 16,-8-18-5-16,-3-18 12 15,-5-10-3-15,-1-9 6 16,0 0 40-16,0-11 29 15,-10-16-51-15,-15-7-17 16,-11-4-1-16,-3 4 0 16,5 9 0-16,13 10 3 0,8 15 9 15,7 2-12 1,0 21-18-16,4 10 10 0,1 5-7 16,1 0-3-16,0 1-11 15,7-8-33-15,14-6-29 16,4-9 0-16,7-12-29 15,1-4-151-15</inkml:trace>
  <inkml:trace contextRef="#ctx0" brushRef="#br0" timeOffset="82581.29">22014 9026 624 0,'0'0'0'16,"0"0"0"-16,0 0 1 15,107 78 3-15,-76-33 10 16,-3 2 5-16,-1-2-3 16,-7-8-4-16,-4-8-3 15,-3-7 0-15,-7-8-2 0,-3-6-4 16,-3-6 1-16,0-2-3 16,0 0 8-16,-4-10 9 15,-13-14-18-15,-1-9-34 16,-1-2 3-16,9-1 8 15,10 2 3-15,15 2-40 16,20 2-266-16</inkml:trace>
  <inkml:trace contextRef="#ctx0" brushRef="#br0" timeOffset="83132.01">22522 9024 261 0,'0'0'127'16,"0"0"0"-16,0 0-72 0,0 0-55 15,0 0-1 1,0 0-2-16,18 38 3 0,-42-11 6 15,-4 2-4-15,-2 4-1 16,-2-2 0-16,7-3 2 16,8-3-2-16,10-6-1 15,7-5-4-15,3-7-16 16,20-7 9-16,9 0 11 16,4-9 0-16,1-16 0 15,-1-9 0-15,-3-5 3 16,-6-1 4-16,-8 6 25 15,-10 5 43-15,-6 10 39 16,-3 7-38-16,0 4-10 16,0 7-38-16,0 1-28 0,-1 3-10 15,-4 17-4-15,-1 10 11 16,4 6-1-16,2 7-1 16,2 1-14-16,16-5-7 15,12-10-5-15,8-15-2 16,4-14 17-16,2-2 15 15,-1-28 1-15,-7-10-3 16,-3-11 0-16,-7-2-6 16,-8 2-20-16,-12 1-36 15,-6 5 4-15,-10 6 44 16,-20 1 17-16,-3 6 32 16,3 8 79-16,11 7-9 15,7 13-44-15,6 4-53 16,2 4-5-16,-4 25-17 0,-1 9 11 15,5 12 5-15,4 11-3 16,0 8 2-16,13 2-3 16,14-1-4-16,4-12-38 15,6-18-26-15,1-13-37 16,-6-20-55-16</inkml:trace>
  <inkml:trace contextRef="#ctx0" brushRef="#br0" timeOffset="83447.41">23173 9132 555 0,'0'0'151'16,"0"0"-110"-16,0 0-33 15,0 0-8-15,0 0 6 16,0 0 9-16,60-54 9 16,-55 44 3-16,-2-2-3 15,-3-2-14-15,0 0 12 16,0 0-15-16,-16 4-6 15,-4 4-1-15,-6 6-2 16,3 0-5-16,-3 16-23 16,7 9 9-16,1 5 0 15,10 7-1-15,8 1 13 16,0 3 5-16,13-3-3 16,16-9 0-16,10-8 1 15,1-13 6-15,1-8 0 0,-5 0-5 16,-10-2-95-16,-5-13-75 15,-10-6-113-15</inkml:trace>
  <inkml:trace contextRef="#ctx0" brushRef="#br0" timeOffset="83632.7">22757 8949 203 0,'0'0'155'0,"0"0"-63"16,112 0-14-16,-58 0-33 0,8 0-35 15,6 0-10 1,-3 0-61-16,0-7-218 0</inkml:trace>
  <inkml:trace contextRef="#ctx0" brushRef="#br0" timeOffset="84064.55">23743 8973 673 0,'0'0'22'15,"0"0"-22"-15,0 0-7 16,0 0 7-16,-16 99 2 16,14-60-2-16,2 1 0 15,0-2 0-15,8-4 3 16,11-8-2-16,3-11 0 15,5-6 12-15,-1-9 32 16,2-9 7-16,4-18-9 16,1-9-25-16,0-10-14 15,-3-2-4-15,-9 1-5 0,-10 4-38 16,-11 7-24-16,-21 4-25 16,-19 3 5-16,-7 6-10 15,0 3-4-15,5 1-41 16,9 5-82-16</inkml:trace>
  <inkml:trace contextRef="#ctx0" brushRef="#br0" timeOffset="84245.76">23860 8833 82 0,'0'0'155'0,"0"0"-50"16,114 65 1-16,-82-26-39 16,-5 11-26-16,-7 12-21 15,-6 4-8-15,-2 4-1 0,-3-4-3 16,0-7 1-16,3-4 0 15,1-2-5-15,3-6-3 16,0-3 3-16,0-7-4 16,-1-7-2-16,3-8-42 15,-2-10-101-15,2-8-94 16</inkml:trace>
  <inkml:trace contextRef="#ctx0" brushRef="#br0" timeOffset="84430.44">24262 9549 277 0,'0'0'183'16,"-61"-75"-69"-16,17 29-18 15,-6 0 18-15,-4 0-74 16,8 6-13-16,15 8-4 16,14 9-22-16,17 7-1 0,2 6-13 15,31-1-19-15,22 0-18 16,15-3-5-16,12-1 0 16,6-5-1-16,1 2 31 15,-5-1-51-15,-10 1-114 16</inkml:trace>
  <inkml:trace contextRef="#ctx0" brushRef="#br0" timeOffset="85196.32">19454 10069 615 0,'0'0'34'15,"0"0"-26"-15,0 0 32 16,98 80-7-16,-85-36-26 16,-11 11 5-16,-2-6-5 15,0-3-2-15,0-15-4 16,-8-16 4-16,2-6 0 15,-1-9-1-15,0 0 29 16,-3-12 70-16,-3-19-84 16,0-10-8-16,5-8-6 0,7-6-5 15,1 4-1-15,18 4-3 16,18 6-17-16,5 10-17 16,4 11-14-16,-2 9-38 15,-3 8-10-15,-2 3-29 16,-10 8-79-16,-13 11-28 15</inkml:trace>
  <inkml:trace contextRef="#ctx0" brushRef="#br0" timeOffset="86013.41">19977 10190 636 0,'0'0'167'0,"0"0"-98"0,0 0-34 15,0 0-12-15,0 0-12 16,0 0-1-16,10-41-3 16,-10 31 2-16,0 0-6 15,0-1-1-15,-1 3-2 16,-7 4-2-16,-3 4-1 16,-1 0-7-16,-5 6-10 15,2 14-5-15,4 7-4 16,6-1-2-16,5 4 19 15,0-1 0-15,15 1-2 16,7 0-6-16,13-6-2 16,9-10-41-16,10-13 3 0,3-1 11 15,-1-21 8-15,-3-14-15 16,-6-8-44-16,-3-6 62 16,-10-2 38-16,-9-1 13 15,-13 0 49-15,-12 2 45 16,-9 2-12-16,-19 4-22 15,0 14 32-15,10 9-10 16,6 15-58-16,10 6-37 16,2 3-19-16,0 17-18 15,0 13 35-15,12 9 0 16,10 6 0-16,5 8 1 0,10 0-4 16,1-4 2-1,-2-8-19-15,-6-7 0 0,-2-13-14 16,-6-9-17-16,-5-9 47 15,-1-6-44-15,-1-2 48 16,3-20 2-16,3-9 2 16,-3-1 0-16,-2-1 0 15,-6 8 9-15,-2 6 59 16,-2 7-10-16,-3 7-13 16,-2 4-31-16,4 1-16 15,1 0-7-15,4 4 5 16,8 12 2-16,6 4 0 15,1-3 0-15,1 0-1 16,-1-4-1-16,-3-7-9 16,-4-6 3-16,-4 0 8 0,4-6 1 15,-6-12 2-15,4-3-2 16,-4-2 5-16,-6 4 8 16,-3 8 8-16,-3 5-1 15,0 4-11-15,0 2-6 16,3 0-4-16,6 8-25 15,2 11 0-15,10 4 22 16,8 7-2-16,7 3 2 16,4-2-26-16,3-6-35 15,-4-11-67-15,-11-11-22 0,-8-3-175 16</inkml:trace>
  <inkml:trace contextRef="#ctx0" brushRef="#br0" timeOffset="86548.43">21290 10060 453 0,'0'0'174'0,"0"0"-174"15,0 0 0-15,0 0 1 16,62 83 15-16,-50-50 2 16,-3-6-7-16,-5-6 13 15,-2-6-11-15,-2-11 7 16,0-3-8-16,0-1 11 15,0 0 42-15,0-3 4 16,5-16-7-16,4-5-61 0,10-8-1 16,11 3-20-16,6-1-52 15,6 5-118-15,2 3 66 16,-7 7-75-16,-1 3 97 16,-6 5 102-16,-8 4 54 15,-5 3 24-15,-8 0-4 16,-2 5-30-16,1 12-9 15,-3 7 12-15,1 2-21 16,0 2-17-16,1-2-2 16,-1-10-4-16,2-3-1 15,0-9 2-15,1-4-1 16,6 0 2-16,0-9 4 16,2-13 13-16,0-3-11 0,-4 0 3 15,-4-1-10-15,-1 4-4 16,-4 6-2-16,-2 5 1 15,2 8-2-15,-1 3 0 16,-1 0-12-16,-1 10 0 16,4 10 11-16,-2 4 4 15,3 8 1-15,1 5 12 16,5 5-5-16,3 1-5 16,6-4 2-16,3-5-2 15,-1-10-3-15,-3-9-32 16,-7-14-123-16</inkml:trace>
  <inkml:trace contextRef="#ctx0" brushRef="#br0" timeOffset="86844.38">20718 9932 440 0,'0'0'141'15,"0"0"-102"-15,0 0-15 16,97-24 14-16,-51 18 17 16,14-1-16-16,13 1-14 15,14-2-17-15,5 2-7 0,5-1-1 16,0 0 0-16,-3-2-26 15,-4 4-66-15,-14-4-33 16,-24-2-241-16</inkml:trace>
  <inkml:trace contextRef="#ctx0" brushRef="#br0" timeOffset="115800.56">6907 10844 276 0,'0'0'108'0,"0"0"23"16,0 0-29-16,0 0-56 0,0 0-14 16,0 0 2-16,0 0 16 15,0 0-13-15,0-62-9 16,0 59-2-16,0 0 11 16,0 3-22-16,0 0-2 15,0 0-6-15,-1 0-7 16,-2 0-1-16,-4 18-7 15,-8 18 3-15,-3 16 5 16,-12 16-4-16,-5 9 4 16,-3 3-2-16,2 0 2 15,3-12 2-15,8-10-2 16,5-20 1-16,10-16-2 16,4-14 2-16,2-6 0 0,2-2 8 15,-2-15 34 1,-2-21-27-16,5-17-16 0,1-12-21 15,0-7 0-15,13-3 5 16,12 2-9-16,11 2-14 16,6 1-9-16,2 6-7 15,-2 5 30-15,-3 10 21 16,0 11 2-16,-5 10 2 16,-3 12 0-16,-2 9 10 15,-7 7 5-15,-1 4-15 16,0 24 0-16,0 15 0 15,0 13 2-15,-2 14 12 16,-3 4-2-16,-4 2-11 0,-1-1 2 16,-8-8 0-16,0-6 1 15,-3-11-1-15,0-11 3 16,0-11-4-16,-3-9-2 16,-5-12-5-16,1-7-35 15,-4-4 8-15,3-28-137 16,-5-9-330-16</inkml:trace>
  <inkml:trace contextRef="#ctx0" brushRef="#br0" timeOffset="115996.47">6533 11005 266 0,'0'0'260'0,"0"0"-137"0,0 0-48 15,0 0-75-15,0 0 0 16,0 0 0-16,87 35 5 15,-20-32 0-15,11-3 14 16,4 0-7-16,6 0-5 16,-7-10-7-16,-3-2-15 15,-3-4-98-15,-17-5-128 16</inkml:trace>
  <inkml:trace contextRef="#ctx0" brushRef="#br0" timeOffset="116602.42">7587 11027 197 0,'0'0'382'15,"0"0"-348"-15,0 0-25 16,0 0-9-16,0 0-6 16,0 0-2-16,-11 2 4 15,35 2 4-15,6-1 2 16,10-2 3-16,3-1 0 15,-1 0-4-15,3 0 2 16,6-8-3-16,2 0-10 16,-6-1-45-16,-11 2-144 15</inkml:trace>
  <inkml:trace contextRef="#ctx0" brushRef="#br0" timeOffset="116814.54">7518 11297 596 0,'0'0'27'0,"0"0"-25"16,0 0 19-16,0 0 23 16,109 1-2-16,-66-1-22 15,11 0-12-15,7 0-7 16,9-2-1-16,6-8-37 0,-4-7-165 15</inkml:trace>
  <inkml:trace contextRef="#ctx0" brushRef="#br0" timeOffset="117983.31">8662 10707 505 0,'0'0'102'0,"0"0"20"15,0 0-54-15,0 0-26 16,0 0-22-16,0 0-9 16,-13-21-4-16,13 21-7 15,0 20-12-15,0 20 7 16,0 17 5-16,0 15 0 16,0 5 0-16,0-1 0 15,0-6 0-15,4-8 2 16,-3-10-2-16,1-11-1 15,-1-9-8-15,-1-10-4 0,0-5 1 16,0-6-35 0,0-7 8-16,0-4-47 0,-8-9-96 15</inkml:trace>
  <inkml:trace contextRef="#ctx0" brushRef="#br0" timeOffset="118464.23">8559 10534 496 0,'0'0'62'0,"0"0"72"15,0 0-89-15,-15-78-22 16,15 75 1-16,0 3-24 16,20 0-50-16,15 0 42 15,9 4 4-15,6 9 4 16,4 6 2-16,4 4-1 15,-4 7 0-15,-8 3 3 16,-6 3-3-16,-11 2 0 0,-13 0-1 16,-12 1 0-16,-4-5 2 15,-13-4 2-15,-18-3 2 16,-11-5-3-16,-9-5 5 16,-1-2-2-16,-2-6-5 15,5-1 4-15,7-3 5 16,-4073 1 13-16,8178 3-23 15,-4069 5-2-15,6 0-109 16,15-3-133-16,22-6-77 16</inkml:trace>
  <inkml:trace contextRef="#ctx0" brushRef="#br0" timeOffset="119013.33">9446 10456 350 0,'0'0'157'0,"0"0"-44"15,0 0-7-15,0 0-39 16,0 0-22-16,0 0-28 16,-50-41-16-16,23 68-1 0,-9 18-4 15,-8 21 3-15,-3 20 2 16,3 12-1-16,6 7 0 15,13-1 0-15,14-6-5 16,11-6-13-16,18-13-1 16,30-17-31-16,31-24-20 15,16-23 16-15,17-15-23 16,2-22-139-16</inkml:trace>
  <inkml:trace contextRef="#ctx0" brushRef="#br0" timeOffset="119422.04">9655 10793 70 0,'0'0'597'0,"0"0"-467"16,0 0-64-16,0 0-57 16,0 0-9-16,0 0-6 15,-18 31 5-15,18 3 1 16,0 5 0-16,0 6 1 16,0 2-1-16,8-1-1 15,8-5-51-15,7-10-94 16,5-19-76-16</inkml:trace>
  <inkml:trace contextRef="#ctx0" brushRef="#br0" timeOffset="119663.55">10118 10681 805 0,'0'0'77'16,"0"0"-14"-16,0 0-35 15,0 0-28-15,0 0-2 16,0 0-12-16,0 40 9 16,0 6 4-16,0 6 0 15,0 4-6-15,9-1-8 16,10-6-38-16,-2-7-1 0,-4-12-34 16,-3-7-9-1,-2-13-40-15,-4-10-180 0</inkml:trace>
  <inkml:trace contextRef="#ctx0" brushRef="#br0" timeOffset="119842.1">9855 10902 736 0,'0'0'56'16,"0"0"-9"-16,0 0-46 15,0 0-1-15,0 0 0 16,82-5 3-16,-30 5-1 0,17 0-1 15,12 0-1 1,10-6-1-16,-2-12-95 0,-4-8-144 16</inkml:trace>
  <inkml:trace contextRef="#ctx0" brushRef="#br0" timeOffset="120311.59">10828 10539 338 0,'0'0'180'15,"0"0"-40"-15,0 0-7 16,0 0-100-16,0 0-33 15,0 0-13-15,4 0 13 16,28 31 0-16,2 10 2 16,7 5-2-16,-3 4 3 15,-7-3 2-15,-6-7-1 16,-5-5 0-16,-8-9-2 16,-6-10 1-16,-2-7 0 15,-4-4-2-15,0-5 1 16,0 0 11-16,0-2 49 15,-7-18-9-15,-14-11-50 0,-7-7-3 16,-2 1 0 0,7 3 0-16,12 5-1 0,11 6 0 15,14 0-20-15,20 1-41 16,12 0 14-16,3 3 24 16,1 4 3-16,1 7 13 15,-3 5-17-15,-5 3-47 16,-8 4-26-16,-16 12-150 15</inkml:trace>
  <inkml:trace contextRef="#ctx0" brushRef="#br0" timeOffset="120564.18">10652 11042 750 0,'0'0'104'16,"0"0"-74"-16,0 0-30 16,0 0-2-16,0 0 2 15,116-20 4-15,-43 12 6 16,14-1-3-16,9 1 1 16,1 0 0-16,-4 3-8 15,-13 0 0-15,-13 1-4 16,-18 4-37-16,-26 0-69 15,-23 0-172-15</inkml:trace>
  <inkml:trace contextRef="#ctx0" brushRef="#br0" timeOffset="120785.28">10787 11210 637 0,'0'0'157'0,"0"0"-143"16,0 0-14-16,0 0-6 16,0 0 6-16,0 0 3 15,35 93 1-15,-25-61-2 0,0 0 1 16,-2 6 0 0,-2 5 0-16,-1 2-3 0,-4-2-56 15,-1-15-180-15</inkml:trace>
  <inkml:trace contextRef="#ctx0" brushRef="#br0" timeOffset="121428.22">11057 11269 695 0,'0'0'100'0,"0"0"-82"16,0 0-18-16,0 0-4 15,0 0-5-15,0 0 4 0,2 32 5 16,-2-5 0-16,3 6 5 16,3 6 5-16,3-3-7 15,4 0 3-15,2-7-3 16,3-4 0-16,3-8 0 16,-2-7 0-16,5-9 2 15,3-1 2-15,7-14 4 16,1-15-3-16,-6-6 5 15,-8-2 1-15,-13-1 15 16,-8 6-18-16,0 5-3 16,-19 3-8-16,-4 6-2 15,-7 3-36-15,0 2-14 16,2 4-10-16,4 3 34 16,13 2 9-16,6 4 19 15,5 0-2-15,0 0-26 0,16 0 28 16,6 7 0-16,7 5 10 15,0 2 3-15,3 3 6 16,2 2-13-16,1 0-5 16,2 1 9-16,-4-3 0 15,-6-3-7-15,-5-3-3 16,-7-4 5-16,-3-4-2 16,-6-2-2-16,-2-1 3 15,1 0 2-15,-1-16 10 16,3-3-10-16,-4-4-5 15,0 2 15-15,-3-3 0 16,0 2-2-16,0 1 23 0,-11-1-1 16,-12 2-18-16,-4 3-17 15,1 6-1-15,5 6 0 16,10 5 0-16,5 0 0 16,2 0-9-16,-2 5-27 15,0 12-15-15,6 0-49 16,0-6-79-16</inkml:trace>
  <inkml:trace contextRef="#ctx0" brushRef="#br0" timeOffset="121810.02">11546 10489 514 0,'0'0'53'0,"0"0"79"16,0 0-69-16,0 0-50 15,0 0-13-15,0 0-3 0,93 37 3 16,-63 36 8-16,0 17 4 16,-3 17-4-16,-5 7 4 15,-4 3-7-15,-14-7 2 16,-4-7 0-16,0-11-4 16,-16-14-3-16,-7-15-26 15,-3-10-37-15,-10-17-12 16,-8-12-155-16</inkml:trace>
  <inkml:trace contextRef="#ctx0" brushRef="#br0" timeOffset="122441.76">11990 10476 360 0,'0'0'261'16,"0"0"-144"-16,0 0-106 15,0 0-10-15,0 0-2 16,0 0 1-16,-11 21-4 15,11-14 3-15,0-4 1 16,8-2 8-16,5-1 21 16,4-5 7-16,8-20 2 15,2-6-30-15,-2-8-6 16,-7-2 1-16,-8-4-3 16,-8 1-4-16,-2 2 3 0,-17-1 0 15,-13 9 0-15,-4 5 1 16,3 11 7-16,11 7 22 15,7 11-9-15,7 0-20 16,0 24-16-16,-1 20 11 16,2 18 2-16,5 9 2 15,2 5 1-15,28-4-2 16,10-10-6-16,5-9 0 16,1-12-14-16,-4-13-1 15,-8-13-33-15,-10-10-54 0,-5-5-38 16,-13-16-172-1</inkml:trace>
  <inkml:trace contextRef="#ctx0" brushRef="#br0" timeOffset="122612.41">11724 10397 494 0,'0'0'34'0,"0"0"-28"15,88-1 22-15,-42-1 13 16,8 2-22-16,9 0-5 16,7 0-14-16,3 0-9 15,-8-5-318-15</inkml:trace>
  <inkml:trace contextRef="#ctx0" brushRef="#br0" timeOffset="124852.14">7929 12363 299 0,'0'0'121'15,"0"0"-19"-15,0 0-44 16,0 0 27-16,0 0-43 16,0 0-9-16,17-41 2 15,-5 34-25-15,6 0-1 16,6-1 2-16,7 4-8 15,5-1-3-15,0 3-2 16,-1 1-36-16,-5 1-51 16,-6 0-30-16,-8 0-118 15</inkml:trace>
  <inkml:trace contextRef="#ctx0" brushRef="#br0" timeOffset="125046.49">7937 12487 172 0,'0'0'218'0,"0"0"-189"16,0 0 47-16,0 0-15 15,0 0 4-15,0 0-28 16,119 43-1-16,-77-40-21 16,4-1-14-16,-2-2-1 15,0 0-45-15,-6-2-102 16,-12-13-301-16</inkml:trace>
  <inkml:trace contextRef="#ctx0" brushRef="#br0" timeOffset="125345.28">8571 12246 675 0,'0'0'152'16,"0"0"-126"-16,0 0-26 0,0 0-2 15,1 91 2-15,4-36 1 16,-1 11 0-16,1 9 0 15,-2 1-2-15,2-1-1 16,-3-10-48-16,3-20-78 16,1-20-171-16</inkml:trace>
  <inkml:trace contextRef="#ctx0" brushRef="#br0" timeOffset="126023.17">8783 12421 60 0,'0'0'513'0,"0"0"-510"15,0 0-3-15,0 0 9 16,18 74 10-16,-17-41-2 16,2 3 6-16,0-2-4 15,6 5-12-15,5-5-3 16,5-4 0-16,5-7-3 15,-1-11-1-15,-1-9 5 16,0-3 6-16,2-8 28 16,-5-16-8-16,2-7-7 15,-2-8-16-15,-8 2-4 16,-4 1-4-16,-7 2 0 16,0 8-4-16,0 3-9 15,-10 4-9-15,-2 4-9 0,-3 1 8 16,3 2-4-16,-1 2 18 15,5 1 0-15,4 2 4 16,4 1 5-16,0 0 0 16,12 3-9-16,10-1 9 15,6 4 4-15,4 0 9 16,-4 0-2-16,0 7-7 16,-4 7-3-16,0 3 3 15,-5 5-3-15,-1 2 0 16,-6 1 0-16,-3 4 0 15,-2-3 1-15,-5 0-2 16,-2-4-2-16,0-2 0 0,0-5-2 16,0-4-7-16,6-5-14 15,11-4-15-15,6-2 14 16,6-2 6-16,-1-13 9 16,-4-5 11-16,-6-5 14 15,-2-4 43-15,-4-4 36 16,-1-1 13-16,-2-2-48 15,-6 2 8-15,-3 3-36 16,0 3-9-16,-17 9-14 16,-22 9-7-16,-12 9-16 15,-8 1-15-15,4 14-20 16,10 11-78-16,22-4-77 16,15-4-142-16</inkml:trace>
  <inkml:trace contextRef="#ctx0" brushRef="#br0" timeOffset="126758.36">9925 12055 417 0,'0'0'103'15,"0"0"-23"-15,0 0-27 16,0 0-25-16,-95 80-10 16,74-36 1-16,0 12 4 15,1 9-4-15,4 8 4 16,2 12-11-16,12 5-7 15,2-1 1-15,12-2-6 16,22-15 0-16,14-14-21 16,11-15-37-16,11-12-19 15,7-17-91-15,3-14-217 0</inkml:trace>
  <inkml:trace contextRef="#ctx0" brushRef="#br0" timeOffset="127176.5">10025 12348 492 0,'0'0'88'0,"0"0"74"16,0 0-62-16,0 0-77 16,0 0-19-16,0 0-4 15,-6-18-3-15,6 43 0 16,3 12 1-16,2 10 2 0,-5 6 1 16,0 5-1-1,0-3-34-15,0-11-54 0,0-13-38 16,3-18-144-16</inkml:trace>
  <inkml:trace contextRef="#ctx0" brushRef="#br0" timeOffset="127404.42">10384 12291 753 0,'0'0'95'0,"0"0"-49"15,0 0-43-15,0 0-3 16,0 0-5-16,0 0 5 0,-26 77 0 16,17-33-1-16,3-1 0 15,1-1-14-15,5-3-48 16,0-5-39-16,0-8-38 16,0-13-159-16</inkml:trace>
  <inkml:trace contextRef="#ctx0" brushRef="#br0" timeOffset="127588.24">10139 12458 792 0,'0'0'48'16,"0"0"-48"-16,0 0 3 0,95-10-1 15,-62 10 0 1,4 0-1-16,5 0-1 0,9 0-4 15,2 0-90-15,2-10-114 16</inkml:trace>
  <inkml:trace contextRef="#ctx0" brushRef="#br0" timeOffset="128105.63">11035 12285 262 0,'0'0'56'16,"0"0"108"-16,0 0-53 15,0 0-38-15,0 0-10 16,0 0-34-16,0-9-18 16,0 9-11-16,0 15 3 15,0 9-3-15,-8 5 3 16,-2 7 0-16,-2 1-2 15,-2 4 1-15,-2 2-2 16,6-1-1-16,3-2-62 0,7-13-72 16,0-11-224-16</inkml:trace>
  <inkml:trace contextRef="#ctx0" brushRef="#br0" timeOffset="128470.47">11217 12288 662 0,'0'0'140'16,"0"0"-80"-16,0 0-58 16,0 0-2-16,0 0-2 0,0 0 1 15,-11 88 1-15,6-45 0 16,-2 0 2-16,5 1-2 15,2-3 0-15,0-12-17 16,17-12-36-16,15-14 22 16,8-3 13-16,6-29-9 15,-4-6 6-15,-6-2 21 16,-12 0 3-16,-15 7 34 16,-9 2 11-16,-5 3-15 15,-29 5-6-15,-17 6-19 16,-5 6-8-16,6 8 1 15,16 2-2-15,15 18-16 0,14 8-133 16,5 0-100-16</inkml:trace>
  <inkml:trace contextRef="#ctx0" brushRef="#br0" timeOffset="129019.36">10805 12819 440 0,'0'0'130'0,"0"0"-84"15,0 0 3-15,0 0 23 16,112-32-20-16,-54 20-25 16,10 2-16-16,10 0-8 15,7 4-3-15,6 0-11 16,-5 4-111-16,-12-1-23 16,-26 1-164-16</inkml:trace>
  <inkml:trace contextRef="#ctx0" brushRef="#br0" timeOffset="129233.26">10971 12945 492 0,'0'0'37'16,"0"0"-20"-16,0 0 17 15,0 81-7-15,0-49-13 0,0 3-6 16,0 1-5-16,0-1 0 16,-3-3-3-16,1-10-133 15</inkml:trace>
  <inkml:trace contextRef="#ctx0" brushRef="#br0" timeOffset="129635.94">11132 12983 769 0,'0'0'104'15,"0"0"-104"-15,0 0-11 16,0 0 11-16,18 78 0 0,-6-47-1 16,7-2-6-1,6 1-26-15,4-5-7 0,3-12-54 16,1-6 1-16,-1-7-21 15,-6-12 29-15,-3-13 21 16,-7-6 53-16,-5-4 11 16,-11 5 59-16,0 4-44 15,0 6-15-15,-8 7-24 16,7 6-1-16,1 2 20 16,4 5-33-16,14 0 38 15,2 0 22-15,2 0 11 16,2 14 25-16,1 4-19 15,-2 1-25-15,1 3-3 16,-5-3-10-16,-7 1-1 0,-2-6-33 16,-1-2-30-16,2-4-17 15,0-1 14-15,2-6-42 16,-2-1-16-16</inkml:trace>
  <inkml:trace contextRef="#ctx0" brushRef="#br0" timeOffset="129769.73">11700 13104 111 0,'0'0'130'16,"0"0"75"-16,12-87-37 15,-12 50-42-15,0 1-7 16,-10-3-50-16,-11 8-30 16,-9 4-21-16,-12 10-18 15,-17 11-6-15,-10 6-28 0,5 6-56 16,16 14-101 0,21-4-156-16</inkml:trace>
  <inkml:trace contextRef="#ctx0" brushRef="#br0" timeOffset="130136.1">11990 12062 402 0,'0'0'51'16,"0"0"15"-16,116 30-11 15,-71 15-12-15,-8 19 21 16,-4 17-34-16,-17 22-12 15,-16 16-10-15,-12 6-5 16,-28 4 2-16,-12-8 3 16,-8-14-8-16,-1-15 0 15,1-19-65-15,4-25-88 16,-1-20-162-16</inkml:trace>
  <inkml:trace contextRef="#ctx0" brushRef="#br0" timeOffset="130918.14">12369 11690 306 0,'0'0'215'15,"0"0"-97"-15,0 0-15 16,0 0-21-16,13-81-25 15,-11 70-7-15,-2 6-10 16,0 2-17-16,0 3-1 16,0 0-22-16,0 8-8 15,0 24-7-15,0 17 11 16,-8 12 1-16,-3 7-15 16,-2 0-30-16,4-9-50 0,3-18-55 15,5-16-215-15</inkml:trace>
  <inkml:trace contextRef="#ctx0" brushRef="#br0" timeOffset="131102.52">12482 11897 586 0,'0'0'171'0,"0"0"-147"16,0 0-24-16,0 0-101 0,0 0-14 16,0 0-224-16</inkml:trace>
  <inkml:trace contextRef="#ctx0" brushRef="#br0" timeOffset="136897.05">7054 12511 480 0,'0'0'102'0,"0"0"-47"16,0 0-27-16,0 0-18 15,-85 76 5-15,63-31-1 16,2 3-4-16,0-6-3 16,7-9-3-16,0-6 0 15,7-12-3-15,1-4 1 16,2-5-1-16,0-2 3 16,3-4-2-16,0 0 1 15,0 0 42-15,0-21 8 0,9-11-53 16,14-11-22-1,5-6-8-15,3-4 6 0,1-3-6 16,-1 6 14 0,-1 6 0-16,-3 7 15 0,-5 6 1 15,1 5 2-15,-4 6-2 16,-6 8 3-16,-2 7 3 16,1 5 1-16,-3 0-7 15,5 9-1-15,2 15 0 16,-2 13 1-16,-3 9 4 15,-2 11 2-15,-3 5 1 16,-1 1-3-16,-3-8-2 16,1-11 2-16,0-11-4 15,-3-8-2-15,0-5-9 16,-3-4-50-16,-13-11-80 16,-4-5-237-16</inkml:trace>
  <inkml:trace contextRef="#ctx0" brushRef="#br0" timeOffset="137069.77">6881 12662 610 0,'0'0'3'0,"0"0"1"16,0 0-4-16,88 9 0 15,-51-9 1-15,5 0 2 16,3 0-2-16,5 0-1 15,0 0-48-15,-4-14-251 16</inkml:trace>
  <inkml:trace contextRef="#ctx0" brushRef="#br0" timeOffset="137977.5">12429 12402 384 0,'0'0'84'15,"0"0"-50"-15,0 0-31 16,0 0-3-16,0 0 1 16,0 0 27-16,33-13 20 15,-15 4 11-15,1 0-4 16,4 1-10-16,2-2-30 15,2 4-15-15,-1 0-9 16,-4 4-69-16,-6 2-12 16,-14 0-117-16,-2 0-112 0</inkml:trace>
  <inkml:trace contextRef="#ctx0" brushRef="#br0" timeOffset="138181.22">12433 12518 352 0,'0'0'199'0,"0"0"-135"16,0 0-54-16,0 0 2 15,0 0 7-15,0 0 17 16,80-21 5-16,-57 11-34 16,2 1-7-16,6-1-8 15,1 0-92-15,-4-4-104 16</inkml:trace>
  <inkml:trace contextRef="#ctx0" brushRef="#br0" timeOffset="138562.93">12946 12143 525 0,'0'0'157'0,"0"0"-36"15,0 0-59-15,0 0-39 16,0 0-23-16,0 0-4 16,-3 17 4-16,9 13-1 15,-4 10 0-15,-2 6 1 16,0 4 0-16,-11 4 1 16,-8-1-1-16,-2-2-10 15,5-6-59-15,2-8-10 16,6-10-11-16,8-15-42 15,0-9-116-15</inkml:trace>
  <inkml:trace contextRef="#ctx0" brushRef="#br0" timeOffset="138830.62">13128 12170 534 0,'0'0'131'0,"0"0"47"16,0 0-92-16,0 0-49 15,0 0-22-15,0 0-15 16,-8-30-6-16,8 50 2 16,5 10 4-16,2 10 0 0,-5 6 0 15,-2 3-1-15,0-2-12 16,0 2-16-16,-5-6-39 15,5-6-46-15,0-15-92 16,0-15-297-16</inkml:trace>
  <inkml:trace contextRef="#ctx0" brushRef="#br0" timeOffset="139195.12">13264 12258 638 0,'0'0'142'0,"0"0"-110"16,0 0-32-16,0 0-11 16,0 0 6-16,0 0 5 15,1 105-1-15,-2-68 1 16,-7-1-1-16,3-4-25 16,5-6-13-16,0-5-53 15,0-10 66-15,17-9-19 16,5-2-51-16,10-17 22 15,1-13-24-15,-1-4 81 16,-2 1 17-16,-11 2 96 16,-8 2 40-16,-11 4-20 15,-4 1 30-15,-28 2-91 16,-14 5-35-16,-5 8-11 16,6 7-5-16,11 2-4 15,15 14 0-15,7 13-35 0,4 3-83 16,4-3-31-16,4-9-250 15</inkml:trace>
  <inkml:trace contextRef="#ctx0" brushRef="#br0" timeOffset="139341.9">13365 12355 330 0,'0'0'146'0,"0"0"-25"15,0 0-121-15,0 0-32 16,0 0-22-16,0 0 38 0,0 18-164 16</inkml:trace>
  <inkml:trace contextRef="#ctx0" brushRef="#br0" timeOffset="188527.78">2226 12743 455 0,'0'0'96'0,"0"0"-96"0,0 0 0 15,0 0 8-15,-12 115 26 16,-3-65 0-16,-3-2 9 16,0-1-7-16,0-10-12 15,5-7-2-15,1-11-11 16,4-7 11-16,2-1-11 16,-1-5-4-16,3-1 2 15,-1-2 10-15,-1-3 12 0,0 0-3 16,0-22-22-1,6-17-6-15,0-12-79 0,18-9-56 16,9-3 38 0,1 2 0-16,-4 6 69 0,3 2 28 15,-5 14 12-15,-5 10 21 16,-3 14 28-16,-4 13-13 16,2 2-40-16,-3 14-8 15,4 18 0-15,-4 14 2 16,4 14 20-16,-5 6 1 15,-2 4-6-15,1-2-3 16,2-7-7-16,-4-14-3 16,2-16-1-16,-2-15 0 15,-4-9-2-15,-1-5 3 16,0-2 4-16,0 0 30 0,-15-14-3 16,-10-6-35-16,-9-4-11 15,-3 1-23-15,-1 4 13 16,8 3 17-16,9 4 4 15,9 5 0-15,9 2 4 16,3 0-2-16,3-1-2 16,21-3 0-16,12-2-1 15,12-3 2-15,8-5 0 16,5-6 1-16,2-5 3 16,1-6 2-16,-6-5-7 15,-10-1 7-15,-12-2 1 16,-15 3 24-16,-14 7 0 0,-7 6 5 15,0 11 5-15,0 9-8 16,-7 5-20-16,-1 3-14 16,1 5-2-16,-4 23 2 15,4 17-5-15,4 14 3 16,3 8 0-16,0 6 1 16,3 2 1-16,22-2-6 15,5-6 4-15,3-8 2 16,4-10 0-16,-4-13-15 15,-6-10-10-15,-4-12 5 16,-6-3 3-16,-6-8-6 16,-9-3-5-16,-2 0 25 15,0 0 3-15,-15-16 1 0,-14-4 0 16,-5-2 4 0,-2-6 3-16,6 2 11 0,10-2-6 15,13-1-6-15,7-4-7 16,16-4-2-16,22-4-65 15,15-5-6-15,10-2 8 16,4-1 34-16,-2 0 20 16,-6 2 11-16,-11 5 2 15,-17 6 10-15,-6 7 24 16,-14 10 31-16,-10 7 16 16,-1 4-24-16,0 4-17 15,0 4-9-15,-4 0-28 16,-8 21-5-16,-6 15 0 15,4 8-1-15,4 5-1 0,7 0 1 16,3-4 0-16,0-6-1 16,0-5 1-16,11-4-3 15,2-5-7-15,1-5-11 16,3-6-36-16,-3-11-82 16,2-3-87-16</inkml:trace>
  <inkml:trace contextRef="#ctx0" brushRef="#br0" timeOffset="188700.94">2875 12914 607 0,'0'0'66'0,"0"0"-32"16,0 0-33-16,0 0-1 15,0 0 1-15,113-39-1 0,-65 26 1 16,7-2-1-16,3-2-43 15,-4 0-121-15,-7-5-266 16</inkml:trace>
  <inkml:trace contextRef="#ctx0" brushRef="#br0" timeOffset="189027.98">3322 12869 334 0,'0'0'56'15,"0"0"-31"-15,0 0 43 16,0 0 18-16,0 0-19 16,0 0-24-16,94-27 0 15,-80 6-17-15,-3-3 4 16,-5 2-24-16,-6 5-6 16,0 2 2-16,0 4 1 15,-19 8-3-15,-1 0-1 16,0 3 0-16,3 3-2 15,7 11-1-15,7 6-4 16,3 4-7-16,0 3 7 16,16 1 0-16,14-3 6 15,9-3 2-15,11-13-1 16,4-9-8-16,3 0-26 0,0-14-55 16,-10-12-146-16</inkml:trace>
  <inkml:trace contextRef="#ctx0" brushRef="#br0" timeOffset="189330.36">3764 12604 580 0,'0'0'131'0,"0"0"-115"16,0 0-12-16,0 0 1 16,16 105 24-16,-7-55 4 15,4-4-13-15,-2-4-2 16,-2-13-10-16,-6-7 1 15,1-7-8-15,-1-6 5 0,-3-6-2 16,0-3 0-16,0 0 2 16,0-3 13-16,-7-19 1 15,-3-7-20-15,6-8-3 16,4-7-5-16,0 0 6 16,24-1-4-16,10 4-5 15,7 7-19-15,5 8-6 16,2 6-16-16,2 6-23 15,-4 4-41-15,-7 2-170 16</inkml:trace>
  <inkml:trace contextRef="#ctx0" brushRef="#br0" timeOffset="189607.49">4547 12266 883 0,'0'0'68'0,"0"0"-53"15,0 0-15-15,0 0-6 16,3 76 6-16,2-17 0 0,3 8-12 15,-3 5-6 1,7-3-21-16,-4-4-25 0,1-15-76 16,2-19-33-16,7-21-212 15</inkml:trace>
  <inkml:trace contextRef="#ctx0" brushRef="#br0" timeOffset="190610.84">4821 12529 679 0,'0'0'198'15,"0"0"-108"-15,0 0-74 16,0 0-16-16,0 0-6 16,0 0 4-16,39 67 0 15,-24-36-4-15,-3-1-8 0,1-8 0 16,1-13-5 0,2-7-7-16,8-2 26 0,0-22 0 15,1-9 2-15,-3-8-1 16,-8 3 1-16,-5 3-1 15,-8 5 0-15,-1 11 23 16,0 5-3-16,0 8-3 16,0 4 3-16,0 0-21 15,3 14-11-15,11 25 6 16,2 21 3-16,5 16 2 16,-4 13 0-16,-3 3 1 15,-9-3 2-15,-5-7-2 0,0-12-1 16,0-20 2-1,-5-20-2-15,1-18 0 0,-2-12 5 16,1-2 6-16,-7-22 36 16,-5-17-43-16,0-9-4 15,1-7 0-15,5 7-6 16,8 3 4-16,3 11-12 16,7 2-19-16,22 3-10 15,10 1-18-15,7 0 3 16,2 3-24-16,-1-1 26 15,-5 3 29-15,-6 3 21 16,-7 2 6-16,-10 1 0 16,-7 1 12-16,-6 2 47 15,0-1-10-15,-6 2-9 16,0 4-13-16,-2 5-4 0,-14 6-15 16,2 0-8-1,-2 6-1-15,-2 18-1 0,2 11 0 16,-2 8 1-16,7 5 1 15,8-1-1-15,3 0 1 16,9-4 0-16,20-9-10 16,11-12-22-16,8-17-22 15,10-5 25-15,3-25 19 16,3-16 10-16,-7-11 2 16,-8-6-2-16,-12-3 13 15,-13 8 16-15,-13 9 14 16,-11 10 4-16,0 13-10 15,-11 5 3-15,-4 7-18 16,5 9-11-16,0 0-11 0,2 13-4 16,5 19 3-16,0 8-3 15,3 8-1-15,0 1-11 16,0-2-7-16,6-12-23 16,7-11 9-16,-2-12-7 15,-1-12 8-15,5-6 36 16,-1-21 11-16,2-8-1 15,-7-5 7-15,0 2-3 16,-7 5 12-16,-2 8 1 16,0 7 4-16,0 6-5 15,-5 7-6-15,2 3-7 16,3 2-4-16,0 0-9 16,3 12-10-16,15 13 10 0,4 12 0 15,4 2 1-15,-1 0-1 16,2-5-7-16,-3-10-12 15,-1-5-13-15,0-11-22 16,-1-8-42-16,-7 0-58 16,-3-20-243-16</inkml:trace>
  <inkml:trace contextRef="#ctx0" brushRef="#br0" timeOffset="190909.5">6067 12498 707 0,'0'0'115'0,"0"0"-115"0,0 0 0 16,27 73 8-16,-14-22 8 16,-7 0-5-16,-3-5-3 15,-2-13-1-15,1-13-1 16,-2-5-1-16,0-11 3 16,0-1-1-16,0-3 8 15,0 0 25-15,0-10 9 16,0-15-30-16,0-10-19 15,0-10-2-15,1-5 2 16,10 0-5-16,7 4-7 16,4 8-6-16,2 8 4 15,1 9 0-15,4 7-27 16,-1 7-37-16,-6 7-52 16,-8 0-59-16,-10 3-217 15</inkml:trace>
  <inkml:trace contextRef="#ctx0" brushRef="#br0" timeOffset="191040.29">6222 12533 648 0,'0'0'168'16,"0"0"-95"-16,0 0-70 16,0 0-3-16,0 0-146 15,0 0-23-15,5 2-163 16</inkml:trace>
  <inkml:trace contextRef="#ctx0" brushRef="#br0" timeOffset="195605.32">2172 14183 544 0,'0'0'49'0,"0"0"-47"15,-9 94-2-15,-3-44 13 16,-3 0 4-16,2-7-7 16,2-8-3-16,4-11 1 15,1-8 1-15,2-8 4 16,1-5 15-16,1-2 4 16,-1-1 50-16,-3 0-18 15,-6-7-40-15,1-14-24 16,4-10 0-16,6-9-33 0,1-6-53 15,12-2-31-15,10 2 27 16,3 4 30-16,-1 8-13 16,0 5-7-1,-4 11 53-15,-3 7 27 0,-3 11 27 16,1 3-6-16,-5 23 1 16,2 13 17-16,0 10-16 15,0 4 5-15,-1 1-12 16,0-4-8-16,-3-6-2 15,2-7 0-15,-7-9-2 16,-3-12 1-16,0-8-5 16,0-6-1-16,0-2 1 15,-13 0 8-15,-7-3-8 16,-8-11-30-16,-2-3-20 0,5-2 12 16,9-1 34-16,11-2 2 15,5-1-2-15,16-2-28 16,14 0 10-16,3 0 20 15,7-1 2-15,-2 1 4 16,0-4 22-16,-2 0 15 16,-5-3 24-16,-9 0-16 15,-3-2 8-15,-10 3-1 16,-5 3 12-16,-4 6 18 16,0 5-34-16,0 6-5 15,0 9-22-15,0 2-15 16,0 5-10-16,6 27-13 15,2 19 11-15,2 12-1 0,8 12 3 16,3 2 0-16,5-1 4 16,9-2-2-16,-2-6 0 15,-2-9 0-15,-1-9-2 16,-12-13-4-16,1-9 2 16,-10-9-8-16,-4-8-4 15,-1-7-18-15,-4-4 7 16,0 0 24-16,-13-4 0 15,-11-16-25-15,-9-6 3 16,-10-9 14-16,-3-4 9 16,2 0 2-16,8 2 23 15,13 5-4-15,12 5-12 16,11 1-9-16,0 0 0 16,33-4-14-16,13-6-15 15,11-1-2-15,9-8 14 0,2-2 4 16,5 4-3-16,-4-3 11 15,-10 12 5-15,-14 7 2 16,-18 9 0-16,-12 7 23 16,-10 8 44-16,-5 1-20 15,0 2-23-15,-5 0-24 16,-10 5-2-16,0 12-2 16,5 10-2-16,1 9-2 15,9 9 5-15,0 7 1 16,0 0 0-16,15-2-3 0,6-8-8 15,3-8-28 1,-2-10-13-16,-1-10-53 0,-5-13-19 16,-6-1-177-16</inkml:trace>
  <inkml:trace contextRef="#ctx0" brushRef="#br0" timeOffset="195758.01">2807 14283 279 0,'0'0'236'16,"0"0"-236"-16,0 0 3 16,0 0 1-16,88 18 8 15,-37-18 3-15,10 0-8 0,9-9-7 16,-1-8-166 0</inkml:trace>
  <inkml:trace contextRef="#ctx0" brushRef="#br0" timeOffset="196072.02">3355 14345 97 0,'0'0'125'15,"0"0"-53"-15,97-37-24 16,-72 19 17-16,-9-3 48 15,-8-2-26-15,-7 3 18 0,-1 1-38 16,-3 4-28-16,-19 3-11 16,-3 7-20-16,-5 5-6 15,3 0 1-15,6 10-3 16,6 12-3-16,9 3-1 16,6 3-2-16,2 4 0 15,23 3-5-15,11-4-27 16,16-9-43-16,6-13-25 15,1-9-121-15,-4-15-64 16</inkml:trace>
  <inkml:trace contextRef="#ctx0" brushRef="#br0" timeOffset="196387.89">3713 14079 822 0,'0'0'8'0,"0"0"-8"15,0 0-1-15,16 97 1 16,-7-52 2-16,-3-4 1 16,2-9-2-16,-5-10 1 15,1-8 0-15,-2-4 1 16,-2-8 0-16,0-2 0 16,0 0 4-16,0 0 12 15,-6-18-3-15,-8-6-16 16,-2-6-17-16,4-1 15 0,7 4 2 15,5-1 0 1,3 4 0-16,18 4-9 0,11 0-31 16,5 4-3-16,7 3-34 15,6 1 0-15,-1 3-76 16,-1-2-235-16</inkml:trace>
  <inkml:trace contextRef="#ctx0" brushRef="#br0" timeOffset="198171.52">4566 14001 356 0,'0'0'227'16,"0"0"-207"-16,0 0 25 15,0 0-21-15,0 0-9 16,0 0-3-16,36-41-4 0,-12 41 17 16,-1 0-1-16,-4 4-16 15,1 16-7-15,-6 8 1 16,-7 10 0-16,-7 3 1 16,-4 2 1-16,-14-2-4 15,-6-7-5-15,3-7-5 16,5-8 3-16,4-6 6 15,6-9 1-15,6-1 0 16,0-3-3-16,3 0 3 16,24-15-1-16,13-10-4 15,8-6-13-15,2-3 8 0,0 1 8 16,-7 4 2 0,-7 5 9-16,-11 7 33 0,-13 7 11 15,-4 7-7-15,-6 3-14 16,-2 0-31-16,2 2-1 15,1 15-1-15,0 6 1 16,4 3 0-16,2 3 0 16,9-1 0-16,6-10-4 15,7-10-13-15,7-8 10 16,2-5 4-16,6-22 3 16,-7-7 0-16,-10-2 0 15,-11 0 3-15,-10 8 0 16,-8 5 16-16,0 8 11 15,0 8 6-15,-6 4-18 0,4 3-17 16,-2 9-1-16,-2 21-8 16,3 14 7-16,3 14 1 15,0 7-3-15,6 3 4 16,13-3-1-16,1-2 0 16,-7-5 2-16,-1-9-2 15,-4-10 1-15,-5-17 0 16,-2-11 0-16,-1-10 1 15,0-1 1-15,0-11 9 16,-9-15-3-16,-6-8-9 16,5-2 1-16,4 3-2 15,6 3 1-15,0 3-2 0,12 1-12 16,13 0-13-16,5-1-9 16,6-2-8-1,10-5 6-15,-1-5-24 0,2-2 27 16,-8 0 27-16,-9 2 8 15,-12 4 0-15,-8 5 2 16,-8 8 38-16,-2 3 8 16,-6 4-17-16,-16 5-8 15,-4 8-14-15,1 2 6 16,1 7-13-16,6 20-1 16,2 10-2-16,11 7 1 15,5 5 0-15,0 0 0 16,23-1 0-16,10-7-5 0,10-12-17 15,6-12-16-15,2-16-34 16,-2-1 14-16,0-18 32 16,-7-13-7-16,-9-6 11 15,-9-4 22-15,-12 3 23 16,-10 6 33-16,-2 5 17 16,-4 7-9-16,-15 8-40 15,4 8-8-15,4 4 1 16,7 0-12-16,2 12-4 15,2 8-1-15,0 8 0 16,0 2 0-16,5-3 1 16,8 1-1-16,4-8-10 15,0-6-14-15,0-14 1 16,5 0 15-16,-1-19 8 0,-4-11 0 16,-3-4 0-16,-6 1 1 15,-6 2 5-15,-2 9 14 16,0 8 8-16,0 7-2 15,0 4-12-15,0 3-14 16,0 0-2-16,0 18-1 16,10 10 3-16,14 6 0 15,6 2 0-15,4 0 0 16,-2 0-13-16,-2-6-28 16,-3-12-9-16,-4-12-60 15,-8-6 19-15,-4-5 12 16,-6-19-146-16</inkml:trace>
  <inkml:trace contextRef="#ctx0" brushRef="#br0" timeOffset="198571.18">6192 14108 160 0,'0'0'236'16,"0"0"-23"-16,0 0-36 15,0 0-100-15,0 0-72 16,0 0-4-16,-20 0-1 16,25 22 0-16,1 2 0 15,0-5 1-15,3-4 0 16,-8-8 0-16,2-7-1 15,2 0 1-15,4-12 5 16,7-17-2-16,4-12-4 16,0-3 0-16,3-4-1 15,-5-1-2-15,-2 2-2 16,-2 2 3-16,-3 7 2 0,0 9 1 16,-2 12-1-16,7 4-1 15,2 9-8-15,3 4-16 16,3 0 4-16,-1 21 9 15,1 12 2-15,-8 8 9 16,0 6 1-16,-10-1 0 16,-6-2 1-16,0-4 8 15,-8-1 14-15,-16-4 0 16,-13-3-4-16,-12-1-7 16,3-4-5-16,4-6-5 15,14-5 0-15,14-6-2 16,11-2-9-16,3-3-41 0,14-5-81 15,23 0-45 1</inkml:trace>
  <inkml:trace contextRef="#ctx0" brushRef="#br0" timeOffset="199103.8">7248 13982 804 0,'0'0'67'0,"0"0"-67"16,0 0 0-16,21 107 3 15,-21-50 3-15,-5-1-2 16,-11-6 1-16,2-12-3 16,3-10-1-16,3-11 0 15,5-7 0-15,2-5-1 16,1-5 3-16,0-5 6 16,0-19-9-16,0-13-3 15,0-9-17-15,0-8 7 16,0-7 3-16,0 0 4 15,1 0 2-15,20 6-1 0,7 4-1 16,2 11 2-16,0 10 0 16,-2 13 4-16,-8 14 0 15,-3 3 6-15,0 20-4 16,-1 16-1-16,-2 11 7 16,2 7 7-16,-6 5-5 15,1 1-4-15,1-1-4 16,-1-2 0-16,0-9-2 15,0-10-3-15,-2-11-32 16,-3-7-55-16,-2-10-34 16,-4-10-88-16</inkml:trace>
  <inkml:trace contextRef="#ctx0" brushRef="#br0" timeOffset="199267.14">7228 14134 554 0,'0'0'87'0,"0"0"-72"16,0 0-14-16,0 0-1 16,0 0 1-16,0 0 0 15,77 20 3-15,-31-20-1 16,5 0-3-16,8-8-39 16,4-9-213-16</inkml:trace>
  <inkml:trace contextRef="#ctx0" brushRef="#br0" timeOffset="199454.05">7915 13984 655 0,'0'0'47'16,"0"0"-47"-16,0 0 0 15,0 0 1-15,0 0 2 16,0 0-1-16,113 0-2 15,-73 0-5-15,0 0-73 16,-8 0-173-16</inkml:trace>
  <inkml:trace contextRef="#ctx0" brushRef="#br0" timeOffset="199650.67">7928 14156 572 0,'0'0'51'15,"0"0"-14"-15,0 0-8 16,0 0 4-16,0 0-13 16,0 0 14-16,69 41 6 15,-23-41-25-15,11-12-15 16,4-3-2-16,0-8-117 16,-7-4-146-16</inkml:trace>
  <inkml:trace contextRef="#ctx0" brushRef="#br0" timeOffset="201998.19">12786 12833 181 0,'0'0'107'16,"0"0"-18"-16,0 0 7 16,0 0-20-16,0 0-28 15,0 0-11-15,-13-11-4 16,10 8 19-16,3 2-18 16,-2 1 4-16,2-2-8 0,0 0-11 15,0-1-8 1,8-1-11-16,11-3 2 0,5 1-2 15,7-1 1-15,5 0 0 16,15-1-1-16,13-2 1 16,16-1 0-16,16-2-1 15,8-3 2-15,2 1-1 16,-1 0-1-16,-11-1 1 16,-13 3 0-16,-15 4-1 15,-15 0 0-15,-21 3 1 0,-15 4 0 16,-11 2 0-1,-4 0 12-15,-1 0 16 0,-20 0-23 16,-12 9-6-16,-6 9-25 16,0 3-59-16,5-4-134 15,10-7-271-15</inkml:trace>
  <inkml:trace contextRef="#ctx0" brushRef="#br0" timeOffset="207443.18">8815 13894 250 0,'0'0'102'16,"0"0"4"-1,0 0-38-15,0 0-19 0,0 0-18 16,0 0-14-16,19-75 38 16,-19 71-25-16,0-1-16 15,0 3 11-15,0-1-4 16,0 3 0-16,0 0-7 16,0 0-4-16,0 0-6 15,0 0-4-15,0 0-5 16,0 3 1-16,0 19-1 15,0 11 2-15,0 10 3 16,-8 12 1-16,-1 7-1 0,-3 5 0 16,3-3 5-16,2-6-5 15,1-10 5-15,3-12-5 16,-2-12-1 0,5-11 0-16,-3-4 0 0,3-4 1 15,0-5-11-15,0 0-10 16,0 0 12-16,0-17-95 15,8-9-200-15</inkml:trace>
  <inkml:trace contextRef="#ctx0" brushRef="#br0" timeOffset="207926.98">9104 13829 245 0,'0'0'159'16,"0"0"-10"-16,0 0-44 0,0 0 13 16,0 0-70-16,0 0-29 15,-16-27-19-15,14 35-6 16,0 16 4-16,-3 14 2 15,0 12 0-15,-1 8 5 16,-3 7 0-16,-5 2-3 16,1-3 4-16,1-4-4 15,2-10 0-15,0-9 1 16,6-10-3-16,1-12-20 16,3-5-11-16,0-8-29 15,0-6-34-15,0-4 14 16,3-25-220-16</inkml:trace>
  <inkml:trace contextRef="#ctx0" brushRef="#br0" timeOffset="208292.12">9188 13980 635 0,'0'0'158'15,"0"0"-105"-15,0 0-53 16,0 0-3-16,0 0 3 16,-2 89 2-16,9-45-2 15,11 5 0-15,2-6 0 0,9-5-1 16,0-11-48-16,7-13 4 16,3-14-19-16,2 0 57 15,-1-21-3-15,-7-11 10 16,-5-6 3-16,-11-5 14 15,-10 0 23-15,-7 3 16 16,-3 3 1-16,-28 7-25 16,-17 5-16-16,-13 8-7 15,-4 10-2-15,9 7-6 16,14 4-1-16,23 21-19 16,19 4-98-16,3-1-62 15,25-6-219-15</inkml:trace>
  <inkml:trace contextRef="#ctx0" brushRef="#br0" timeOffset="208691.52">9916 13665 205 0,'0'0'337'0,"0"0"-175"15,0 0-56-15,0 0-60 16,0 0 1-16,0 0-37 15,-71 22-10-15,41 43 0 16,-2 22-1-16,6 10 1 16,3 4 3-16,13 1-2 15,10-5-1-15,0-11-25 16,28-14 7-16,11-16-10 16,9-20-19-16,11-20-12 15,8-16 7-15,7-5-5 16,6-28-86-16,-7-11-181 15</inkml:trace>
  <inkml:trace contextRef="#ctx0" brushRef="#br0" timeOffset="209042.83">10179 13875 443 0,'0'0'166'0,"0"0"-19"16,0 0-50-16,0 0-45 15,0 0-29-15,0 0-4 16,-61-53-19-16,61 60-7 16,0 15 6-16,0 10 1 15,0 11 0-15,4 6 0 16,2 6 0-16,0 1-27 16,-1-5-66-16,3-11-113 0,1-17-319 15</inkml:trace>
  <inkml:trace contextRef="#ctx0" brushRef="#br0" timeOffset="209258.67">10431 13810 776 0,'0'0'68'0,"0"0"6"15,0 0-54-15,0 0-20 16,0 0-2-16,0 0-4 15,-2 42 6-15,-2 8 0 16,-2 6 2-16,1 2-2 16,3-1-19-16,0-8-31 0,2-6-18 15,0-13-54-15,0-13-73 16,0-14-238-16</inkml:trace>
  <inkml:trace contextRef="#ctx0" brushRef="#br0" timeOffset="209435.91">10220 14062 655 0,'0'0'146'15,"0"0"-128"-15,0 0-18 16,0 0 0-16,84-5 2 16,-27 5-1-16,13-1 7 15,10-15-8-15,5 1-2 16,-1-1-43-16,-7-2-97 15,-9-5-232-15</inkml:trace>
  <inkml:trace contextRef="#ctx0" brushRef="#br0" timeOffset="209728.09">11041 13761 809 0,'0'0'108'0,"0"0"-52"15,0 0-56-15,0 0-4 16,0 0 4-16,0 0 0 15,5 108 2-15,3-56-2 16,1 2-10-16,0-3-38 16,8-10-68-16,-1-12-152 15</inkml:trace>
  <inkml:trace contextRef="#ctx0" brushRef="#br0" timeOffset="210040.11">11335 13808 76 0,'0'0'766'0,"0"0"-672"16,0 0-70-16,0 0-24 15,0 0-7-15,0 0 7 16,0 108 0-16,7-60-10 16,11-3-16-16,2-9-10 15,5-12-2-15,9-14-32 16,-4-10 24-16,0-13 46 15,-2-19 5-15,-5-5 0 16,-8-7 4-16,-4 2 30 16,-11-1 0-16,-1 4-7 0,-26 6-7 15,-13 9 2 1,-13 17-26-16,-2 7-1 0,8 18-48 16,13 15-28-16,14 2-87 15,10 0-172-15</inkml:trace>
  <inkml:trace contextRef="#ctx0" brushRef="#br0" timeOffset="210292.26">10911 14272 609 0,'0'0'28'0,"0"0"-26"0,0 0-2 16,0 0 0-16,0 0 10 16,0 0 27-16,87 35 30 15,-20-35-20-15,12-7-12 16,8-4-16-16,2 1-11 16,1 1-8-16,-6 5-17 15,-16-2-121-15,-22 1-100 16</inkml:trace>
  <inkml:trace contextRef="#ctx0" brushRef="#br0" timeOffset="210472.12">11171 14358 779 0,'0'0'51'15,"0"0"-50"-15,0 0-1 16,43 72 2-16,-25-43-1 15,1 7 0-15,1 2-1 16,-7 2-39-16,-2-1-114 16,-6-8-132-16</inkml:trace>
  <inkml:trace contextRef="#ctx0" brushRef="#br0" timeOffset="210923.97">11550 14452 787 0,'0'0'146'0,"0"0"-94"16,0 0-52-16,0 0-14 16,0 0 7-16,0 0 7 15,0 88 0-15,0-55-1 16,0 2-11-16,0-7-21 16,10-10-29-16,6-13-54 15,3-5 33-15,3-19 42 16,0-13 39-16,-1-6 2 15,-5 5 31-15,-1 5 63 16,-3 9-37-16,1 8-35 16,2 5-21-16,-1 6-1 0,2 0-1 15,-1 0 1-15,3 10 0 16,0 2-2-16,-1 2 2 16,1 3 0-16,-1-2 1 15,4-1-1-15,-2-6-4 16,0-6-15-16,-2-2-22 15,-2-10 41-15,0-16 3 16,-4-8 35-16,-8-3 12 16,-3-4 13-16,-20-1-17 15,-21 2-29-15,-10 9-14 16,1 11-2-16,13 11 2 16,13 9-3-16,11 0-23 15,9 17-66-15,4 2-72 16,0-3-158-16</inkml:trace>
  <inkml:trace contextRef="#ctx0" brushRef="#br0" timeOffset="211239.61">12079 13601 604 0,'0'0'6'15,"0"0"-2"-15,97-4-2 0,-58 42 5 16,3 14 16 0,-2 20 24-16,-9 11 13 0,-13 16-26 15,-16 13-13-15,-2 1-5 16,-20 0-5-16,-15-9-6 15,-6-12-5-15,-3-13 0 16,2-15-75-16,0-14-28 16,4-19-39-16,5-12-146 15</inkml:trace>
  <inkml:trace contextRef="#ctx0" brushRef="#br0" timeOffset="211821.36">12434 13440 243 0,'0'0'192'0,"0"0"-39"16,0 0-45-16,0 0-27 15,0 0-18-15,0 0-47 16,-21-26-16-16,21 40-5 16,0 11 4-16,0 8 1 15,0 7 1-15,9 2-1 16,2 2-66-16,-2-13-94 15,1-14-268-15</inkml:trace>
  <inkml:trace contextRef="#ctx0" brushRef="#br0" timeOffset="213149.04">12770 14019 508 0,'0'0'114'16,"0"0"-83"-16,0 0-24 15,0 0 0-15,0 0 3 16,0 0 10-16,0 0 21 16,36-35-4-16,-10 28-10 15,4 1-25-15,5 2-2 16,5 1-27-16,-2 1-70 16,-2 1-58-16,-9 0-197 15</inkml:trace>
  <inkml:trace contextRef="#ctx0" brushRef="#br0" timeOffset="213337.73">12777 14184 493 0,'0'0'146'16,"0"0"-107"-16,0 0-36 15,0 0 0-15,0 0 19 16,91-5-9-16,-43-9-13 15,4-2-2-15,1-1-42 16,5-5-131-16</inkml:trace>
  <inkml:trace contextRef="#ctx0" brushRef="#br0" timeOffset="-213861.53">13514 13707 382 0,'0'0'144'16,"0"0"-52"-16,0 0-1 15,0 0-58-15,0 0-33 16,0 0-1-16,0-23-4 15,0 40 5-15,0 12 14 16,0 10 5-16,0 12-5 0,0 12-9 16,0 5 2-16,-7 2-7 15,1-4-77-15,0-14-68 16,1-16-309-16</inkml:trace>
  <inkml:trace contextRef="#ctx0" brushRef="#br0" timeOffset="-213379.71">13726 13926 587 0,'0'0'63'0,"0"0"78"16,0 0-86-16,0 0-42 15,0 0-13-15,0 0 0 16,48-40 0-16,-12 48 1 16,2 10-1-16,-2 6 1 15,-8 1-1-15,-10 5-6 16,-15 2-14-16,-3-1-2 15,-15-1 1-15,-12-2-13 16,-5-3 8-16,0-8 0 16,2-3 21-16,2-5 1 15,6-4 4-15,8-2 18 16,8-1 5-16,6-2 0 0,5 0-21 16,20 0-2-16,14-4 12 15,13-9 0-15,9 0 4 16,5-1-6-16,1 0-2 15,-6 2-8-15,-4 0 0 16,-12 0-42-16,-7 2-55 16,-15-2-2-16,-13-2-131 15</inkml:trace>
  <inkml:trace contextRef="#ctx0" brushRef="#br0" timeOffset="-213130.67">14354 13744 610 0,'0'0'159'0,"0"0"-23"16,0 0-85-16,0 0-38 15,0 0-13-15,0 0-7 16,0 15 6-16,0 31 1 15,0 13 2-15,0 4-1 16,0 5-1-16,0-1-5 0,2-3-51 16,0-8-38-1,1-20-106-15,-2-18-279 0</inkml:trace>
  <inkml:trace contextRef="#ctx0" brushRef="#br0" timeOffset="-199908.87">2095 15366 333 0,'0'0'237'15,"0"0"-107"-15,0 0-39 16,0 0-77-16,0 0-14 16,0 0-5-16,0 0-1 15,-8 23 6-15,-1 13 0 16,-6 7 6-16,-3 5 10 15,-6 3-13-15,-2-2 8 16,2-6-4-16,4-12-2 16,4-9-4-16,8-10 4 0,4-7-2 15,1-5-3-15,1 0 15 16,1-10 21-16,1-19-36 16,0-13-10-16,10-12-65 15,11-4-13-15,2 2 3 16,-1 3 8-16,2 5 8 15,-5 6 47-15,1 8-19 16,-1 10 41-16,-6 7 32 16,2 14-1-16,-1 3 2 15,1 20-24-15,-2 16 5 16,1 12 28-16,-1 13-20 16,-4 2 5-16,-1-5-12 15,-4-7-5-15,-4-10-6 16,0-12 8-16,0-9-10 15,0-11 5-15,0-6-1 0,-7-3 8 16,-2 0 47-16,-10 0-36 16,-6-8-17-16,-3-3-8 15,-2-3-12-15,6 1 4 16,5 3-2-16,8 0-28 16,10 3 1-16,1 0-1 15,6-2-48-15,19-1 6 16,5-3 63-16,9-6-4 15,4-3 21-15,0-5 7 16,-1-7 4-16,-6-3 11 16,-8-3 3-16,-11 2 14 15,-6 3-4-15,-9 9 48 0,-2 4 11 16,0 11-19-16,-2 4-19 16,-2 5-25-16,-3 2-19 15,2 14-12-15,-1 22-6 16,-3 17 6-16,9 12-1 15,0 9-2-15,0 1 4 16,12 0-1-16,7-4 0 16,0-10 0-16,1-7-2 15,-6-11-2-15,-7-7-7 16,-4-10-4-16,-3-12-12 16,0-5 14-16,-3-8 2 15,-12-1 10-15,-5-4-2 16,-9-20-5-16,-5-4 2 0,-5-5 6 15,5 4 2-15,4 2 15 16,9 3-8-16,12 6-9 16,9 0-6-16,3-2-21 15,24 1-19-15,10-2 18 16,7-1 5-16,2-5 6 16,4-3 10-16,-2-3 2 15,0-1 5-15,-6 1 3 16,-6 2 12-16,-13 0 13 15,-5 5-4-15,-9 1 14 16,-9 4-11-16,0 4-13 16,0 2 19-16,-1 9-5 15,-4 1-10-15,4 5-16 0,1 0-2 16,0 11-8-16,0 20-6 16,0 12 12-16,13 10 2 15,5 5 1-15,6-2-1 16,1-4-2-16,2-7-28 15,-6-8-29-15,-6-5-31 16,-6-12-45-16,-5-13-160 16</inkml:trace>
  <inkml:trace contextRef="#ctx0" brushRef="#br0" timeOffset="-199558.68">2770 15608 606 0,'0'0'12'0,"0"0"-8"16,0 0-4-16,0 0 5 16,0 0-1-16,0 0-4 15,0 0 6-15,91 26-4 16,-76-26 2-16,3-6-2 16,-3-10 3-16,-5-3-2 15,-7-1 0-15,-3 3-3 16,0 1 0-16,-13 4-3 15,-7 4 3-15,-5 3 13 16,1 3 25-16,5 2-12 16,7 0 8-16,9 6-23 15,3 12-10-15,0 10-2 0,0 3 1 16,12 5-3-16,11 1 3 16,7-5-10-16,5-8-30 15,8-13-29-15,5-11 17 16,-2 0-126-16,-4-24-152 15</inkml:trace>
  <inkml:trace contextRef="#ctx0" brushRef="#br0" timeOffset="-199258.7">3151 15432 552 0,'0'0'232'15,"0"0"-214"-15,0 0-18 16,0 0-6-16,26 88 6 0,-18-39 8 15,0 2 0-15,-3-3-4 16,0-9 4-16,-2-11-7 16,-2-8 3-16,-1-10-4 15,0-7 4-15,0-3-3 16,0 0 4-16,0-10 6 16,0-13-8-16,0-11-3 15,0-4-22-15,3-2-9 16,3-1 12-16,6 2 5 15,3 7-22-15,4 5 5 16,-1 6-12-16,0 6-10 16,-5 8 10-16,-7 4-109 0,-6 3-45 15</inkml:trace>
  <inkml:trace contextRef="#ctx0" brushRef="#br0" timeOffset="-199037.61">2442 15477 851 0,'0'0'5'16,"0"0"-5"-16,0 0-2 15,0 0-2-15,0 0 4 16,88 3 0-16,-21-3 0 15,12-5-6-15,12-9-71 0,3-10-94 16,-6-1-415-16</inkml:trace>
  <inkml:trace contextRef="#ctx0" brushRef="#br0" timeOffset="-198324.96">4074 15378 701 0,'0'0'143'15,"0"0"-85"-15,0 0-51 16,0 0-4-16,0 0-6 16,48-76 2-16,-31 73 0 15,0 3-31-15,1 0 17 16,-3 6-27-16,-2 14-35 15,-10 6 1-15,-3 3-7 16,0 0-27-16,-11-5-22 16,1-6 96-16,3-5 36 15,4-7 30-15,1 1 62 0,2-6-23 16,0-1 23-16,0 0-19 16,0 0 52-16,0 0-51 15,0 6-28-15,12 4-35 16,6 7-10-16,7 5 2 15,-2 4-2-15,-4 1 3 16,-8-1-4-16,-11-4-9 16,0 2-11-16,-9-4 13 15,-15-5-3-15,-4-3-12 16,-2-2-10-16,4-10-16 16,7 0-26-16,17-10-9 15,2-19-285-15</inkml:trace>
  <inkml:trace contextRef="#ctx0" brushRef="#br0" timeOffset="-196945.48">4642 15448 781 0,'0'0'109'16,"0"0"-47"-16,0 0-28 16,0 0-33-16,0 0-1 15,0 0-2-15,0 0-2 16,-4 49-10-16,10-34-1 15,18-4-24-15,17-8 4 16,12-3-7-16,8-10-19 0,0-15-19 16,-11-2 45-16,-12 0 0 15,-16 3 35-15,-13 5 7 16,-7 3 49-16,-2 7 73 16,0 2-56-16,-9 4-33 15,-2 3-18-15,-1 4-22 16,3 21-1-16,0 9-2 15,4 9 3-15,5 10 0 16,0 8-2-16,0 3 2 16,8 1 3-16,0-1-2 15,-4-6 1-15,-1-13-1 16,0-12-1-16,-3-16 3 16,0-14-1-16,0-3-2 15,0 0 21-15,0-14 14 0,-6-9-25 16,-4-6-9-16,4-2-1 15,6 0-4-15,0-3-22 16,12-3-8-16,21-1-14 16,13 1-22-16,9-4-21 15,5 4 5-15,0-2 42 16,-2 2 4-16,-8-2 40 16,-8 2 8-16,-12 5 50 15,-9 6 1-15,-12 10 34 16,-9 4-20-16,0 6-1 15,-9 6-40-15,-12 0-23 16,-8 12-9-16,-6 18 0 16,-3 8 3-16,4 4-6 0,11-1 2 15,16-3-9 1,7-1-7-16,7-6-24 0,25-9-12 16,13-11-15-16,17-11-40 15,13-14 24-15,10-19 39 16,-2-9 20-16,-12-1-43 15,-22 2 68-15,-19 6 78 16,-18 7 9-16,-12 8 70 16,0 5-63-16,-12 9-49 15,-5 4-24-15,-3 2-18 16,-3 7-1-16,4 11-2 16,5 6 0-16,4 1-1 0,8-1-2 15,2 3 2 1,0-3-22-16,8-4-12 15,11-5-10-15,2-11-24 0,3-4 26 16,3-10 32-16,3-16 11 16,-4-8 3-16,-6-1 13 15,-11 5 24-15,-6 5 10 16,-3 5 7-16,0 9-21 16,0 6-8-16,0 3-21 15,0 2-6-15,0 0-1 16,0 10-7-16,0 12 6 15,0 6 1-15,1 3 0 16,11 3-1-16,3-2 0 0,3-4-12 16,3-8-21-16,-2-11-7 15,4-9 13-15,0-2 20 16,-1-22-4-16,-3-5-14 16,-6 0-13-16,-7-2 4 15,-3 7 14-15,-3 6 21 16,0 5 34-16,0 7 43 15,0 3-2-15,0 3-36 16,0 0-37-16,0 7-2 16,0 13-1-16,0 5 0 15,-3 1 1-15,0 0 2 16,-1-6 0-16,1-6-2 16,0-6-4-16,3-5 3 15,0-3-1-15,0 0-2 0,6-7 4 16,13-15-1-16,8-11-15 15,1-4-3 1,-1-2 9-16,-6-2 1 0,-2 2 4 16,-5 2 5-16,-4 3 3 15,-4 4-3-15,-1 7 10 16,-2 9 15-16,-2 7-14 16,1 7-11-16,-1 0-14 15,3 14-20-15,-2 13 30 16,-2 6-2-16,0 9 6 15,0 1-2-15,0 1 1 16,0-2 1-16,-2-8 0 16,2-4 0-16,0-5 3 15,0-7-3-15,0-3 1 0,0-6 1 16,0-1-2-16,0-4 2 16,0-1-1-16,-8 2 1 15,-7 2-2-15,-6-2-75 16,-1-2-166-16</inkml:trace>
  <inkml:trace contextRef="#ctx0" brushRef="#br0" timeOffset="-195611">7191 15299 518 0,'0'0'190'0,"0"0"-74"15,0 0-50-15,0 0-58 16,0 0-8-16,0 0-14 16,-13 46 14-16,-3 3 2 15,-1 1 1-15,-1 1 0 0,3-4-3 16,6-7 0-16,2-11-4 16,2-11-1-16,4-10 1 15,1-8 4-15,0 0 0 16,0-9 11-16,0-21-5 15,7-9-6-15,4-11-12 16,5-5-11-16,-1-1-9 16,-3-2-39-16,4-2-14 15,2 6 40-15,6 4 40 16,4 11 5-16,1 11 27 16,-1 14 22-16,-1 10-17 15,-6 4-22-15,1 16-10 0,-3 21 4 16,0 12-1-16,-2 13 7 15,-3 3 1-15,-1-5-4 16,-4-6-3-16,-3-8-1 16,-6-8-1-16,0-8-2 15,-4-8-21-15,-17-6-49 16,0-7-14-16,-11-9-194 16</inkml:trace>
  <inkml:trace contextRef="#ctx0" brushRef="#br0" timeOffset="-195438.07">7093 15475 581 0,'0'0'49'15,"0"0"-48"-15,0 0-1 16,0 0 1-16,104 12 6 16,-58-9-3-16,8-3 2 15,4 0-6-15,3-3-26 16,-7-9-78-16,0-8-197 15</inkml:trace>
  <inkml:trace contextRef="#ctx0" brushRef="#br0" timeOffset="-195243.92">7819 15387 498 0,'0'0'103'15,"0"0"-103"-15,0 0 0 16,0 0 2-16,0 0-1 16,0 0 2-16,72 5-3 15,-37-5-1-15,1 0-105 16,-3-6-138-16</inkml:trace>
  <inkml:trace contextRef="#ctx0" brushRef="#br0" timeOffset="-195061.84">7816 15529 460 0,'0'0'179'0,"0"0"-82"15,0 0-31-15,0 0-49 16,0 0-16-16,0 0 3 16,44 27-4-16,-1-26-2 15,10-1-23-15,8 0-78 16,4-14-24-16,-3-10-230 15</inkml:trace>
  <inkml:trace contextRef="#ctx0" brushRef="#br0" timeOffset="-194478.02">9220 15325 408 0,'0'0'205'0,"0"0"-66"16,0 0-56-16,0 0-38 15,0 0-37-15,0 0-8 16,-64 64 1-16,64-20 0 16,0 4 1-16,0 1 0 15,0 0-2-15,0-8-22 16,0-7-94-16,0-12-38 16,0-15-153-16</inkml:trace>
  <inkml:trace contextRef="#ctx0" brushRef="#br0" timeOffset="-194095.81">9291 15320 613 0,'0'0'143'0,"0"0"-61"16,0 0-49-16,0 0-32 15,0 0 1-15,105-20-2 16,-71 42 0-16,-1 5-2 16,-3 4 1-16,-11 5-2 15,-11-1-3-15,-8-2-16 16,-3-4 7-16,-15-5 10 0,-3-2 3 16,4-7 2-1,4-2-14-15,1-5 2 0,6-5-8 16,6-3 2-16,0 0 16 15,3 0-14-15,18-5 11 16,7-9-2-16,5 2 5 16,4-1 4-16,5 2-3 15,0 1 2-15,0 3-2 16,4-1-56-16,-7-2-56 16,-8-4-209-16</inkml:trace>
  <inkml:trace contextRef="#ctx0" brushRef="#br0" timeOffset="-193881.03">9831 15259 687 0,'0'0'153'16,"0"0"-58"-16,0 0-51 0,0 0-39 16,0 0-5-16,0 0 0 15,-31 86 1-15,31-42-1 16,0 3 2-16,9-2 0 15,3-3-4-15,1-6-7 16,4-8-21-16,0-10-48 16,-3-12-88-16,-5-6-265 15</inkml:trace>
  <inkml:trace contextRef="#ctx0" brushRef="#br0" timeOffset="-193447.96">10219 15018 777 0,'0'0'129'15,"0"0"-65"-15,0 0-45 16,0 0-17-16,-95 94-3 16,77-22 2-16,7 7 0 15,8 5-1-15,3-4 0 16,11-3-1-16,20-8 1 16,12-9-12-16,8-12-11 15,14-13-31-15,9-17-46 0,6-18-155 16</inkml:trace>
  <inkml:trace contextRef="#ctx0" brushRef="#br0" timeOffset="-192950.04">10598 15233 577 0,'0'0'117'0,"0"0"13"16,0 0-84-16,0 0-32 16,0 0-12-16,0 0-2 15,-27 79 2-15,24-36-2 16,3 2 2-16,0 0-2 16,0-3-20-16,0-5-77 15,0-11-100-15,9-14-334 16</inkml:trace>
  <inkml:trace contextRef="#ctx0" brushRef="#br0" timeOffset="-192721.07">10977 15163 643 0,'0'0'90'16,"0"0"-39"-16,0 0-50 15,0 0-1-15,0 0 11 16,-2 95 2-16,-7-51-2 16,-1-2-6-16,1 1-3 15,4-4-1-15,4-4-1 16,1-5-11-16,0-8-97 0,0-7-35 16,0-10-215-1</inkml:trace>
  <inkml:trace contextRef="#ctx0" brushRef="#br0" timeOffset="-192550.63">10834 15411 600 0,'0'0'165'0,"0"0"-73"16,0 0-65-16,0 0-23 16,0 0-4-16,0 0 1 15,74-20 1-15,-29 20-2 16,12 0 0-16,5 0-41 15,10 0-109-15,-4 0-152 16</inkml:trace>
  <inkml:trace contextRef="#ctx0" brushRef="#br0" timeOffset="-192257.09">11587 15080 615 0,'0'0'166'0,"0"0"-65"0,0 0-47 15,0 0-39 1,0 0-15-16,0 0 0 0,13 65 2 15,-13-17-1-15,-5 2-1 16,-3-5-7-16,2-3-22 16,3-10-27-16,3-8-85 15,1-13-80-15</inkml:trace>
  <inkml:trace contextRef="#ctx0" brushRef="#br0" timeOffset="-191949.93">11791 15088 731 0,'0'0'113'0,"0"0"-73"0,0 0-38 15,0 0-2-15,0 73 3 16,2-40-3-16,4 3 0 16,5-3 1-16,5-1 0 15,9-7-2-15,3-9-12 16,5-11-21-16,2-5 16 15,3-11 18-15,-3-16 0 16,-8-8 1-16,-7-3 1 16,-12 0 7-16,-8 4 6 15,-2 5-7-15,-26 9 2 16,-13 11-7-16,-14 9-3 16,-7 0-10-16,5 18-128 15,12 5-112-15,17-2-106 0</inkml:trace>
  <inkml:trace contextRef="#ctx0" brushRef="#br0" timeOffset="-191688.13">11381 15603 589 0,'0'0'54'0,"0"0"-38"16,0 0-9-16,0 0 17 0,81 0 30 15,-31 0-23 1,10-4-6-16,4-5 0 0,11-4-7 16,1 2-7-16,-2-1-10 15,-5 3-1-15,-12 4-38 16,-19 1-140-16,-26 2-319 15</inkml:trace>
  <inkml:trace contextRef="#ctx0" brushRef="#br0" timeOffset="-191478.79">11699 15709 270 0,'0'0'139'15,"0"0"-52"-15,0 0-4 16,0 0-51-16,0 0-6 16,0 0-15-16,45 85-8 15,-43-68-3-15,3 2 0 16,-1-1-2-16,2-3-68 16,3-1-128-16</inkml:trace>
  <inkml:trace contextRef="#ctx0" brushRef="#br0" timeOffset="-191035.14">11917 15793 22 0,'0'0'616'0,"0"0"-397"0,0 0-128 15,0 0-60-15,0 0-30 16,0 0 0-16,-14-10-1 16,14 27 0-16,0-1-2 15,0 1-10-15,1-3-4 16,12-6-9-16,4-6-11 15,6-2 26-15,7-13-2 16,3-15 8-16,-4-4 1 16,-2-1 2-16,-6 4 1 15,-6 7 2-15,-3 9-1 16,-3 6 2-16,-2 6 4 16,1 1-3-16,-1 0-4 15,1 0 0-15,-1 8 1 0,6 3-1 16,2-1 1-16,5 1 0 15,8-1-1-15,3-3 1 16,2-2-1-16,-1-5-8 16,-6 0 1-16,-3-3-3 15,-11-13 8-15,-5-4 2 16,-7-1 20-16,0-1 9 16,-9 0 9-16,-21 3-11 15,-15 8-22-15,-11 11-5 16,-7 0-2-16,4 13-60 15,14 4-42-15,15-2-118 16,14-4-258-16</inkml:trace>
  <inkml:trace contextRef="#ctx0" brushRef="#br0" timeOffset="-190717.95">12449 15079 786 0,'0'0'53'0,"0"0"-6"15,0 0-44-15,0 0-2 0,0 0 0 16,49 114 2-16,-29-44 9 15,-5 11 7-15,-2 5-4 16,-10 2-7-16,-3-2-5 16,0-6-2-16,-20-6-1 15,-3-4-2-15,-1-10-26 16,-3-8-17-16,1-11-48 16,1-17-97-16,-2-14-286 15</inkml:trace>
  <inkml:trace contextRef="#ctx0" brushRef="#br0" timeOffset="-190201.92">12570 14741 422 0,'0'0'86'16,"0"0"26"-16,0 0-24 16,0 0-9-16,0 0-69 0,0 0-10 15,0 2 0-15,3 29 0 16,-3 11 1-16,0 5 2 16,0 2-3-16,-3 0-7 15,-6-9-93-15,0-9-81 16</inkml:trace>
  <inkml:trace contextRef="#ctx0" brushRef="#br0" timeOffset="-189706.36">12986 15413 544 0,'0'0'144'15,"0"0"-40"-15,0 0-61 16,0 0-30-16,0 0-11 16,0 0 0-16,82-55-1 15,-30 46-1-15,2 0 2 16,3 1-2-16,-1 1 0 16,-2 5-16-16,-9 2-109 15,-14 0-71-15,-19 0-322 0</inkml:trace>
  <inkml:trace contextRef="#ctx0" brushRef="#br0" timeOffset="-189517.66">13001 15565 595 0,'0'0'54'15,"0"0"-43"-15,0 0 39 16,0 0-8-16,119 1-6 15,-66-11-21-15,6 2-5 16,9-1-10-16,6-1-11 16,-1-4-159-16,-5-7-313 0</inkml:trace>
  <inkml:trace contextRef="#ctx0" brushRef="#br0" timeOffset="-188898.6">13777 15176 463 0,'0'0'158'0,"0"0"-31"16,0 0-47-1,0 0-65-15,0 0-14 0,0 0 0 16,-3 61 5-16,9-22-4 15,5 3-2-15,-2-1-3 16,-1 0-106-16,1-9-36 16,-5-11-108-16</inkml:trace>
  <inkml:trace contextRef="#ctx0" brushRef="#br0" timeOffset="-188441.33">14034 15108 587 0,'0'0'134'0,"0"0"-42"15,0 0-63-15,0 0-9 16,97-54-3-16,-73 54-6 16,-4 24-9-16,-1 6-2 15,-8 10 0-15,-4 6 0 16,-7 3-2-16,-9-4-23 16,-12-4-22-16,0-11-27 0,1-6 29 15,5-7 18 1,4-10 20-16,4-3 7 0,4-4 2 15,3 0 37-15,0-3 34 16,16-11-58-16,12-3-11 16,9-1 7-16,9 1-6 15,6 4 3-15,3 0-2 16,-3 5 8-16,-7 2-12 16,-14 3-2-16,-12 3 0 15,-10 0-30-15,-9 0-54 16,0 0-29-16,-8 0-62 15</inkml:trace>
  <inkml:trace contextRef="#ctx0" brushRef="#br0" timeOffset="-188131.77">14506 14971 553 0,'0'0'170'16,"0"0"-53"-16,0 0-67 15,0 0-21-15,0 0-24 0,0 0-5 16,21 1 3-16,-8 44 0 15,1 16 2-15,-2 7-2 16,-1 6-3-16,-1-3-1 16,2-11-70-16,-1-14-86 15,0-18-87-15</inkml:trace>
  <inkml:trace contextRef="#ctx0" brushRef="#br0" timeOffset="-187387.74">15034 15221 604 0,'0'0'200'16,"0"0"-102"-1,0 0-57-15,0 0-36 0,0 0-4 16,-82 59-1-16,52-20 2 16,-3-4-1-16,2-3-1 15,1-9 1-15,6-7-1 16,8-8-4-16,6-8-15 15,6 0 5-15,1-11-12 16,3-16-11-16,0-9-4 16,3-5 30-16,15-2 1 15,2 1-4-15,2 8 14 16,-1 10 1-16,-4 8 6 16,-1 11 14-16,-3 5-3 15,0 4-12-15,-2 17-5 0,1 10 2 16,-3 4 3-16,0 3-4 15,5-1-4-15,5-5 2 16,6-5-64-16,6-11-95 16,-2-9-267-16</inkml:trace>
  <inkml:trace contextRef="#ctx0" brushRef="#br0" timeOffset="-187121.02">15286 14966 797 0,'0'0'80'15,"0"0"-77"-15,0 0 0 16,0 79-3-16,0-33 8 15,0 4-3-15,0-1-1 16,0 2-1-16,0-4-1 16,2-5-2-16,5-6-42 15,5-10-111-15,-2-13-165 16</inkml:trace>
  <inkml:trace contextRef="#ctx0" brushRef="#br0" timeOffset="-186961.96">15398 15288 587 0,'0'0'248'15,"0"0"-219"-15,0 0-29 16,0 0-2-16,0 0-26 16,0 0-64-16,71 17-28 15,-57-17-164-15</inkml:trace>
  <inkml:trace contextRef="#ctx0" brushRef="#br0" timeOffset="-186722.77">15693 14976 776 0,'0'0'115'0,"0"0"-94"15,0 0-18-15,0 0 1 16,0 93-1-16,0-47 6 16,-2 2-9-16,1 2 2 15,1-1-2-15,0-6-1 16,0-7-42-16,7-8-55 16,12-14-103-16,3-10-215 15</inkml:trace>
  <inkml:trace contextRef="#ctx0" brushRef="#br0" timeOffset="-186422.67">15892 15158 826 0,'0'0'65'16,"0"0"-63"-16,0 0-2 15,-5 74 1-15,1-43 2 16,4 1-3-16,0-2 0 15,13-5-3-15,11-6 0 16,7-8-11-16,8-8-8 16,7-3 6-16,-1-12 14 0,-2-14 2 15,-10-1 3 1,-13-6 1-16,-13 2 4 0,-7 3 6 16,0 3-7-1,-30 7 0-15,-18 8-5 0,-13 10-2 16,-1 0-27-16,8 7-161 15,14 6-375-15</inkml:trace>
  <inkml:trace contextRef="#ctx0" brushRef="#br0" timeOffset="-186023.06">16405 15145 388 0,'0'0'48'0,"0"0"-12"16,94 0-10-16,-49 0-16 15,4 0-10-15,0 0-45 16,-7-4-98-16,-6 0-52 16</inkml:trace>
  <inkml:trace contextRef="#ctx0" brushRef="#br0" timeOffset="-185836.2">16333 15298 579 0,'0'0'66'16,"0"0"-62"-16,0 0 19 15,92 5 38-15,-41-5-11 16,11 0-32-16,3-1-18 16,10-5-3-16,-5-2-89 15,-6-6-107-15</inkml:trace>
  <inkml:trace contextRef="#ctx0" brushRef="#br0" timeOffset="-174183.71">17276 15106 400 0,'0'0'149'15,"0"0"-76"-15,0 0-30 16,0 0 23-16,0 0-25 0,0 0-11 16,0 0-7-1,-48-49-5-15,47 46 4 0,-1-2-4 16,0 4-7-16,2-3 5 16,-1 1 0-16,1 2-3 15,-2-2 1-15,2 3 3 16,0 0-5-16,0 0-7 15,0 0-5-15,0 8-1 16,0 16-4-16,0 11 5 16,0 11 2-16,-3 5 0 15,-5 3 2-15,0-1-2 16,4-7-1-16,1-8 2 16,3-10-3-16,0-7 0 15,0-8-1-15,0-6-13 16,9-5-16-16,2-2-49 0,2-15-130 15</inkml:trace>
  <inkml:trace contextRef="#ctx0" brushRef="#br0" timeOffset="-173402.01">17489 15153 518 0,'0'0'106'16,"0"0"24"-16,0 0-62 16,0 0-24-16,0 0-22 15,0 0 0-15,46-87-6 16,-19 70-3-16,3 5-1 16,0 0 1-16,-3 7-5 15,-1 5-5-15,-2 0-1 16,-6 7-2-16,-1 10-4 15,-8 5 1-15,-9 5-8 16,0 1-1-16,-13 2-2 0,-12-1 6 16,-5-2-5-16,2-5-1 15,4-7 8-15,7-4 6 16,9-4-1-16,5-3 1 16,3 2-1-16,2 1 1 15,18 0 2-15,10 2 5 16,6 1 1-16,6 5 2 15,-1 2-2-15,-2 3-3 16,-4 1 2-16,-6-2-6 16,-8-3 6-16,-11-2 0 15,-8 0-1-15,-2 0-4 16,-12 1 2-16,-15 2-1 0,-12 0 0 16,-13-2-3-1,-6-1 1-15,-3-7-1 16,7-2-1-16,17-5-5 0,18 0 0 15,17 0-22-15,2-6-43 16,24-15-332-16</inkml:trace>
  <inkml:trace contextRef="#ctx0" brushRef="#br0" timeOffset="-172785.47">18033 15187 307 0,'0'0'162'0,"0"0"-52"16,0 0-32-16,0 0 32 15,0 0-33-15,0 0-46 16,-25-41-17-16,40 32-3 16,10-3 8-16,7 2-9 15,2-4-3-15,5 3-3 16,-2 1-2-16,-5 3-2 0,-7 4 0 15,-9 3-1-15,-8 0 0 16,-8 1-4-16,0 15-2 16,-9 4 1-16,-14 6 4 15,-5 0 2-15,-2-1-2 16,6 0 2-16,6-7-1 16,12 0 0-16,6-1 0 15,0 0 1-15,18 3 0 16,9 0 0-16,8-1 5 15,6 2 0-15,1 3-4 16,1-2 0-16,-7-1-1 0,-9-3 1 16,-14-4-1-1,-8-2 2-15,-5 1-1 0,-2-2 1 16,-17 2 3-16,-11-4 0 16,-7-2-2-16,-6-2-3 15,-5-5-4-15,3 0-13 16,9 0 3-16,17-5-6 15,17-5-27-15,2-1-153 16,26 0-227-16</inkml:trace>
  <inkml:trace contextRef="#ctx0" brushRef="#br0" timeOffset="-172382.84">18517 15342 628 0,'0'0'129'0,"0"0"-73"15,0 0-39-15,0 0-10 16,0 0-7-16,0 0-1 16,32 0-79-16,-23 0-39 15,-1-4-159-15</inkml:trace>
  <inkml:trace contextRef="#ctx0" brushRef="#br0" timeOffset="-172152.13">18779 15112 675 0,'0'0'167'16,"0"0"-70"-16,0 0-52 16,0 0-16-16,0 0-26 15,0 0-3-15,0 88 14 16,0-30-11-16,3 9 2 15,7 2-5-15,2 1-18 16,5-5-33-16,1-12-50 16,-7-19-214-16</inkml:trace>
  <inkml:trace contextRef="#ctx0" brushRef="#br0" timeOffset="-169988.66">1932 16636 655 0,'0'0'0'16,"-45"108"7"-16,16-39-5 15,-2-1 0-15,0-10-1 16,4-10-1-16,3-19 0 16,12-12 4-16,5-11-3 15,6-6 4-15,1-10 78 16,0-22-58-16,1-21-25 16,18-10-55-16,2-7 20 15,2-3-36-15,-1 5-77 0,0 8-89 16,-5 12 195-16,-2 13 42 15,-8 16 60-15,-2 11 123 16,-2 8-34-16,4 4-131 16,2 23-1-16,6 12 55 15,6 8 24-15,1 9-49 16,2 4-21-16,4 1-10 16,2-3-9-16,-4-10-4 15,-4-12-1-15,-4-14 1 16,-9-10-3-16,-8-5-2 15,-1-7-3-15,0 0 5 16,-7-14 7-16,-12-8-6 16,-7-2 0-16,-2-2 0 0,2-1-1 15,1 4 0-15,9 1 0 16,8 4-3-16,8 0 1 16,6 0-4-16,23-2-16 15,11-2 3-15,9-4 1 16,9-5-6-16,-1-6 16 15,-4 1 8-15,-9-1 5 16,-14 8 22-16,-11 5 8 16,-13 7 13-16,-6 5-6 15,0 7-5-15,0 1-14 16,0 4-6-16,-6 4-17 16,-7 24-1-16,2 17-2 15,2 16 3-15,9 9-1 16,0 6 1-16,14 3 0 0,11-4 1 15,6-5-1-15,2-10-9 16,-3-11-5-16,-6-13-11 16,-11-17-15-16,-5-13-25 15,-8-6-106-15,0-31 14 16</inkml:trace>
  <inkml:trace contextRef="#ctx0" brushRef="#br0" timeOffset="-169670.73">2312 16806 712 0,'0'0'131'0,"0"0"-77"16,0 0-53-16,0 0-1 15,0 0 2-15,0 0-1 0,108-7 3 16,-69-11-4-16,7-8 5 16,-1-6 0-16,-1-4-3 15,-5 2-2-15,-14-1 8 16,-10 7 2-16,-9 4-4 15,-6 5-4-15,0 4 6 16,0 8 16-16,-6 2-3 16,2 5-9-16,4 3-12 15,0 21-6-15,0 13 1 16,0 15 5-16,4 5 4 16,13 2-4-16,3 0 0 0,2-6-12 15,1-8-15 1,0-8-28-16,-8-13-71 0,-5-13-195 15</inkml:trace>
  <inkml:trace contextRef="#ctx0" brushRef="#br0" timeOffset="-169387.07">2831 16835 855 0,'0'0'18'16,"0"0"-18"-16,0 0 2 15,0 0 1-15,0 0-3 16,96-7 4-16,-77-6-2 16,2-8 7-16,0 1-4 0,-9 1-4 15,-2 5 1 1,-10 2 0-16,0 2-2 0,-3 7-3 16,-16 3 3-16,-5 0-8 15,1 5 6-15,9 10 1 16,8 2-5-16,6 4 2 15,6 3 0-15,16 1-6 16,11 1-15-16,9-6-44 16,7-8-52-16,7-12-21 15,-6-3-121-15</inkml:trace>
  <inkml:trace contextRef="#ctx0" brushRef="#br0" timeOffset="-169053.98">3270 16656 637 0,'0'0'233'0,"0"0"-128"16,0 0-98-16,0 0-4 16,0 0-3-16,28 95 2 15,-7-48 4-15,1-3-6 16,-1-3 3-16,-3-16-1 16,-7-9 2-16,-7-11-4 15,-4-5 2-15,0 0 0 16,0-17-2-16,0-12-4 15,0-12-7-15,-6 0 3 16,-1 0 3-16,-1 0 5 0,5 7 0 16,3 2-4-1,0 5-4-15,0 5-2 0,6 8-6 16,0 5 8-16,0 7 2 16,0 2-17-16,-1 0 11 15,-1 0-10-15,0 0-23 16,-2 0-19-16,-2 0-41 15,0 0-64-15</inkml:trace>
  <inkml:trace contextRef="#ctx0" brushRef="#br0" timeOffset="-168873.2">2711 16557 921 0,'0'0'63'0,"0"0"-61"15,0 0 1 1,0 0-3-16,123 5 1 0,-48-5 0 16,18 0-1-16,17 0-25 15,0-15-96-15,-10-7-458 16</inkml:trace>
  <inkml:trace contextRef="#ctx0" brushRef="#br0" timeOffset="-168456.96">4171 16369 808 0,'0'0'88'0,"0"0"-79"16,0 0-9-16,-8 76 1 16,28-42 2-16,8-1-2 15,8-1 1-15,4-6-2 16,2-8-1-16,0-8-32 16,-1-10-14-16,-2-3-35 15,-4-22 5-15,-9-11 44 16,-3-1-26-16,-10 1 10 0,-8 4 49 15,-5 8 87-15,0 6 90 16,-5 8-72-16,-5 5-43 16,8 5-18-16,2 1-36 15,0 25-6-15,19 11-4 16,16 9 0-16,11 0-30 16,9-4-32-16,-1-11-128 15,-8-9-295-15</inkml:trace>
  <inkml:trace contextRef="#ctx0" brushRef="#br0" timeOffset="-167507.21">4975 16402 972 0,'0'0'60'0,"0"0"-60"15,0 0-3-15,0 0 0 16,101 53-10-16,-57-34-10 15,6-6 5-15,-2-5-25 16,-5-6-2-16,-13-2 3 16,-5 0-19-16,-13-4-8 15,-9-7 31-15,-3 1 13 16,0 0 25-16,-12 3 18 0,-6 4 59 16,2 3 12-1,-2 0-29-15,7 15-26 16,3 19-32-16,1 13 6 0,7 9 7 15,0 5 2-15,0 3-8 16,0-4-7-16,5-5-1 16,-1-10 0-16,-4-7 1 15,0-14-2-15,0-8 1 16,0-15-1-16,0-1 9 16,0-22 39-16,0-13-47 15,-4-10-1-15,-5 2 3 16,-3 5-3-16,-1 4 0 15,8 7-11-15,5 2-6 16,5 6-4-16,19 1 2 16,7 0-8-16,11 0-2 0,4-4 8 15,6 1 2 1,-2-5 11-16,-3 1 8 0,-9-1 0 16,-1 1 3-16,-16 3 1 15,-12 5 11-15,-9 3 6 16,0 2-1-16,-14 7-7 15,-13 5 1-15,-4 0-8 16,0 17-6-16,7 11 0 16,10 5 2-16,9-2-2 15,5 3-3-15,13-1-9 16,20-5-9-16,10-3-5 16,11-12-16-16,5-12-48 15,1-1-21-15,3-18 68 0,-5-14 40 16,-8-4 3-16,-12-2 10 15,-16 2 22-15,-14 7 45 16,-8 5 17-16,0 8-46 16,-17 7-2-16,-4 9-17 15,-3 0-15-15,4 5-12 16,6 15-2-16,5 1-1 16,9 3 1-16,0-2-1 15,3 0-4-15,14-4-20 16,2-4-6-16,1-6-11 15,-1-7 7-15,-3-1 10 16,1-6 25-16,-7-15 2 0,0-5 2 16,-7-1 12-16,-3 1 17 15,0 4 10-15,0 5-8 16,-3 7 3-16,-1 5-11 16,1 5-13-16,3 0-14 15,0 10-3-15,0 12 3 16,1 7-1-16,13 2 1 15,7 0-3-15,1-3-17 16,7-6-4-16,1-6-33 16,-1-9-41-16,-2-7-67 15,-3-9-89-15</inkml:trace>
  <inkml:trace contextRef="#ctx0" brushRef="#br0" timeOffset="-167090.17">6241 16419 445 0,'0'0'180'0,"0"0"16"16,0 0-95-16,0 0-53 15,0 0-43-15,0 0-5 16,0 19 0-16,-1 12 0 16,-7 0 4-16,-1-1-4 15,0-6 0-15,3-5 1 16,3-8 0-16,0-5 0 16,3-6-1-16,0 0 3 15,0-20 1-15,8-10-4 16,5-9-2-16,4-4-1 15,0-4 3-15,0-1 0 16,2 2-1-16,-2 5-1 16,-2 2 1-16,3 11 1 0,-2 7-5 15,-7 8-3-15,1 8-1 16,-7 3 5-16,-3 2-1 16,0 2 1-16,0 16 0 15,0 7 4-15,0 5 0 16,0 6 0-16,0-2 0 15,0 2 0-15,0-3 0 16,0-6 1-16,-1-3-1 16,-8-2 1-16,1-4 2 15,0 0-3-15,-4-3 0 16,1-1-10-16,2-2-29 16,3-2-91-16,3-5-183 15</inkml:trace>
  <inkml:trace contextRef="#ctx0" brushRef="#br0" timeOffset="-166606.7">7410 16244 956 0,'0'0'27'0,"0"0"-27"15,0 0 0-15,-8 97 1 16,-1-44-1 0,-5 2-1-16,-7-1-3 0,0-6-7 15,-1-11 3-15,6-13 4 16,8-10-1-16,1-14 5 15,5 0 2-15,2-14 3 16,0-17-5-16,3-13-10 16,15-9-16-16,3-6-2 15,3-3-1-15,0 1-36 16,3 5-17-16,5 8 44 0,-2 12 38 16,2 12 15-1,-3 15 45-15,1 9-23 0,0 7-20 16,-2 24-1-16,-2 13 6 15,-4 8 1-15,-7 7 5 16,1 4-13-16,-2-3-7 16,1-7-5-16,-3-4-3 15,1-12-4-15,-6-6-53 16,-6-12-118-16,-1-10-171 16</inkml:trace>
  <inkml:trace contextRef="#ctx0" brushRef="#br0" timeOffset="-166416.96">7297 16470 864 0,'0'0'13'0,"0"0"-11"16,0 0-1-16,82 7 0 15,-52-7-1-15,9 0 5 16,9-3-3-16,14-9-2 15,10 2-7-15,2-4-124 16,-1-5-222-16</inkml:trace>
  <inkml:trace contextRef="#ctx0" brushRef="#br0" timeOffset="-166212.57">8031 16344 869 0,'0'0'72'0,"0"0"-31"16,0 0-39-16,0 0 1 15,83-12-1-15,-45 12-1 16,4-2 0-16,1 1-1 16,-4 1-16-16,-10 0-60 15,-8-4-181-15</inkml:trace>
  <inkml:trace contextRef="#ctx0" brushRef="#br0" timeOffset="-166033.04">7938 16531 953 0,'0'0'59'0,"0"0"-57"15,0 0 2-15,0 0-4 16,117 4 3-16,-44-4-3 15,16 0-1-15,17-12-38 16,15-7-87-16,18-9-80 16</inkml:trace>
  <inkml:trace contextRef="#ctx0" brushRef="#br0" timeOffset="-164159.12">9209 16416 665 0,'0'0'163'0,"0"0"-83"15,0 0-56-15,0 0-24 16,0 0 3-16,0 0-3 16,0 0 1-16,-4 102 1 15,2-68-1-15,2 2-1 16,0-1 0-16,0 0 1 15,5-1-2-15,5-5-32 16,-4-7-61-16,0-12-211 16</inkml:trace>
  <inkml:trace contextRef="#ctx0" brushRef="#br0" timeOffset="-163527.91">9578 16388 422 0,'0'0'158'16,"0"0"-56"-16,0 0 2 16,0 0-40-16,0 0-28 15,0 0-10-15,13-21-19 16,2 20-7-16,9 0 1 15,3-3 0-15,0 4 0 16,1-3-1-16,-2 3 0 16,-3 0-13-16,-7 0-5 15,-8 0-11-15,-8 5-13 16,0 7 22-16,-6 5 18 0,-9 2 2 16,-3-1 3-1,-1 1 1-15,6-5 13 0,5 3 9 16,8-2-11-16,0 3-5 15,0 2-5-15,18 4-2 16,0-1-1-16,4-1-1 16,-1 0 1-16,-6-5 0 15,-6-1-1-15,-3-2 0 16,-6-4-1-16,0 2 1 16,0-5-1-16,-13 1 1 15,-4-2-1-15,-4-3-4 16,-1-3-6-16,2 0-3 15,3 0 4-15,7-6-3 16,10-8-145-16,0-6-371 16</inkml:trace>
  <inkml:trace contextRef="#ctx0" brushRef="#br0" timeOffset="-162912.1">10200 16375 621 0,'0'0'143'0,"0"0"-23"15,0 0-78-15,0 0-23 16,0 0-13-16,0 0-5 16,27-40 0-16,-8 40-2 15,2 0 1-15,-2 1-1 16,-4 12-19-16,-4 3-43 15,-7-3-98-15,-4 1 10 16,0-2-86-16,0 0 91 0,-9-3 48 16,-8-3 98-1,0 2 114-15,-1-2 62 0,3-1 13 16,5 0-65-16,8-4 24 16,2 4-64-16,0 3-44 15,10 5-27-15,16 8 3 16,6 6-11-16,6 0 0 15,2 0-4-15,-7-1-1 16,-6-7-4-16,-11-4-5 16,-10-3 2-16,-4-3 4 15,-2-1 2-15,0-2 1 16,-9 2 0-16,-12 1 0 0,-4-6 0 16,-5 5 1-1,-3-3 1-15,2-4-2 0,7 2 1 16,9-3-1-16,13 0-11 15,2 0-39-15,20 0-91 16,17-10-162-16</inkml:trace>
  <inkml:trace contextRef="#ctx0" brushRef="#br0" timeOffset="-162645.88">10819 16087 449 0,'0'0'351'0,"0"0"-252"15,0 0-52-15,0 0-43 16,0 0-2-16,0 0 4 16,-63 133 5-16,57-58-3 15,6 8-6-15,0 4 0 16,18 2-2-16,6-11-15 15,3-6-76-15,7-16-53 16,5-11 36-16,10-15-26 16,12-18-141-16</inkml:trace>
  <inkml:trace contextRef="#ctx0" brushRef="#br0" timeOffset="-161916.7">11075 16431 489 0,'0'0'108'15,"0"0"-82"-15,0 0 11 16,0 0 83-16,0 0-49 16,0 0-26-16,5 80-23 15,-5-51-13-15,4 2-5 16,2 2-4-16,3-5-22 15,2-4-66-15,0-10-105 16,0-11-267-16</inkml:trace>
  <inkml:trace contextRef="#ctx0" brushRef="#br0" timeOffset="-161678.98">11442 16392 837 0,'0'0'80'16,"0"0"-56"-16,0 0-24 15,0 0 2-15,0 0 5 16,-37 108-6-16,27-68 4 16,6 1-5-16,1-1 0 15,3-2-23-15,-1-4-46 16,-3-8-133-16,1-12-223 15</inkml:trace>
  <inkml:trace contextRef="#ctx0" brushRef="#br0" timeOffset="-161488.11">11289 16591 828 0,'0'0'93'16,"0"0"-69"-16,0 0-24 15,0 0 0-15,0 0-2 16,0 0 2-16,55 7 5 16,-12-7-5-16,5 0-5 15,7 0-40-15,6-3-64 16,-4-11-74-16,-4-3-339 16</inkml:trace>
  <inkml:trace contextRef="#ctx0" brushRef="#br0" timeOffset="-153488.17">11773 15701 11 0,'0'0'108'0,"0"0"-53"16,0 0-4-16,0 0-21 0,0 0-5 15,0 0 23 1,0 0-6-16,-9-6 23 0,9 6-28 16,0-2-28-16,0 2-8 15,0 0 4-15,0 0-5 16,0-2 6-16,0 2 12 15,0 0-2-15,0 0 2 16,-3-1-8-16,2 1 0 16,-1-2 5-16,2 2 1 15,0 0 8-15,-1 0-5 16,1 0 2-16,-2-1-4 16,2 1-1-16,0 0 7 15,0 0-1-15,0 0-3 16,0 0-3-16,0 0-3 15,0 0 1-15,0 0 0 0,0 0 3 16,0 0-1 0,-1 0-8-16,1 0-8 0,0 0 0 15,0 1-2-15,0 11 2 16,1 3 0-16,7-1 3 16,1 1-2-16,-3-1 1 15,3-3-1-15,-5 0 0 16,1-1 0-16,-1-1 0 15,-2-3-1-15,-1 2 1 16,-1-1 0-16,0 1 0 16,0 1-1-16,0-1 3 15,0 0 0-15,0 0-2 16,-1-3 0-16,-1-1-1 16,2 3 0-16,0-4 0 0,0 1 0 15,0 0 0-15,0-1 0 16,0 0 0-16,0 0 0 15,0-1 1-15,0-1 1 16,0 0-2-16,0 1 1 16,0-2-1-16,2 0 0 15,-2 0 1-15,0 0 0 16,0 0 3-16,0 0 1 16,0 0 9-16,0 0 3 15,0 0-8-15,0 0-9 16,0-2 1-16,0 1 0 15,0 0 6-15,0-1-4 16,0 2 3-16,0-3-4 0,-2 3-2 16,2 0-3-16,0 0-36 15,0 0-97-15,-1 3-24 16,-4 1-244-16</inkml:trace>
  <inkml:trace contextRef="#ctx0" brushRef="#br0" timeOffset="-140334.7">11998 16399 269 0,'0'0'171'0,"0"0"-85"15,0 0-38-15,0 0-14 16,0 0 1-16,0 0-19 16,0 0 15-16,0-26 23 15,0 25-15-15,0 1-16 16,0-2-4-16,0 2 0 16,0 0 6-16,-1-1-4 15,1 1 0-15,-2 0-5 16,2 0-2-16,-3 0-4 0,-2 0-5 15,0 6-5-15,-2 13 0 16,-4 9 0-16,1 6 3 16,2 3-2-16,5 1 0 15,2 1 1-15,1-2-2 16,0-1-30-16,3-9-48 16,7-10-114-16,5-14-219 15</inkml:trace>
  <inkml:trace contextRef="#ctx0" brushRef="#br0" timeOffset="-139999.18">12173 16433 817 0,'0'0'82'0,"0"0"-81"16,0 0 1-16,0 0 7 15,15 92-4-15,-6-66-4 16,2-4 1-16,3-7-2 16,1-3-1-16,-1-9-16 15,3-3-6-15,-2-2 5 16,3-18 8-16,-4-4-14 16,-3-3 4-16,-6-2 3 15,-5 2 17-15,0 3 8 16,-15 5-3-16,-10 4 21 15,-6 1-3-15,-1 6 0 16,4 4 16-16,5 4-14 0,6 0-21 16,5 16-4-16,0 11-39 15,1 2-87-15,1-5-109 16</inkml:trace>
  <inkml:trace contextRef="#ctx0" brushRef="#br0" timeOffset="-139718.36">11913 16838 93 0,'0'0'549'0,"0"0"-505"16,0 0-44-16,0 0 3 15,0 0-3-15,0 0 18 16,90 16 16-16,-44-16-17 16,5 0-6-16,3-9-5 15,-2-1-4-15,-6-1-2 16,-4 2-54-16,-12 2-27 16,-12 2-180-16</inkml:trace>
  <inkml:trace contextRef="#ctx0" brushRef="#br0" timeOffset="-139513.06">12107 16927 819 0,'0'0'52'0,"0"0"-51"15,0 0-1-15,0 0 7 16,-1 71-3-16,7-46 1 15,0 4-5-15,3 0-2 16,-3 2-41-16,-2-6-77 16,-1-3 15-16,-1-5-51 15,-2-6-89-15</inkml:trace>
  <inkml:trace contextRef="#ctx0" brushRef="#br0" timeOffset="-139016.06">12324 17048 465 0,'0'0'432'0,"0"0"-369"15,0 0-59-15,0 0-1 16,-50 87-1-16,39-53-4 16,6-5-13-16,4-6-26 15,1-9-32-15,1-8-57 16,15-6 45-16,7-7 28 15,1-19-1-15,1-13 58 16,0-7 5-16,-2-4 77 0,-8 5 11 16,-2 7 40-16,-6 15-70 15,0 6 4-15,-4 11-31 16,-3 6-19-16,6 0-17 16,-2 0-1-16,2 14 0 15,-2 5 0-15,1 5 2 16,-1 4 2-16,3 0-2 15,1 1-2-15,4-3-2 16,3-6-17-16,3-9 20 16,0-9-20-16,-1-2 3 15,0-20 17-15,-2-11 1 16,-2-9 1-16,-3 0 1 0,-7 3 16 16,-3-3 3-16,0 10-1 15,-17 2 8-15,-8 10 2 16,-8 6-17-16,-6 12-14 15,5 0-1-15,3 12-53 16,11 4-14-16,7-1-90 16,8-4-291-16</inkml:trace>
  <inkml:trace contextRef="#ctx0" brushRef="#br0" timeOffset="-138717.99">12751 16308 898 0,'0'0'76'0,"0"0"-58"16,0 0-18-16,11 100 0 15,3-24 5-15,-1 13 4 16,1 8-8-16,0 4 2 15,-2-1 0-15,-1-7 1 16,-7-9-4-16,-4-16 0 16,0-15-16-16,-12-17 1 15,-4-10-1-15,-8-9-13 0,-6-10-35 16,-9-7-156 0,-4-4-389-16</inkml:trace>
  <inkml:trace contextRef="#ctx0" brushRef="#br0" timeOffset="-138285.74">12881 16049 479 0,'0'0'111'0,"0"0"18"16,0 0-5-16,0 0-52 15,0 0-30-15,-55-71-18 16,55 68-16-16,0 3-8 0,0 0-2 16,0 25-1-16,8 7 3 15,4 11 0-15,-3 6 2 16,0 4-2-16,2 0-22 15,-5-7-97-15,-4-14-339 16</inkml:trace>
  <inkml:trace contextRef="#ctx0" brushRef="#br0" timeOffset="-135463.06">16129 12123 424 0,'0'0'175'0,"0"0"-173"16,0 0 11-16,-38 105 3 15,20-62-2-15,2-1 5 16,6-4-17-16,4-3-2 16,3-5-38-16,1-5-51 15,1-8-116-15</inkml:trace>
  <inkml:trace contextRef="#ctx0" brushRef="#br0" timeOffset="-134871.93">16251 12196 362 0,'0'0'331'15,"0"0"-303"-15,0 0-25 16,0 0-2-16,-13 73 8 16,10-34 3-16,1-1-1 15,2-1-3-15,0-1-4 16,0-8 0-16,11-7 18 16,4-8 0-16,-1-9-14 0,0-4 7 15,5-7 16 1,-1-16 0-16,6-11-18 0,2-9-12 15,-1 0-1 1,0-1-8-16,-5 4 0 0,-4 7 7 16,-6 9-1-16,-4 9 1 15,-1 9 1-15,-1 6 0 16,1 0-6-16,-1 4 4 16,1 17-3-16,1 9 5 15,1 8 1-15,5 6 3 16,-1 0-3-16,6-1-1 15,0-4 3-15,5-8-2 16,6-9-1-16,4-13-7 16,7-9 1-16,5-7 6 15,0-23 1-15,-1-9 1 0,-8-7-2 16,-9-1 8 0,-13 0 20-16,-12 5 9 0,-1 6-13 15,-18 5-9-15,-18 10-4 16,-11 12-9-16,-6 9-1 15,1 0-2-15,10 8-12 16,13 13-3-16,13 4-14 16,13 6-29-16,3 1-76 15,0-6-71-15</inkml:trace>
  <inkml:trace contextRef="#ctx0" brushRef="#br0" timeOffset="-134606.44">17370 11734 816 0,'0'0'84'0,"0"0"-31"15,0 0-34-15,0 0-17 16,-112 73-1-16,76 3 7 15,-3 14-5-15,9 5 1 16,8 4-4-16,12-5-1 16,10-7-29-16,5-12-32 15,30-18-31-15,14-25-48 16,21-19 23-16,11-13-87 0</inkml:trace>
  <inkml:trace contextRef="#ctx0" brushRef="#br0" timeOffset="-134291.12">17324 12019 629 0,'0'0'118'0,"0"0"0"15,0 0-40-15,0 0-19 16,0 0-32-16,0 0-27 16,-50-23-1-16,50 45-2 15,0 15 3-15,4 10 2 16,6 11-2-16,-1-2-17 15,4-3-41-15,2-12-73 16,3-16-158-16</inkml:trace>
  <inkml:trace contextRef="#ctx0" brushRef="#br0" timeOffset="-134060.99">17710 11908 845 0,'0'0'84'0,"0"0"-18"16,0 0-29-16,0 0-16 15,0 0-21-15,0 0-8 16,-16 42 8-16,13 1-1 16,3 6 1-16,3 1-4 15,16-2-33-15,3-6-19 0,-4-11-64 16,-2-14-134-1,-2-9-260-15</inkml:trace>
  <inkml:trace contextRef="#ctx0" brushRef="#br0" timeOffset="-133880.18">17625 12118 822 0,'0'0'75'0,"0"0"-30"16,0 0-45-16,0 0-9 15,0 0 9-15,0 0 3 16,91-11-2-16,-37 11-1 16,6 0-29-16,0-7-37 0,-3-8-109 15,-8-8-259 1</inkml:trace>
  <inkml:trace contextRef="#ctx0" brushRef="#br0" timeOffset="-133191.19">18195 11889 645 0,'0'0'158'16,"0"0"-52"-16,0 0-51 15,0 0-15-15,0 0-20 16,0 0-20-16,-20-20-6 16,20 51 5-16,-1 9 2 15,-2 11-2-15,1 4-26 16,2-4-50-16,0-10-174 15</inkml:trace>
  <inkml:trace contextRef="#ctx0" brushRef="#br0" timeOffset="-132874.37">18360 11900 829 0,'0'0'76'0,"0"0"-17"15,0 0-53-15,0 0-5 16,0 0-1-16,-18 81 0 16,18-43-9-16,0-3-16 15,14-9-7-15,10-10-12 16,4-12 17-16,0-4 24 16,-3-7 3-16,-5-14 6 15,-5-7 9-15,-8-5-3 16,-7-2 22-16,0-1-12 0,-17 5-1 15,-17 5-6-15,-4 9-1 16,-1 11-11-16,8 6-3 16,11 9-30-16,13 18-51 15,4 2-117-15,3 3-309 16</inkml:trace>
  <inkml:trace contextRef="#ctx0" brushRef="#br0" timeOffset="-132634.27">17970 12337 544 0,'0'0'358'0,"0"0"-335"16,0 0-23-16,0 0-3 15,0 0 3-15,95 14 0 16,-44-14 4-16,10 0-4 15,3-3 0-15,0-6-1 16,-4 2-4-16,-11 1-32 16,-13 0-33-16,-14 2-79 15,-19 0-228-15</inkml:trace>
  <inkml:trace contextRef="#ctx0" brushRef="#br0" timeOffset="-132440.95">18271 12401 821 0,'0'0'103'0,"0"0"-91"15,0 0-12-15,0 0 1 16,-20 94 3-16,16-59-4 16,1 3 0-16,2-3-6 15,1-8-58-15,0-10-122 16,11-13-96-16,6-4-121 15</inkml:trace>
  <inkml:trace contextRef="#ctx0" brushRef="#br0" timeOffset="-132042.14">18417 12450 350 0,'0'0'338'16,"0"0"-149"-16,0 0-98 0,0 0-56 16,0 0-35-1,0 0-1-15,0 47-15 0,7-15-19 16,10 1 3-16,5-9 19 15,2-9 6-15,3-11-20 16,0-4 19-16,-2-14 8 16,-3-7 4-16,-7-4-3 15,-5 1 2-15,-3 4 3 16,-6 8 15-16,-1 3 1 16,0 4 3-16,0 5-8 15,0 0-11-15,0 0-6 16,5 0-1-16,5 6 0 0,9 7 2 15,9-2-1-15,7-1 0 16,4-7-5-16,3-3-9 16,-4 0 1-16,-5-18 4 15,-6-7 9-15,-12-4 1 16,-8-3 0-16,-7 1 7 16,-7-1-2-16,-29 3-4 15,-20 4-2-15,-18 8-3 16,0 6-1-16,13 9-15 15,22 2-43-15,28 0-55 16,11 2-150-16</inkml:trace>
  <inkml:trace contextRef="#ctx0" brushRef="#br0" timeOffset="-131725.92">18863 11726 597 0,'0'0'201'0,"0"0"-130"15,0 0-40-15,0 0-31 16,100 14 1-16,-50 43 6 15,-3 22 10-15,-9 9-2 0,-9 6-8 16,-16 2-4-16,-8-3-1 16,-5-5 4-16,0-9-6 15,-11-12-12-15,-8-12-23 16,2-15-54-16,-3-12-56 16,2-15-99-16</inkml:trace>
  <inkml:trace contextRef="#ctx0" brushRef="#br0" timeOffset="-131426.61">19205 11215 637 0,'0'0'100'0,"0"0"6"16,0 0-23-16,0 0-37 16,0 0-35-16,0 0-11 15,-81 45 0-15,72 25 1 16,7 14-1-16,2 3-3 0,5-8-56 15,11-22-179-15</inkml:trace>
  <inkml:trace contextRef="#ctx0" brushRef="#br0" timeOffset="-131140.1">19667 12061 748 0,'0'0'19'0,"0"0"-13"15,106-5-3-15,-64 0-2 16,1 2-1-16,0 1-55 16,-7 0-43-16,-8-1-162 15</inkml:trace>
  <inkml:trace contextRef="#ctx0" brushRef="#br0" timeOffset="-130970.14">19643 12223 829 0,'0'0'96'16,"0"0"-78"-16,0 0-14 15,0 0-2-15,0 0 2 16,112 10-4-16,-59-10-11 16,4 0-92-16,-3-9-228 15</inkml:trace>
  <inkml:trace contextRef="#ctx0" brushRef="#br0" timeOffset="-130714.27">20119 11814 991 0,'0'0'30'16,"0"0"-3"-16,0 0-27 16,0 0-3-16,0 0 3 15,0 125 1-15,0-53-1 16,0 5-8-16,0 2-34 16,-2-11-46-16,2-18-170 15,0-20-392-15</inkml:trace>
  <inkml:trace contextRef="#ctx0" brushRef="#br0" timeOffset="-130256.96">20374 12000 912 0,'0'0'79'16,"0"0"-28"-16,0 0-51 15,0 0-5-15,0 0 5 16,-39 83-2-16,35-44-3 15,4-7-10-15,0-10-7 16,9-11 8-16,10-11 8 16,2 0 5-16,2-14 0 15,-1-13-12-15,1-7-17 16,-2-2-4-16,-1 4-10 16,-1 5 27-16,-4 8 17 0,-3 5 14 15,-5 6 27-15,-4 7-9 16,1 1-22-16,3 1-10 15,-2 20 0-15,6 8 0 16,1 9 1-16,2 0 1 16,3-2 0-16,4-7-2 15,8-12-14-15,4-14-1 16,0-3 12-16,3-11 2 16,-7-14-7-16,-7-6 0 15,-8-4 8-15,-11 4 12 16,-3-4 8-16,-15 3-9 15,-16 5 2-15,-8 6-5 0,6 12-5 16,7 9-3-16,13 0-2 16,6 13-47-16,7 11-64 15,0 0-145-15</inkml:trace>
  <inkml:trace contextRef="#ctx0" brushRef="#br0" timeOffset="-129977.28">21257 11531 925 0,'0'0'46'0,"0"0"-15"15,0 0-31-15,0 0-6 16,0 0 4-16,-114 128 1 15,65-43 1-15,9 7 0 16,12 2-1-16,15-7-4 16,13-6-7-16,19-8-6 15,34-9-41-15,19-16-94 16,19-15-34-16,19-14-228 16</inkml:trace>
  <inkml:trace contextRef="#ctx0" brushRef="#br0" timeOffset="-129566.84">21639 11896 616 0,'0'0'206'0,"0"0"-113"16,0 0-54-16,0 0-31 15,0 0-7-15,0 0 14 16,-27 60 0-16,16-23-6 16,4 4-5-16,1-2-4 15,6 0 0-15,0-4-29 16,4-10-51-16,13-12-166 0</inkml:trace>
  <inkml:trace contextRef="#ctx0" brushRef="#br0" timeOffset="-129387.93">21780 12041 859 0,'0'0'71'16,"0"0"-18"-16,0 0-28 15,0 0-12-15,0 0-13 16,0 0-7-16,-4 4-14 16,28 7-27-16,8-5-129 15,4-6-488-15</inkml:trace>
  <inkml:trace contextRef="#ctx0" brushRef="#br0" timeOffset="-129176.9">22052 11855 918 0,'0'0'49'15,"0"0"-13"-15,0 0-32 16,0 0-3-16,0 0 0 16,-63 101 0-16,56-52 2 15,1 1-3-15,6 0-15 16,0-5-25-16,4-10-109 0,11-16-291 15</inkml:trace>
  <inkml:trace contextRef="#ctx0" brushRef="#br0" timeOffset="-128877.07">22192 12007 906 0,'0'0'57'0,"0"0"-38"15,0 0-17-15,-64 72 0 16,57-34-2-16,7-1 0 16,0-7-3-16,19-8-11 15,14-10-10-15,7-12 18 16,1 0-3-16,-5-12-1 16,-6-14 9-16,-10-3 1 0,-8-4 2 15,-11 0-1-15,-1 2-1 16,-16-1 2-16,-18 6-1 15,-10 3 7-15,0 10-3 16,8 9-5-16,10 4 0 16,13 4-78-16,4 11-164 15,4-4-252-15</inkml:trace>
  <inkml:trace contextRef="#ctx0" brushRef="#br0" timeOffset="-128644.14">22384 11598 793 0,'0'0'15'0,"0"0"37"16,0 0-52-16,0 0 0 16,71 87 1-16,-42-18 16 15,4 7-5-15,-3 5-1 16,0-2-6-16,-6-8-5 15,-8-10-10-15,-12-8-33 16,-4-7-8-16,-11-7-18 16,-24-6-21-16,-8-6-133 0</inkml:trace>
  <inkml:trace contextRef="#ctx0" brushRef="#br0" timeOffset="-128495.46">22398 12363 846 0,'0'0'112'0,"0"0"-37"16,0 0-56-16,0 0-19 15,0 0-101-15,0 0-71 16,-14 17-432-16</inkml:trace>
  <inkml:trace contextRef="#ctx0" brushRef="#br0" timeOffset="-127212.59">15222 13810 210 0,'0'0'471'16,"0"0"-420"-16,0 0-51 15,0 0 0-15,0 0 5 16,0 0 5-16,21 17 28 0,16-15-1 16,21-2 3-16,14 0-10 15,17-4-20-15,13-13-5 16,8-3-3-16,3-4-1 15,2 0-1-15,-9 0-2 16,-12 2-20-16,-15 4-11 16,-19 0-39-16,-20 1-21 15,-18 2 36-15,-14 1-2 16,-8 0-24-16,-12 0 1 16,-18 1 46-16,-3 0 36 15,-1 1 19-15,9 5 165 16,5 5-74-16,10 2-41 15,8 0-54-15,2 5-15 0,0 14 1 16,2 4-1-16,11 7 7 16,4 4 2-16,1 5-3 15,-1 0-4-15,-3-4 0 16,-3-8-2-16,-4-7-14 16,-7-3-58-16,0-5 7 15,-5-8-173-15</inkml:trace>
  <inkml:trace contextRef="#ctx0" brushRef="#br0" timeOffset="-126892.08">17303 13383 794 0,'0'0'70'16,"0"0"7"-16,0 0-47 0,0 0-24 15,0 0-6 1,0 0 0-16,-50 86 1 0,50-33 2 15,0 3-3-15,0 1 0 16,12 1-38-16,3-10-62 16,2-15-141-16,4-18-313 15</inkml:trace>
  <inkml:trace contextRef="#ctx0" brushRef="#br0" timeOffset="-126331.77">17565 13369 892 0,'0'0'28'0,"0"0"-13"15,0 0-14-15,0 0-1 0,0 84 1 16,0-40 0-16,6 3-1 16,9-1 1-16,5-1-1 15,5-7-6-15,5-10-11 16,-2-18 1-16,2-10 15 15,-2-2 1-15,-6-23 1 16,-3-9 1-16,-8-7 2 16,-10 0-1-16,-1-1-2 15,-1 6 4-15,-6 5-3 16,5 10-2-16,2 5 0 16,0 8-6-16,10 2-2 15,4 6 4-15,4 0 2 0,3 3 1 16,-1 14-1-16,0 5-2 15,4 4 4-15,3 3-15 16,-3-2 3-16,6-3-14 16,5-2-23-16,3-5 33 15,1-8 7-15,-2-1-21 16,-6-6-21-16,-8-2 26 16,-7 0-10-16,-11 0 15 15,-3-9 20-15,-2-4 4 16,0-4-2-16,0 0 21 15,-4-4 3-15,-5-2 31 16,-1-2-6-16,-1-5-6 16,-4 4 13-16,-1 2-15 15,-5 6-24-15,-4 8-7 16,-1 8-12-16,-1 2-14 0,11 4-92 16,10 9-120-16,6-5-356 15</inkml:trace>
  <inkml:trace contextRef="#ctx0" brushRef="#br0" timeOffset="-126012.92">18663 13075 663 0,'0'0'110'16,"0"0"3"-16,0 0-75 16,0 0-23-16,0 0-15 15,0 0 1-15,-103 121 5 16,73-49-3-16,6 10 1 15,11 4 0-15,13 6-4 16,0-2-1-16,36-7-24 16,22-15-43-16,17-18-80 15,14-25-47-15</inkml:trace>
  <inkml:trace contextRef="#ctx0" brushRef="#br0" timeOffset="-125562.33">19039 13268 722 0,'0'0'107'0,"0"0"-30"0,0 0-33 15,0 0-40 1,0 0-4-16,0 0 2 0,-64 87 1 16,59-45-1-16,5 1-2 15,0 0-9-15,0-8-47 16,20-11-77-16,3-12-158 15</inkml:trace>
  <inkml:trace contextRef="#ctx0" brushRef="#br0" timeOffset="-125367.15">19169 13391 835 0,'0'0'97'0,"0"0"-60"16,0 0-24-16,0 0-11 16,0 0-2-16,0 0-12 15,29 0-39-15,-12 0-68 16,-1-5-191-16</inkml:trace>
  <inkml:trace contextRef="#ctx0" brushRef="#br0" timeOffset="-125113.24">19426 13164 824 0,'0'0'91'15,"0"0"-26"-15,0 0-30 16,0 0-32-16,0 0-3 15,0 0-3-15,-11 44 3 16,11 2 1-16,0 5 1 16,0 4-2-16,0-4-3 15,6-6-34-15,4-10-42 16,1-14-105-16,-2-8-246 16</inkml:trace>
  <inkml:trace contextRef="#ctx0" brushRef="#br0" timeOffset="-124796.59">19579 13271 798 0,'0'0'92'16,"0"0"-39"-16,0 0-53 16,0 0 2-16,0 0-4 15,-6 73 2-15,6-34 0 16,0 0 0-16,6-2 0 15,15-8-16-15,4-12-18 16,2-13 12-16,0-4 20 16,-5-6 2-16,1-18 3 0,-6-5 3 15,-6-7-1 1,-8-1 18-16,-3 3-11 0,-8 2 7 16,-22 4-11-16,-8 6 0 15,-4 12-8-15,6 6-1 16,11 4-54-16,16 2-136 15,7 4-207-15</inkml:trace>
  <inkml:trace contextRef="#ctx0" brushRef="#br0" timeOffset="-124557.59">19796 13068 767 0,'0'0'73'0,"0"0"16"15,0 0-72-15,0 0-16 16,0 0-1-16,38 103 1 16,-25-38 8-16,5 3-6 15,-5-5 1-15,2-5-2 16,-7-8-2-16,-8-10-5 16,0-7-15-16,0-5-5 15,-13-6 5-15,-1-2-30 16,-4-4-60-16,-10-10-58 15,-2-6-314-15</inkml:trace>
  <inkml:trace contextRef="#ctx0" brushRef="#br0" timeOffset="-124131.08">20046 12944 646 0,'0'0'108'16,"0"0"-26"-16,0 0-32 16,0 0-20-16,0 0-18 15,0 0-12-15,65-3 0 16,-60 35 0-16,-5 7 1 15,0 0-1-15,0 0 0 0,0-6-28 16,-3-9-3-16,1-6 11 16,0-7 13-16,2-6 6 15,0-5 1-15,0 0 14 16,5-12 42-16,13-7-39 16,9-2 15-16,6 1-14 15,7 3-15-15,8 4-3 16,-2 2-7-16,-4 4-1 15,-7 3 4-15,-12 1 1 16,-7 2 3-16,-8 1-2 16,-8 0-28-16,0 0-24 15,0 0-65-15,0 0-226 16</inkml:trace>
  <inkml:trace contextRef="#ctx0" brushRef="#br0" timeOffset="-123973.42">20387 13118 861 0,'0'0'65'16,"0"0"-19"-16,0 0-46 16,0 0-106-16,0 0-183 15</inkml:trace>
  <inkml:trace contextRef="#ctx0" brushRef="#br0" timeOffset="-122651.82">19295 15450 603 0,'0'0'61'16,"0"0"-36"-16,0 0-25 15,0 0-11-15,0 0 8 16,117-28 3-16,-62 17 12 16,9-2 39-16,2-2 17 15,-2-2-15-15,0 3-32 16,-3 2-8-16,-7 4-12 16,-8 1-1-16,-13 1-26 15,-14 3-40-15,-8-1-55 0,-8 0 49 16,-3-2 45-16,-4 0-77 15,-13 1 84-15,-7-1 20 16,0 1 34-16,3 4 59 16,3-3 7-16,9 3 36 15,6 1-54-15,3 0-21 16,3 0-57-16,20 17-4 16,9 5 2-16,4 3-1 15,2-1-1-15,-7-3 0 16,-9-2 0-16,-11-4-4 15,-8 1-17-15,-3-2-27 16,-11-3-75-16,-14-8-144 16</inkml:trace>
  <inkml:trace contextRef="#ctx0" brushRef="#br0" timeOffset="-122269.4">20559 15020 824 0,'0'0'91'16,"0"0"-15"-16,0 0-40 15,0 0-34-15,0 0-2 16,0 0-2-16,6 53 2 15,0-2 0-15,1 4-11 16,3 2-22-16,3-7-25 16,0-11-91-16,3-14-158 15</inkml:trace>
  <inkml:trace contextRef="#ctx0" brushRef="#br0" timeOffset="-121784.99">20922 15008 929 0,'0'0'77'16,"0"0"-48"-16,0 0-29 15,0 0-3-15,0 0 3 16,0 110-1-16,0-67-11 16,13-4-13-16,7-6 1 15,3-14-7-15,1-9-25 0,1-10 29 16,-3-14 23-1,2-18 4-15,-5-7 1 0,2-3 0 16,-3 5 7-16,1 8 4 16,-2 11 5-16,1 7-1 15,2 8-7-15,0 3-6 16,0 0 2-16,4 10-4 16,4 8 1-16,5 4-1 15,1 3-1-15,6 1 1 16,0-2-1-16,0-6-7 15,-4-4-6-15,-5-8-7 16,-9-6-5-16,-7 0 7 16,-5-10 18-16,-5-17 4 15,-2-1 9-15,-3-4 20 16,0-2-8-16,-12-1 5 0,-27 4-8 16,-15 4-3-16,-8 10-18 15,2 10-1-15,17 7-11 16,20 6-21-16,18 15-59 15,5 3-112-15,10-2-268 16</inkml:trace>
  <inkml:trace contextRef="#ctx0" brushRef="#br0" timeOffset="-121419.47">22023 14665 575 0,'0'0'231'16,"0"0"-126"-16,0 0-56 15,0 0-45-15,0 0-4 16,-103 96 2-16,65-28-1 16,7 7-1-16,9 3 2 0,14-1-2 15,8 2-2-15,21-5-19 16,20-10-32-16,18-15-71 15,12-22-69-15,7-17-161 16</inkml:trace>
  <inkml:trace contextRef="#ctx0" brushRef="#br0" timeOffset="-121069.5">22180 14778 618 0,'0'0'183'0,"0"0"-100"16,0 0 3-16,0 0-55 16,0 0-31-16,0 0-4 0,-3 34 1 15,2 4 3 1,1 6 2-16,0 1-1 0,0 0-2 16,4-1-6-16,3-3-40 15,3-12-116-15,3-12-349 16</inkml:trace>
  <inkml:trace contextRef="#ctx0" brushRef="#br0" timeOffset="-120904.98">22361 14950 900 0,'0'0'91'0,"0"0"-35"16,0 0-36-16,0 0-20 0,0 0-9 15,0 0-35 1,4 19 10-16,8-6-58 0,1-8-175 16</inkml:trace>
  <inkml:trace contextRef="#ctx0" brushRef="#br0" timeOffset="-120687.23">22535 14749 874 0,'0'0'107'0,"0"0"-53"16,0 0-50-1,0 0-2-15,-36 83-3 16,20-29 2-16,5 1-2 0,5-3 1 16,5-3-31-16,1-7-9 15,0-8-58-15,19-11-123 16,8-14-310-16</inkml:trace>
  <inkml:trace contextRef="#ctx0" brushRef="#br0" timeOffset="-120403.29">22751 14858 825 0,'0'0'126'0,"0"0"-51"15,0 0-63-15,0 0-12 0,0 0-4 16,0 0 4-1,-39 104-8-15,38-69-23 0,1-1 5 16,1-7-11-16,16-10 2 16,5-8-7-16,4-9 31 15,0-1 11-15,-4-20 2 16,-3-7 0-16,-3-3 4 16,-10-5 5-16,-6 2 12 15,0-2 0-15,-21 2-7 16,-13 10-10-16,-2 11-6 15,5 13-14-15,10 0-45 16,10 10-148-16,4 0-446 16</inkml:trace>
  <inkml:trace contextRef="#ctx0" brushRef="#br0" timeOffset="-120155.75">23030 14587 725 0,'0'0'77'0,"0"0"-66"15,0 0-7-15,90 47 1 16,-63 3 25-16,-4 13 0 16,-9 14-13-16,-11 3-10 15,-3 0-3-15,-17-7-4 16,-12-10-8-16,-4-11-32 0,3-11 0 15,2-10 12-15,1-9-28 16,3-9-52-16,-1-10-258 16</inkml:trace>
  <inkml:trace contextRef="#ctx0" brushRef="#br0" timeOffset="-119511.32">23251 14361 865 0,'0'0'57'0,"0"0"-29"15,0 0-21-15,0 0-5 0,0 0-2 16,0 0 1-1,88-45-1-15,-70 45 0 0,-4 0-1 16,0 5 0-16,-7 7-26 16,-3 0-33-16,-4 0-26 15,0 0-30-15,0-2 10 16,0 0-48-16,0-5 78 16,0 1 76-16,0-3 22 15,1-1 49-15,1 1 64 16,-1-3-45-16,-1 2 11 15,0-2-6-15,0 4-27 16,0 7-38-16,0 10-26 16,-1 8-1-16,-8 8-3 15,0-3-1-15,-1-2-38 16,5-6-16-16,2-10 1 0,0-4-18 16,1-4 41-16,2-3 21 15,-1-3 9-15,-2-2 2 16,-3 0 30-16,-4 0 57 15,-4 0-62-15,-2 0-5 16,4 0-2-16,3 0-19 16,3 0-12-16,6 8-186 15,0 2-407-15</inkml:trace>
  <inkml:trace contextRef="#ctx0" brushRef="#br0" timeOffset="-117604.24">23311 14364 93 0,'0'0'51'15,"0"0"-9"-15,0 0-18 16,0 0 8-16,0 0-17 16,0 0 30-16,-6 0 9 15,12-2 42-15,-2-1-41 16,-1 1 24-16,-3-1 2 0,0-1-31 16,0 1-28-16,0-3 20 15,0 3-25-15,0-2-14 16,2 2-1-16,0 3-2 15,0-3 3-15,4 1-7 16,2 1 5-16,2 1-1 16,0 0 1-16,0 0-1 15,1 0-4-15,-3 0 4 16,-3 0 1-16,0 4-1 16,-3 3 0-16,-2 5 0 15,0 5 0-15,0 5 9 16,-11 2-2-16,2 2-6 0,-1-3 0 15,4 1 0-15,0-2 0 16,1-4-1-16,1-4 1 16,0-5-2-16,-1-2 2 15,1-3-4-15,-4-2 6 16,-1 1 0-16,-1-2 12 16,3-1 5-16,3 0-16 15,4 0 1-15,0 0-5 16,0 0-8-16,12 0-2 15,12 0 9-15,4 0 1 16,1 0 0-16,-1 0 2 16,-4 4-1-16,-1-1-1 15,-6 3 4-15,-2 0-2 16,-3 1-4-16,-1 5 6 0,-3 2-4 16,-3 4 0-16,-5 1 0 15,0 4-1-15,-3 1-2 16,-16-1 3-16,-5-2 0 15,-8-1 2-15,-5-6-4 16,-3-1 2-16,-5-6-4 16,5-2 1-16,7-3 0 15,11-2 1-15,14 0 2 16,8 0 0-16,11 0-138 16,26-11-382-16</inkml:trace>
  <inkml:trace contextRef="#ctx0" brushRef="#br0" timeOffset="-117446.93">23663 14790 561 0,'0'0'203'16,"0"0"-122"-16,0 0-48 15,0 0-33-15,0 0-203 16,0 0-164-16</inkml:trace>
  <inkml:trace contextRef="#ctx0" brushRef="#br0" timeOffset="-116246.58">13860 16241 509 0,'0'0'127'0,"0"0"-33"16,0 0-28-16,0 0-9 15,0 0-14-15,0 0-21 16,15-36-2-16,-5 30-7 15,5 2-7-15,6 0-5 16,3 1-1-16,6 2-18 16,0 1-22-16,-1 0-31 15,-5 0-62-15,-10 0 9 0,-13 1-155 16</inkml:trace>
  <inkml:trace contextRef="#ctx0" brushRef="#br0" timeOffset="-116091.29">13833 16327 321 0,'0'0'191'0,"0"0"-78"16,0 0-64-16,0 0-12 16,0 0 52-16,0 0-50 15,72 31-17-15,-17-28-10 16,8-3-12-16,4 0-29 16,-3 0-146-16,-3-9-217 15</inkml:trace>
  <inkml:trace contextRef="#ctx0" brushRef="#br0" timeOffset="-115872.11">14536 16094 791 0,'0'0'95'16,"0"0"-70"-16,0 0-24 15,0 0 7-15,-21 105 9 16,9-50-11-16,4 3 1 16,4 2-7-16,2-3 0 0,2-2-26 15,0-8-73 1,0-13-188-16</inkml:trace>
  <inkml:trace contextRef="#ctx0" brushRef="#br0" timeOffset="-115407.53">14813 16222 478 0,'0'0'364'0,"0"0"-304"15,0 0-37 1,0 0-15-16,0 0-3 0,0 0-4 15,49-68 2-15,-25 68 1 16,3 0-4-16,-6 8-5 16,-3 9-25-16,-7 2-13 15,-10 1-32-15,-1-1-6 16,0 1 25-16,-6-1 15 16,-3-5-2-16,3-4 25 15,1-5 18-15,4-2 47 16,1-3 52-16,0 0 43 15,0 0-66-15,0 3-23 0,7 5-31 16,17 8-8 0,7 5-8-16,7 5 0 15,-2 1-5-15,-5 2 4 0,-9-5-5 16,-10-2-21-16,-9-5-1 16,-3-4-4-16,0-3 15 15,-15 0-1-15,-4-4-1 16,-3 1-5-16,-2-7-21 15,-2 0-22-15,0 0-46 16,8-7 12-16,12-8-354 16</inkml:trace>
  <inkml:trace contextRef="#ctx0" brushRef="#br0" timeOffset="-114958.25">15511 16137 844 0,'0'0'104'0,"0"0"-63"15,0 0-25-15,0 0-16 16,0 0-1-16,0 0 1 15,53-35-1-15,-31 35-7 16,-3 11-3-16,-5 2-27 16,-8 1-16-16,-5 1-16 0,-1 0-18 15,0 2 43 1,-6-2 6-16,-6-1 28 0,-1 0 8 16,2-1 3-16,4-2 1 15,4-4 18-15,3 2 33 16,0 1 16-16,0 1-11 15,1 5-15-15,10 2-17 16,1 3-14-16,1 3-1 16,-3 1-6-16,-3 1-1 15,-6-4-3-15,-1-3-9 16,0 0-24-16,-10-5-18 16,-10-1-55-16,1-4-2 15,-5-6-128-15</inkml:trace>
  <inkml:trace contextRef="#ctx0" brushRef="#br0" timeOffset="-114754.23">15959 16339 780 0,'0'0'116'0,"0"0"-42"15,0 0-29-15,0 0-43 16,0 0-2-16,0 0-47 16,-33-14-37-16,39 16 27 0,7 0-127 15,-2-2-214 1</inkml:trace>
  <inkml:trace contextRef="#ctx0" brushRef="#br0" timeOffset="-114540.57">16067 16134 551 0,'0'0'391'16,"0"0"-325"-16,0 0-53 16,0 0-12-16,0 0-1 15,-19 98 0-15,13-44 0 0,0 5-17 16,2 0-27-1,-2-4-67-15,0-11-158 0</inkml:trace>
  <inkml:trace contextRef="#ctx0" brushRef="#br0" timeOffset="-114343.75">16450 16313 916 0,'0'0'20'16,"0"0"-18"-16,0 0-2 16,-53 74 0-16,28-42-14 0,-1-3-28 15,4-4-5-15,4-5-59 16,3-5 11-16,8-11 9 16,4-4-30-16,3 0-86 15</inkml:trace>
  <inkml:trace contextRef="#ctx0" brushRef="#br0" timeOffset="-114193.47">16330 16332 257 0,'0'0'259'16,"0"0"-152"-16,0 0-56 15,0 0-29-15,0 0-9 16,0 0 36-16,37 65-24 16,-35-29-15-16,1 0-10 0,3-7-138 15,3-4-229 1</inkml:trace>
  <inkml:trace contextRef="#ctx0" brushRef="#br0" timeOffset="-113891.8">16869 16240 836 0,'0'0'92'0,"0"0"-77"16,0 0-15-16,0 0 0 15,0 0 2-15,0 0 3 16,-8 101 1-16,8-56-6 15,5 2 3-15,-1-1-3 16,2-1-1-16,1-8-65 16,1-14-72-16,-3-12-428 15</inkml:trace>
  <inkml:trace contextRef="#ctx0" brushRef="#br0" timeOffset="-113720.66">17045 16414 961 0,'0'0'73'16,"0"0"-65"-16,0 0-8 15,0 0-11-15,0 0 0 16,0 0-27-16,25 45-33 16,-15-39-147-16,4-6-295 15</inkml:trace>
  <inkml:trace contextRef="#ctx0" brushRef="#br0" timeOffset="-113526.07">17258 16211 321 0,'0'0'643'16,"0"0"-599"-16,0 0-44 15,0 0-1-15,-2 72 1 16,-7-22 1-16,-2 4-1 15,2 0 0-15,2-4-22 16,3-7-34-16,2-11-79 16,2-14-278-16</inkml:trace>
  <inkml:trace contextRef="#ctx0" brushRef="#br0" timeOffset="-113225.42">17441 16329 718 0,'0'0'267'0,"0"0"-254"16,0 0-10-16,0 0-6 15,0 85 3-15,0-51-19 16,0-2-6-16,0-4-5 16,7-2-10-16,13-9-26 15,7-11-78-15,7-6 55 16,4-3 20-16,3-23 49 15,0-5 20-15,-4-7 42 16,-9-2 6-16,-8 3 29 16,-16 0 29-16,-4 7-23 15,-19 5-22-15,-20 9-20 0,-19 12-22 16,-11 4-19-16,-8 10-67 16,3 10-337-16</inkml:trace>
  <inkml:trace contextRef="#ctx0" brushRef="#br0" timeOffset="-112453.05">18138 16520 525 0,'0'0'126'0,"0"0"-50"16,0 0-27-16,0 0-19 0,0 0-11 16,0 0-9-16,28-8 14 15,-6 4-8-15,1 0-2 16,5 0-12-16,4 1-2 16,-2 0-32-16,-5 2-83 15,-9-1-70-15,-10 2-279 16</inkml:trace>
  <inkml:trace contextRef="#ctx0" brushRef="#br0" timeOffset="-112278.77">18071 16631 707 0,'0'0'177'15,"0"0"-150"-15,0 0-12 0,119-14-10 16,-68 5-3-1,7 1-2-15,0 1-23 0,0-2-101 16,-1-4-283-16</inkml:trace>
  <inkml:trace contextRef="#ctx0" brushRef="#br0" timeOffset="-104900.39">18874 16422 369 0,'0'0'117'0,"0"0"-8"16,0 0-60-16,0 0 3 15,0 0 16-15,0 0-29 16,0 0-11-16,-16-73-9 16,12 68 0-16,4-4 3 15,0 1-3-15,0-3-4 16,0 2 2-16,0-1 0 15,0-1-7-15,0 2-4 16,0 1 2-16,0 2 0 16,0 3 5-16,0 2 2 15,0 1-7-15,0 0-8 0,0 5-3 16,0 19 1-16,-3 15 2 16,-6 9 2-16,-3 10-1 15,-3 6 1-15,2 0-2 16,-1-10-2-16,7-3-21 15,0-10-16-15,6-12-19 16,1-12-87-16,0-15-86 16</inkml:trace>
  <inkml:trace contextRef="#ctx0" brushRef="#br0" timeOffset="-104352.4">19035 16298 722 0,'0'0'140'16,"0"0"-86"-16,0 0-29 0,0 0-7 16,0 0 3-16,-63 75-6 15,48-34-2-15,6 3-7 16,9 1-4-16,0 1 0 15,9-4-1-15,15-6-1 16,2-12-7-16,6-13-19 16,4-11 18-16,4-8 2 15,7-23 6-15,0-11 1 16,0-4 0-16,-3-2 0 16,-11 4-1-16,-11 10 3 15,-16 12 3-15,-6 8 8 16,0 8 13-16,-15 6-6 0,-7 8-15 15,-2 19-6-15,4 12-2 16,3 6 2-16,6 3 0 16,4 1-2-16,5-3-3 15,2-2-19-15,0-5-5 16,0-8-21-16,0-9-82 16,0-13-175-16</inkml:trace>
  <inkml:trace contextRef="#ctx0" brushRef="#br0" timeOffset="-103970.59">19545 16317 614 0,'0'0'272'0,"0"0"-206"15,0 0-35-15,-80-24-18 16,58 42-3-16,-2 15-8 15,5 10 6-15,2 8 1 16,7 5-6-16,7 1-3 16,3-1 2-16,0-7-2 15,10-8-2-15,6-5-13 16,9-12-5-16,6-10 11 16,9-13-2-16,5-1 8 15,7-21 3-15,-2-9 1 0,-12 1-1 16,-11-1 4-16,-15 6 38 15,-12 3-40-15,0 2 5 16,-25 8-3-16,-17 7 9 16,-13 4-8-16,-7 1-5 15,1 18-2-15,8 7-36 16,15 1-8-16,14-6-83 16,17-2-333-16</inkml:trace>
  <inkml:trace contextRef="#ctx0" brushRef="#br0" timeOffset="-103775.14">19880 16604 956 0,'0'0'81'0,"0"0"-34"16,0 0-36-16,0 0-11 15,0 0-11-15,0 0-35 16,-49 11-15-16,49-3-79 16,0-5-364-16</inkml:trace>
  <inkml:trace contextRef="#ctx0" brushRef="#br0" timeOffset="-103401.32">20014 16380 977 0,'0'0'73'15,"0"0"-53"-15,0 0-18 16,-56 90-1-16,50-40 0 16,3-2 0-16,3-4-1 15,4-7-9-15,11-6-16 16,7-7-6-16,5-12-6 15,5-12 23-15,7-6 4 16,-1-22 10-16,-1-10 1 16,-7-6 2-16,-9 5 3 15,-9 2 12-15,-10 10 3 16,-2 7 8-16,-8 8-5 0,-5 5-4 16,4 7 3-16,0 0-11 15,-2 21-11-15,1 11-1 16,1 6 0-16,2 3-3 15,2-2-5-15,4 2-34 16,1-5-11-16,0-6-49 16,0-6-216-16</inkml:trace>
  <inkml:trace contextRef="#ctx0" brushRef="#br0" timeOffset="-103191.12">20399 16419 899 0,'0'0'85'0,"0"0"-3"16,0 0-39-16,0 0-34 15,0 0-9-15,0 0 0 16,-65 89-1-16,53-33 1 16,4 0 0-16,4-3-12 15,4 0-43-15,0-8-6 16,0-10-49-16,10-14-177 15</inkml:trace>
  <inkml:trace contextRef="#ctx0" brushRef="#br0" timeOffset="-101772.37">20701 16578 475 0,'0'0'143'15,"0"0"-11"-15,0 0-61 16,0 0-21-16,0 0-4 16,0 0-17-16,-30-14-16 15,30 14-5-15,0 0 0 16,0 0-5-16,16 0-3 15,15 0 0-15,11 0 1 16,9 0 0-16,8 0 0 16,3-8 0-16,0-1-1 15,3-3 0-15,-7 0-1 0,-9 0 1 16,-13 2-1 0,-14 0-4-16,-13 1 0 0,-9 3-1 15,0-5-1-15,-18 4-12 16,-12-2 8-16,-4 2 6 15,-2 1 4-15,8 3 1 16,10 1 1-16,11 2 4 16,7 0-5-16,0 2 0 15,21 15 0-15,8 5 0 16,7 1 0-16,-2 5 0 16,-1-4 0-16,-6-1 1 15,-8-5 0-15,-8-3 1 0,-5-3-2 16,-6 0 0-1,0-2 1-15,-17-1 2 0,-11 3-3 16,-3-5-52-16,-1-7-145 16,10 0-273-16</inkml:trace>
  <inkml:trace contextRef="#ctx0" brushRef="#br0" timeOffset="-101522.32">21546 16254 863 0,'0'0'69'0,"0"0"-18"16,0 0-51-16,0 0 0 15,-36 91 3-15,27-37 1 16,5 2-4-16,-2 1 0 15,6 1-3-15,0-5-39 16,0-10-86-16,0-12-204 16</inkml:trace>
  <inkml:trace contextRef="#ctx0" brushRef="#br0" timeOffset="-100973.42">21755 16380 871 0,'0'0'29'16,"0"0"-29"-16,0 0 2 15,-27 79 1-15,18-43-3 16,0 4 0-16,2-1 0 16,2-1 1-16,5-4 1 15,0-7-2-15,0-10-16 16,15-14-11-16,2-3 25 15,5-14 2-15,2-16 3 16,-5-7-1-16,-1-7 0 16,-3 1-1-16,-7 2-1 15,4 6 1-15,-2 8-1 16,0 9-1-16,1 6-2 16,2 11 3-16,1 1 0 0,6 3 9 15,-4 19-4-15,1 5 2 16,-3 6-5-16,-4 2 0 15,-2 1-1-15,-4-2-1 16,2 0 0-16,3-8-3 16,1-6-10-16,10-8-11 15,5-12-5-15,12 0 23 16,5-15 4-16,3-12-34 16,-5-6 12-16,-8 0 24 15,-10-2 44-15,-12 3-2 16,-8 3-2-16,-2 3-2 15,-7 4 3-15,-17 6-10 0,-14 8-15 16,-11 6-10-16,-9 2-6 16,-3 5-2-16,6 14-28 15,13 1-14-15,13 3-13 16,17 1-47-16,11-7-173 16</inkml:trace>
  <inkml:trace contextRef="#ctx0" brushRef="#br0" timeOffset="-100706.02">22681 16053 804 0,'0'0'49'0,"0"0"10"16,0 0-55-16,0 0-3 15,-103 54-1-15,66 14 10 16,-5 14 16-16,1 10-13 16,8 2-8-16,11-2-5 15,20-4 0-15,2-7-19 16,42-13-56-16,20-13-52 16,26-18-69-16,20-18-75 0,16-16 12 15</inkml:trace>
  <inkml:trace contextRef="#ctx0" brushRef="#br0" timeOffset="-100225.77">22942 16349 670 0,'0'0'150'0,"0"0"-48"16,0 0-61-1,0 0-30-15,0 0-11 0,0 0 0 16,-9 33 6-16,0 4 8 16,-2 3-7-16,3 1-7 15,3-1 1-15,4-2-1 16,1-4-18-16,0-10-56 16,15-15-170-16</inkml:trace>
  <inkml:trace contextRef="#ctx0" brushRef="#br0" timeOffset="-100040.25">23147 16497 933 0,'0'0'47'0,"0"0"-36"15,0 0-10-15,0 0 0 16,0 0-1-16,0 0-11 15,-12 26-23-15,30-19-48 16,4-7-145-16</inkml:trace>
  <inkml:trace contextRef="#ctx0" brushRef="#br0" timeOffset="-99806.28">23341 16288 886 0,'0'0'59'16,"0"0"8"-16,0 0-52 15,0 0-15-15,0 0 0 16,0 0 1-16,-5 64-1 16,15-17 0-16,1-1-4 15,0 3-35-15,-1-3-39 16,-1-13-114-16,1-11-67 15</inkml:trace>
  <inkml:trace contextRef="#ctx0" brushRef="#br0" timeOffset="-99473.21">23581 16311 868 0,'0'0'83'15,"0"0"-55"-15,0 0-27 16,0 0 3-16,-39 101-4 16,39-57 1-16,0-3-1 15,0-3 0-15,16-3-14 16,5-10-19-16,8-8-23 16,3-11 18-16,3-6 13 15,0-6 17-15,-5-19 1 0,-4-8 7 16,-7-4 2-1,-7-4 25-15,-8 1 5 0,-4 1-5 16,-8 0-6-16,-19 3 4 16,-14 7-6-16,-6 9-13 15,0 11-3-15,8 9-3 16,10 2-39-16,14 20-68 16,7 1-105-16</inkml:trace>
  <inkml:trace contextRef="#ctx0" brushRef="#br0" timeOffset="-99206.03">23803 16045 785 0,'0'0'66'0,"0"0"-14"0,0 0-50 16,0 0-1-16,43 120 18 15,-25-42-4-15,6 11-2 16,4 4-7-16,-1-7-5 16,-6-10 0-16,-11-12-1 15,-3-11 0-15,-7-12-1 16,0-5 0-16,-3-6-6 16,-21-8-19-16,-3-8-53 0,-8-9-179 15</inkml:trace>
  <inkml:trace contextRef="#ctx0" brushRef="#br0" timeOffset="-98641.2">24109 15808 606 0,'0'0'237'0,"0"0"-156"16,0 0-57-16,0 0-19 16,0 0 3-16,0 0 3 15,-11 111 0-15,11-61-9 16,3-4-2-16,11-10 1 15,4-8-1-15,1-9-3 0,3-11-6 16,2-8-1-16,2-2 6 16,1-24-10-16,-3-8-2 15,-2-4 7-15,-10-2 9 16,-9 5 3-16,-3 5 12 16,-3 10 4-16,-9 8 0 15,0 9 6-15,4 3-8 16,-1 13-17-16,0 22 0 15,1 12-1-15,2 9-2 16,3 6-20-16,-1-4-29 16,3-8-101-16,1-17-278 0</inkml:trace>
  <inkml:trace contextRef="#ctx0" brushRef="#br0" timeOffset="-98503.41">24392 16102 421 0,'0'0'0'15,"0"0"-4"-15,0 0-127 16</inkml:trace>
  <inkml:trace contextRef="#ctx0" brushRef="#br0" timeOffset="-94234.51">13641 12041 413 0,'0'0'106'0,"0"0"-12"15,0 0-76-15,0 0 26 16,0 0 10-16,0 0-31 16,0 0-7-16,0 7 1 15,0-4 18-15,0-3-7 16,0 3-8-16,0-3 2 16,0 0-2-16,0 0-6 15,0 0-5-15,0 0-4 0,0 0-2 16,0 0-3-16,0 0 1 15,0 0-1-15,0 0 1 16,0 0-1-16,0 0 2 16,0 0-2-16,0 0-3 15,0 0-21-15,0 5-51 16,0-5-103-16,-7 0-227 16</inkml:trace>
  <inkml:trace contextRef="#ctx0" brushRef="#br0" timeOffset="-92751.1">8441 11962 368 0,'0'0'118'16,"0"0"-18"0,0 0-82-16,0 0 17 0,0 0 12 15,0 0-9-15,0-36-7 16,0 33 0-16,0 2-9 15,0 0-2-15,0 1 2 16,0 0-6-16,0 0-7 16,0 0-3-16,0 0-3 15,0 0 2-15,0 0-2 16,0 0 1-16,0 0-4 16,0 0 3-16,0 0 5 15,0 0 6-15,0 0 1 0,0 0-4 16,0 0-5-1,-3-2-3-15,3 2 0 0,-1 0 0 16,1 0-3-16,0 0 0 16,0 0-6-16,0 3-70 15,0 12-114-15,-2 0 7 16</inkml:trace>
  <inkml:trace contextRef="#ctx0" brushRef="#br0" timeOffset="-90605.47">13604 14428 268 0,'0'0'82'0,"0"0"-11"16,0 0-6-16,0 0-9 15,0 0-13-15,0 0-7 16,2-1-12-16,-2 1 2 15,0-2 0-15,0 2 8 16,0 0-9-16,0-3-4 0,0 3 7 16,0 0-14-1,0 0-13-15,0 0-1 0,0 0 0 16,0 0 0 0,0 0 2-16,0 0 0 0,0 0 0 15,0 0 0-15,0 0 1 16,0 0 1-16,0 0 0 15,0 0 3-15,0 0 0 16,0 0-3-16,0 0-2 16,0 0-2-16,0 0-3 15,3 0-22-15,0 0-52 16,3 0-6-16,-1 0-66 16,-3 0-149-16</inkml:trace>
  <inkml:trace contextRef="#ctx0" brushRef="#br0" timeOffset="-69186.83">5785 9982 592 0,'0'0'102'0,"0"0"-56"16,0 0-11-16,0 0 32 16,0 0-38-16,0 0-6 15,0 0 1-15,0 0-3 0,0-10-4 16,0 10-9-16,0 0 3 16,0 0-7-16,0 0-4 15,-2 0-6-15,2 5 4 16,-3 17-7-16,0 16 8 15,-3 11 1-15,-1 11 0 16,-1 4 1-16,1 1 0 16,-1-2-1-16,3-10-1 15,3-11-4-15,2-14-9 16,0-11 7-16,0-5 0 16,0-9 2-16,0-1-11 0,0-2-31 15,0 0-34 1,0-6-41-16,0-16-219 15</inkml:trace>
  <inkml:trace contextRef="#ctx0" brushRef="#br0" timeOffset="-68976.17">5837 9883 677 0,'0'0'102'16,"0"0"-17"-16,0 0-61 0,0 0-13 16,0 0-9-16,0 0-2 15,82-56 0-15,-51 54-7 16,3 2-73-16,-4 0-99 16,-15 0-238-16</inkml:trace>
  <inkml:trace contextRef="#ctx0" brushRef="#br0" timeOffset="-68794.35">5749 10190 433 0,'0'0'20'0,"0"0"67"15,0 0 24-15,89 0-21 0,-51 0-38 16,5-7-42-1,6 0-10-15,0-7-35 0,-10-5-191 16</inkml:trace>
  <inkml:trace contextRef="#ctx0" brushRef="#br0" timeOffset="-68120.63">6301 10115 581 0,'0'0'274'0,"0"0"-198"15,0 0-67-15,0 0-9 16,0 0-5-16,0 0-3 16,22 58 7-16,-13-21 1 15,2 6 2-15,0 6-2 16,0 1-6-16,-2-6-35 16,4-12-2-16,-1-13 3 15,3-9-3-15,3-10 17 16,4-2 26-16,4-25 0 15,0-12-10-15,-2-4-10 0,-9-4 20 16,-7 2 13 0,-8 3 38-16,0 3 13 0,-12 3-20 15,-13 2-9-15,-2 7-9 16,3 8-7-16,7 9 5 16,8 6-7-16,8 4-14 15,1 0-3-15,0 0-16 16,8 14-22-16,11 6 35 15,11 2 3-15,4-3-2 16,3-2 1-16,5-9-1 16,7-5 0-16,5-3 2 15,-2 0-4-15,-1-16-46 16,-12-7-131-16</inkml:trace>
  <inkml:trace contextRef="#ctx0" brushRef="#br0" timeOffset="-67023.33">8381 10036 702 0,'0'0'50'16,"0"0"-13"-16,0 0-37 15,0 0-10-15,0 0 7 16,-34 87 3-16,25-31 4 16,0 6-1-16,5-2-2 15,1-9 0-15,3-14 0 0,0-15 2 16,0-13 1-16,0-4-1 15,0-5 2-15,0 0 31 16,0 0 44-16,0-22-19 16,0-14-53-16,0-17-8 15,6-7-32-15,4-1-21 16,5 8 34-16,-3 8-2 16,3 7 6-16,-3 12 15 15,-2 9 0-15,1 6 4 16,-5 8 6-16,0 3-10 15,0 3-1-15,5 17-4 16,2 7 3-16,-5 5 1 0,0 1 1 16,-5-1 0-1,-3-5 0-15,0-5 0 0,0-6 0 16,-7-6 0-16,-7-3 1 16,-6-4 0-16,-2-3 1 15,-3 0 3-15,-2-1-5 16,6-8-8-16,8 2-17 15,8-1-57-15,5 2 15 16,8-2-55-16,17-3-212 16</inkml:trace>
  <inkml:trace contextRef="#ctx0" brushRef="#br0" timeOffset="-66606.35">8647 10064 592 0,'0'0'77'16,"0"0"96"-16,0 0-100 16,0 0-31-16,0 0-42 15,0 0-10-15,-17 11-6 16,31 17 16-16,2 8 1 16,-2 1-1-16,2 3 1 15,-2-3-1-15,0-8 0 16,-3-10 0-16,-2-12-17 15,3-7 16-15,1-11 1 16,4-21 10-16,-2-11-4 0,-2-3-5 16,-9 2 3-16,-4 4 8 15,0 8-8-15,-10 8 3 16,1 11 5-16,3 7-8 16,3 5-4-16,3 1-2 15,0 0-19-15,0 17-34 16,0 10 51-16,8 9 4 15,2 3 0-15,5-1 0 16,9-9 0-16,-1-7-5 16,15-7-2-16,-2-11-2 15,-2-4-13-15,2-2-27 16,-6-17-88-16,-8-2-165 16</inkml:trace>
  <inkml:trace contextRef="#ctx0" brushRef="#br0" timeOffset="-66350.8">8271 10631 628 0,'0'0'148'16,"0"0"-95"-16,0 0-34 15,0 0-1-15,0 0-5 16,85-46-4-16,-52 34 1 16,6-3-3-16,4 0-1 15,0 0-4-15,-1 1 0 0,-2 3-2 16,-7 1-31-16,-8 4-81 16,-13-3-118-16</inkml:trace>
  <inkml:trace contextRef="#ctx0" brushRef="#br0" timeOffset="-65503.29">12543 10738 334 0,'0'0'74'16,"0"0"-68"-16,0 0 36 16,0 0 58-16,85 11-26 15,-36-22 15-15,4-6-25 16,6-5-28-16,-2 0-16 15,-3 5-7-15,-1 0-12 16,-5 6-1-16,-15 8-16 16,-18 3-53-16,-15 2-70 15,-18 18-21-15,-28 5-47 16</inkml:trace>
  <inkml:trace contextRef="#ctx0" brushRef="#br0" timeOffset="-65322.61">12458 10899 243 0,'0'0'222'0,"0"0"-171"16,0 0 47-16,100 3-42 16,-45-16-15-16,6-4 12 15,5-5-11-15,3-2-20 16,-1-2-17-16,-1-1-3 16,-3-2-2-16,-9-1-33 15,-14 5-66-15,-13 0 9 16,-20 0-138-16</inkml:trace>
  <inkml:trace contextRef="#ctx0" brushRef="#br0" timeOffset="-65121.55">12949 10519 545 0,'0'0'119'0,"0"0"19"16,0 0-85-16,0 0-42 16,0 0-11-16,0 0 0 15,79 3 0-15,-42 23-3 16,2 8 3-16,-2 3 2 15,-4 4 1-15,-11-2-3 16,-10-6 1-16,-12-1-1 16,-3-6-19-16,-25 0 9 15,-18 0-35-15,-16-8-94 16,-2-6-276-16</inkml:trace>
  <inkml:trace contextRef="#ctx0" brushRef="#br0" timeOffset="-64589.51">13247 10493 870 0,'0'0'66'0,"0"0"-64"16,0 0-2-16,0 0-7 0,3 116 6 16,-3-40 1-16,0 6 1 15,-6 2 1-15,-13-5 0 16,-4-11-1 0,5-19 0-16,4-18-1 0,4-16 1 15,7-12 0-15,0-3 7 16,1-13 40-16,1-20-33 15,1-16-10-15,0-8-5 16,0-10 0-16,5-5-1 16,13 2-12-16,10 0-15 15,8 9 5-15,-3 12-16 16,-2 16 25-16,-7 9 10 16,-5 15 4-16,-4 9 0 0,-1 0-4 15,-1 21-2-15,1 11-2 16,-5 8 8-16,-3 4-1 15,-6 2 1-15,0-7 0 16,-2-4 3-16,-11-7-2 16,-6-6 0-16,3-6 2 15,-3-6-2-15,1-6-1 16,-1-4-9-16,4 0-17 16,12 0-21-16,3-13-88 15,8-7-288-15</inkml:trace>
  <inkml:trace contextRef="#ctx0" brushRef="#br0" timeOffset="-64188.45">13681 10542 740 0,'0'0'100'16,"0"0"-34"-16,0 0-32 15,0 0-34-15,0 0 1 16,-48 101-1-16,47-51 0 15,1 3 0-15,0-3 0 16,6-4 1-16,4-10-1 16,1-11-9-16,4-14-15 15,4-11 6-15,2-6 18 16,9-27 5-16,-2-12-2 16,-1-6-2-16,-8-2 0 15,-11 1 7-15,-8 9 10 0,0 6 7 16,-15 8-4-16,1 15 2 15,5 5-11-15,6 9-7 16,3 0-5-16,0 16-26 16,0 13 23-16,0 10 3 15,5 4 0-15,7-4-3 16,9-7-7-16,8-11-3 16,15-13 6-16,8-8-2 15,5-2-15-15,-1-22-43 16,-8-12-136-16,-5-7-317 15</inkml:trace>
  <inkml:trace contextRef="#ctx0" brushRef="#br0" timeOffset="-63912.42">14306 10687 618 0,'0'0'146'0,"0"0"-44"16,0 0-75-16,0 0-9 16,0 0-13-16,0 0-3 0,88-33 0 15,-52 30 0 1,6 0 0-16,3 2-2 0,-2 1-7 15,-6 0-59-15,-12 0-113 16,-13 0-157-16</inkml:trace>
  <inkml:trace contextRef="#ctx0" brushRef="#br0" timeOffset="-63724.57">14278 10846 656 0,'0'0'194'0,"0"0"-127"16,0 0-34-16,0 0-24 0,0 0-8 16,0 0 0-16,94 0 1 15,-50-3-2-15,7-4-7 16,1 0-41-16,-4-8-123 16,-8-6-379-16</inkml:trace>
  <inkml:trace contextRef="#ctx0" brushRef="#br0" timeOffset="-63147.61">15204 10174 665 0,'0'0'140'0,"0"0"-71"15,0 0-69-15,0 0-5 16,-9 72 2-16,6-11 3 16,0 4 2-16,0-2-1 15,1-8-1-15,2-6 3 16,0-13-1-16,0-10-1 0,0-8-1 15,5-8-5-15,1-8-29 16,0-2-72-16,3-19 4 16,-3-15-406-16</inkml:trace>
  <inkml:trace contextRef="#ctx0" brushRef="#br0" timeOffset="-62983.56">15246 10149 567 0,'0'0'33'16,"0"0"6"-16,0 0-22 16,0 0-6-16,98-37-4 0,-71 35-4 15,0 2-2-15,-5 0-1 16,-1 0-70-16,-9 0-249 16</inkml:trace>
  <inkml:trace contextRef="#ctx0" brushRef="#br0" timeOffset="-62794.34">15119 10393 768 0,'0'0'24'16,"0"0"-24"-16,100 1 26 15,-47-1-4-15,3 0-9 0,2-3-12 16,3-4-1-1,3-5-78-15,0-12-90 0,-13-5-320 16</inkml:trace>
  <inkml:trace contextRef="#ctx0" brushRef="#br0" timeOffset="-62392.51">15654 10162 531 0,'0'0'254'16,"0"0"-191"-16,0 0-63 15,0 0-4-15,23 75 4 16,-4-30 1-16,2 1 0 0,3 0 0 16,1-6 0-16,1-7-1 15,0-7-51-15,-2-13-69 16,2-10 49-16,-2-3 44 16,2-13 3-16,-3-16 5 15,-4-7 19-15,-3-8 3 16,-9-9 41-16,-7-3 11 15,0 0 8-15,-14 3 17 16,-4 10-16-16,4 13-1 16,4 11-7-16,7 12-35 15,2 5-19-15,1 2-2 16,0 5-15-16,0 16-4 16,9 11 19-16,7 1-1 0,1-1-1 15,4-4-1 1,4-6-3-16,7-11 3 0,8-8-2 15,9-3 3-15,-4-4-22 16,-4-20-52-16,-7-5-140 16</inkml:trace>
  <inkml:trace contextRef="#ctx0" brushRef="#br0" timeOffset="-61728.6">15064 10886 527 0,'0'0'62'16,"0"0"57"-16,0 0-3 0,0 0-77 15,0 0-36-15,0 0 4 16,107-22-3-16,-1 8 10 16,31-4-7-16,29-9-2 15,20-3 3-15,10-4-3 16,-6-1 0-16,-9 0 10 15,-20 2-3-15,-16 5-4 16,-22 8-2-16,-30 8-5 16,-29 9-1-16,-34 3-1 15,-30 10-58-15,-27 19-46 16,-40 0-47-16,-27-3-312 16</inkml:trace>
  <inkml:trace contextRef="#ctx0" brushRef="#br0" timeOffset="-61236.07">15082 11140 667 0,'0'0'74'0,"0"0"-12"15,0 0-62-15,0 0-7 16,0 0 7-16,0 0 1 16,14 93-1-16,-12-54 1 15,1 7-1-15,-1 0-14 16,1-7-150-16,3-17-223 16</inkml:trace>
  <inkml:trace contextRef="#ctx0" brushRef="#br0" timeOffset="-61012.64">15335 11093 800 0,'0'0'80'0,"0"0"-55"16,0 0-25-16,0 0-5 15,0 0 5-15,-1 97 1 16,5-55 1-16,2 1-2 15,0-4 0-15,0-3-12 16,-2-6-25-16,1-5-76 16,-5-13-81-16,0-12-285 15</inkml:trace>
  <inkml:trace contextRef="#ctx0" brushRef="#br0" timeOffset="-60844.66">15171 11262 811 0,'0'0'67'0,"0"0"-59"0,115-19-8 16,-64 16 3-16,-5 1-3 15,2 0 0-15,-6 1 0 16,2-1-19-16,0-2-62 16,-6-6-80-16,-8-7-190 15</inkml:trace>
  <inkml:trace contextRef="#ctx0" brushRef="#br0" timeOffset="-60509.59">15747 10962 777 0,'0'0'33'0,"0"0"34"16,0 0-67-16,0 0-6 15,0 0 4-15,0 0 2 16,55 109 0-16,-46-63 3 16,-2-6-2-16,-3-4 1 15,-2-11-2-15,-2-7 0 16,0-8-1-16,0-6-1 16,0-4 1-16,0 0 1 15,0-11 6-15,-3-13-5 0,0-6-1 16,3-7-10-1,0-1-16-15,4 4-2 0,16 1-62 16,6 5 2-16,1 8 52 16,1 7 4-16,-1 9-48 15,-5 4-189-15</inkml:trace>
  <inkml:trace contextRef="#ctx0" brushRef="#br0" timeOffset="-60298.56">16154 10943 660 0,'0'0'164'0,"0"0"-83"15,0 0-77-15,0 0-4 16,0 0 0-16,-48 117 0 16,25-55 0-16,1 8 2 15,-1 1-2-15,2 1 0 16,7-11-11-16,3-10-56 15,6-18-100-15,1-19-114 16</inkml:trace>
  <inkml:trace contextRef="#ctx0" brushRef="#br0" timeOffset="-60103.69">16154 11193 852 0,'0'0'65'0,"0"0"-40"16,0 0-25-16,0 0-4 16,0 0 4-16,3 79 2 15,-3-36-2-15,0 6-31 16,0-2-50-16,-3-7-75 16,-3-15-153-16</inkml:trace>
  <inkml:trace contextRef="#ctx0" brushRef="#br0" timeOffset="-59662.48">16326 11200 754 0,'0'0'90'0,"0"0"-54"16,0 0-36-16,0 0 0 16,0 0 0-16,0 0 1 15,-5 97 1-15,4-75-2 16,1-6-11-16,0-7-17 15,0-9 11-15,16 0 14 16,5-19-12-16,3-6-22 16,1-3 27-16,-6 5 10 15,-5 6 10-15,-6 4 31 16,-2 9-7-16,-1 4-21 16,-2 0-13-16,0 3-3 15,3 11-3-15,2 4 6 0,5 7 0 16,-1-3 1-16,3 0 0 15,-5-6-1-15,1-7 1 16,-1-9-1 0,1 0 5-16,2-14 1 0,4-13-3 15,-5-7 0-15,-4 1-3 16,-8-1 13-16,0 3 12 16,-23 2-2-16,-6 6-12 15,-1 9-8-15,5 13-3 16,7 1-36-16,6 6-73 15,4 10-70-15,7-2-151 16</inkml:trace>
  <inkml:trace contextRef="#ctx0" brushRef="#br0" timeOffset="-59429.54">16776 10816 427 0,'0'0'10'0,"0"0"15"16,84 45 33-16,-49 2 22 15,0 12-25-15,-10 10 1 16,-14 5-17-16,-11 6-26 16,-5-4-5-16,-23-3-2 0,-13-4 0 15,-11-9-6 1,-12-8-6-16,-9-12-94 0,-15-11-185 15</inkml:trace>
  <inkml:trace contextRef="#ctx0" brushRef="#br0" timeOffset="-59014.26">14872 11143 637 0,'0'0'62'16,"0"0"60"-16,0 0-73 15,0 0-49-15,0 0-5 0,-5 89 5 16,24-16 1-1,3 19 5-15,8 11-4 0,3-2 4 16,1-12-6-16,7-11-29 16,8-24-132-16,15-21-109 15</inkml:trace>
  <inkml:trace contextRef="#ctx0" brushRef="#br0" timeOffset="-58363.29">17283 10950 607 0,'0'0'137'16,"0"0"-88"-16,0 0-48 16,0 0-1-16,0 0-1 15,0 0 1-15,0 12-1 16,8-5 0-16,4-4-1 15,3-3 0-15,5 0 0 16,0-12 2-16,4-12-8 16,-4-3-20-16,-4-4 18 0,-3-1 9 15,-12 2 1 1,-1 2 4-16,-1 2 26 0,-15 7 2 16,2 3 11-16,1 7-19 15,8 9 10-15,2 0-33 16,-1 12-1-16,-4 22-6 15,-2 16 4-15,0 9 2 16,2 4 0-16,5-7-7 16,3-12-24-16,0-10-27 15,3-14-37-15,7-9 24 16,-2-11-41-16,-2 0-164 16</inkml:trace>
  <inkml:trace contextRef="#ctx0" brushRef="#br0" timeOffset="-58182.42">17087 10869 609 0,'0'0'2'16,"0"0"0"-16,87 0 6 16,-47 0 14-16,1 0 8 15,1 0-1-15,1 0-19 16,-3 0-10-16,-8 0-70 15,-10-5-331-15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4:34:36.8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13953 12300 130 0,'0'0'93'0,"0"0"-17"16,0 0 12-16,0 0-35 15,0 0-33-15,0 0 15 16,0 0-2-16,0 0-13 15,-24-24-3-15,22 24 5 16,1-4 2-16,-2 3-3 0,1-3 25 16,1 2-23-16,-1-1 22 15,2 2-19-15,-1 0-11 16,1-1 6-16,-2 2-2 16,2 0-3-16,-1 0 0 15,1 0-1-15,0 0 4 16,0 0-10-16,0 0-2 15,0 0-7-15,0 0-7 16,0 4 3-16,0 10 4 16,1 3-2-16,4 0 2 0,2-2 0 15,-1-3 1-15,3-2-1 16,0-3 0-16,-1-3 1 16,2-3 0-16,0-1-1 15,7 0 0-15,7-4 3 16,14-19 2-16,7-10-2 15,6-6-2-15,0-3 1 16,0 0 3-16,-4 3 3 16,-7 3 4-16,-8 6-8 15,-12 5 4-15,-6 8 1 16,-7 5-6-16,-1 5-1 16,-3 2-2-16,-3 5 0 15,0 0-1-15,0 0-16 16,0 3-59-16,0 14-60 15,-11 4 33-15,-2-1-136 0</inkml:trace>
  <inkml:trace contextRef="#ctx0" brushRef="#br0" timeOffset="150.09">14407 12107 63 0,'0'0'417'16,"0"0"-358"-16,0 0-36 15,0 0-5-15,0 0 2 16,0 0-17-16,-29 50-3 16,12-22-16-16,-2-2-157 15</inkml:trace>
  <inkml:trace contextRef="#ctx0" brushRef="#br0" timeOffset="5364.29">11787 13709 194 0,'0'0'70'0,"0"0"-38"15,0 0-1-15,0 0-7 16,0 0-10-16,0 0-2 16,0 0 2-16,21-25-3 15,-14 21 6-15,0-1 14 16,4-2 1-16,3-2 4 16,5 0-10-16,8-4 7 15,10-4-11-15,18-5-1 16,21-1 3-16,20-6 14 15,18-3-4-15,18-5-13 0,12-5-16 16,7-4 1-16,0 0-2 16,-5-4-4-16,-16 3 0 15,-16 5 6-15,-17 5-3 16,-19 7 1-16,-20 11 2 16,-16 5-4-16,-19 11-2 15,-18 3-23-15,-5 9-114 16,-34 10-27-16,-21-1-205 15</inkml:trace>
  <inkml:trace contextRef="#ctx0" brushRef="#br0" timeOffset="6424.95">12012 13442 266 0,'0'0'16'0,"0"0"4"15,0 0 5-15,0 0 29 16,0 0-11-16,0 0-17 16,15-9 7-16,-15 9 22 15,-6 0-16-15,-9 7-6 16,-7 6-12-16,-5 3 8 16,-1-1-3-16,-5 2-13 15,6 2-11-15,0-2 0 16,1 0 3-16,4-3-5 15,4 2 0-15,6 0 0 0,6-4 0 16,3 0-6 0,3-2 6-16,0-1-6 0,0-1 6 15,3-2 0-15,5-1 1 16,-2-4 1-16,3 1 1 16,0-2 9-16,1 0-3 15,3 0-3-15,0 0 2 16,-1 0-6-16,-1 0 1 15,0 0-1-15,1 0-2 16,-2 0-2-16,2 3 1 16,1 9-2-16,1 2 3 15,1 3 0-15,-2 2 2 0,2 1-2 16,-2-2 0 0,2-3-1-16,-3-2 0 0,-4-6 0 15,-3-2 0-15,-2-5-5 16,-3 0 6-16,0 0 3 15,0 0 10-15,0-12 12 16,0-12-12-16,-3-2 8 16,-3-6 5-16,-4 2 2 15,1-1-9-15,-2 1 10 16,-1 3-9-16,0 4-8 16,2 4-2-16,5 6-6 15,2 0-3-15,1 2-1 16,2 2 0-16,0 1 3 15,0 2-3-15,0 1 0 16,0 4-3-16,0-1 3 0,0 2 0 16,0 0-32-16,0 0-35 15,0 11-58-15,0 3 2 16,0 0-173-16</inkml:trace>
  <inkml:trace contextRef="#ctx0" brushRef="#br0" timeOffset="6599.1">11966 13585 574 0,'0'0'42'16,"0"0"36"-16,0 0-15 0,0 0-10 16,0 0-21-16,0 0-32 15,-9 33-44-15,-1-5-80 16,3-3-192-16</inkml:trace>
  <inkml:trace contextRef="#ctx0" brushRef="#br0" timeOffset="16067.8">13438 14581 67 0,'0'0'111'0,"0"0"-42"16,0 0-23-16,0 0 35 16,0 0-14-16,0 0-41 15,0 0-13-15,-35-24-6 16,34 22 20-16,0 2-13 16,-1-1 0-16,1 0 13 15,-1 1 3-15,-1-2-9 0,0 1 2 16,-1-3-3-1,-1 3 20-15,2-1-12 0,0 2-1 16,2 0-9 0,1 0-2-16,0-2-3 0,0 1-6 15,0 1-3-15,0 0-2 16,0 0-2-16,0 0 0 16,4 0 0-16,17 0 2 15,12 0-2-15,13 1 2 16,17 1 2-16,16-2 4 15,15 0-6-15,13 0 2 16,5 0-4-16,-1-7 0 16,-3-3-1-16,-12 1-8 15,-7-2 3-15,-10 0 3 0,-10 2 3 16,-14-1-1-16,-13 3 1 16,-14 2 1-16,-13-1 9 15,-9 2 7-15,-3 1 16 16,-3-1 12-16,0-1-34 15,0 2-7-15,-7 0-3 16,-4 1 0-16,-2-1-1 16,-1 3 0-16,1 0 0 15,1 0 0-15,3 0-27 16,1 5-58-16,0 0-104 16,2-2-250-16</inkml:trace>
  <inkml:trace contextRef="#ctx0" brushRef="#br0" timeOffset="16220.87">14664 14483 562 0,'0'0'0'0,"0"0"-14"16,0 0-217-16</inkml:trace>
  <inkml:trace contextRef="#ctx0" brushRef="#br0" timeOffset="19013.8">12301 15151 145 0,'0'0'54'15,"0"0"15"-15,0 0-1 16,0 0 25-16,0 0-15 16,0 0-19-16,-23-6-10 15,21 5-18-15,-1 0 0 16,0-1-6-16,0 2 3 16,-1 0-17-16,1 0 1 15,1 0-2-15,1 0 6 0,-1 0-2 16,1 0 12-1,1 0-12-15,0 0-5 0,0 0 0 16,0 0-5-16,0 0 0 16,0 0-3-16,0 0 0 15,10-1 2-15,17-4 4 16,11-1-1-16,14-6-1 16,16-2 3-16,16-2-2 15,10-1-3-15,7-2-2 16,-3-1-1-16,-3-2-1 15,-5 3 1-15,-6-2-2 16,-12 2 2-16,-14 2 0 0,-14 2 0 16,-14 5 0-1,-13 2 1-15,-11 2-1 0,-6 2 0 16,0 1 4-16,0 2-4 16,-2 1 0-16,-8 0-14 15,-5 0-20-15,2 2-12 16,2 7-54-16,-1-2 9 15,5-4-91-15,3-3-128 16</inkml:trace>
  <inkml:trace contextRef="#ctx0" brushRef="#br0" timeOffset="19259.41">13204 14797 413 0,'0'0'93'0,"0"0"11"16,0 0-55-16,0 0-34 16,0 0-10-16,0 0 1 15,38-11-1-15,-22 20 16 16,0 8-9-16,-4 1-6 16,-6 2-3-16,1-3-2 15,-6 0 0-15,-1-1-1 16,0 0-5-16,0-3-3 15,-13 1-25-15,-3-1-12 16,-8-3-62-16,-1-3-255 16</inkml:trace>
  <inkml:trace contextRef="#ctx0" brushRef="#br0" timeOffset="19439.78">13238 14975 352 0,'0'0'217'0,"0"0"-152"15,0 0-15-15,0 0 19 16,0 0-6-16,0 0-22 16,-39 8-27-16,29 4-14 15,-1 5-25-15,1 0-107 16,1-6-101-16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3:41:01.8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7321 4913 582 0,'0'0'144'0,"0"0"-101"15,0 0-27-15,0 0-7 16,0 0-9-16,0 0-8 16,0 0 8-16,0 102 3 15,0-49 10-15,0 13-4 16,0 8 7-16,0 4-3 0,0-1-7 16,-2-4 0-1,-5-6-4-15,0-9 1 16,-4-9 0-16,2-10-1 0,3-14-2 15,2-11-7-15,2-10-47 16,2-4-77-16,2-29 79 16</inkml:trace>
  <inkml:trace contextRef="#ctx0" brushRef="#br0" timeOffset="204.79">7169 4986 708 0,'0'0'67'16,"0"0"-2"-16,0 0-4 0,0 0-34 15,0 0-23-15,103-77-3 16,-38 55-1-16,7 5-1 16,-2 4 0-16,0 6-19 15,-7 7-67-15,-17 0-98 16,-28 3-147-16</inkml:trace>
  <inkml:trace contextRef="#ctx0" brushRef="#br0" timeOffset="378.94">7322 5267 760 0,'0'0'34'0,"0"0"-34"16,0 0 31-16,105 4 0 15,-50-8-24-15,18-9-7 16,11-6-39-16,4-6-120 16,-4-11-92-16</inkml:trace>
  <inkml:trace contextRef="#ctx0" brushRef="#br0" timeOffset="768.26">7886 5009 665 0,'0'0'153'15,"0"0"-133"-15,0 0-20 16,0 0-2-16,-5 112 2 0,10-51 3 16,15-1 1-1,5-2-1-15,11-8-2 0,3-8 7 16,2-14-4-16,-6-12-1 16,-3-10-3-16,-5-6-2 15,-3-11-2-15,3-21 3 16,-3-9-9-16,-5-9 4 15,-8-1 3-15,-8-5 1 16,-3 1 1-16,-8 1 1 16,-9 1 12-16,-4 6 24 15,6 12 7-15,4 12-15 16,5 12-2-16,4 10-11 16,2 1-15-16,0 8-15 0,5 21-10 15,13 15 25 1,4 7-1-16,7-1-3 0,1-5-16 15,7-12-18-15,9-12-19 16,0-11-24-16,2-10-55 16,-5-10-173-16</inkml:trace>
  <inkml:trace contextRef="#ctx0" brushRef="#br0" timeOffset="939.6">8624 5003 562 0,'0'0'38'0,"0"0"-38"15,0 0 34-15,80 0 24 16,-43 0-13-16,7-3-37 16,9 1-8-16,1-4-43 15,-1-5-199-15</inkml:trace>
  <inkml:trace contextRef="#ctx0" brushRef="#br0" timeOffset="1111.86">8583 5266 757 0,'0'0'40'0,"0"0"-35"16,81 3-5-16,-25-3 1 15,13 2-1-15,13-2-72 16,2-5-172-16</inkml:trace>
  <inkml:trace contextRef="#ctx0" brushRef="#br0" timeOffset="1615.37">9879 4741 882 0,'0'0'54'16,"0"0"-23"-16,0 0-31 16,0 0 0-16,0 0-17 15,-16 126 17-15,8-32 6 16,2 8-5-16,3-5 1 15,3-17-1-15,0-24 0 16,0-23-1-16,0-16 0 16,0-13 0-16,0-4 8 15,-1-16 44-15,-1-22-19 16,1-18-33-16,1-14-7 16,0-8-7-16,1-5-11 15,11 2-1-15,6 3-4 16,0 8 0-16,3 14 17 0,-5 17 13 15,1 19 1-15,0 18 1 16,0 5-2-16,2 34-3 16,-4 14 1-16,-1 11 1 15,-5 0 2-15,-6-7-2 16,0-12 0-16,-3-10 1 16,0-13-2-16,0-6 2 15,-3-9-26-15,-9-5 24 16,-6-2 2-16,-4-15 0 15,-1-4-13-15,4-1-127 16,11 2-74-16,8-1-6 0</inkml:trace>
  <inkml:trace contextRef="#ctx0" brushRef="#br0" timeOffset="1997.78">10341 4775 679 0,'0'0'147'0,"0"0"-43"16,0 0-61-16,0 0-43 16,0 0-1-16,-1 72 1 15,-1-16 2-15,2 8-1 16,0-2 1-16,17-6-2 16,17-12 0-16,11-19-9 15,9-16-11-15,4-9 3 0,0-22 1 16,-10-15 1-16,-11-11-11 15,-16-2 4-15,-15 0 16 16,-6 0 6-16,-15 5 0 16,-20 5 4-16,-5 2 7 15,2 12 16-15,9 8 30 16,14 11-22-16,11 7-34 16,4 9-1-16,0 22-22 15,2 11 21-15,17 2-1 16,9-2-5-16,12-8-12 15,8-9 6-15,7-9-11 16,5-12-32-16,-1-4-119 0,-3-18-270 16</inkml:trace>
  <inkml:trace contextRef="#ctx0" brushRef="#br0" timeOffset="2797.58">9560 5520 706 0,'0'0'0'16,"0"0"-2"-16,106-19 2 16,-39 12 3-16,18-3 27 15,25-4 0-15,34-6 14 16,22-2-8-16,24-3-22 15,10 0-5-15,1-1-7 16,-4 3 0-16,-12 2-1 0,-15 4 1 16,-24 5-2-16,-27 4-12 15,-32 4-32-15,-36 4-37 16,-33 0-57-16,-18 9-163 16</inkml:trace>
  <inkml:trace contextRef="#ctx0" brushRef="#br0" timeOffset="3204.93">9496 5951 665 0,'0'0'151'0,"0"0"-151"0,0 0-13 15,0 0 12-15,0 0 1 16,31 102 4-16,-15-56-4 16,-2 4 3-16,-1 1-3 15,-1-5-32-15,1-10-103 16,-2-14-94-16</inkml:trace>
  <inkml:trace contextRef="#ctx0" brushRef="#br0" timeOffset="3437.63">9877 5903 718 0,'0'0'154'0,"0"0"-97"15,0 0-39-15,0 0-18 16,0 0-11-16,0 0 11 16,12 67 1-16,0-21 0 15,2 3 0-15,-1-3-1 16,4-3-17-16,-5-9-43 16,-2-6-39-16,-8-12-70 15,-2-16-142-15</inkml:trace>
  <inkml:trace contextRef="#ctx0" brushRef="#br0" timeOffset="3613.05">9708 6067 889 0,'0'0'12'0,"0"0"-10"16,0 0-2-16,113-14 2 15,-57 7 0-15,6-1-2 16,6 1 1-16,7-2-1 15,1 3-26-15,-4-9-137 16,-12-11-275-16</inkml:trace>
  <inkml:trace contextRef="#ctx0" brushRef="#br0" timeOffset="3962.62">10468 5770 857 0,'0'0'36'0,"0"0"-36"0,0 0-16 16,44 75 16-16,-21-26 1 15,1 2 1-15,2-4 1 16,-1-6-2-16,-7-9 3 16,-6-7-2-16,-6-9-2 15,-3-9 0-15,-3-4-16 16,0-3 5-16,0-7 11 15,-12-20 0-15,-9-7-6 0,-4-10-1 16,-5-1 5 0,9-4 2-16,9-1 41 0,12 6-3 15,7 3-19-15,30 11-19 16,12 9-10-16,10 12-18 16,5 9-9-16,2 6 0 15,-9 20-51-15,-7 11-29 16,-17-2-63-16,-18-1-226 15</inkml:trace>
  <inkml:trace contextRef="#ctx0" brushRef="#br0" timeOffset="4188.04">10216 6257 754 0,'0'0'0'0,"0"0"-18"0,0 0 18 16,0 0 28-16,102 31 29 16,-55-30-10-16,11-1-6 15,10 0-19-15,2 0-15 16,3 0-7-16,-9 0 0 16,-9 0-61-16,-16 0-141 15,-20-6-177-15</inkml:trace>
  <inkml:trace contextRef="#ctx0" brushRef="#br0" timeOffset="4400.54">10329 6416 641 0,'0'0'203'0,"0"0"-203"15,0 0-7-15,0 0 7 16,-11 99 11-16,11-60-5 15,0 4 1-15,0 1-5 16,0 5 3-16,0-2-5 16,0-7-22-16,0-7-100 15,2-16-48-15,9-16-264 16</inkml:trace>
  <inkml:trace contextRef="#ctx0" brushRef="#br0" timeOffset="4845.11">10464 6609 836 0,'0'0'97'0,"0"0"-60"16,0 0-37-16,0 0-12 15,0 0 12-15,0 0 2 16,3 85-1-16,10-58-1 16,5-8-3-16,5-7-18 15,3-12 9-15,4-3 6 16,-2-25-10-16,-1-9-13 15,-6-4-32-15,-6 2 51 0,-6 9 10 16,-4 9 8-16,-2 9 19 16,-3 5 5-16,2 5 11 15,0 2-38-15,1 0-5 16,4 9-13-16,2 9 9 16,5 2 2-16,-1 3 2 15,3-1 0-15,0-3 1 16,0-6-1-16,3-6 2 15,4-7-1-15,0-5 6 16,2-15 18-16,-5-9-6 16,-3-1-9-16,-8 0 11 15,-9 1-4-15,0 2-6 16,-9 8-11-16,-21 4-3 16,-11 13-14-16,-3 2-23 0,8 0-43 15,12 17-63-15,17 0-19 16,7-5-151-16</inkml:trace>
  <inkml:trace contextRef="#ctx0" brushRef="#br0" timeOffset="5094.05">11281 5861 737 0,'0'0'111'0,"0"0"-111"16,84 25-4-1,-38 28-1-15,0 22 5 0,-8 17 1 16,-12 10-1-16,-20 7 0 16,-9 2 2-16,-39-2 0 15,-22 0 10-15,-13 2-12 16,-8-13-56-16,-5-17-96 15,-4-25-207-15</inkml:trace>
  <inkml:trace contextRef="#ctx0" brushRef="#br0" timeOffset="5479.13">9136 6022 758 0,'0'0'18'0,"0"0"46"0,0 0-59 16,0 0-5-16,0 0-12 15,0 0 12 1,-7 132 2-16,14-45 11 0,16 15-8 16,4 7 5-16,8-2-4 15,10-9-6-15,5-15-9 16,12-20-62-16,11-20-49 15,6-24-69-15</inkml:trace>
  <inkml:trace contextRef="#ctx0" brushRef="#br0" timeOffset="6062.53">11686 5822 596 0,'0'0'61'16,"0"0"27"-16,0 0-21 15,0 0-18-15,0 0-21 16,0 0-16-16,1-11-2 16,24-18-5-16,11-12-2 15,6-8-1-15,-3-7-2 16,-5-1-3-16,-10 6-5 0,-7 5 8 16,-14 10 0-16,-3 10 7 15,-4 6 7-15,-12 9 1 16,2 5-7-16,5 6 2 15,5 0-7-15,-1 12-3 16,2 22-9-16,2 16 9 16,1 13 0-16,4 12-4 15,23 3-11-15,12-7-43 16,10-15-52-16,5-22-16 16,-5-23 17-16,-13-11-39 15</inkml:trace>
  <inkml:trace contextRef="#ctx0" brushRef="#br0" timeOffset="6232.86">11711 5570 689 0,'0'0'0'0,"92"-16"1"16,-23 7 13-16,6 1 1 15,9 5-15-15,3-1-27 16,-7-5-211-16</inkml:trace>
  <inkml:trace contextRef="#ctx0" brushRef="#br0" timeOffset="7010.56">13150 6266 734 0,'0'0'66'0,"0"0"34"16,0 0-88-16,0 0-12 15,0 0-1-15,109 38 1 16,-76 4 2-16,-5 7 1 15,-3 5-2-15,-8-5 3 16,-10-8 0-16,-7-15-4 16,0-10-5-16,0-12 3 0,0-4 2 15,-4 0 4-15,-9-15 3 16,2-13-1-16,-5-14-3 16,2-8-1-16,10-9-1 15,4-4 3-15,12 1 4 16,21 12-3-16,6 12 19 15,8 14-24-15,5 18-21 16,5 6-65-16,-2 14-41 16,-13 12-129-16,-14 1-236 15</inkml:trace>
  <inkml:trace contextRef="#ctx0" brushRef="#br0" timeOffset="7411.46">13723 6382 800 0,'0'0'39'0,"0"0"-39"15,0 0-14-15,0 0 14 16,0 0 20-16,140 9 13 16,-61-9-23-16,7-9-6 15,-2-6-3-15,-6-6-1 16,-13-6 3-16,-8-3-3 15,-11-4-13-15,-12-1-18 16,-15 3-28-16,-16 1 6 0,-3 6 40 16,-17 3-13-16,-5 2 9 15,2 6 17-15,8 5 46 16,6 9 32-16,6 0-61 16,0 3-17-16,0 19-8 15,6 10 8-15,12 7 0 16,5 1 3-16,0-2 5 15,1-4 8-15,-3-5-8 16,-7-6-5-16,-7-4 3 16,-5-4-4-16,-2-1-2 15,-11 0-4-15,-20-1-19 16,-10-6-107-16,-2-7-179 16</inkml:trace>
  <inkml:trace contextRef="#ctx0" brushRef="#br0" timeOffset="7697.6">15125 5818 715 0,'0'0'90'0,"0"0"-42"15,0 0-24-15,0 0 8 0,-86-56-32 16,75 93-9 0,-8 18 7-16,-1 16 2 0,0 5 1 15,6-1-1-15,6-8-25 16,7-14-10-16,1-14 34 16,0-13-58-16,0-13-54 15,0-12-35-15,0-2-158 16</inkml:trace>
  <inkml:trace contextRef="#ctx0" brushRef="#br0" timeOffset="8141.64">15002 5763 646 0,'0'0'178'15,"0"0"-178"1,0 0-4-16,0 0 0 0,0 0 1 15,88 62 3-15,-43-16 3 16,4 3-2-16,1 1 2 16,-6 0-3-16,-9-3 0 15,-14-5 2-15,-17-5-2 16,-4-4 0-16,-15-5 0 16,-14-6 2-16,-10-5 2 15,-9-5-3-15,-3-9-2 16,-1-3-8-16,3 0-5 15,9-7 5-15,7-6 7 16,12-3-12-16,18 1-8 0,3-4 6 16,21-3-88-16,16-1 80 15,8 1 24-15,1 2 22 16,3 6-8-16,1 6 11 16,-4 8 11-16,-6 0-33 15,-4 0 1-15,-8 17-1 16,-5 0-1-16,-7 8-2 15,-6 0 1-15,-2 4 2 16,-2-4-3-16,-5 1-23 16,-1-11-71-16,0-10-269 15</inkml:trace>
  <inkml:trace contextRef="#ctx0" brushRef="#br0" timeOffset="8299.01">15338 5727 817 0,'0'0'46'16,"0"0"0"-16,0 0-46 15,0 0-141-15,0 0 89 16,86 106-30-16,-41-51-73 16,3-12-310-16</inkml:trace>
  <inkml:trace contextRef="#ctx0" brushRef="#br0" timeOffset="10772.51">15820 5860 629 0,'0'0'107'0,"0"0"23"16,0 0-86-16,0 0-44 16,0 0-3-16,-81 24-25 15,68 33 27-15,-1 9 1 16,10 3 0-16,4-2-3 15,0-8 2-15,8-15 1 16,-1-16 3-16,-3-10-1 16,-4-10 0-16,0-4 1 15,0-1 1-15,0-3 1 16,-7 0 2-16,-11-3-7 16,-6-13-27-16,7-6-21 0,12-6-24 15,5-6-23-15,34-4-113 16,18-3 94-16,8 0 98 15,0 2 16-15,-4 1 69 16,-9 9 54-16,-10 2-40 16,-14 8 7-16,-10 7 60 15,-10 7-54-15,-2 2-45 16,-1 3-20-16,1 0-31 16,4 0-7-16,0 5-36 15,5 10 27-15,5 2 6 16,6 4 1-16,6-4 8 15,1-4 1-15,0-6-2 16,-10-7-13-16,-6 0 11 0,-7 0 4 16,-4-7 4-1,-1-7 1-15,0-4 1 0,-15 1 8 16,-13 3-2-16,-5 5-11 16,2 6 1-16,1 3 0 15,2 14-2-15,7 14-1 16,2 11 0-16,9 5-32 15,7 7 15-15,3 5-13 16,12-1 3-16,24-10-49 16,19-15-9-16,14-20 11 15,7-10 5-15,0-9-1 16,-3-18-32-16,-13-7 54 0,-17-2 49 16,-18-1 60-16,-15 3 76 15,-10 1-51-15,-5 3-25 16,-20 4-15-16,-2 7 41 15,7 8-5-15,9 5 16 16,8 6-86-16,0 0-11 16,-3 12-53-16,1 20 22 15,0 11 29-15,5 12 4 16,0 3-2-16,14-4 0 16,10-11-4-16,3-14-4 15,1-14-10-15,-4-10 18 16,-5-5 5-16,-3 0 14 15,-3-20 36-15,-1-6-28 16,-2-8-20-16,-7-5-7 0,-3 2 0 16,0-2-1-16,-15 4-25 15,-6 3 2-15,0 9 19 16,4 5 3-16,-2 4 0 16,6 6-4-16,4-1 3 15,4 8 3-15,5-1 0 16,0 2-1-16,0 0-6 15,10 0-6-15,12 0 12 16,6 0 1-16,5 0 0 16,4 0 0-16,1 0 0 15,0 0 1-15,-3 0 0 0,-10 0-1 16,-5 0-2 0,-9 2-11-16,-8-1-22 0,-2-1 18 15,-1 0 13 1,0 0 4-16,0 0 1 0,0 0 5 15,0 0 14-15,0 0-9 16,0 0-8-16,0 0-1 16,0 0-2-16,0 0-2 15,0 0-1-15,2 4 1 16,-2-1 2-16,0 0 3 16,2-2-3-16,-2 1 0 15,0-1 3-15,0-1 0 16,0 1 2-16,0 1-3 15,1 0-1-15,1 5 2 16,-1-2-3-16,1 7 7 16,6 5-1-16,0 3-3 0,3 6-2 15,-1-1 1-15,3-1 0 16,-3-4 1-16,4-4-2 16,-5-9 2-16,-3-2-3 15,-1-3 3-15,0-2-3 16,2-2 7-16,3-17 2 15,4-4-6-15,1-4-2 16,-3-1-1-16,1 2 0 16,-4 4 0-16,-3 3 0 15,-1 9 3-15,-5 3 29 16,0 6-9-16,0 1-18 0,3 0-5 16,-3 17-43-1,0 8 42-15,0 9 1 0,0 2-4 16,7-2-12-16,4-6-11 15,6-9 23-15,1-8 1 16,-3-8 1-16,-2-3 2 16,1-1 2-16,-5-15 3 15,-2-4-2-15,-4-7-1 16,0-3-1-16,-2 2-1 16,1 1 0-16,0 8 4 15,2 8-1-15,-3 5 13 16,-1 2-11-16,3 4-5 15,2 0-2-15,6 0 0 16,6 0-1-16,4 7 3 16,3 2 0-16,2-1 0 0,-4-3 2 15,-7-3-1-15,-7-2 0 16,-4 0 0-16,-4 0 2 16,0 0 14-16,0 0-3 15,0 0-7-15,0 2-2 16,0-2-5-16,0 7-3 15,0 2-15-15,0 2 12 16,1 4 6-16,4 1-5 16,-1 1 5-16,2 0 0 15,-1-5-1-15,-1-4-2 16,-3-6 0-16,1-2 3 16,-2 0 0-16,0 0 0 0,0 0 1 15,0 2 0-15,0-2 0 16,0 0-1-16,0 0 0 15,0 0 0-15,0 1 0 16,0-1-1-16,0 0 1 16,0 0 0-16,0 0 0 15,0 0 0-15,0 0 1 16,0 0 1-16,0 0 15 16,0 0-2-16,0 0 1 15,0 0-1-15,0 0-12 16,0 0-2-16,0 0-1 15,0 0-2-15,0 0 1 16,0 0 0-16,0 0-1 0,0 0-3 16,0 0 4-16,0 2 0 15,0-2 1-15,0 0-3 16,0 0 1-16,0 0-2 16,0 0 0-16,0 0 4 15,0 0 0-15,0 0 0 16,3 0 0-16,8-13-1 15,6-6-30-15,4-4 14 16,5 0 11-16,2-1-2 16,0 4-23-16,-7 6 20 15,-6 5 7-15,-8 6 4 16,-2 3 0-16,-1 3-2 16,1 14-8-16,-2 9 7 15,-1 6 3-15,-2 5 1 0,0 0-1 16,0-5 2-16,-5-7-1 15,3-7 0-15,2-7-2 16,0-7 1-16,9-4-4 16,17 0 2-16,5-14 0 15,7-9-107-15,-2-11 60 16,0-4 7-16,-3-5-19 16,-6-1-38-16,-9 1 35 15,-6-3 30-15,-9 3 18 16,-3-4 16-16,0-1 71 15,0-5 16-15,0 4 25 16,0 3 29-16,0 12-1 16,2 10-94-16,2 10-20 0,-1 9-5 15,0 5-18-15,2 0-3 16,5 24-30-16,3 18 23 16,3 15 7-16,-3 8 1 15,-7 3-1-15,-6 2-1 16,0-1-3-16,-17-2-1 15,-1-12-11-15,6-14-6 16,8-14-9-16,4-10 2 16,0-12-37-16,10-5-69 15,11-10-142-15</inkml:trace>
  <inkml:trace contextRef="#ctx0" brushRef="#br0" timeOffset="10972.5">17364 5850 831 0,'0'0'35'0,"0"0"9"15,0 0-44-15,0 0-8 16,0 0 8-16,91-28 7 16,-31 19 6-16,4 1-6 15,4-1-5-15,-1 2-2 16,1-3-14-16,-7-7-173 15,-12-9-331-15</inkml:trace>
  <inkml:trace contextRef="#ctx0" brushRef="#br0" timeOffset="12233.36">14931 5726 80 0,'0'0'167'0,"0"0"-105"15,0 0 11-15,0 0-13 16,0 0-22-16,0 0 20 16,27-29-11-16,-18 28-37 15,3 0-9-15,4-1 0 16,8 0 1-16,3-2-2 15,4-1-23-15,-2 0-120 16,-9 1-211-16</inkml:trace>
  <inkml:trace contextRef="#ctx0" brushRef="#br0" timeOffset="12656.55">14872 6246 406 0,'0'0'197'15,"0"0"-93"-15,0 0-104 16,0 0-19-16,0 0 8 15,0 0 6-15,31 25 2 16,-13-18 3-16,0 0 3 16,2-3-3-16,0-1-6 15,5-3-37-15,-1 0-102 16,-5-14-167-16</inkml:trace>
  <inkml:trace contextRef="#ctx0" brushRef="#br0" timeOffset="13405.89">15473 6048 262 0,'0'0'179'0,"0"0"-68"0,0 0-47 15,0 0-52-15,0 0-12 16,0 0 0-16,-38 73 0 16,27-37 2-16,-3 5 6 15,5-5-2-15,-2-4-4 16,7-10 1-16,1-10-2 16,3-5-1-16,0-7 0 15,0 0-5-15,0 0 5 16,12-16 0-16,3-9-44 15,3-7 24-15,-5 0 20 16,-4-2 13-16,0 1 24 0,-5 5 11 16,1 0-30-1,-4 11 82-15,-1 5-52 0,0 4-25 16,2 7 30-16,-2 1-37 16,0 0-16-16,2 0-7 15,2 1-6-15,2 16-1 16,1 8 5-16,4 4 9 15,-4 0 0-15,8-2-1 16,0-8-11-16,7-8-9 16,8-8-14-16,3-3-49 15,5-7-60-15,-3-20-240 16</inkml:trace>
  <inkml:trace contextRef="#ctx0" brushRef="#br0" timeOffset="14004.71">16026 5822 267 0,'0'0'162'16,"0"0"-43"-16,0 0-72 16,0 0-47-16,0 0-3 15,0 0 3-15,-96-6 3 16,65 18-3-16,1 1 1 15,9 0-1-15,3 5-1 16,0 4-5-16,2 4 6 16,-2 4 0-16,5 1 0 15,5-1-4-15,8-5-21 0,0-4-6 16,5-2 10 0,11-3 9-16,2-2 12 0,-2-2 3 15,-1-2-3-15,-4-1 0 16,-1-3 0-16,-2 5-1 15,-2-2 2-15,-2 2 15 16,-4 3-13-16,0 1-3 16,0-2 4-16,0-2 0 15,-7-3-2-15,-6-1 21 16,-3 0-1-16,-6-2-14 16,-6-2 0-16,-3-2 2 15,-1-1-7-15,2 0 1 16,1 0 0-16,2-6-4 15,7 0-1-15,10-5-54 16,10-3-60-16,12-4-283 0</inkml:trace>
  <inkml:trace contextRef="#ctx0" brushRef="#br0" timeOffset="14251.95">15832 5892 488 0,'0'0'151'15,"0"0"-3"-15,0 0-71 16,0 0-62-16,0 0-15 16,0 0-11-16,-34 39 9 15,19 5 2-15,-3 9 5 0,-5 1-2 16,1 4-3-16,-1-5-24 15,1-6-73-15,1-12-39 16,6-14-182-16</inkml:trace>
  <inkml:trace contextRef="#ctx0" brushRef="#br0" timeOffset="14417.58">15601 6242 734 0,'0'0'101'16,"0"0"-37"0,0 0-43-16,0 0-5 0,0 0-16 15,0 0-7-15,0 17-92 16,12-7-66-16,-2-4-177 16</inkml:trace>
  <inkml:trace contextRef="#ctx0" brushRef="#br0" timeOffset="38229.12">7054 8053 461 0,'0'0'70'0,"0"0"48"0,0 0-20 15,0 0-28-15,-6-72-19 16,6 66-14-16,-3 1-4 16,3-1-10-16,-3 2-4 15,2 2-4-15,-1 0-1 16,1 2 8-16,1 0-8 16,0 0-4-16,-2 0-10 15,2 0-1-15,0 0-3 16,0 4-6-16,0 25-5 15,0 25 9-15,0 25 6 16,0 17 0-16,0 6 2 0,-10-3-2 16,-1-11 1-1,-1-14 2-15,3-15-3 0,3-18-1 16,2-17-2-16,0-11-4 16,4-9 6-16,0-4 0 15,0 0-6-15,0-7 5 16,0-15-28-16,0-11-103 15,4-5-148-15,0-8-61 16</inkml:trace>
  <inkml:trace contextRef="#ctx0" brushRef="#br0" timeOffset="38432.4">6987 7960 581 0,'0'0'88'0,"0"0"41"0,0 0-47 16,0 0-37-16,-21-74-33 16,46 62-12-16,17-4-4 15,18-1 3-15,10 0-7 16,9 0-28-16,-3 6-52 16,-11-2-102-16,-15-1-122 15</inkml:trace>
  <inkml:trace contextRef="#ctx0" brushRef="#br0" timeOffset="38617.62">7015 8283 469 0,'0'0'63'0,"0"0"-15"15,93 0 59-15,-47 0-3 16,3-1-75-16,-1-4-16 15,0 2-13-15,2-2-32 16,-11-7-177-16,-15-2-351 16</inkml:trace>
  <inkml:trace contextRef="#ctx0" brushRef="#br0" timeOffset="39178.66">7578 8064 699 0,'0'0'132'16,"0"0"-9"-16,0 0-65 15,0 0-57-15,0 0-1 16,0 0-12-16,0 14 3 16,14 30 9-16,1 12 0 15,3 9 0-15,0-1 0 0,1-2 0 16,-1-9-7-16,-3-8-4 16,-4-15 3-16,-4-13-12 15,1-13 6-15,1-4-36 16,11-4 41-16,11-25 7 15,9-11-8-15,-1-8-21 16,-13 0 31-16,-14-4 3 16,-12 0 29-16,-3-2-19 15,-16 1 14-15,-6 5 9 16,4 9-9-16,7 16-11 16,5 10 4-16,6 13-4 15,3 0-16-15,0 0-12 0,0 17-10 16,12 14 17-16,10 8 5 15,4 5-1-15,5-5-1 16,6-9-5-16,5-10-2 16,3-12-1-16,0-8-4 15,2 0-15-15,-3-20-18 16,-7-13-135-16,-10-6-250 16</inkml:trace>
  <inkml:trace contextRef="#ctx0" brushRef="#br0" timeOffset="39347.48">8210 8104 532 0,'0'0'58'0,"0"0"-53"16,0 0 20-16,92-22 30 15,-47 18-46-15,3 4-9 16,-1 0-22-16,-11 0-79 15,-10 0-196-15</inkml:trace>
  <inkml:trace contextRef="#ctx0" brushRef="#br0" timeOffset="39548.54">8263 8375 837 0,'0'0'127'0,"0"0"-96"16,0 0-25-16,0 0-6 16,0 0-4-16,80 0 4 15,-22 0 0-15,12 0-15 16,0 0-42-16,-7-10-160 16,-11-6-398-16</inkml:trace>
  <inkml:trace contextRef="#ctx0" brushRef="#br0" timeOffset="41145.42">9775 7810 570 0,'0'0'122'0,"0"0"-41"15,0 0-21-15,0 0-45 16,0 0-15-16,0 0-18 0,2 53 9 16,0 7 9-16,2 17 1 15,-4 10 11-15,0 3-4 16,0-7-5-16,0-15 2 15,-6-15-1-15,2-22-2 16,3-13-2-16,1-12 4 16,-4-6 2-16,0-5 75 15,-5-21-18-15,-4-21-63 16,2-14-9-16,-1-17-25 16,4-6 2-16,3 0-23 0,5 5 12 15,0 10 0 1,6 10 2-16,13 10 14 0,2 12 22 15,0 11 5-15,3 12 10 16,0 11-3-16,1 3-6 16,0 13-1-16,-2 14 0 15,1 6 0-15,-3 3 1 16,-5-3 3-16,-3-3-3 16,-12-2-1-16,-1-4 1 15,-2-5-1-15,-17 1 6 16,-10-4-6-16,-8-4 3 15,-12-3-5-15,-7-4 2 16,4-5-4-16,15 0 4 16,17 0 0-16,20 0-33 15,4-9-131-15,27-4-249 0</inkml:trace>
  <inkml:trace contextRef="#ctx0" brushRef="#br0" timeOffset="41558.6">10376 7735 662 0,'0'0'119'0,"0"0"-67"0,0 0-52 16,0 0-5-1,-6 85 5-15,6-40 0 0,7 5 2 16,10 2 1-16,1 1-1 15,4-6-2-15,2-13 3 16,-1-15-3-16,6-19-8 16,7-8 8-16,7-29-1 15,6-13 1-15,-5-8-49 16,-4-1 25-16,-16 4 24 16,-13 6 4-16,-11 5 1 15,-6 2 54-15,-19 13-40 16,3 6-10-16,7 11 25 15,8 9 23-15,7 3-57 16,0 6-13-16,0 22-1 16,7 11 13-16,8 8 1 15,10-1-3-15,6-3 0 16,8-14-23-16,10-11 3 0,11-14-1 16,4-4-105-16,0-16-159 15</inkml:trace>
  <inkml:trace contextRef="#ctx0" brushRef="#br0" timeOffset="42026.29">9387 8635 731 0,'0'0'103'16,"0"0"-102"-16,0 0 3 15,0 0-4-15,153 19 9 0,-47-17 14 16,30-2 9-16,27-10 2 16,17-16-19-16,18-5-9 15,10-5-3-15,-4-3 2 16,-7 6-5-16,-21 5 2 15,-17 7-2-15,-24 8-4 16,-26 6-3-16,-32 7-33 16,-37 7-47-16,-40 13-146 15,-28 6-136-15</inkml:trace>
  <inkml:trace contextRef="#ctx0" brushRef="#br0" timeOffset="43973.02">9562 9316 467 0,'0'0'163'0,"0"0"-48"16,0 0-36-16,0 0-43 15,0 0-16-15,0 0-6 16,-14-34-1-16,14 34-13 16,0 0-2-16,0 11-5 15,0 12 0-15,0 8 6 16,0 7-1-16,0 5 2 16,0 4 6-16,-5 0-6 0,-2-4-10 15,-2-3-13 1,3-5-37-16,2-7-64 0,-1-14-22 15,5-11-261-15</inkml:trace>
  <inkml:trace contextRef="#ctx0" brushRef="#br0" timeOffset="45539.72">10076 9368 500 0,'0'0'188'15,"0"0"-62"-15,0 0-70 16,0 0-13-16,0 0-16 16,0 0-17-16,0-69-7 15,0 69-3-15,0 0-2 16,0 0-1-16,0 8-7 0,7 9 3 15,4 12 5-15,-2 6 1 16,1 3 1-16,-7 1-7 16,-1 2-11-16,-2-7-29 15,0-1 3-15,-11-5-30 16,-4-10-57-16,1-13-162 16</inkml:trace>
  <inkml:trace contextRef="#ctx0" brushRef="#br0" timeOffset="45721.49">9959 9462 592 0,'0'0'90'0,"0"0"-23"0,0 0-63 16,0 0-4-16,0 0 12 16,96-5 4-16,-50 4-1 15,16-11-8-15,9-4-7 16,5-7-22-16,-2-12-124 15,-11-5-203-15</inkml:trace>
  <inkml:trace contextRef="#ctx0" brushRef="#br0" timeOffset="46058.68">10594 9059 813 0,'0'0'53'0,"0"0"-53"15,0 0-5-15,0 0 5 16,72 85 1-16,-53-45 10 16,-2 1-3-16,0-2 2 15,-7-6-8-15,-5-4 4 16,-2-9 0-16,-3-8-5 16,0-6 1-16,0-6 0 15,-5 0-2-15,-5-11-7 16,-4-18-39-16,5-10 0 15,2-9-4-15,4-3 50 16,3 0 24-16,3 9 12 16,17 9 3-16,12 9-39 0,5 12 0 15,4 7-10-15,1 5-23 16,-1 6-76-16,-7 17 17 16,-13 7-82-16,-19 5-119 15</inkml:trace>
  <inkml:trace contextRef="#ctx0" brushRef="#br0" timeOffset="46267.58">10326 9578 830 0,'0'0'67'0,"0"0"-63"16,0 0-4-16,118-11 2 15,-51 3 0-15,10-4-2 16,3 0 0-16,3-1-3 16,-6 5-25-16,-16 3-79 15,-25 4-153-15</inkml:trace>
  <inkml:trace contextRef="#ctx0" brushRef="#br0" timeOffset="46463.6">10737 9659 651 0,'0'0'6'15,"0"0"-6"-15,0 0 15 0,55 93 25 16,-37-66-14-16,-6 0-9 16,0-1-16-16,-4 6 15 15,-7-1-16-15,-1 4-48 16,0-7-48-16,-15-9-247 15</inkml:trace>
  <inkml:trace contextRef="#ctx0" brushRef="#br0" timeOffset="46905.7">10883 9908 203 0,'0'0'403'0,"0"0"-398"0,0 0-3 16,0 0 0-16,0 0 1 15,92 33 21-15,-69-27 5 16,-4-3 10-16,-1-3 3 16,1 0 1-16,2-14-7 15,3-8-20-15,0-4-10 16,-3-3-5-16,-8 2 0 16,-4 6 1-16,-1 6 2 15,-1 5-2-15,-4 9 10 16,2 1-4-16,-1 0-8 15,6 0-3-15,4 8 1 16,1 5 1-16,6-1 1 16,0 2 0-16,0-4 1 15,1-1 0-15,-4-4 0 16,-6-2-1-16,-4-3 2 0,0 0 9 16,3-12 15-16,0-7-16 15,1-5-9-15,-4-1 4 16,-5-1 10-16,-3 1 2 15,-3 1-2-15,-25 5-8 16,-14 11-7-16,-12 8-4 16,1 5-8-16,9 14-36 15,17 4-24-15,18-2-97 16,9-6-43-16</inkml:trace>
  <inkml:trace contextRef="#ctx0" brushRef="#br0" timeOffset="47294.14">11505 9040 740 0,'0'0'25'16,"0"0"50"-16,0 0-67 15,0 0-2-15,90-50-1 16,-49 64-4-16,13 24-1 15,1 21 1-15,0 17 8 16,-10 13-8-16,-21 8 0 16,-18 0 2-16,-6 2 3 15,-32 1 2-15,-15-6-8 16,-8-8-25-16,-8-17-121 0,-4-19-175 16</inkml:trace>
  <inkml:trace contextRef="#ctx0" brushRef="#br0" timeOffset="47720.29">9101 9099 630 0,'0'0'99'16,"-88"32"-52"-16,44 22-28 15,5 18 7-15,9 14-4 16,15 14-5-16,15 8-11 16,8 9 0-16,31 1-3 15,13-6 2-15,23-9-5 0,14-12-24 16,16-26-121-16,11-32-207 15</inkml:trace>
  <inkml:trace contextRef="#ctx0" brushRef="#br0" timeOffset="48385.46">12004 9117 238 0,'0'0'182'15,"0"0"-182"-15,0 0 34 16,0 0-1-16,0 0 49 16,0 0 30-16,0 0-1 15,96-44-69-15,-65 7-30 16,2-5-3-16,1-2-9 15,-7 0 0-15,-6 1-15 16,-13 6 11-16,-8 5 1 16,0 6-1-16,-23 4 4 0,-2 5 2 15,1 7 5 1,8 6 16-16,8 4 0 0,8 0-23 16,0 14 0-16,0 15-1 15,3 15 1-15,13 11 0 16,5 3 0-16,5 3 0 15,2-6-4-15,0-11-36 16,0-15-62-16,-2-16 3 16,-9-13-31-16,-4-6-236 15</inkml:trace>
  <inkml:trace contextRef="#ctx0" brushRef="#br0" timeOffset="48548.43">11997 8857 816 0,'0'0'22'0,"0"0"-18"16,79-10-3-16,-22 10-1 15,12 3 0-15,9 4 0 16,3 0-35-16,-5-2-117 16,-14-5-96-16</inkml:trace>
  <inkml:trace contextRef="#ctx0" brushRef="#br0" timeOffset="49485.15">11002 9765 212 0,'0'0'114'0,"0"0"8"15,0 0-48-15,0 0-17 16,0 0-23-16,0 0-17 16,0 0 2-16,-4-2 3 15,2 4-1-15,-1 5 1 0,1 4 6 16,0 2-12-16,2 1-6 15,0 1-3-15,0 2-3 16,0 2 0-16,0-2-1 16,0-1-1-16,4-4-1 15,2-4-1-15,0-3-9 16,5-5-15-16,6 0 24 16,3-9 0-16,0-7-33 15,0 0-11-15,-8 4 10 16,-3 0 20-16,-5-1 10 15,-4 0 4-15,0 0 4 16,0 1 25-16,-4-2 5 16,-7 2 9-16,-2 0 9 15,-4-1-31-15,0 1 9 0,-1 3-13 16,6 4 10 0,2 0-19-16,7 2-6 0,1 3-2 15,1 0-2-15,1 0-35 16,0 3-72-16,0 8 50 15,0-3-120-15,0-2-268 16</inkml:trace>
  <inkml:trace contextRef="#ctx0" brushRef="#br0" timeOffset="49576.37">11002 9765 581 0</inkml:trace>
  <inkml:trace contextRef="#ctx0" brushRef="#br0" timeOffset="49667.61">11002 9765 581 0,'48'28'220'0,"-51"-28"-109"0,3 0-54 0,0 0-17 16,0 0-16-16,0 3-24 0,0 4-19 15,0 5-64-15,3-2-29 16,7-5-176-16</inkml:trace>
  <inkml:trace contextRef="#ctx0" brushRef="#br0" timeOffset="51466.95">12652 8970 235 0,'0'0'65'0,"0"0"43"16,82-6-30-16,-40-1 1 16,5-3-26-16,10 2 6 15,6-1-20-15,8-3-33 16,5 0-5-16,-2 1-1 16,-7 2-33-16,-9-2-15 0,-14 2-1 15,-12 0-13-15,-17 2-54 16,-13-1-4-16,-2-1-32 15</inkml:trace>
  <inkml:trace contextRef="#ctx0" brushRef="#br0" timeOffset="51731.94">13241 8678 365 0,'0'0'101'15,"0"0"-16"-15,0 0-63 16,0 0-2-16,0 0 7 16,79 33-9-16,-61-8 7 15,-4 7-2-15,-3-1-14 0,-5 1-7 16,-3-2 2 0,-3-2 1-16,0-9-1 0,0 0-4 15,-16-2 9-15,-15 0-4 16,-10 3-5-16,-4-6-45 15,7-6-287-15</inkml:trace>
  <inkml:trace contextRef="#ctx0" brushRef="#br0" timeOffset="51901.86">13386 9010 118 0,'0'0'590'0,"0"0"-474"16,0 0-71-16,0 0-45 16,0 0-30-16,0 0-84 15,-36 18-46-15,33-15-295 16</inkml:trace>
  <inkml:trace contextRef="#ctx0" brushRef="#br0" timeOffset="55928.81">9529 7875 251 0,'0'0'136'0,"0"0"-21"15,0 0-36-15,0 0-3 16,0 0-6-16,0 0-22 0,0 0-21 16,-47-54-17-16,46 53 12 15,1 0 7-15,-3 1-12 16,3 0-3-16,0 0-2 16,0 0-6-16,0 0-3 15,0 0-3-15,0 0 0 16,0 0-5-16,3 0-6 15,20 0 0-15,10-3 11 16,11-3 4-16,2-4 1 16,-3 2-5-16,-5-1-3 15,-6 5 0-15,-6 4-36 16,-13 0-66-16,-13 11-115 16,-18 9-51-16</inkml:trace>
  <inkml:trace contextRef="#ctx0" brushRef="#br0" timeOffset="75027.56">5662 11174 237 0,'0'0'206'16,"0"0"-166"-16,0 0 25 0,0 0 3 15,0 0-43 1,0-76 7-16,0 63-2 0,0 2 7 15,0 1-2-15,0 5 17 16,0 0-23-16,0 4-6 16,0 1-4-16,0 0-19 15,0 0 0-15,2 0-2 16,10 0-2-16,18 3 2 16,13 17 0-16,13 9 0 15,1 9-2-15,-1 11 3 16,-10 2 2-16,-12 2-2 15,-12-2 1-15,-11-8 0 16,-10-5 2-16,-1-10-1 0,0-11 1 16,-3-5-2-16,-6-8 3 15,-4-4 7-15,-5 0 0 16,-7-13 6-16,-4-12-6 16,1-8-6-16,9-5 2 15,11-4 10-15,8-7-15 16,27-2-1-16,22-5-2 15,14 0-7-15,5 6-6 16,-1 13-12-16,-2 10-4 16,-9 16-13-16,-17 11-69 15,-21 13-126-15,-18 16-140 16</inkml:trace>
  <inkml:trace contextRef="#ctx0" brushRef="#br0" timeOffset="75526.41">6457 11279 156 0,'0'0'552'0,"0"0"-423"16,0 0-70-16,0 0-44 15,0 0-15-15,0 0 0 16,8-10-9-16,13 10 8 15,15 0 0-15,20 0 2 16,17-6 3-16,14-9-4 0,11-4 4 16,2-4-4-16,-6-1 3 15,-7 1-3-15,-10-1-10 16,-8-1-14-16,-14 0-8 16,-15 1-9-16,-16 2-12 15,-13 1 9-15,-11 2 5 16,-5 2 9-16,-20 4 26 15,-16 4 0-15,-8 2 4 16,4 4 32-16,11 1 17 16,18 2-9-16,11 0 8 15,5 5-48-15,0 14-19 16,14 10 19-16,11 3 2 16,6 2-2-16,5-1 2 15,-1-6 4-15,-1-3 3 16,-10-7 7-16,-5-3-6 0,-7-3-2 15,-5-3-6-15,-5 1-2 16,-2 2-1-16,-15 4 1 16,-21 6 0-16,-14 5-25 15,-2-8-137-15,13-9-228 16</inkml:trace>
  <inkml:trace contextRef="#ctx0" brushRef="#br0" timeOffset="75879.36">8191 10814 611 0,'0'0'71'15,"0"0"24"-15,0 0-93 16,0 0-2-16,0 0-10 0,0 0 5 16,11 80 5-1,-11-30 5-15,0 4-3 0,0 1 6 16,-7-4-2-16,-2-8-6 15,0-8 0-15,-3-13-10 16,3-11-24-16,0-11-76 16,3-8-80-16</inkml:trace>
  <inkml:trace contextRef="#ctx0" brushRef="#br0" timeOffset="76307.51">8091 10718 576 0,'0'0'44'16,"0"0"74"-16,0 0-118 0,0 0 0 16,0 0 0-16,0 0 0 15,97 92-2-15,-60-44 2 16,3 3 8-16,-6 2-6 16,-4 0 6-16,-9-3-7 15,-8-5 4-15,-6-4-4 16,-7-10 0-16,0-4 5 15,0-10-3-15,-14-3 1 16,-9-5-1-16,-11-6-1 16,-13-3-2-16,-7-2-16 15,-4-19-25-15,4-7 18 16,14-2 23-16,14 1 6 16,23 1-3-16,5 2-3 0,35-1-66 15,11 2-14-15,10 3 64 16,2 5 16-16,-2 4 7 15,-1 7 33-15,-7 6 4 16,-6 0 8-16,-4 7-19 16,-7 14-15-16,-5 5-15 15,-10 2-2-15,-5 2-1 16,-13 2-14-16,0-6-104 16,-19-10-126-16</inkml:trace>
  <inkml:trace contextRef="#ctx0" brushRef="#br0" timeOffset="76486.66">8444 10740 854 0,'0'0'16'16,"0"0"-11"-16,0 0-5 15,84 18-19-15,-40 17-8 16,3 5-22-16,0 0-71 15,-3-3-45-15,-3-12-24 16,-3-16-93-16</inkml:trace>
  <inkml:trace contextRef="#ctx0" brushRef="#br0" timeOffset="78457.76">8919 10888 424 0,'0'0'169'0,"0"0"-26"15,0 0-42-15,0 0-27 0,0 0-29 16,0 0-45-16,-65-11-5 15,61 54 4-15,4 16 0 16,0 5-1-16,12 0 0 16,13-8 2-16,3-10-2 15,-5-16 4-15,-10-12-1 16,-9-9 0-16,1-6 0 16,-5-3 0-16,0 0 4 15,0 0 9-15,-18-9-3 16,-5-11-10-16,-4-2-1 15,7-2-10-15,10 1 3 16,10-5-21-16,19 2-48 0,25-3-46 16,15-3 1-16,8-2 93 15,-3-2 22-15,-1 5 6 16,-11 1 27-16,-15 6 10 16,-13 6 55-16,-13 8 0 15,-7 4-30-15,-1 2-32 16,-1 4-28-16,3 0-2 15,4 0-41-15,3 0 29 16,3 4 5-16,-1 1-7 16,2 1 12-16,1-4 1 15,-1-2 1-15,-4 0 0 16,-4 0 1-16,-6 0 2 16,-2-5 5-16,0-1 10 0,0 2 2 15,-1 2-10 1,-6 2-10-16,-6 0-5 0,-3 17 1 15,-4 13 3-15,3 7-3 16,6 5 1-16,7 4-5 16,4 0 1-16,15-4 5 15,19-9-6-15,14-13 5 16,6-17 3-16,4-3-1 16,8-19 1-16,-7-12 4 15,-5-5-3-15,-15 0 2 16,-14 4-1-16,-13 4 0 15,-12 6 18-15,0 5-11 16,-12 6 11-16,-3 4-14 0,2 5-6 16,5 2-2-16,2 0-2 15,2 12-8-15,1 15 7 16,3 10 1-16,0 5 4 16,0 6-1-16,9-1 1 15,8-2 0-15,2-12 0 16,1-12 0-16,1-11 0 15,-3-10 0-15,-2 0 6 16,1-12 9-16,1-13 9 16,-3-5-19-16,0-6-2 15,-9 1-2-15,-6 3-2 16,-3 2-5-16,-20 7-17 16,-8 4 0-16,0 6 6 15,2 5 15-15,7 3 0 0,8 2 0 16,7 0 2-16,4 3-3 15,3 0 1-15,0 0-5 16,0 0-7-16,0 0 4 16,0 0 7-16,3 3 2 15,0-3-1-15,0 3 1 16,-2-3 1-16,1 0 2 16,-2 0-2-16,0 0 2 15,0 0 2-15,0 0 4 16,0 0 11-16,0 0 0 15,0 0 2-15,0 0-1 16,0 0-11-16,0 0-1 0,0 0-5 16,0 0-1-1,0 0-1-15,0 0 0 0,0 0 1 16,0 2-2-16,0-2 0 16,0 0 0-16,0 0 0 15,0 0 0-15,0 0 0 16,0 0 0-16,0 0-4 15,0 0 2-15,11 0-3 16,6 0 2-16,9 0 2 16,6 0 0-16,3 0 1 15,1-2-1-15,-5-4-2 16,-3 2 3-16,-5-1-1 16,-5 3 1-16,-7-1 2 0,-5-1-2 15,-4 4-4 1,-2 0 2-16,0 4-5 0,0 10 4 15,0 9 3-15,0 4 0 16,0 2 0-16,0 3 0 16,0-4 1-16,2-2-1 15,9-6-2-15,1-9-1 16,-1-8-9-16,8-3 9 16,5 0 3-16,4-21 1 15,5-7 4-15,-5-1-5 16,-3-2 1-16,-5 5 0 15,-5 5-1-15,-6 7 1 16,-4 7 1-16,-4 5 17 16,1 2-19-16,1 0-3 0,1 5-8 15,6 12 9-15,4 5-1 16,2 2 3-16,2 2-2 16,5-4-2-16,-3-4-4 15,0-4-7-15,-2-8 8 16,-1-6 7-16,-3 0-8 15,2-9 8-15,0-11 0 16,0-4-19-16,-3 1-13 16,-4 3 17-16,0 6 7 15,-3 4 8-15,0 5 1 16,0 0 7-16,2 4-6 16,3 1-2-16,1 0 0 15,2 0-1-15,-3 0-1 0,-1 3 1 16,-3 1 1-16,-4-3 0 15,0 1 1-15,-2-2-1 16,-1 0 3-16,0 0 11 16,0 0-7-16,2 0-4 15,2 0 4-15,6 0-6 16,4 0-2-16,6 0 2 16,8 5-2-16,8 4 1 15,3 2 0-15,3 1 0 16,0-3-1-16,-2-1-4 15,-5-5 2-15,-3-3 3 0,-6-8 1 16,-3-15 0-16,-5-7 3 16,-2-7-3-16,-6-6 4 15,-8 2-2-15,-2-6 2 16,-6-1 12-16,-15 2 6 16,2 0 22-16,1 12-7 15,7 13-1-15,5 9-14 16,6 12-21-16,0 0-2 15,0 12-35-15,2 23 9 16,10 16 26-16,4 8-1 16,-1 7 2-16,0 1-2 15,2-5 0-15,-4-10-11 16,0-12-3-16,-2-13 5 16,-5-12 2-16,0-8 4 0,-6-6-25 15,0-1 0 1,0 0-8-16,-21-22-196 0</inkml:trace>
  <inkml:trace contextRef="#ctx0" brushRef="#br0" timeOffset="78636.67">10579 10832 838 0,'0'0'0'0,"0"0"-8"16,80-2 7-16,-40 2 1 15,9 0 0-15,7 0 2 0,4 0-2 16,2 0 0 0,6 0-63-16,7 0-113 0,12-4-328 15</inkml:trace>
  <inkml:trace contextRef="#ctx0" brushRef="#br0" timeOffset="79671.47">12213 10539 943 0,'0'0'24'0,"0"0"-24"0,0 0-46 16,0 92 45-1,-6-24 1-15,-10 12 0 0,1 2 0 16,0-7 1-1,6-17 2-15,3-20-3 0,4-20 1 16,0-9 0-16,2-9 2 16,-2 0 7-16,1-17 23 15,-1-16-28-15,2-14-5 16,0-7-4-16,11-5-19 16,14 0-10-16,14 4 9 15,10 5-5-15,5 8-27 16,-5 11 35-16,-14 13 21 15,-11 11 1-15,-11 7-1 16,-10 5-8-16,-3 20-9 0,-8 10 16 16,-22 7 1-16,-9 1 2 15,-2-4-2-15,5-5 0 16,9-10 3-16,12-3-2 16,9-5-2-16,6-2 1 15,8-2-12-15,27 0-2 16,19-3-25-16,18-2-50 15,17-4-66-15,11-3-17 16,3 0 53-16,-7-3 83 16,-16-11 36-16,-25 0 104 15,-19-1 29-15,-22 1 48 16,-13-1 1-16,-1 1-73 16,-14 4-56-16,-14 5-40 15,-3 5-13-15,-1 5-3 16,8 13-10-16,10 4-11 0,7 6 0 15,7-2-20-15,0 3-7 16,19-9-15-16,15-7-4 16,9-12 33-16,10-1 7 15,-1-14 22-15,-7-8 8 16,-11-3 8-16,-13-3 52 16,-12 3 2-16,-8 2 59 15,-1 3-49-15,-1 4-30 16,-10 5-4-16,2 5-23 15,3 3-12-15,3 3-3 0,3 1-6 16,0 18-2 0,0 7 8-16,0 10-1 0,18 3-1 15,7-5-10-15,5-5 1 16,5-11-14-16,4-12 19 16,-1-6 6-16,2-7 4 15,-4-15-1-15,-5-8-2 16,-5-6 3-16,-9-2-3 15,-7-3 0-15,-9-3-1 16,-1-4-1-16,-10-1 0 16,-16-3-1-16,-2 0 2 15,1 4 0-15,6 6 43 16,9 6-7-16,4 13 9 0,3 10-24 16,5 13-21-1,0 0 0-15,0 27-34 0,0 15 25 16,12 15 8-16,-2 12 1 15,7 5 0-15,4-3 0 16,6-9-3-16,6-9-7 16,-1-10 1-16,-2-9 2 15,-6-11-11-15,-6-4-14 16,-5-10-33-16,-2-9-122 16,1-5-235-16</inkml:trace>
  <inkml:trace contextRef="#ctx0" brushRef="#br0" timeOffset="80021.51">13726 10810 824 0,'0'0'6'0,"0"0"-6"0,0 0 0 16,0 0 0-16,101-21 0 16,-69 8 1-16,-3-2 4 15,-2-3-2-15,-7-2 0 16,-7-2 15-16,-7 2 5 15,-6-1 9-15,0-1-15 16,-6 5-4-16,-12 7-11 16,3 6-2-16,0 4-1 15,-1 2-6-15,-6 21 4 16,-2 10-8-16,1 9 6 16,5 5-3-16,8 2 4 0,10-5-3 15,0-8-14 1,30-9 2-16,10-11 9 0,17-7 9 15,7-9 2-15,3 0-2 16,0 0 1-16,-9-15-143 16,-4-6 12-16,-5-7-206 15</inkml:trace>
  <inkml:trace contextRef="#ctx0" brushRef="#br0" timeOffset="80253.7">13704 10529 670 0,'0'0'12'15,"0"0"-9"-15,0 0-3 16,0 0-4-16,0 0-3 16,0 0 7-16,10-5 0 15,23 5 33-15,8 0 28 16,13 0-32-16,9-2-16 15,7-8-11-15,2 2-2 16,-5-1-14-16,-11 0-107 16,-11-1-148-16</inkml:trace>
  <inkml:trace contextRef="#ctx0" brushRef="#br0" timeOffset="98653.42">14555 10918 39 0,'0'0'39'0,"0"0"-4"16,0 0 15-16,0 0-13 0,0 0 11 15,0 0-19 1,0 0 28-16,0 0 25 0,-1-19-62 16,1 14 3-16,-2 2 4 15,2 0-8-15,-1-2-3 16,-1 4-12-16,2-1 7 16,-2 0 5-16,1 2 0 15,-1 0 13-15,2 0 2 16,-1-1 7-16,-2 1-1 15,2-2-21-15,-1 2 4 16,1 0 18-16,-1 0-12 16,1 0-8-16,1 0-8 0,0 0-7 15,0 0-3 1,0 0 0-16,11 0-9 0,24 0 9 16,16 0 4-16,16-2-3 15,6-4 2-15,-1-5-2 16,-3 1-1-16,-6-2 0 15,-8 0 0-15,-8 3 0 16,-14 1-8-16,-10 5 7 16,-9 0-12-16,-10 1-11 15,-4-1 8-15,0 2 8 16,-12-3-42-16,-14 1-71 16,-7-3 26-16,-5 1 25 15,4-6-33-15,4-4 52 16,6-4 51-16,9-3 47 15,4 1 41-15,6 2 35 0,5-1-34 16,0 4-10-16,0 3-22 16,11 4-46-16,2 6-4 15,4 3-7-15,5 0 0 16,5 4-2-16,0 17 1 16,2 7 1-16,-4 10 0 15,-6 2 1-15,-6 1-2 16,-9-1 2-16,-4-6 1 15,0-5-1-15,-6-5 1 16,-14-2 0-16,-6-2 4 0,-2 0-1 16,0-2-5-1,5-3-13-15,10-8-128 0,13-7-163 16</inkml:trace>
  <inkml:trace contextRef="#ctx0" brushRef="#br0" timeOffset="99969.34">15817 10449 631 0,'0'0'116'0,"0"0"-32"16,0 0-78-16,0 0-6 15,0 0-6-15,0 0 4 16,55 25 0-16,-32 3 2 16,0-4 2-16,1-2-2 15,-6-7 0-15,-2-6 2 16,-3-9-2-16,-2 0 11 15,0-16 13-15,-2-6-9 0,-4-4-7 16,-5-1-3 0,0 3-2-16,-23 3-3 15,-13 7 0-15,-7 10-8 16,-5 4-4-16,3 9 5 0,10 17 2 16,8 14 2-16,8 9-2 15,12 6-2-15,7 8 0 16,0 0-1-16,18-3-18 15,10-7 2-15,6-9-12 16,10-13-13-16,7-11 8 16,8-15 10-16,7-5 13 15,-2-14 0-15,-9-14 1 16,-17 3 17-16,-17 0 6 16,-17 3 71-16,-4 3 52 15,-6 1-61-15,-13 6-23 0,4 1-9 16,2 9-15-1,7 2-21-15,6 9-5 0,0 21-12 16,0 7 11-16,15 7-1 16,13 2-4-16,13-5-2 15,7-7 4-15,9-8 3 16,3-14 1-16,2-12 5 16,-3 0 1-16,-10-21 1 15,-14-8 1-15,-8-5 1 16,-13-2-3-16,-11 0 4 15,-3 3 0-15,-17 0-5 16,-26 5 4-16,-18 8-4 16,-5 9-1-16,8 5-9 0,21 6 8 15,20 0 1-15,17 0-5 16,0 0-30-16,3 6 23 16,21-3-2-16,12-3 15 15,10 0 1-15,11-12 5 16,1-7-3-16,-3-3-3 15,-11 0 0-15,-13 0 1 16,-13 5 3-16,-12 1 9 16,-6 4 5-16,0 4-1 15,0 3-1-15,0 1-15 16,0 3 0-16,0 1-1 16,0 1-18-16,0 18-4 15,0 11 21-15,0 9-1 16,0 6 1-16,7 5 0 0,6-3 1 15,3-4 5-15,-3-4-3 16,-6-11 1-16,-2-8-2 16,-2-7 2-16,-3-6-1 15,0-5-2-15,0-2 2 16,0 0 5-16,0 0 7 16,-8 0 8-16,-6 0-11 15,-4-9-8-15,6-4-1 16,6-1-2-16,6 1-5 15,4-4-23-15,26 0-20 16,12-4-5-16,7 2 12 16,6-3 13-16,0-3 22 0,-1-1 6 15,-9-2 4-15,-10-2 10 16,-7-1 20-16,-11 0 16 16,-6-2-20-16,-8 4-15 15,-3 2 7-15,0 4 3 16,0 9-2-16,-9 3-2 15,6 8-5-15,0 3-16 16,0 11-3-16,-6 23-13 16,2 16 15-16,-3 11 0 15,7 4 1-15,3-1-4 16,0-5-6-16,14-6-11 16,5-14-19-16,0-11-6 15,-3-14-25-15,-1-11-3 16,0-3-5-16,-2-23-87 0</inkml:trace>
  <inkml:trace contextRef="#ctx0" brushRef="#br0" timeOffset="100146.59">17064 10664 618 0,'0'0'86'0,"0"0"-43"15,0 0-40-15,0 0-3 16,0 0 8-16,81-7 30 15,-45 7 3-15,6 0-16 16,7 0-15-16,1 0-5 0,1 0-5 16,-3 0-16-1,-10 0-146-15,-12-14-318 0</inkml:trace>
  <inkml:trace contextRef="#ctx0" brushRef="#br0" timeOffset="102036.25">18334 10718 572 0,'0'0'86'0,"0"0"16"16,0 0-69-16,0 0-26 16,0 0-7-16,0 0-6 15,0 0 0-15,-4 6 4 16,-2 22 2-16,2 8 1 16,-1 2 1-16,2 0 2 15,2-5-3-15,1-7 0 16,0-10 0-16,0-11 0 15,0-3 0-15,0-2 25 16,10-7 46-16,8-18-21 0,5-7-46 16,-4-6-4-1,-8-1 3-15,-11 1-4 16,0-2 0-16,-10 3-7 16,-10 1-3-16,5 3 3 0,-2 4-25 15,8 2-29-15,8 1 9 16,1 1-5-16,21-2-10 15,16 1 3-15,6 1 24 16,3 4 35-16,-5 6 5 16,-11 6 46-16,-10 7-1 15,-7 2-4-15,-1 12-32 16,-2 19-4-16,-6 13 10 16,-4 22 10-16,0 9-10 15,-10 14 13-15,-5 10-1 16,6 4-13-16,7 3-2 15,2-3-6-15,4-6-4 16,8-8 3-16,1-12-4 0,-3-18 0 16,-4-15 0-16,1-20-1 15,-3-12 0-15,-1-10-2 16,0-2 2-16,-3-10 5 16,0-23 2-16,0-15-7 15,0-13 0-15,0-3 0 16,-18-2 5-16,-10 3 5 15,-2 4 10-15,6 6-9 16,7 11 0-16,17 9-9 16,15 6-2-16,32 7-12 0,17 1-52 15,15 4-38 1,4-4-47-16,2-7-209 0</inkml:trace>
  <inkml:trace contextRef="#ctx0" brushRef="#br0" timeOffset="103166.21">19449 10447 717 0,'0'0'43'16,"0"0"18"-16,0 0-55 16,-82 22-6-16,48 23-2 15,1 11 2-15,6 9-1 16,7 6 1-16,7 1 0 15,10-8-4-15,3-9-11 0,8-16-40 16,35-18-30-16,20-18 41 16,20-5 2-16,9-26 12 15,-4-10 0-15,-17-1 30 16,-26-1 30-16,-22 7 38 16,-20 7 69-16,-3 2-45 15,-9 12-46-15,-8 2-23 16,0 10-19-16,-1 0-4 15,2 24-3-15,-2 11-1 16,3 3-3-16,2 6-7 0,5-4-3 16,5-6-9-1,3-9 4-15,0-12-7 0,21-13-13 16,3-1 42-16,6-23 28 16,0-9 8-16,-7-3-3 15,-8 1-2-15,-9 2 8 16,-6 5-2-16,0 8-13 15,0 7-10-15,-3 7-5 16,3 6-9-16,0 0-3 16,0 9-30-16,0 17 6 15,0 7 26-15,15 9 0 16,15 1-5-16,7-2-7 16,11-6-6-16,3-14-6 15,7-14 15-15,-3-7 7 16,2-20 2-16,-5-10 1 0,-9-12 1 15,-7-4-1-15,-9-3-2 16,-12 1 2-16,-11 4 2 16,-4 10 24-16,0 10 7 15,0 10-11-15,0 13-6 16,-3 3-16-16,-3 33-19 16,-4 26 13-16,-4 17 5 15,-2 15-3-15,3 9 4 16,2-3-2-16,-1 1 4 15,5-6 1-15,1-15-2 16,1-20 0-16,5-23-1 16,-1-25 0-16,1-11 2 15,0-21 66-15,0-29-11 16,0-18-56-16,0-17-1 0,0-6-14 16,-14-2-18-16,1 4-8 15,4 10 17-15,9 12 12 16,10 12-25-16,20 13-1 15,6 10-8-15,-5 14 6 16,-1 12 37-16,-3 6-1 16,1 11 1-16,1 20 0 15,-3 10 2-15,-3 0 5 16,-7 0-5-16,-10-7 3 16,-6-6 1-16,0-9-3 15,-8-7 3-15,-9-5 0 16,-4-5 10-16,-1-2-6 15,2-9 4-15,7-13-12 0,11-7 0 16,2-8-33-16,24-4-75 16,13 1 54-16,4 4 40 15,-4 6 14-15,-4 10 5 16,-8 9 24-16,-10 10-1 16,-7 1-3-16,-7 8-20 15,-1 13-3-15,0 9 9 16,-13 6 4-16,-7 4-7 15,1-1 8-15,5-2-13 16,11-9 0-16,3-8-2 0,0-7 2 16,20-11-3-1,13-2-35-15,10-22-75 0,0-18-187 16</inkml:trace>
  <inkml:trace contextRef="#ctx0" brushRef="#br0" timeOffset="103332.44">20487 10285 836 0,'0'0'25'15,"0"0"63"-15,0 0-88 16,0 0-10-16,0 0-41 16,0 0 36-16,70 104-23 15,-26-54-91-15,8-13-76 16</inkml:trace>
  <inkml:trace contextRef="#ctx0" brushRef="#br0" timeOffset="104097.12">20978 10290 718 0,'0'0'113'15,"0"0"1"-15,0 0-95 16,0 0-19-16,0 0-6 15,-46 143 4-15,35-52 2 0,1 9-3 16,10 0-1 0,0-7-9-16,3-18-21 0,15-23 0 15,5-19 4 1,10-21 26-16,8-12 4 0,11-11 0 16,4-27-8-16,1-10-64 15,-11-5 18-15,-13 2 54 16,-13 3 57-16,-16 7-1 15,-4 9-5-15,0 8 9 16,0 12-22-16,0 9-21 16,-3 3-17-16,-9 9-7 15,-7 19 1-15,-8 11 0 16,-1 9 3-16,1 3-7 16,9-4-8-16,8-9-1 15,10-12-14-15,8-9 6 16,16-13 21-16,6-4 6 15,3-7 4-15,1-18 0 0,-4-3-1 16,-9 2 6-16,-8-1 8 16,-7 8 17-16,-4 5-6 15,-2 5-12-15,0 7-7 16,0 2-9-16,0 0-6 16,3 10-40-16,1 15 30 15,9 8 15-15,6 1-14 16,10 0-4-16,19-10-13 15,12-14 1-15,11-10 30 16,10-8 1-16,-6-22 1 16,-4-12 5-16,-8-7 5 15,-12-9-9-15,-11-4 5 0,-12-5-7 16,-15 0 0-16,-13-1 1 16,-3-2 12-16,-26 0 27 15,-4 7 7-15,3 15 3 16,12 17-4-16,9 18-21 15,4 13-25-15,1 11-31 16,-6 30-30-16,-4 24 59 16,-3 19 2-16,0 16-3 15,4 3 2-15,7-3-5 16,6-13-5-16,0-16-5 16,10-16-3-16,8-14-4 15,-3-15 11-15,-3-11-3 16,-3-10-23-16,-3-5-41 15,-6-14-34-15,0-23-333 0</inkml:trace>
  <inkml:trace contextRef="#ctx0" brushRef="#br0" timeOffset="104292.86">20900 10450 726 0,'0'0'0'0,"0"0"-3"15,0 0-33-15,0 0 36 16,0 0 1-16,0 0 32 16,99 26-2-16,-47-19 9 0,3-1-15 15,2-2-18-15,-2 0-7 16,-1-4-140-16,-4-4-242 16</inkml:trace>
  <inkml:trace contextRef="#ctx0" brushRef="#br0" timeOffset="111020.27">8922 12037 36 0,'0'0'239'0,"0"0"-184"16,0 0 37-1,0 0-49-15,0 0-6 0,0 0 12 16,0 0-24-16,-7-6 6 16,1 3-21-16,2 0 12 15,1 0 11-15,-3 0-19 16,-3 1 2-16,2-1-1 16,-2 0-11-16,-3 2 0 15,1-2 7-15,-3 1-6 16,-3-2-2-16,-1 3-3 15,-6 1 1-15,0 0-1 16,-4 0 0-16,-5 14 1 0,-1 3-1 16,-3 0 0-1,4 6-2-15,3-6 2 0,10-1 0 16,4-5 0-16,7 0-2 16,5-6 2-16,1-1 0 15,3-1 0-15,0-1-1 16,0-2 1-16,0 0 0 15,0 0 5-15,0 0 9 16,0 0 7-16,0 0-2 16,0 0-7-16,0 0-6 15,0 0-3-15,0 0-2 16,0 0-1-16,0 0 0 16,0 0 0-16,0 0 0 15,0 0 0-15,0 0 0 16,0 0 0-16,0 0 2 0,0 0-2 15,0 0 1 1,0 0 0-16,0 0 0 0,0 0-1 16,0 0 0-16,0 0 2 15,0 0-1-15,0 0 0 16,0 0-1-16,0 0 3 16,0 0-2-16,0 0-1 15,0 0 0-15,0 0 1 16,0 0-2-16,0 0 1 15,0 0-1-15,0 0 0 16,0 0-7-16,0 0-21 16,0 1-45-16,0 5-74 0,3-1 22 15,1 0-93-15</inkml:trace>
  <inkml:trace contextRef="#ctx0" brushRef="#br0" timeOffset="111394.68">8489 12146 325 0,'0'0'45'0,"0"0"45"15,0 0-14-15,0 0-24 0,0 0-23 16,0 0-23-1,-57-14-2-15,57 14-2 0,0 0 1 16,0 0 0-16,18 0 4 16,16 0 15-16,11 0 0 15,10 0 11-15,8-6-15 16,4-3-6-16,0-1-8 16,2 1-3-16,-5 1-1 15,-4 1 0-15,-13 0 0 16,-14 3-1-16,-13 3 1 15,-10-2 0-15,-8 3-7 16,0 0-45-16,-2 0-5 16,0 0-13-16,0 8 32 15,-14 1-57-15,-6-1-114 0</inkml:trace>
  <inkml:trace contextRef="#ctx0" brushRef="#br0" timeOffset="111657.15">8747 12078 548 0,'0'0'96'0,"0"0"18"16,0 0-109-16,0 0-5 15,0 0-2-15,0 0-4 16,19 87 6-16,-10-39 5 0,-3 5-2 15,-2 3-3 1,-2 2 1-16,-2-4 3 0,0 1-4 16,0-1-3-16,0-1-14 15,-7-9-92-15,-5-13-152 16</inkml:trace>
  <inkml:trace contextRef="#ctx0" brushRef="#br0" timeOffset="112373.41">9063 12118 521 0,'0'0'156'16,"0"0"-45"-16,0 0-35 15,0 0-56-15,0 0-20 16,0 0-9-16,-4-4 4 16,13 36 3-16,1 9 2 15,-3 5 0-15,-4 1 1 0,-1 0-1 16,-2-8 1-1,0-8-2-15,0-14-3 0,0-5-7 16,0-9-6-16,0-3 15 16,0 0 2-16,0-18 16 15,0-13-16-15,0-3 0 16,6 0 2-16,5 5 5 16,3 8-4-16,1 9-1 15,5 8-2-15,-1 4-2 16,4 0 2-16,2 12-3 15,3 12 2-15,2 4-2 16,3 1 2-16,1 0-1 16,3-4-8-16,-3-4-33 15,1-10 7-15,-7-8 2 0,-3-3 5 16,-2-11 28-16,-5-14 1 16,2-9 6-16,-6-2 2 15,-9-4 15-15,-5 1 8 16,0 2 5-16,-9 2-5 15,-12 7-10-15,1 6-11 16,4 10-4-16,7 4 5 16,4 8-10-16,4 0-1 15,-2 6-13-15,0 17 5 16,3 9 8-16,0 7 0 16,0 4-1-16,7 1-1 15,7-5 1-15,3-7-14 16,7-11-10-16,11-10 2 0,8-11 19 15,6 0-3 1,2-13-13-16,-3-10-88 0,-11-7-160 16</inkml:trace>
  <inkml:trace contextRef="#ctx0" brushRef="#br0" timeOffset="112672.37">9791 12146 72 0,'0'0'675'16,"0"0"-674"-16,0 0-1 0,0 0 0 15,60 91 0 1,-42-55 1-16,1 3 6 0,0-1 4 16,-2-5-1-16,-4-4-3 15,-2-7-6-15,-5-6 3 16,-5-6-2-16,1-6-1 15,-2-4 0-15,0 0 4 16,0-9 16-16,0-17-10 16,0-10-7-16,5-7-4 15,18-2-6-15,11 0-38 16,5 8-50-16,0 8-72 16,-2 6-227-16</inkml:trace>
  <inkml:trace contextRef="#ctx0" brushRef="#br0" timeOffset="113605.01">10295 12189 488 0,'0'0'153'15,"0"0"-153"-15,0 0 10 16,0 0 17-16,-5 90-13 16,5-66-7-16,0-5-7 15,3-2-5-15,13-6 5 16,-2-5 8-16,0-4-1 15,-2-2-1-15,0 0 16 16,1-16 20-16,2-4-25 16,-1-6-12-16,-1 3-5 15,-4 5 1-15,-3 7 1 0,3 4-1 16,1 7-1 0,-1 0-1-16,3 0-5 0,5 1 5 15,0 8 0-15,6 2 0 16,4 2 1-16,7-5 0 15,3-4 1-15,-1-4-1 16,3 0 4-16,-6-3 1 16,-2-8 3-16,-4 0-3 15,3 3-2-15,-5-1-2 16,1 3-1-16,-1 1 0 16,5 2 0-16,5 3-2 15,7 0 1-15,12 0-2 16,7 0 0-16,8 0-10 0,2 0 1 15,4 0 3-15,0-11 2 16,-6-4-3-16,-13-6 4 16,-16 3 6-16,-20-1 2 15,-12 2 25-15,-8 1 22 16,0 2 8-16,-15 5-24 16,-8 5-33-16,1 4-3 15,0 0 3-15,2 9-1 16,4 11 0-16,5 0-13 15,2 6 2-15,7 0-4 0,2-1-6 16,0-4-9 0,18-4 1-16,9-7 20 0,5-9 3 15,0-1 7-15,-2-3 0 16,-9-12 0-16,-5-2 0 16,-7-2 0-16,-6 5 1 15,-3 3 0-15,0 4 0 16,0 5-2-16,0 2-1 15,9 0-23-15,3 0-18 16,10 0 9-16,6 6 8 16,10 2-19-16,4-5-19 15,5-3-34-15,0 0 16 16,-3-15 50-16,-8-9 32 16,-11-3 17-16,-9-6-5 15,-3-4 16-15,-10-6 21 16,-3-1-33-16,-13-6 25 0,-20-3 48 15,-3 2 33-15,2 2 18 16,7 13-35-16,13 13-30 16,10 17-51-16,4 6-24 15,0 29-56-15,0 19 45 16,0 17 10-16,0 13 1 16,9 7-7-16,4 6 0 15,3-4-22-15,-3-5-24 16,0-11-35-16,3-17-16 15,7-18 0-15,6-20-258 16</inkml:trace>
  <inkml:trace contextRef="#ctx0" brushRef="#br0" timeOffset="114104.7">12891 11967 840 0,'0'0'0'15,"0"0"-31"-15,0 0 1 16,9 72 27-16,-9-23 3 16,0 6 0-16,0 3 5 15,0 1-1-15,0-9-1 16,10-7 1-16,0-11-1 0,-1-11 3 15,-1-10 2-15,-4-7 1 16,-4-4 8-16,3-9 67 16,0-18-32-16,1-12-50 15,0-10-2-15,-4-7-2 16,0-5-6-16,0-1-8 16,3 2-12-16,8 5 21 15,9 8 5-15,11 10 0 16,11 11-3-16,0 12-1 15,-3 10 2-15,-5 4 2 0,-9 12 2 16,-1 17-3 0,-6 10 1-16,-10 2 0 0,-8 0-1 15,-2-7-7-15,-22-8 4 16,-7-6 6-16,-4-8 1 16,-3-4 3-16,-3-4-2 15,6-2-1-15,6-2-1 16,17 0-22-16,12-3-58 15,24-16-108-15,26-5-159 16</inkml:trace>
  <inkml:trace contextRef="#ctx0" brushRef="#br0" timeOffset="114520.41">13355 11970 181 0,'0'0'183'0,"96"-44"19"16,-74 36-46-16,-12 6-31 16,-4 2-97-16,-2 14-28 15,4 13-2-15,-1 14 1 0,0 7 1 16,-5 7 0-16,-2 6 2 15,0 1-2-15,0-4 6 16,0-7-5-16,-2-12-1 16,2-14 2-16,0-11-2 15,0-11 1-15,0-3 4 16,0 0 4-16,0-25 23 16,0-13-29-16,0-13-1 15,-13-8-2-15,-7-6 0 16,-2 1-2-16,5 6 1 15,6 7 1-15,11 10-4 16,0 12-5-16,11 10-9 16,9 11 5-16,4 8 9 15,1 3 2-15,0 23-2 0,0 11 3 16,0 8-2-16,-3 3 2 16,-2-1 1-16,-7-4 0 15,-5-11 1-15,-8-6-1 16,0-9-4-16,-14-3-1 15,-19-6 5-15,-17-3 7 16,-13-5-5-16,-7 0-2 16,0 0-21-16,9 0-108 15,14-2-132-15</inkml:trace>
  <inkml:trace contextRef="#ctx0" brushRef="#br0" timeOffset="115020.22">9754 13181 135 0,'0'0'179'0,"0"0"-57"16,128-7-22-16,-39 2-48 15,30-2-5-15,34-4 2 16,25-5-24-16,15-4 3 16,6-3-12-16,-9-2-11 15,-15 1 6-15,-21 1-3 0,-27 3 3 16,-29 3 5-1,-31 5-8-15,-27 5-1 0,-25 4-7 16,-15 3-2-16,-25 3-47 16,-39 16-3-16,-36 2-94 15,-35 1-216-15</inkml:trace>
  <inkml:trace contextRef="#ctx0" brushRef="#br0" timeOffset="115253.88">9757 13314 368 0,'0'0'156'0,"0"0"-65"16,0 0-43-1,0 0-39-15,0 0 49 0,88 14 0 16,0-14-24-16,29 0-12 16,23-14-6-16,28-7-10 15,12-4-2-15,5-2-4 16,-1-1-1-16,-11 3-6 15,-11 2-36-15,-14 3-47 16,-24 0-53-16,-24-1-198 16</inkml:trace>
  <inkml:trace contextRef="#ctx0" brushRef="#br0" timeOffset="115387.3">11714 13054 603 0,'0'0'86'15,"0"0"-2"-15,0 0-57 16,0 0-27-16,0 0-123 16,0 0 35-16,-15 13-157 15</inkml:trace>
  <inkml:trace contextRef="#ctx0" brushRef="#br0" timeOffset="119299.4">15973 12252 41 0,'0'0'54'0,"0"0"8"16,0 0-9-16,0 0-37 15,0 0 12-15,0 0-12 16,0-43 14-16,0 35 13 0,0-2 21 16,0 3-10-1,0-2 11-15,0-1 8 16,0 2-56-16,0 1 22 0,0 0 5 15,0 2-10-15,0 1-4 16,0 0-4-16,0 3-6 16,0-2 1-16,0 3 3 15,0 0-13-15,0 0-4 16,0 0-7-16,0 0-9 16,0 17-1-16,0 11 5 15,0 11 2-15,0 11 3 16,0 5 0-16,0-1 1 15,0 2 3-15,0-6-3 16,-4-7 1-16,-3-4-2 16,2-9-1-16,1-7-1 0,-1-6-5 15,0-4-33 1,1-2-23-16,0-11-104 0,-1 0-130 16</inkml:trace>
  <inkml:trace contextRef="#ctx0" brushRef="#br0" timeOffset="120176.21">16158 12313 532 0,'0'0'49'16,"0"0"-40"-16,0 0-6 16,0 0 7-16,0 0 14 15,0 0 11-15,19 106 3 16,-14-67-30-16,1 7-4 15,-1 0-2-15,1-3-1 16,0-7 0-16,3-11-1 0,0-8 0 16,-2-9-1-1,1-7-2-15,2-1 3 0,4-12 14 16,5-17-3-16,0-12 0 16,1-4 8-16,-10 1-2 15,-4 7 5-15,-6 4-18 16,0 8-4-16,-6 4-7 15,-6 6-25-15,0 1-22 16,-3 4 12-16,6 2 27 16,1 3 11-16,5 3 4 15,3 2-3-15,0 0-11 16,2 0 6-16,18 0 8 16,8 7 0-16,11 1 8 15,4 1-1-15,1-1 7 0,-1 1-1 16,-6 3 1-16,-4 2-4 15,-3 2 5-15,-7 1-8 16,-7 2-3-16,-6 0-4 16,-6 2 0-16,-4 2 1 15,0 3 1-15,0-3 2 16,-8-3-3-16,3-6 1 16,0-6 3-16,4-3-4 15,1-4-1-15,0-1 0 16,0 0-5-16,0 2 5 15,5-1 2-15,12-1 1 16,7 0-1-16,1 0 1 16,4 0-1-16,-7 0-1 0,-6-8 2 15,-3-1-1-15,-6-2 23 16,0-3 16-16,-2-1-19 16,-3-4 1-16,-2-1-12 15,0 0 14-15,0-3-17 16,-14 2 4-16,-6 1-12 15,-6 7 0-15,-4 1-6 16,0 4-11-16,0 2-10 16,5 1 14-16,4 3 11 15,9 0-5-15,5 2 0 16,2 0-22-16,2 0-83 16,3 10-34-16,0 1-138 15</inkml:trace>
  <inkml:trace contextRef="#ctx0" brushRef="#br0" timeOffset="121779.91">17009 12299 250 0,'0'0'345'16,"0"0"-308"-16,0 0 31 0,0 0-51 16,0 0-9-16,0 0-8 15,0 0 1 1,17 18 9-16,-17 15 8 0,0 5-5 15,0 3-3-15,0 2 0 16,-4-7-10-16,1-7 5 16,3-7-3-16,0-13 2 15,0-3 0-15,0-4 0 16,0-2 1-16,0 0 27 16,-2-3 22-16,1-14-10 15,-2-9-43-15,3-6-1 16,0-2-29-16,0 0 9 15,2 5 5-15,11 3 7 0,5 6-11 16,3 4 11 0,-1 6 4-16,-1 6 3 0,1 4 1 15,-3 0-1-15,2 11 1 16,0 8-4-16,0 4 4 16,-1 2-2-16,0 0 1 15,-6-6 1-15,-2-4-1 16,-6-7-9-16,-2-6-13 15,1-2 20-15,-3 0 3 16,9-17 37-16,-3-8-33 16,0-4-3-16,3-4 1 15,-3 4 3-15,2 3-2 16,-1 6 8-16,2 5 3 16,-3 6-7-16,2 6-2 15,-1 3-5-15,3 0-1 0,3 17-2 16,1 8-1-16,-3 4 3 15,-2 5 0-15,-1 4 1 16,-3-1-1-16,-1 4-9 16,2-2-39-16,-5-6-77 15,2-12-34-15,2-18-205 16</inkml:trace>
  <inkml:trace contextRef="#ctx0" brushRef="#br0" timeOffset="122229.53">17656 12282 116 0,'0'0'629'0,"0"0"-514"16,0 0-107-16,0 0-8 0,0 0-8 15,0 0 8-15,21 84 0 16,-9-47 0-16,3-2 0 16,-2-6 0-16,0-7-1 15,-5-7-1-15,0-7 1 16,-4-6-5-16,4-2 6 15,2-13 14-15,4-11-9 16,2-9-2-16,-4 1-3 16,1 5 0-16,-6 6 5 15,-3 7 4-15,-1 8 17 16,3 4-26-16,2 2-2 0,4 5 0 16,11 14 0-1,8 3 2-15,6 6 0 0,5 0 0 16,3-2-3-16,-5-5 1 15,-4-8-1-15,-2-9-1 16,0-4 4-16,-5-7 0 16,1-19 2-16,-5-8 1 15,-4-6 1-15,-7 0 2 16,-7 1 1-16,-7 5-3 16,-10 3 1-16,-23 7-5 15,-11 12-7-15,-3 9-58 16,6 3-86-16,13 3 15 15,10 14-109-15</inkml:trace>
  <inkml:trace contextRef="#ctx0" brushRef="#br0" timeOffset="122614.77">16435 12973 560 0,'0'0'96'0,"0"0"1"16,0 0-47-16,0 0-28 15,0 0-22-15,0 0-8 16,-36 10 8-16,90-4 14 16,23-5 8-16,28-1-6 15,26 0-10-15,16-15-1 16,2-1-5-16,-7 1 1 16,-18 1-1-16,-18 1 1 15,-21 4-1-15,-20 1 1 16,-20 4 4-16,-15 4-5 15,-22 0-22-15,-10 7-99 16,-40 10 4-16,-32 0-274 0</inkml:trace>
  <inkml:trace contextRef="#ctx0" brushRef="#br0" timeOffset="122829.16">16299 13210 555 0,'0'0'42'0,"0"0"-33"16,0 0 29-16,128 12 7 16,-61-12 16-16,16 0-26 15,21 0-3-15,15-12-14 16,9 1-11-16,8 0-7 0,0-1 0 16,-5 1-40-1,-3 0-112-15,-13-3-20 0,-14-3-242 16</inkml:trace>
  <inkml:trace contextRef="#ctx0" brushRef="#br0" timeOffset="122978.16">17892 13053 583 0,'0'0'158'16,"0"0"-28"-16,0 0-65 16,0 0-33-16,0 0-29 15,0 0-3-15,-23-27-15 16,23 27-43-16,0 0-73 15,7 5-15-15,7-5-133 16</inkml:trace>
  <inkml:trace contextRef="#ctx0" brushRef="#br0" timeOffset="128408.15">13187 13182 176 0,'0'0'86'0,"0"0"36"15,0 0 8-15,0 0-52 16,0 0-12-16,0 0 3 16,0 0-34-16,0-17-30 15,0 17-5-15,0 0-4 0,0 2-2 16,0 10 6-16,-1 7-1 16,-8 0 2-16,-3-2 4 15,1-2-5-15,4-4 1 16,-2-3 0-16,6-5-1 15,0-3 3-15,2 0 1 16,-1 0 19-16,-1-3 28 16,3-16-34-16,0-4-17 15,0-2-1-15,0 0-5 16,11 0-15-16,0 6 11 0,0 0-22 16,0 5 13-1,0 4 8-15,-2 5 7 0,2 5 2 16,0 0-8-1,2 0 5-15,-3 0 4 0,3 3 1 16,3 6-1-16,1 1-1 16,6 2 2-16,-1-2 0 15,4-5-5-15,0-1-19 16,-1-4 17-16,1 0 7 16,-9 0 1-16,-3-2 0 15,-8-4 3-15,-4-2 33 16,-2 0-18-16,0 1 12 15,0 0 12-15,0 0-24 0,-5 4 0 16,1 3-10 0,1 0 1-16,0 10-10 0,-4 23-11 15,-4 17 9-15,-7 17 2 16,2 10-4-16,-1 3 4 16,7 3 0-16,2-7 2 15,4-8 1-15,1-10-1 16,0-11 0-16,3-14 0 15,-1-15-1-15,1-9-1 16,0-8 0-16,0-1-16 16,0-13 16-16,0-16-124 15,0-12-134-15,-3-4-86 16</inkml:trace>
  <inkml:trace contextRef="#ctx0" brushRef="#br0" timeOffset="128565.08">13151 13459 358 0,'0'0'124'15,"0"0"-88"-15,0 0-32 16,0 0-4-16,0 0 24 16,0 0 9-16,0 0-6 15,117 14-4-15,-66-14-9 16,10 0-7-16,5 0-7 16,0-3-33-16,-5-8-96 15,-9-3-103-15</inkml:trace>
  <inkml:trace contextRef="#ctx0" brushRef="#br0" timeOffset="128974.16">13930 13314 600 0,'0'0'146'15,"0"0"-121"-15,0 0-25 16,0 0-2-16,0 0 1 16,0 0 2-16,3 61-2 15,7-47-4-15,4-3-12 16,1-9-6-16,-3-2 23 0,1 0 3 16,-1-11 5-1,-4-5 2-15,-4-4-6 0,-4 3 12 16,0 1 6-1,-16 5-7-15,-10 4-15 0,-5 5 1 16,-3 2-1-16,1 10 0 16,6 16-1-16,7 11-2 15,6 6 3-15,5 8-1 16,9 2 1-16,0 4-2 16,3-2-5-16,17-5-16 15,12-8 6-15,10-16-44 16,5-17 17-16,10-9-2 15,0-18-49-15,-2-21-84 0</inkml:trace>
  <inkml:trace contextRef="#ctx0" brushRef="#br0" timeOffset="129307.5">14281 13355 496 0,'0'0'317'0,"0"0"-267"16,0 0-50-16,0 0-1 15,23 84 1-15,-14-42 2 16,-1 2-1-16,4-1 9 16,0 1-4-16,-2-6-3 15,2-8 2-15,-6-9-4 16,-1-11 0-16,-4-7 2 16,-1-3 0-16,0-1 12 0,-3-19 2 15,-11-6-11-15,-3-6-6 16,-4 1 0-16,3 2 2 15,8 3-2-15,8 6 2 16,2 3 0-16,15 2-2 16,16 1-5-16,8 0-12 15,9 1-4-15,3 2-3 16,5 1-26-16,1 0-59 16,-6-2-17-16,-16-4-171 15</inkml:trace>
  <inkml:trace contextRef="#ctx0" brushRef="#br0" timeOffset="129589.15">14903 13089 606 0,'0'0'173'16,"0"0"-66"-16,0 0-52 15,0 0-49-15,0 0-6 16,0 0-8-16,-24 82 7 16,1-4 1-16,-2 16-1 15,0 10-1-15,7 11 2 16,11-1 1-16,7-7 3 0,0-10-4 16,7-19-8-1,9-15-47-15,7-18-29 0,2-21-66 16,2-23-151-16</inkml:trace>
  <inkml:trace contextRef="#ctx0" brushRef="#br0" timeOffset="130172.16">15413 13456 881 0,'0'0'66'0,"0"0"-59"15,0 0-7-15,0 0-6 16,0 78 6-16,-12-17 2 16,-3 6-2-16,8-2 0 15,2-13 1-15,5-18-1 16,0-17 0-16,0-11 0 15,0-6 1-15,3-6 7 16,3-19 24-16,6-12-29 16,-2-8-2-16,-1-5-1 15,1 1-13-15,1 4-21 16,1 8-7-16,2 10 12 16,1 10 20-16,-1 12 5 0,1 5 1 15,0 0 1 1,-1 19 0-16,0 11-3 0,-2 4 5 15,2 4 1-15,2-4-1 16,0-9 1-16,1-9-2 16,-1-11 1-16,-5-5 0 15,3-7 8-15,-1-21-2 16,0-8-1-16,1-7-5 16,-6 0 0-16,-3 4 0 15,-2 7 4-15,-2 8 10 16,1 10 6-16,1 7 3 15,0 7-10-15,3 0-13 16,3 18-8-16,4 12 5 16,1 9 2-16,2 12-8 15,2 7-24-15,1 0-13 0,-1-7-95 16,2-18-61-16</inkml:trace>
  <inkml:trace contextRef="#ctx0" brushRef="#br0" timeOffset="130622.65">16015 13476 787 0,'0'0'101'15,"0"0"-22"-15,0 0-77 16,0 0-2-16,0 0-5 0,0 0 2 16,26 92 3-1,-14-39 0-15,5-1-8 0,-4-4-13 16,4-12-3-1,-4-13-10-15,1-12 6 0,1-11 0 16,3-9 28-16,2-23 6 16,0-7-5-16,-6-2 2 15,-2 2 2-15,-6 9 21 16,-3 11-12-16,0 8 4 16,1 8 7-16,-2 3-15 15,6 0-10-15,5 16-1 16,4 9 1-16,4 9 0 15,3 3 0-15,2-1-7 16,-3-2-4-16,-2-10-3 16,-6-7 1-16,-3-12 7 15,-1-5 3-15,5 0 3 0,2-28 4 16,1-10 3-16,-5-5-1 16,-5-4 9-16,-9 3 7 15,-3 6-8-15,-24 6-5 16,-4 11-9-16,-2 10 0 15,3 11-6-15,7 2-68 16,2 17-123-16,7 0-106 16</inkml:trace>
  <inkml:trace contextRef="#ctx0" brushRef="#br0" timeOffset="131037.3">14060 14327 623 0,'0'0'77'0,"0"0"-24"15,0 0-50-15,0 0 16 16,0 0-19-16,101 0 38 16,-2-11-7-16,26-4-2 15,23-2-11-15,9 2-6 16,-4-1-5-16,-7 4-5 15,-15 2-1-15,-21 0 2 16,-20 3-3-16,-28 5 0 16,-31 2-1-16,-27 0-45 15,-14 12-108-15,-48 5 43 16,-35 0-296-16</inkml:trace>
  <inkml:trace contextRef="#ctx0" brushRef="#br0" timeOffset="131224.91">14008 14503 610 0,'0'0'48'0,"0"0"3"15,116 0 40-15,-44-8-41 16,20-4-21-16,17-2-15 16,16-1-1-16,5 2-8 15,-1 5-5-15,-6 2-1 16,-2-1-20-16,-11 4-81 15,-15-4-105-15,-18-3-201 16</inkml:trace>
  <inkml:trace contextRef="#ctx0" brushRef="#br0" timeOffset="131388.95">15417 14371 600 0,'0'0'186'0,"0"0"-97"15,0 0-24-15,0 0-42 16,0 0-7-16,0 0-16 15,-13-27-6-15,13 27-67 16,13 3-5-16,11 2-98 16,6-5-191-16</inkml:trace>
  <inkml:trace contextRef="#ctx0" brushRef="#br0" timeOffset="133734.63">7405 14570 70 0,'0'0'477'15,"0"0"-330"-15,0 0-50 16,0 0-61-16,0 0-30 15,-99-2-6-15,71 30-3 0,-5 6 3 16,0 4 0 0,-1 7 0-16,7 8 1 0,4 7-1 15,7 5-3-15,11-1-5 16,5-11-24-16,14-10-15 16,22-15-2-16,24-14 13 15,12-14-6-15,11-3 17 16,11-26-20-16,4-12 9 15,-6-6 36-15,-12-5 18 16,-19 3 8-16,-23 4 19 16,-24 9 64-16,-12 8 11 15,-2 8-27-15,-2 6-41 16,-6 8-25-16,-3 6-15 16,5 0-12-16,-3 24-8 0,-2 9-4 15,-2 8 6 1,10-4-11-16,3-7-8 0,0-11 4 15,3-10 1-15,13-9 12 16,-2 0 8-16,6-15 6 16,3-7 0-16,-4-4 2 15,-1 2 5-15,-8 6 0 16,-3 4 9-16,-6 10-2 16,-1 4-7-16,0 0-13 15,2 0 0-15,3 7-8 16,6 17-4-16,10 4 10 15,8 2 0-15,9-4-6 16,7-8-2-16,4-6-3 16,0-9-13-16,-3-3 15 0,-4-5 10 15,-6-15 0-15,-8-9 1 16,-8-5 2-16,-9 2 2 16,-6 5 7-16,-5 9 17 15,0 8 2-15,0 7-12 16,0 3-15-16,-3 3-3 15,-3 28-7-15,0 16 5 16,-4 17 2-16,2 11 0 16,5 4 0-16,3 2 0 15,0-5 0-15,8-9 0 16,5-12-2-16,-1-17 1 16,-3-17-3-16,-6-13 1 15,-3-8 3-15,0-10 5 0,0-22 7 16,0-12-12-16,-3-12 0 15,-6-1-1-15,0-1 0 16,2 2-4-16,1 6-2 16,6 2-9-16,0 3-9 15,16 5-1-15,10 10 24 16,4 9 2-16,9 7 2 16,-1 11 2-16,4 3-1 15,-1 10-3-15,-3 13 0 16,-7 8 0-16,-9-1-1 15,-12-1 1-15,-8-3 0 16,-2-8-1-16,-6-4 2 16,-16-5 1-16,-9-3-1 0,-10-5 1 15,-5-1-2 1,4-4 0-16,6-13 2 0,14-2-1 16,15-5-2-16,7-1-16 15,20-1-72-15,21-1-62 16,8 0 107-16,-3 9 44 15,-4 7 11-15,-9 9 20 16,-9 2 6-16,-7 6-1 16,-4 13-13-16,-4 5-3 15,-2 4-3-15,-4 4-8 16,-2 1 0-16,1-1-6 16,-1-6 3-16,2-9-4 0,2-6 0 15,4-9-2-15,1-2-18 16,4-9-26-16,4-22-70 15,-3-16-169-15</inkml:trace>
  <inkml:trace contextRef="#ctx0" brushRef="#br0" timeOffset="133880.93">8620 14459 741 0,'0'0'128'0,"0"0"-40"16,0 0-88-16,0 0-27 15,0 0-3-15,0 0 9 16,30 119-25-16,-3-71-66 16,4-10-57-16,5-17-263 15</inkml:trace>
  <inkml:trace contextRef="#ctx0" brushRef="#br0" timeOffset="134633.86">9003 14536 682 0,'0'0'140'0,"0"0"-25"16,0 0-78-16,0 0-37 16,0 0-3-16,-12 82 3 15,12-26 0-15,0 7 0 16,0 8 0-16,9-2 0 0,6-5-8 16,3-12-23-1,0-16-17-15,6-14 8 0,2-12-37 16,3-10 14-16,4-13 17 15,4-20-4-15,-4-7 22 16,-5-5 28-16,-8 2 12 16,-8 3 39-16,-8 9 62 15,-4 9-38-15,0 11-23 16,0 6 0-16,0 5-31 16,0 2-21-16,-1 20-9 15,-6 9 9-15,-1 3 1 16,5 0-1-16,1-5-7 15,2-6-13-15,0-3-13 16,8-9 0-16,10-9 3 16,4-2 7-16,0-7 23 0,1-14 0 15,-5-1 2 1,-8-2 8-16,-5 4 41 0,-5 5 9 16,0 7-21-16,0 2-19 15,0 6-12-15,0 0-8 16,0 1-7-16,0 18 5 15,0 3 0-15,5 3 2 16,14 1-8-16,4-3-6 16,4-4-5-16,3-6-10 15,0-9 0-15,-4-4 11 16,-1-7 9-16,3-25 9 16,-1-15 0-16,-3-12 0 0,-4-6 0 15,-9-1 1 1,-8 3 0-16,-3 8 3 0,-22 6 8 15,-8 3 12-15,0 9 10 16,6 7 8-16,8 13 3 16,6 11-6-16,10 6-39 15,0 12-5-15,0 25-20 16,13 19 25-16,0 15 0 16,-4 16 0-16,-1 8 2 15,-7-2-2-15,-1-4-7 16,0-14-11-16,0-14-12 15,-6-12-3-15,1-16-19 16,1-14-16-16,1-12-79 0,0-7 9 16,3-21-22-1</inkml:trace>
  <inkml:trace contextRef="#ctx0" brushRef="#br0" timeOffset="134847.17">8863 14662 551 0,'0'0'66'16,"0"0"6"-16,-88-12-29 15,73 12-39-15,9 12-4 16,5-2-10-16,1-3 5 0,2-1-2 16,26-3 7-1,9-3 7-15,21 0-2 0,11-3-5 16,7-12-75-16,-3-5-80 15,-7-5-210-15</inkml:trace>
  <inkml:trace contextRef="#ctx0" brushRef="#br0" timeOffset="135266.5">10039 14892 344 0,'0'0'181'0,"0"0"-69"16,0 0-18-16,0 0-33 16,0 0-19-16,0 0-19 0,11-2-14 15,8-5-3-15,9-1-4 16,8-4-2-16,5 1 3 15,1 0-3-15,2 0-13 16,-3 3-41-16,-8 2-82 16,-12 4-78-16</inkml:trace>
  <inkml:trace contextRef="#ctx0" brushRef="#br0" timeOffset="135466.52">10094 15008 487 0,'0'0'150'16,"0"0"-127"-16,0 0 3 16,0 0 33-16,0 0-20 15,98 19-3-15,-47-19-18 0,9 0-6 16,5 0-10-16,4-2-2 16,2-9-1-16,-8 0-44 15,-17 2-71-15,-16 1-65 16,-17-2-279-16</inkml:trace>
  <inkml:trace contextRef="#ctx0" brushRef="#br0" timeOffset="140780.03">11080 14632 525 0,'0'0'74'0,"0"0"14"16,0 0-21-16,0 0-33 15,0 0-34-15,0 0 0 16,0 0-1-16,0-28 1 16,18 25 1-16,2-2 2 15,-1 1 4-15,1 1-2 16,4 1 0-16,1-1-4 15,4 2-1-15,-2-3 0 16,0 1 2-16,-4 2-1 16,-3-1 0-16,-8 2-1 15,-1 0 0-15,-1 0-1 0,0 11-2 16,-2 16 0-16,0 12 3 16,-8 16 3-16,0 17 9 15,-4 9 5-15,-14 3-13 16,0-4 0-16,2-11-3 15,6-12 3-15,-1-15-4 16,6-13 1-16,1-12-1 16,1-10-22-16,1-7-66 15,-1-6-33-15,0-24-126 16</inkml:trace>
  <inkml:trace contextRef="#ctx0" brushRef="#br0" timeOffset="141547.03">11201 14872 326 0,'0'0'97'16,"0"0"-15"-16,94 0-36 15,-41 3-14-15,12-1-15 16,7-2-11-16,5 0-6 16,0-14-4-16,-5-6-49 15,-7-4-42-15,-12-2-32 16,-18-1 50-16,-12 4 77 15,-17 2 24-15,-6 6 53 16,0 3 58-16,-17 4-49 16,-4 3-38-16,-1 5 20 0,2 0-9 15,3 14-34-15,9 13-22 16,7 11-1-16,1 10-1 16,4 7 2-1,18 2 4-15,8-2-3 0,6-6-1 16,2-11-3-16,2-8 3 15,-3-14 0-15,-4-9-2 16,-3-7 0-16,-6-13 5 16,0-15-4-16,-5-10 5 15,-6-6-4-15,-6-4 0 16,-7 3-3-16,-5 0 0 16,-23 9-2-16,-8 8-16 0,-8 10-45 15,5 8-54 1,9 4-11-16,14-1 91 0,16 1 37 15,0 2 2-15,11 1 6 16,11 0 11-16,3 2 27 16,2 0-13-16,2 1-4 15,-1 0-8-15,-1 0-2 16,0 5-6-16,1 7-6 16,2 5-3-16,1 3 8 15,2 1 1-15,-3 4 9 16,0 1-11-16,-2 0-4 15,-6-1-1-15,-1-1-5 16,-4-2 4-16,0-4-3 0,0-3-2 16,1-5-5-1,0-5-21-15,-3-5-8 0,-2-5 3 16,2-14-1-16,-3-10 30 16,-2-5 2-16,-2-7 20 15,-2-1-14-15,-6 2 22 16,0 1 20-16,0 5 30 15,-21 7-47-15,-3 9 0 16,-6 7-23-16,-1 9-8 16,3 2-3-16,4 0-6 15,5 17-11-15,4 12-39 16,1 7-54-16,1 0-33 16,2-4-149-16</inkml:trace>
  <inkml:trace contextRef="#ctx0" brushRef="#br0" timeOffset="141978.14">13347 14543 702 0,'0'0'142'0,"0"0"-103"15,0 0-39-15,0 0-2 16,0 0 2-16,-2 87 0 16,2-62-4-16,0-1 1 0,7-4-9 15,10-7-6 1,4-7 2-16,-3-6 1 0,1 0 7 16,-5-10 1-16,-4-9 0 15,-2-5-13-15,-8 2 20 16,0 0 0-16,-6 5 8 15,-18 8 7-15,-7 6-1 16,-2 3-12-16,1 12 4 16,6 14-6-16,5 14 0 15,7 8-2-15,10 8 1 16,4 6 0-16,3 1 0 16,18-4 0-16,12-12 0 0,8-8-8 15,7-14-81-15,10-15 8 16,2-10-98-16,-2-10-76 15</inkml:trace>
  <inkml:trace contextRef="#ctx0" brushRef="#br0" timeOffset="142294.13">13703 14744 538 0,'0'0'336'16,"0"0"-329"-16,0 0-5 15,21 99-2-15,-16-41 7 16,-1 2-3-16,2-9 9 16,3-9-5-16,3-8-8 0,-1-10 3 15,-4-10-2-15,-1-5 2 16,-5-7 0-16,-1-2-3 16,0 0 7-16,0-16 13 15,0-10-19-15,-7-4 0 16,1-7-1-16,2-3 2 15,4 2-2-15,1-1 0 16,24 5-4-16,11 3-9 16,9 7-21-16,3 7 11 15,4 5-19-15,-6 6-38 16,-6 6-18-16,-11 0-4 16,-14 0-130-16</inkml:trace>
  <inkml:trace contextRef="#ctx0" brushRef="#br0" timeOffset="142693.05">11403 15598 445 0,'0'0'73'0,"0"0"10"16,0 0-17-16,0 0-25 15,0 0-34-15,0 0 1 16,160-16 29-16,-44-1 9 15,26-3-4-15,16-5-19 16,9 2-14-16,-7 1 1 16,-10 1-10-16,-8 4 3 15,-14 6-2-15,-19 4-1 16,-23 4-28-16,-28 3-47 16,-36 0-51-16,-22 9-53 0,-36 7-88 15</inkml:trace>
  <inkml:trace contextRef="#ctx0" brushRef="#br0" timeOffset="142925.4">11347 15804 178 0,'0'0'472'0,"0"0"-392"15,0 0-53-15,88 1 27 16,-18-1-13-16,25-5-14 15,21-12-8-15,26-3-6 16,15-5-4-16,10 2-7 16,-3-2 1-16,-4 1-3 0,-4 0-3 15,-11 2-37-15,-8 1-42 16,-22 5-65-16,-24 2 29 16,-29 2-286-16</inkml:trace>
  <inkml:trace contextRef="#ctx0" brushRef="#br0" timeOffset="143074.78">13157 15545 682 0,'0'0'171'15,"0"0"-102"-15,0 0-22 16,0 0-42-16,0 0-5 0,0 0-22 16,-46-15-21-1,46 28-50-15,3-4-107 0,8-5-297 16</inkml:trace>
  <inkml:trace contextRef="#ctx0" brushRef="#br0" timeOffset="157279.12">17987 14877 567 0,'0'0'107'16,"0"0"16"-16,0 0-65 15,0 0-44-15,0 0 10 16,0 0-12-16,0 0 4 15,-13-47-5-15,13 42-5 0,3 1-2 16,9 0-4 0,8 3-1-16,7 1 0 0,5 0 1 15,-1 0 0-15,-1 13-3 16,-6 7 1-16,-3 3-1 16,-8 5-5-16,-12 5-6 15,-1 0 1-15,-14 4 8 16,-11-3 3-16,-5-5-5 15,3-7 1-15,6-6-7 16,6-4 13-16,9-8 2 16,3-1-2-16,3-3-7 15,0 0-23-15,21 0 17 16,15-5-2-16,11-15-79 0,10-5-16 16,3-6-40-1,-2-6 34-15,-4-1 80 0,-8-1 36 16,-9 1 24-16,-10 2 77 15,-12 9-23-15,-9 7 56 16,-6 8 9-16,0 7-67 16,0 3-31-16,0 2-15 15,0 0-30-15,0 20-7 16,0 11 4-16,0 7 3 16,0 7 0-16,0 2 0 15,10-1-3-15,10-3 3 16,2-6 0-16,2-8-1 0,-5-10-1 15,-2-12-2 1,2-7 1-16,-6-7 3 0,5-19 5 16,-4-8-4-16,-4-4 1 15,-3 1-2-15,-7 0-1 16,0 2-4-16,0 6-21 16,0 4 3-16,0 5 13 15,0 4 6-15,0 6-2 16,0 6 5-16,10 4 1 15,-1 0 0-15,4 0 1 16,1 11 1-16,-1 4-1 16,0 2-1-16,-1 0 1 15,2-2 1-15,-1 0 0 16,0-1-1-16,0-3-1 16,-4-2 3-16,-1-3-3 0,-3-1 0 15,-2-1 0 1,0 0 2-16,0 0-2 0,1 1 0 15,1 2-2-15,0 2 0 16,-1 2 0-16,0 3 1 16,1-2-2-16,-2 0 2 15,-2 2-3-15,0 1 3 16,1-2 1-16,3 4 0 16,-1-2 1-16,0 0-1 15,1-2 2-15,-1-2-4 16,6-3 2-16,0-2 0 15,0-2 0-15,2-4 1 0,6 0 3 16,4-4 0-16,3-11 2 16,1-6 4-16,-2-1 2 15,-6-1-1-15,-6 1 6 16,-4-2 2-16,-7 0-10 16,-1-4-5-16,0 2-4 15,-9-3 3-15,-12-2-3 16,-6 0 0-16,-3 3 3 15,-4 6 4-15,5 8 1 16,0 13-8-16,3 1-2 16,-2 15-25-16,-3 13-70 15,-2 2-99-15,3-5-368 16</inkml:trace>
  <inkml:trace contextRef="#ctx0" brushRef="#br0" timeOffset="157730.97">19753 14739 757 0,'0'0'80'0,"0"0"-80"0,0 0-8 15,0 0 8 1,0 0 1-16,0 76-1 0,0-59 0 16,0-6 0-16,0-4-2 15,4-5 2-15,9-2-1 16,0 0 2-16,0-6 0 16,1-11-1-16,-7-1-8 15,-3-2-5-15,-4 3 13 16,0 0 1-16,-14 1-1 15,-4 5 5-15,2 4 19 16,-1 6-8-16,4 1-8 16,1 11-8-16,2 19-1 15,3 11-4-15,4 4 4 16,3 3 1-16,0-4 0 16,14-6-1-16,11-6-11 0,7-12-13 15,8-10-1-15,8-10-9 16,-1 0-19-16,-3-16-5 15,-5-12-84-15,-11-3-256 16</inkml:trace>
  <inkml:trace contextRef="#ctx0" brushRef="#br0" timeOffset="158028.39">20062 14763 767 0,'0'0'101'0,"0"0"-101"16,0 0-6-16,17 81 6 15,-8-34 2-15,-3-2 7 0,1-6-1 16,0-6 0 0,-1-12-3-16,-3-9-1 0,-1-6-1 15,-2-6-1-15,0 0 5 16,0 0 19-16,0-10 16 16,0-12-30-16,0-7-12 15,0-7-8-15,0-5-5 16,13 2 3-16,4 3-9 15,8 7-21-15,2 4 3 16,3 11-29-16,-4 8-44 16,-3 6 37-16,-10 0-25 15,-2 17-118-15,-3 3-64 16</inkml:trace>
  <inkml:trace contextRef="#ctx0" brushRef="#br0" timeOffset="158610.94">20878 14826 655 0,'0'0'56'0,"0"0"-28"15,0 0-28-15,0 0-2 16,0 0-3-16,0 0-2 16,-9-1-3-16,9 8 10 15,18 2 2-15,10-3 3 16,17-1 0-16,12-3-5 15,9-2 0-15,7 0-21 16,2 0-21-16,-1-4-26 16,-9-9 37-16,-5 1-34 15,-12-4 26-15,-16 4 25 16,-11-2 10-16,-13 2 1 16,-8-1-34-16,-5 1 8 15,-19-1 29-15,-5 2 4 0,0 1 19 16,7 3 18-16,8 4 58 15,8 3-55-15,5 0 2 16,1 2-46-16,0 13-2 16,0 9 2-16,3 4 0 15,6 6 8-15,3 2 8 16,-3-2-4-16,-2-7-3 16,1-3-5-16,-7-5-3 15,-1-5 2-15,0-4 3 16,-6-2 3-16,-12 1-9 15,-6-4-23-15,2-5-86 16</inkml:trace>
  <inkml:trace contextRef="#ctx0" brushRef="#br0" timeOffset="161091.24">21840 14608 434 0,'0'0'190'0,"0"0"-103"16,0 0-87-16,0 0 0 15,0 0 5-15,0 81 24 16,-2-33-5-16,-5 2-4 16,-6-1-5-16,1-6-9 15,0-11-2-15,3-10-1 16,7-10 0-16,2-7-2 0,-1-5 3 15,1 0 8-15,-2-21 50 16,1-8-44-16,-1-13-18 16,-2-7-7-16,-4-2 0 15,0 1 5-15,3 4-3 16,5 7-26-16,0 5-20 16,22 6-37-16,10 4 24 15,5 7 51-15,-1 6 13 16,-5 7 4-16,-2 4 10 15,-6 0 3-15,-3 18-15 16,-6 2 6-16,0 7-8 16,-8-2 1-16,-6 1 3 15,-2 0 5-15,-21-3-3 16,-9-2-1-16,-1-5-5 16,3-4-1-16,8-4-7 0,10-2-3 15,8 0-6-15,4-1-36 16,0 1 37-16,13 1-8 15,8-1 24-15,-1 2 4 16,-1 1 13-16,0 4 14 16,-1 2-7-16,0 2-5 15,-3 2-7-15,-5 4-6 16,-8 0-5-16,-2-2 6 16,-3 1 2-16,-18-2-1 15,-4-2 2-15,-3-7-10 16,4-5-15-16,3-4-29 15,4-2 10-15,9-2 31 16,7-14 3-16,1-6 0 0,15-6-13 16,18 0 12-16,10-3-8 15,5 0-13-15,6-1-55 16,1 2-5-16,-1 3 82 16,-2 3 4-16,-7 7 41 15,-16 6 10-15,-13 7 13 16,-9 4 48-16,-7 0 6 15,0 0-80-15,0 0-33 16,-6 12-9-16,-11 9 0 16,-5 8 1-16,1 2 0 15,5 3-1-15,5-7-2 16,4-2-2-16,7-5-19 16,0-7-18-16,1-8 0 15,22-5 17-15,4 0 24 0,5-5-1 16,1-19-10-16,-7-5 5 15,-3-6 6-15,-7-2 5 16,-10 3 0-16,-6 6 34 16,0 7 19-16,0 9-20 15,-5 5-8-15,2 7-4 16,3 0-26-16,0 19-12 16,0 9-7-16,0 7 12 15,5 4-12-15,12-6 5 16,4-4-1-16,2-7 6 0,4-11-23 15,-2-7 20 1,-3-4 7-16,-1-9 5 0,-6-13 2 16,-3-7 2-1,0 1-4-15,-3 2-2 0,-3 9 0 16,-2 7 1-16,-1 6-2 16,-1 4 3-16,2 0-2 15,2 10-7-15,0 6 4 16,0 2 5-16,4 3-3 15,-2-4 3-15,4-3 0 16,1-5 0-16,-2-6-3 16,-1-3 3-16,2-2 4 15,-1-15 14-15,0-4-18 16,-1 0 2-16,0 1-1 16,-4 4 0-16,1 7-1 0,-2 1 2 15,-1 7 14-15,-1 1 5 16,2 0-4-16,-1 0-17 15,6 14 0-15,6 8 0 16,5-1 0-16,4 4 0 16,0-6-16-16,-5-2-21 15,5-6-10-15,-3-10-45 16,-1-1 39-16,1-12 9 16,-2-20-17-16,4-8-50 15,-5-9 12-15,-1-3 5 16,-6 1 85-16,-10 1 9 15,-2 3 42-15,-8 2 61 16,-11 7 98-16,4 11 48 16,2 13-118-16,11 12-81 0,0 2-50 15,1 25-29-15,-4 14 22 16,-2 12 5-16,-2 10 2 16,0 7 0-16,4 2 0 15,4-7-2-15,1-10-8 16,0-10-10-16,0-15-2 15,0-7-6-15,0-12 1 16,3-9-8-16,3 0-24 16,6-9 55-16,7-15 4 15,5-6-33-15,3-6 3 16,0 2 14-16,-6 3 16 16,-3 4 11-16,-7 8 45 15,-5 6-22-15,-4 5 3 0,-2 5 1 16,0 3-23-16,0 0-13 15,0 0-2-15,0 0-9 16,0 5-14-16,-5 2 22 16,-1 0-2-16,4-1-26 15,0-2 28-15,1-4 1 16,1 0 1-16,-2 0 0 16,1 0 6-16,1 0 27 15,0 0-4-15,0 0-13 16,0 0-14-16,-2 0-2 15,2 0 4-15,0 0-4 16,0 0 3-16,0 0-4 0,0 0-2 16,-1 0 1-16,1 0-3 15,0 0-2-15,0 0 3 16,0 0 2-16,0 0 0 16,0 0-2-16,0 0 3 15,0-3 1-15,1-5 3 16,7-3-4-16,1 0 0 15,-2-2 0-15,-4 6 3 16,-3-3-1-16,0 1 1 16,0 1 7-16,0 2-5 15,0 2 8-15,0 2-8 16,0 2-5-16,0 0 0 16,0 0-2-16,0 0-5 15,0 5 1-15,0 9 6 0,0 4 0 16,-2 1-1-16,-4 5 0 15,0 0 1-15,-1 0 1 16,3-2-1-16,-2-1 1 16,4-3-1-16,2 1 0 15,0-5-15-15,0-2-33 16,12-5-23-16,6-5 23 16,4-2 38-16,7 0-24 15,6-16-2-15,2-6 33 16,3-7 3-16,-2-6 2 15,-7-5 6-15,-6-1 24 0,-9 0-9 16,-8 3 29 0,-8 4-21-16,0 3-31 0,0 6-13 15,-5 6-65-15,-1 8 60 16,4 5 18-16,2 6 0 16,0 0-2-16,0 6-35 15,0 11 37-15,2 5 0 16,7 8 2-16,4 7 6 15,2 5-1-15,2 3-1 16,-2-1-5-16,-4-9 4 16,-6-9-4-16,-5-13 0 15,0-5 1-15,-2-6 13 16,-12 1 37-16,-9 0-24 0,-2 0-4 16,-5 0-24-1,-2 1-12-15,7 0-88 0,9 1 8 16,8-3-190-1</inkml:trace>
  <inkml:trace contextRef="#ctx0" brushRef="#br0" timeOffset="161724.94">23888 14512 630 0,'0'0'181'15,"0"0"-71"-15,0 0-62 16,0 0-48-16,0 0-7 16,0 0-3-16,-36 58 10 0,15-10 0 15,2-1 0-15,3-4 0 16,8-10-1-16,2-13 0 15,6-13-4-15,0-4 5 16,0-3 2-16,0-7 7 16,0-18 13-16,11-10-20 15,6-4-2-15,2 2-2 16,1 1-19-16,4 3-30 16,0 6-19-16,-3 4-30 15,-2 9 68-15,-7 8 32 16,-5 6 7-16,-1 1-7 15,-6 23 3-15,0 10-3 16,0 7 2-16,-8 7 1 16,0 0 1-16,2-6-4 0,6-9-1 15,0-15 0-15,8-13-2 16,8-5 3-16,1-12 5 16,5-13-1-16,6-8-4 15,2-5-24-15,0 1-20 16,-2 0-9-16,-2 6-28 15,0 1-149-15</inkml:trace>
  <inkml:trace contextRef="#ctx0" brushRef="#br0" timeOffset="162456.33">24364 14485 581 0,'0'0'136'16,"0"0"-41"-16,0 0-53 15,0 0-42-15,0 0-11 0,0 0-6 16,-29 58 17-16,1-14 4 16,-4 2-1-16,2 5-2 15,0-2 1-15,12-5-1 16,1-12 1-16,10-14-2 16,2-11 3-16,4-7-3 15,1 0 4-15,0-7 25 16,0-13 23-16,0-11-52 15,3-6-6-15,7-3-9 16,-1-2-20-16,5 1 4 16,-4 3-38-16,5 1-9 15,2 5-35-15,6 6-24 16,1 7 39-16,-3 9 98 16,-3 8 87-16,-6 2-44 0,-6 9 1 15,-3 13-36 1,-3 4 16-16,0 5 4 0,0-1-11 15,-13-1 2-15,-1-3-11 16,-4-3-3-16,3-3 1 16,2-4-6-16,5-5 2 15,4-4-2-15,4-1-29 16,0-6 8-16,0 4 9 16,4-4 12-16,10 0 14 15,2 3 16-15,-4-1 10 16,-3-1 32-16,-8 0-35 15,1 2-18-15,-2 4 4 16,0 8-20-16,-15 5 7 16,-4 3-1-16,-5-1-4 0,0-2-2 15,3-5-3-15,6-4-22 16,6-3-71-16,5-5 3 16,4-3 23-16,10 0-22 15,18-16 86-15,8-8-123 16,8-5-18-16</inkml:trace>
  <inkml:trace contextRef="#ctx0" brushRef="#br0" timeOffset="162673.46">24599 14601 281 0,'0'0'277'0,"0"0"-132"16,0 0-15-16,0 0-119 0,0 0-10 15,0 0-2-15,-53 57 2 16,33-19-1-16,4 6 2 15,-2 3 2-15,8-2-4 16,4-8 2-16,4-10-2 16,2-10-1-16,0-5-24 15,2-7-15-15,10-5-77 16,1 0 49-16,0-19-125 16</inkml:trace>
  <inkml:trace contextRef="#ctx0" brushRef="#br0" timeOffset="162828.05">24661 14469 662 0,'0'0'106'0,"0"0"-55"16,0 0-45-16,0 0-6 16,83-21-4-16,-71 21-31 15,-1 9-71-15,-4 2-4 16,-7-1-230-16</inkml:trace>
  <inkml:trace contextRef="#ctx0" brushRef="#br0" timeOffset="163322.99">24579 14652 587 0,'0'0'72'0,"0"0"-52"0,0 0 10 15,0 0-16-15,0 0-7 16,0 0 1-16,17 43 7 15,2-39-5-15,3-2-4 16,5-2 3-16,1 0-9 16,0-14 0-16,-3-6-49 15,-3 0-27-15,-3-1 33 16,-5 3 20-16,-4 3 23 16,-6 5 57-16,-1 8 31 15,-3 0-1-15,3 2-87 16,0 0-57-16,5 8 39 15,2 9 16-15,1-1 2 0,3 1 0 16,-2-6-18-16,-4-5-3 16,-3-3 12-16,-4-3 9 15,-1 0 6-15,0 0 32 16,0-6 4-16,-5-5-42 16,-8 1 4-16,-8 3-3 15,-1 5 11-15,-1 2-11 16,-2 5-2-16,1 17-2 15,3 9 0-15,0 7 0 16,0 2 3-16,4 3 0 16,5-2 0-16,12-10-2 15,0-3-3-15,20-10-12 16,19-8 17-16,10-8 8 0,5-2-8 16,3 0-71-1,-3-14-85-15,-12-10-228 0</inkml:trace>
  <inkml:trace contextRef="#ctx0" brushRef="#br0" timeOffset="163838.88">24863 14950 243 0,'0'0'167'0,"0"0"-61"15,0 0-57-15,0 0 6 16,0 0-37-16,0 0 9 16,42-34-23-16,-30 20 0 15,1 0 10-15,0-2 7 16,0 2 3-16,-4 2 4 15,0-1-19-15,-1 2-3 16,-2 1 3-16,4 0-2 16,-3 1-7-16,1-1-15 15,2 1-8-15,-1 1-16 16,-1 0 0-16,2 4 10 16,-6 1 20-16,-1 3 9 0,-3 0 34 15,0 0 34-15,0 0-23 16,0 0-24-16,-4082 6-21 15,8164 3 0-15,-4096 11 0 16,-5 5 3-16,-1 3-3 16,2-1 1-16,0-2 2 15,8-5-3-15,1-5 0 16,3-3 1-16,0-5-1 16,-3-2-9-16,0 1-33 15,-3-4-46-15,-8-2-50 16,-6 0-334-16</inkml:trace>
  <inkml:trace contextRef="#ctx0" brushRef="#br0" timeOffset="164374.66">23743 14864 35 0,'0'0'603'0,"0"0"-449"16,0 0-78-16,0 0-65 15,0 0-11-15,0 0-6 16,0 28 6-16,-1 2 0 15,-13 6 1-15,-1 1-1 16,-2 5-35-16,-1-8-95 16,1-7-121-16</inkml:trace>
  <inkml:trace contextRef="#ctx0" brushRef="#br0" timeOffset="167368.95">20350 15562 580 0,'0'0'138'16,"0"0"-93"-16,0 0-45 15,0 0 1-15,-91 20-2 16,63 2 1-16,8 2-1 16,8 0-12-16,9-3 8 15,3-4-13-15,0-3 8 16,18-6-4-16,7-5 4 15,7-3 8-15,2 0 4 0,1-13 0 16,-3-6 10-16,-8-6-1 16,-3-3 36-16,-9 5 5 15,-5 4-6-15,-7 8 1 16,0 5-13-16,0 5-13 16,0 1-21-16,0 0-6 15,-1 17 5-15,-3 3-2 16,4 3-3-16,0-1-3 15,5-3-9-15,12-3 6 16,4-5 11-16,4-4-7 16,0-7 7-16,1 0 1 15,-2-12 3-15,0-15 1 16,-4-7 0-16,-5-4 4 0,-1-3 4 16,-11 0-1-1,-3 4-5-15,0-1-3 0,-20 5 4 16,-12 4-1-16,-9 8 0 15,-9 9-4-15,-3 12 2 16,7 0-4-16,6 24 0 16,10 8-7-16,7 8-4 15,6 9 6-15,5 7 4 16,2 0 0-16,5 1-6 16,5-1-1-16,0-6-5 15,0-4-9-15,19-4-12 16,10-9 4-16,5-12-39 15,9-12 10-15,6-9 13 16,3-7 28-16,0-19 18 0,-3-10 1 16,-9-6 29-16,-7-5 19 15,-9-4 25-15,-13 1 2 16,-11 0-39-16,0-2-6 16,-25 0-13-16,-11 5-11 15,-4 7-7-15,6 16 2 16,8 14-2-16,14 10-22 15,10 9-96-15,2 19-27 16,0 4 37-16,14 1-305 16</inkml:trace>
  <inkml:trace contextRef="#ctx0" brushRef="#br0" timeOffset="167802.4">21237 15484 603 0,'0'0'191'0,"0"0"-80"16,0 0-54-16,0 0-48 15,0 0-5-15,-81 0-4 16,58 29 0-16,8 3-5 15,8 2-5-15,7-4-14 0,0-2-21 16,2-5-8-16,16-9-36 16,4-9 14-16,3-5 50 15,-1-8 22-15,-4-15 3 16,-3-5 24-16,-9-2 56 16,-4 2 0-16,-4 6-24 15,0 4 0-15,-3 7-29 16,-2 4-7-16,2 7-20 15,3 0-2-15,0 16-10 16,0 12 8-16,12 3 1 16,3 2-20-16,2 0-16 15,2-5-2-15,5-6-39 16,7-9-48-16,7-9-14 16,3-4-232-16</inkml:trace>
  <inkml:trace contextRef="#ctx0" brushRef="#br0" timeOffset="168384.16">22040 15512 765 0,'0'0'65'0,"0"0"-51"16,0 0-14-16,0 0 0 0,0 0 12 15,0 0 30-15,0-18-18 16,1-1-21-16,4-5-1 16,1-3-2-16,-2-3 0 15,1-1-7-15,-5 5 3 16,0 4-3-16,0 3 1 16,0 9 3-16,0 7 3 15,0 3 0-15,0 5-19 16,0 27-16-16,0 14 32 15,-11 14 0-15,-8 15 3 16,-1 7 2-16,-3 5-1 16,0 5 0-16,-2-9 1 15,-5-11-2-15,3-20-2 0,5-26-32 16,7-19-45 0,7-7 79-16,6-24 13 0,2-18 12 15,0-11-19-15,15-5-6 16,5 1 0-16,9 5-2 15,7 9-9-15,13 4-20 16,0 8-19-16,0 5 50 16,-4 8 0-16,-6 7 58 15,-9 6-2-15,-5 5-12 16,-10 0-23-16,-2 9-16 16,-2 6-5-16,-5 5-2 15,-6 1 2-15,0 1 0 16,0 0 5-16,0-1-3 15,-3-4 0-15,0-3 0 0,3-3-2 16,0-5-23-16,0-6-128 16,4-2-200-16</inkml:trace>
  <inkml:trace contextRef="#ctx0" brushRef="#br0" timeOffset="168513.83">22410 15295 827 0,'0'0'0'0,"0"0"-102"16,0 0 21-16,81 105-131 15,-56-67-172-15</inkml:trace>
  <inkml:trace contextRef="#ctx0" brushRef="#br0" timeOffset="168850.03">22751 15557 664 0,'0'0'161'0,"0"0"-94"16,0 0-38-16,-82 37-18 16,51-8-4-16,1 6-4 15,5-5-2-15,4-2-1 16,5-6-19-16,7-8-17 16,1-8-22-16,6-6-49 15,2 0 59-15,0-22 10 16,0-9-91-16,13-4 68 0,0-2 23 15,2 5 38-15,0 8 103 16,-2 9 34-16,-1 10-7 16,1 5-100-16,0 8-30 15,1 15 0-15,-3 12-3 16,-1 2 3-16,-5 3 0 16,5-5-39-16,7-7-47 15,7-7 42-15,4-12 13 16,-2-9-126-16,0 0-107 15</inkml:trace>
  <inkml:trace contextRef="#ctx0" brushRef="#br0" timeOffset="169451.15">22877 15695 17 0,'0'0'213'0,"0"0"-28"15,0 0-7-15,40-75-100 16,-31 68 1-16,-5 3-44 16,5 4-28-16,3-1-7 0,0 0 2 15,0-2 4 1,-5-3 31-16,-2-1 19 0,-4-5-7 15,-1-2-25-15,0-6-10 16,0 3-5-16,-7 0-9 16,-8 4 0-16,2 5-3 15,-4 5-15-15,0 3-4 16,3 10-17-16,-4 12 2 16,8 4 13-16,2 8 11 15,7-2-24-15,1 2 28 16,0-5 2-16,16-8-21 15,10-9-1-15,8-11 29 0,3-1 15 16,-1-13 10-16,-3-12-9 16,-5-5-15-16,-1-5 10 15,-6-3 3-15,0-1-11 16,-4-2-3-16,-3 2-3 16,-2 0 3-16,3 4 6 15,-3 10 17-15,4 10-6 16,-1 14-17-16,1 1-8 15,-3 12-4-15,-2 15 5 16,-6 9-1-16,-2 6 8 16,-2 5-3-16,-1-4 7 15,0-6-3-15,0-7 0 16,0-11-1-16,0-8 0 16,-3-8 0-16,0-1 2 15,-3-2 12-15,-5 0 21 0,-8-2-3 16,-5-12-22-16,-2 0-9 15,5 3 4-15,7 4-4 16,8 7-1-16,4 0-3 16,2 11-29-16,0 12 23 15,0 3 8-15,8 0-21 16,9-5-11-16,5-3-17 16,8-8 4-16,9-4 16 15,9-6-10-15,2 0-113 16</inkml:trace>
  <inkml:trace contextRef="#ctx0" brushRef="#br0" timeOffset="169732.85">23809 15451 846 0,'0'0'29'16,"0"0"-29"-16,0 0-2 15,0 0-1-15,-5 79 3 16,-3-43 2-16,0-1-1 16,3-3 3-16,4 0-1 15,1-7-2-15,0-6-1 16,0-6 5-16,-3-6-3 16,1-7-2-16,2 0 1 0,-1 0 1 15,1-17-2 1,0-7-13-16,0-4-41 0,17-2-97 15,12-4-28-15,6 3-251 16</inkml:trace>
  <inkml:trace contextRef="#ctx0" brushRef="#br0" timeOffset="170249.04">24088 15455 446 0,'0'0'28'0,"0"0"-6"15,0 0 63-15,0 0-49 16,0 0-8-16,-55 82 0 15,41-65-11-15,2-2 2 0,8-5-14 16,4-2-2-16,0-4-3 16,1-2-3-16,17-2 3 15,4 0 5-15,4-7-5 16,1-10 0-16,-9 0-1 16,-3-2 1-16,-8 5 0 15,-7 3 34-15,0 5 53 16,0 6-38-16,0 0-43 15,-9 2-6-15,0 14-2 16,-1 6-2-16,5 2 2 16,5 3 2-16,0 0-2 15,3-1-5-15,18-6 0 16,11-12-13-16,2-8 20 16,3 0 1-16,-3-24 4 15,-2-8-1-15,-4-7-2 0,-3-4 6 16,-1-6-8-16,-4 6-7 15,-10-1-9-15,-9 3 0 16,-1 7 16-16,-1 9 15 16,-8 10 39-16,5 9-12 15,1 6-36-15,1 7-6 16,1 20-27-16,-2 12 24 16,-6 11 2-16,-2 6 1 15,-2 4 0-15,-1-1 0 16,11-6 0-16,3-7-10 15,5-13-24-15,13-8-20 16,-3-14-88-16,1-11-195 0</inkml:trace>
  <inkml:trace contextRef="#ctx0" brushRef="#br0" timeOffset="170582.57">24513 15567 581 0,'0'0'115'0,"0"0"9"16,0 0-82-16,0 0-38 15,0 0 0-15,0 0-3 16,58-38 2-16,-55 37 3 16,-1-1-4-16,-2-2 9 15,0-2 22-15,0-3-27 16,0-3-2-16,-8 0-4 16,-4 2 0-16,2 4 0 0,4 6-5 15,0 0-18-15,-2 1-10 16,-2 18 23-16,4 3 9 15,1 6 0-15,4 4 1 16,1-3 1-16,7-4-1 16,23-6-8-16,9-7 8 15,7-6 1-15,-2-4 3 16,-4-2-4-16,-3 0 0 16,-9-6-18-16,-3-10-92 15,-6-8-76-15,-7-2-276 16</inkml:trace>
  <inkml:trace contextRef="#ctx0" brushRef="#br0" timeOffset="170734.92">24549 15340 844 0,'0'0'17'16,"0"0"-16"-16,0 0-1 15,0 0 6-15,105 15 5 16,-46-4 0-16,14-2-11 15,15 3 0-15,3-7-71 16,-6-5-160-16</inkml:trace>
  <inkml:trace contextRef="#ctx0" brushRef="#br0" timeOffset="171681.03">22189 16566 671 0,'0'0'76'0,"0"0"-75"0,0 0-1 15,0 0 5 1,55 82 0-16,-29-57-2 0,-1-5-1 15,3-7-2-15,4-10 1 16,-1-3-1-16,1-10 11 16,-2-14 2-16,-4-6 24 15,-9-3-1-15,-7-8-7 16,-10 1 10-16,0-4-36 16,-23-1-3-16,-9-2-3 15,-7 4-7-15,-1 3 1 16,8 9 8-16,15 10-6 15,17 5-7-15,7 7-11 16,32 3-62-16,8 3 59 0,4 3 11 16,-3 0-5-16,-10 3 22 15,-8 11 7-15,-7 4 17 16,-11 7 9-16,-8 8-4 16,-4 13-15-16,-4 8 10 15,-16 8-10-15,-2 6-7 16,-1 1-6-16,7-4 2 15,6-7-3-15,6-11-1 16,4-11-16-16,0-8-3 16,19-8 3-16,0-6 8 15,-1-9 9-15,3-5 1 16,-5 0 3-16,1-5 9 16,-4-12-2-16,-3 0-5 15,-5-2-2-15,-5-6-1 0,0-2 6 16,-15-6-5-16,-9-2 11 15,-6-1-5-15,2 4 3 16,9 5 2-16,8 7 2 16,11 5-7-16,8 3-10 15,29 2-27-15,21-4-18 16,14 1-32-16,8-4-75 16,-1 0-128-16</inkml:trace>
  <inkml:trace contextRef="#ctx0" brushRef="#br0" timeOffset="172148.02">23095 16428 242 0,'0'0'309'16,"0"0"-200"-16,0 0 22 0,0 0-65 16,0 0-39-16,0 0-25 15,-26 25 1-15,26-5-2 16,0-2 0-16,0 2-1 16,0-4 0-16,9-3-1 15,-2-5 1-15,0-5-2 16,0-3-15-16,5 0 17 15,1-19 6-15,4-2-6 16,1-4-9-16,-6 6 7 16,-4 8 2-16,-4 4 5 15,-1 7 5-15,0 0-10 0,2 0 0 16,1 3-3 0,0 7 3-16,3 2 0 0,1-2-3 15,1 0 1-15,3-1 1 16,3-4-2-16,-1-1-10 15,1-4 2-15,-2 0 10 16,-3 0 0-16,-3-11 1 16,-4-3 3-16,0 3 1 15,-3 0 20-15,-2 7 10 16,0 1-16-16,1 3-15 16,2 0-3-16,3 0-10 15,5 0 4-15,5 7 6 16,5 8 0-16,3 0-2 15,5 4 1-15,0-1 0 0,-2 1-12 16,-5-4-11-16,-5-3-13 16,-8-7-80-16,-6-5 26 15,-3 0-90-15</inkml:trace>
  <inkml:trace contextRef="#ctx0" brushRef="#br0" timeOffset="172308.95">23045 16137 737 0,'0'0'57'15,"0"0"-57"-15,0 0 0 16,105 34-1-16,-58-6 0 0,1 2-80 16,0-3-21-1,-5-7-126-15</inkml:trace>
  <inkml:trace contextRef="#ctx0" brushRef="#br0" timeOffset="172549.97">23622 16116 693 0,'0'0'196'0,"0"0"-165"15,0 0-31-15,0 0-2 16,-8 72 2-16,-1-25 2 15,1 1 0-15,3 2 2 0,1 0 0 16,4-2-2-16,0-5-1 16,0-5-1-16,9-8 0 15,0-11-26-15,0-9-29 16,1-8-53-16,-2-2-20 16,-1-12-266-16</inkml:trace>
  <inkml:trace contextRef="#ctx0" brushRef="#br0" timeOffset="172706.11">23514 16394 549 0,'0'0'165'15,"0"0"-101"-15,0 0-62 16,0 0-2-16,0 0 1 16,0 0 1-16,113-4-2 0,-71 4 0 15,2 0-35-15,0 0-64 16,-4-7-83-16</inkml:trace>
  <inkml:trace contextRef="#ctx0" brushRef="#br0" timeOffset="172864.2">24058 16383 453 0,'0'0'183'0,"0"0"-111"16,0 0-5-16,0 0-51 15,0 0-9-15,0 0-7 0,-28 36-76 16,28-36-196-16</inkml:trace>
  <inkml:trace contextRef="#ctx0" brushRef="#br0" timeOffset="174377.87">21770 13724 299 0,'0'0'79'15,"0"0"42"-15,0 0-96 16,0 0-2-16,-9-76-1 16,-1 57-17-16,-6-1-5 15,-1 3-1-15,-10 1 0 16,-9 5 1-16,-12 11 2 15,-4 0-2-15,-5 10-5 16,5 11-8-16,10 4 2 16,12 4 4-16,16 3 1 15,11 7 2-15,3 6 4 16,0 11 3-16,19 7 10 16,9 3 4-16,7 1 1 0,4-6 3 15,-3-11-7-15,-4-9 1 16,-8-10-2-16,-13-10-2 15,-4-7 0-15,-7-5 0 16,0-3-1-16,-6-2 30 16,-7-4 6-16,-8 0-21 15,3-2 8-15,1-13-14 16,2-5 7-16,4-3 11 16,5-2-17-16,6 0-5 15,0-2-15-15,25-2-7 16,11-3-21-16,3 0-24 15,4-2-35-15,-2 1-30 0,0 1 42 16,-6 3-128 0,-11 6 4-16</inkml:trace>
  <inkml:trace contextRef="#ctx0" brushRef="#br0" timeOffset="174596.94">21940 14062 636 0,'0'0'149'0,"0"0"-90"0,0 0-31 16,0 0-20-1,0 0-8-15,0 0-8 0,74-30-10 16,-38 21-47-16,3-5-75 15,-2-8-165-15</inkml:trace>
  <inkml:trace contextRef="#ctx0" brushRef="#br0" timeOffset="174794.4">22259 13750 281 0,'0'0'469'16,"0"0"-419"-16,0 0-48 0,0 0 1 15,-33 84 19-15,22-26-9 16,0 10-7-16,3 4-2 16,1 0-4-16,4-8-12 15,3-11-78-15,0-19-77 16,0-17-229-16</inkml:trace>
  <inkml:trace contextRef="#ctx0" brushRef="#br0" timeOffset="175114.92">22420 13863 816 0,'0'0'49'0,"0"0"1"16,0 0-50-16,0 0-13 16,0 0 12-16,-2 99 2 0,2-49-2 15,0-3 0-15,13-5-17 16,8-9-11-16,4-13 1 15,5-12 0-15,0-8 6 16,-1-8 20-16,1-24-3 16,-3-9 1-16,-7-4 4 15,-10 3 16-15,-10 1 10 16,0 4-4-16,-29 4-4 16,-6 4-4-16,-2 8-5 15,2 10 20-15,9 11-24 16,6 0-5-16,1 20-41 15,5 13-41-15,8 3-61 0,6-6-92 16</inkml:trace>
  <inkml:trace contextRef="#ctx0" brushRef="#br0" timeOffset="175297.19">22839 13609 91 0,'0'0'603'16,"0"0"-480"-16,0 0-62 15,0 0-58-15,0 0-3 0,0 0-184 16,-4-30 82 0,34 39-238-16</inkml:trace>
  <inkml:trace contextRef="#ctx0" brushRef="#br0" timeOffset="175513.02">23114 13430 558 0,'0'0'149'0,"0"0"-38"16,0 0-70-16,0 0-41 15,0 0 0-15,-87 138 0 16,65-47 0-16,5 11 2 0,4 3-1 15,6-4-1-15,4-6-36 16,1-12-48-16,1-12-8 16,1-15-17-16,0-15-168 15</inkml:trace>
  <inkml:trace contextRef="#ctx0" brushRef="#br0" timeOffset="175680.19">23315 14224 796 0,'0'0'92'16,"0"0"-16"-16,0 0-42 15,0 0-15-15,0 0-19 16,0 0-4-16,-49-22-60 16,31 46-49-16,1-2-120 0</inkml:trace>
  <inkml:trace contextRef="#ctx0" brushRef="#br0" timeOffset="179229.44">16688 15811 421 0,'0'0'175'0,"0"0"-56"16,0 0-29-16,0 0-43 16,0 0-25-16,0 0-13 15,0 0-9-15,0-11-2 16,0 24 2-16,0 14 1 16,5 8 0-16,0 13 2 15,0 7 2-15,-2 4-5 16,0-2 0-16,-2-6-21 15,2-9-101-15,-1-13-57 16,3-13-203-16</inkml:trace>
  <inkml:trace contextRef="#ctx0" brushRef="#br0" timeOffset="180024.46">16958 15819 551 0,'0'0'84'0,"0"0"-80"16,0 0-1-16,0 0-2 16,0 0 15-16,0 82 22 15,0-43-17-15,0 2-2 16,0-2-7-16,0-3-3 16,8-5-6-16,0-6 0 15,1-6-2-15,0-7 2 0,3-7 1 16,-1-3-3-16,0-2 1 15,3 0 3-15,1 0 2 16,0-5-2-16,0-4-2 16,-3 1 3-16,-3-2 6 15,-3-1 1-15,-5-1 24 16,-1-1-20-16,0 1-4 16,0-4 0-16,-3 0-10 15,-3 0-1-15,-1-3-2 16,0-1 0-16,-1-2-2 15,0 3-4-15,1 4 2 0,-2 4-5 16,0 3 0-16,-3 3 3 16,3 2 4-16,2 0 1 15,-1 2 1-15,5 1 1 16,0-2 0-16,3 2 2 16,0 0-3-16,0 0 0 15,0 0-3-15,0 0 3 16,2 0 0-16,11 3 0 15,5 0 1-15,4-3-1 16,3 0 2-16,5 0 0 16,8 0-2-16,-1 0 1 15,4 0-1-15,-2 0 1 16,-1 0-1-16,-7 0 0 16,-4 1 0-16,-12 9 0 0,-6-1-2 15,-3 2 2-15,-6 7-2 16,0 5-1-16,0 7 3 15,0 4 1-15,-2 0-1 16,0-3 3-16,0-3-3 16,2-6 0-16,0-6-14 15,7-11-23-15,10-5 5 16,4 0 25-16,4-21 7 16,0-10 6-16,-2-5 5 15,-5-7 14-15,-8 0 11 16,-5-4-12-16,-5 4 12 15,-2 2-13-15,-17 10 0 16,-5 11-15-16,-5 15-8 0,0 5-11 16,-1 17-70-16,8 13-92 15,11-1-221-15</inkml:trace>
  <inkml:trace contextRef="#ctx0" brushRef="#br0" timeOffset="180622.58">17873 15867 628 0,'0'0'191'0,"0"0"-74"16,0 0-78-16,0 0-39 15,0 0-4-15,0 0 3 16,-54 71 1-16,42-23 2 16,4 2-1-16,7-5-1 15,1-5-2-15,2-6-18 16,21-10-28-16,8-12 13 16,7-12-7-16,4 0-15 15,7-16 40-15,-3-14-24 16,-6-4 19-16,-9-2-39 15,-14-5-49-15,-10 2 50 0,-7 3 60 16,0 5 41 0,-16 9 106-16,2 10 3 0,4 9-69 15,7 3-48-15,2 20-33 16,1 16 0-16,0 9 1 16,0 6 0-16,0-2 3 15,0-4-2-15,0-5-1 16,6-12 0-16,4-8 3 15,-6-10-3-15,0-5 1 16,-3-5 0-16,1 0 0 16,-1 0 6-16,2-20 20 15,2-9-27-15,0-10-1 16,4-6-1-16,2-1 1 16,4-3-1-16,4 3 1 0,2 5 0 15,3 13-9-15,-1 12-18 16,-4 14-22-16,-2 2-4 15,-4 5-41-15,-4 22-3 16,-6 4-75-16,-3 3-89 16</inkml:trace>
  <inkml:trace contextRef="#ctx0" brushRef="#br0" timeOffset="181024.86">16960 16462 258 0,'0'0'258'15,"0"0"-129"-15,0 0-93 16,0 0-1-16,89-1 42 16,-25-2-27-16,11-2-21 0,13 0-11 15,0-2-8 1,1-5 1-16,4 2-4 0,1 2 2 16,1 1-8-16,-7 2 3 15,-15 1-1-15,-19 1-6 16,-23 2 3-16,-16 1-3 15,-12-1-5-15,-3-2 5 16,-4 3 2-16,-17 0-25 16,-8 0-64-16,4 0-153 15</inkml:trace>
  <inkml:trace contextRef="#ctx0" brushRef="#br0" timeOffset="181520.94">18470 16241 188 0,'0'0'61'0,"0"0"-43"15,0 0 66-15,0 0-27 16,0 0 14-16,0 0 37 16,77 19-66-16,-34-19-14 15,0 0-3-15,2-10-15 16,-3-3-2-16,-6 2-8 16,-9-2 0-16,-7 1 0 15,-11-1 0-15,-7-1-7 0,-2 0 2 16,0-1 2-16,-15 1-20 15,-8 1 3-15,-5-1 12 16,0 4-6-16,4 3 14 16,11 2 15-16,9 5 39 15,4 5-51-15,3 15 4 16,18 6-7-16,3 1 0 16,2-2 12-16,-1 1-2 15,-6-4 0-15,-7-1 1 16,-6-4-5-16,-4-2 1 0,-2-1 1 15,0-2 2 1,-14 3 1-16,-7-1 1 0,-2 1-12 16,0-1-42-16,2-6-129 15</inkml:trace>
  <inkml:trace contextRef="#ctx0" brushRef="#br0" timeOffset="182087.26">19127 16109 443 0,'0'0'172'0,"0"0"-42"16,0 0-96-16,0 0-30 15,0 0 14-15,12 76 16 16,-12-29-7-16,0 7-11 16,0-3-4-16,-5 0-5 15,-6-8-4-15,3-12-3 16,3-7 5-16,0-12-4 15,5-7 0-15,0-5 0 0,0 0 8 16,0-19 28 0,7-10-35-16,8-10 1 0,-2-5-2 15,-1-6 1-15,5-2-2 16,-2 2-2-16,5 4-26 16,4 6-43-16,3 7-43 15,1 8 33-15,-1 11 60 16,-6 11 21-16,-6 3 3 15,-6 16-2-15,-6 13-1 16,-3 5 13-16,0 5-4 16,-7-1-1-16,-14-3 3 15,-4-4 1-15,2-7-4 0,-4-7-4 16,5-4 5-16,4-7 2 16,6-2-8-16,7-2-3 15,5-2-30-15,5 0-68 16,22-12-260-16</inkml:trace>
  <inkml:trace contextRef="#ctx0" brushRef="#br0" timeOffset="182354.21">19443 16274 522 0,'0'0'234'0,"0"0"-192"16,0 0-31-16,0 0 10 16,6 76-5-16,-6-44-8 15,0-3-2-15,0-4-3 16,-3-3-2-16,0-7 1 15,2-7 0-15,1-5-2 0,0-3-11 16,0 0 11-16,0-19 6 16,0-10-5-16,6-10-2 15,7-3 1-15,2-2 0 16,6 3-4-16,1 11 2 16,2 8 0-16,-3 12-8 15,-2 10-30-15,-7 0-32 16,-7 12 13-16,-5 15 9 15,0 5-79-15,-3 0-219 16</inkml:trace>
  <inkml:trace contextRef="#ctx0" brushRef="#br0" timeOffset="182953.61">19674 16365 180 0,'0'0'382'15,"0"0"-295"-15,0 0-46 16,0 0 15-16,0 0-5 16,36-75-46-16,-33 61-3 15,-3-1 4-15,0 6-6 16,-8 0 1-16,-8 6-1 16,1 3 2-16,-3 1-2 15,5 19-1-15,0 5 1 16,8 5 0-16,5 1-9 15,0-1-8-15,5-2-15 0,11-2-22 16,5-12 9-16,6-9-10 16,4-5 42-16,0-5 13 15,-1-15 21-15,-4-10 2 16,-4-4-16-16,-6-3-6 16,1-4 2-16,-7-1-3 15,-5 3 0-15,-5 2 0 16,0 6 0-16,0 12 37 15,-2 8 53-15,0 11-37 16,1 3-53-16,-3 26-8 16,-2 14 7-16,-3 10 1 15,-5 8 9-15,4 4 3 16,4 2-2-16,4-1-1 0,2-6 0 16,0-8-2-16,0-10-5 15,0-12-1-15,0-13 0 16,0-10-1-16,0-7 5 15,0 0 17-15,-1-7 42 16,-5-15-53-16,3-7-11 16,2-4-6-16,-1 1-4 15,2 1-13-15,0 1-7 16,0 6-34-16,18 0-92 16,1 7 78-16,5 5-27 15,0 2-26-15,3 4 93 16,-4 0-103-16</inkml:trace>
  <inkml:trace contextRef="#ctx0" brushRef="#br0" timeOffset="183117.99">20064 16397 655 0,'0'0'183'16,"0"0"-169"-16,0 0-14 15,0 0-50-15,0 0-18 16,0 0-62-16,0 36-194 16</inkml:trace>
  <inkml:trace contextRef="#ctx0" brushRef="#br0" timeOffset="183453.53">20302 16199 343 0,'0'0'34'0,"0"0"35"16,-46 95-20-16,27-57 0 16,2 0-6-16,1-2-19 15,5-4 4-15,7-5 3 16,1-1-8-16,3-6 29 15,0-3 1-15,0-3-40 0,0-2-5 16,0-5-1 0,0-4-3-16,0-3 2 0,0 0-3 15,0 0 3-15,-1 0 6 16,-6-10-9-16,4-7-3 16,3-2-14-16,0-4-51 15,15-2-72-15,12-4-119 16</inkml:trace>
  <inkml:trace contextRef="#ctx0" brushRef="#br0" timeOffset="184334.76">20445 16215 338 0,'0'0'191'0,"0"0"-76"16,0 0 6-16,0 0-31 16,0 0-46-16,0 0-43 0,-36-10-2 15,30 42 1-15,5 2 0 16,1 6-1-16,0-2 0 15,0-2 0-15,3-5-20 16,8-5-15-16,2-9 1 16,2-9-17-16,1-8 9 15,-1 0 27-15,3-14-3 16,-3-10 0-16,0-1 6 16,-3 3 13-16,-5 5 0 15,-2 8 21-15,1 8 9 16,-3 1 9-16,1 1-39 15,2 13-5-15,3 4 5 16,9 3-1-16,6 1-1 0,9-1-10 16,6-6-30-16,1-5-11 15,3-10-19-15,-3 0 5 16,-2-12 67-16,-11-8 8 16,-8-6 35-16,-10 1 24 15,-8 1 1-15,-1 3 29 16,-1 5-34-16,-16 7-21 15,-1 2-22-15,5 7-18 16,-3 3-2-16,5 16 0 16,1 3 0-16,4 3-2 15,6 0 4-15,0 2-2 16,0-3 0-16,3-6-2 0,9-7 2 16,1-8-2-16,5-3 2 15,0 0 15-15,-2-12-8 16,-1-5 0-16,-2-3-2 15,-3 4-3-15,-4 3-2 16,-3 1 0-16,-3 7-13 16,0 3-30-16,0 2 22 15,3 0-107-15,2 0 21 16,1 2 55-16,0 3-5 16,4 0-70-16,0 0 24 15,0-3 58-15,-2-2-97 16,-2 0 84-16,-1 0 34 15,-2-10 24-15,2-2 119 0,-1-2-3 16,1 1-5 0,0 2 19-16,2 5 16 0,-3 5-82 15,1 1-5-15,-1 0-49 16,1 17-5-16,-2 4 20 16,2 4 2-16,-1 2-5 15,-3-4-2-15,1-6-11 16,-2-9-6-16,0-4 2 15,0-4 2-15,0 0 42 16,0 0 8-16,3-14-20 16,3-8-34-16,5-5-3 15,8-2-2-15,3-1-11 16,1 2-24-16,0 3-35 16,1 9-59-16,-2 7-29 0,-8 9-1 15,-5 0 77-15,-9 11-51 16,0 6-50-16</inkml:trace>
  <inkml:trace contextRef="#ctx0" brushRef="#br0" timeOffset="184801.74">21258 16405 182 0,'0'0'158'16,"0"0"-15"-16,0 0-53 15,0 0-28-15,0 0-17 16,0 0 21-16,50-76-7 15,-49 60-17-15,2 3-15 0,-3-4-8 16,0 7-11-16,0 0 4 16,0 6-5-16,0 4-7 15,-4 0-4-15,-5 4-39 16,-2 14 38-16,-4 6 3 16,2 3 0-16,-2 2-3 15,3 2 3-15,6-2-2 16,3-8-9-16,3-7-15 15,1-8 8-15,19-6 20 16,7 0 1-16,-2-7 6 16,2-12 4-16,-3-6-8 15,-2 0 1-15,1-3-4 16,0-1 1-16,3 2-1 0,0 2-3 16,1 5-42-16,-2 7-8 15,-6 9 28-15,-9 4 16 16,-4 0 7-16,-6 6-3 15,0 18 5-15,-12 8 11 16,-7 5 34-16,-5-1 2 16,2-5-30-16,4-4-5 15,7-8-4-15,8-6-5 16,3 1-3-16,0-7-68 16,18-7-123-16</inkml:trace>
  <inkml:trace contextRef="#ctx0" brushRef="#br0" timeOffset="184953.88">21642 16333 594 0,'0'0'193'15,"0"0"-144"-15,0 0-49 16,0 0 0-16,0 0 0 16,0 0 0-16,-50 53 0 15,39-35-5-15,0-3-99 16,2-5-114-16</inkml:trace>
  <inkml:trace contextRef="#ctx0" brushRef="#br0" timeOffset="187132.1">16588 16900 549 0,'0'0'3'0,"0"0"35"16,0 0 4-16,0 0-17 15,0 0-15-15,0 0 9 16,6 70-11-16,-3-59 4 16,0-5 6-16,2 1 5 15,-1-2 10-15,-1 2-7 16,0-2-6-16,0 3-7 15,0 2-4-15,0 3-5 16,2-1-2-16,-1 3 0 0,3 0-2 16,1-1 1-16,-1 1 4 15,2 4 1-15,-1-2-1 16,-1 2-5-16,-4 0 1 16,0-1-1-16,-1-1 3 15,-1-1-2-15,-1-6 0 16,2 0 0-16,1-5-1 15,-1 0 1-15,3-5 0 16,-2 0-1-16,-2 0 2 16,1 0 3-16,4 0-2 15,-2 0-1-15,4-7-2 16,2 4 0-16,1 0-2 0,2-3 1 16,-1 1-7-16,0-1 7 15,0-5 1-15,0-4 2 16,-1-10 0-16,2-8 0 15,-3-5-1-15,0-4 10 16,-4 1 10-16,-2 5 6 16,-3 9 2-16,-1 15-5 15,0 8-9-15,0 4-15 16,0 9-13-16,0 15 3 16,0 9 9-16,0 9 1 15,-1 0 1-15,-1-3 0 16,2-2-1-16,0-5 0 15,2-5-1-15,11-1-5 0,5-6-17 16,3-3-29 0,1-3-32-16,2-7-138 0</inkml:trace>
  <inkml:trace contextRef="#ctx0" brushRef="#br0" timeOffset="187698.89">17071 17154 522 0,'0'0'357'0,"0"0"-280"16,0 0-77-16,0 0-5 15,0 0 5-15,0 0 0 0,14 53-1 16,-9-33 2-16,0 5 0 16,1-3-1-16,2-2 1 15,2-1-1-15,7-5 0 16,0-3-1-16,1-5 1 15,5-6-3-15,1 0 3 16,4-11 0-16,-4-15 2 16,-3-4 1-16,-7-3 1 15,-6-1-3-15,-5 2 0 16,-1-1-1-16,-2 1-2 16,3 8-24-16,1 0-7 15,6 7 26-15,2 6 7 16,5 7 6-16,2 4 3 15,2 0-5-15,-1 9 1 16,-3 11-2-16,0 7 2 0,-4 0-1 16,-1 9 1-16,0-1-5 15,-3 0 0-15,0 1 4 16,-3-7-2-16,3-8-2 16,-3-4-7-16,4-9-7 15,8-8-12-15,6 0 23 16,1-8 3-16,-2-15 3 15,-4-2 3-15,-7-4 17 16,-5-2-5-16,-4-2-3 16,-3-2-5-16,0-2-3 0,-13 4 9 15,-6 7 1 1,-7 10-17-16,-2 12-6 0,3 4-25 16,5 9-23-16,13 14-12 15,7 3-126-15,0-4-111 16</inkml:trace>
  <inkml:trace contextRef="#ctx0" brushRef="#br0" timeOffset="187983.31">17970 17006 592 0,'0'0'142'16,"0"0"-5"-16,0 0-66 0,0 0-27 15,0 0-21 1,0 0-23-16,-60-36-3 0,50 77 2 16,0 8 1-16,0 6 0 15,4-1 0-15,5-4 0 16,1-6-1-16,0-8-7 16,10-12-9-16,14-11-9 15,9-5 12-15,16-8 11 16,9 0-1-16,2-16-46 15,-4-8-56-15,-11-6-39 16,-17 0-188-16</inkml:trace>
  <inkml:trace contextRef="#ctx0" brushRef="#br0" timeOffset="188264.96">18220 17084 542 0,'0'0'206'0,"0"0"-74"0,0 0-132 15,0 0 3-15,0 0 11 16,-9 103 15-16,8-59-5 15,1-3-8-15,0-3-4 16,0-7-3-16,1-9-1 16,2-11-7-16,1-2 4 15,-4-9-3-15,0 0 0 16,0 0 2-16,2-6 20 16,0-18 14-16,5-6-36 15,3-6-2-15,7-2-2 16,5 1-4-16,4 3-26 0,4 5-10 15,3 5-11 1,0 11-26-16,3 7-92 0,-3 6 51 16,-2 6-76-16,-5 15-45 15</inkml:trace>
  <inkml:trace contextRef="#ctx0" brushRef="#br0" timeOffset="188681.84">18635 17280 736 0,'0'0'126'0,"0"0"-94"16,0 0-17-16,0 0-4 15,0 0-1-15,0 0-1 16,24-8-2-16,-5 5-4 0,11-1-3 16,7 0-1-16,8 1 0 15,9-6-8-15,1 1-5 16,1-4-8-16,-6-2 1 15,-10 0 4-15,-12 0 8 16,-16-2 2-16,-7 2 6 16,-5-1 1-16,0-1-1 15,-9 5 1-15,-5 5 6 16,1 6-5-16,4 0-1 16,1 9 0-16,3 10-3 15,0 3 1-15,4 3 2 16,-1 3 0-16,2 1 8 15,0-2 15-15,0-7-4 0,3 2 0 16,5-7-8 0,-3 0-4-16,-3-7-6 0,-2-1 0 15,0-2 0-15,0 0 2 16,-12 0-3-16,-6 2-6 16,-3-7-89-16,2 0-236 15</inkml:trace>
  <inkml:trace contextRef="#ctx0" brushRef="#br0" timeOffset="190801.97">19711 17137 191 0,'0'0'104'16,"0"0"37"-16,32-98 2 0,-29 68-62 15,-3 8 40 1,0 3-30-16,-11 9-44 0,-10 8-24 16,-7 2-23-16,-5 5-4 15,-3 18 3-15,6 7 1 16,10 9 0-16,9 3-1 16,11 5-2-16,0-3 2 15,9-1 0-15,11-4 0 16,-1-8 0-16,2-9 1 15,-3-5 0-15,-8-5 1 16,-4-2-1-16,-4-4 0 16,-2 2 0-16,0-5 0 15,-12 4 1-15,-10 0 3 16,1-4-1-16,0-3-1 0,-2 0-2 16,6 0-13-16,11-11 6 15,6-9 6-15,20-7-26 16,25-7-28-16,13 0-18 15,10-10-5-15,6 1 5 16,-4-3 47-16,-7 2 26 16,-16 3 14-16,-20 7 34 15,-15 8 52-15,-9 9 5 16,-3 5-38-16,0 7-18 16,0 5-25-16,-6 0-23 15,-5 21 0-15,-1 8-2 16,2 10 1-16,7 5 0 15,3-1-1-15,0-4 0 0,0-2 0 16,14-4-6 0,4-6-1-16,0-8-5 0,1-9 0 15,-1-10 8-15,-3 0 5 16,-2-9 1-16,-1-11-1 16,-4-4-5-16,-4 4 2 15,-2 3 3-15,-2 5 0 16,0 7 11-16,0 5-3 15,0 0-8-15,12 1-6 16,3 12 5-16,11 5 1 16,9 1 0-16,11-2 0 15,5-1-3-15,2-5-8 0,0-9-9 16,-9-2 4 0,0-2 13-16,-9-20 3 0,-8-3 2 15,-9-6 0-15,-11 2 1 16,-7 3 2-16,-1 0 5 15,-20 9 5-15,-1 11 2 16,-1 6-16-16,3 0-1 16,2 17-1-16,7 8-2 15,8 3 3-15,3 1 0 16,0 1 0-16,5-4 0 16,8-2 0-16,10-9-1 15,2-7 2-15,2-8-1 16,-1 0 3-16,-3-3-2 0,-7-16 5 15,1-6 4 1,-7-2-6-16,-1-3 0 16,-4 2-1-16,0 7-3 0,-5 6 1 15,0 10-1-15,0 5 0 16,0 0 0-16,0 0-6 16,3 20-1-16,2 7 6 15,6 4 0-15,8 0-1 16,8-3-6-16,7-7-6 15,5-7-8-15,1-8 3 16,-2-6-5-16,-6 0-24 16,-12-8-51-16,-7-11 29 0,-9-3 19 15,-4-4 4 1,0-1 29-16,0 3 18 0,0 6 37 16,0 8 60-16,0 6 39 15,0 4-77-15,0 0-59 16,4 16-2-16,-1 6 2 15,-3 3 21-15,0 4 2 16,0-1-7-16,0-3-4 16,0-9-5-16,-2-6-1 15,1-6-2-15,1-4-2 16,-3 0 0-16,3 0 14 16,0-8 30-16,0-12-17 15,9-9-29-15,7-2-1 16,6-3 0-16,1 2-22 15,5 4-12-15,-5 6-25 0,-1 8-12 16,-7 11-82 0,-5 3 82-16,-9 3-65 0,-1 20-35 15,0 4 102-15,-1 2-14 16,-8-2 82-16,3-7 2 16,4-6 39-16,2-5 65 15,0-9 21-15,0 0-50 16,0 0 12-16,0 0-30 15,11 0-13-15,4 0 34 16,-1 0-41-16,3-10-11 16,-5-3 1-16,-2-3-5 15,0-4 1-15,-4 0-1 16,-2-5-4-16,-4 0-8 0,0 0-4 16,0 2 0-16,0 4-6 15,0 9 2-15,-3 8-2 16,-3 2-6-16,-3 9-9 15,-3 13 8-15,2 9 7 16,1 3 0-16,2 3 0 16,7-1-1-16,0-4 1 15,14-6-1-15,13-9 1 16,1-4 1-16,-1-9 0 16,0-4 6-16,0 0-3 15,-2-17 2-15,-2-4-2 16,-3-3-3-16,-1-3-1 0,2 0 0 15,2-2-14-15,0-2-14 16,-1 2-22-16,3 4 2 16,-2 6 20-16,-7 7 24 15,-4 7 4-15,-8 5 28 16,1 8-28-16,-3 18 0 16,-2 7 8-16,0 7 13 15,0-5-6-15,-7-4 7 16,-3-5-7-16,1-7-7 15,2-4 2-15,-4-2-9 16,2-2 1-16,5-6-2 16,2-2-4-16,2-3-32 0,0 0-26 15,10-3 0 1,10-11-98-16,7-6-48 0,0 2 96 16,-2 1 112-16,-4 1 24 15,-6 6 107-15,-7 2 21 16,-6 5-45-16,-2 3 25 15,0 0-91-15,0 0-24 16,0 0-11-16,0 0-5 16,0 6 0-16,-7 4 2 15,1 0-3-15,3 2 0 16,-2-2-14-16,5-1-74 16,0-6-56-16,0-3-81 15</inkml:trace>
  <inkml:trace contextRef="#ctx0" brushRef="#br0" timeOffset="194463.03">15635 16124 174 0,'0'0'62'0,"0"0"38"16,0 0-20-16,0 0 28 0,0 0-23 16,0 0-39-16,0 0 3 15,-27-20 3-15,24 20-19 16,-1-2-4-16,4 2-11 16,-2 0 2-16,2 0-4 15,0 0-10-15,0 0-6 16,0 0 0-16,0 0-3 15,15 0 1-15,12 0 2 16,12 0 2-16,8 0-2 16,3 0 2-16,2 0-1 15,0 0-1-15,-6 0-9 16,-1-4-14-16,-8-2-4 0,-7-2-5 16,-8-6-36-16,-6 2 18 15,-10-5-18-15,-6-1-70 16,0 0-63-16,-13-1-7 15</inkml:trace>
  <inkml:trace contextRef="#ctx0" brushRef="#br0" timeOffset="194662.17">15956 15933 244 0,'0'0'163'15,"0"0"2"-15,0 0-98 16,0 0-65-16,0 0 2 16,0 0 21-16,57 43 8 15,-32-19 19-15,-6 1-11 16,-3-4-23-16,-6 3-8 15,-4-3-4-15,-4-3-2 0,-2-3-3 16,0-1 0 0,-5 0 3-16,-12 1 0 0,-5 0-4 15,-2-1-19-15,3-5-128 16,-3-6-205-16</inkml:trace>
  <inkml:trace contextRef="#ctx0" brushRef="#br0" timeOffset="194801.05">15980 16303 624 0,'0'0'36'0,"0"0"-22"16,0 0-14-16,0 0-39 16,0 0-262-16</inkml:trace>
  <inkml:trace contextRef="#ctx0" brushRef="#br0" timeOffset="-181190.77">15790 15513 51 0,'0'0'245'0,"0"0"-150"15,0 0-26-15,0 0-38 0,0 0-4 16,0 0-3-16,0 0 0 16,0 0-4-16,-31-38 5 15,27 36-2-15,2-3 22 16,1 1 25-16,-1 1-42 15,2 0-10-15,-1-1 6 16,1 3-15-16,-2-2 0 16,0 1 0-16,2-1 2 15,-3 2 2-15,2-5-2 16,-2 1 4-16,1 1-1 16,1-1-2-16,-2 0-2 15,3 3 0-15,0 1 6 0,0 1-5 16,0 0-11-16,0 10-2 15,0 15 1-15,0 11-1 16,0 10 2-16,-2 3 4 16,1-2-3-16,-2-3-1 15,3-9-2-15,0-7-13 16,0-8-11-16,0-10-26 16,0-10-91-16,4-3-115 15</inkml:trace>
  <inkml:trace contextRef="#ctx0" brushRef="#br0" timeOffset="-180741.09">16017 15347 170 0,'0'0'379'16,"0"0"-290"-16,0 0 5 15,0 0-21-15,0 0-27 16,0 0-25-16,-8-15-19 16,29 15 5-16,10 2 15 15,10 8-7-15,2 5-5 16,5 4-7-16,-8 3-2 16,-5-2-1-16,-13 1-2 0,-15-1-22 15,-7 0-12-15,-3-1-7 16,-18-3-24-16,-6-2-12 15,-2-4 32-15,-4-5 37 16,3 0 10-16,8-5 4 16,5 0 68-16,11 0 40 15,6 0-40-15,0 0-57 16,15 0-11-16,9 0-4 16,10 0 2-16,7 0-2 15,4 0 1-15,7 0-1 16,1 0 1-16,-1 0-2 15,-2-10-19-15,-4-1-23 16,-9-5-59-16,-10-3-28 0,-12-2-219 16</inkml:trace>
  <inkml:trace contextRef="#ctx0" brushRef="#br0" timeOffset="-180530.94">16646 15263 818 0,'0'0'85'0,"0"0"-36"16,0 0-30-16,0 0-19 16,0 0-1-16,0 0-7 15,-3-16-2-15,20 21-22 0,5 0-42 16,2-5-105-1,4-10-262-15</inkml:trace>
  <inkml:trace contextRef="#ctx0" brushRef="#br0" timeOffset="-180292.4">16944 14941 432 0,'0'0'457'0,"0"0"-380"15,0 0-65-15,0 0-11 16,0 0-1-16,17 86 5 16,-15-27 1-16,-2 9 2 15,1 7-3-15,4-1-4 0,5-3-1 16,2-11-13-16,3-10-30 16,-5-12-39-16,2-15-67 15,2-18-56-15</inkml:trace>
  <inkml:trace contextRef="#ctx0" brushRef="#br0" timeOffset="-180126.31">17346 15355 861 0,'0'0'105'0,"0"0"-52"0,0 0-26 15,0 0-27 1,0 0-3-16,0 0 2 0,0 31-4 15,-3-10-27-15,0-3-24 16,-2-10-139-16,-5-8-474 16</inkml:trace>
  <inkml:trace contextRef="#ctx0" brushRef="#br0" timeOffset="-176012.56">22180 17413 238 0,'0'0'127'16,"0"0"-14"-16,0 0-55 16,0 0-14-16,0 0-7 15,0 0-4-15,0 0-1 16,3-47 17-16,-3 44-5 16,0 0-9-16,0-2 1 0,0 2-10 15,0 1-9-15,0 2-4 16,0 0-5-16,0 0 4 15,0 0-3-15,0 0-1 16,0 0-8-16,0 3-2 16,0 14 2-16,-3 9 6 15,-4 8 5-15,-3 2-3 16,-4 7-7-16,0-4-1 16,1-5 1-16,4-4 1 15,3-8-2-15,6-8-3 0,0-2-9 16,0-5-37-16,0-7-60 15,9 0-135-15</inkml:trace>
  <inkml:trace contextRef="#ctx0" brushRef="#br0" timeOffset="-175342.42">22527 17400 449 0,'0'0'131'16,"0"0"-68"-16,0 0 9 16,0 0 9-16,0 0-44 15,0 0-16-15,19-60-4 16,-19 50-2-16,0-4-3 16,0 5-10-16,-6 1 1 0,-7-3 2 15,0 8-5 1,-2-2 0-16,-3 5 0 0,-1 0-1 15,0 3-4-15,1 11 5 16,3 5 0-16,5 8-1 16,2 4 0-16,4 1 0 15,4 6 1-15,0-1 0 16,9-3-1-16,4-1 0 16,0-8 1-16,-1-2 0 15,-3 1 0-15,-6-4 0 16,-3 1 0-16,0-1 2 15,-9 0 0-15,-13-3 0 16,-6-2 0-16,-2-2 2 16,-3-7-3-16,-5 2 1 15,0-8 1-15,2 0-3 0,5-1 1 16,7-18 0-16,15-10 1 16,9-5 0-16,6-3-2 15,22-1-4-15,8 1-4 16,4 4 4-16,-3 6 2 15,-1 3-1-15,-4 7 3 16,-6 2-1-16,-3 3-7 16,-10 5-12-16,-3 4-15 15,-3 3-37-15,-7 0-74 16,0 0-168-16</inkml:trace>
  <inkml:trace contextRef="#ctx0" brushRef="#br0" timeOffset="-175130.9">22695 17490 744 0,'0'0'118'15,"0"0"-70"-15,0 0-45 16,0 0-3-16,0 0-27 15,0 0-20-15,14-4-92 16,2 4-43-16,-2 0-272 16</inkml:trace>
  <inkml:trace contextRef="#ctx0" brushRef="#br0" timeOffset="-174892.32">22945 17169 793 0,'0'0'126'16,"0"0"-83"-16,0 0-30 15,0 0 7-15,-51 103-2 16,32-48-3-16,4 4-12 16,0 0-2-16,5 2-1 15,0-3-1-15,4-5-25 16,1-5-17-16,5-9-29 0,0-13 15 15,0-9-170-15,0-12-141 16</inkml:trace>
  <inkml:trace contextRef="#ctx0" brushRef="#br0" timeOffset="-174711.14">23194 17634 860 0,'0'0'114'0,"0"0"-74"16,0 0-27-16,0 0-13 16,0 0 0-16,0 0-1 15,-2-3-5-15,2 10-44 0,0 0-61 16,0-7-266-16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4:25:59.6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7054 5455 299 0,'0'0'221'16,"0"0"-126"-16,0 0 13 16,0 0-37-16,0 0-22 15,0 0-20-15,0 0 12 16,-73-41-14-16,69 38-14 0,4 1-6 16,-2 2-1-1,-1 0 2-15,3 0-1 0,0-2-5 16,0 2-2-16,0 0 0 15,0-4-4-15,25-4-1 16,26-12 5-16,31-13 0 16,31-12 3-16,30-14-1 15,23-12-1-15,18-8 1 16,9-1-2-16,-8 0-4 16,-14 5 3-16,-24 9 1 15,-27 9 0-15,-25 13-2 16,-22 12 1-16,-27 15 0 15,-19 11-1-15,-18 6-29 16,-9 0-55-16,-31 26 41 16,-30 15 44-16,-30 12 1 0,-24 5-28 15,-22 0 5-15,-19 3 22 16,-12 2 2-16,-7 5 0 16,4 1-1-16,17-4 2 15,24-8-2-15,36-14 0 16,34-16 0-16,32-11 0 15,25-8-3-15,8-8 2 16,40 0 1-16,34-13 16 16,41-21 5-16,37-17-11 15,30-10-4-15,21-6-6 0,-2 3 0 16,-12 8 1 0,-12 8 3-16,-10 11 0 0,-13 2-3 15,-5 7-2 1,-9 11 0-16,-22 5 0 0,-21 7-5 15,-28 5-1-15,-29 0-5 16,-29 5 4-16,-16 12-30 16,-46 8 34-16,-40 7 4 15,-39 10 5-15,-34 9 5 16,-21 6 9-16,6 2-6 16,6 2-7-16,22-6-6 15,28-8-1-15,39-9 0 16,39-9 1-16,40-13-7 15,27-8-51-15,52-8 50 16,39-19 8-16,41-24 3 0,35-18-3 16,28-14 0-1,14-3 0-15,-5 2 0 0,-16 10 4 16,-21 13 8-16,-22 14 5 16,-31 12-11-16,-23 13-6 15,-33 11 0-15,-28 3-1 16,-24 7-17-16,-33 16-24 15,-14 7 16-15,-47 5 26 16,-34 11 3-16,-26 7-3 16,-19 5 3-16,-9 1-1 15,7-6-2-15,17-8 2 16,26-11-2-16,38-14 0 16,34-10 0-16,27-7-2 15,40-3-41-15,39-9 43 0,39-24 0 16,34-12 0-16,29-10-5 15,15-8 5-15,2 8 2 16,-17 5 4-16,-30 13 8 16,-38 15 5-16,-39 7 1 15,-35 11 4-15,-25 4-24 16,-14 3 3-16,-46 25-3 16,-35 19 7-16,-44 15-3 15,-34 10-1-15,-22 9-2 16,-11 0-1-16,1 2 3 15,9-3-3-15,13-1 1 0,26-5-1 16,31-7 0 0,42-9 0-16,40-7-1 0,30-7 1 15,35-11-10-15,45-18-10 16,37-15 3-16,32-28 4 16,31-24-10-16,20-11 19 15,7 2 1-15,-2 4 3 16,-22 10 7-16,-26 8 8 15,-35 14 2-15,-36 14 10 16,-30 11-24-16,-31 0-3 16,-25 27-5-16,-6 9-9 15,-45 10 14-15,-26 12 2 16,-26 10-2-16,-24 9 0 16,-22 3 0-16,-14-2 2 0,-11 1 0 15,6-8 9-15,21-6-1 16,31-7-4-16,38-11 0 15,38-15-6-15,28-10-1 16,12-9-19-16,42-10-1 16,28-3 18-16,43-23 3 15,39-20 0-15,42-14 1 16,23-4 0-16,9 0 0 16,-14 3 3-16,-21 9 11 15,-26 8-13-15,-35 15 2 16,-37 13-4-16,-43 9 0 15,-39 4-4-15,-22 17-10 16,-57 21 14-16,-41 14 10 0,-40 17-6 16,-33 9-3-1,-18 6-1-15,-8-2 2 0,3-2-2 16,14-9 1-16,31-5 0 16,46-13 2-16,41-8-3 15,43-13-3-15,25-6 1 16,8-8-3-16,39-12-9 15,29-6 1-15,31-9 2 16,28-27-23-16,19-9-38 16,9-6 35-16,-3-1 37 15,-13 7 7-15,-27 5 30 16,-32 10-10-16,-32 14 10 0,-29 7-1 16,-22 9-5-1,-10 9-18-15,-44 26-12 0,-34 20 0 16,-37 17 0-16,-27 10-1 15,-12 3-17-15,3 1-13 16,10-5 4-16,29-8 19 16,31-17 6-16,41-20 1 15,32-24-2-15,18-12-19 16,36-6 8-16,33-34 12 16,34-22 1-16,31-15-13 15,23-9-2-15,10 2 15 16,-2 0 1-16,-2-2 13 15,-14 3 12-15,-12-2-11 16,-16 1 22-16,-28 9-30 16,-33 15-3-16,-35 14-2 0,-25 12 62 15,-27 10-30-15,-37 9-22 16,-30 11-11-16,-27 4-1 16,-22 12-1-16,-8 16-1 15,5 5 2-15,21 1 0 16,32-2 0-16,38-5 0 15,35-8-3-15,20-5-54 16,44-10 0-16,36-4 44 16,38-22 6-16,36-24-13 15,19-12-27-15,14-7 32 16,-5-3 8-16,-14 5 7 16,-25 2 7-16,-42 18 10 0,-38 12 0 15,-44 15-1-15,-26 13 59 16,-57 3-50-16,-42 5-25 15,-32 25 0-15,-28 7 1 16,-10 3 3-16,2 6-1 16,17-7 1-16,27-5 0 15,42-7-4-15,46-9 0 16,42-9-7-16,36-9-84 16,53-5 85-16,40-32-50 15,34-21-76-15,24-12 11 16,2-6 97-16,-14 9 24 15,-36 14 59-15,-50 21 11 16,-46 16 6-16,-43 16 16 0,-47 1-33 16,-50 39-59-16,-54 29-7 15,-34 23-30-15,-27 22-19 16,-19 13-63-16,-2 1-99 16</inkml:trace>
  <inkml:trace contextRef="#ctx0" brushRef="#br0" timeOffset="3181.08">7041 8453 230 0,'0'0'38'15,"-136"50"21"1,58-22 3-16,11-2-18 0,18-8 6 16,19-8 28-16,20-9-9 15,10-1 51-15,22-15-92 16,23-22-25-16,31-18-3 15,17-21 2-15,18-20-2 16,17-15 0-16,4-7-2 16,6 4 2-16,1 10-1 15,-6 16 1-15,-11 14-12 16,-23 14-15-16,-34 21-4 16,-33 19 0-16,-32 17 14 0,-55 6-1 15,-41 31-10-15,-43 15 28 16,-28 13-1-16,-15 9 1 15,-7-1 0-15,9 0 2 16,11-7 3-16,30-8 7 16,35-13 5-16,43-15 4 15,38-13-5-15,23-10-15 16,9-4 0-16,46 0 6 16,30-19 8-16,37-21 3 15,29-15-9-15,13-7-6 16,7-3-3-16,-3 6 2 15,-13 7-4-15,-24 16-6 16,-35 13-1-16,-45 21 7 0,-41 3-21 16,-31 35-4-1,-61 19 27-15,-37 23 0 0,-25 19 1 16,-18 13-1-16,-2 1 0 16,10-1-1-16,14-11 1 15,31-12 1-15,38-17-1 16,43-16 0-16,36-20-1 15,61-13 0-15,45-21-1 16,40-11 2-16,31-36-1 16,36-18-11-16,19-15 12 15,12-5 0-15,3-3 2 16,-16 0 5-16,-18 5-1 16,-14 8 7-16,-19 13-8 15,-19 17-3-15,-35 15-2 0,-39 14 1 16,-40 15-1-16,-43 1-1 15,-19 22-9-15,-50 17 9 16,-37 18 1-16,-28 15 1 16,-27 6 1-16,-11 0-1 15,5-10-1-15,9-6 0 16,31-10 0-16,29-11 0 16,39-10 1-16,31-9-1 15,17-8-4-15,47-13 2 16,31-1-1-16,36-31 1 15,36-21-13-15,29-14-11 16,17-11 23-16,0-3 2 16,-12 0 1-16,-18 8 1 0,-29 11 5 15,-24 20 8-15,-36 17-6 16,-32 14 0-16,-36 10-8 16,-20 8-7-16,-52 27 7 15,-41 21 2-15,-43 12-2 16,-37 7 2-16,-24-2-2 15,-7-6 1-15,15-4 3 16,36-9 2-16,38-11-3 16,57-11-1-16,51-15-2 15,34-14-5-15,76-3-4 16,57-37 7-16,59-28-21 16,40-20-17-16,18-19-13 0,4-5 45 15,-11 7 8 1,-18 10 15-16,-29 20 3 0,-48 20-10 15,-58 22-6-15,-62 17 3 16,-45 13-5-16,-63 13-2 16,-52 23 2-16,-47 10 1 15,-32 8-1-15,-14 6 13 16,2 5 15-16,9 0 2 16,20-1-14-16,22-7-8 15,31-7-6-15,44-9-1 16,40-10-1-16,40-8 0 15,23-11-11-15,52-11 2 16,35-1 8-16,32-32 0 0,23-21-20 16,13-13 15-1,11-13 1-15,1-1 5 0,-7 2-2 16,-16 10 3-16,-40 15-1 16,-44 19 1-16,-48 16 2 15,-35 14 7-15,-45 4 13 16,-51 22-23-16,-39 18 0 15,-41 19 2-15,-12 19-1 16,-9 11-1-16,5 6 0 16,10 1 0-16,7-3 0 15,14-1 1-15,24-3 1 16,23-6-1-16,34-6-1 0,29-5 0 16,25-3-1-1,21-2 0-15,5-5-14 0,27-6-18 16,22-7 5-16,18-15-3 15,23-13 2-15,26-19 2 16,23-5-6-16,21-30-20 16,14-9-1-16,8-6 15 15,4-2 39-15,-4 2 32 16,-10 7 26-16,-29 12-26 16,-45 13-4-16,-47 16-23 15,-51 3-4-15,-52 30-1 16,-64 17 9-16,-52 25 7 15,-36 21-8-15,-24 12-8 16,-12 2-19-16,13-2 7 16,19-15 12-16,46-16 1 15,56-19 8-15,69-21 22 0,46-14-31 16,71-15 3-16,53-8 0 16,50-28-3-16,38-22 1 15,33-19 1-15,19-9 5 16,16-9 31-16,2 0 3 15,-13 2-7-15,-22 11-12 16,-35 15 22-16,-35 25-28 16,-40 18-11-16,-47 16-1 15,-45 2-4-15,-51 24-50 16,-30 16 15-16,-61 16 22 16,-48 14 7-16,-32 6 2 0,-22-1 4 15,-13-2-2-15,0-2 2 16,5-5 0-16,21-5 0 15,30-11 0-15,52-13 0 16,49-10 2-16,42-12-2 16,21-9-4-16,44-8 3 15,33 0 1-15,34-20 1 16,29-12-1-16,29-9 0 16,22-6-2-16,17-3 2 15,11-2 3-15,-7 6-3 16,-23 5 0-16,-40 16-1 15,-49 13 2-15,-51 8-2 16,-54 4 1-16,-31 15-16 0,-57 15 13 16,-44 16 3-1,-33 8 4-15,-22 11-3 0,-8-2-1 16,6 0 4-16,18-3-3 16,20-4-1-16,29-6 0 15,31-8 1-15,34-8-1 16,36-10-2-16,17-10 0 15,45-14-5-15,33 0 3 16,35-31-14-16,34-17-17 16,32-15-7-16,21-13 35 15,12-6 7-15,-6-10 4 16,-9-4 34-16,-13 4-5 16,-24 2-3-16,-22 10-8 0,-31 9-10 15,-41 17-5-15,-35 15-3 16,-39 12 0-16,-17 13 5 15,-49 11-9-15,-33 3-8 16,-35 19 4-16,-21 16 3 16,-18 8-1-16,-3-1 0 15,8-2 2-15,13-8 0 16,34-10 2-16,37-7 0 16,41-9-2-16,35-6 0 15,13 0 0-15,51-23-20 16,35-18 13-16,36-18-13 15,27-14-7-15,10-4 7 0,5 2-8 16,-8 7 15 0,-17 9 13-16,-20 9 5 0,-33 10 5 15,-37 13 11 1,-35 12-1-16,-20 10 36 0,-53 5-40 16,-36 17-16-16,-37 19 1 15,-29 9 3-15,-21 5-4 16,-8 5-2-16,8-4 2 15,15-3 0-15,32-6 1 16,35-11 2-16,43-14-2 16,38-9-1-16,26-8-3 15,67-17-19-15,56-21 16 16,54-16-23-16,38-8-33 16,19-7-21-16,0-4 45 0,-12 5 37 15,-28 4 1-15,-39 13 11 16,-55 14 9-16,-50 14 3 15,-54 15 7-15,-29 8 49 16,-58 0-67-16,-44 14-12 16,-36 11 2-16,-27 3 2 15,-18 6-2-15,-3 2 7 16,3 3 2-16,18 0-10 16,24-3 5-16,36-9-5 15,48-9 0-15,41-5-1 16,34-4 0-16,16-1-7 15,41 1 7-15,24-7 1 16,26-2-1-16,17-11 0 16,9-14-12-16,-2-8-7 15,-7-1 17-15,-16-2-2 0,-21 7 4 16,-30 7 12-16,-29 8 20 16,-25 6 37-16,-17 8-1 15,-43 0-59-15,-36 11-9 16,-35 20 0-16,-27 9-1 15,-9 2 1-15,6-1 0 16,24-9 1-16,34-3 0 16,32-7 1-16,30-4-2 15,23-4-1-15,18-1-10 16,6-7-25-16,36-6 15 16,29 0 18-16,29-14 1 0,27-12 2 15,19-3-1-15,5-4-12 16,0 1-11-16,-1 1-15 15,-11-2-56-15,-7-4-129 16</inkml:trace>
  <inkml:trace contextRef="#ctx0" brushRef="#br0" timeOffset="6825.16">9957 2809 343 0,'0'0'138'16,"0"0"-13"-16,0 0-12 16,0 0-65-16,-14-74 15 15,10 60-18-15,-1 2 0 16,-1 4-23-16,6 1 6 16,-4 5-17-16,2 1 1 15,2 1-2-15,0 0-10 16,0 8-8-16,-1 25-3 15,-5 20 9-15,-6 21 0 16,-6 15 2-16,-7 13-3 0,-4 7 3 16,1 3 1-1,4-2-1-15,3-4-3 0,5-16 1 16,8-19 2-16,4-26-6 16,2-20-4-16,2-16 6 15,0-9 3-15,0-5 1 16,2-30 0-16,20-21-2 15,5-13-38-15,3-5-15 16,-11 3-61-16,-10 6-41 16,-9 4-138-16</inkml:trace>
  <inkml:trace contextRef="#ctx0" brushRef="#br0" timeOffset="7013.87">9737 2873 311 0,'0'0'72'0,"0"0"50"16,114-96-26-16,-66 68-42 16,7 2-19-16,3 5-6 15,3 4-15-15,-4 3-5 16,-2 6-7-16,-12 5-2 16,-11 3-22-16,-18 7-90 15,-14 8-117-15</inkml:trace>
  <inkml:trace contextRef="#ctx0" brushRef="#br0" timeOffset="7185.29">9692 3128 191 0,'0'0'15'16,"0"0"64"-16,127 35 19 15,-53-30 0-15,15-5-12 16,9 0-51-16,2 0-33 15,-6-9-2-15,-12-6-103 16,-18-9-187-16</inkml:trace>
  <inkml:trace contextRef="#ctx0" brushRef="#br0" timeOffset="7708.09">10450 3018 544 0,'0'0'151'0,"0"0"-143"15,0 0 35-15,0 0-22 16,76 80-7-16,-60-46-11 16,-2 5 2-16,-1 3-3 15,1 3 1-15,7-4-1 16,4-5-2-16,6-7-11 15,7-12-33-15,1-4-18 0,0-9 14 16,-5-4 5-16,-12 0 2 16,-4-3 29-16,-7-15 12 15,-3-7 34-15,1-4 31 16,0-6 28-16,2-5-39 16,1-6-4-16,-2 0-28 15,0-1-3-15,-5-2-1 16,-5 7 0-16,0 4-7 15,0 8-9-15,-9 8-2 16,3 6 1-16,2 9 1 16,1 2-4-16,3 5 0 15,-2 0-3-15,-1 0-8 16,-3 17-21-16,-3 11 32 16,5 5 2-16,2 6 0 15,2 0 0-15,11-2 0 0,23-6 2 16,14-7-2-16,19-12 2 15,15-9-1-15,12-3-1 16,10-8-37-16,-2-17-138 16,-14-7-259-16</inkml:trace>
  <inkml:trace contextRef="#ctx0" brushRef="#br0" timeOffset="7928.1">11383 3163 560 0,'0'0'161'0,"0"0"-82"16,0 0-29-16,114-45-16 15,-69 40-18-15,4 2-16 16,5 3-2-16,3 0-21 15,-4 0-96-15,-12 0-214 16</inkml:trace>
  <inkml:trace contextRef="#ctx0" brushRef="#br0" timeOffset="8106.21">11232 3522 586 0,'0'0'42'0,"101"-13"48"16,-20 4-6-16,19-3-59 16,16 2-25-16,12-2-35 15,5-7-119-15,-4-8-188 16</inkml:trace>
  <inkml:trace contextRef="#ctx0" brushRef="#br0" timeOffset="8607.25">12510 2922 756 0,'0'0'58'15,"0"0"31"-15,0 0-65 16,0 0-24-16,0 0-3 15,70 99-1-15,-53-19 2 16,-6 12 2-16,-9 7 1 16,-2 0-1-16,-2-10 2 15,-11-19 2-15,1-24-2 16,6-24-2-16,3-19 2 0,-1-3 0 16,-5-26 6-1,4-23-8-15,-2-19-14 0,4-15-20 16,-3-7 3-16,0-3 14 15,0 2 16-15,6 7 1 16,0 10 1-16,18 11 0 16,16 16-1-16,14 13 0 15,9 14 0-15,-2 19 0 16,3 1 2-16,-9 27-4 16,-8 12 1-16,-9 6-8 15,-8 1 8-15,-12-7 1 16,-12-3-7-16,0-4 7 15,-22-1 0-15,-20-1 1 16,-15-2 5-16,-13-6-5 16,-9-7-1-16,8-3-20 0,17-5-40 15,33-7-87-15,21 0-129 16</inkml:trace>
  <inkml:trace contextRef="#ctx0" brushRef="#br0" timeOffset="8993.46">13210 2956 635 0,'0'0'167'0,"0"0"-87"15,0 0-60-15,0 0-20 0,0 0-6 16,0 0 6 0,-37 107 0-16,20-52 4 0,4 5-2 15,8 0-1-15,5-2-1 16,2-9 0-16,18-10-9 15,9-15-24-15,7-20 2 16,8-4 29-16,1-28-2 16,1-12-16-16,-5-5 10 15,-10-5 10-15,-10-1 0 16,-12-2 35-16,-9 4-12 16,-9 3 14-16,-12 13 0 15,1 13-6-15,10 10-6 0,6 10-23 16,4 0-2-1,0 14-23-15,3 16 19 16,19 8-1-16,8 2 5 0,7-5-13 16,10-8-11-1,6-10-7-15,7-13-1 0,2-4-78 16,0-21-111-16</inkml:trace>
  <inkml:trace contextRef="#ctx0" brushRef="#br0" timeOffset="9290.19">14222 2682 757 0,'0'0'65'15,"0"0"45"-15,0 0-61 16,10-73-13-16,-10 73-13 15,0 0-23-15,0 14-9 16,-16 26-9-16,-9 26 18 16,-10 21 2-16,-2 18-2 15,3 7 0-15,16-1-6 16,16-9-16-16,7-10-3 16,40-17-7-16,31-15-18 15,29-16 6-15,30-22-76 16,14-22-245-16</inkml:trace>
  <inkml:trace contextRef="#ctx0" brushRef="#br0" timeOffset="9656.23">14865 2897 163 0,'0'0'616'0,"0"0"-470"16,0 0-81-16,0 0-40 16,0 0-25-16,0 0-11 15,5 59 11-15,-5 6 1 16,-3 10 2-16,-3 8-3 16,6-3-13-16,0-5-31 15,7-11-54-15,20-23-67 16,5-27-158-16</inkml:trace>
  <inkml:trace contextRef="#ctx0" brushRef="#br0" timeOffset="9876.34">15419 2885 805 0,'0'0'97'16,"0"0"-37"-16,0 0-48 15,0 0-12-15,0 0-6 16,0 0 4-16,-5 78 2 16,5-13 1-16,2 3-1 15,11 4-10-15,-2-10-27 16,-5-8-26-16,-6-10-33 0,0-14-99 16,0-13-272-1</inkml:trace>
  <inkml:trace contextRef="#ctx0" brushRef="#br0" timeOffset="10079.1">15049 3232 296 0,'0'0'376'0,"0"0"-269"16,0 0-64-16,83-47 19 15,-42 33-6-15,11-1-32 16,13 3-15-16,14 0-9 15,11 0 1-15,5 2-3 0,2-2-19 16,-3 1-49 0,-4-3-71-16,-8-7-173 0</inkml:trace>
  <inkml:trace contextRef="#ctx0" brushRef="#br0" timeOffset="10488.11">16025 2806 589 0,'0'0'213'0,"0"0"-117"16,0 0-56-16,113-37-36 0,-60 57-4 15,15 21 0 1,0 10 5-16,-4 9-5 0,-11-1 0 15,-18-4 0-15,-14-9 0 16,-13-8-1-16,-8-8 1 16,0-7-9-16,-8-6-8 15,-7-9 12-15,0-8-1 16,-5 0 6-16,-2-18 3 16,-1-19-2-16,2-12-1 15,11-9 4-15,10-3 0 16,14 1 4-16,31 7-5 15,13 8-3-15,11 9-3 16,6 15-4-16,5 11-29 0,3 10-6 16,-8 8-19-16,-17 21-55 15,-26 9-16-15,-32 6-156 16</inkml:trace>
  <inkml:trace contextRef="#ctx0" brushRef="#br0" timeOffset="10754.58">15904 3399 641 0,'0'0'74'16,"0"0"-62"-16,0 0-10 15,152-3 32-15,-57 3 16 16,19 3-15-16,11-3-2 16,-1 0-6-16,-3 0-17 15,-10-5-7-15,-11-5-3 16,-10 3-8-16,-17 0-53 16,-27-2-127-16,-30 3-304 15</inkml:trace>
  <inkml:trace contextRef="#ctx0" brushRef="#br0" timeOffset="10974.02">16063 3663 479 0,'0'0'57'0,"0"0"43"16,0 0-20-16,28 72-28 15,-22-40-27-15,-1 8-13 16,-2 1-6-16,0 0-4 16,0 1-2-16,-1-6-36 15,4-7-95-15,2-13-140 16</inkml:trace>
  <inkml:trace contextRef="#ctx0" brushRef="#br0" timeOffset="11421.6">16369 3768 769 0,'0'0'97'0,"0"0"-20"16,0 0-70-16,0 0-7 15,0 0-1-15,0 0 1 16,-21 64 0-16,21-36 0 16,0-1-6-16,5-5-4 15,12-7-3-15,4-13-2 16,5-2 4-16,4-17 6 15,1-12-24-15,0-9-4 16,-7 3 6-16,-8 5 27 0,-5 8 21 16,-6 6 29-1,2 7-12-15,-3 6-9 0,-1 3-16 16,5 0-13-16,2 3-4 16,6 10 4-16,0 4 0 15,3 3 0-15,-2 2 0 16,5-2-1-16,-3-1-3 15,-1-5 4-15,3-9-5 16,4-5-11-16,3-2 16 16,5-21 3-16,-3-4 0 15,-5-5-1-15,-9-3 19 16,-12-5-3-16,-4-4-5 16,-17 2-1-16,-22 9-7 15,-7 13-5-15,3 14-16 0,6 6-35 16,13 19-28-16,9 4-116 15,15-3-125-15</inkml:trace>
  <inkml:trace contextRef="#ctx0" brushRef="#br0" timeOffset="11753.8">17171 2537 307 0,'0'0'453'0,"0"0"-395"16,0 0-10-16,0 0-26 15,132-20-21-15,-61 96-2 16,-2 35 1-16,-9 24 0 15,-19 26-2-15,-20 7 2 16,-21 5 3-16,-3-8-3 16,-33-16 3-16,-16-16 1 15,-14-24-4-15,-15-15-34 16,-18-17-35-16,-13-19-40 16,-1-26-196-16</inkml:trace>
  <inkml:trace contextRef="#ctx0" brushRef="#br0" timeOffset="12320.06">17834 2665 436 0,'0'0'177'15,"0"0"-52"-15,0 0-78 16,0 0-30-16,0 0-10 16,0 0-5-16,0-5-2 15,0 5 3-15,0 0 1 16,9-7 2-16,13-9 15 0,11-12 6 16,16-17-19-16,0-10-8 15,-4-12 1-15,-8 0-1 16,-16 2 11-16,-13 7-10 15,-8 8 16-15,-3 8-11 16,-18 10-1-16,0 10 13 16,7 10-10-16,7 7-3 15,2 5-5-15,-2 13-4 16,-6 27-16-16,-10 28 20 16,-2 27 1-16,4 13 1 15,6 4-2-15,15-13 0 16,0-22-23-16,25-23-14 15,5-18-4-15,2-19-72 0,-1-17-39 16,-1-6-297 0</inkml:trace>
  <inkml:trace contextRef="#ctx0" brushRef="#br0" timeOffset="12505.58">17501 2453 623 0,'0'0'71'16,"0"0"23"-16,115-39-27 15,-53 31-33-15,18 8-13 16,13 0-21-16,12 5-12 16,4 7-53-16,-8-12-194 0</inkml:trace>
  <inkml:trace contextRef="#ctx0" brushRef="#br0" timeOffset="12660.11">18121 2473 693 0,'0'0'131'16,"0"0"-48"-16,0 0-41 15,0 0-42-15,0 0-16 16,0 0-69-16,35 55-124 15</inkml:trace>
  <inkml:trace contextRef="#ctx0" brushRef="#br0" timeOffset="15416.71">14921 7662 697 0,'0'0'89'0,"0"0"2"16,0 0-28-16,0 0-39 0,0 0-24 15,0 0-8 1,0 0-42-16,1 41 42 16,-1 38 7-16,-21 20 1 0,-8 16 1 15,-6 6 3-15,-4-5-4 16,2-11-2-16,4-18-15 16,6-18-16-16,4-20-22 15,9-20-14-15,2-19-4 16,11-10-10-16,1-34-53 15</inkml:trace>
  <inkml:trace contextRef="#ctx0" brushRef="#br0" timeOffset="15734.23">14635 7503 659 0,'0'0'36'16,"0"0"16"-16,117-54-21 16,-52 54-9-16,9 0 2 15,4 20-10-15,0 12 10 16,-2 7-22-16,-12 6-2 16,-17-3 0-16,-21 2 0 15,-22 3-5-15,-6-4-8 16,-30 3-11-16,-9-7-30 15,-7-8 1-15,-3-9-3 0,-7-6 52 16,2-6 4-16,-1 0 2 16,8-3 4-16,16-2-6 15,16 1-14-15,17-2-153 16,2-4-166-16</inkml:trace>
  <inkml:trace contextRef="#ctx0" brushRef="#br0" timeOffset="16235.19">15519 7596 813 0,'0'0'93'0,"0"0"-93"15,0 0-9-15,0 0 8 16,18 89 1-16,1-33 1 16,5 7 8-16,6 10-9 15,1 2 1-15,0-7-1 16,-3-7 0-16,-7-20 0 16,-1-17-14-16,1-14 0 15,4-10 14-15,8-3 2 16,9-26 0-16,1-14 3 15,0-13-3-15,-8 0 1 0,-9-2 0 16,-9 5 8-16,-11-1 11 16,-6 4-6-16,0-1-2 15,-21 8-4-15,0 8-1 16,1 13-5-16,6 11-2 16,9 8 1-16,4 3-3 15,-1 4-4-15,1 18-4 16,1 15 6-16,0 7 2 15,15 6-2-15,18 1 2 16,10-4 0-16,10-9-9 16,7-13-14-16,9-13-27 15,5-12-39-15,6-14-104 16</inkml:trace>
  <inkml:trace contextRef="#ctx0" brushRef="#br0" timeOffset="16411.09">16557 7724 125 0,'0'0'419'0,"0"0"-416"16,0 0 12-16,0 0 45 16,0 0 34-16,107 4-74 15,-40-5-16-15,8-6-4 16,5-2-89-16,-9-4-216 15</inkml:trace>
  <inkml:trace contextRef="#ctx0" brushRef="#br0" timeOffset="16591.2">16544 7986 727 0,'0'0'93'16,"0"0"-87"-16,0 0-6 15,98 37 29-15,-27-28-10 16,22-6-12-16,13-3-7 16,4-3-13-16,0-21-116 15,-12-12-187-15</inkml:trace>
  <inkml:trace contextRef="#ctx0" brushRef="#br0" timeOffset="16903.5">18372 7040 848 0,'0'0'67'0,"0"0"-15"15,0 0-25 1,0 0-27-16,0 0-5 0,0 0-13 16,0 56 16-16,-2 26 2 15,-9 12 0-15,2 5-1 16,4-6-8-16,4-11-8 16,1-13-10-16,0-10-40 15,0-15-41-15,10-21-57 16,3-19-140-16</inkml:trace>
  <inkml:trace contextRef="#ctx0" brushRef="#br0" timeOffset="17083.8">18484 6977 580 0,'0'0'34'0,"109"-68"66"15,-49 45-49-15,10 6-15 16,4 7-28-16,7 9-8 16,1 1-62-16,-7 0-138 15</inkml:trace>
  <inkml:trace contextRef="#ctx0" brushRef="#br0" timeOffset="17272.23">18395 7342 448 0,'0'0'94'0,"91"1"8"16,-20 1-4-16,10 0-65 16,10 0-15-16,10 1-18 15,-4-3-72-15,-9 0-141 16</inkml:trace>
  <inkml:trace contextRef="#ctx0" brushRef="#br0" timeOffset="17985.05">19458 6984 826 0,'0'0'98'0,"0"0"-96"16,0 0-2-16,0 0-1 15,51 101 0-15,-26-30 2 16,2 6-1-16,-1 1 0 16,-4-9-12-16,-4-12-26 0,-2-13 0 15,-4-17 26 1,0-11-3-16,6-16 11 0,5 0 4 15,10-29 10-15,8-19-2 16,5-13 2-16,2-12 0 16,-12-2-1-16,-13 0 3 15,-18 1 16-15,-5 5 1 16,-21 8-4-16,-5 18-14 16,7 17-10-16,10 18 1 15,5 8-2-15,4 18-29 16,-3 20-7-16,1 15 34 15,2 4 2-15,0-2 2 0,6-9-2 16,22-13-3-16,13-8 2 16,12-13 1-16,18-11-6 15,15-1-82-15,10-27-380 16</inkml:trace>
  <inkml:trace contextRef="#ctx0" brushRef="#br0" timeOffset="18983.06">18207 8382 98 0,'0'0'254'0,"-133"-31"-114"16,76 21-50-16,15 1-30 15,14 4-13-15,13 1 9 16,9 2-24-16,6 1 8 16,11-2-35-16,44-1 4 15,45-3-2-15,58-6 7 16,52-6-7-16,48-5-1 0,39-5 0 16,21-6 4-16,6-7-9 15,-3-1 22-15,-10-2-10 16,-20 2 12-16,-11 8-17 15,-29 4-1-15,-29 9-7 16,-35 11 4-16,-37 3-4 16,-41 8-4-16,-46 0-32 15,-51 10-73-15,-31 6-242 16</inkml:trace>
  <inkml:trace contextRef="#ctx0" brushRef="#br0" timeOffset="19595.86">18269 8843 747 0,'0'0'70'16,"0"0"5"-16,0 0-38 16,0 0-14-16,0 0-16 15,0 0-7-15,5-54-7 16,-3 83-7-16,-2 14 8 15,0 15 6-15,0 12-1 16,-11 9 0-16,-6 5-18 16,-2 2-50-16,-3-14-96 15,2-22-225-15</inkml:trace>
  <inkml:trace contextRef="#ctx0" brushRef="#br0" timeOffset="19830.12">18714 8686 777 0,'0'0'19'0,"0"0"85"16,0 0-99-16,0 0-5 16,0 0-4-16,0 0 4 15,23 113 1-15,-12-45 3 16,0 5-3-16,0 4-1 0,-2-7-16 15,-5-8-79 1,-2-17-67-16,-2-19-153 0</inkml:trace>
  <inkml:trace contextRef="#ctx0" brushRef="#br0" timeOffset="19993.63">18438 9007 449 0,'0'0'261'16,"0"0"-259"-16,85-13-2 16,-33 11 20-16,9-3 16 15,17 2-11-15,10 0-18 16,9 3-7-16,6-8-99 16,-4-8-99-16</inkml:trace>
  <inkml:trace contextRef="#ctx0" brushRef="#br0" timeOffset="20363.59">19497 8577 611 0,'0'0'33'16,"0"0"-5"-16,0 0 31 15,94 77-22-15,-75-29-14 0,-2 4-10 16,-7-1-7-16,-7-4-3 16,-3-9 0-16,0-9-3 15,-7-8-3-15,-3-9-4 16,6-7-10-16,-2-5 17 16,0 0 5-16,0-8 1 15,0-13-2-15,3-6 2 16,3 0 1-16,0-3-5 15,25 0-2-15,14-2-2 16,13-2 2-16,5 1 0 16,3 4-1-16,-5 9-1 15,-3 8-2-15,-3 7-45 16,-11-1-85-16,-10-1-193 16</inkml:trace>
  <inkml:trace contextRef="#ctx0" brushRef="#br0" timeOffset="20612.86">20231 8537 850 0,'0'0'103'0,"0"0"-61"15,0 0-42-15,0 0-3 16,0 0-6-16,0 102 9 0,0-34 0 15,-17 14 0-15,-5 6 3 16,-5 4-3-16,-1 4-3 16,-2 1-19-16,2-5-41 15,4-15-88-15,3-26-162 16</inkml:trace>
  <inkml:trace contextRef="#ctx0" brushRef="#br0" timeOffset="20836.31">20459 8840 921 0,'0'0'58'16,"0"0"-28"-16,0 0-30 0,0 0-12 15,0 0 12 1,0 0-3-16,24 112 3 0,-24-56 0 15,0 5-1-15,-6 5-13 16,-8 0-29-16,-2-7-37 16,7-19-131-16,9-16-359 15</inkml:trace>
  <inkml:trace contextRef="#ctx0" brushRef="#br0" timeOffset="21828.16">20797 8987 760 0,'0'0'169'0,"0"0"-142"16,0 0-27-16,0 0-4 15,0 0 4-15,0 78 1 16,0-29-1-16,0-1 0 16,0-6-4-16,12-11-8 15,8-17-20-15,1-14 2 16,6 0 20-16,1-31-31 15,-1-11-74-15,2-8 14 16,-5-3-24-16,-7 5-1 16,-4 9 112-16,-8 9 14 15,-3 10 61-15,-2 9 38 16,0 4-14-16,0 6-53 0,2 1 5 16,3 0-37-16,-2 8-1 15,7 7 1-15,-4 6 1 16,1-1-1-16,0-3 1 15,0-3 0-15,-4-7 3 16,-2-4-2-16,-1-3 8 16,0 0 129-16,0 0-35 15,0 0-59-15,0-3-38 16,0-2 0-16,0 1-6 16,0 1 0-16,0 2 0 15,0-1-1-15,0 2 1 16,0 0 0-16,0 0-1 0,0 0-1 15,0 0 0 1,0 0 0-16,0 0 1 0,0 0-1 16,0-1 1-16,0-2 2 15,0-3-1-15,0-2 0 16,0 0 0-16,0 0 0 16,0 2-1-16,-3-2 0 15,-5 1-3-15,-2 2 1 16,-6-2-2-16,-3 5 1 15,-10-1-1-15,-4 3-7 16,-2 0-4-16,2 0 0 16,6 1 8-16,8 2 2 15,8 1 5-15,4 0-2 16,5-4 0-16,2 3 0 16,0-3-1-16,0 2 0 0,14-1 0 15,17-1 3 1,18 0 2-16,21 0-2 0,15-13-1 15,5-4-10-15,-2-2-15 16,-6-2 1-16,-12 1 23 16,-12 3 2-16,-16 5 3 15,-18 3 1-15,-14 6 6 16,-8 3-5-16,-2 0-5 16,0 2-6-16,-9 16-4 15,-15 10 10-15,-5 8 0 16,-1 5 0-16,5 4 0 15,6 5 1-15,9 0 1 0,10 1 2 16,0-9 0 0,20-16-4-16,14-14 3 0,12-12 4 15,6-16 26-15,1-17-12 16,-5-12-11-16,-11-2-2 16,-11 2 4-16,-17 3-6 15,-9 0 1-15,-5 5-6 16,-29 2-1-16,-14 9-3 15,-7 10 2-15,2 11-67 16,11 5-30-16,13 0-57 16,16 2-67-16</inkml:trace>
  <inkml:trace contextRef="#ctx0" brushRef="#br0" timeOffset="22127.21">22240 8392 816 0,'0'0'0'0,"0"0"-10"15,89 87 10-15,-54-21 10 16,-4 12 5-16,-12 17 2 0,-15 9-4 15,-4 11-8 1,-25 11 9-16,-15-3-6 0,-16-6-3 16,-9-15-1-16,-14-18-4 15,-13-14-13-15,-10-14-32 16,-5-15-55-16,-2-18-98 16</inkml:trace>
  <inkml:trace contextRef="#ctx0" brushRef="#br0" timeOffset="22659.88">17331 8716 540 0,'0'0'57'16,"-37"106"-12"-16,25-25 27 15,10 22-13-15,4 19-26 16,38 11-8-16,24 6-14 16,19-4-3-16,19-17-8 0,13-16-58 15,13-27-119-15,20-31-215 16</inkml:trace>
  <inkml:trace contextRef="#ctx0" brushRef="#br0" timeOffset="23475.35">22601 8400 542 0,'0'0'123'0,"0"0"-54"15,0 0-16-15,0 0-28 16,0 0-20-16,0 0-2 16,88-22 10-16,-55-7 2 15,4-7 11-15,4-11 2 16,-1-6-17-16,0-7-8 15,-6-5-3-15,-4-3 1 16,-5-2-2-16,-7 5 0 16,-11 7 1-16,-7 12 1 15,0 14-1-15,0 11 5 16,-4 13 15-16,2 8-19 16,-4 5-1-16,-4 25-12 15,-5 19 12-15,-3 24 1 0,-2 14-1 16,6 10-1-16,9-5 1 15,5-10 0-15,13-17-19 16,13-16-9-16,4-16 6 16,3-17-36-16,-5-16-97 15,-4-3-206-15</inkml:trace>
  <inkml:trace contextRef="#ctx0" brushRef="#br0" timeOffset="23647.82">22518 8061 656 0,'0'0'1'0,"110"0"45"16,-24 0 29-16,17 0-23 16,9 0-26-16,3 0-26 15,-6 0-27-15,-9-3-186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4:56:35.37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1" timeString="2025-02-09T04:57:10.310"/>
    </inkml:context>
  </inkml:definitions>
  <inkml:trace contextRef="#ctx0" brushRef="#br0">18369 5869 42 0,'0'0'19'15,"0"0"34"-15,0 0 1 16,0 0 26-16,0 0-36 15,0 0 14-15,0 0-8 16,1-41 4-16,-1 38-32 16,0-3 55-16,0 3-58 15,-3 0-14-15,1-1 4 0,-1 4 5 16,3-1-1 0,0-1 8-16,0 1-6 0,-2 1 2 15,2-1-5-15,0 1-6 16,0 0 3-16,0 0-5 15,-1 0 2-15,1 0 1 16,0-2 2-16,0 2 4 16,0-1 7-16,-2 1 3 15,1-2-10-15,-1-1-1 16,2 1 2-16,-2 0-8 16,2-1-4-16,0 0 3 15,0 2 6-15,0 1-6 16,0 0-5-16,0 0-4 0,0 0 1 15,15 0 3 1,10 0 0-16,5 1-1 0,11 18 1 16,2 4-1-1,2 13 0-15,-5 7-2 0,-8 3 0 16,-4 7 1-16,-10-2-2 16,-5-2 2-16,-7-7 0 15,-3-9 1-15,-3-14-2 16,0-6 0-16,0-8-2 15,0-5 5-15,0 0 6 16,0 0 1-16,-13-13-7 16,-2-4-5-16,3-3-23 0,1-3 3 15,7-1-14-15,4-1 3 16,13-1-35-16,23-3 4 16,13-3 2-16,13-2 33 15,8 3 8-15,9-1 20 16,0 3-41-16,-3 7 14 15,-14 6 18-15,-15 9-40 16,-16 4 8-16,-11 3 8 16,-15 0 30-16,-5 7 5 15,-2 7 2-15,-18 2 24 16,-2-2 49-16,-2 0 30 16,2-2-32-16,1 3-3 15,6 0-22-15,4 1-34 16,6-1-4-16,3 4-5 15,2-2 7-15,0 0-6 0,10-1-2 16,15-5-1-16,13-11 3 16,7 0-4-16,-1-10-1 15,-9-8 1-15,-13 0 3 16,-16 3 21-16,-6 3 43 16,0 0-5-16,-3 5-42 15,-15 0-16-15,-2 6-4 16,3 1 0-16,1 0 0 15,8 14-3-15,7 5-3 16,1 2 2-16,1 5-1 0,23-3-2 16,10 0 6-1,10-12-1-15,6-11 0 0,5-11 2 16,-3-22 0-16,-2-9 0 16,-4-4 5-16,-9-9-1 15,-7-7-3-15,-9-9 0 16,-17-4 4-16,-4 1 13 15,-22 10 11-15,-12 10-4 16,2 16 3-16,10 14-9 16,12 14 1-16,6 8-6 15,4 2-14-15,0 7-11 16,7 22-2-16,15 17 12 16,5 11 1-16,3 11 0 15,-3 3 2-15,-3-1-2 16,-1-2 0-16,0-10-2 0,-1-5-27 15,3-9-14-15,1-10-23 16,-7-15-49-16,-7-12-225 16</inkml:trace>
  <inkml:trace contextRef="#ctx0" brushRef="#br0" timeOffset="349.72">19993 6039 269 0,'0'0'82'0,"0"0"6"0,111-42-40 15,-71 23-23 1,-7-1-6-16,-5-4 23 0,-10 1-1 16,-10-2 18-16,-8-2 13 15,0 3-38-15,-24 2-16 16,-4 5-18-16,5 6 6 15,6 8 0-15,7 3-6 16,3 3-6-16,4 20-2 16,-2 7 8-16,5 6-3 15,0 2 0-15,15 3 3 16,11-2 0-16,12-7 2 16,6-8-1-16,6-10 4 15,-2-9-5-15,-6-5-10 16,-9 0-63-16,-7-14-88 15</inkml:trace>
  <inkml:trace contextRef="#ctx0" brushRef="#br0" timeOffset="582.9">19886 5699 332 0,'0'0'49'0,"122"-12"26"16,-36 8 34-1,13 1-43-15,-3 1-12 0,-8-1-22 16,-15-2-15-16,-10 1-7 16,-7 1-7-16,-8 0-3 15,-12 3-21-15,-18 0-97 16,-18 0-103-16</inkml:trace>
  <inkml:trace contextRef="#ctx1" brushRef="#br0">18728 12650 0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4:58:05.5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7364 4998 161 0,'0'0'115'15,"0"0"-17"-15,0 0-44 0,0 0 10 16,0 0-21 0,0 0 17-16,0 0-5 0,-7-39-17 15,7 34-7-15,-2 1 19 16,-1-1-18-16,2 2 9 16,-1-2-20-16,-2 1-11 15,1 1-2-15,3-2 1 16,-3 3-5-16,3 2 0 15,0 0 0-15,0 0-3 16,0 0 1-16,0 0-2 16,0-1 1-16,0 1 2 15,0-3-1-15,0 0-2 0,0 0 0 16,0-2-1 0,0 0 0-16,0-2-6 0,9-2 4 15,2 3 1-15,3-1-1 16,1 0 0-16,-1 0-5 15,2-3 4-15,-1 3 3 16,-2 2 1-16,-2-2 0 16,-2 3-3-16,2 1 3 15,-1 0 0-15,3-1 0 16,3 4-1-16,5 0 1 16,4 0-1-16,0 0 1 15,-2 0 0-15,0 0 0 16,-7 0 0-16,-3 7-2 0,-3 0 2 15,-3 3-5-15,-1 2 0 16,0 0 3-16,0 4-1 16,1 1 3-16,2-2 0 15,-1 2 0-15,-1 2 1 16,-1-2 1-16,-4 0-2 16,-1-2-4-16,-1 4-1 15,-1 0-1-15,-16 5 6 16,-4 1 10-16,-2-1-3 15,-2 1-5-15,0-4 0 16,-2 1-1-16,-4 0 4 16,1-1-5-16,0-1 1 15,2-3 0-15,0 0-1 16,1-3 0-16,6-3 1 0,3-7 0 16,2-3-1-16,4-1 4 15,-6 0-2-15,6 0 0 16,-3 0-2-16,6 0 0 15,3-1-1-15,6 1-8 16,0 0-28-16,0 0-115 16,0 0 17-16,8 0-132 15</inkml:trace>
  <inkml:trace contextRef="#ctx0" brushRef="#br0" timeOffset="1389.23">9903 4805 79 0,'0'0'16'0,"0"0"43"16,0 0 28-16,0 0-7 15,0 0 6-15,0 0-34 16,0 0 29-16,-14-39-24 15,14 31-36-15,0 1 41 16,0 2-4-16,0-3-33 16,0 0 20-16,0-1-17 15,0 0-3-15,-2 0 20 16,-3 2-23-16,2 2-5 16,3 5-4-16,-2 0-1 15,2 0-10-15,-1 0-2 16,-6 5-3-16,-4 17-3 15,-5 17 5-15,-5 10 1 16,-2 8 0-16,4 8 0 0,0 2 1 16,5-1 0-16,2-3-1 15,5-10 0-15,4-12 0 16,1-10-1-16,2-11-2 16,0-9-5-16,0-5 3 15,0-4-3-15,0 1 8 16,0-3 8-16,0 0-5 15,0-11-3-15,6-6 1 16,2 0-2-16,2 3-17 16,-5 2-21-16,-2 0-67 15,-3 0-99-15</inkml:trace>
  <inkml:trace contextRef="#ctx0" brushRef="#br0" timeOffset="1706.39">9948 4710 642 0,'0'0'104'16,"0"0"-7"-16,0 0-63 15,0 0-5-15,0 0-18 16,3-72-2-16,14 59 4 15,5-2-12-15,7-2 0 0,5 4 1 16,2 0-2-16,5 3 0 16,0 3-1-16,-2 2 0 15,-3 2-14-15,-5 2-17 16,-2-1-5-16,-4 2-26 16,-3 0-35-16,-8 0 17 15,-11 0-16-15,-3 11-102 16,-27 6 121-16,-15 8-99 15</inkml:trace>
  <inkml:trace contextRef="#ctx0" brushRef="#br0" timeOffset="1953.89">9788 5058 251 0,'0'0'131'0,"0"0"-19"15,0 0-38-15,0 0-33 16,0 0-15-16,0 0-15 16,21 0 9-16,13-5 64 15,11-14-32-15,12-3-18 16,5-2-20-16,6 0-12 16,1 5-1-16,-3 2-1 15,-6 3-13-15,-12 8-55 16,-16 1-72-16,-21 5-188 0</inkml:trace>
  <inkml:trace contextRef="#ctx0" brushRef="#br0" timeOffset="3254.84">7075 7865 466 0,'0'0'111'0,"0"0"-10"16,0 0-41-16,0 0 3 15,0 0-44-15,0 0 13 16,13-52-24-16,6 41-7 15,6-1 4-15,5-4 8 16,5 0-1-16,5 2-7 16,2 2 0-16,3 0-5 15,-5 7 2-15,-5 5-4 16,-3 0 2-16,-5 0 0 16,-6 17-3-16,-4 8-1 15,-9 6 3-15,-8 5 1 0,0 7 0 16,-10 1 0-1,-14 5 3-15,-4 0-3 0,-4-1 0 16,4-7 0-16,4-8 2 16,3-7-2-16,5-6 0 15,1-4 0-15,1-5 1 16,-2 0-1-16,-2 0 0 16,-6-1 0-16,-7 4 0 15,-6 1-1-15,-2 0 0 16,8-1-4-16,7-2-13 15,10-3-22-15,4-1-38 16,3 1-23-16,1-3-79 16,-2-3-222-16</inkml:trace>
  <inkml:trace contextRef="#ctx0" brushRef="#br0" timeOffset="4361.71">9846 7774 24 0,'0'0'261'0,"0"0"-114"0,0 0-28 16,108-67-28-16,-68 48 8 15,2-1-49-15,7 3-23 16,0 0-15-16,5-1-7 16,1 4-5-16,-3 1 0 15,-9 1-4-15,-10 7-15 16,-13 3-25-16,-13 2-44 15,-7 0-47-15,-19 17 45 16,-20 6-20-16,-13-1-155 16</inkml:trace>
  <inkml:trace contextRef="#ctx0" brushRef="#br0" timeOffset="4740.44">9730 8082 382 0,'0'0'111'16,"0"0"-12"-16,0 0-24 15,0 0 13-15,0 0-39 0,0 0-22 16,0 0-6-16,-12 0-12 16,12 0-2-16,18-4-7 15,13-10 4-15,11-1-4 16,4-2 2-16,3 0 1 16,1 2-3-16,2 1 0 15,1 0-4-15,-5 4-14 16,-3 2-15-16,-11 3-25 15,-8 1-14-15,-10 2 2 16,-7 2-26-16,-9 0-87 0,0 0-37 16</inkml:trace>
  <inkml:trace contextRef="#ctx0" brushRef="#br0" timeOffset="7221.43">6958 7983 446 0,'0'0'101'15,"0"0"-33"-15,0 0-23 16,0 0 11-16,0 0-8 16,0 0-9-16,-8-16-3 15,8 13-3-15,-3 0-24 16,1 0-4-16,1-1 8 15,-1 2-7-15,1-3-3 16,-1 3 13-16,2-1-12 0,0 0-3 16,0-1 0-1,0-3 0-15,0-1-1 0,2-4-3 16,11 1 2-16,2 0 0 16,4 0 0-16,0 0-2 15,2 0 0-15,-1 2 3 16,-2-2 0-16,1 5 2 15,-2-1-2-15,1 0-2 16,-5 1 2-16,2 2 0 16,-3 1-1-16,1 2-2 15,-1-1 1-15,2 2 0 16,4 0 1-16,1-1 1 0,-1-2 0 16,3 0 2-16,-4 1-1 15,0 0-1-15,-2 1 0 16,-5 1 0-16,-2 0-2 15,1 0 2-15,-3 0 0 16,-2 0-2-16,1 0 1 16,-2 0 0-16,3 3 1 15,-1 2-1-15,0 2 0 16,1 0 1-16,2-1 0 16,2 1 0-16,-3 0 0 15,2-1 0-15,-5 0 0 16,0-2-2-16,-1-1 2 15,-3 0-1-15,4 1-3 0,-4 0 4 16,2 2 0-16,-2-1 1 16,0 1-1-16,0 1 0 15,0 1-1-15,0 0 1 16,0 1 0-16,0 4 0 16,0-4 1-16,-6 3-1 15,1-2 0-15,1-2 0 16,1 3 0-16,-2 1 0 15,1 1 0-15,-2-1 1 16,-1 2-1-16,1 1 0 0,1 0 0 16,2-1 0-1,-2 0 0-15,1-2 0 0,-3 2 1 16,-1 0-1 0,1-1 0-16,-8 0 1 0,1 1-1 15,-5-1 0-15,-2 3 0 16,-3-2 1-16,-1-1 1 15,4-1-2-15,1-2 0 16,4-1 1-16,0-1-2 16,2 1 1-16,4-4 0 15,0 0 0-15,4-3 1 16,0 0-1-16,-2-1-1 16,2-1 1-16,-4 2-5 15,2-1-3-15,2-1-9 16,2 3-3-16,4 0-56 15,0 4-85-15,-2 1 55 0,1-2-125 16</inkml:trace>
  <inkml:trace contextRef="#ctx0" brushRef="#br0" timeOffset="7814.08">7096 8011 226 0,'0'0'108'16,"0"0"-2"-16,0 0-30 16,0 0-19-16,0 0-21 15,0 0-4-15,0 0 21 16,-55-75-6-16,47 70-11 16,3 2-3-16,4 0 14 15,1 3-21-15,0 0-26 0,0 0-9 16,0 0 7-1,0 7 1-15,0 6 1 0,0 0 0 16,0 6 0-16,0 2 0 16,-3 3 1-16,0 7 0 15,3 6-1-15,-3 9 0 16,3 8 4-16,0 5-4 16,0 9 1-16,0 1 0 15,0 2 2-15,6-5-3 16,2-7 0-16,-2-9 0 15,-2-9 1-15,2-12 0 16,-2-7 1-16,-2-10-2 16,-2-4 3-16,1-3-3 15,-1-3 4-15,0 0-1 0,2-1-3 16,-2 1 3 0,0-2-3-16,0 1-20 0,0-1-38 15,0 0-78-15,0 0-143 16</inkml:trace>
  <inkml:trace contextRef="#ctx0" brushRef="#br0" timeOffset="9731.04">7685 8151 257 0,'0'0'120'0,"0"0"-19"0,0 0-72 16,0 0 47-16,0 0-28 16,0 0 11-16,-26-23-2 15,26 23-10-15,0 0-11 16,0-2-15-16,0 0-7 15,0-1 4-15,0-3-8 16,0-2-1-16,0 3-1 16,0-2 0-16,0-1 10 15,0 2 3-15,0 0-11 16,-1 4-7-16,-1 2 5 16,2 0-7-16,0 0-1 15,0 0 0-15,0 0-1 16,0 0 1-16,0 0-1 15,-1 0-2-15,1 0 1 16,-2 0 1-16,2 0 1 0,0 0 0 16,0 0 0-16,0 0-1 15,0 0 1-15,0 0-1 16,0 0 1-16,0 0-2 16,0 0 4-16,0 0-2 15,-3 0 0-15,3 0 1 16,0 0-1-16,0 0 3 15,0 0-3-15,0 0 0 16,0 0 0-16,0 0 1 16,0 0 0-16,0 0-1 15,0 0 2-15,0 0-2 16,0 0 0-16,0 0 0 0,0 0 0 16,0 0-3-1,0 0 3-15,0 0 0 0,0 0-3 16,0 0 1-16,0 0-7 15,0 0-4-15,0 0 1 16,0 0 8-16,0 0 2 16,0 0 2-16,0 0 3 15,0 0-3-15,0 0 1 16,0 0 3-16,0 0 4 16,0 0-1-16,0 0-7 15,0 0 0-15,0 0-1 16,0 5-2-16,0 5-4 15,0 6 7-15,0 6 0 16,3 3 1-16,2 1-1 16,1 3 0-16,-3-2 0 0,0 0 0 15,-1-1-1-15,-1-2 0 16,-1-2 1-16,0-3 0 16,2-1-3-16,-1 1-3 15,1-1-10-15,0-2 3 16,4 1-3-16,0 0 10 15,0-3-9-15,2-1 4 16,-1 1 9-16,-4-7-7 16,2 0 5-16,-2-1 2 15,-2 0 2-15,4 2 0 0,1-1 0 16,1 3-2 0,3-1-6-16,4-2-9 0,0-4-18 15,2-3-11-15,0 0 7 16,-4 0 24-16,1-7 15 15,-4-8 0-15,1-4 27 16,-2-3 28-16,-2-1-7 16,2-1-26-16,-4 3-18 15,1 0 5-15,-2 4-7 16,1 4-2-16,-1 0 2 16,0-1-2-16,2-2 0 15,-2-1 0-15,-1 2 0 16,2-2 1-16,-3-2 0 0,2 2 3 15,-3-2 6 1,0-1 1-16,0 1 6 0,-4-2-8 16,-7 4 13-16,-2 2-11 15,3 4 7-15,2 2-16 16,2 4 4-16,0 2-4 16,2 2-2-16,-2-1 0 15,4 2-1-15,-3 0 0 16,1 0-3-16,-1 0 4 15,4 0-1-15,1 0 1 16,0 0-4-16,0 6-2 16,0 5-4-16,0 5 10 0,0-1 0 15,0-1 0 1,4-1-2-16,1-2 2 0,1-1 0 16,3-3 0-16,4 1-1 15,7-8 1-15,10 0 0 16,13 0-2-16,13-15-11 15,6-9-35-15,5-12-142 16,-13-3-381-16</inkml:trace>
  <inkml:trace contextRef="#ctx0" brushRef="#br0" timeOffset="10934.13">9760 7853 238 0,'0'0'143'0,"0"0"-57"16,0 0-71-16,0 0 89 16,0 0-9-16,0 0-13 15,-63-37-47-15,63 37-25 16,0-2-6-16,0 2 1 16,0 0 11-16,0 0-3 15,0 0 10-15,-2 0 13 16,1 0-1-16,-1-1-9 15,2 1-14-15,0 0-12 16,0 0-3-16,0 7-4 16,5 13 5-16,4 10-2 15,1 8 5-15,-7 10-1 16,-3 5 0-16,0 9 0 0,0 2 0 16,-1-2 0-16,-6-5 0 15,2-8 0-15,4-5 0 16,-1-15 1-16,2-10-1 15,0-7 0-15,0-8 0 16,0-4 0-16,0 0 4 16,0 0 0-16,0-18 3 15,0-7-7-15,0-5-8 16,5-1-45-16,6 0-49 16,1-2-114-16,3 0-277 15</inkml:trace>
  <inkml:trace contextRef="#ctx0" brushRef="#br0" timeOffset="11312.06">9772 7849 264 0,'0'0'81'16,"0"0"16"-16,0 0 20 16,0 0-69-16,0 0-10 15,0 0-9-15,-14-6 3 16,14 6-11-16,0 0-18 0,21-4 0 16,9-4 20-16,12-3 13 15,10-5-18-15,10-3-10 16,10-2-5-16,4-2-3 15,-1 0 0-15,-13 3 0 16,-14 4-1-16,-20 5 0 16,-13 4 1-16,-10 3 1 15,-5 4 22-15,0 0-19 16,-8 0-4-16,-18 11-31 16,-15 17-33-16,-8 5-16 15,4 3-66-15,5-7-255 0</inkml:trace>
  <inkml:trace contextRef="#ctx0" brushRef="#br0" timeOffset="11722.52">9708 8274 306 0,'0'0'72'0,"0"0"12"15,0 0 13-15,0 0-54 16,0 0-13-16,0 0-21 16,62-28 10-16,-10 6 5 15,5-5 22-15,6-5-4 16,-4 2-9-16,-2-1-16 16,-5 8-13-16,-10 3-3 15,-11 6 1-15,-14 7-2 16,-5 4-4-16,-8 3-46 0,-4 0-52 15,-3 0-2 1,-21 9-164-16</inkml:trace>
  <inkml:trace contextRef="#ctx0" brushRef="#br0" timeOffset="13110.53">7358 5049 210 0,'0'0'75'15,"0"0"30"-15,0 0-45 16,0 0-18-16,0 0-2 16,0 0 2-16,0 0-6 15,-34-75-14-15,29 67 60 16,1 1-49-16,3 4 4 15,-1 0-18-15,2 0 11 0,0 2-27 16,0 1 3-16,0 0-5 16,0 0-1-16,0 0-4 15,0 0-6-15,0 2-3 16,0 11 8-16,0 7 3 16,6 5 2-16,-2 11-1 15,-2 11 1-15,-2 10 0 16,0 10 0-16,0 8 1 15,-9-3 2-15,-3-4-2 16,0-8-1-16,0-13 0 16,5-11 0-16,2-14 0 15,2-8 1-15,2-4-1 0,-1-9 0 16,2 1-1 0,0-1 1-16,0-1 3 0,0 0-1 15,0 0 1-15,0 0 3 16,0 0 2-16,0-4-8 15,0-10-30-15,0-3-120 16,0-7-84-16</inkml:trace>
  <inkml:trace contextRef="#ctx0" brushRef="#br0" timeOffset="13812.89">7198 4953 222 0,'0'0'121'16,"0"0"-4"-16,0 0-15 15,0 0-37-15,0 0-36 16,0 0-18-16,-1-28-8 15,15 19 5-15,4-4 0 16,7-1 2-16,2-3 19 16,1 2-15-16,5-1-6 15,1-1-8-15,5-1 2 16,0 1-2-16,-4 3-2 16,-5 5-5-16,-6 2 7 15,-5 7 0-15,-8 0-4 0,1 4 1 16,-2 11-4-16,-1 7 7 15,0 5 1-15,3 4 2 16,2 2-3-16,0 1 0 16,6 0-1-16,1-4 1 15,-6-2-5-15,3-2 5 16,-8-2 3-16,-4-1 0 16,-3-2-1-16,-3 0-1 15,0-1 0-15,0-1 1 16,-9 1 0-16,-10 0-2 15,-11 2 4-15,-9 2-2 16,-7 2 2-16,-7-2 2 16,-3 0-6-16,-2-2 1 15,5 0-1-15,1-5-1 0,6-2-4 16,12-5 0 0,12-3-2-16,14-3-24 0,8-1-96 15,0-3-106-15,22 0 47 16</inkml:trace>
  <inkml:trace contextRef="#ctx0" brushRef="#br0" timeOffset="14892.6">7846 5163 299 0,'0'0'80'0,"0"0"27"15,0 0-53-15,0 0-14 16,0 0-14-16,0 0 2 16,-2-25-2-16,2 25-7 15,0 0-10-15,3 0 7 16,7 0 26-16,0 0-26 16,0 3-10-16,2 5 2 15,0 8-5-15,0 3-2 16,1 7 0-16,-2 6 1 15,-2 3-1-15,-4 4 0 16,0-3 0-16,-2-2-1 16,3-3 2-16,3-3-2 15,6-3 0-15,6-3-1 0,3-5 1 16,3-9 0-16,1-5-2 16,-3-3-5-16,-1 0-2 15,-4-4 9-15,-4-11 0 16,-2 0 2-16,-3-1 0 15,-2-1 4-15,0-2 17 16,3-3-19-16,-1 0-4 16,-1-2 0-16,0 0-11 15,0-1 2-15,-4-1 3 16,-2-2-1-16,-2 2 3 16,-2-1 4-16,0-1 6 15,0 0-4-15,-2 3 6 16,-10 0-4-16,-1 5 18 0,1 0-20 15,-2 5 23-15,2 2 10 16,3 5-18-16,3 2 1 16,2 4-9-16,0-1-8 15,2 3-1-15,2 0-1 16,0 0-6-16,0 0 2 16,0 0-7-16,0 9 8 15,9 4 3-15,4-1 1 16,6 3 0-16,0-3 0 15,0-2-2-15,-1-2 2 16,-2 0-2-16,-2-3 2 16,-2 0-14-16,-2-4-1 0,5-1-13 15,2 0-55 1,3-17-112-16</inkml:trace>
  <inkml:trace contextRef="#ctx0" brushRef="#br0" timeOffset="15940.25">10050 4665 211 0,'0'0'128'16,"0"0"-52"-16,0 0 29 15,0 0-36-15,0 0-20 16,-83-66 43-16,73 60-59 15,4 5-18-15,1 1 12 16,5 0-7-16,-1 0-20 16,1 0-1-16,0 17-5 15,-2 16 4-15,1 13 2 16,-2 12-2-16,0 5 4 16,-5 3 0-16,2-1-2 15,0-2 0-15,3-6 0 0,-1-5 1 16,2-9 0-1,2-10 1-15,0-10 0 0,0-10-1 16,0-7-1-16,0-4 0 16,0-1 1-16,0-1 2 15,0 0 8-15,0 0 15 16,-1 0-2-16,1-12-24 16,0-8-44-16,0-4-100 15,9-4-95-15,9-6-185 16</inkml:trace>
  <inkml:trace contextRef="#ctx0" brushRef="#br0" timeOffset="16222.8">10167 4630 427 0,'0'0'101'16,"0"0"-4"-16,0 0-58 15,0 0 80-15,0 0-80 16,0 0-11-16,-40-60 5 16,46 49-11-16,20-3-18 15,9-3-2-15,1 3-2 16,-1 3 0-16,-4 0-1 16,-2 2 0-16,-5 1 1 15,-6 0 0-15,-6 5-4 16,-4 3-39-16,-8 0-43 0,0 9-66 15,-22 10-35 1,-20 4-175-16</inkml:trace>
  <inkml:trace contextRef="#ctx0" brushRef="#br0" timeOffset="16461.63">9822 5067 368 0,'0'0'174'16,"0"0"-89"-16,0 0 4 15,0 0-24-15,0 0-32 16,0 0-28-16,33-3-3 0,-6-3 3 16,6-3-1-16,3-1-4 15,5-1 0-15,6 0-9 16,2 0-75-16,2-2-42 15,-1-1-216-15</inkml:trace>
  <inkml:trace contextRef="#ctx0" brushRef="#br0" timeOffset="17541.26">10368 4844 256 0,'0'0'108'0,"0"0"-11"15,0 0-53-15,0 0 30 16,0 0 10-16,0 0-8 16,-3-38-9-16,2 37-25 15,1 1-16-15,-3 0-14 16,3 0-8-16,0 0-2 0,0 0-2 15,-2 0-1-15,2 0 1 16,0 0-3-16,0 0-2 16,0 0 1-16,0 2 4 15,-1 7 0-15,1 0-2 16,-2 4 2-16,1 4 0 16,-1 3 1-16,-2 4-2 15,1 2 1-15,-2 5-2 16,1 2 4-16,2 1-2 15,1 3 1-15,1-2-1 16,0-5 0-16,1-5-1 16,13-4-3-16,5-5 3 0,2-7-3 15,-1-2-1 1,2-7 4-16,0 0-1 0,0 0 2 16,-3-7 0-16,-2-5 4 15,0-6-3-15,1-2 0 16,2-2 1-16,0-3-2 15,2-1-2-15,-1-2 2 16,-3 0-2-16,-3-1 2 16,-9 2 0-16,-3 2 0 15,-2 0 1-15,-1-2 0 16,0-2-1-16,0-2 2 16,-4 0 1-16,-7 4-3 15,1 3 2-15,3 6 11 16,2 9 0-16,4 2-1 0,1 6-6 15,0 1-4 1,0 0-2-16,0 0-2 0,0 0 2 16,0 0 0-16,0 0 1 15,-2 0-2-15,1 0-4 16,1 0 0-16,-3 5-3 16,-4 10 8-16,2 7-2 15,-1 3 2-15,1-3 0 16,4 1 1-16,1-4-2 15,0-2 1-15,6-5-4 16,12-1 2-16,3-3 1 16,4-3 0-16,3-5-4 15,1 0 5-15,-1 0 0 0,-1 0 0 16,0-2-39 0,1-5-84-16,-2-3-141 0</inkml:trace>
  <inkml:trace contextRef="#ctx0" brushRef="#br0" timeOffset="17732.21">10748 4942 685 0,'0'0'141'15,"0"0"-84"-15,0 0-28 16,0 0-29-16,0 0-9 0,0 0-60 15,17 5 22 1,-6 1-145-16,-4-5-191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3:45:30.2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5267 4308 320 0,'0'0'88'16,"0"0"-69"-16,0 0 2 16,0 0 37-16,0 0-20 15,0 0 11-15,-18 86-25 16,17-55 19-16,-4 8-7 0,1 9 16 16,-2 10-21-16,-7 14-4 15,2 6-4 1,-3 6-1-16,-3-6-5 0,3-7-10 15,0-11-3-15,7-10 3 16,3-15-7-16,2-15 3 16,2-12-3-16,0-8-39 15,2-14-11-15,13-28-83 16</inkml:trace>
  <inkml:trace contextRef="#ctx0" brushRef="#br0" timeOffset="465.75">4878 4182 468 0,'0'0'323'16,"0"0"-313"-16,11-82 59 16,8 77-45-16,9 5-21 15,8 1-1-15,7 23-1 16,2 13-2-16,1 10 1 15,-6 6 0-15,-7 3 0 16,-11-1-1-16,-14-1 1 16,-8-6 1-16,0-4-1 15,-15-5-1-15,-9-5-17 16,-4-5-26-16,-4-10-16 16,-7-11-14-16,-2-8 4 0,-1 0-2 15,8-16 31-15,10-5 41 16,16-1 82-16,8 5-49 15,6 6-4-15,16 3-29 16,8 6 0-16,2 2 6 16,5 0-3-16,2 19 0 15,-3 9-3-15,4 10 3 16,-9 11-3-16,-6 3 3 16,-2 1 3-16,-7-5-4 15,-5-7 1-15,-6-4-1 16,-4-8 0-16,-1-3-2 0,0-6-65 15,-6-6-86 1,-3-9-200-16</inkml:trace>
  <inkml:trace contextRef="#ctx0" brushRef="#br0" timeOffset="951.23">5385 4763 462 0,'0'0'128'0,"0"0"-88"16,0 0 5-16,0 0-18 15,0 0 0-15,0 0-2 16,49-14 6-16,-42 34 2 16,1 4-21-16,4 4 10 15,4 1-15-15,1 1-4 16,1-6-2-16,1-3 1 0,-4-6-2 16,-2-5 0-16,-2-6 3 15,-5-2-2-15,-3-2 1 16,-2 0-1-16,1 0 0 15,-2 0 8-15,0 0 20 16,3-11-4-16,-3-4-19 16,0-2 6-16,0-2-6 15,0-3 1-15,-3-3-2 16,-5-5-2-16,-4 0 2 16,-2-6-5-16,-2 3 0 15,-1 3 0-15,0 5-1 16,7 7 1-16,-1 3 1 15,5 5 0-15,2 3-1 16,-2 5 0-16,6 1 0 0,0 1 2 16,-1 0-2-16,1 0-1 15,0 0-1-15,0 0 0 16,0 0-3-16,0 0-5 16,0 0 1-16,0 0-8 15,0 6-28-15,4 1-17 16,2 2-41-16,-4-6-82 15,-2-3-265-15</inkml:trace>
  <inkml:trace contextRef="#ctx0" brushRef="#br0" timeOffset="1431.24">5012 4242 356 0,'0'0'119'15,"0"0"7"-15,0 0-45 16,0 0-8-16,0 0-22 0,0 0-36 16,15-64-6-16,13 60-4 15,11 4-2-15,9 0 1 16,5 11-1-16,2 13-2 16,4 8 0-16,-7 4-1 15,-3 6 0-15,-7 2 3 16,-9 1-3-16,-12-2-2 15,-20 1-1-15,-2-4 3 16,-31-2 8-16,-11-2 7 16,-5-7-4-16,-5-2-9 15,-4-7 5-15,2-5-6 16,-3-7 4-16,17-4-1 0,10-4 1 16,16 0-2-16,15 0-3 15,12-5-27-15,27-4-262 16,19-6-220-16</inkml:trace>
  <inkml:trace contextRef="#ctx0" brushRef="#br0" timeOffset="3013.46">5480 4599 664 0,'0'0'130'0,"0"0"-63"16,0 0-67-16,0 0 0 16,0 0-4-16,82 50 8 15,-46-4 0-15,-3 5 12 16,0 0 0-16,-9-3-7 15,-11-4-2-15,-8-8-2 16,-5-8 1-16,0-7-4 16,0-9-1-16,-5-5 2 15,-2-7-3-15,-1 0-1 16,-4-15-7-16,-1-14-19 16,-6-11-13-16,6-8 6 0,9-4 34 15,4-2 0-15,17 2-10 16,17 6-28-16,9 9-7 15,0 10-37-15,0 13 58 16,-2 7 24-16,-8 5 0 16,-9 2 3-16,-3 2 1 15,-8 8-1-15,-7 1 11 16,0 6 8-16,-5 3-7 16,-1 9 51-16,0 5-11 15,0 7-41-15,-7 5 24 16,4-1-28-16,3 1-1 15,0-6-9-15,9-9 1 16,15-7 3-16,4-15-2 0,8-9-1 16,5-4 3-1,3-22 0-15,-1-10-2 0,-7-6 2 16,-12 0-3-16,-14-1-1 16,-10 0 3-16,-3 4-3 15,-25 2-2-15,-20 9-6 16,-7 6 6-16,-2 5-7 15,9 5 9-15,16 4 2 16,17 2 0-16,13 3-2 16,2 1-2-16,26-3-33 15,18-5 13-15,13-2 10 16,7-6 9-16,8-4 2 0,-2-3-1 16,0-2 2-1,-12 1 0-15,-18-2 4 0,-14 4 7 16,-17 5 20-16,-9 2-3 15,0 6 18-15,0 6-11 16,0 2-24-16,-2 3-2 16,-3 20-9-16,-2 28-8 15,-7 27 7-15,0 28 1 16,-4 17-2-16,3 8 4 16,2 5-2-16,7-9 8 15,1-9-6-15,4-11 1 16,1-19 1-16,0-22-4 15,0-22 0-15,7-21 0 0,-2-20 0 16,1-11 1 0,4-34-1-16,-1-18-12 0,0-14-10 15,-9-11 3-15,-6-2-13 16,-22-2 21-16,7 5 11 16,9 6 2-16,12 12 4 15,3 17-6-15,21 15-2 16,2 16 2-16,-2 16-1 15,2 5 0-15,2 12 0 16,2 20-2-16,0 8 3 16,-3 7 2-16,-11-7-1 15,-4-4 1-15,-7-6-2 16,-5-9 0-16,0-8 1 16,0-5 4-16,-14-5 0 0,-7-3 3 15,-6 0-8-15,-4-17 0 16,3-8-16-16,10-5-2 15,15-1 17-15,3-5-10 16,21-1-15-16,12 3 8 16,5 4 3-16,1 2 3 15,-3 8 12-15,-8 1 13 16,-7 8 21-16,-12 4-8 16,-3 4-1-16,-4 2 2 15,-2 1-12-15,0 0-4 16,0 0-11-16,0 3-4 15,0 24-2-15,0 21 3 16,-5 13 3-16,-1 7 4 0,6-6 2 16,0-16-6-16,19-14 0 15,11-18 2-15,4-11-1 16,1-3 4-16,1-10-1 16,1-17 2-16,-1-8-2 15,-9-6-3-15,-5-4 1 16,-14 0-2-16,-8-1 0 15,-10 2-10-15,-21 5-4 16,-5 7-23-16,-1 8-3 16,4 8 22-16,12 6 11 15,10 6 6-15,9 3 1 16,2 1 0-16,0 0-9 16,19 12 9-16,7 13 5 0,3 6 12 15,7 9-5-15,3 5 14 16,3 1-18-16,-2-7-7 15,-4-5 2-15,-8-11 2 16,-7-6-3-16,-10-7-2 16,-7-9 0-16,-4-1-26 15,0-3 1-15,0-22-72 16,-15-9-386-16</inkml:trace>
  <inkml:trace contextRef="#ctx0" brushRef="#br0" timeOffset="3246.62">7048 4509 441 0,'0'0'119'0,"0"0"-2"16,72-92-31-16,-47 80-24 16,-4 10-35-16,-2 2-23 0,2 9-1 15,1 21-2-15,-2 12 3 16,1 12 22-16,-2 8-1 16,-5 6-8-16,-1-1-10 15,1-5 0-15,-1-12-6 16,2-13 2-16,-6-10-3 15,-3-13 2-15,-3-6-2 16,-2-5 0-16,-1-3-32 16,0 0-5-16,-13-22-92 15,-16-8-531-15</inkml:trace>
  <inkml:trace contextRef="#ctx0" brushRef="#br0" timeOffset="4096.59">7005 4718 637 0,'0'0'150'0,"0"0"-35"15,0 0-78-15,0 0-33 16,0 0 0-16,137-43 0 16,-51 31 7-16,5-2-4 15,0 0-7-15,-12 0 0 16,-13 3 3-16,-14 1-1 16,-17 3 1-16,-18 4-3 15,-12 2 0-15,-5 1 0 16,0 0 0-16,0 0 1 15,0 0 2-15,-8 1-3 16,-6 19-2-16,2 7 1 0,0 10 1 16,7 9 0-1,5 3-1-15,2 1 1 0,26-12-11 16,15-14-25-16,8-16 2 16,9-8 8-16,-2-9 7 15,-4-16-35-15,-14-6 9 16,-13 2 45-16,-14 0 8 15,-8 2 36-15,-5 5-22 16,-5 3 44-16,-11 6-40 16,1 2 2-16,0 5-5 15,9 4 9-15,1 2-24 16,2 8-8-16,-1 20-5 0,-2 16 4 16,6 6 2-16,0-2-2 15,2-10-4-15,17-14-4 16,9-14 7-16,1-10 2 15,-1-2 6-15,-3-18-2 16,-8-11 3-16,-10-8-7 16,-7-5-2-16,-4 3-25 15,-16 4 10-15,1 6-17 16,5 11 23-16,8 1 10 16,6 8-32-16,0 3-4 15,0 5 37-15,11 3 18 16,7 0-7-16,6 17-7 15,6 11 28-15,4 8-3 16,6 7-5-16,-3 1-3 0,-2-5-17 16,-10-9 0-16,-8-10-3 15,-7-9 0-15,-7-5 0 16,-2-6 0-16,-1 0 0 16,0-7-1-16,0-20-8 15,0-4-35-15,0-8-39 16,0 0 23-16,0 1 29 15,2 3 13-15,2 10-4 16,4 9 21-16,-2 7 35 16,3 9 6-16,-1 0-33 15,0 5-6-15,2 18 2 0,1 10 3 16,-3 9 6-16,-1 5 3 16,3-2-12-16,-2-8 5 15,-1-6-8-15,2-13 3 16,-3-8-4-16,3-6-1 15,2-4-37-15,0-15-87 16,-1-19-341-16</inkml:trace>
  <inkml:trace contextRef="#ctx0" brushRef="#br0" timeOffset="4265.71">7706 4321 958 0,'0'0'14'0,"0"0"-14"16,0 0-6-1,0 0-3-15,85 34-11 0,-46-8-53 16,-1-4-77-16,-3-11-262 16</inkml:trace>
  <inkml:trace contextRef="#ctx0" brushRef="#br0" timeOffset="5061.11">9352 4646 684 0,'0'0'166'16,"0"0"-118"-16,0 0-47 16,0 0-1-16,0 0-6 15,0 0 6-15,-8 71 9 16,8-37 1-16,0 2-6 15,1-6-2-15,15-6-2 16,5-7 0-16,2-12-6 0,4-5-8 16,4-18 14-16,3-21-17 15,-1-12-10-15,-9-9-18 16,-18 0-46-16,-6 2 47 16,-26 2 4-16,-21 5 40 15,-5-2 41-15,1 7 48 16,6 5-24-16,12 7-23 15,18 10-33-15,13 7 8 16,2 6-12-16,25 2-5 16,9 8-2-16,8 1 0 15,3 0 2-15,4 18 0 16,3 9 0-16,-3 10 2 16,-3 10-2-16,-9 10 2 0,-3 11-1 15,-11 11 1 1,-6 9 1-16,-1 6-2 0,-7-5 3 15,1-2 0-15,-1-4-3 16,2-7 2-16,1-7-3 16,4-12-2-16,5-10-6 15,2-16-15-15,6-11-2 16,1-11 2-16,-1-9-21 16,-2 0-5-16,-8-14 24 15,-13-9 25-15,-6-7 34 16,-2-7 2-16,-24-10-8 15,-12-7 14-15,-7 0-12 16,-2-4 9-16,8 7-12 16,6 6-16-16,15 8-1 0,12 8-2 15,6 1-8-15,15-2 0 16,27-1-4-16,12-3-9 16,16-1-10-16,3 7-6 15,8 4-26-15,-2 3-52 16,-10-2-60-16</inkml:trace>
  <inkml:trace contextRef="#ctx0" brushRef="#br0" timeOffset="7445.97">11449 4217 567 0,'0'0'81'15,"0"0"48"-15,0 0-49 16,0 0-45-16,0 0-34 15,-96-47 3-15,66 50-3 16,-3 16-1-16,2 7-1 0,3 9 1 16,5 5-3-16,8 8 2 15,6 2 1-15,9 1-10 16,0-6-18-16,14-8-23 16,16-15-28-16,13-13 14 15,13-9 39-15,11-2 13 16,2-18-11-16,-3-4-1 15,-16 1 20-15,-14-2 5 16,-17 6 9-16,-14 1 21 16,-5 3 74-16,-5 3-81 15,-14 3 41-15,-1 5-34 16,1 4-4-16,6 0-23 0,5 16-3 16,7 6-1-1,1 4-2-15,0-1-9 0,15-6-24 16,1-5 4-16,7-11 32 15,2-3 0-15,2-3 3 16,-1-16 15-16,-6-2-6 16,-5 0 25-16,-10 0-16 15,-5 2 25-15,0 2-10 16,-2 0-21-16,-13 9-5 16,5 4-8-16,1 4-2 15,3 2-3-15,6 23-7 16,0 6 1-16,0 13 8 15,15 2-18-15,19 2-29 16,14-4 27-16,7-12-16 16,8-15-40-16,-5-17 29 0,-3-3 28 15,-7-29 20-15,-11-4 2 16,-10-6-1-16,-11-1 1 16,-12 2 23-16,-4 4 31 15,-16 6 5-15,-9 5-33 16,3 11 6-16,8 9 9 15,5 6-21-15,0 19-22 16,-1 21-6-16,-5 23 5 16,-3 18 2-16,2 10 1 15,1 4-1-15,2-3 1 0,3-11 0 16,1-15 0 0,2-18 0-16,0-18 0 0,4-16 0 15,1-14-2-15,2-3 12 16,0-30 31-16,0-21-43 15,5-17 0-15,9-11-15 16,0-4-2-16,5 1-4 16,8 8 6-16,6 8-10 15,7 15-10-15,2 15 19 16,-3 11 16-16,-5 19 0 16,-7 9-1-16,-5 4-1 15,-10 23-4-15,-4 10 4 16,-8 7 1-16,0 6-1 15,-8-2-1-15,-2-6 3 16,1-8 1-16,4-11-1 0,5-10-14 16,0-13-37-1,0 0-24-15,14-22 39 0,8-16-36 16,4-8-102-16,0-2 116 16,-2 2 58-16,-5 3 75 15,-2 5 48-15,-4 6-47 16,-7 13 93-16,-3 9-91 15,-2 9-25-15,-1 1-41 16,4 7-12-16,-1 20-12 16,-3 15 9-16,1 12 3 15,-1 6 0-15,0-3 0 16,5-7-7-16,2-17-8 0,1-17-17 16,1-14 9-16,7-4 0 15,4-32 3-15,5-16-200 16,2-15-182-16</inkml:trace>
  <inkml:trace contextRef="#ctx0" brushRef="#br0" timeOffset="7579.18">12315 3953 860 0,'0'0'39'15,"0"0"-39"-15,0 0-36 16,0 0-15-16,63 75 20 15,-22-27-29-15,7-6-112 16,3-11-254-16</inkml:trace>
  <inkml:trace contextRef="#ctx0" brushRef="#br0" timeOffset="8341.39">12613 4114 893 0,'0'0'38'16,"0"0"-12"-16,0 0-26 16,-8 93-3-16,8-29 3 15,11 11 0-15,13 3-2 16,4-1-9-16,7-8-42 16,0-12-17-16,4-21-48 0,4-21 28 15,2-15 62-15,1-24 8 16,-6-14-44-16,-8-8 61 15,-11 1 3-15,-15 4 46 16,-6 2 40-16,-11 5 8 16,-13 6-71-16,4 6 50 15,8 11 30-15,4 6-41 16,7 5-59-16,1 1-3 16,0 21-31-16,0 10 30 15,0 5 1-15,0 4-10 16,6-8-21-16,10-8 1 0,5-11 4 15,3-14 23 1,6-2 3-16,-4-20 7 0,-6-3 3 16,-5 2 29-1,-6-2-15-15,-9 6-7 0,0 5 4 16,0 2-15-16,0 4 2 16,0 8 0-16,0 0-7 15,0 0-1-15,0 3-22 16,0 15-13-16,12 9 18 15,9 5 13-15,4-3-5 16,8-5-21-16,4-16-13 16,6-8 42-16,1-7 1 15,0-21 6-15,-6-10 0 16,-3-9 17-16,-5-7-11 0,-8-7-12 16,-11-1-6-1,-11-2 5-15,-6 1 2 0,-21 5 4 16,0 2 25-16,2 12 32 15,9 13-32-15,5 12 20 16,7 15-25-16,4 4-25 16,0 21-31-16,0 29 4 15,0 24 27-15,4 16 1 16,10 12-1-16,4-2-6 16,4-5-15-16,0-9-10 15,0-20 7-15,-5-18 6 16,-2-17-12-16,-6-14 5 15,5-17-89-15,-1-5-26 0,-4-33-291 16</inkml:trace>
  <inkml:trace contextRef="#ctx0" brushRef="#br0" timeOffset="8522.65">12529 4124 715 0,'0'0'0'0,"0"0"-31"16,0 0 31-16,84 56-2 15,-44-45 2-15,7-3 3 0,9-2-3 16,2-6-8 0,-2-1-120-16,-3-25-383 0</inkml:trace>
  <inkml:trace contextRef="#ctx0" brushRef="#br0" timeOffset="9275.81">8834 5185 389 0,'0'0'117'0,"0"0"-40"15,-96 0-50-15,73 0-3 16,7 0-7-16,9 0-9 16,2 2 6-16,5 1 15 0,0-2-29 15,31 2 1-15,29-1 27 16,36-2 25-16,41 0-18 16,42-5-2-16,36-12-23 15,20-5-6-15,18-2-1 16,1-5-1-16,0 0-2 15,-8-1-2-15,-20 2-5 16,-26 2 4-16,-29 6-1 16,-35 1 4-16,-31 4 0 15,-31 2 0-15,-33 5-1 0,-24 1-11 16,-17 5-37 0,-5-4-72-16,-23-6-343 0</inkml:trace>
  <inkml:trace contextRef="#ctx0" brushRef="#br0" timeOffset="9441.56">11711 4925 657 0,'0'0'97'16,"0"0"-13"-16,0 0-47 15,0 0-29-15,0 0-8 16,0 0-57-16,-42-9-97 15,39 9-162-15</inkml:trace>
  <inkml:trace contextRef="#ctx0" brushRef="#br0" timeOffset="11689.86">9091 5777 532 0,'0'0'89'0,"0"0"21"0,3-75-80 15,-3 48-2-15,0-2 30 16,0 3-53-16,-13-1-2 15,-6 8-3-15,-2 4 4 16,1 6-8-16,4 4-9 16,7 2 8-16,3 3 5 15,0 3-9-15,5 13-1 16,-1 11-2-16,2 6 3 16,0 9 5-16,0 12 4 15,9 8 0-15,0 4 3 16,2-1 1-16,-3-8-4 15,-5-10 4-15,-3-11-4 16,0-4 5-16,-8-8-5 0,-6-5 1 16,-2-6-3-1,4-5-17-15,-4-6-12 0,11-2 25 16,3-6 6-16,2-20 0 16,3-8-20-16,21-9 14 15,6-6-1-15,9-7 4 16,2-4 3-16,0-1 1 15,-1 0 9-15,0 4 0 16,-5-1-9-16,-6 5 14 16,-8 1 25-16,-9 7-21 15,-9 11 19-15,-3 5 1 16,0 11 14-16,0 7-27 0,0 8-1 16,0 3-25-1,5 3-4-15,5 21-24 0,4 13 10 16,-1 18 18-16,3 5 3 15,-5 6-2-15,4-4 2 16,-2-6-2-16,1-6-1 16,2-13 0-16,-3-10-3 15,-5-12 1-15,-2-8-9 16,-3-7-3-16,-3 0 12 16,1-13 2-16,1-9 3 15,-2-4-1-15,0 5 3 16,0 8 6-16,0 6 3 15,10 6-12-15,1 1-2 16,14 6-7-16,11 13 1 0,13 6-10 16,5-2-22-16,6-1 1 15,2-10-47-15,-1-9-5 16,-1-3-8-16,-5-12-83 16,-6-18 106-16,-10-4 33 15,-14 0 40-15,-14 4 1 16,-11 7 176-16,-6 3-55 15,-19 4-26-15,-8 4-21 16,2 5-5-16,4 7 1 16,9 0-35-16,7 19-35 15,8 9-6-15,3 7 3 0,0 4-1 16,3-1-9 0,17-5-1-16,3-10 9 0,4-11-4 15,3-12 8-15,1-2 1 16,1-23 3-16,-4-10-3 15,-7 3-1-15,-6 1 1 16,-12 7 0-16,-3 7 1 16,-2 5 0-16,-15 7 8 15,0 5-5-15,-1 3-4 16,6 24-5-16,6 8 0 16,6 8-19-16,0-1-44 15,10-2-43-15,22-9 17 16,12-13-40-16,8-17-147 15</inkml:trace>
  <inkml:trace contextRef="#ctx0" brushRef="#br0" timeOffset="11938.43">10417 5710 741 0,'0'0'94'0,"0"0"-91"15,0 0 4-15,-17 74-7 16,6-20 16-16,-1-1 5 15,5-5-6-15,2-16-14 16,4-13 2-16,1-11-2 16,0-6 0-16,0-2 5 15,0 0 3-15,0-25 25 16,7-14-33-16,13-16-1 0,8-10-26 16,2 3-18-16,4 4 6 15,0 15-26-15,2 13-8 16,-1 13-62-16,-9 11-108 15</inkml:trace>
  <inkml:trace contextRef="#ctx0" brushRef="#br0" timeOffset="12440.49">10671 5821 359 0,'0'0'83'16,"0"0"-7"-16,0 0-41 15,80-63 7-15,-61 46-20 0,-6 0 48 16,-9 2 23 0,-4-1-18-16,0 3-40 0,-6 3-3 15,-11 1-27-15,-1 7-4 16,3 2-1-16,3 4 0 16,-2 23-18-16,7 7 11 15,5 9-7-15,2 3-4 16,11-2-37-16,20-7-52 15,14-11 105-15,7-17-15 16,5-9 16-16,-6-17 1 16,-7-17 1-16,-8-8 3 15,-9-6-4-15,-6 1 0 0,-5 3 2 16,-5 4-2 0,-6 6 4-16,0 7 2 0,1 9 56 15,-3 10 5-15,1 8-42 16,2 0-25-16,1 19-1 15,-4 19-4-15,-3 14 5 16,0 10 20-16,0 5-19 16,1-9 4-16,5-13-5 15,-3-15 0-15,-2-15 3 16,-1-8-3-16,0-6 3 16,-7-1 0-16,-20 0-3 15,-16 0-42-15,-1-13-188 16,10-9-188-16</inkml:trace>
  <inkml:trace contextRef="#ctx0" brushRef="#br0" timeOffset="12987.67">12163 5476 857 0,'0'0'35'0,"0"0"-35"16,0 0-11-16,3 83 11 16,3-29 0-16,2 6 3 15,3-4-1-15,4-6 3 16,1-13-5-16,7-17-7 15,2-17 1-15,3-3 6 0,5-28 4 16,0-11-4 0,-3-6-3-16,-5-3 3 0,-11 3 0 15,-10 6 0-15,-4 8 1 16,0 9 16-16,0 11 3 16,-1 10 8-16,1 1-28 15,0 18-21-15,0 15 7 16,0 10 13-16,0 8 0 15,16 7-26-15,8 3 7 16,6-6-30-16,4-10-73 16,-1-19-50-16,-1-18-268 15</inkml:trace>
  <inkml:trace contextRef="#ctx0" brushRef="#br0" timeOffset="13969.31">12715 5603 939 0,'0'0'28'16,"0"0"-28"-16,0 0-14 15,0 0 13-15,3 112 1 16,11-60 6-16,7 0-6 16,3-10-2-16,-1-12 2 15,-3-16 0-15,-10-12 0 16,-2-2 3-16,3-16 6 15,2-21 15-15,3-11-24 16,0-3-2-16,-6 3-7 16,-6 4-55-16,-4 7 17 0,0 6-4 15,0 6 41-15,-10 7-6 16,6 8 12-16,1 5 4 16,1 5 4-16,2 0-4 15,0 1-9-15,0 15 0 16,0 4 9-16,0 1 10 15,0-1-7-15,0-6 3 16,0-2 11-16,0-4-8 16,0-6 0-16,0 0-8 15,0-2 9-15,0 0 13 16,0 0 3-16,0 0 13 0,0 0-10 16,-5 0-1-16,1-4-4 15,-6-1-18-15,5 0-3 16,-1-2 0-16,2 2-2 15,0 2 2-15,0 0-2 16,3 2-1-16,-5-2 0 16,3-1-2-16,0 1 0 15,1 2 1-15,-1-1 1 16,0 1 0-16,0-1-1 16,2 1 1-16,-1-2-2 15,-1-1 2-15,0-1 0 16,-1 0 1-16,0 3 0 15,1-1 0-15,0 1-1 16,3 2 0-16,0-1 0 16,0 1 0-16,0 0-2 0,0 0-5 15,0 0-7-15,0 0-5 16,0 0 0-16,-2 6 8 16,2 1 7-16,0 0-19 15,2-3-20-15,26-3 3 16,12-1 40-16,18 0 4 15,11-7-4-15,2-8-4 16,-2 1 3-16,-8 1 1 16,-16 4 0-16,-18 6 2 15,-15-1 3-15,-10 1 3 0,-2 3 7 16,0 0-1 0,0 2-14-16,-17 20 1 0,-6 10 0 15,-3 6-1-15,2 11 4 16,6 3-3-16,11 3-1 15,7-7-6-15,7-10 0 16,23-17-8-16,11-15 6 16,6-6 8-16,2-12 4 15,-3-21 0-15,-4-7 3 16,-11-3 9-16,-9 0-2 16,-11 7 23-16,-11 2-28 15,-3 3-3-15,-28 3 6 16,-16 1-12-16,-2 10-1 0,2 10-13 15,11 7-33 1,12 3-8-16,13 18-110 0,11 3-101 16</inkml:trace>
  <inkml:trace contextRef="#ctx0" brushRef="#br0" timeOffset="14370.05">13882 5516 261 0,'0'0'576'15,"0"0"-529"-15,0 0-43 16,0 0-4-16,0 0-41 0,0 0 39 16,12 41 2-16,5-24 0 15,5-3-5-15,5-9-10 16,1-5 11-16,-4 0 4 15,-8-5 6-15,-5-12 10 16,-6-4 20-16,-5-1-24 16,0-2 3-16,-10 4-14 15,-16 3 1-15,-3 6-1 16,3 8 0-16,-1 3 8 16,1 9-9-16,1 23 2 15,-2 11-4-15,3 8 2 16,4 7-1-16,10 12 1 15,10 0-23-15,0-4-20 0,35-18-26 16,18-20-55-16,13-22 63 16,7-6-98-16,0-27-101 15</inkml:trace>
  <inkml:trace contextRef="#ctx0" brushRef="#br0" timeOffset="14669.14">14301 5589 627 0,'0'0'283'0,"0"0"-226"16,0 0-57-16,0 0-4 16,0 0-5-16,0 0 9 15,-22 111 0-15,22-56 0 0,0-4 2 16,0-10 2 0,6-11-4-16,-1-12 1 0,-4-8 1 15,-1-7-2-15,0-3 1 16,0 0 5-16,0-8-1 15,0-15-5-15,0-13 0 16,0-13-5-16,12-5 4 16,8 1 1-16,6 2-3 15,4 10 1-15,0 12 1 16,6 7 0-16,2 5-34 16,3 10-20-16,-5 6 13 15,-9 1-114-15,-10 0-128 16</inkml:trace>
  <inkml:trace contextRef="#ctx0" brushRef="#br0" timeOffset="16034.79">12492 6274 587 0,'0'0'61'0,"0"0"-22"15,0 0-8-15,0 0-15 16,0 0 15-16,0 0 4 16,71-19 8-16,-7 6-11 15,18 0 0-15,22-6-10 16,20-3-10-16,18 0-1 15,10-2-6-15,4 2 4 16,-10 1-9-16,-12 1 1 16,-17 4-7-16,-22 1-4 15,-24 3-4-15,-30 4-21 16,-27 4-16-16,-19 4-92 16,-42 0 42-16,-25 4-252 0</inkml:trace>
  <inkml:trace contextRef="#ctx0" brushRef="#br0" timeOffset="16349.84">12473 6344 561 0,'0'0'89'16,"0"0"-14"-16,0 0 11 15,91-8-25-15,-36-2-21 16,5 1-23-16,1 3 0 0,-7 5-14 16,-11 1-1-16,-10 0-2 15,-9 17-2-15,-11 6 0 16,-10 6-2-16,-3 9 3 16,-5 4 1-16,-14 7 1 15,-3 1 5-15,1-4-4 16,0-2-2-16,6-10-10 15,8-9-18-15,7-11-21 16,0-12-59-16,0-2-62 16,6-20-108-16</inkml:trace>
  <inkml:trace contextRef="#ctx0" brushRef="#br0" timeOffset="16965.88">12703 6472 622 0,'0'0'134'0,"0"0"-81"15,0 0-53-15,0 0-16 16,0 0 16-16,0 0 19 16,76 28 4-16,-30-28 4 15,9 0-7-15,8-4-5 16,4-13-10-16,-1-3 1 16,-8 1-5-16,-15 4 2 15,-18 4 1-15,-13 8 0 16,-9 1 3-16,-3 1 4 15,0 1-9-15,0 0-2 16,-1 1-4-16,-13 18 4 16,4 7 2-16,0 4-1 0,8 1 0 15,2-3-1-15,0-6 0 16,12-5-1-16,10-9-7 16,5-8 6-16,4 0 2 15,1-15 0-15,-4-11-13 16,-8-3-13-16,-1-2-1 15,-10 4 8-15,-5 2 15 16,-2 5 4-16,-1 5 12 16,3 5 19-16,0 4 3 15,-1 5-5-15,4 1-27 16,4 0-2-16,5 9-1 16,5 8 1-16,1 5 0 0,2 4 0 15,3 1 1-15,0 2-1 16,3-5-2-16,-4-5-15 15,-1-7 3-15,-6-8-3 16,-5-4-1-16,-3-1 18 16,-3-18 2-16,-1-6 5 15,-6-4 23-15,-1-2-19 16,-4-2 13-16,-20 0-9 16,-16 4-15-16,-8 5-1 15,-7 7-1-15,9 8 2 16,13 9-9-16,18 2-5 0,15 16-58 15,3 5-31 1,27 4-41-16,19-8-82 16</inkml:trace>
  <inkml:trace contextRef="#ctx0" brushRef="#br0" timeOffset="17201.06">14093 6272 551 0,'0'0'94'0,"0"0"61"16,-81-13-46-16,62 22-77 15,1 18-32-15,0 12 0 16,4 6 1-16,4 4-1 0,10-1 3 16,0-7-3-16,21-9-13 15,18-14-21-15,12-12 8 16,7-6-15-16,1-13-67 15,1-18-23-15,-9-7-105 16</inkml:trace>
  <inkml:trace contextRef="#ctx0" brushRef="#br0" timeOffset="17482.83">14290 6316 525 0,'0'0'183'0,"0"0"-64"15,0 0-108-15,0 0-11 16,0 0 0-16,-23 95 50 15,19-56-38-15,-1-3 12 0,3-7 6 16,2-8-27-16,0-8 1 16,0-9-3-16,0-3 0 15,0-1 3-15,0 0-2 16,7-18 4-16,11-10-6 16,4-8-8-16,1-3-1 15,-1-2 3-15,0-1 6 16,-1 3 2-16,0 6 0 15,3 6-4-15,0 8-1 16,1 9-62-16,-2 10-26 16,-6 0-53-16,-8 10-164 15</inkml:trace>
  <inkml:trace contextRef="#ctx0" brushRef="#br0" timeOffset="18963.74">15018 5620 645 0,'0'0'136'15,"0"0"-80"-15,0 0-46 16,0 0-6-16,0 0-2 16,0 0 0-16,77-17 0 15,-40 12 0-15,5 0-1 16,3 0-1-16,-5 1 0 15,-1 2-26-15,-7 2-89 16,-7 0-21-16,-14 0-227 16</inkml:trace>
  <inkml:trace contextRef="#ctx0" brushRef="#br0" timeOffset="19135.97">15021 5852 614 0,'0'0'24'0,"0"0"110"16,0 0-58-16,94 0-45 16,-41 0-3-16,11 0-26 15,9 0-2-15,2 0-44 16,-5-7-159-16,-12-10-429 16</inkml:trace>
  <inkml:trace contextRef="#ctx0" brushRef="#br0" timeOffset="34333.45">16324 5475 416 0,'0'0'79'16,"0"0"-18"-16,0 0-28 15,0 0 27-15,0 0 12 16,0 0-35-16,0 0 7 0,-1-22-11 15,-1 22-4-15,1-3-3 16,-1 3-4-16,-2-4-7 16,-1 2 0-16,2-1 1 15,-3 1-12-15,3 1 4 16,0 1 1-16,2 0-9 16,-2 0-2-16,-3 12-3 15,1 12 1-15,-3 10 3 16,0 5 1-16,1 0-6 15,-1 1 3-15,2-9-2 16,2-8-29-16,4-10 18 16,0-7-40-16,0-5 25 0,0-1 6 15,0 0 18-15,14-3 7 16,3-6 0-16,2 0-4 16,1 3 2-16,-2 4 1 15,0 2-1-15,3 0 2 16,1 17-6-16,-1 8 5 15,-5 5-4-15,-7 6 4 16,-9 3-3-16,0-1 4 16,-3-2 0-16,-15-6 10 15,0-7 1-15,-3-4 2 16,-2-5-10-16,-1-4 4 16,-3-3-1-16,2-2-3 15,0-5 3-15,3 0-2 0,1-2 3 16,5-10-7-16,3-3-17 15,13-9-107-15,0-3-404 16</inkml:trace>
  <inkml:trace contextRef="#ctx0" brushRef="#br0" timeOffset="34568.78">16323 5492 153 0,'0'0'399'0,"0"0"-347"16,0 0-26-16,0 0 24 16,0 0 24-16,0 0-35 15,101-13-28-15,-56 9-11 16,8 1-2-16,9-4-32 15,0-8-147-15</inkml:trace>
  <inkml:trace contextRef="#ctx0" brushRef="#br0" timeOffset="34881.03">16900 5363 733 0,'0'0'85'0,"0"0"-46"15,0 0-32-15,0 0-6 16,0 0 3-16,103 0 0 16,-69 24-4-16,2 12 0 15,-3 8 0-15,-7 3 0 16,-9 3 0-16,-8-1 0 15,-9-3-1-15,0-1-1 16,-13-3-6-16,-9-6-2 16,-1-5-30-16,-3-6 15 0,-1-7-13 15,-1-7-41-15,1-7-122 16</inkml:trace>
  <inkml:trace contextRef="#ctx0" brushRef="#br0" timeOffset="35083.35">16936 5717 623 0,'0'0'137'16,"0"0"-76"-16,0 0-60 16,0 0-1-16,116-29 5 15,-78 26-1-15,0 1 0 0,1 2-4 16,3 0-27-16,2-8-119 15,-5-4-216-15</inkml:trace>
  <inkml:trace contextRef="#ctx0" brushRef="#br0" timeOffset="35288.5">17435 5726 711 0,'0'0'141'0,"0"0"-86"15,0 0-37-15,0 0-18 16,0 0-5-16,0 0-22 16,71-19-57-16,-52 9-94 15,-6-4-254-15</inkml:trace>
  <inkml:trace contextRef="#ctx0" brushRef="#br0" timeOffset="35514.79">17665 5486 819 0,'0'0'107'16,"0"0"-73"-16,0 0-34 0,0 0-10 15,0 0 7-15,-3 85 3 16,-1-36 2-16,1 5-1 16,3 1-1-16,0-5-1 15,0-4-19-15,6-12-46 16,7-13-101-16,-4-15-51 16</inkml:trace>
  <inkml:trace contextRef="#ctx0" brushRef="#br0" timeOffset="35881.61">17851 5568 851 0,'0'0'40'16,"0"0"14"-16,0 0-54 16,0 0-8-16,0 0 6 15,0 0 0-15,0 78 2 16,6-39 2-16,6-3-2 15,5-4-6-15,1-14-27 16,3-14 8-16,4-4 16 16,6-22 9-16,2-16 0 15,-2-6-1-15,-7 2 1 16,-12 4 1-16,-10 11 23 16,-2 8 35-16,0 4-36 15,0 10 22-15,0 5-31 0,0 0-14 16,0 10-15-16,0 20 6 15,0 12 9-15,-2 12 0 16,2 6-8-16,0 1-13 16,0-10-16-16,0-13-26 15,11-21-95-15,8-17-22 16,5-5-188-16</inkml:trace>
  <inkml:trace contextRef="#ctx0" brushRef="#br0" timeOffset="36060.87">18324 5535 836 0,'0'0'92'0,"0"0"-70"16,0 0-22-16,0 0-1 16,0 0-9-16,0 0-37 15,24 0 5-15,3 7 23 16,4-7-146-16,-1 0-137 15</inkml:trace>
  <inkml:trace contextRef="#ctx0" brushRef="#br0" timeOffset="36265.49">18638 5300 811 0,'0'0'126'16,"0"0"-90"-16,0 0-36 0,0 0-10 15,-11 73 10-15,2-13 3 16,3 13-2-16,0 14-1 16,6 11 0-16,0 3-5 15,0-7-63-15,9-13-55 16,3-27-166-16</inkml:trace>
  <inkml:trace contextRef="#ctx0" brushRef="#br0" timeOffset="36420.1">18879 6036 935 0,'0'0'84'0,"0"0"-39"16,0 0-38-16,0 0-7 16,0 0-9-16,0 0-52 15,0 10-65-15,0 0-91 16</inkml:trace>
  <inkml:trace contextRef="#ctx0" brushRef="#br0" timeOffset="38212.62">8954 7159 786 0,'0'0'16'0,"0"0"-4"16,0 0-12-16,0 0-31 16,-13 126 28-16,-6-37 6 15,-4 7 1-15,-1-3 4 16,3-8-6-16,5-12 4 16,4-16-6-16,4-18 6 0,2-17-3 15,3-14-1-15,-1-8 18 16,-2-8 82-16,0-24-65 15,2-18-37-15,4-12-24 16,0-9 1-16,0-4 9 16,1-1 3-16,11 3-9 15,4 8-10-15,5 5 9 16,2 12-11-16,2 9 20 16,-1 14 12-16,0 11 12 15,-4 14-2-15,3 0-10 16,-1 25-2-16,-1 11-4 15,-7 8 4-15,-8 6 2 16,-6-1-3-16,-3-4 3 16,-20-7 2-16,-1-8-2 0,2-10 1 15,1-9 1-15,6-5 0 16,4-6 4-16,-2 0 4 16,4 0 5-16,-1 0 5 15,5-8-20-15,5 2-5 16,0-2 1-16,29 0-9 15,8 2-21-15,8 3 30 16,-2 3 4-16,-1 0 1 16,-7 9 16-16,-3 8-3 15,-4 7-6-15,-6 4 5 16,-2 3 9-16,-8 2-18 16,-8-1 1-16,-4-2-3 15,0-7 2-15,-1-1-3 0,-9-7 3 16,1-6-4-16,3-8-6 15,0-1-1-15,-1-11 7 16,-2-17 0-16,1-7-2 16,0-6 1-16,4-3 1 15,4 7 10-15,0 5 0 16,7 8 3-16,13 8-13 16,7 10-5-16,1 6 3 15,3 0-2-15,1 3 1 16,-1 17 3-16,0 5-2 15,1 3-3-15,-1 2-22 16,4-10-119-16,-2-11-159 0</inkml:trace>
  <inkml:trace contextRef="#ctx0" brushRef="#br0" timeOffset="38846.52">9543 7620 491 0,'0'0'60'0,"0"0"-51"16,0 0-9-16,0 0 53 16,0 0 19-16,82-12-10 15,-56-7-4-15,1-5-36 16,-3-2 3-16,-7-1-14 16,-9 4 3-16,-8-2 18 0,0 6-13 15,-9 1 1 1,-14 5-6-16,0 6-13 0,2 7-2 15,3 3-4-15,0 22 1 16,6 7 2-16,6 9-1 16,6 4-9-16,7 1-5 15,26 1 3-15,14-7-7 16,15-13 17-16,4-19-14 16,-1-8 10-16,-3-23 8 15,-6-15 3-15,-9-9-3 16,-9-7 2-16,-12 1-1 15,-13-3-1-15,-13 3 1 16,-6 3 13-16,-22 5-5 16,-7 10 7-16,1 14 9 0,10 15 7 15,5 7-32-15,3 33-4 16,5 23 1-16,1 17 0 16,2 12 3-16,4 8-4 15,4 5 3-15,0 1 1 16,4-3 3-16,5-5-2 15,-4-20 0-15,-4-23 0 16,1-23-1-16,-2-23 1 16,0-3 6-16,0-26 10 15,-6-18-17-15,-9-15 0 16,-3-5-17-16,-6 1 11 16,2 6 6-16,5 10 1 15,8 8-1-15,9 12-1 0,5 8-2 16,17 8-16-16,10 7-23 15,6 4-18-15,9 0-57 16,8 0 15-16,0 0-203 16</inkml:trace>
  <inkml:trace contextRef="#ctx0" brushRef="#br0" timeOffset="39007.61">10313 7689 733 0,'0'0'136'0,"0"0"-54"0,0 0-47 16,0 0-35-16,0 0-16 15,0 0-102-15,30 31-52 16,-2-31-245-16</inkml:trace>
  <inkml:trace contextRef="#ctx0" brushRef="#br0" timeOffset="40327.69">10851 7328 777 0,'0'0'60'0,"0"0"14"15,0 0-54-15,0 0-1 16,0 0-19-16,0 0-4 16,-9-39-1-16,-14 78-9 15,-4 16 14-15,3 8-1 16,12 2-7-16,9-1-14 16,3-10-21-16,17-9 2 15,14-11-3-15,0-10 44 16,-7-10 3-16,-8-5 2 15,-8-4 6-15,-8-4 3 16,0-1 15-16,0 0 15 16,-21 0-22-16,-13 0-22 0,-10 3 0 15,-5-1 1-15,7-2-1 16,11 0-3-16,13 0 3 16,14-1-1-16,4-12-10 15,23-7-25-15,19-5-64 16,15-5 29-16,9-7 7 15,2-1 19-15,1-5 45 16,-10-2 4-16,-12-2 1 16,-13 2 12-16,-13 4 22 15,-14 2 30-15,-5 2 19 16,-2 3-11-16,0 6-13 0,-6 12-11 16,1 7 12-1,4 9-51-15,1 2-14 0,0 30-28 16,0 15 3-1,1 14 25-15,7 6 0 0,4-4-10 16,4-7-1-16,5-10 2 16,0-14-8-16,-3-13 2 15,-6-13-9-15,-3-6 12 16,-3-1 12-16,3-16-1 16,-3-6-1-16,-3 4-3 15,-1 2 3-15,-1 7-1 16,-1 6 3-16,4 4 0 0,2 0-5 15,2 12-34 1,9 8 24-16,8 5-15 0,13 3-29 16,9-2-1-16,8-5 13 15,7-7-3-15,-4-10 5 16,-1-4-48-16,-5-12 28 16,-8-15 65-16,-9-7 8 15,-12-2 34-15,-11 0 63 16,-12 5 8-16,0 2 3 15,-18 4-32-15,-9 8-2 16,0 6-60-16,5 11-12 16,4 0-10-16,3 20-3 15,6 13-2-15,3 3 4 16,6 2-3-16,0-1-5 16,12-2 0-16,13-6 0 15,7-11-6-15,2-11-1 0,0-7 16 16,-5-8 1-16,-7-16 1 15,-4-4 2-15,-9-2-1 16,-5-1-3-16,-4 7 1 16,0 5 7-16,0 5 12 15,-4 9-8-15,0 4-2 16,4 1-10-16,0 2-10 16,0 20-6-16,8 10 13 15,16 3-3-15,9 4-4 16,6-3-10-16,7-8-13 15,0-14-45-15,-3-13-18 16,-8-1 45-16,-14-22 2 16,-8-6-45-16,-10-5-10 0,-3-4 6 15,0 5 98-15,-18 9 69 16,5 6 95-16,4 8 47 16,3 4-79-16,4 5-82 15,2 0-50-15,0 11-12 16,0 14 12-16,0 4 0 15,0 4 0-15,0-1 2 16,0-6-2-16,0-11 1 16,2-6-1-16,0-9 6 15,-2 0 6-15,4-6 29 16,5-16 0-16,4-12-41 16,5-3-5-16,2-1-7 15,0 5 4-15,3 7-5 0,-1 9-21 16,2 9-45-16,-6 8-86 15,-2 0 10-15,-7 14-103 16</inkml:trace>
  <inkml:trace contextRef="#ctx0" brushRef="#br0" timeOffset="40844.5">12462 7649 375 0,'0'0'145'16,"0"0"-33"-16,0 0-12 15,0 0-19-15,36-79-20 16,-35 59-28-16,1 6-9 0,-2 2-3 16,0 0-13-16,0 6-5 15,-2-1-2-15,-2 3-1 16,3 4-3-16,-2 0 0 16,-5 0-7-16,-2 19-31 15,-2 6 40-15,0 8-2 16,9 1-12-16,3 0-10 15,0-3-17-15,21-12-11 16,6-10 31-16,6-9 14 16,1-4 1-16,-1-20-5 15,-6-7 11-15,-8-2 1 16,-6-4 4-16,-4-1 11 16,-3 1 8-16,0 3 11 0,2 4-6 15,3 9-5-15,3 9 0 16,1 11-12-16,1 1-11 15,5 16-5-15,0 16 2 16,2 9 2-16,-4 6 1 16,-4 2-1-16,-2-6 1 15,-1-6 2-15,0-11-1 16,-6-11 2-16,-3-10 3 16,-3-3-4-16,0-2 11 15,0 0 17-15,-8-6-11 16,-14-8-19-16,-3 1-2 15,4 1-17-15,8 1-65 16,8 3-214-16</inkml:trace>
  <inkml:trace contextRef="#ctx0" brushRef="#br0" timeOffset="41161.33">13573 7227 657 0,'0'0'156'15,"0"0"-75"-15,0 0-68 16,0 0-13-16,0 0-8 16,0 0 6-16,-1 72 2 15,12-26 3-15,2 6 0 16,2-2-3-16,3 0-3 16,6-11-79-16,1-16-134 15,1-17-288-15</inkml:trace>
  <inkml:trace contextRef="#ctx0" brushRef="#br0" timeOffset="41611.8">13905 7274 924 0,'0'0'27'16,"0"0"-27"-16,0 0-6 15,0 0 3-15,-24 100 3 16,18-59 0-16,6-6 0 15,0-10-1-15,13-10 0 16,4-8-1-16,2-7 2 16,2 0-5-16,9-24 4 15,0-8-25-15,-4-3-17 16,-3 0-3-16,-4 7 18 16,-10 10 28-16,2 8 28 0,-7 6 9 15,2 4-37-15,3 2-1 16,4 16-1-16,0 7 1 15,1 5-2-15,-3 8 3 16,1-1 0-16,3-3 1 16,-2-10-1-16,3-14 0 15,-2-10 3-15,4 0 2 16,6-18 17-16,5-12-9 16,4-14-11-16,-4-2-1 15,-13-5 14-15,-13 0-5 16,-3 2 11-16,-24 8-14 15,-19 12-7-15,-2 18-1 16,7 11-33-16,12 14-33 0,11 20-56 16,14 8-39-16,1-2-111 15</inkml:trace>
  <inkml:trace contextRef="#ctx0" brushRef="#br0" timeOffset="41858.79">14806 7068 780 0,'0'0'125'16,"0"0"-69"-16,0 0-56 0,0 0-8 16,0 0 7-1,-93 111-3-15,83-45 4 0,10-3-1 16,0-5-4-16,22-11-7 15,15-11-3-15,8-11-20 16,6-12 16-16,-1-11-57 16,-5-2-74-16,-7-20-145 15</inkml:trace>
  <inkml:trace contextRef="#ctx0" brushRef="#br0" timeOffset="42174.52">15096 7235 818 0,'0'0'124'0,"0"0"-108"16,0 0-16-16,0 0-8 0,0 0 8 16,47 110 1-16,-26-72-1 15,-5-4 3-15,-1-7-1 16,-6-10-2-16,-3-5 4 16,-6-7-4-16,3-2-6 15,-3-3 5-15,0 0 1 16,3-12 5-16,1-15-2 15,2-8-3-15,3-9 0 16,3 0 0-16,5 4 1 16,8 10-1-16,-1 8-1 15,1 7-12-15,0 10-27 16,-5 5 9-16,1 3-16 16,-9 15-10-16,-8 10-63 15,-4 2 15-15,0 2-141 0</inkml:trace>
  <inkml:trace contextRef="#ctx0" brushRef="#br0" timeOffset="42740.94">13656 7989 656 0,'0'0'11'0,"0"0"-11"16,115 0 0-16,-41 0 45 16,21 0 30-16,18 0-36 15,24-3-12-15,19-13-17 16,19-2-7-16,7-3-1 16,-6-2 0-16,-9 2 0 15,-26 4-1-15,-27 4-1 16,-33 3 0-16,-34 4-2 15,-26 1 1-15,-14 5-3 16,-7 0-24-16,-11 3-50 0,-28 16 20 16,-18 5-51-16,-13 0-297 15</inkml:trace>
  <inkml:trace contextRef="#ctx0" brushRef="#br0" timeOffset="43492.37">13832 8356 675 0,'0'0'0'15,"0"0"-1"-15,0 0 1 16,110-20 48-16,-65 14-17 16,1-1-9-16,-4 5-8 15,-9 2-10-15,-6 0-2 16,-11 11-2-16,-9 12-9 16,-7 11 4-16,0 8 2 15,-19 8 3-15,-12 3 2 16,-4 3 1-16,4-2-1 15,6-5 0-15,8-12-2 16,7-7-9-16,4-12-12 0,4-9-20 16,2-9-59-16,0 0-11 15,3-19-114-15</inkml:trace>
  <inkml:trace contextRef="#ctx0" brushRef="#br0" timeOffset="44072.85">14018 8594 233 0,'0'0'169'16,"0"0"56"-16,0 0-49 15,0 0-124-15,0 0-43 16,0 0-9-16,0-41 0 16,35 41 1-16,9-2-1 15,1-4 5-15,4-5 4 16,-4-3 1-16,-3 1-5 16,-11 3 1-16,-14 0-4 15,-9 6-2-15,-6 2 10 0,-2 2-2 16,0 0-8-16,-2 2-2 15,-12 18 1-15,-2 8 2 16,-2 3-1-16,5 1 0 16,7-2-2-16,6-5-14 15,5-10-4-15,19-13 2 16,10-2 18-16,0-12 1 16,-3-16 4-16,-5-6-2 15,-7-4 0-15,-2 0-2 16,-7 3 1-16,-1 7 11 15,-2 8 3-15,-3 11 3 16,1 7-15-16,0 2-4 0,7 0-5 16,4 8 0-16,2 9 3 15,2 6 2-15,2 2-1 16,0 0 2-16,1 3-1 16,-2-4 0-16,-2-4 0 15,-6-6 0-15,1-7-4 16,-4-7-9-16,5 0 12 15,8-9-1-15,0-13 2 16,1-4-1-16,-9-4 1 16,-10-1 11-16,-5 0 7 15,-5 0-5-15,-25 4-4 16,-5 4-9-16,-4 8 0 16,4 8-4-16,12 7 3 15,8 12-13-15,12 18-80 0,3 3-52 16,7-5-63-16,23-10-215 15</inkml:trace>
  <inkml:trace contextRef="#ctx0" brushRef="#br0" timeOffset="44323.59">15143 8250 562 0,'0'0'193'16,"0"0"-42"-16,0 0-105 0,0 0-35 16,0 0-11-16,0 0-4 15,-34 46 3-15,15 3 1 16,2 6 0-16,5 2 1 16,9-8-2-16,3-10-6 15,11-12-28-15,24-13 10 16,9-11-12-16,8-3-70 15,0-15-82-15,0-16-228 16</inkml:trace>
  <inkml:trace contextRef="#ctx0" brushRef="#br0" timeOffset="44623.78">15386 8358 777 0,'0'0'74'15,"0"0"-74"1,0 0-5-16,0 0 5 0,-3 99 1 15,3-69 5-15,0-3 4 16,0-4-2-16,0-6 2 16,0-4-2-16,0-8-5 15,0-2-2-15,0-3 4 16,0 0 0-16,5-7 11 16,8-16 10-16,6-11-26 15,8-7-8-15,2-7 1 16,0-2 5-16,3 5 2 15,-4 7 1-15,-2 11-1 0,-3 10-5 16,-6 10-69-16,-1 7-79 16,-12 2-33-16,-4 10-145 15</inkml:trace>
  <inkml:trace contextRef="#ctx0" brushRef="#br0" timeOffset="45045.16">15669 7403 349 0,'0'0'20'0,"0"0"59"16,0 0 31-1,97-29-47-15,-59 18 13 0,6 2-20 16,3 4-24-16,3-1-21 16,3 5-11-16,2 1-8 15,-5-2-96-15,-8-2-117 16</inkml:trace>
  <inkml:trace contextRef="#ctx0" brushRef="#br0" timeOffset="45254.6">15738 7654 588 0,'0'0'28'0,"0"0"-23"15,0 0 30-15,0 0 30 16,0 0-10-16,92 0-20 16,-35-2-26-16,12-7-9 15,10-3-32-15,-2-5-127 16,-1-5-256-16</inkml:trace>
  <inkml:trace contextRef="#ctx0" brushRef="#br0" timeOffset="58276.43">16624 7243 203 0,'0'0'257'0,"0"0"-124"16,0 0-71-16,0 0 29 16,0 0-37-16,0 0-1 15,0 0-25-15,-6-30 0 16,3 30-8-16,3 0-8 0,0 0-4 15,0 0-1-15,-2 0-3 16,2 0 2-16,0 0-4 16,-1 0 3-16,1 0-5 15,0 0-2-15,-2 6-3 16,1 11 0-16,-5 12 5 16,-2 14 0-16,-3 10 0 15,-9 6 1-15,0 2 0 16,-3-3 0-16,-1-4 2 15,3-7-1-15,3-10-2 16,4-12 2-16,7-12-1 16,4-8-1-16,3-4 0 15,0-1 1-15,0-1 0 16,14-17-1-16,13-6-42 16,1-6-98-16,-4 0-167 0</inkml:trace>
  <inkml:trace contextRef="#ctx0" brushRef="#br0" timeOffset="58775.53">16843 7144 680 0,'0'0'114'0,"0"0"-110"16,0 0-4-16,0 0-1 16,0 0 1-16,0 0 21 15,-7 49-5-15,4-24-2 16,3-2-9-16,0 1 2 16,0-3-4-16,0-1 0 15,12-1-1-15,9-1 3 16,8-3-3-16,9-2-2 15,8-7-3-15,0-5-30 16,0-1-18-16,-7 0 11 16,-9-12 14-16,-12-7 26 15,-9-3 5-15,-6 1 17 16,-3-1 41-16,-3 0-15 0,-8 2-11 16,-2 8-1-16,4 3-9 15,6 6 19-15,1 3-33 16,2 2-13-16,0 23-13 15,0 14 10-15,0 15 3 16,0 5 2-16,7 3-1 16,3-2-1-16,5-7-11 15,-2-8-10-15,1-6-8 16,-2-12-28-16,2-12-36 16,-1-15-144-16</inkml:trace>
  <inkml:trace contextRef="#ctx0" brushRef="#br0" timeOffset="58958.93">17443 7474 894 0,'0'0'73'0,"0"0"-36"15,0 0-34-15,0 0-3 16,0 0-6-16,0 0-37 15,15 21-25-15,1-10-82 16,5-9-273-16</inkml:trace>
  <inkml:trace contextRef="#ctx0" brushRef="#br0" timeOffset="59658.71">17644 7204 893 0,'0'0'16'0,"0"0"33"16,0 0-37-16,79-41-10 15,-39 41-1-15,-1 16-1 16,-3 12 0-16,-5 10-1 16,-5 6 1-16,-13 5 1 15,-11-1-1-15,-2-1-11 0,-6-2-19 16,-14-6-40-1,-2-7-44-15,3-6-9 0,2-8 7 16,1-7-34-16,6-5 102 16,6-6 48-16,4 0 192 15,0-3-92-15,12-9-31 16,17-4-30-16,10-1 30 16,11-2-43-16,11-2 1 15,11-2 0-15,5-5-18 16,7-2-6-16,-3-1 0 15,-1-2-3-15,-9 1 0 16,-12 2 0-16,-19 4 0 16,-17 2 2-16,-15 4 0 15,-8-1 0-15,-13 4 11 16,-24 5-6-16,-9 5-3 0,-5 7 1 16,2 2 0-16,8 23-5 15,8 6 0-15,10 5-2 16,10 1 2-16,8 1 0 15,5-4 0-15,5-8 0 16,24-12-6-16,11-13 6 16,4-1 2-16,-1-5-1 15,-6-15-1-15,-10-4-5 16,-9 1 5-16,-9-1 2 16,-9 3 0-16,0 5 6 15,-2 2 7-15,-8 3 11 16,4 7 2-16,1 4-1 0,4 0-24 15,-5 12-3 1,-5 21-7-16,-4 13 7 0,-4 15 1 16,6 4-1-16,2 1 3 15,9-5-3-15,2-9 0 16,0-8 0-16,10-10-26 16,2-14-36-16,0-15-200 15</inkml:trace>
  <inkml:trace contextRef="#ctx0" brushRef="#br0" timeOffset="73312.3">9010 9336 23 0,'0'0'515'16,"0"0"-504"-16,0 0-1 16,0 0 46-16,0 0-18 15,0 0-7-15,0 0 4 16,-26 0-10-16,25 7-14 15,1 3 1-15,-2 12 16 16,2 11-9-16,0 14 12 16,0 10-14-16,-1 14-5 0,-5 2-3 15,-2 0-1-15,-3-3-3 16,6-10-3-16,-3-8-1 16,1-10-1-16,1-12 0 15,-1-12-28-15,4-18-96 16,-1-9-141-16</inkml:trace>
  <inkml:trace contextRef="#ctx0" brushRef="#br0" timeOffset="73660.53">8799 9264 635 0,'0'0'181'0,"0"0"-181"16,0 0-7-16,115 26 6 16,-57 3 2-16,5 5 2 15,4 3 15-15,4 8-5 16,1 4 3-16,-2 7-6 16,-7 6-6-16,-15-1-2 15,-19-6 0-15,-15-10-1 16,-14-8-1-16,-3-5 0 15,-31-5 3-15,-18 0-2 16,-20-2 5-16,-16-5-5 16,-9-4 2-16,-6-5 2 15,3-5-4-15,21-2 8 0,25-2-7 16,29 1-2-16,25-1-29 16,13-2-178-16,24 0-95 15</inkml:trace>
  <inkml:trace contextRef="#ctx0" brushRef="#br0" timeOffset="74493.32">9612 9847 646 0,'0'0'173'0,"0"0"-145"0,0 0-27 16,0 0 5-16,85-15 2 15,-48-4-6-15,-1-3 2 16,-4-3 1-16,-9-1-3 16,-11 4 11-16,-12 0 4 15,0 2-6-15,-18 3 1 16,-15 6-12-16,-4 6 0 15,0 5 2-15,7 3 3 16,9 22-3-16,8 10-2 16,13 6 0-16,0 6 0 0,27 1 1 15,16-4 0-15,11-11-1 16,11-16-13-16,7-17 0 16,3-11 12-16,-3-28 0 15,-3-12 1-15,-6-15-46 16,-11-4-22-16,-19 0-8 15,-21 6 62-15,-12 8 14 16,-15 8 5-16,-25 10 33 16,-5 12 48-16,4 10-2 15,10 10-27-15,15 6-17 16,7 17-40-16,1 22-7 16,0 21 7-16,8 13 2 15,0 6-2-15,11-1 2 0,13-10-2 16,6-10 0-1,-1-17-1-15,-7-19-6 0,-3-17-5 16,-4-5 9-16,1-20-1 16,4-17 1-16,-1-15-41 15,-6-7 0-15,-5 1 12 16,-8 4 32-16,0 9 19 16,0 14 5-16,0 14 12 15,0 10-11-15,0 7-21 16,3 0-4-16,19 21 0 15,5 11 0-15,5 9 0 16,3 10 0-16,-2 4 2 16,-2-1 3-16,-5-7 0 15,-8-9-2-15,-6-14-3 0,-11-7 0 16,-1-7 3-16,-10-3-3 16,-13-3 3-16,-18-4 2 15,-11 0 0-15,-10 0-1 16,2 0-2-16,10 0-2 15,17-4 1-15,15 0 1 16,15 1-2-16,3 0-4 16,27 0-63-16,20-4-114 15,13-5-72-15</inkml:trace>
  <inkml:trace contextRef="#ctx0" brushRef="#br0" timeOffset="74879.55">10712 9806 630 0,'0'0'165'16,"0"0"-147"-16,0 0-4 15,0 0 14-15,0 0-3 16,0 0-2-16,4 2 16 16,14-16-11-16,7-14 0 15,5-12-20-15,-3-10-6 16,-8-7 0-16,-11-5 0 15,-8-1-2-15,-8 0-2 16,-23 7-3-16,-6 5-2 16,-2 12 5-16,7 12 2 0,12 12 6 15,6 12-6-15,7 3 0 16,2 18-5-16,2 20 1 16,3 16 3-16,0 10 1 15,15 11 0-15,19 0 1 16,10-4 0-16,5-5 0 15,1-14-1-15,-6-12-4 16,-7-14-19-16,-5-13-12 16,-6-13-16-16,-3 0-47 15,-11-28-120-15</inkml:trace>
  <inkml:trace contextRef="#ctx0" brushRef="#br0" timeOffset="75045.34">10538 9476 872 0,'0'0'11'0,"0"0"-11"16,0 0-1-16,0 0 1 15,0 0 9-15,115 18 11 16,-58-18-4-16,7 0-11 16,1 0-2-16,-1-8-3 15,-5-4-43-15,-11-5-186 16</inkml:trace>
  <inkml:trace contextRef="#ctx0" brushRef="#br0" timeOffset="77824.3">13095 9264 692 0,'0'0'22'0,"0"0"-11"15,0 0-9-15,0 0-2 0,0 0 10 16,97-43 3-16,-77 43 12 16,-3 0-13-16,-4 14-7 15,-5 5 0-15,-7 9-4 16,-1 4-1-16,-4 7 3 16,-17-2-1-16,-4 1 4 15,-2-4-5-15,4-4 0 16,6-4 0-16,5-7-1 15,12-6-1-15,0-4 0 16,6-7-1-16,26-2 2 0,20 0 3 16,16-19-3-16,12-8-18 15,3-2-33-15,-3-4-12 16,-7-1 49-16,-13 1 12 16,-13 0 2-16,-14 4 1 15,-15 7 19-15,-12 5 51 16,-6 6-6-16,0 3-25 15,-13 6-19-15,-5 2-10 16,-2 0-4-16,1 7-6 16,6 12 1-16,3 5-2 15,7 5 1-15,3-3-1 16,0-1 2-16,17-8-2 16,10-6 3-16,6-10 7 15,13-1-1-15,8-12-1 16,7-14-2-16,-4-6-1 0,-11-2-3 15,-17 3-1 1,-15 3 1-16,-8 8 7 0,-6 5-6 16,0 8 7-16,0 7 9 15,0 0-18-15,0 0-1 16,6 10-8-16,1 17 5 16,4 8 3-16,7 1 0 15,4 3 0-15,8-4 0 16,4-7-1-16,3-14-5 15,7-14 3-15,-3-3 3 16,-3-25 1-16,-11-3-1 16,-12-5 5-16,-14-1-1 15,-1-2 0-15,-19 6-3 0,-24 2-1 16,-13 11-3-16,-6 8 3 16,-1 11-2-16,11 1-10 15,12 13-20-15,21 13-37 16,19 7-97-16,8 2-8 15,28-3-136-15</inkml:trace>
  <inkml:trace contextRef="#ctx0" brushRef="#br0" timeOffset="78307.57">13144 10001 877 0,'0'0'44'0,"0"0"-17"15,0 0-19-15,0 0-7 16,0 0 4-16,0 0 1 15,155-65 3-15,-61 48-3 16,14 1 5-16,12-1-4 16,7-3-3-16,4 3-3 15,-5 0 1-15,-5 2-2 16,-11 2-2-16,-16 5 1 16,-24 5-3-16,-24 3-15 15,-28 0-15-15,-18 13-80 16,-39 3-67-16,-32 4-353 0</inkml:trace>
  <inkml:trace contextRef="#ctx0" brushRef="#br0" timeOffset="78679.65">13228 10235 722 0,'0'0'120'16,"0"0"-69"-16,0 0-43 15,0 0 2-15,121-52-1 16,-65 45 2-16,2 2 4 15,0 5-5-15,-6 0 1 16,-8 5-4-16,-10 12-4 16,-11 11-2-16,-10 8-1 15,-10 11 1-15,-3 6-1 16,-6 5 1-16,-14-1-1 16,-3-7-8-16,3-7-19 15,7-9-25-15,7-14-110 16,3-11 6-16,3-9-95 15</inkml:trace>
  <inkml:trace contextRef="#ctx0" brushRef="#br0" timeOffset="79704.51">13537 10376 198 0,'0'0'375'16,"0"0"-194"-16,0 0-76 16,0 0-64-16,0 0-38 15,0 0-1-15,16-46 1 16,26 52 7-16,7-2-4 15,6-4 2-15,1 0 3 16,-3-4-1-16,-1-7-2 16,-7-3-2-16,-8 4-3 15,-15 3 0-15,-8 1-2 0,-10 5 2 16,-4 1 1-16,0 0-4 16,0 0-6-16,0 10 6 15,-9 11 0-15,-1 7 3 16,6 6-2-16,2 0-1 15,2-4-1-15,0-2-3 16,18-10-4-16,6-8 3 16,-5-8 5-16,0-2 0 15,-3-5 1-15,-6-11 0 16,-4-1 3-16,-3-3-3 16,-3-2 8-16,0 3-6 15,-8-1-2-15,-3 4 1 16,3 4 7-16,2 3 14 0,6 3-9 15,0 5-12-15,-2 1-2 16,2 0 0-16,0 0 0 16,0 0-2-16,0 0 0 15,0 0 2-15,0 0 1 16,0 0 0-16,0-1-1 16,-3-1 5-16,-1-3 9 15,-3 0-7-15,-1 0-4 16,2-2-1-16,-1 3 0 15,1-2 0-15,0-1-2 16,1 4-2-16,2 1 2 16,0 0 3-16,-1-1-3 15,1-2-1-15,0 1 1 16,-3 0 1-16,3 0 0 0,-3-3 0 16,2 1-1-16,-1 0 0 15,0-1 0-15,0 2 0 16,0 2 0-16,2 0 4 15,2 2-1-15,-1 1-3 16,2 0-1-16,0 0 0 16,0 0 0-16,0-1-2 15,5 1-1-15,16 0-3 16,10 0 7-16,6 0 0 16,5 0 0-16,-2-2-2 15,1-1 1-15,-1-1 0 16,-3 3 0-16,-4-2 0 15,-8 0-2-15,-10 3 2 0,-5-2-2 16,-7 1 1-16,-3 1-3 16,0 0-1-16,0 0 0 15,0 9 2-15,0 11 1 16,0 9 3-16,-3 6 0 16,-4 2 1-16,4-2-1 15,3-2 0-15,3-10-2 16,24-4-3-16,10-12-1 15,11-7 2-15,3 0 4 16,1-22 0-16,-4-7 1 0,-11-7 0 16,-10-6 0-1,-10 2 0-15,-12 1 3 0,-5 6 2 16,-16 3-6-16,-25 6-1 16,-14 3-1-16,-9 7 1 15,8 7 1-15,15 3 0 16,19 4 0-16,20 7-32 15,2 11-85-15,20-1-143 16</inkml:trace>
  <inkml:trace contextRef="#ctx0" brushRef="#br0" timeOffset="80115.34">14843 9535 754 0,'0'0'112'16,"0"0"-52"-16,0 0-58 15,0 0-2-15,0 0-3 16,0 0 3-16,82-10 5 15,-34 10-3-15,1 0 1 16,5 0-3-16,-1 0-7 16,-2 0-41-16,-11 6-76 15,-16-5-104-15</inkml:trace>
  <inkml:trace contextRef="#ctx0" brushRef="#br0" timeOffset="80290.95">14922 9728 507 0,'0'0'90'16,"0"0"28"-16,82 10-7 15,-39-10-75-15,11 0-16 16,5 0-10-16,0-7-5 16,-4-3-5-16,-10-1-22 15,-15-5-106-15,-16-5-183 16</inkml:trace>
  <inkml:trace contextRef="#ctx0" brushRef="#br0" timeOffset="81044.35">13808 9313 239 0,'0'0'50'16,"0"0"46"-16,0 0-5 0,91-6-21 15,-72 2-21-15,-5 0 5 16,-3 1 20-16,-4 0-4 16,-6 3-33-16,1 0-33 15,-2 0-4-15,0 12-8 16,0 7-1-16,-10 4-3 16,-10 3-25-16,-4 1-1 15,0-1-81-15,6-7-40 16</inkml:trace>
  <inkml:trace contextRef="#ctx0" brushRef="#br0" timeOffset="88663.49">15760 9444 603 0,'0'0'22'16,"0"0"90"-16,0 0-64 0,0 0-9 15,0 0 3 1,0 0-29-16,0 0 9 0,-24-75-17 16,32 67-4-16,3-2 2 15,2 2 3-15,-4 1 4 16,-2 4-5-16,-3 0 12 16,-2 2-3-16,0 1-5 15,4 0-3-15,4 0-6 16,11 0-3-16,12 7 2 15,13 10 1-15,6 2 0 16,5 8 1-16,-7 0-1 16,-9 4-1-16,-14 4 1 15,-19 5-3-15,-8 4-1 0,-11 2 2 16,-25-3 2-16,-17-4 0 16,-7-8 0-16,1-9 0 15,7-10 3-15,21-5-1 16,14-7-1-16,14 0 13 15,3 0 12-15,0-7-19 16,23-7 0-16,23-8-7 16,20-2 0-16,17-3-2 15,4 4 2-15,1 0-3 16,-2 5-22-16,-8 1 5 16,-6 3-17-16,-14 0-44 15,-15-5-151-15</inkml:trace>
  <inkml:trace contextRef="#ctx0" brushRef="#br0" timeOffset="89162.45">16754 9369 724 0,'0'0'109'0,"0"0"-60"16,0 0-13-16,0 0-4 16,1-88-14-16,-1 67-8 0,0-2-6 15,-3 4-2-15,-10 2-2 16,-5 7-2-16,-2 8 2 16,-2 2-2-16,3 0-7 15,4 19-4-15,9 8 3 16,6 9-1-16,0 6 5 15,10 6 4-15,11 0 1 16,3-1 0-16,2-2-1 16,-1-6 1-16,-4-3 1 15,-8-7 1-15,-7-7 1 16,-6-5-1-16,0-2 1 16,-9-4 4-16,-13-1-1 0,-2-5-1 15,0-5 0-15,2 0-2 16,2-5 5-16,7-15-6 15,7-5 6 1,6-9-4-16,7-8-3 0,25-3-2 16,12 0-3-16,6 2 4 15,0 5 0-15,0 6-2 16,-4 7-15-16,-10 8-24 16,-10 10-42-16,-11 2-94 15,-12 5-150-15</inkml:trace>
  <inkml:trace contextRef="#ctx0" brushRef="#br0" timeOffset="89338.17">17125 9372 810 0,'0'0'105'15,"0"0"-64"-15,0 0-31 16,0 0-10-16,0 0-26 15,0 0-24-15,115-42-21 16,-60 29-95-16,0-5-78 16</inkml:trace>
  <inkml:trace contextRef="#ctx0" brushRef="#br0" timeOffset="89595.2">17444 9164 308 0,'0'0'175'15,"0"0"-33"-15,0 0-14 0,0 0-52 16,0 0-70-16,0 0-6 15,-37 71 13-15,37-13 27 16,0 2-8-16,9 3-11 16,12-5-5-16,4-6-5 15,-2-7 2-15,-4-11-5 16,-6-12-5-16,-7-8-1 16,-4-6 0-16,-2-4 0 15,0-3 1-15,-6 1-2 16,-18-2-1-16,-9 0-23 15,-1-15-23-15,0-5-28 16,10-8-115-16,12-4-185 0</inkml:trace>
  <inkml:trace contextRef="#ctx0" brushRef="#br0" timeOffset="89829.64">17489 9190 618 0,'0'0'190'15,"0"0"-83"-15,0 0-60 16,0 0-41-16,0 0-5 16,0 0 0-16,133-64 0 15,-64 57 0-15,2 3 2 16,-1 0-3-16,-9 3-25 0,-7-2-63 15,-12-3-142 1,-15-2-390-16</inkml:trace>
  <inkml:trace contextRef="#ctx0" brushRef="#br0" timeOffset="90095.78">17965 9117 768 0,'0'0'75'0,"0"0"-27"16,0 0-11-16,86-45-7 0,-53 38-15 16,4 7-8-16,1 0-4 15,-6 20-2 1,-3 13-1-16,-11 13-1 0,-6 8 1 16,-12 4 1-16,0 5 1 15,-20 3 1-15,-6-2-1 16,-3-7 0-16,5-10-2 15,8-13-1-15,2-9-22 16,6-11-41-16,3-11-93 16,5-3-170-16</inkml:trace>
  <inkml:trace contextRef="#ctx0" brushRef="#br0" timeOffset="90278.68">18038 9403 737 0,'0'0'134'0,"0"0"-54"16,0 0-61-16,0 0-19 16,0 0 0-16,0 0 0 15,58-15 1-15,-23 15-1 16,3 0-3-16,1 0-49 16,0 0-69-16,-5 0-254 15</inkml:trace>
  <inkml:trace contextRef="#ctx0" brushRef="#br0" timeOffset="92609.32">3719 11305 731 0,'0'0'0'0,"0"0"-1"0,0 0 0 16,92 73 1-16,-62-48 3 15,1-3 3-15,1-5-5 16,-4-9-1-16,-1-8 8 16,0-5 25-16,-2-22 7 15,0-6-23-15,-2-5-8 16,-10 1-5-16,-11 4 11 16,-2 8 0-16,-15 3-5 15,-15 11-4-15,-9 10-4 16,-7 1-2-16,0 18-4 15,3 15 3-15,10 19-1 16,13 12-5-16,14 7 5 16,6 9 2-16,0-1 0 15,21-1 4-15,11-3-4 0,4-10-9 16,5-11-35-16,4-19-29 16,4-18-36-16,3-17 32 15,2-6-29-15,-2-23-35 16,-11-6 90-16,-16 0 51 15,-15 6 153-15,-10 7 10 16,0 4-39-16,-17 10-29 16,4 5-34-16,3 3-24 15,6 7-37-15,1 22-6 16,3 10 5-16,12 9 1 16,19 0 1-16,12-4 1 15,5-10-2-15,3-12 1 16,-7-16 0-16,-5-6 0 0,-6-13 4 15,-3-19 2 1,-7-7-1-16,-7-5-5 0,-9 1 2 16,-7 2-3-16,0 7 0 15,-23 6 0-15,-8 8-2 16,-9 9 0-16,6 6-3 16,7 3 4-16,16 1 1 15,11 1 0-15,0 0-2 16,18-2-8-16,19-4 9 15,17-6 1-15,10-7 3 16,2-5 0-16,-6 1 0 16,-15 3 0-16,-16 6-2 0,-14 5 3 15,-10 9 9 1,-5 0 3-16,0 0-8 0,0 0-8 16,-3 19-7-16,-17 13 6 15,-6 14-1-15,-1 16 2 16,1 15 0-16,5 4 0 15,4 2-1-15,9-14 2 16,5-18-1-16,3-22 0 16,0-15 0-16,0-9 0 15,0-5 2-15,0 0 26 16,0-22 13-16,0-9-38 16,0-8-3-16,6-4-13 15,2-3-9-15,5 0 5 0,9 0 8 16,12-2-12-1,11 0-16-15,6 2 6 0,4 0 21 16,-4 2 5-16,-2 0 5 16,-10 4 6-16,-8 5 24 15,-13 6 33-15,-10 12-19 16,-5 10-10-16,-3 3-6 16,0 4-28-16,0 10-4 15,0 27-26-15,-3 19 24 16,-11 19 2-16,2 8 3 15,3-1 1-15,6-8-15 16,3-17-11-16,2-20-12 0,15-19-25 16,5-18-36-1,-2-8-108-15</inkml:trace>
  <inkml:trace contextRef="#ctx0" brushRef="#br0" timeOffset="92776.33">4848 11572 875 0,'0'0'18'16,"0"0"4"-16,86-17-22 15,-23 26 2-15,19 5 0 16,12-2-2-16,8-1-50 16,2-11-120-16,-7 0-233 15</inkml:trace>
  <inkml:trace contextRef="#ctx0" brushRef="#br0" timeOffset="93359.2">5865 11536 933 0,'0'0'0'15,"0"0"3"-15,-9 93-3 16,6-34 2-16,3-1-2 15,0-7 0-15,12-12 0 16,8-15 0-16,-2-12 1 16,-5-12 1-16,-5 0 16 0,-3-22 28 15,-2-14-35-15,-3-10-8 16,-6-7-3-16,-21-5-11 16,-10-3-18-16,2-1 8 15,5 4 12-15,10 7 1 16,14 9-5-16,6 6-23 15,9 7-28-15,19 5-25 16,7 6 34-16,5 5 45 16,3 5 10-16,1 8 10 15,-4 0 12-15,-3 20 6 16,-4 19-2-16,-13 20-5 16,-12 23 3-16,-8 17-7 15,-4 11 9-15,-16 6 0 16,0-3-12-16,3-5-8 15,4-7-2-15,7-7 0 0,6-12-1 16,0-14-1-16,13-17-2 16,8-15 0-16,0-16-8 15,1-18-1-15,4-9-25 16,4-29 8-16,-2-18-18 16,-3-8 33-16,-9-6 11 15,-14 2 39-15,-2 4 3 16,-19 4-18-16,-17 10-20 15,-3 10 0-15,5 12-4 16,11 9 0-16,19 5-6 16,4 4-58-16,28-2-131 15,19-9-113-15</inkml:trace>
  <inkml:trace contextRef="#ctx0" brushRef="#br0" timeOffset="93586.51">6812 11351 803 0,'0'0'88'16,"0"0"-47"-16,0 0-41 16,0 0-4-16,-74 116 4 15,68-52 0-15,6 3-3 16,0-3-16-16,24-4-14 0,13-11-15 15,12-15-75-15,11-18-60 16,4-16-130-16</inkml:trace>
  <inkml:trace contextRef="#ctx0" brushRef="#br0" timeOffset="94507.11">7228 11613 334 0,'0'0'226'16,"0"0"-68"-16,0 0-50 15,0 0-59-15,0 0-5 16,0 0-27-16,-62-51-17 15,56 81 0-15,6 7-3 16,0 2 2-16,6 3-9 16,12-8-23-16,9-10-11 0,1-17-40 15,2-7 39-15,3-15 45 16,-7-16 2-16,-5-2 7 16,-9 2 22-16,-6 3 31 15,-6 6-25-15,0 8 4 16,-1 3-13-16,-8 7-11 15,0 4-13-15,-2 0-4 16,2 15-4-16,5 13 0 16,4 7 2-16,0 6-8 15,12 5-10-15,13 0-14 16,11-5-42-16,12-16-55 16,10-16 69-16,12-9 62 15,2-21 2-15,-4-14-1 16,-8-7 7-16,-12-6-8 15,-9 1 5-15,-13-2 3 0,-14 8 42 16,-9 2 35-16,-3 6-11 16,0 8-23-16,-6 11 1 15,0 11-17-15,3 8-31 16,2 38-4-16,-3 23-1 16,2 18 1-16,-1 17 1 15,1 4 0-15,-2-1-1 16,1-5 0-16,-3-9 3 15,2-12-2-15,-2-18 0 16,2-26 1-16,0-19 1 0,-1-15-3 16,-3-15 36-16,-1-27-8 15,-2-22-28-15,-4-14-1 16,1-7-8-16,3-1-8 16,5 1-4-16,6 7-1 15,5 9-2-15,23 14-25 16,5 13-9-16,2 14 19 15,-2 14 39-15,-2 14 0 16,2 0 2-16,0 26 3 16,-2 15 7-16,-5 11-3 15,-13 5 6-15,-8-2-11 16,-5-13-1-16,0-11 2 16,-2-11-1-16,-11-7 2 15,-3-9 1-15,-6-4 0 16,-3 0 0-16,4-20-1 0,9-11-6 15,12-10 0-15,0-7-56 16,24-6-77-16,12 1 64 16,3 3 44-16,1 6 23 15,-1 6 2-15,-14 16 46 16,-7 11 40-16,-9 11-6 16,-7 0-77-16,-2 22-3 15,0 14 0-15,-3 6 6 16,-11 7 0-16,1 1-1 15,2-2-1-15,10-3-2 16,1-12 1-16,6-11-3 16,16-12-7-16,8-10-37 15,4-15-93-15,-2-31-128 16</inkml:trace>
  <inkml:trace contextRef="#ctx0" brushRef="#br0" timeOffset="94648.98">8208 11156 868 0,'0'0'73'0,"0"0"-64"15,0 0-9-15,0 0-26 16,-5 99-4-16,16-27-20 16,8 1-82-16,7-12-115 15</inkml:trace>
  <inkml:trace contextRef="#ctx0" brushRef="#br0" timeOffset="95393.12">8523 11414 768 0,'0'0'79'16,"0"0"1"-16,0 0-71 16,0 0-8-16,-28 96-1 15,23-31 0-15,5 6 2 16,0 4-1-16,12-2-1 15,11-6 0-15,10-10-10 16,8-22-58-16,7-18-60 16,9-17 53-16,11-17 10 15,2-22-21-15,-7-11-76 0,-15 0 162 16,-17 4 9-16,-19 10 172 16,-12 9-57-16,0 7 10 15,-22 7-76-15,-1 8-10 16,4 5-12-16,-2 4-30 15,3 23-6-15,-1 11 0 16,0 6 3-16,8 2-3 16,5-3-6-16,6-11-6 15,0-14-17-15,17-15 5 16,17-3 21-16,6-16 3 16,-3-11 4-16,-7-6-4 0,-8 1 0 15,-10 6 2 1,-7 9 5-16,-4 3 18 0,1 8 4 15,-2 3-11 1,0 3-12-16,0 0-6 0,0 23-5 16,4 6 5-16,10 9-3 15,8 4-10-15,9 0-17 16,5-7-13-16,9-11-44 16,9-16-49-16,2-8 95 15,5-25 32-15,-5-18 9 16,-7-12 2-16,-9-10 4 15,-10-4 7-15,-11-3 1 16,-7 1-2-16,-12-8-9 16,-5-1 0-16,-27 1 16 0,-7 7 86 15,5 12 9 1,12 21-32-16,8 15-21 0,10 16-32 16,3 8-29-16,1 25-20 15,-1 28 2-15,-2 26 18 16,3 19 1-16,0 9 2 15,9 1-2-15,18-12-1 16,1-13-4-16,3-14-8 16,0-19-6-16,-5-19 6 15,-6-16 1-15,-6-13-24 16,-6-2-20-16,-2-20-38 16,-6-18-227-16</inkml:trace>
  <inkml:trace contextRef="#ctx0" brushRef="#br0" timeOffset="95588.2">8544 11403 928 0,'0'0'0'0,"0"0"-13"15,99 24 13-15,-52-17-2 16,8-7 1-16,8 0 0 15,4 0 0-15,-3-3-44 16,-10-9-108-16,-18-7-260 16</inkml:trace>
  <inkml:trace contextRef="#ctx0" brushRef="#br0" timeOffset="97937.23">10137 11746 478 0,'0'0'159'0,"0"0"-67"16,0 0 17-16,0 0-46 15,0 0-25-15,0 0-20 16,0 0-2-16,-31-50 1 16,47 42-15-16,6-1 1 15,7-2-3-15,-2 3-1 0,7-1 1 16,-8 2 0-16,3 2 0 16,-2 1-3-16,-2-1-24 15,-2 5-25-15,-7 0-58 16,-5 0-65-16,-11 0-144 15</inkml:trace>
  <inkml:trace contextRef="#ctx0" brushRef="#br0" timeOffset="98115.21">10100 11876 476 0,'0'0'121'16,"0"0"-76"-16,0 0 30 0,0 0 9 15,0 0-35-15,115 13-34 16,-70-13-12-16,8 0-3 16,-2-5-2-16,1-7-99 15,-7-5-94-15</inkml:trace>
  <inkml:trace contextRef="#ctx0" brushRef="#br0" timeOffset="102618.36">10869 11455 14 0,'0'0'572'0,"0"0"-510"16,0 0-46-16,0 0-2 15,0 0 12-15,0 0 12 16,0 0 5-16,-16 28-25 0,13-14 7 16,-4 3 1-1,1 3-9-15,-3 3 3 0,-2 6-1 16,-2 8-3-16,-1 5-4 16,4 5-3-16,4 2-8 15,4 0 0-15,2-4 0 16,4-7-1-16,16-15 0 15,10-11-12-15,13-12-7 16,10-15 7-16,8-23-6 16,3-12-1-16,-8-4 19 15,-12-3 0-15,-18 3 0 16,-15 2 2-16,-11 1 1 16,-10 0 22-16,-27 8 7 15,-16 5-14-15,-8 9-7 16,-6 13-4-16,9 8-7 0,21 7 0 15,17 1 0 1,13 2 0-16,7 18-11 0,8 15-18 16,23 6-34-16,13-3-83 15,11-8-267-15</inkml:trace>
  <inkml:trace contextRef="#ctx0" brushRef="#br0" timeOffset="102795.62">11539 11606 908 0,'0'0'81'16,"0"0"-36"-16,0 0-36 0,0 0-9 16,0 0-39-16,0 0-23 15,40-1-18-15,-13 1-260 16</inkml:trace>
  <inkml:trace contextRef="#ctx0" brushRef="#br0" timeOffset="103099.09">11785 11371 852 0,'0'0'72'0,"0"0"-23"16,0 0-49-16,0 0-1 15,-12 84 1-15,15-29 0 0,14 3-1 16,6-3 1-16,7-5-2 16,5-5 2-16,-4-12 0 15,-7-7 2-15,-9-9-1 16,-9-7 0-16,-6-6-1 16,0-1 0-16,-5 0 0 15,-23-1 6-15,-14 1-2 16,-10-1-4-16,-3-2-30 15,8 0-40-15,18-3-63 16,17-18-4-16,12-5-354 16</inkml:trace>
  <inkml:trace contextRef="#ctx0" brushRef="#br0" timeOffset="103286.57">11866 11339 636 0,'0'0'151'16,"0"0"-55"-16,0 0-47 16,0 0-28-16,0 0-21 15,0 0-7-15,35-36 7 16,30 36-6-16,9 0-28 16,4 0-27-16,0 0-113 15,-14-9-132-15</inkml:trace>
  <inkml:trace contextRef="#ctx0" brushRef="#br0" timeOffset="103565.85">12336 11286 842 0,'0'0'86'0,"0"0"-63"15,0 0-22-15,0 0 0 16,100-17-1-16,-67 31 1 16,4 11 2-16,0 11-3 0,-10 13-1 15,-8 11-1-15,-11 4 2 16,-8 3-1-16,0-5 1 16,-15-9 0-16,-6-8-33 15,0-6-21-15,2-11-23 16,1-14-73-16,1-14-267 15</inkml:trace>
  <inkml:trace contextRef="#ctx0" brushRef="#br0" timeOffset="103764.38">12293 11573 648 0,'0'0'127'0,"0"0"-94"0,0 0-10 16,0 0 16-16,104-4-8 15,-62 4-4-15,7 3-13 16,3-2-10-16,6-1-1 16,6 0-3-16,-3-1-6 15,-4-11-49-15,-7-5-148 16,-13-9-369-16</inkml:trace>
  <inkml:trace contextRef="#ctx0" brushRef="#br0" timeOffset="104033.53">12975 11275 696 0,'0'0'135'15,"0"0"-65"-15,0 0-69 16,0 0-1-16,0 0-2 16,0 0 2-16,-22 104 0 15,18-40 1-15,1 10 0 16,0-5 2-16,1-8-3 16,2-12-35-16,0-18-94 15,2-15-77-15</inkml:trace>
  <inkml:trace contextRef="#ctx0" brushRef="#br0" timeOffset="104399.26">13159 11297 871 0,'0'0'90'15,"0"0"-71"-15,0 0-19 16,0 0-3-16,0 0 3 15,22 91 0-15,-13-43 0 16,5-1-11-16,4-9-12 16,7-16-31-16,3-14 24 0,4-8 0 15,-1-11 4-15,-3-20 4 16,-3-13-43-16,-8-6 44 16,-8 2 21-16,-9 3 91 15,0 12-14-15,-9 9-14 16,0 8-38-16,5 10 40 15,2 6-28-15,2 0-37 16,0 29-21-16,0 18 16 16,0 20 5-16,10 10 0 15,8 3-11-15,2-2-24 16,-2-11-6-16,-4-15-51 16,0-21-105-16,-5-22-210 15</inkml:trace>
  <inkml:trace contextRef="#ctx0" brushRef="#br0" timeOffset="104650.37">13902 11455 708 0,'0'0'229'0,"0"0"-219"15,0 0-10-15,0 0-18 16,0 0 18-16,-45 78-1 16,18-39 2-16,1-1 0 15,3-4 1-15,2-5-2 0,0-3-10 16,6-11-94-16,2-13-127 16,8-2-319-16</inkml:trace>
  <inkml:trace contextRef="#ctx0" brushRef="#br0" timeOffset="104830.95">13686 11427 758 0,'0'0'180'0,"0"0"-115"15,0 0-65-15,0 0-5 16,0 0 3-16,11 104 2 16,4-50 2-16,7 3-2 15,5-6 3-15,3-5-7 16,2-8-2-16,-4-13-40 0,0-15-103 15,1-10-396-15</inkml:trace>
  <inkml:trace contextRef="#ctx0" brushRef="#br0" timeOffset="106711.59">13932 11475 126 0,'0'0'13'0,"0"0"-5"16,0 0-5-16,0 0-2 16,0 0 53-16,0 0-14 15,-44-28-24-15,41 25-11 16,2 2 21-16,-1-3 29 16,-1 1-19-16,-1 2-4 15,4 0-24-15,-4 1 8 16,2-1-8-16,1-1 4 15,-3-1 37-15,4 2 9 16,0-1-23-16,0-1-4 16,0 3-4-16,-1 0 3 15,1 0 4-15,-1-3 11 16,-2 2-13-16,1-2-12 0,-1 2 5 16,0 0-8-16,0 1 2 15,-3 0-12-15,-2 0-7 16,-3 17 0-16,-9 14-2 15,-3 9-1-15,-2 9 3 16,0 2 0-16,1 2 0 16,4-2 0-16,3-1 0 15,4-8 1-15,5-8-1 16,7-10-6-16,-2-12-2 16,3-7-7-16,0-2 2 15,0-3-16-15,0-3 28 16,6-14-44-16,3 0-30 15,-2 1-10-15,-4 2-59 0,-3 3-140 16</inkml:trace>
  <inkml:trace contextRef="#ctx0" brushRef="#br0" timeOffset="106847.03">13672 11792 141 0,'0'0'114'0,"0"0"-56"15,0 0 58-15,0 0-7 16,0 0-12-16,0 0 25 15,0 2-51-15,0-2-55 16,0 3-16-16,0 2-169 0,0-3-4 16</inkml:trace>
  <inkml:trace contextRef="#ctx0" brushRef="#br0" timeOffset="118734.21">14188 11315 521 0,'0'0'109'16,"0"0"-24"-16,0 0-64 16,0 0 14-16,0 0 18 15,0 0-30-15,0 0-9 16,0 0-2-16,-13-28 3 16,13 27 3-16,0 0-2 15,0-1 2-15,-2 2 0 0,-1-1-2 16,3 1-1-16,-1 0-7 15,-1 0-7-15,2 0-1 16,0 0-4-16,0 12-3 16,0 15 4-16,0 16 2 15,0 18 1-15,-6 11 0 16,-3 4 0-16,-1-1 4 16,1-13-4-16,0-12 3 15,4-13-2-15,1-13-1 16,4-11 1-16,0-7 1 15,0-5-4-15,0-1 3 16,0 0-2-16,0-11-4 0,0-8-51 16,6-4-127-16,-2-1-265 15</inkml:trace>
  <inkml:trace contextRef="#ctx0" brushRef="#br0" timeOffset="119332.42">14564 11400 379 0,'0'0'191'15,"0"0"-61"-15,15-90-61 16,-12 65-26-16,-3 3 0 16,0 2-24-16,0 6-1 15,0 2-7-15,-5 5-6 16,-8 4-4-16,-5 3-1 16,-6 2-1-16,-4 18 1 15,4 8-2-15,6 11-2 16,6 4-2-16,11 8 0 15,1 1 0-15,0-4 5 0,16 1 0 16,1-9 1-16,5-1 0 16,-1-7 4-16,-2-6 11 15,-4-1 3-15,-7-8-6 16,-1-3-3-16,-7-6-3 16,0-4-2-16,0-1 0 15,-3-2 3-15,-12-1 0 16,-7 0-4-16,-5 0 1 15,0-14 0-15,0-4-4 16,8-2 5-16,7-7-4 16,12 1-1-16,0-7-2 15,18-1 1-15,9 1 1 16,3-1-1-16,4-2-1 16,0-1 1-16,-3 2 1 0,-4 5-3 15,-5 3 2-15,-2 5-2 16,-5 5-29-16,-3 4-23 15,-9 0-107-15,-3 2-189 16</inkml:trace>
  <inkml:trace contextRef="#ctx0" brushRef="#br0" timeOffset="120664.18">15123 11530 401 0,'0'0'128'0,"0"0"-35"16,0 0-34-16,0 0 31 16,0 0-18-16,0 0-18 15,-11-10-14-15,11 10-16 16,0 0-5-16,0-1-6 16,0-1-1-16,7-1-5 15,12 0-7-15,12 1 0 16,10-3 0-16,2 2 0 15,2-1 1-15,0-3-4 0,-3 0 5 16,-1-1-4-16,-6 0 0 16,-5 2-4-16,-10 0-9 15,-8 4 1-15,-9-1-1 16,-3 1-2-16,-3 2-6 16,-19 0-50-16,-11-3-129 15,-4-6-145-15</inkml:trace>
  <inkml:trace contextRef="#ctx0" brushRef="#br0" timeOffset="120900.83">15307 11246 635 0,'0'0'115'0,"0"0"-10"0,0 0-69 16,0 0-36-16,0 0 1 15,0 0 13-15,-12 101 9 16,12-38-7-16,0 7-2 16,2 1-6-16,3-4-5 15,0-4 1-15,-2-8-4 16,-3-11 0-16,0-8-28 16,0-13-65-16,-3-19-181 15</inkml:trace>
  <inkml:trace contextRef="#ctx0" brushRef="#br0" timeOffset="123215.21">15889 11447 233 0,'0'0'38'16,"0"0"-4"-16,0 0 17 16,0 0-7-16,-6 79-4 15,12-65 14-15,6 4 3 16,0-1-22-16,4 0-21 16,0-3 0-16,4-5-10 15,4-9 3-15,2 0 0 16,4-3 3-16,-5-16-7 15,-1-5 10-15,-6-5 22 16,-7-2 32-16,-8-2-2 0,-3 1-27 16,-5 1 5-1,-17 3-28-15,-10-3-6 0,-2 4-4 16,-3 5-3-16,10 6 7 16,9 6 1-16,10 6 16 15,8 4-23-15,0 0-3 16,0 11-34-16,19 18 1 15,8 7-26-15,-1-4-162 16</inkml:trace>
  <inkml:trace contextRef="#ctx0" brushRef="#br0" timeOffset="123416.22">16317 11506 854 0,'0'0'103'0,"0"0"-39"15,0 0-25-15,0 0-14 16,0 0-19-16,0 0-6 16,0-20-5-16,1 20-59 15,7 8-48-15,-4-1-163 16</inkml:trace>
  <inkml:trace contextRef="#ctx0" brushRef="#br0" timeOffset="123830.33">16533 11239 822 0,'0'0'103'0,"0"0"-74"15,0 0-24-15,0 0-3 16,0 0-2-16,0 0 0 16,15 103 7-16,-5-47-4 15,-3 4-2-15,0-1 5 16,-2-7-6-16,3-6-33 15,2-11-75-15,5-17-125 16,-4-17-262-16</inkml:trace>
  <inkml:trace contextRef="#ctx0" brushRef="#br0" timeOffset="124196.38">16796 11164 870 0,'0'0'88'0,"0"0"-55"16,0 0-33-16,0 0-9 15,0 0 8-15,29 79 1 16,-5-24 0-16,5 5-7 16,5-7-34-16,5-16-23 0,4-20-25 15,5-17-17 1,-5-4 59-16,-5-24 31 0,-10-11-9 15,-12-4 25-15,-7-3 20 16,-9 4 27-16,0 8 68 16,-11 6-31-16,-7 9-8 15,7 9-45-15,3 9 15 16,6 1-37-16,2 14-9 16,0 20-9-16,0 16 8 15,8 11-9-15,13 6-15 16,3-3-24-16,4-16-53 15,-1-18-142-15</inkml:trace>
  <inkml:trace contextRef="#ctx0" brushRef="#br0" timeOffset="124910.1">17467 11173 865 0,'0'0'51'15,"0"0"-46"-15,0 0-2 16,0 0-3-16,0 0 5 16,0 0 2-16,67 82-4 15,-52-52 0-15,-6 0-2 16,-6-1 2-16,-3 0-3 16,0-5-14-16,-6-2-16 15,-3-5-3-15,3-2-34 0,4-8-1 16,2-4-18-16,0-3 27 15,6 0 59-15,11-7 17 16,1-8 72-16,4 1 26 16,8-4-66-16,4 0-24 15,9-2-7-15,4-2-10 16,3 0-3-16,1 0-2 16,0-4-3-16,1 2-3 15,-2 0-28-15,-6-1-16 16,-7 3 5-16,-13 4 25 15,-17 5-24-15,-7 1 41 16,0 4 18-16,-24 2 2 16,-8 2 14-16,-5 2-3 0,4 2 11 15,8 0-16-15,8 10-14 16,2 9-12-16,3 7 0 16,8 7 0-16,4 3 0 15,0 1 0-15,13-7 0 16,12-10-3-16,7-8 3 15,2-12 5-15,-1 0-5 16,-5-14 3-16,-5-9-2 16,-9-3-1-16,-8-1 1 15,-6 1 0-15,0 4 1 16,-9 3 0-16,-5 5 3 16,1 3-3-16,3 7 25 0,6 2 16 15,2 2-14 1,1 0-29-16,-2 10-5 0,-3 19-2 15,-3 11 7 1,-2 16 0-16,2 6 0 0,5 0 0 16,4-2 0-16,0-7-1 15,3-4 1-15,9-3-1 16,-2-7-1-16,-1-3-43 16,-3-14-69-16,-1-13-193 15</inkml:trace>
  <inkml:trace contextRef="#ctx0" brushRef="#br0" timeOffset="128391.43">18721 11275 413 0,'0'0'154'0,"0"0"-83"16,0 0 10-16,0 0-38 15,0 0 0-15,0 0-28 16,0 0 0-16,0-23-4 16,0 23 2-16,0 0 2 15,0 0-3-15,0 0 0 16,-1 0-7-16,-5 0-1 16,-9 13-1-16,-5 8-2 15,-7 7 5-15,-2 5-4 16,-3 1 0-16,4-1-1 15,1-2 2-15,5-4-2 16,4-6 1-16,4-5-2 16,7-6-1-16,4-9-38 0,3-1-32 15,0-11 23-15,19-20-194 16,7-11-59-16</inkml:trace>
  <inkml:trace contextRef="#ctx0" brushRef="#br0" timeOffset="128568.47">18591 11229 159 0,'0'0'188'0,"0"0"50"15,0 0-61-15,0 0-86 16,0 0-29-16,0 0-31 16,-6-44-31-16,6 55 0 15,0 12-4-15,6 13 4 16,14 13 0-16,1 3 0 16,2 0 1-16,0-5 1 15,-2-8 1-15,-5-7-3 0,-5-4 0 16,-4-4-40-16,-7-10-77 15,-3-10-221-15</inkml:trace>
  <inkml:trace contextRef="#ctx0" brushRef="#br0" timeOffset="136149.11">19039 11198 118 0,'0'0'165'0,"0"0"-78"16,0 0-60-16,0 0-22 15,0 0 26-15,0 0 41 16,0 0-7-16,-37-8-17 15,35 8 8-15,2-1 11 16,-3-1-8-16,3 0-17 16,-1-1-18-16,-2 0 16 15,1 0-15-15,1 1-7 16,-1 1 10-16,2 1-9 16,0 0-17-16,0 0-2 15,0 9-9-15,0 19 3 16,0 17 5-16,-1 15 1 0,-7 8 1 15,-2-1-1-15,2-8 0 16,1-13-1-16,4-8-13 16,0-8-7-16,3-9-23 15,0-6-29-15,0-12-67 16,0-3-67-16,10-18-132 16</inkml:trace>
  <inkml:trace contextRef="#ctx0" brushRef="#br0" timeOffset="136617.89">19225 11173 622 0,'0'0'189'0,"0"0"-137"15,0 0-38-15,0 0-10 16,0 0-1-16,94-25 3 16,-67 25-2-16,-6 12-2 15,-2 5-2-15,-5 7 0 16,-11 5-4-16,-3 7 4 16,-3 3 2-16,-15-2 0 15,-3-3-2-15,1-5-3 0,0-6-18 16,2-3 8-1,1-5-9-15,4-6 21 0,5-3-8 16,4-4 9-16,3-2 1 16,-1 0 13-16,2 0 19 15,0 0-5-15,0 0-25 16,17 0 1-16,13 0-5 16,16-5 2-16,7-3-1 15,1-4 2-15,0 2-2 16,-5 1-3-16,-9 1 3 15,-10 5-4-15,-9 0-9 16,-9 0-6-16,-9 3-15 0,-3 0-52 16,0 0-16-1,-8 6 18-15,-12 0-62 0</inkml:trace>
  <inkml:trace contextRef="#ctx0" brushRef="#br0" timeOffset="137497.85">20013 11342 179 0,'0'0'335'0,"0"0"-222"16,0 0-19-16,0 0-21 15,0 0-33-15,0 0-27 16,-24-7 5-16,24 7 3 0,0 0-7 16,4 0-11-16,17 0-3 15,9 0 10-15,10-5 1 16,5 3-3-16,8-1 1 16,-1-1-7-16,-2 1 2 15,-5-4-4-15,-9 3 0 16,-6-2 1-16,-11 3-1 15,-8 2-1-15,-7 0-4 16,-4 1-11-16,0 0-10 16,-9 0-22-16,-19 0-58 15,-10 0-113-15</inkml:trace>
  <inkml:trace contextRef="#ctx0" brushRef="#br0" timeOffset="137750.36">20138 11100 526 0,'0'0'166'0,"0"0"-18"16,0 0-67-16,0 0-46 16,0 0-25-16,0 0-10 15,-9 29 0-15,9 10 2 16,0 22 0-16,0 15 9 15,0 13-9-15,0 7 0 16,-6-2-1-16,2-9-1 16,4-7-45-16,0-14-57 0,0-22-103 15,0-18-429-15</inkml:trace>
  <inkml:trace contextRef="#ctx0" brushRef="#br0" timeOffset="141411.29">20835 11168 289 0,'0'0'148'16,"0"0"-47"-16,0 0-52 15,0 0 0-15,0 0 11 16,0 0-10-16,1-15-1 0,-1 13 3 16,0 2-17-16,0 0-2 15,0-3-10-15,0 3-3 16,0-1-7-16,0 1-6 16,-1 0-6-16,-2 0-1 15,-5 0-5-15,-1 13 3 16,-1 9 2-16,-4 13 0 15,4 8-1-15,5 5 0 16,4 5 1-16,1-6 0 16,0-8-1-16,9-10-1 15,9-11-4-15,7-11 2 16,2-7 4-16,6-4 4 16,1-21-2-16,-1-8 2 15,-6-6-1-15,-8-2 1 0,-6-4 3 16,-9 0-1-16,-4 2-2 15,0 4-3-15,-17 5 0 16,-1 6-1-16,-4 6 1 16,3 6-1-16,7 7 0 15,5 9 1-15,5 0-1 16,-3 15-52-16,5 18-39 16,0 9-40-16,0-1-109 15</inkml:trace>
  <inkml:trace contextRef="#ctx0" brushRef="#br0" timeOffset="141613.98">21291 11289 830 0,'0'0'108'15,"0"0"-57"-15,0 0-26 16,0 0-12-16,0 0-12 15,0 0-1-15,0-10-3 16,0 10-13-16,2 17-18 16,4 5-40-16,-3-5-116 15,-3-11-208-15</inkml:trace>
  <inkml:trace contextRef="#ctx0" brushRef="#br0" timeOffset="142527.09">21478 11153 275 0,'0'0'271'0,"0"0"-71"0,0 0-91 15,0 0-63-15,0 0-20 16,0 0-24-16,53-24-4 15,-32 37 3-15,0 7-2 16,0 7 1-16,-6 7-5 16,-3 11 4-16,-8 2 1 15,-4-1 0-15,0-2-5 16,-3-13-12-16,-12-3-7 16,0-9 12-16,-1-5 1 0,4-5-6 15,3-5 17 1,5-4 3-16,2 0 7 0,1 0 48 15,1 0-27 1,0-4-16-16,0-5 8 0,4 1-23 16,20-1-2-16,12-4 2 15,10 1-2-15,9 0-5 16,9-4-5-16,2-4-9 16,3-4-1-16,-5-8-23 15,1-5 2-15,-12-1-48 16,-10 0 23-16,-13 2 45 15,-17 6 23-15,-8 4 14 16,-5 3 25-16,-5 5 24 16,-13 3-24-16,-9 6-14 0,-1 4-5 15,6 5-15-15,2 0-4 16,8 4-1-16,5 14 0 16,2 9-3-16,0 5 0 15,5 7 3-15,0 5 0 16,10 5-1-16,6 0 2 15,7-2-1-15,-1-10 5 16,-5-12 1-16,-4-5-1 16,-9-7 0-16,-4-3-1 15,0 0-2-15,-1-4 4 16,-17-2 3-16,-3 0 8 16,-4-4-7-16,-1 0-6 15,4 0 3-15,4-7 1 16,3-10 6-16,6-4 3 15,8-6-13-15,1-5-3 0,6-5-1 16,19-1 0-16,11-4-5 16,6 1-8-16,5 1-14 15,-3 7 14-15,-3 5-26 16,-9 11-3-16,-6 4-50 16,-9 7-41-16,-4 1-166 15</inkml:trace>
  <inkml:trace contextRef="#ctx0" brushRef="#br0" timeOffset="142859.26">22644 11078 716 0,'0'0'118'0,"0"0"-75"16,0 0-39-16,0 0-4 15,-79 39-1-15,64-5-4 16,5 4 4-16,3 3 0 16,7 6-1-16,0-3 1 15,0-1 1-15,13-6 5 16,0-5 6-16,0-7-1 16,-3-3-3-16,-3-12 0 0,-7 0-1 15,0-9-3-15,0 1-1 16,-4-1 6-16,-16-1 1 15,-12 0-5-15,-9-4-4 16,-5-13-13-16,-5-2-36 16,6-2-63-16,12-5-122 15</inkml:trace>
  <inkml:trace contextRef="#ctx0" brushRef="#br0" timeOffset="143059.95">22548 11056 628 0,'0'0'133'0,"0"0"-19"15,0 0-74-15,0 0-28 16,0 0-12-16,0 0-1 16,105-26 1-16,-72 38-26 15,4-1-32-15,-1 0-74 16,-3-5-52-16,-9-6-319 15</inkml:trace>
  <inkml:trace contextRef="#ctx0" brushRef="#br0" timeOffset="143360.32">22947 11110 733 0,'0'0'93'0,"0"0"-26"16,0 0-31-16,97-37-29 16,-54 37-6-16,5 0-1 15,-7 8-1-15,-3 12 0 16,-11 5 1-16,-10 3-5 16,-9 8 3-16,-8 4-1 15,0 7-1-15,-13 3 2 16,-4-4 2-16,-1-5-4 15,3-10-2-15,-2-7-9 16,1-6-6-16,-3-4-75 16,3-4 4-16,-4-10-111 15</inkml:trace>
  <inkml:trace contextRef="#ctx0" brushRef="#br0" timeOffset="143548.19">23040 11314 439 0,'0'0'363'0,"0"0"-245"16,0 0-58-16,0 0-34 16,0 0-26-16,0 0-8 15,50-38 8-15,-7 38 3 16,7 1-3-16,5 5-4 0,0-2-16 16,-2-4-10-1,-3 0-43-15,-4-2-114 0,-10-17-211 16</inkml:trace>
  <inkml:trace contextRef="#ctx0" brushRef="#br0" timeOffset="143712.96">23506 11277 155 0,'0'0'594'15,"0"0"-480"-15,0 0-66 16,0 0-41-16,0 0-7 15,0 0-34-15,0 34-33 16,-1-23-91-16,-4-6-167 16</inkml:trace>
  <inkml:trace contextRef="#ctx0" brushRef="#br0" timeOffset="147088.13">23804 11201 397 0,'0'0'137'0,"0"0"-39"16,0 0-64-16,0 0 19 15,0 0 7-15,0 0-33 16,0 0-16-16,0-14-6 16,0 14 6-16,0 0 10 15,0 0 6-15,0 0 0 16,0 0-8-16,0 0-4 15,0 0-11-15,-11 7-4 0,-1 9 3 16,-8 4-3-16,2 5 0 16,0 3 1-16,-1-4-1 15,4-1 0-15,0-3-5 16,5-9-29-16,4-1-16 16,4-10-92-16,2 0 59 15,3-13-12-15,14-15-220 16,-2-2 315-16,2-5 5 15,-8-1 70-15,-3 5-7 16,-3 7 1-16,-3 7 32 16,0 6 20-16,0 5 30 15,0 6-55-15,0 0-50 0,0 0-30 16,0 3-16-16,5 17-4 16,8 13 4-16,4 10 1 15,3 5 0-15,3 0-1 16,0-10-13-16,0-4-14 15,-4-7-45-15,-7-11-87 16,-12-11-225-16</inkml:trace>
  <inkml:trace contextRef="#ctx0" brushRef="#br0" timeOffset="150402.12">24262 11154 151 0,'0'0'100'15,"0"0"-71"-15,0 0 14 16,0 0 51-16,0 0-61 16,0 0 13-16,0 0 18 15,15-44-13-15,-15 38-25 16,2-2 43-16,-1-1-19 16,-1-2-22-16,2-1-10 15,-2 1 14-15,0 1-12 16,0-1-8-16,0 2 2 15,0 1-2-15,0 1-1 16,0 0-9-16,-5 4-2 16,-5 0-4-16,-5 3 2 15,-2 0 1-15,-3 0 1 0,5 13-5 16,0 9 2-16,0 9-4 16,2 6 6-16,1 7 0 15,7 1 2-15,2 0-2 16,3-2-2-16,0-7-1 15,0 0 4-15,10-5 0 16,0-4-1-16,1 2 1 16,0-2 0-16,-5-1 0 15,1 1 0-15,-5-2 0 16,-2-4-1-16,0-2 0 16,0-6 0-16,0-4-3 15,-5-4 4-15,-1-2 0 0,-3-3 6 16,-4 0 20-16,-3 0 3 15,-5-5-15-15,-2-9 5 16,-1-1 4-16,-1-2-11 16,3-1-3-16,7 4-7 15,1-1 0-15,7 4-2 16,7-3-2-16,0-3 0 16,0-5-5-16,21-10-3 15,4-3 7-15,9-4-1 16,2-2 3-16,1 1 0 15,1 1-4-15,-2 0 2 16,-3 5-8-16,-4 4-11 16,-3 2 13-16,-7 9 0 0,-7 4-2 15,-7 6 0 1,0 5-11-16,-5 4-51 0,0 0-143 16,-10 7-141-16</inkml:trace>
  <inkml:trace contextRef="#ctx0" brushRef="#br0" timeOffset="166019.77">4481 12714 73 0,'0'0'389'0,"0"0"-295"16,0 0-37-16,0 0-24 16,0 0 24-16,0 0 7 0,0 0-9 15,3-52-16 1,-3 44-2-16,0-1-11 0,-6 1-13 15,1 3 2-15,-6 0-7 16,-4 4-6-16,-9 1-1 16,-15 8-1-16,-10 21 0 15,-9 15-1-15,-3 12 1 16,7 8 0-16,8 3 0 16,16 5 0-16,21 5 0 15,9-2 1-15,9 0-1 16,19-17 0-16,8-19-5 15,8-24-13-15,9-15-6 0,14-30 8 16,3-18 7-16,2-7 4 16,-13 1 5-16,-16 6 4 15,-17 7 7-15,-17 9 13 16,-9 11 1-16,0 8-1 16,-18 6-16-16,0 7-8 15,-1 0 0-15,8 12-2 16,7 13 0-16,4 6-1 15,0 7 3-15,12 4 0 16,3-3 0-16,-2-6 0 16,-1-8 0-16,-4-11 2 15,0-11-1-15,-1-3 1 16,3-19 11-16,3-13-5 16,-1-9-6-16,-4-4-2 15,-5 3-2-15,-3 3-8 0,0 3-3 16,0 8-11-16,0 3-2 15,0 5-2-15,0-2 3 16,19 0-5-16,7 2 10 16,9-3 19-16,0 2 1 15,2 1 2-15,0 3-2 16,-10 2 9-16,-11 6-1 16,-8 5 10-16,-5 4-8 15,-3 3-9-15,0 24 0 16,-6 17 17-16,-12 19 10 15,-2 15-17-15,3 5-2 16,6-1-2-16,8-11-6 0,3-17 1 16,0-19 0-16,7-16-1 15,-2-11 3-15,-3-8-2 16,2 0 1-16,-3-17 2 16,1-10-5-16,-2-6-10 15,0-3-3-15,0 1-1 16,-16-1 6-16,2 2 2 15,7-2-7-15,7-2 2 16,7 4-14-16,20 0 1 16,3 3 18-16,0 8 6 15,4 2 6-15,-6 6 3 16,-7 8 12-16,-6 3-4 16,-7 4-5-16,-4 0-4 15,-1 18-6-15,-1 14 5 0,-2 12 6 16,0 9-2-16,0 5-3 15,0 2-4-15,0-4-1 16,0-10-2-16,3-11 0 16,4-12 2-16,-3-11-3 15,-1-9-19-15,0-3-45 16,-1-10-86-16,-2-23-349 16</inkml:trace>
  <inkml:trace contextRef="#ctx0" brushRef="#br0" timeOffset="166154.08">4958 12880 747 0,'0'0'125'16,"0"0"-66"-16,0 0-49 15,0 0-9-15,0 0-1 16,130-14-7-16,-69 26-37 16,8-9-67-16,4-3-162 15</inkml:trace>
  <inkml:trace contextRef="#ctx0" brushRef="#br0" timeOffset="166736.04">5764 12819 363 0,'0'0'472'0,"0"0"-417"16,0 0-35-1,-39 78-3-15,27-25 3 0,0 3-11 16,9-4-7-16,3-14-1 15,0-13 1-15,13-13-2 16,-2-10 2-16,4-2 1 16,1-17 3-16,-2-19 0 15,1-12-5-15,-8-6-1 16,-3-6-8-16,-4-1-15 16,0 3 10-16,0 5 4 15,-1 2 5-15,-2 8-1 16,3 6 1-16,0 11 4 15,0 11 0-15,0 10 8 0,8 5-3 16,5 15-5-16,-1 21-1 16,-2 15 1-16,-2 15 5 15,-7 11 6-15,1 8-3 16,4 6-4-16,7 1 1 16,5-2-2-16,7-6-1 15,2-8 1-15,0-9-1 16,-3-10-2-16,-6-14 0 15,3-13-4-15,-9-10-1 16,1-15-17-16,-2-5-6 16,-5-2 15-16,4-23 8 15,-6-7 2-15,-2-3 3 16,-2-2 0-16,0-1 6 16,-18 1 6-16,-10 1 2 0,-8 2-5 15,-3 5-2-15,-1 3-5 16,9 8-2-16,11 2-1 15,11 4-9-15,9-5-11 16,20-2-61-16,19-6-78 16,16-4-57-16,12-14-201 15</inkml:trace>
  <inkml:trace contextRef="#ctx0" brushRef="#br0" timeOffset="166934.59">6738 12651 680 0,'0'0'101'15,"0"0"-69"-15,-69 73-20 16,46-29-9-16,7 6 0 16,2-1 0-16,8 2-3 15,4-4-7-15,2-9-51 16,12-15-76-16,14-15-110 15</inkml:trace>
  <inkml:trace contextRef="#ctx0" brushRef="#br0" timeOffset="167820.15">6917 12880 499 0,'0'0'110'0,"0"0"-52"16,0 0 22-16,0 0-10 15,0 0-59-15,-84 74-5 16,78-36-6-16,6-1-1 15,0-3-26-15,20-8-29 16,8-16 0-16,6-10 36 16,2-3 18-16,-4-20 2 15,-4-2 5-15,-9-4 35 16,-8 2 24-16,-10 1 0 16,-1 5-21-16,0 6-11 15,-3 3-5-15,-3 7-11 16,3 3-10-16,3 2-6 0,0 0 0 15,0 19-1-15,6 5 1 16,12 9 0-16,6 3-1 16,7-2-7-16,6-7-6 15,1-10-3-15,1-10 5 16,-2-7 7-16,-2 0 5 16,-3-18 4-16,-8-4-3 15,-2-5-1-15,-6-2 0 16,-3 0 1-16,-6 0 3 15,-1 11 18-15,-3 4-3 16,0 10 3-16,-2 4-10 16,1 21-12-16,-1 20-3 15,-1 18 3-15,0 15 2 16,-6 11 1-16,-13 0 1 16,-6 4-2-16,-2-8 0 0,4-16 0 15,1-18-2-15,6-24 1 16,1-19 0-16,0-6 5 15,-2-29-3-15,3-17-1 16,3-13-2-16,3-8 0 16,5-3 0-16,3 0-5 15,0 4-13-15,22 5 3 16,9 10-14-16,7 9 13 16,1 13 8-16,-1 12 8 15,-2 14 2-15,-5 5-1 0,2 15 3 16,-5 18-1-1,-3 6-1-15,-4 2 3 0,-4-5-3 16,-6-6-1-16,-6-6 1 16,-5-7-1-16,0-5 0 15,0-8-1-15,0-4 0 16,0-1-1-16,-6-19-17 16,1-9-12-16,5-8-6 15,0-5 6-15,3-3 21 16,16-2-3-16,3 5 10 15,-1 5 2-15,-2 12 9 16,-3 11 27-16,-3 12-11 16,-3 2-13-16,-3 16-10 15,-4 18-1-15,-3 11 5 16,0 10 0-16,0-1-2 0,0-6 0 16,0-10-1-16,0-13-3 15,2-13-19-15,10-12-34 16,7-3-74-16,3-31-133 15</inkml:trace>
  <inkml:trace contextRef="#ctx0" brushRef="#br0" timeOffset="167978.18">7770 12458 783 0,'0'0'77'16,"0"0"-8"-16,0 0-62 0,0 0-7 15,-7 96-4-15,7-32-28 16,0 2-41-16,14-9-92 16,13-19-101-16</inkml:trace>
  <inkml:trace contextRef="#ctx0" brushRef="#br0" timeOffset="168668.47">8031 12783 797 0,'0'0'63'0,"0"0"-49"16,0 0 20-16,-6 86-16 16,6-37-13-16,0 5-1 15,12 0-4-15,13-12-3 0,5-11-32 16,6-17-25-16,8-14-16 16,3-7 34-16,-1-21 22 15,-9-9-9-15,-11 2 25 16,-17 1 4-16,-9 7 8 15,0 7 37-15,-18 8 33 16,-6 7-44-16,2 5-22 16,4 0 11-16,9 8-15 15,4 12-5-15,5 5-3 16,0 4 1-16,2 1-1 16,15 0 0-16,5-8 0 15,4-10 0-15,4-12-8 16,2 0 6-16,-3-21 2 15,-3-5 2-15,-7 1 0 0,-8 2 7 16,-7 6 17-16,-4 6 5 16,0 4-19-16,0 7 0 15,0 0-12-15,0 0-1 16,0 18 1-16,0 5-1 16,9 6 1-16,13 5 0 15,11 3 0-15,8 0-2 16,6-10-9-16,4-10-24 15,-2-17 6-15,2 0 14 16,-2-29 10-16,-7-14 2 16,-8-7-3-16,-10-9-4 15,-10 0 5-15,-14 1 5 16,0 2 0-16,-25 5 4 0,-13-1 4 16,-4 1-2-1,6 4 42-15,9 6 22 0,11 11-26 16,7 17-13-1,6 13-20-15,3 19-11 0,0 30-6 16,0 19 5-16,0 12 0 16,0 8-2-16,3 2-9 15,15-2 1-15,-2-8-4 16,3-11-14-16,-3-14-11 16,0-15-25-16,-2-16-29 15,-1-14-31-15,-3-10-27 16</inkml:trace>
  <inkml:trace contextRef="#ctx0" brushRef="#br0" timeOffset="168885.84">7840 12953 835 0,'0'0'13'0,"0"0"-13"15,0 0-3-15,0 0 3 16,0 0 0-16,0 0-3 16,61 54 0-16,-16-54 3 15,15 0 0-15,11-7-15 16,4-10-123-16,-2-5-215 16</inkml:trace>
  <inkml:trace contextRef="#ctx0" brushRef="#br0" timeOffset="169150.16">9286 12828 917 0,'0'0'8'16,"0"0"9"-1,0 0-12-15,0 0-5 0,0 0 0 16,0 0-1-16,58-21 1 16,-17 17-6-16,9 0-22 15,2-1-18-15,3 2-41 16,-10 1-39-16,-11 0-7 16,-10 1-196-16</inkml:trace>
  <inkml:trace contextRef="#ctx0" brushRef="#br0" timeOffset="169341.28">9321 13046 710 0,'0'0'83'0,"0"0"-24"0,0 0 14 16,0 0-35-16,0 0-26 15,111 17-9-15,-53-17 0 16,9 0-3-16,6 0 0 15,-6 0-18-15,-7 0-42 16,-17-2-114-16,-16-6-345 16</inkml:trace>
  <inkml:trace contextRef="#ctx0" brushRef="#br0" timeOffset="180122.93">17553 12942 448 0,'0'0'145'0,"0"0"-111"16,0 0 42-16,0 0-11 15,0 0-32-15,0 0 4 16,0 0-3-16,-9-78-22 16,8 69 12-16,-2-1-4 15,0 2-2-15,0 1-1 16,0 1-13-16,1 3 6 15,1 0-5-15,-1-1-3 16,1 1 6-16,-1 0-7 16,2 0 8-16,-1-1-2 15,1 3-6-15,0 0 1 0,-3 1 1 16,3 0-2-16,0 0-2 16,0 6-6-16,0 19 1 15,-2 14 5-15,-3 10-4 16,-1 8 4-16,-4-1 0 15,3-3 1-15,-2-5-1 16,3-11 1-16,3-10-14 16,0-8-13-16,0-11-27 15,2-8-80-15,1-6-38 16</inkml:trace>
  <inkml:trace contextRef="#ctx0" brushRef="#br0" timeOffset="180302.95">17298 13006 643 0,'0'0'165'0,"0"0"-66"0,0 0-77 16,0 0-19-16,0 0-3 15,0 0 5-15,126-13-4 16,-68 9 4-16,4 1-2 16,5 0-2-16,-1 3-1 15,-3 0-34-15,-11-3-50 16,-15-6-184-16</inkml:trace>
  <inkml:trace contextRef="#ctx0" brushRef="#br0" timeOffset="180758.2">17879 12818 565 0,'0'0'190'0,"0"0"-89"16,0 0-50-16,0 0-33 16,0 0-18-16,0 0-1 15,55 0-1-15,-33 21-1 0,-1 11 3 16,-5 5-1-1,-3 5 0-15,-8 1 1 0,-5-2 0 16,0-3-25 0,-13-4 1-16,-4-5-13 0,0-5-8 15,0-7 1-15,0-6 24 16,4-5 20-16,3-3 3 16,3-3-2-16,5 0 33 15,2 0 18-15,0 0-26 16,0 0-22-16,7 0-3 15,13 0 1-15,6 0 8 16,9 0 0-16,2 0 0 16,9 0-10-16,2 0 4 15,0-7-8-15,-2 2-27 0,-5-3-101 16,-11-9-46 0</inkml:trace>
  <inkml:trace contextRef="#ctx0" brushRef="#br0" timeOffset="180955.86">18352 13075 840 0,'0'0'110'0,"0"0"-83"15,0 0-24-15,0 0-3 16,0 0 0-16,0 0-3 0,29-3-34 15,-7 4-37-15,5 2-154 16</inkml:trace>
  <inkml:trace contextRef="#ctx0" brushRef="#br0" timeOffset="181871.03">18779 13033 113 0,'0'0'93'16,"0"0"5"-16,0 0 58 0,0 0-67 15,0 0-6-15,0 0-16 16,-28-36 27-16,25 28-58 15,1 2 3-15,1 3 2 16,-1-1-18-16,2 3-17 16,0-1 6-16,0 2-12 15,0 0 0-15,0 0-3 16,7 0 1-16,10 0-1 16,4 0 6-16,2 0-3 15,-3 10 0-15,0 7-3 16,-2 3 2-16,-2 8 1 15,-5 6-2-15,-10 2-5 16,-1 3-13-16,-6-5-8 0,-15-3 10 16,1-6-15-16,0-6 11 15,2-5 9-15,6-7 11 16,4-3 2-16,3-1 1 16,5-3 6-16,0 0 23 15,0 0-24-15,0 0 11 16,10 0-11-16,13-3-6 15,8-8 5-15,8-1-4 16,1 1 2-16,5 0-3 16,6 1-2-16,-2 0-30 0,3-1-128 15,-7-5-109 1</inkml:trace>
  <inkml:trace contextRef="#ctx0" brushRef="#br0" timeOffset="182638.01">19406 13004 435 0,'0'0'117'0,"0"0"-40"16,0 0-32-16,0 0-19 16,65-79 12-16,-53 64-21 15,-1 1 13-15,-8 1 23 16,-3 1-25-16,0 0 5 15,-5 3-23-15,-16 0-10 0,-7 3-3 16,-9 5-2 0,-2 1 4-16,-2 0-18 0,4 3 15 15,11 10 2-15,5 4 1 16,12 9 0-16,7 6-6 16,2 4 5-16,0 3 2 15,14-5-1-15,8 0 3 16,0-3-1-16,2-4-1 15,-4-3 0-15,-1-3 2 16,-8-4 0-16,-7-4 0 16,-4-6-2-16,0-2-1 15,-6-1 1-15,-11-4 1 0,-5 0 2 16,-5 0 2-16,-1-15-4 16,0-2 2-16,3-4-3 15,8-3 2-15,9-3 28 16,8-2-15-16,14-4-10 15,25 1-5-15,14-1-10 16,10 1 8-16,4 3-3 16,3 4-1-16,-6 3 1 15,-4 6-21-15,-12 1 16 16,-11 5-8-16,-14 3 6 16,-10 1 12-16,-10 1 0 15,-3 4 1-15,0-1 3 16,0 2-4-16,-9 0-4 15,-4 0-5-15,-1 6 8 16,4 13 1-16,2 6-2 0,2 3 2 16,5 6-1-16,1 6 2 15,0-1 8-15,0 0 8 16,0 2-1-16,9-7 0 16,4-1-2-16,2-6-9 15,0-6 5-15,-3-5-10 16,-5-8 6-16,-4-4-3 15,-3-2-3-15,0 0 8 16,-16-2-5-16,-16 0 1 16,-9 0-4-16,4 0-7 0,1 0-7 15,7 0-39 1,13-5-98-16,13-11-15 0</inkml:trace>
  <inkml:trace contextRef="#ctx0" brushRef="#br0" timeOffset="182852.98">19802 12824 350 0,'0'0'176'0,"0"0"-31"16,0 0 4-16,0 0-100 15,0 0-49-15,0 0 1 16,0-34-2-16,44 34 2 15,8 4 1-15,5 3-2 0,1-1-2 16,-3 0-71-16,-4-5-102 16,-5-1-153-16</inkml:trace>
  <inkml:trace contextRef="#ctx0" brushRef="#br0" timeOffset="183100.21">20178 12777 695 0,'0'0'138'16,"0"0"-109"-16,0 0 15 15,85 0-18-15,-50 12-16 0,1 8-3 16,-2 8-4-16,-7 7-3 16,-8 7 0-16,-10 2 0 15,-7 2 0-15,-2 0 4 16,-3-3-2-16,-14-3-2 15,-4-4-9-15,-6-4-30 16,-1-7-51-16,-5-10-75 16,3-12-228-16</inkml:trace>
  <inkml:trace contextRef="#ctx0" brushRef="#br0" timeOffset="183293.09">20111 13037 844 0,'0'0'114'16,"0"0"-80"-16,0 0-23 0,0 0-11 16,112-23 0-1,-51 23 0-15,9 0 0 0,2 3 0 16,-2 6-2-16,-5-4-22 16,-3 3-20-16,-9-4-29 15,-8-4-130-15,-12 0-261 16</inkml:trace>
  <inkml:trace contextRef="#ctx0" brushRef="#br0" timeOffset="192379.88">14946 12875 318 0,'0'0'155'0,"0"0"-47"15,0 0-50-15,0 0 7 16,0 0 3-16,0 0-23 16,0-75-11-16,0 67-14 15,0 0 6-15,0 3-12 16,0-2 2-16,0 3-7 16,0-2-5-16,0-1 9 0,1-2-6 15,1-1-1-15,-2-2-2 16,3 0-4-16,-2 2 4 15,-1 2 6-15,2 4-2 16,-2 1 9-16,0 3-10 16,0 0-7-16,0 0-2 15,0 3-8-15,1 16 4 16,-1 15 6-16,0 12 0 16,0 10 0-16,0 7 0 15,0 1 0-15,-1-7 4 16,-5-7-2-16,6-11-2 15,0-10 0-15,0-11 0 16,0-7-2-16,0-3-11 16,0-5-9-16,0-2 0 0,0-1-26 15,0 0-37-15,7 0-121 16,0-9-205-16</inkml:trace>
  <inkml:trace contextRef="#ctx0" brushRef="#br0" timeOffset="192673.9">15310 12891 734 0,'0'0'141'0,"0"0"-55"16,0 0-46-16,0 0-12 16,0 0-19-16,0 0-8 15,0-32-1-15,0 32-7 16,0 0 7-16,0 0-8 16,4 5-6-16,2 7-11 15,0 6-25-15,-3-4-66 16,-3-14-234-16</inkml:trace>
  <inkml:trace contextRef="#ctx0" brushRef="#br0" timeOffset="194341.73">15274 12693 321 0,'0'0'144'0,"0"0"-17"16,0 0-47-16,0 0 24 15,0 0-54-15,0 0-29 16,0 0-6-16,15 0-9 16,6-5-4-16,7 2 6 15,-1 1-4-15,1 2 8 16,2 0-6-16,-3 0-5 15,2 4 3-15,-3 7-2 0,-3 6-2 16,-4 4 0 0,-5 8-4-16,-4 6 3 0,-3 10 1 15,-7 6 0-15,0 7 3 16,-1 2-3-16,-12-2 2 16,-1-4-1-16,2-8 1 15,5-10 0-15,2-8-2 16,4-10 1-16,-1-11-2 15,2-4-12-15,0-3-43 16,0-1-56-16,0-19-311 16</inkml:trace>
  <inkml:trace contextRef="#ctx0" brushRef="#br0" timeOffset="194512.1">15377 13106 529 0,'0'0'131'0,"0"0"25"16,0 0-117-16,0 0-37 15,0 0 4-15,0 0 5 16,99-5 6-16,-31 5-3 16,8 0-9-16,4 0-5 15,-3-5 0-15,-6-4-35 16,-10-10-113-16,-17-6-146 16</inkml:trace>
  <inkml:trace contextRef="#ctx0" brushRef="#br0" timeOffset="194998.09">15978 12791 49 0,'0'0'521'0,"0"0"-373"16,0 0-30-16,0 0-52 16,0 0-8-16,0 0-35 15,0-39-14-15,0 39-9 16,0 7-12-16,5 16 12 16,-1 13 0-16,-1 12 0 15,-3 11 3-15,0 0-2 16,0 3-1-16,-4-7 1 15,-6-6 3-15,4-10-3 0,1-11-1 16,2-11-4 0,3-7-3-16,0-7-22 0,0-3-28 15,0-7-32-15,0-20-406 16</inkml:trace>
  <inkml:trace contextRef="#ctx0" brushRef="#br0" timeOffset="195473.88">16151 12721 708 0,'0'0'135'0,"0"0"-131"16,0 0 0-16,0 0-4 16,18 88 17-16,-9-40-4 15,3 3-13-15,-2-1 8 16,4-8-6-16,2-9-2 16,2-12 3-16,3-14-3 15,6-7 0-15,3-13-2 16,4-21-24-16,-4-8-7 15,-9-5-2-15,-12 2 35 16,-9 6 12-16,0 6 9 16,-12 11 13-16,-1 7 6 15,6 7 12-15,3 8-26 0,4 2-26 16,0 23-3-16,0 13 0 16,0 12 3-16,3 3 0 15,10 5 0-15,5-4 1 16,5-7-4-16,-3-7 0 15,-2-11-33-15,-2-16-30 16,-2-13-123-16,1-8-204 16</inkml:trace>
  <inkml:trace contextRef="#ctx0" brushRef="#br0" timeOffset="196057.72">16803 12847 569 0,'0'0'130'0,"0"0"-34"16,0 0-44-16,0 0-11 15,25-88-11-15,-25 70-1 16,0-2-14-16,0 0-4 15,0 2-2-15,0 1-8 16,0 2-1-16,-11 4 0 16,-2 5-3-16,1 4 2 0,-1 2-4 15,0 5-11 1,-1 20 0-16,4 6-7 0,2 7 0 16,5 6 17-16,3 5 0 15,0-1 6-15,2-2 0 16,10-5 2-16,2-3 18 15,0-6 0-15,2-2 1 16,1 0-9-16,-1-4-11 16,-4-4 6-16,-4-2-7 15,-5-5 1-15,-3-3-1 16,0-5-1-16,0-2-7 16,-11-5-6-16,-1 0 4 0,-6 0 10 15,-2-12 0-15,2-10 0 16,0-5 3-16,9-2-3 15,9-4 0-15,0-1 9 16,23-2-8-16,13 1 0 16,9-2-1-16,4 0 0 15,3 4 1-15,-4 0 0 16,-3 5-1-16,-11 5 0 16,-10 5 0-16,-9 5-2 15,-9 5-23-15,-6 2-39 16,-1 0-145-16</inkml:trace>
  <inkml:trace contextRef="#ctx0" brushRef="#br0" timeOffset="196239.8">16992 12879 656 0,'0'0'121'0,"0"0"-10"16,0 0-38-16,0 0-27 15,0 0-39-15,0 0-7 16,-3 26-34-16,-3-6-20 16,-3-4-153-16,-8-7-418 15</inkml:trace>
  <inkml:trace contextRef="#ctx0" brushRef="#br0" timeOffset="198438.72">14276 12768 351 0,'0'0'184'16,"0"0"-34"-16,0 0-55 16,0 0-12-16,0 0-33 0,0 0-20 15,0 0-4-15,-18-70-14 16,16 65-3-16,1 4 9 16,0-1-7-16,1 2-5 15,0 0-6-15,0 0 0 16,-2 0-5-16,2 7 0 15,-1 17-1-15,-2 8 6 16,0 12 1-16,-3 6-1 16,-3 8 3-16,3-2-2 15,-2-3-1-15,2-6 0 16,1-12-2-16,3-10-2 16,1-12-12-16,1-7-7 15,0-6 0-15,0 0-16 0,7-17-12 16,6-13-386-16</inkml:trace>
  <inkml:trace contextRef="#ctx0" brushRef="#br0" timeOffset="198624.8">14172 12911 459 0,'0'0'155'15,"0"0"-91"-15,0 0-3 16,0 0 16-16,0 0-30 15,94-13-16-15,-50 4-4 16,2-1-7-16,1 2-9 0,-2 1-10 16,-2 4-2-16,-4 1-31 15,-12 1-57-15,-15-2-148 16</inkml:trace>
  <inkml:trace contextRef="#ctx0" brushRef="#br0" timeOffset="207462.69">11147 12850 245 0,'0'0'80'0,"0"0"-18"16,0 0 52-16,0 0-67 15,0 0 13-15,0 0-18 16,0 0 35-16,-15-58-27 16,15 49-7-16,0 1-15 15,-2 1-10-15,1 2-1 16,1 2 18-16,-2 2-23 0,2-3-5 16,0 1 7-16,0 0-4 15,0-3-9-15,0-2 1 16,0 2 2-16,0-4-3 15,0 6 5-15,0 3 8 16,0-1 2-16,0 2-11 16,0 0-5-16,0 14-6 15,-6 18-1-15,-1 9 7 16,-4 10 0-16,-2 7 1 16,0-1 2-16,5-2-3 15,2-8 0-15,5-10-6 16,1-12-17-16,0-9-19 0,4-11-32 15,8-5-105-15,0-8-218 16</inkml:trace>
  <inkml:trace contextRef="#ctx0" brushRef="#br0" timeOffset="207831.01">11388 12748 630 0,'0'0'155'0,"0"0"-92"16,0 0-45-16,0 0-18 15,0 0 0-15,0 0 7 0,-33 87-2 16,29-44-1 0,4 1 4-16,0 0-7 0,0-4-1 15,14-7 2-15,8-11 1 16,2-13-2-16,13-9 0 15,6-8 0-15,1-21 2 16,3-14-3-16,-11-2-3 16,-12 0 0-16,-12 7 3 15,-12 6 6-15,0 6 9 16,-23 5 1-16,-15 6-9 16,-7 6-6-16,-2 5-1 15,8 4 0-15,12 0 1 16,19 16-3-16,8 3-49 15,0 7-9-15,21-3-100 0,5-3-87 16</inkml:trace>
  <inkml:trace contextRef="#ctx0" brushRef="#br0" timeOffset="208248.41">11906 12939 642 0,'0'0'209'15,"0"0"-114"-15,0 0-45 16,0 0-9-16,0 0-8 16,0 0-15-16,-7-17-11 15,7 17-5-15,0 0-1 16,0 0-1-16,0 0 0 0,0 0-3 15,0 0 3 1,0 0-2-16,0 0-8 0,-3 0-18 16,0 3-21-16,-5 8 1 15,-4-5-96-15,-1-4-399 16</inkml:trace>
  <inkml:trace contextRef="#ctx0" brushRef="#br0" timeOffset="208895.07">12169 12729 723 0,'0'0'122'0,"0"0"-68"16,0 0-36-16,0 0-4 15,0 0 4-15,0 0-9 16,102-67 1-16,-76 67-5 15,-7 0-4-15,-1 6-2 16,-6 16 0-16,-10 10 0 16,-2 11 0-16,-3 8 2 15,-21 0 1-15,-4 2-2 16,3-8-3-16,5-7-1 0,5-10-8 16,6-9 8-16,3-7 3 15,6-6 0-15,0-4-1 16,0-2 2-16,0 0 0 15,0 0 8-15,3-7-2 16,18-10-4-16,8-3-2 16,8-6-1-16,7 1-3 15,3 0-31-15,3 0-25 16,-4 3-73-16,-1 2 27 16,-8 1-81-16</inkml:trace>
  <inkml:trace contextRef="#ctx0" brushRef="#br0" timeOffset="209661.82">12709 12692 588 0,'0'0'190'16,"0"0"-102"-16,0 0-43 15,1-96-6-15,4 73-27 16,-5 1-6-16,0 4 4 15,0 1-8-15,0 6-1 16,0 3-1-16,-12 6-1 16,-5 2 0-16,-5 3-10 15,-7 17-10-15,-1 9 3 16,2 10-6-16,6 2 7 16,3 3 4-16,8-1 2 0,5-4 9 15,5-2 0-15,1-3 2 16,0-1 6-16,10-1 3 15,8-1 18-15,-1-3-10 16,2-3-6-16,-4-1 0 16,-4-7-11-16,-4-5 0 15,-6-5 7-15,1-3-5 16,-2-2-2-16,0-2 0 16,0 0 0-16,-18-3 0 15,-5-13 0-15,-5-2-2 16,-2-4 1-16,5-2 0 15,4-1 1-15,12-1-1 0,9-1 5 16,3-1-8-16,28-4 4 16,15 0-9-16,12 1 0 15,10 0-13-15,2 0 3 16,0 0-15-16,-6 1-29 16,-8 1-14-16,-6 2 51 15,-11 2-18-15,-11 6 18 16,-13 5 25-16,-9 7 1 15,-6 5 13-15,0 2-9 16,-17 0-2-16,1 7-1 16,-3 10 5-16,4 9 15 15,2 5-12-15,2 4 9 16,5 3 47-16,4 1-26 0,2 2-1 16,0 2 1-16,6 1-10 15,10-3 5-15,1-4-21 16,4-8-3-16,-6-3-3 15,0-9 1-15,-6 0 3 16,-3-5-10-16,-6-1-1 16,0-2 4-16,0-4-1 15,-18 1-2-15,-12-3-1 16,-5-3-20-16,-5 0-16 16,2 0-25-16,6-14-94 15,10-6-101-15</inkml:trace>
  <inkml:trace contextRef="#ctx0" brushRef="#br0" timeOffset="209863.83">13117 12586 545 0,'0'0'117'15,"0"0"15"-15,0 0-89 16,0 0-26-16,91-50-14 15,-43 47 2-15,7 3-5 16,3 0 0-16,0 0-3 16,-7 0-104-16,-8 5-49 15,-13-3-352-15</inkml:trace>
  <inkml:trace contextRef="#ctx0" brushRef="#br0" timeOffset="210236.76">13471 12679 689 0,'0'0'130'0,"0"0"-69"15,0 0-26-15,0 0-13 16,0 0-12-16,89 21-8 16,-69 3 1-16,-8 4-2 15,-8 3 2-15,-4 4-2 16,-6 2-1-16,-15-1 3 15,-1 1-3-15,-4-4-6 0,0-4-1 16,0 0-2-16,3-7-3 16,6-2-3-16,8-6-15 15,3-2 0-15,6-7-9 16,0-5 27-16,18 0 12 16,15-2 1-16,13-12 14 15,9-5 14-15,5-2-11 16,1-1-8-16,-6 1-9 15,-7 4 5-15,-9 4-3 16,-11 4-2-16,-13 6-2 16,-9 3-7-16,-6 0-157 15,-16 3-53-15</inkml:trace>
  <inkml:trace contextRef="#ctx0" brushRef="#br0" timeOffset="211259.55">21039 12966 545 0,'0'0'119'15,"0"0"0"-15,0 0-51 16,0 0-35-16,0 0-2 16,0 0-15-16,0-15-6 15,10 12 3-15,7-1-1 16,4-1 1-16,4-1-3 0,3 0-8 15,4 1 2-15,2-1-4 16,-1 0 0-16,-2 4-9 16,-8 2-19-16,-8 0-21 15,-15 0-87-15,0 6-128 16,-18 5-144-16</inkml:trace>
  <inkml:trace contextRef="#ctx0" brushRef="#br0" timeOffset="211457.87">20969 13118 231 0,'0'0'158'0,"0"0"36"15,0 0-97-15,0 0 19 16,85 29-56-16,-57-29-28 16,2 0-4-16,-2 0-6 0,1 0-18 15,-2 0 0-15,-6 0-4 16,-5 0-34-16,-2 0-33 15,-9 0-119-15,-5 0-210 16</inkml:trace>
  <inkml:trace contextRef="#ctx0" brushRef="#br0" timeOffset="-205297.98">21670 12948 242 0,'0'0'84'0,"0"0"39"16,0 0-76-16,0 0-4 15,0 0-1-15,0 0-30 16,0 0 17-16,13-55-10 16,-13 46 15-16,0 1 21 15,0 1-13-15,0 0-18 16,0 2-6-16,0-2-3 16,0 1-4-16,0 0-6 0,0 2 9 15,0 0 0-15,0-1-9 16,0-1 9-16,0 1-13 15,2-4 3-15,4 0 0 16,-3-1-2-16,1-4 10 16,1 2 0-16,-2 1 7 15,-3 3-2-15,3-1-2 16,-3 6 5-16,0 0-3 16,0 3-10-16,0 0-7 15,0 0 0-15,0 0-7 16,0 5 2-16,0 23 3 15,0 13 2-15,-8 16-1 16,-4 6 3-16,-1 3-2 0,0-6 1 16,2-11-1-16,2-11 4 15,6-9-3-15,2-12 0 16,1-5-1-16,-2-5 0 16,2-3 0-16,0-2-2 15,0-2-4-15,0 0-4 16,0 0-21-16,2-8-54 15,11-9-170-15,4-11-222 16</inkml:trace>
  <inkml:trace contextRef="#ctx0" brushRef="#br0" timeOffset="-204766.28">21946 12687 452 0,'0'0'136'0,"0"0"23"16,0 0-72-16,0 0-58 15,0 0-18-15,0 0-7 16,0-11-4-16,0 29 10 16,-10 9 10-16,-4 5-6 15,-4 4 2-15,-1 2-9 16,4 1-2-16,3-2-1 15,3-1-4-15,6-6 2 16,3-4-2-16,5-7 0 16,17-10-2-16,11-8-4 0,10-1 0 15,4-1-1-15,4-15-6 16,-2-5 2-16,-2-2 8 16,-8-3 3-16,-14 0 0 15,-6 6 5-15,-13 0-2 16,-4 3 10-16,-2 2-7 15,0 3 11-15,0 4-6 16,0 3 6-16,0 4 1 16,0 1-13-16,0 0-5 15,-2 9-7-15,-5 19 2 16,-6 15 5-16,-2 11 0 16,0 3 1-16,0 1 4 0,4-5 0 15,5-6-3-15,6-8-1 16,0-8-1-16,0-6 0 15,13-9-9-15,3-11-40 16,2-5-120-16,4-27-567 16</inkml:trace>
  <inkml:trace contextRef="#ctx0" brushRef="#br0" timeOffset="-204411.93">22478 13079 748 0,'0'0'155'0,"0"0"-68"15,0 0-43-15,0 0-3 16,0 0-14-16,0 0-1 0,0-4-11 16,0 4-6-16,0 0-9 15,0 0-2-15,0 0-5 16,0 0-33-16,0 0-34 15,2 1 12-15,4-1-70 16,-1 0-347-16</inkml:trace>
  <inkml:trace contextRef="#ctx0" brushRef="#br0" timeOffset="-203867.77">22734 12827 466 0,'0'0'161'16,"0"0"22"-16,0 0-99 15,0 0-33-15,0 0-25 16,0 0-1-16,29-48-18 16,-8 48-7-16,6 0-5 0,4 7 4 15,2 12-1-15,-3 11 2 16,-6 6-1-16,-13 4 1 15,-7 3-1-15,-4 0 1 16,-11-3-3-16,-14-2 0 16,-2-5 3-16,2-6-9 15,4-5 0-15,5-5 3 16,8-7 6-16,5-5 0 16,3-1-2-16,0-1 0 15,0-1-1-15,3-2-1 16,12 0 4-16,6 0 2 15,4 0-2-15,3-9 2 16,4-1-2-16,4-5 0 0,4-1-27 16,3 1-42-16,1-5-132 15,-1-3-157-15</inkml:trace>
  <inkml:trace contextRef="#ctx0" brushRef="#br0" timeOffset="-203100.94">23283 12920 631 0,'0'0'163'0,"0"0"-59"15,0 0-54-15,0 0-21 16,0-85-5-16,5 68-20 0,-2-1 0 16,0 2-3-16,-3 1-1 15,0 4 5-15,0 1-5 16,0 3 0-16,-9 2-2 15,-9 4-2-15,-5 1 1 16,-7 0 0-16,-5 8-3 16,3 11 6-16,3 5-4 15,3 8 3-15,4 5 0 16,9 6-4-16,7 1 4 16,6 0 0-16,0-1-3 15,12-7 4-15,6-3 0 16,1-5 0-16,-1-4 3 15,-6-6-3-15,-1-4 6 16,-8-3-6-16,-2-6 1 0,-1-2 1 16,0-3 0-16,-4 0-2 15,-11 0 7 1,-6-3-6-16,-8-11-1 0,1-5 0 16,4 0 1-16,10-2 1 15,8 0-1-15,6 1-2 16,3-1 1-16,22-2-12 15,11-3 11-15,11-2-6 16,13-2-5-16,9-1 5 16,7-3-10-16,1 0-17 15,2 1-19-15,-5 0-62 16,-10 5-7-16,-15 3-75 16,-16 3 54-16,-19 7 143 0,-14 4 47 15,0 4 60-15,-14 7-34 16,-13 0-22-16,-5 0 17 15,0 15-10-15,6 3 31 16,7 5-49-16,7 3-18 16,6 3 2-16,6 7 1 15,0 1-5-15,9 4 3 16,12 1-10-16,3-2-1 16,2-4 1-16,-1-1-6 15,-5-7 1-15,-4-5 1 16,-6-7-9-16,-4-9 7 0,-6 1-4 15,0-4-3 1,-6 1 8-16,-21 2-6 16,-11-2 1-16,-8-2-3 0,0-3-3 15,7 0-9-15,11 0-20 16,18-5-31-16,10-14-31 16,19-8-311-16</inkml:trace>
  <inkml:trace contextRef="#ctx0" brushRef="#br0" timeOffset="-202898.18">23837 12758 422 0,'0'0'94'16,"0"0"-7"-16,0 0 20 0,0 0 11 16,0 0-49-1,0 0-56-15,-61-39-8 0,86 39-5 16,11 7 0-16,10 2 1 15,8-1-1-15,1 0-28 16,0-1-50-16,-8-7-102 16,-3 0-201-16</inkml:trace>
  <inkml:trace contextRef="#ctx0" brushRef="#br0" timeOffset="-202628.83">24094 12743 712 0,'0'0'132'0,"0"0"-75"0,0 0-29 15,100 0-21-15,-51 0 7 16,3 8-7-16,-2 10-1 16,-4 5-5-16,-12 10 3 15,-13 8-5-15,-14 10 2 16,-7 8 0-16,-18 2 2 15,-14-3-2-15,-3-7-2 16,4-10-8-16,4-10-12 16,9-8-8-16,5-6-40 15,7-11-126-15,6-6-253 16</inkml:trace>
  <inkml:trace contextRef="#ctx0" brushRef="#br0" timeOffset="-202431.04">24242 12984 826 0,'0'0'110'16,"0"0"-52"-16,0 0-42 15,0 0-16-15,0 0-6 16,0 0 6-16,98-1 1 16,-28 8 1-16,5 0 0 15,-4-2-2-15,-1-3-5 16,-3 0-19-16,-5-2-46 15,-9 0-167-15</inkml:trace>
  <inkml:trace contextRef="#ctx0" brushRef="#br0" timeOffset="-190931.56">8447 14255 43 0,'0'0'31'0,"0"0"26"16,0 0-12-16,0 0-4 15,0 0 34-15,0 0 17 16,0 0 17-16,0 0-40 15,3-55-31-15,-3 45 6 16,-3 0 13-16,-3 0-31 16,0 0 5-16,2 1-11 0,-1 0 4 15,2 1-4-15,2 0 4 16,-2 2-9-16,3 4-6 16,-2 1 3-16,2-1-5 15,0 2-4-15,-1 0-1 16,1 0 9-16,0 0-3 15,0 0 6-15,0 0 0 16,0-2-3-16,0 2-5 16,0 0-3-16,0 0-1 15,0 0-1-15,0-1 2 16,0-2-3-16,3-1-3 16,10 0 3-16,5 3-1 15,10 1 0-15,5 0 1 0,8 3-1 16,3 16 1-1,3 10 0-15,-3 8 1 0,-2 9 0 16,-2 0 3-16,-8-1-2 16,-7-6-1-16,-10-10 0 15,-8-9 0-15,-2-8 0 16,-5-9-1-16,0-1 1 16,0-2 3-16,0 0 2 15,-6 0 16-15,-13-3-13 16,-4-10-3-16,-7-5-5 15,6-4 2-15,2-7-3 16,13-9-1-16,9-11-3 0,3-14-1 16,24-10-4-1,10 1-7-15,5 4 0 0,1 12 15 16,-7 13-2-16,-9 16-6 16,-7 18 2-16,-9 9-44 15,-9 28-136-15,-2 11 36 16,-13 5-414-16</inkml:trace>
  <inkml:trace contextRef="#ctx0" brushRef="#br0" timeOffset="-190382.15">9606 14122 469 0,'0'0'66'0,"0"0"-18"16,0 0-36-16,0 0 13 15,0 0 10-15,0 0 5 16,-6 5 18-16,9-5-16 16,17 0 19-16,5 0-21 15,9-4-21-15,5-2-12 0,3-3-3 16,4-1-3-1,2 2 1-15,1 1-2 0,-3 3 0 16,-3 4-7 0,-8 0-26-16,-9 12-37 0,-18 6-106 15,-8 2-116-15</inkml:trace>
  <inkml:trace contextRef="#ctx0" brushRef="#br0" timeOffset="-190182.14">9590 14358 704 0,'0'0'107'16,"0"0"-99"-1,0 0 16-15,88 0-2 0,-48 0 4 16,3-6-6-16,5 1-10 16,0-1-4-16,1 2-3 15,-3 4-3-15,5 0-14 16,-2 0-54-16,-3 0-156 15</inkml:trace>
  <inkml:trace contextRef="#ctx0" brushRef="#br0" timeOffset="-189766.21">10668 13859 729 0,'0'0'96'15,"0"0"-21"-15,0 0-64 16,0 0-11-16,0 0 0 16,-9 96 4-16,5-36 6 15,1 9-2-15,0 1-3 16,0-2-4-16,1-10 2 15,0-10 0-15,2-14-3 16,0-10 0-16,0-9-24 16,2-8-50-16,7-7-143 15</inkml:trace>
  <inkml:trace contextRef="#ctx0" brushRef="#br0" timeOffset="-189316.16">11043 13933 788 0,'0'0'74'0,"0"0"-6"16,0 0-49-16,0 0-19 15,0 0 0-15,0 0 2 16,-72 112 1-16,63-64-1 15,7-1-1-15,2-5-1 16,3-8 0-16,17-9 0 16,10-8-1-16,4-10 1 15,3-7 1-15,-1 0 2 0,-8 0-1 16,-8 0-1 0,-7 0 0-16,-5 0 3 0,-3 5-3 15,4 8 0-15,-3 5-1 16,-1 8 3-16,-1 4-2 15,-4 1 2-15,0 1-2 16,0-4 0-16,-4-3-1 16,-7-6 2-16,-2-6-1 15,-3-6-1-15,2-5 2 16,-8-2 0-16,-8 0-2 16,-7-2-5-16,-8-7-17 15,0-5-49-15,11-7-144 16,12-10-233-16</inkml:trace>
  <inkml:trace contextRef="#ctx0" brushRef="#br0" timeOffset="-189128.64">11108 13977 738 0,'0'0'97'0,"0"0"-2"16,0 0-64-16,0 0-30 15,0 0 0-15,97-47-1 16,-46 42 0-16,5-1 6 16,1 3-6-16,-1 3-16 0,-5 0-82 15,-10-2-170 1</inkml:trace>
  <inkml:trace contextRef="#ctx0" brushRef="#br0" timeOffset="-188483.8">11711 13977 279 0,'0'0'174'0,"0"0"-18"15,0 0-58-15,0 0-7 0,0 0-35 16,0 0-11-16,-3-36-26 16,0 36-12-16,0 2-7 15,-3 15-4-15,1 7 4 16,0 8 0-16,0 6 3 16,3 4-2-16,2-4 0 15,0-6-1-15,5-11 0 16,11-11 0-16,3-9 2 15,3-1 0-15,3-22-1 16,2-12-1-16,-5-5-2 16,-11-2-3-16,-11 4 2 15,0 4 2-15,-20 6-16 0,-10 3-12 16,2 4-11-16,8 3 10 16,11 1 21-16,9 2-11 15,0-1-58-15,22 0 6 16,12-7 20-16,10-9 45 15,9-6 7-15,1-7 19 16,-1 2 14-16,-7 3-7 16,-10 10 64-16,-16 8 6 15,-7 7-30-15,-12 8-6 16,-1 6-30-16,0 0-30 16,0 19-2-16,-3 27-1 15,-14 26 3-15,-7 18 2 16,3 13 1-16,3 6 0 15,6 1-3-15,6-3 2 0,4-6-2 16,2-9 0-16,0-8 0 16,0-15-9-16,5-12-4 15,4-17-17-15,0-22-122 16,3-18-152-16</inkml:trace>
  <inkml:trace contextRef="#ctx0" brushRef="#br0" timeOffset="-188234.24">12202 14388 801 0,'0'0'106'16,"0"0"-66"-16,0 0-39 0,0 0-1 15,0 0 1 1,-22 98 0-16,20-67-1 0,2-2-1 16,2-5-18-16,16-7-1 15,8-13-12-15,5-4 7 16,4-18 11-16,-4-12 8 15,-6-1 6-15,-10-5 5 16,-14 7 13-16,-1 2 5 16,-14 7-9-16,-19 9-10 15,-8 10-4-15,-3 1-52 16,6 1-171-16,12 8-267 16</inkml:trace>
  <inkml:trace contextRef="#ctx0" brushRef="#br0" timeOffset="-187567.66">8071 15240 555 0,'0'0'19'0,"-107"0"29"15,69 0-3 1,13 0 11-16,15 0-3 0,10 0-10 15,19 0-29 1,38 0-12-16,34-3 3 0,36-2-5 16,38-1 12-16,23 1 9 15,27 0-4-15,23 1-8 16,22-4 3-16,25 1-7 16,22-3 0-16,19 0 5 15,13 3 4-15,4-1-11 16,-7 1 0-16,-14 2-1 15,-23-1-1-15,-22 0-1 16,-29 1 0-16,-32 1 3 16,-31-1-2-16,-35 2 2 0,-36 0 5 15,-44 2-3 1,-33 1 0-16,-29 0-5 0,-13 0 1 16,-38 6-3-16,-27 14-30 15,-25 0-100-15,-11-7-284 16</inkml:trace>
  <inkml:trace contextRef="#ctx0" brushRef="#br0" timeOffset="-186833.98">7515 13827 186 0,'0'0'329'0,"0"0"-315"16,0 0-1-16,9 78-7 16,-9-3 27-16,0 21 8 15,0 21 22-15,0 11-25 16,3 2-11-16,7-6-15 16,3-4-6-16,4-13-3 15,-2-21 2-15,0-21-4 16,-5-28 1-16,-4-19-2 15,-4-18 4-15,-2 0 58 16,0-35 46-16,0-20-100 16,0-22-8-16,-5-10 0 0,-8-5-16 15,-8 2 0 1,-6 11-16-16,2 11-13 0,1 9-39 16,1 9-56-16,4 6-111 15,-3 6-27-15</inkml:trace>
  <inkml:trace contextRef="#ctx0" brushRef="#br0" timeOffset="-185868.99">7342 14093 172 0,'0'0'110'0,"0"0"-15"16,0 0-40-16,0 0-40 15,0 0 4-15,-24-82 14 16,24 63-1-16,6-1 2 16,6 3-2-16,0 1-14 15,-3 1 6-15,-2 3 18 16,-2 4-7-16,2 1-10 15,5 2-20-15,2 2-5 0,8 0 0 16,11 2 0-16,13-1 0 16,13-1 0-16,9-2 0 15,8-4-2-15,3-3-3 16,0-1 0-16,0-1 1 16,9-3 1-16,6-2 3 15,5-1 0-15,3-1 2 16,4 1-1-16,6-1 0 15,6 1 1-15,7 1-1 16,3 2-1-16,2-1 3 16,3 3-3-16,-5 0-3 15,2 3 3-15,2 1-1 0,2 0 1 16,-3 4 1-16,3-6-1 16,-4 3 2-16,-2-3 0 15,2 2-1-15,-2 2 0 16,-1-2-1-16,3 4 1 15,2 1 0-15,-3 1-1 16,-3 1 2-16,1-1-2 16,-1 1 2-16,-7-3-2 15,-1 3 0-15,-5-1 0 16,-8 2-1-16,-4 3 1 16,-7 0 1-16,-6 0 1 0,-8 0 2 15,2 0 1 1,0 0 2-16,1 0 1 0,8 5-4 15,5 1-4 1,2-2 4-16,2-4-4 0,-2 0 0 16,-7 0 0-16,-3 0-1 15,-6 0 1-15,-10-3 1 16,-4 2-1-16,-7 1 1 16,-5 0-1-16,-7 0-2 15,-7 0-8-15,-11 4-4 16,-4 0 7-16,-8-1 5 15,-7-2 1-15,-5 2 0 16,-6-3 1-16,-1 0 5 16,0 0 41-16,-14 0 1 15,-10 0-36-15,-6 0-8 0,1 0 2 16,0 0-4-16,11 0 0 16,5 8-1-16,7 8-1 15,3 12 1-15,0 13-1 16,1 22 0-16,2 12 1 15,0 17 2-15,0 12 9 16,0 8 7-16,0 1-6 16,0 0-2-16,0-4-4 15,0-9-4-15,0-8 1 16,2-11-1-16,5-6-2 16,-1-4 2-16,-3-4-1 15,-3-6-1-15,0-13 1 16,0-11 0-16,0-12-1 15,0-9 1-15,-8-5-1 0,3-8 3 16,0 0-2-16,-1 1-1 16,-5-4-16-16,-2 0-48 15,0 0-80-15,0 0-122 16</inkml:trace>
  <inkml:trace contextRef="#ctx0" brushRef="#br0" timeOffset="-185731.2">13401 15004 424 0,'0'0'164'15,"0"0"4"-15,0 0-52 16,0 0-56-16,0 0-35 0,0 0-21 16,-6-4-4-1,6 4-9-15,8 0-13 0,1 3-37 16,-4 2-123-16,-5-5-149 16</inkml:trace>
  <inkml:trace contextRef="#ctx0" brushRef="#br0" timeOffset="-166571.69">14922 14183 150 0,'0'0'54'0,"0"0"-2"15,0 0 25-15,0 0-19 16,0 0 21-16,0 0-3 16,0 0-52-16,0 0 15 15,0 0 51-15,0-40-79 16,0 39-4-16,0-1 3 16,0 2-7-16,0 0-3 15,0 0 0-15,0 0-1 16,0 0-1-16,0 0 2 0,0 0 0 15,0 0 0-15,6-3 3 16,0 3 8-16,1-3 1 16,1 3 13-16,4 0-2 15,4 0-13-15,6 0-7 16,3 16 0-16,4 10-3 16,4 7 0-16,-3 6 0 15,-3 3 1-15,-3 1 1 16,-8 0 5-16,-7-2 2 15,-4-6 6-15,-5-7-6 0,0-5-3 16,0-9-4 0,0-5 2-16,-8-2-1 0,-1-4 13 15,0-3-1-15,-4 0 10 16,-6-3 2-16,2-16-1 16,-1-6-17-16,4-7-8 15,9-7-1-15,5-4 0 16,0-5-2-16,18 0-4 15,7 1 0-15,3 3 0 16,-1 10 0-16,-7 9 2 16,-4 8 1-16,-7 10 2 15,-3 6 1-15,-1 1-11 16,5 0-23-16,-1 8-38 16,0 9 42-16,-1 3-36 15,-3-4-38-15,-5-8 23 0,0-8-253 16</inkml:trace>
  <inkml:trace contextRef="#ctx0" brushRef="#br0" timeOffset="-162682.57">6951 12682 174 0,'0'0'78'15,"0"0"-16"-15,0 0-27 16,0 0 22-16,0 0-11 15,0 0-4-15,0 0 13 16,0-26-4-16,0 21-33 0,0 0 21 16,-4 1-11-16,4 1-13 15,-3 1 0-15,1-1-8 16,1 1 0-16,-1-3-4 16,0 3-1-16,0-2 2 15,0 1 5-15,1-2 0 16,-1 1-1-16,-1 2 15 15,3-1-9-15,-3 2 3 16,3 1-14-16,0 0-2 16,-3 0 1-16,3-2-2 15,-4 2-2-15,4 0 2 16,-3-1 0-16,-4 1-2 0,5 0-1 16,-3 0 3-1,1 0-4-15,-2 0 3 0,0 0 0 16,-1 0 0-16,0 0 0 15,0 3 1-15,-2 1-4 16,0-2 3-16,0 1 0 16,2 0-1-16,1-1 2 15,0-2 0-15,1 1 3 16,0 1-3-16,-3 0-2 16,2 1 2-16,0 1 0 15,0 1-1-15,0 0 1 16,-3 2-1-16,0 1-1 15,2 2 0-15,-5 0 1 16,4 0 1-16,-1 2 0 0,0-3-1 16,1 2 1-16,-3 2 0 15,5-4 2-15,-3-1-2 16,3 1-2-16,0 2 2 16,2-2 0-16,-1 0 0 15,-1 3 0-15,1-1 0 16,1 3-1-16,0 2 1 15,-1 1-1-15,-2 0-2 16,4-2 3-16,-4 0 0 16,4 0 0-16,-5-1 0 15,5 0-1-15,-3 1 1 16,0-1 0-16,0 2 0 16,2-2 0-16,0-3 0 0,3-1 0 15,0-1 0 1,1-2 0-16,0-1-1 0,0 2 1 15,0 0-1-15,0 2 1 16,0 0-1-16,0 3 1 16,0 0 0-16,0 0 0 15,0 1-1-15,0 2 1 16,0-3 0-16,0-1 1 16,0-3-1-16,0-1 0 15,0-3 0-15,0-1 1 16,0 2-1-16,0-2 1 15,0 3-3-15,0-1 2 0,2 1 0 16,5 0 2 0,-4 0-2-16,4-2-1 0,-1-1 1 15,0 2 1-15,5-1-1 16,3 0 1-16,0-2 4 16,2 0-5-16,0-2 2 15,1 1-1-15,2-2 1 16,-4 0-2-16,0 0 2 15,-1 0-1-15,-4 0 0 16,-3 0 0-16,-1 0 1 16,-3 0 1-16,-1 0-2 15,-2 0 0-15,0-2 1 16,3 1 5-16,-3 1 1 16,0 0-2-16,0 0-6 0,3-2 1 15,-3 1-1-15,6-2-4 16,-3 0-10-1,1 3 7-15,-2-2 6 0,-2 2 1 16,0 0 0-16,0-2 0 16,0 2 0-16,0-1 1 15,0-1 0-15,0 1 11 16,0-2-7-16,0 1-3 16,0 1-1-16,0-2-2 15,0 3 1-15,0 0-21 16,0 0-73-16,-3 0-126 15,-1-2-274-15</inkml:trace>
  <inkml:trace contextRef="#ctx0" brushRef="#br0" timeOffset="-159028.94">15745 14265 271 0,'0'0'95'0,"0"0"44"16,0 0-54-16,0 0-41 15,0 0 19-15,0 0-26 16,-52-34-10-16,49 32 9 15,2-2 7-15,-1 0-11 16,1 2-7-16,1-1-9 16,0 3-3-16,0-1-1 15,0 0-3-15,1-1-8 16,19-1-1-16,8 1-1 0,8-1 0 16,4 1 0-16,5 1-3 15,-2 1-21-15,1 0 0 16,-6 0-11-16,-8 0-22 15,-9 0 6-15,-14 8-35 16,-7-1-30-16,-19 1-120 16</inkml:trace>
  <inkml:trace contextRef="#ctx0" brushRef="#br0" timeOffset="-158828.17">15675 14372 292 0,'0'0'130'16,"0"0"-66"-16,85 3-2 0,-47-3-34 16,2 0 14-1,0-3-14-15,-3-3-10 0,-2 4-7 16,-2 0-11-16,-7 1-19 16,-10-1-57-16,-11-2-199 15</inkml:trace>
  <inkml:trace contextRef="#ctx0" brushRef="#br0" timeOffset="-158474.83">16314 14004 604 0,'0'0'127'0,"0"0"-18"15,0 0-86-15,0 0-23 16,0 0-2-16,0 87 1 15,0-31 1-15,0 12 21 0,0 6-5 16,0-1-3 0,0-5-5-16,12-9-4 0,6-9-4 15,2-13 0-15,-2-9-22 16,-1-20-42-16,-5-8-88 16,-3-28-175-16</inkml:trace>
  <inkml:trace contextRef="#ctx0" brushRef="#br0" timeOffset="-157862.18">16839 14170 478 0,'0'0'76'0,"0"0"0"16,0 0-29-16,-3-83 8 16,-5 58-2-16,1 2-22 15,-5 5-14-15,-1 3-7 16,-2 6-6-16,-2 1-4 15,-2 6 0-15,-2 2-2 16,3 0-1-16,-1 5 0 0,2 15 3 16,4 5 0-16,4 11 0 15,4 6-3-15,5 5 0 16,0 0 0-16,15 4 1 16,9 0 2-16,4-1 8 15,5-3 10-15,0-3-2 16,-3-6-9-16,-10-6-4 15,-7-11 0-15,-10-9 0 16,-3-6-1-16,0-5-1 16,-3-1-1-16,-15 0 5 15,-11-5 6-15,-4-13-1 16,-3-5-9-16,0-4 1 16,7-1 2-16,13-3-4 0,16-1-1 15,0-2-1 1,26-2-2-16,15-2-19 0,8-1 4 15,5 0-4-15,4 0 10 16,-3 3-4-16,-6 7 7 16,-6 5-33-16,-8 6-20 15,-14 2-18-15,-12 0-97 16,-9 3-253-16</inkml:trace>
  <inkml:trace contextRef="#ctx0" brushRef="#br0" timeOffset="-157397.4">17291 13962 757 0,'0'0'48'15,"0"0"-43"-15,-60 108 5 16,39-58 20-16,8-4-15 15,8-11-7-15,5-11-6 16,0-8 1-16,9-12-2 16,8-4 1-16,7-6-2 15,4-21 12-15,0-14-2 16,-2-7-10-16,-4-2 0 16,-10-4-38-16,1 2-19 15,-6 2 46-15,1 4-15 0,0 4 17 16,2 6 9-16,-1 12 3 15,-1 9 0-15,-3 11 13 16,0 4 16-16,-4 14-19 16,1 18-13-16,-2 16 0 15,0 12 2-15,-16 7 26 16,-1 8-9-16,-1 2 2 16,6 2-10-16,2-1-1 15,5-6-5-15,2-6-3 16,2-6 1-16,1-12-3 15,0-11-1-15,3-8-30 16,10-13-23-16,4-15-94 0,2-1-196 16</inkml:trace>
  <inkml:trace contextRef="#ctx0" brushRef="#br0" timeOffset="-157141.06">17637 14431 889 0,'0'0'28'16,"0"0"-27"-16,0 0-1 16,0 101 1-16,0-78-1 15,10-6-2-15,7-6-6 16,7-11-1-16,5 0-1 16,4-20 10-16,0-10 1 15,-6-8 0-15,-7 1 1 0,-10 1 1 16,-10 7-3-16,0 2 1 15,-27 8 0-15,-21 12 0 16,-18 7-1-16,-5 1-31 16,5 17-150-16,16 3-257 15</inkml:trace>
  <inkml:trace contextRef="#ctx0" brushRef="#br0" timeOffset="-156582.25">14825 15037 384 0,'0'0'45'0,"0"0"57"0,-87-17-33 16,77 12-37-16,4 2-11 15,6 3-7-15,0 0 11 16,20 0-25-16,30 0 2 16,31-3-2-16,41-2 31 15,39-2 23-15,29 0-4 16,24 1-23-16,9 1-17 16,-4 1-6-16,-7-2-4 15,-12-1 0-15,-9-5 1 16,-4 1 0-16,-10 0 1 15,-6-1-1-15,-17 5-1 16,-24 2 13-16,-22 1-4 0,-29 3-1 16,-28-1-7-16,-22 1 1 15,-18-1 2-15,-11 2-4 16,0 0 1-16,-32 0-1 16,-19 0-16-16,-22 0-81 15,-11-11-201-15</inkml:trace>
  <inkml:trace contextRef="#ctx0" brushRef="#br0" timeOffset="-154950.33">14122 13768 560 0,'0'0'14'0,"0"0"-14"16,38 86 0-16,-26-24 1 16,-2 17 26-16,-6 13 0 15,-2 8 24-15,-2 2-14 16,0-7-12-16,0-6-15 16,0-11-6-16,0-16 0 0,0-18-3 15,0-16 1-15,-2-12 0 16,2-12-2-16,-1-4 3 15,1-14 4-15,0-22 15 16,8-15-8-16,11-14-14 16,4-10 0-16,2-3-5 15,1-1 2-15,-2 3-2 16,-1 5 2-16,-5 7 2 16,-2 10 0-16,-5 9-8 15,-7 6-10-15,-1 10-17 16,-3 6 14-16,0 8 9 15,0 4 5-15,0 5 7 16,0 3 1-16,0 1 0 0,0 2 0 16,0-1 0-16,3-1-6 15,15-1-6-15,9-4 11 16,10 1 1-16,8-5 19 16,7 4-10-16,8 0 6 15,13 2 0-15,5 5-8 16,9 0-1-16,7 0-5 15,11 10 0-15,7-1-1 16,7-6-39-16,6-3 2 16,5 0-6-16,-5-3 12 15,1-11 16-15,-3-3 7 16,1 0-4-16,-1-2 12 16,0 1 15-16,0-1-2 0,-5 0-10 15,-1 4-3 1,1-2 0-16,-2 0-11 0,1 1 7 15,-7 3 3-15,-5 1 1 16,-5 6 6-16,-10 0 8 16,-5 4 10-16,-4-1-1 15,3 3 11-15,-4 0-19 16,-2 0-10-16,-7-2-2 16,-13-4-3-16,-8 0 0 15,-7-4 1-15,-6 4 7 16,2-2 19-16,-4 2-8 15,-6 2 12-15,-6-1-6 0,-3 3-10 16,-2 2-4 0,2 0-8-16,0 0-2 0,-1 0 0 15,0 0 0-15,-6 0 0 16,-1 0 0-16,-4 0-1 16,-4 0 1-16,-2 0 10 15,-1 0 20-15,-1 0 3 16,0 0-13-16,0 0-4 15,0 0-11-15,0 5-6 16,0 9-1-16,0 13-5 16,-5 16 3-16,-12 15 2 15,-4 12 1-15,-4 11 1 16,2 11-1-16,8 7 0 0,5 1 0 16,8-2 0-16,2-6 0 15,0-5-1-15,15-1 1 16,0-5 1-16,1 0-1 15,0-9 3-15,3-10 3 16,-4-14-6-16,0-12 2 16,-6-13-1-16,-3-6-1 15,-2-2 1-15,-3-4-1 16,-1-4 1-16,0-4 0 16,0 0-1-16,0-3 3 15,-1 0-3-15,-6 0 3 16,-1 0-1-16,4-6 1 0,1-1 0 15,3-3-3 1,0-2 1-16,0 1 0 0,0 0-1 16,1 2 2-1,2 2-2-15,-2 5 1 0,-1 0-1 16,0 1 0-16,-1 0-1 16,-29-1-1-16,-22 2-9 15,-25 0-7-15,-23 2-2 16,-18 9-4-16,-12 1-18 15,5-2 21-15,12-3 21 16,17 3 0-16,18-3 0 16,16 2 4-16,10 1 0 15,16 1-3-15,10-2-2 16,14-4-5-16,10-1-84 16,2-4-31-16,8 0 1 0,12-1-30 15,4-14-140 1</inkml:trace>
  <inkml:trace contextRef="#ctx0" brushRef="#br0" timeOffset="-100003.59">5225 15775 181 0,'0'0'74'0,"0"0"-17"0,0 0 16 16,0 0-18-16,0 0 29 16,0 0-52-16,0 0-15 15,-15-29 9-15,14 28 19 16,-1 0 14-16,1-2-28 15,1 3-12-15,0 0-12 16,0 0-3-16,0 0-1 16,0 0-2-16,0 0 2 15,-2 0 7-15,2-3 13 16,-3 0-7-16,2-1-6 16,-2 0 10-16,0-1-8 0,-1 1 3 15,2 1 2 1,2 3-9-16,-3 0-2 0,3 0-6 15,-1 0-5-15,1 0-4 16,0 17 3-16,0 12-1 16,0 14 4-16,0 11 3 15,3 15 0-15,-2 7 4 16,5-1 0-16,-5-8-1 16,1-14-3-16,-1-11 1 15,1-12 1-15,-1-10-1 16,1-10 0-16,-1-7 1 15,-1-3-2-15,0 0 1 0,0 0-1 16,0 0-4 0,0 0-43-16,0-12-156 0,-6-15-318 15</inkml:trace>
  <inkml:trace contextRef="#ctx0" brushRef="#br0" timeOffset="-99729.31">4890 15701 416 0,'0'0'37'0,"0"0"23"16,0 0 31-16,0 0-77 15,0 0-7-15,0 0-2 16,27-64 7-16,3 47 10 15,8-4-11-15,7 1-1 16,7 0-5-16,6 1-3 16,-3 3-2-16,-2 4-13 15,-3 2-28-15,-7 8-15 16,-5 2-39-16,-17 0-79 16,-18 12-135-16</inkml:trace>
  <inkml:trace contextRef="#ctx0" brushRef="#br0" timeOffset="-99487.33">4854 16453 535 0,'0'0'7'0,"0"0"31"16,0 0-7-16,0 0-4 15,88 6-5-15,-54-6 5 16,6 0 8-16,8-1-15 16,6-12-14-16,1 1-6 15,6-5-7-15,-7 3-75 16,-8-3-58-16,-9-1-267 16</inkml:trace>
  <inkml:trace contextRef="#ctx0" brushRef="#br0" timeOffset="-99138.22">5434 16390 606 0,'0'0'40'0,"0"0"-40"15,0 0 0-15,0 0 0 16,0 0 11-16,0 0-1 15,26 86 15-15,-18-65-14 0,1 2-7 16,2-3-1-16,-1-6-3 16,4-2-2-16,-2-8-31 15,1-4 16-15,1 0 15 16,-3-14 2-16,-2-7 1 16,-4-2 1-16,-5 0 6 15,0 1 17-15,-5 4 38 16,-14 2-17-16,-5 4-8 15,-6 5-30-15,3 7-8 16,2 0 0-16,7 7-123 16,9 5-41-16,2-6-235 15</inkml:trace>
  <inkml:trace contextRef="#ctx0" brushRef="#br0" timeOffset="-94473.75">7870 15766 244 0,'0'0'141'16,"0"0"-21"-16,0 0-46 16,0 0-42-16,0 0-11 15,0 0 3-15,0 0 0 16,0 0-2-16,0 0-1 16,0 0-4-16,0 0 4 15,0 0 2-15,0 0 4 16,0 0-5-16,0-1-10 15,0-3 0-15,0-3 4 0,1-3-14 16,2 0 1-16,2-2 2 16,-4-2-5-16,2 4 3 15,-3-4-1-15,0 3 1 16,0 1-3-16,0 1 3 16,-9 0-1-16,0 1 0 15,-7 4-4-15,-5 4 2 16,-3 0-2-16,-6 0-2 15,-1 4 2-15,1 7 0 16,2 3 2-16,-1 0-2 16,3 3 1-16,2 2 0 15,0 4 0-15,4 3-1 16,3 3-2-16,2 6 4 0,4 9-2 16,4 10 2-1,5 6 1-15,2 6 3 0,0-2 1 16,14-3 2-16,11-9-5 15,6-7-1-15,7-8 2 16,8-10-2-16,6-10 3 16,6-14-3-16,5-3-1 15,6-23-8-15,5-12-20 16,2-8-54-16,-7-9-140 16</inkml:trace>
  <inkml:trace contextRef="#ctx0" brushRef="#br0" timeOffset="-94143.51">8252 15701 262 0,'0'0'381'16,"0"0"-235"-16,0 0-69 15,0 0-52-15,0 0-25 16,0 0-7-16,-17 30 6 16,15 8 1-16,1 9 18 15,-3 9-6-15,1 8 5 16,3 3-7-16,0 0-7 16,0-8-1-16,3-11 0 15,6-10-2-15,0-13-4 16,0-9 0-16,-4-9-25 0,0-7 5 15,0 0-25-15,-2-14 18 16,1-13-138-16,-4-5-66 16,0-6-113-16</inkml:trace>
  <inkml:trace contextRef="#ctx0" brushRef="#br0" timeOffset="-93941.43">8180 15724 323 0,'0'0'99'15,"0"0"28"-15,2-75-54 16,10 59-24-16,4 3-18 0,5 0 12 16,3 0-19-16,3 2-10 15,3 1-8-15,-1-1-3 16,-2 5-1-16,-5 3-2 16,-9 3-5-16,1 0-44 15,-8 0-67-15,-6 9-29 16,-4 6-158-16</inkml:trace>
  <inkml:trace contextRef="#ctx0" brushRef="#br0" timeOffset="-93758.31">8006 16015 554 0,'0'0'29'0,"0"0"66"0,0 0-37 16,101 12-23-16,-66-12-13 15,5-4-6-15,6-9-5 16,-1-2-11-16,4-1-14 16,-6-5-129-16,-7-1-194 15</inkml:trace>
  <inkml:trace contextRef="#ctx0" brushRef="#br0" timeOffset="-93090.35">8680 16297 29 0,'0'0'581'0,"0"0"-459"16,0 0-24-16,0 0-60 15,0 0 3-15,0 0-32 16,-48-43-9-16,48 43-1 16,0 9-3-16,1 11 4 15,10 10 5-15,-1 7-2 16,0 5-3-16,-2 2 0 0,-3 0-16 16,-5-7-112-16,0-12-230 15</inkml:trace>
  <inkml:trace contextRef="#ctx0" brushRef="#br0" timeOffset="-92144.33">10147 15802 435 0,'0'0'92'0,"0"0"-18"15,0 0-61-15,0 0-10 16,-104 25-2-16,77-2 8 16,0 2 28-16,6 6-2 15,4 5-10-15,3 8 4 16,5 4-1-16,6 2-11 16,3-3-2-16,0 1-12 15,14-9-1-15,12-7 1 16,7-11-3-16,11-11-9 0,12-10-24 15,13-2 4 1,7-23-35-16,0-11-35 0,-6-7-142 16</inkml:trace>
  <inkml:trace contextRef="#ctx0" brushRef="#br0" timeOffset="-91920.73">10489 15825 520 0,'0'0'166'0,"0"0"-21"15,0 0-84-15,0 0-25 16,0 0-36-16,0 0-6 16,-58 34 6-16,58 15 2 15,0 5-1-15,0 3 1 16,0-3-2-16,6-8 1 16,4-8 0-16,4-5-1 0,-2-12 1 15,3-3-2 1,-3-7-27-16,-1-10-22 0,-1-1-45 15,0 0-37-15,-6-18-156 16</inkml:trace>
  <inkml:trace contextRef="#ctx0" brushRef="#br0" timeOffset="-91719.87">10373 15738 712 0,'0'0'74'0,"0"0"5"15,0 0-56-15,11-78-23 0,15 72-4 16,10-3 3-16,1 1 0 16,8 4-3-16,2 0-18 15,-5 0-6-15,-4 2-20 16,-11 2-50-16,-11 0 5 16,-13 0-87-16,-3 0-166 15</inkml:trace>
  <inkml:trace contextRef="#ctx0" brushRef="#br0" timeOffset="-91528.66">10296 15940 608 0,'0'0'58'0,"0"0"-27"16,0 0-4-1,0 0-10-15,0 0-4 0,125 14-5 16,-66-19-2-16,7-11-6 15,0 0-49-15,-2 2-31 16,-9 2-63-16,-15 5-104 16</inkml:trace>
  <inkml:trace contextRef="#ctx0" brushRef="#br0" timeOffset="-91112.52">10735 16202 494 0,'0'0'117'16,"0"0"-66"-16,0 0-2 15,0 0-2-15,0 0-7 16,0 0-22-16,61 16-14 15,-53 1 0-15,-1 4 1 16,-2 3 0-16,-4 1-4 16,1-1 2-16,-2-3-3 15,0-5 5-15,0-5-4 16,-6-1-1-16,0-5 2 16,1 0 0-16,2-3 2 0,2-1-4 15,-1-1 3-15,2 0 2 16,0 0-3-16,0 0-2 15,9 0-3-15,11-6 1 16,5-5-9-16,5-2-15 16,3-4 1-16,4 0-76 15,0-3 22-15,0 1-81 16,-4-2-211-16</inkml:trace>
  <inkml:trace contextRef="#ctx0" brushRef="#br0" timeOffset="-90612.23">12200 15700 422 0,'0'0'227'0,"0"0"-201"16,0 0-23-16,0 0-3 0,0 0 19 16,0 0-1-1,67 56-4-15,-37-47 4 0,4-5-8 16,2-4-4-16,0 0-6 15,-5-11 8-15,-6-9-8 16,-8 0 4-16,-8 0 1 16,-9 1 6-16,0 3 15 15,-18 5 8-15,-13 7-20 16,-13 4-6-16,-6 4-2 16,2 17 5-16,11 7-2 15,13 9-2-15,16 3-7 16,8 6 0-16,0 5 0 15,20 1 0-15,8-1 0 0,9-6 0 16,4-9-1-16,6-13-7 16,7-14-37-16,8-9-26 15,15-21-62-15,8-20-13 16,-2-13-130-16</inkml:trace>
  <inkml:trace contextRef="#ctx0" brushRef="#br0" timeOffset="-90362.44">12898 15598 629 0,'0'0'202'16,"0"0"-97"-16,0 0-68 15,0 0-37-15,0 0-4 16,0 0 4-16,-30 89 0 16,30-35 0-16,2 4 0 0,11 2 1 15,2 1 0-15,4-2-1 16,4-7 2-16,-1-10 0 15,4-13 0-15,2-8-2 16,3-10 0-16,2-8-3 16,1-3-2-16,0-8-24 15,-9-19-37-15,-9-7-67 16,-13-9-171-16</inkml:trace>
  <inkml:trace contextRef="#ctx0" brushRef="#br0" timeOffset="-90173.55">12886 15562 105 0,'0'0'708'0,"0"0"-658"15,0 0-42-15,0 0-8 16,0 0-2-16,109-64 2 16,-57 53-1-16,6 1 1 15,1 1-2-15,-6 2-10 16,-11 4-66-16,-11 3-66 15,-16 0-66-15,-15 0-126 16</inkml:trace>
  <inkml:trace contextRef="#ctx0" brushRef="#br0" timeOffset="-89999.44">12725 15828 126 0,'0'0'564'16,"0"0"-533"-16,0 0 12 15,0 0-14-15,91 0-6 16,-43-9-18-16,9-5-2 16,8 0-3-16,5-4-87 15,-4-3-74-15,-2-2-405 16</inkml:trace>
  <inkml:trace contextRef="#ctx0" brushRef="#br0" timeOffset="-89431.64">13557 16070 821 0,'0'0'45'0,"0"0"-33"16,0 0-10-16,0 0-1 16,0 0 12-16,0 0 1 15,61-48-2-15,-38 38-4 16,-5 3-7-16,-5 2-2 0,-4 5-10 15,-6 0-40-15,-3 0-15 16,0 12-13-16,-6 5 21 16,-9 2 38-16,-1-1 13 15,2 0 6-15,2-6 1 16,9-2 24-16,3-1 44 16,0 0-4-16,0 4-34 15,10 4-1-15,6 1-14 16,4 1 0-16,-1 3-4 15,-2-2-6-15,-5-3-4 16,-1-1 0-16,-8-1 2 0,-3-2-2 16,0-4 0-16,-7 1 3 15,-9 1-2-15,-6-5-1 16,-6 1 4-16,-4-3-3 16,4-4-2-16,4 3 2 15,11-3-1-15,10 0-1 16,3 0-46-16,15-3-203 15</inkml:trace>
  <inkml:trace contextRef="#ctx0" brushRef="#br0" timeOffset="-88998.53">14778 15626 617 0,'0'0'188'15,"0"0"-101"-15,0 0-31 16,0 0-46-16,0 0-10 16,-78 42 3-16,55-5-2 15,3 10 0-15,8 6-1 16,5 3-1-16,7 0 0 15,7-7-4-15,21-10-23 16,11-15-16-16,14-17 0 16,9-7-29-16,6-5-21 15,1-19-41-15,-4-7-205 16</inkml:trace>
  <inkml:trace contextRef="#ctx0" brushRef="#br0" timeOffset="-88597.14">15096 15632 593 0,'0'0'129'16,"0"0"14"-16,0 0-105 15,0 0-38-15,0 0-2 16,0 0 2-16,0 63 5 15,2-20-2-15,3 7 0 16,-1 7 1-16,2 2 0 16,0 0-4-16,-2-6-2 15,1-13-19-15,-1-14-30 16,1-12-30-16,1-14-53 16,3 0-11-16,-1-26-268 0</inkml:trace>
  <inkml:trace contextRef="#ctx0" brushRef="#br0" timeOffset="-88409.45">15129 15590 527 0,'0'0'150'0,"0"0"-26"16,0 0-85-16,0 0-26 16,0 0-7-16,0 0-4 15,24-61-1-15,3 56-1 16,7 3 0-16,4 0-31 0,-1 1-32 15,-6 1-56 1,-8-1-63-16,-13 1-205 0</inkml:trace>
  <inkml:trace contextRef="#ctx0" brushRef="#br0" timeOffset="-88232.25">14949 15762 672 0,'0'0'149'0,"0"0"-142"16,0 0-7-16,0 0 0 16,0 0 0-16,0 0 6 15,103 35-6-15,-46-33-47 16,5-2-116-16,-3-4-200 16</inkml:trace>
  <inkml:trace contextRef="#ctx0" brushRef="#br0" timeOffset="-87898.69">15316 15833 250 0,'0'0'534'15,"0"0"-531"-15,0 0 16 16,0 80-6-16,3-51-6 16,8-1-6-16,8-6 3 15,1-5-4-15,7-11 0 16,0-6-13-16,0-6-5 15,-3-17-7-15,-7-1-14 0,-7 2 39 16,-4 2 16 0,-6 8 29-16,0 3 20 0,0 4-5 15,-6 5-33-15,-2 0-13 16,2 0-10-16,2 17-3 16,0 3-2-16,4 5 0 15,0 2 1-15,10 0-6 16,9 0-6-16,4-2 0 15,-1 0-27-15,-1-5-6 16,-4-1-51-16,-2-4-45 16,-5-5-129-16</inkml:trace>
  <inkml:trace contextRef="#ctx0" brushRef="#br0" timeOffset="-86698.72">16936 15745 193 0,'0'0'226'15,"0"0"-38"-15,0 0-94 16,0 0 0-16,0 0-55 16,0 0-17-16,-19-29-6 15,2 29-15-15,-8 9-1 16,-7 11 6-16,-5 7-3 15,1 6 5-15,5 7 2 16,7 6-4-16,12 4-4 16,10 1-1-16,2 0-1 15,11-7 0-15,17-10-1 16,13-12-7-16,9-13-3 16,8-9-4-16,5 0-16 0,-2-11-26 15,-4-10-94 1,-11-7-229-16</inkml:trace>
  <inkml:trace contextRef="#ctx0" brushRef="#br0" timeOffset="-85447.6">17201 15768 31 0,'0'0'339'0,"0"0"-134"16,0 0-125-16,0 0 5 15,0 0-58-15,0 0-26 16,3 23 27-16,-3 11 13 15,-3 10-9-15,-7 7-1 16,-2 4-9-16,4-1-17 16,4-8 0-16,1-6-4 15,3-7 1-15,0-11 0 16,0-7-1-16,0-6-1 16,0-5-35-16,0-4-11 15,0 0-71-15,0-16 1 16,0-16-422-16</inkml:trace>
  <inkml:trace contextRef="#ctx0" brushRef="#br0" timeOffset="-85265.34">17225 15684 495 0,'0'0'184'0,"0"0"-52"16,0 0-92-16,0 0-22 15,0 0-14-15,78-72-3 16,-56 69-1-16,-1 3 0 15,0 0-9-15,-6 0-36 16,-6 4-50-16,-8 8-22 16,-1 0-120-16,-15 3-98 15</inkml:trace>
  <inkml:trace contextRef="#ctx0" brushRef="#br0" timeOffset="-85085.55">17040 15954 203 0,'0'0'227'16,"0"0"-182"-16,0 0 31 16,0 0-37-16,0 0 3 15,96 16-18-15,-46-16-24 16,8-4 0-16,6-6-63 16,-1-1-127-16,-8-1-110 15</inkml:trace>
  <inkml:trace contextRef="#ctx0" brushRef="#br0" timeOffset="-84802.81">17388 16048 423 0,'0'0'137'16,"0"0"-82"-16,0 0-14 16,-10 106-28-16,10-69-9 15,0-2 9-15,10-1-7 16,7-6 1-16,2-1-5 15,-2-3 12-15,0-2 10 16,-7-6-15-16,-5-3 1 16,-5-1 15-16,0-2 3 15,-15 3 33-15,-12 0-40 16,-5 1-9-16,0-4-8 16,-4 2 3-16,6-4-7 15,7-1 0-15,6-5-16 0,8-2-46 16,9 0-79-16,0-11-27 15,4-14-249-15</inkml:trace>
  <inkml:trace contextRef="#ctx0" brushRef="#br0" timeOffset="-84622.77">17510 16049 576 0,'0'0'180'0,"0"0"-47"15,0 0-87-15,0 0-43 16,0 0-3-16,0 0 0 0,74-20-2 16,-35 20-16-16,7 0-49 15,2-2-104-15,-3-6-247 16</inkml:trace>
  <inkml:trace contextRef="#ctx0" brushRef="#br0" timeOffset="-84209.38">18033 16162 573 0,'0'0'69'0,"0"0"18"15,0 0-87-15,0 0-5 16,0 0-5-16,0 0-14 16,14-5-13-16,-2 10-43 15,4-5-260-15</inkml:trace>
  <inkml:trace contextRef="#ctx0" brushRef="#br0" timeOffset="-84035.28">18274 16120 659 0,'0'0'180'0,"0"0"-142"16,0 0-38-16,0 0-13 15,0 0-93-15,0 0-83 16,110-5-319-16</inkml:trace>
  <inkml:trace contextRef="#ctx0" brushRef="#br0" timeOffset="-83900.66">18872 16032 197 0,'0'0'104'16,"0"0"-104"-16,0 0-112 16</inkml:trace>
  <inkml:trace contextRef="#ctx0" brushRef="#br0" timeOffset="-83731.66">19159 15986 764 0,'0'0'129'0,"0"0"-65"15,0 0-43-15,0 0-21 16,0 0-20-16,0 0-96 16,13 12-126-16</inkml:trace>
  <inkml:trace contextRef="#ctx0" brushRef="#br0" timeOffset="-38312.81">7797 16889 64 0,'0'0'8'0,"0"0"37"15,0 0 5-15,0 0 8 16,0 0-9-16,0 0 23 15,0 0-2-15,0 0-28 16,-20-3 1-16,17 3-13 16,2-3 12-16,-3 3-22 15,1 0 16-15,0-2-22 0,-2-1 9 16,2 3 0-16,1-1 13 16,0-1-14-16,-2 2-9 15,0-1-5-15,-3 1-8 16,1 0 9-16,4 0 3 15,1 0 0-15,1 0 4 16,0 0-2-16,0 0-3 16,0 0-11-16,0 0-4 15,6 0 2-15,16 0 2 16,9 1 2-16,8-1 0 0,12 0 0 16,8 0-2-1,7-3 0-15,4-7 0 0,3 0 1 16,-3-6-1-1,-2 2 0-15,-9 0 0 0,-5 4 1 16,-11 1-2-16,-7 2 1 16,-12 2 0-16,-8 2 0 15,-8 1 0-15,-7 2-1 16,-1 0 1-16,0 0 0 16,0 0-3-16,-9 5 2 15,-10 9-4-15,-2 1-64 16,-6-1-78-16,-1-2-182 15</inkml:trace>
  <inkml:trace contextRef="#ctx0" brushRef="#br0" timeOffset="-37354.75">7807 16937 308 0,'0'0'260'15,"0"0"-165"-15,0 0 4 16,0 0-64-16,0 0-6 16,0 0-29-16,-16-15 0 15,16 15-1-15,3 12 1 16,7 7 0-16,1 5 2 16,-1 5 1-16,0 1 0 15,-1-1-3-15,-2-5 1 16,3-7 0-16,-1-3-1 15,-3-8 1-15,-1 0 0 16,0-3 0-16,0-1-1 16,-1-2-5-16,4 0-6 15,0 0 1-15,9 0 1 16,6-14 2-16,7 0 3 0,14-1 3 16,4-2 1-16,4 2 2 15,5 1 1-15,-4 5-3 16,2 1 0-16,-4-3 0 15,1 3 1-15,-3-2-1 16,-2 5 1-16,-7-5-1 16,-5 7 2-16,-12 0-2 15,-8 2 0-15,-9-1 0 16,-4 2 1-16,-2-1 8 16,0 1 24-16,0 0-5 15,0-4-17-15,-6 1-9 16,0 3 0-16,-3-2 0 15,3 1-2-15,1 1-6 0,4 0-10 16,-2-4-25-16,3 2-11 16,0 2 10-16,0-3 6 15,0-1 12-15,0 0 23 16,0-2 1-16,-2-1 2 16,-1-1 5-16,-2 1 13 15,0-2 20-15,-1 3-8 16,-3-3-1-16,-2 0-3 15,-2 1 1-15,1 2-6 16,-1 0 4-16,5 1-14 16,2 2 5-16,5 3-8 0,1 0-4 15,0 0-6 1,0 0-3-16,0 0 1 0,0 0 1 16,1 0 1-16,8 0 0 15,-1 5 0-15,-2 6 0 16,4 0 0-16,-4 3 0 15,2 0 0-15,3 3 2 16,-1-2-2-16,-1 1-2 16,2-2-20-16,-3-2-10 15,-2-3-28-15,-2-2-55 16,-2-7-13-16,-2 0-105 16,0 0-77-16</inkml:trace>
  <inkml:trace contextRef="#ctx0" brushRef="#br0" timeOffset="-37218.4">8547 16929 462 0,'0'0'144'0,"0"0"-17"0,0 0-36 16,0 0-31-16,0 0-29 15,0 0-31-15,-22-12-3 16,22 15-11-16,9 10-16 16,6 1-82-16,-2-3-70 15</inkml:trace>
  <inkml:trace contextRef="#ctx0" brushRef="#br0" timeOffset="-36565.74">9887 16898 396 0,'0'0'236'16,"0"0"-204"-16,0 0-31 0,0 0 4 16,0 0 9-16,114-20 27 15,-48 11 5-15,17-8-11 16,11 3-2-16,8 0-8 15,1 1-12-15,-3 0-12 16,-2 1 0-16,-3 0-2 16,-8 0-5-16,-9 2 2 15,-16 1-4-15,-14 2 4 16,-15 2 4-16,-12 1 0 16,-14 4 1-16,-7 0-2 15,0 0-13-15,-18 0-25 16,-19 6-104-16,-13 6-160 0</inkml:trace>
  <inkml:trace contextRef="#ctx0" brushRef="#br0" timeOffset="-35700.71">10003 16924 555 0,'0'0'96'0,"0"0"-1"16,0 0-46-16,0 0-43 15,0 0-6-15,0 0 0 16,-6 5 1-16,6 13 5 16,4 3 4-16,2 3-2 15,2 2 0-15,2-1-7 16,-1-1 3-16,2-2-1 16,2-5-3-16,-6-3-7 15,3-5-15-15,-3-5-6 16,-3-2-10-16,2-2 27 15,2 0 11-15,2 0 5 0,4-9-5 16,1-2 1-16,9 2 10 16,2-2-1-16,7 2 3 15,9-3-5-15,3 3 5 16,7-2-5-16,8 2-2 16,10 3-6-16,7-5 3 15,8-1 1-15,3-2-2 16,0-1 0-16,-6 1 0 15,-10 2-1-15,-9 1-1 16,-13 2 0-16,-9-1 0 16,-14 3 3-16,-7 2 0 0,-10 1 6 15,-6 1 1 1,-4 0 6-16,0 1 11 0,-2 0-24 16,-13 0-3-16,-6 2-16 15,1 0-35-15,3 0-21 16,4 0 23-16,6 0 6 15,7 0-1-15,0-3 30 16,0-2 6-16,0-2-4 16,9-3 8-16,2-2 4 15,-2 0 0-15,3-1 2 16,-5-5 2-16,-1 3 9 16,-3 5 16-16,-3 1 19 0,0 5 57 15,0 1-42 1,0 3-18-16,-9 0-9 0,-2 0-21 15,-2 3-4-15,3 13-6 16,3 2-3-16,4 4-2 16,3-2 0-16,0 5 0 15,0-2 1-15,0 2-2 16,5-1-21-16,1-4-31 16,-1-1-25-16,-1-5-88 15,-1-7-7-15,2-5-71 16</inkml:trace>
  <inkml:trace contextRef="#ctx0" brushRef="#br0" timeOffset="-35576.61">11147 16967 174 0,'0'0'344'0,"0"0"-219"0,0 0-27 16,0 0-5-16,0 0-43 16,0 0-50-16,-33-13-27 15,40 15-76-15,7 3-103 16</inkml:trace>
  <inkml:trace contextRef="#ctx0" brushRef="#br0" timeOffset="-34967.9">12553 16844 630 0,'0'0'50'16,"0"0"46"-16,0 0-79 15,0 0-17-15,0 0-4 16,0 0 4-16,20-20 20 16,39 14 0-16,16-4 11 0,18 0-7 15,7-3-10 1,5 0-10-16,0 1-4 0,-4 0 0 15,-8 0 0-15,-11 3-8 16,-9 1 2-16,-14 1 0 16,-15 2 4-16,-16 4-1 15,-15 1-13-15,-13 0-48 16,-7 0-34-16,-27 7 22 16,-20 4-322-16</inkml:trace>
  <inkml:trace contextRef="#ctx0" brushRef="#br0" timeOffset="-34129.34">12436 16883 660 0,'0'0'142'15,"0"0"-81"-15,0 0-60 16,0 0 0-16,0 0 3 16,0 0-1-16,-2 87 4 15,7-59-7-15,5 2 2 16,-1-4-2-16,1-1 2 15,2-5-2-15,-1-4 0 0,1-6 0 16,-2-3-6-16,2-6-2 16,-1-1 8-16,-1 0 0 15,0 0 2-15,4 0-2 16,1-1-1-16,7-6 0 16,9 0 2-16,5 1-1 15,8 0 0-15,5 3 0 16,4-6 0-16,4 2 0 15,7-1 1-15,5-2-1 16,7 0 0-16,2-1-2 16,0-1-2-16,-3 0-16 0,-8 2 8 15,-7 0 1 1,-11 0 8-16,-12 3 3 0,-8-3 0 16,-14 3 3-16,-6 4 9 15,-9-1 10-15,0-1 4 16,0-2-19-16,-9 2-6 15,-5 0 0-15,2 5-2 16,5-2-5-16,1 0-32 16,6 1-12-16,0-4-61 15,0 1-13-15,10-4-9 16,4 0 9-16,0-3 44 16,2 0 44-16,-1-1 36 0,1-4 16 15,0-3 16 1,-4 0 0-16,-4-1 96 0,-7 2-10 15,-1 1-4-15,0 1-11 16,0 5 16-16,-9 3-58 16,-1 4-18-16,-2 2-19 15,3 2-20-15,3 0-3 16,-2 4-1-16,1 12 0 16,3 2-1-16,1 2 1 15,1 3 0-15,2 2-1 16,0-1 1-16,0 2 0 15,0-2 0-15,5-4-7 16,5-3-22-16,0 0-13 16,1-10-32-16,-2-2-60 15,-2-1 0-15,1-4-126 0</inkml:trace>
  <inkml:trace contextRef="#ctx0" brushRef="#br0" timeOffset="-33987">13667 16905 441 0,'0'0'140'0,"0"0"-37"15,0 0 32-15,0 0-60 16,0 0-20-16,0 0-15 16,-64-11-26-16,64 12-14 15,0 11-18-15,0 3-37 16,0-4-64-16,1-3-113 16</inkml:trace>
  <inkml:trace contextRef="#ctx0" brushRef="#br0" timeOffset="180672">20720 11823 73 0,'0'0'155'0,"0"0"-87"0,0 0-6 16,0 0 27-16,0 0-67 16,0 0-13-16,0 0 18 15,0 0-18-15,0-43-3 16,0 38 10-16,0 1 9 16,0 1-16-16,0-1-3 15,0 1 11-15,0 2-8 16,0-1 2-16,0 2-2 15,0 0 6-15,0-1 20 16,0-1-7-16,0 2-9 16,0-1-7-16,0 1 10 15,0 0-7-15,0-3-5 16,0-1-8-16,0 1 1 0,3 1 1 16,4-3-4-16,7 3 0 15,2-4 0-15,7 2 1 16,3 1-1-16,9 2-2 15,4 1 2-15,5 0 0 16,4 0 0-16,3 0 0 16,1 0 0-16,0 0 1 15,-1 0-1-15,1 1 2 16,3 0-2-16,1 1-2 16,3 0 2-16,2 0 0 15,0-1 0-15,-1 4 0 16,-2-4-2-16,-3 0 1 0,1 1 1 15,-4-2-1-15,-3 0-2 16,0 0 3-16,-4 0 0 16,-5 0 1-16,-4 0-1 15,-2 0 0-15,-1 0 2 16,1 0-2-16,2 0 0 16,-3 0-2-16,-1 1 2 15,0 3 2-15,-1-1-2 16,-1-2 1-16,-2 2-1 15,1-3 0-15,-1 0 0 16,2 0 0-16,-3 0 0 16,2 0 0-16,0 0 2 15,4 0-2-15,3 0 0 16,3 0 0-16,2 0 0 16,5 0-1-16,-4 0 1 0,3 0 0 15,-5-3 0-15,-4 2 0 16,2 0 0-16,-3 1-2 15,-2 0 2-15,1-2 0 16,-1 2 1-16,5-1-1 16,0 1 0-16,2-3 0 15,1 2 1-15,-1-2-1 16,2 3 0-16,-1-1 0 16,2 1 0-16,0 0 1 15,-5 0-1-15,1 0 1 16,1 0-1-16,-2 0 0 15,4 0 0-15,-1 0 1 16,0 0-1-16,-2 0 0 0,0 0 0 16,-1 0 1-16,-2 0 3 15,-2 0-2-15,-3 0 5 16,1 0-3-16,-1 0 1 16,-1 0-2-16,-3 0 1 15,0 0-2-15,-5 0-1 16,-4 0-1-16,-3 0 4 15,3 0 2-15,-4-3 5 16,-1-2 0-16,0 3-2 16,-6-1-1-16,1-1-1 15,1 2 6-15,-3 0-4 16,0-2-5-16,0 4 4 0,-3-5-3 16,3 4-4-16,-2-1 1 15,-3-1-1-15,1 2 3 16,-2 1 1-16,0 0 2 15,0 0 2-15,0 0 0 16,0 0-4-16,0 0-3 16,0 0-2-16,0 0 0 15,0 0-2-15,0 0 0 16,0 0-10-16,0 0-28 16,-3 12-46-16,-10 1 46 15,-5-2-114-15,-4-10-191 16</inkml:trace>
  <inkml:trace contextRef="#ctx0" brushRef="#br0" timeOffset="184434.09">24710 10936 78 0,'0'0'130'0,"0"0"-62"16,0 0-4-16,0 0-8 15,0 0 24-15,0 0-7 16,0 0-63-16,6-35 18 0,-6 33-22 16,0 0-3-16,0 2 4 15,0 0-4-15,0 0-3 16,0 0 0-16,0 0 0 15,0 0 2-15,0 0 0 16,0 0 2-16,0 0 0 16,0 0 1-16,0 0-1 15,0 0-2-15,0 0-2 16,-2 0-1-16,-2 0-2 16,-2 0 2-16,-2 5 1 15,-2 4 1-15,-2 2-1 16,0-2 3-16,1 3-3 0,0 0 0 15,0-2 0 1,0 2 2-16,1 0-2 0,3-2 0 16,1 2 0-16,-1-2 0 15,2 1 0-15,1-1 0 16,1-1-1-16,1 0 1 16,1 1 0-16,-1-2 0 15,1-1 1-15,-1 1-1 16,1 3 1-16,-1-3-1 15,0 1 0-15,1-1 1 16,-3 0-2-16,1-1 4 16,0 0-3-16,1 1 1 15,-2-2 0-15,2 3 1 16,-1 2 3-16,-2-2-4 0,3 3 0 16,-4-1 0-16,2 1 1 15,-1-1 1-15,2 1 1 16,-2-1-1-16,2-2-1 15,1 4 2-15,1-4-2 16,0 2-2-16,-1-1 0 16,1 2 7-16,1 0-7 15,-2 1 5-15,0-1-3 16,2 4 5-16,-2-2 0 16,1 0-5-16,-1 0 3 15,2 0 1-15,-1 3-5 16,1-3 1-16,0 2-1 15,0-2 0-15,0-1-1 0,0 3 2 16,0-2 0-16,0 0-2 16,0 0 1-16,0 0-1 15,0-1 0-15,0 0 0 16,0 0 0-16,3-2 1 16,4-1-1-16,-2-2 1 15,3 1-1-15,2-1-1 16,-2 1-1-16,3-3 2 15,-2 1 3-15,4 0-1 16,-2-1-1-16,-1 0 0 16,3-2 2-16,0-1 2 15,0 0-4-15,0-2 0 0,0 1 0 16,1-1 3 0,-3 0-4-16,-1-1 1 0,-4 2 0 15,-3-1-1-15,-2-1 1 16,-1 0 0-16,0 0 2 15,0 0 0-15,0 0 1 16,0 0 12-16,0 0 19 16,0 0 9-16,0 0-8 15,0 0-8-15,0 0-21 16,0 0-4-16,0 0-2 16,0 0-1-16,0 0-3 15,0 0-28-15,-4 0-77 16,-7 0-119-16,-3 0-156 0</inkml:trace>
  <inkml:trace contextRef="#ctx0" brushRef="#br0" timeOffset="185964.29">24713 11219 91 0,'0'0'75'0,"0"0"-38"16,0 0-28-16,0 0 53 15,0 0-16-15,0 0 16 16,1-22 30-16,-1 17-57 16,0-2 32-16,0 1-49 15,0 0 43-15,0 1-36 16,0 1 35-16,0 2-56 15,0-1-2-15,0 1 1 16,0 1-2-16,0 1 2 16,0-2-3-16,0 2 4 15,0 0 3-15,0 0-7 0,0 0 0 16,0 0-3 0,0 0-4-16,-4 2 2 0,0 13 5 15,0 1-2-15,-2 4 2 16,0 3 1-1,-1 2 0-15,-2 3-1 0,2-3 1 16,1-1 1-16,-1-1 0 16,2-6-2-16,0-3 0 15,2-2 1-15,0-2-1 16,0 1 1-16,0-3-1 16,2-1 2-16,-3-2-2 15,3-2-3-15,-2-1 0 16,2 1-10-16,1-2-27 15,0 1-18-15,0-1-64 16,0-1-82-16,0 0 34 0</inkml:trace>
  <inkml:trace contextRef="#ctx0" brushRef="#br0" timeOffset="206913.24">24917 11347 25 0,'0'0'25'0,"0"0"-12"15,0 0-3-15,0 0 20 16,0 0-9-16,0 0 60 16,0 0-11-16,0 0 21 15,0-3-10-15,0 3-37 16,0-2-43-16,0 1 16 16,0-1 12-16,0 1-27 15,-1 0-1-15,1 1 0 16,-2-2 1-16,1 2-1 15,-1-5 0-15,-1 3-1 16,0-1 8-16,0 2 12 0,-1 1-2 16,2 0-17-16,1 0 2 15,-3 0-3-15,0 0 0 16,1 0-4-16,0 0-26 16,3 0-3-16,0 0 33 15,0 0 0-15,0 0 7 16,0 0 11-16,0 0 4 15,0 0-10-15,-1 0 2 16,1 0 6-16,-2 0-14 16,1 0-4-16,-1 0-1 15,-1 0-1-15,2 0 0 0,-2 0 0 16,0 0 0 0,3 0 1-16,-2 0-1 0,2 0 2 15,0 0 0-15,0 0 4 16,0 0 3-16,0 0 2 15,0 0 0-15,0 0 2 16,0 0 4-16,0 0 6 16,0 0-13-16,0 0-10 15,0 0-7-15,0 0 2 16,5 0 5-16,5 0 3 16,-1-2-1-16,5 1-1 15,-4-1 0-15,1-2 2 16,-1 2 2-16,-2-1 10 15,-4 0-9-15,1 1-1 16,3 0-2-16,0-1-2 0,-2 1-1 16,0 0 0-1,-5 2 0-15,1-2 0 0,-2 2-1 16,0 0 1-16,0 0-42 16,2 0-52-16,-2 0-132 15,0 0-92-15</inkml:trace>
  <inkml:trace contextRef="#ctx0" brushRef="#br0" timeOffset="207574.11">25004 11428 186 0,'0'0'45'0,"0"0"-18"16,0 0-10-16,0 0 25 15,0 0 7-15,0 0-2 16,11 0 20-16,-8-1-19 15,0-4-27-15,0 1 12 16,1-1-25-16,-1 0-6 16,0 2-1-16,-2-2 7 0,1-1 0 15,-2 2 25-15,1-1-16 16,1-1 17-16,1 0 6 16,1-3-24-16,-1 3-13 15,3-2-3-15,0-3-2 16,0 0 1-16,3-4 2 15,-2-2 1-15,1-3 0 16,-4083-1-1-16,8159-1 5 16,-4083 1-2-16,-1-1 9 15,0 3 0-15,0 1-4 16,-1 4 2-16,-4 4 0 16,1 4 1-16,-1 4-10 0,4 2-2 15,-2-2 0-15,3 2 0 16,0 0-3-16,-2 0-3 15,2 0-4-15,0 15 7 16,0 4 3-16,0 7 0 16,0 2-1-16,0 1 1 15,0 3 4-15,0 0-3 16,0 0-1-16,0 0 1 16,0 0-1-16,0-6-25 15,0-1-29-15,0-8-5 16,0-5 1-16,0-5-17 15,0-5-53-15,6-2-32 16</inkml:trace>
  <inkml:trace contextRef="#ctx0" brushRef="#br0" timeOffset="207910.37">25031 11219 327 0,'0'0'23'0,"0"0"5"0,0 0-11 16,0 0-4-16,0 0-1 15,0 0-11-15,-11 4 14 16,19-1 17-16,7-3 35 16,4 0-27-16,3 0-16 15,3 0-21-15,4-3-3 16,1-2-13-16,-3-4-117 16,-3-6-329-16</inkml:trace>
  <inkml:trace contextRef="#ctx0" brushRef="#br0" timeOffset="208393.38">25147 11425 56 0,'0'0'225'16,"0"0"-223"-16,0 0 14 0,0 0 10 15,0 0-14-15,0 0 22 16,22 22-29-16,-12-22 2 15,4 0 1-15,4-3 43 16,-3-11-24-16,0-3 2 16,-7-2-9-16,-1 4 0 15,-4 3 24-15,-3 0-12 16,0 1 32-16,-5 4 6 16,-5 0-34-16,-2 7-34 15,0 0-2-15,1 11-6 0,1 9 3 16,0 8 2-1,4 0 1-15,1 0 0 16,4 2-4-16,1-4-10 0,0-1 2 16,0-3-24-16,7-6-24 15,15-11-21-15,7-5-59 16,5-2-247-16</inkml:trace>
  <inkml:trace contextRef="#ctx0" brushRef="#br0" timeOffset="208826.05">25347 11032 277 0,'0'0'192'0,"0"0"-112"15,0 0-57-15,0 0-22 16,0 0 2-16,0 0 11 15,12 29 11-15,-2-7 13 16,1 5 9-16,-1 5-18 16,1 5-9-16,-5 5-6 0,-1 5-5 15,-5 3-5-15,0 5 0 16,0 0-3-16,-8-3 1 16,-6-6 2-16,-1-8-4 15,0-7-1-15,-4-5-33 16,-2-5-43-16,-6-8-9 15,-10-1-216-15</inkml:trace>
  <inkml:trace contextRef="#ctx0" brushRef="#br0" timeOffset="209141.94">25314 11725 470 0,'0'0'303'16,"0"0"-214"-16,0 0-88 15,0 0-1-15,0 0-142 16,0 0-16 0,-3 1-220-16</inkml:trace>
  <inkml:trace contextRef="#ctx0" brushRef="#br0" timeOffset="209690.7">25307 11376 241 0,'0'0'212'0,"0"0"-174"16,0 0 0-16,0 0-32 15,0 0-6 1,0 0-1-16,-59 32-75 0,47-18-130 15</inkml:trace>
  <inkml:trace contextRef="#ctx0" brushRef="#br0" timeOffset="210889.95">21810 7577 432 0,'0'0'81'0,"0"0"5"0,0 0-4 16,0 0-14-16,-88-27-34 15,69 50-34-15,-8 14-2 16,-5 13 2-16,3 10 8 15,2 10-4-15,8 10 7 16,11 11-5-16,8 4-2 16,6 0-4-16,27-13-13 15,16-12-64-15,12-22-34 16,11-23-69-16,4-23-190 16</inkml:trace>
  <inkml:trace contextRef="#ctx0" brushRef="#br0" timeOffset="211316.12">21973 7783 592 0,'0'0'177'0,"0"0"-129"15,0 0-48-15,0 0-7 16,0 0 7-16,-20 98 14 16,6-44-4-16,1 5-5 15,6 0-4-15,7-8-1 16,0-11-62-16,1-14-89 15,15-14-75-15</inkml:trace>
  <inkml:trace contextRef="#ctx0" brushRef="#br0" timeOffset="211558.97">22227 8028 615 0,'0'0'111'16,"0"0"-59"-16,0 0-39 16,83-25-8-16,-43 21-5 15,7-1-3-15,3 0-44 0,1-9-76 16,-8-3-213-16</inkml:trace>
  <inkml:trace contextRef="#ctx0" brushRef="#br0" timeOffset="211992.44">22814 8238 546 0,'0'0'157'16,"0"0"-75"-16,0 0-67 16,0 0-13-16,66-92-2 15,-33 56 0-15,3-11-31 16,0-4 1-16,-1-3 21 15,-7 2 9-15,-11 2 9 16,-13 1-5-16,-4 0 12 16,-12 4 15-16,-16 6-2 15,1 5 20-15,3 12 8 16,9 11-35-16,8 7-11 16,0 4-11-16,2 8-4 0,-1 21-6 15,-3 21 7-15,-1 14 2 16,7 12 1-16,3 9 0 15,0 3-7-15,13-10-32 16,11-16-13-16,1-17-23 16,2-20-22-16,0-17-6 15,-3-8-179-15</inkml:trace>
  <inkml:trace contextRef="#ctx0" brushRef="#br0" timeOffset="212173.25">22770 7925 237 0,'0'0'67'0,"0"0"63"16,92 12-57-16,-44-12 2 16,12 0-48-16,9 0-26 15,6 0-1-15,-3-6-145 16</inkml:trace>
  <inkml:trace contextRef="#ctx0" brushRef="#br0" timeOffset="212541.62">23354 8087 239 0,'0'0'55'0,"0"0"-2"16,105 0 39-16,-73-6-64 16,-6-5-21-16,-9-2 40 15,-9-1 13-15,-8 2 44 16,0-1-40-16,0 4-19 16,-18 3-21-16,-9 6-23 15,-8 0 4-15,-3 3-4 16,4 19-2-16,7 1 1 0,5 4 0 15,8 2-5 1,7 3 5-16,3 2 0 0,4 4-2 16,0 1-1-16,23-3 1 15,14-4-1-15,11-11-19 16,15-9-29-16,8-12-39 16,-1-2 5-16,-5-26-279 15</inkml:trace>
  <inkml:trace contextRef="#ctx0" brushRef="#br0" timeOffset="212840.74">23602 7499 519 0,'0'0'9'0,"0"0"40"16,116-21-18-16,-79 30 0 16,1 21 15-16,2 15-8 15,-5 11-4-15,-3 14-11 16,-8 8-3-16,-12 16 4 16,-11 7-9-16,-1 5-3 15,-19 1-8-15,-11-5 0 16,-5-7-3-16,1-13 3 15,2-11-4-15,-2-14-51 16,2-20-126-16,-4-19-231 0</inkml:trace>
  <inkml:trace contextRef="#ctx0" brushRef="#br0" timeOffset="213004.14">23743 8556 624 0,'0'0'209'0,"0"0"-83"16,0 0-103-16,0 0-23 15,0 0-58-15,0 0-136 16,5 1-50-16</inkml:trace>
  <inkml:trace contextRef="#ctx0" brushRef="#br0" timeOffset="-212923.59">23078 8589 496 0,'0'0'153'16,"0"0"-1"-16,0 0-109 15,0 0-31-15,0 0-12 16,0 0-8-16,-12-7 4 16,-7 32 4-16,-8 8 0 15,-3 8 3-15,-1 4 0 16,-2 4-1-16,0 1 1 16,3-6-3-16,2-2 0 15,4-9-4-15,2-7-14 16,10-3-27-16,4-6-61 15,4-13-42-15,4-4-322 0</inkml:trace>
  <inkml:trace contextRef="#ctx0" brushRef="#br0" timeOffset="-212545.64">23040 8601 621 0,'0'0'42'16,"0"0"51"-16,0 0-80 16,0 0-10-16,-86 34 1 15,67-12-3-15,3-3 1 16,7-5-1-16,6-5-1 16,1-5 0-16,2-2 4 0,0-2 1 15,0 0 16-15,0-19 12 16,14-8-33-16,5-6-25 15,2 0-36-15,-5 5 30 16,-1 8 26-16,2 6 3 16,-4 4-6-16,0 7-3 15,-2 3-1-15,-2 0 5 16,-3 13 5-16,0 7 2 16,-2 4 0-16,0 4 0 15,1 1 5-15,-4 2-3 16,1-1-2-16,1-7-22 0,-3-6-144 15</inkml:trace>
  <inkml:trace contextRef="#ctx0" brushRef="#br0" timeOffset="-209180.41">20496 9135 491 0,'0'0'124'0,"0"0"-32"15,0 0-50-15,0 0-12 16,0 0 2-16,0 0-21 16,-2-36 1-16,1 36-1 15,-2 0 3-15,0-2-8 16,-1-1 3-16,-1 1-3 0,-1 0 3 15,0 2-4 1,-4 0-2-16,-4 0-3 0,-3 0 0 16,-6 9-1-16,-7 13 1 15,-4 5-3-15,-2 4 3 16,3 8-1-16,3 3 1 16,4 3-3-16,11 3 3 15,6 5-3-15,6 2 0 16,3-4 1-16,4-4-6 15,14-9-22-15,8-13-10 16,6-12-51-16,9-13 53 16,2 0-11-16,2-21-1 15,-5-6-38-15,-10-1 88 16,-12 0 15-16,-11 5 62 16,-7 4 15-16,0 2 37 0,0 7-43 15,-6 5-62-15,2 4-5 16,1 1-19-16,0 0-5 15,1 16-7-15,1 6 10 16,1 4 1-16,0 4-1 16,0-2 2-16,0-4 0 15,3-2-4-15,6-7 1 16,2-5 2-16,-1-6 1 16,0-4 0-16,6 0 3 15,7-19 2-15,4-10-2 16,1-3-2-16,-3-2-1 15,-5 3-1-15,-10 4-1 0,-4 6-6 16,-4 1-6-16,-2 2-11 16,0 1 7-16,0 2-6 15,0 3-7-15,-5 2 15 16,0 3 15-16,3 2 1 16,0 2 1-16,2 3 3 15,0 0-4-15,0 0-15 16,8 3 10-16,6 13 2 15,0 6 0-15,1 6 0 16,-3 7 3-16,-1 4 1 16,2 2 1-16,-4-2-2 15,-3-8 5-15,-4-3-4 16,0-10 0-16,-2-6 2 0,3-7-3 16,-3-4 1-16,0-1 1 15,0-3 14-15,3-19-11 16,0-9-5-16,8-6-12 15,3-4-22-15,6-1-17 16,4 2 8-16,4-1-7 16,2 7-56-16,-3 3 57 15,-4 4 49-15,-4 7 20 16,-5 6 6-16,-5 2 0 16,-6 4 32-16,0 0 7 15,-3-3 9-15,0-3 29 16,0-6-32-16,0 3-20 15,0 3-15-15,0 4-9 16,0 4-18-16,0 6-9 0,0 0 0 16,0 0-2-16,0 0 0 15,0 0-2-15,0 0 3 16,0 0 0-16,0 0-1 16,0 0 2-16,0 0-3 15,0 6-2-15,0 11 1 16,0 7 2-16,0 8 2 15,0 7-1-15,0 11-3 16,0 6 3-16,-1 10 1 16,1 7-2-16,0 3 2 15,0-3 0-15,4-6 1 0,8-8-1 16,2-10 0 0,0-15 0-16,-5-13 0 0,-1-12 0 15,-3-9 0-15,2 0 3 16,5-22 14-16,3-14-17 15,-2-10-5-15,-5-3-8 16,-8-2-9-16,0 1-23 16,-11 4-29-16,-5 5 5 15,5 7 44-15,4 8 25 16,4 11 8-16,3 8 20 16,0 7-17-16,0 0-11 15,7 13-5-15,2 11 1 0,2 4 2 16,-2 4-1-1,-5-1 3-15,-4-4-1 0,0-2 2 16,0-8-1-16,-3-6 1 16,-9-4 2-16,0-3 0 15,-5-3-1-15,-2-1-2 16,-3 0-41-16,0-2-28 16,2-11 8-16,7 1 12 15,6-3 49-15,7 1 7 16,0 2 2-16,20-1-9 15,7-1-5-15,6 0-33 16,8-3 12-16,3-2-9 16,1-1-60-16,-4 0-25 15,-7 0 48-15,-8 1-13 16,-8 6 85-16,-10 3 71 16,-5 6 19-16,-3 0 43 15,0 4 16-15,0 0-62 0,-5 0-62 16,-4 1-12-16,-3 16-10 15,2 10-2-15,1 7 11 16,0 7 35-16,6-1-16 16,3 0-1-16,0-7 1 15,3-8-17-15,12-9 3 16,-2-8 1-16,5-8 8 16,0 0-3-16,3-7 11 15,6-17-18-15,1-9-8 16,0-6-8-16,-4-3-2 15,-10 1-15-15,-4 2 7 0,-7 5-29 16,-3 7 4-16,0 9 10 16,1 7 12-16,1 9 13 15,-2 2 11-15,3 0-11 16,0 9-5-16,3 13 2 16,3 10 3-16,1 4 1 15,3 3 4-15,3-3 0 16,-2-5 1-16,1-5-2 15,-2-6-2-15,-4-7-1 16,-2-6 2-16,-3-7 0 16,-1 0-2-16,5-15 8 15,4-14-9-15,-3-14-22 16,1-3-74-16,-4-6-51 16,-2-2 13-16,4-1 0 0,1 3 78 15,3 4 56 1,4 9 21-16,5 12-14 0,-4 10-5 15,-1 10 13-15,-5 7 50 16,-5 0-14-16,-1 14-3 16,1 17 15-16,0 8 2 15,2 11-1-15,-2 3-10 16,3 3-11-16,1-3-29 16,2-1-8-16,4-11-3 15,1-6-3-15,-2-12-8 16,-5-10-76-16,1-12-25 15,-4-1-95-15</inkml:trace>
  <inkml:trace contextRef="#ctx0" brushRef="#br0" timeOffset="-208399.69">21840 9436 229 0,'0'0'54'16,"0"0"32"-16,0 0-33 15,0 0-20-15,0 0-16 16,0 0-6-16,3-30-11 16,-3 30-3-16,2 0-37 15,-2 0-36-15,0 0 40 0,0 0 19 16,0 0 0-1,0 0-9-15,0 3 3 0,0 2-15 16,0-3-91-16</inkml:trace>
  <inkml:trace contextRef="#ctx0" brushRef="#br0" timeOffset="-207683.73">21840 9436 220 0,'80'-63'186'0,"-80"50"-87"0,-10-4 18 16,-4 3-46-1,-3 4 13-15,0 2-60 0,1 8-1 16,2 0-23-16,4 8-2 15,3 14 0-15,4 6 1 16,3 8-2-16,0 4 1 16,0 4 2-16,3 2 0 15,7-3 0-15,3-7-1 16,0-10-24-16,-2-7-18 16,-3-10-20-16,-2-9 25 15,1 0 38-15,1-11-2 16,-3-11 2-16,3-8-3 15,-3-5 3-15,-5-3 3 16,0 2 12-16,0 4 25 0,-3 11 47 16,3 9-12-16,0 7-42 15,0 5-33-15,6 5-17 16,14 16 16-16,10 3-3 16,8 6-1-16,8 3-4 15,3-4-5-15,2-4-27 16,-5-4-12-16,-11-11 6 15,-6-5 13-15,-9-5 24 16,-6-7 4-16,0-22 6 16,-2-8 15-16,-5-11-2 15,-4-4 19-15,-3-4 36 0,-10 0-26 16,-20-2-24 0,-2 2-1-16,5 3 24 0,7 14 14 15,14 14-21-15,1 11-14 16,5 14-20-16,0 0-10 15,16 12-9-15,9 17 16 16,11 10 3-16,-3 14 0 16,-4 5-2-16,-2 1 1 15,-8 0-7-15,-7-2-4 16,-7-4-7-16,-5-4-10 16,0-9-4-16,0-6-43 15,-5-7-47-15,-1-13-42 16,5-11-321-16</inkml:trace>
  <inkml:trace contextRef="#ctx0" brushRef="#br0" timeOffset="-207363.42">22510 9482 746 0,'0'0'135'16,"0"0"-126"-16,0 0-9 15,0 0-8-15,0 0 6 16,0 0 2-16,46 2 0 15,-30 0 1-15,5-2 0 16,-4 0 3-16,-1-12-4 16,-2-5-2-16,-3-1-13 15,-6-2-15-15,-5 1-9 16,0 4-25-16,-13 2 57 0,-11 8-10 16,0 5 17-1,0 0-1-15,5 8-2 0,4 14-3 16,4 3-2-16,3 6 2 15,8 2-1-15,0 3-4 16,4-2 10-16,20-9-2 16,8-8-10-16,11-11-2 15,4-6-17-15,-3-3-80 16,-8-17-86-16</inkml:trace>
  <inkml:trace contextRef="#ctx0" brushRef="#br0" timeOffset="-207170.47">22283 9336 269 0,'0'0'105'0,"120"0"27"15,-43 0-36-15,11-7-45 16,6-3-51-16,1 1-5 15,-1-5-107-15,-12-6-279 16</inkml:trace>
  <inkml:trace contextRef="#ctx0" brushRef="#br0" timeOffset="-206651.33">23181 9068 809 0,'0'0'50'0,"0"0"-50"16,0 0-6-16,0 114 6 16,3-64 3-16,10 1-2 15,4-4-1-15,2-7 2 16,-1-8-2-16,5-11-22 16,2-11-28-16,3-10-23 15,0-2 43-15,-1-18-22 16,-6-6 14-16,-6-3-27 15,-9-3 43-15,-6-2 22 0,-9 7 41 16,-15 2 26 0,2 11 30-16,10 8 39 0,4 6-72 15,0 0-64-15,3 20-5 16,-1 8 4-16,5 3-11 16,1 3-1-16,0 0-11 15,9-5-16-15,11-9-9 16,9-11-5-16,2-9 40 15,2-4 14-15,-5-18 12 16,-7-6 8-16,-7 0 11 16,-8 1 10-16,-6 6-3 0,0 1-6 15,0 7-12 1,-6 7-13-16,1 6-7 16,-2 0-2-16,5 19-14 15,0 5 2-15,2 6 0 0,0 3-25 16,19-3-35-16,12 2 5 15,14-7-16-15,7-8-105 16,5-14-142-16</inkml:trace>
  <inkml:trace contextRef="#ctx0" brushRef="#br0" timeOffset="-206318.69">23966 9324 125 0,'0'0'249'16,"0"0"-9"-16,0 0-114 15,-30-73-23-15,9 73-41 16,-2 0-45-16,-1 13-17 0,1 13-2 15,0 3 1 1,4 1-8-16,-1-2-18 0,6-8 3 16,6-6-8-16,5-11-50 15,3-3 60-15,0-6 22 16,0-14 2-16,0-7-2 16,0-3-3-16,0 1 2 15,0 2 2-15,0 9 1 16,0 8 39-16,2 7 25 15,1 3-58-15,3 13-8 16,4 12-9-16,2 9 9 16,3 3 0-16,1 4 0 15,7-2 3-15,3-5-3 16,9-7-9-16,4-10-14 16,2-10 0-16,-3-7-13 0,-6-3-74 15,-8-18-208-15</inkml:trace>
  <inkml:trace contextRef="#ctx0" brushRef="#br0" timeOffset="-206132.78">23291 9138 286 0,'0'0'96'15,"80"0"20"-15,-22-3-65 0,4-4-35 16,5 0-5-16,0 0-11 16,-4-1-85-16,-6-6-282 15</inkml:trace>
  <inkml:trace contextRef="#ctx0" brushRef="#br0" timeOffset="-205100.24">22344 10093 771 0,'0'0'89'0,"0"0"-30"16,0 0-59-16,0 0 1 0,0 0-1 16,94 6 1-16,-66 15-1 15,0 8 0-15,1 4 1 16,1 6 3-16,-6-3-4 16,-5-3 0-16,-7-9-11 15,-6-10-33-15,-3-6-11 16,-3-8-8-16,0-1-17 15,0-23-8-15,-12-9-159 16,-6-4 186-16,-3-1 61 16,7 3 114-16,12 6-58 15,2 3-16-15,22 6-40 16,14 3-46-16,7 5-26 16,4 1 62-16,3 1-11 0,4 3 21 15,-2 2 38 1,-2-2 8-16,-9 3-19 0,-9 1-11 15,-11 0-1-15,-12 3 27 16,-9 0-26-16,0 0-1 16,-2 10 29-16,-15 6 3 15,-2 8 1-15,1-2-34 16,3 1-10-16,6 0-4 16,6-4-3-16,3-1 2 15,0-6-5-15,5-3-22 16,10-9 12-16,4 0 4 15,2-12 11-15,2-14-1 0,-1-3-4 16,-3-1 6-16,-8 2 6 16,-7 6 48-16,-4 10 79 15,0 4-65-15,0 5-7 16,0 3-48-16,0 3-13 16,0 14-21-16,5 7 18 15,14 2-6-15,9 2-8 16,11-2 6-16,10-6 8 15,1-10-5-15,2-10-8 16,-5-1 13-16,-7-26 3 16,-5-9 1-16,-2-10 5 15,-5-7-6-15,-2-2 0 16,-10-4-6-16,-15 6 3 0,-1 3 3 16,-17 6 3-1,-12 10 39-15,4 14-13 0,7 13 2 16,6 7-31-16,3 17-7 15,0 20-6-15,0 14 12 16,9 10 0-16,0 8 0 16,23 4-4-16,13-2-3 15,4-4-18-15,4-7-15 16,-1-11-80-16,-1-19-45 16,-3-19-301-16</inkml:trace>
  <inkml:trace contextRef="#ctx0" brushRef="#br0" timeOffset="-204784.89">23857 10118 404 0,'0'0'25'0,"0"0"-17"16,0 0 62-16,96-12-17 15,-66 1-2-15,-6-2-19 16,-7-2 20-16,-5-2 31 15,-8-2-49-15,-4-1-6 16,0 3-8-16,-16 1-8 16,-14 6-10-16,-3 9-2 15,-1 1 0-15,4 6-1 16,6 18-17-16,11 5-24 16,6 5 8-16,7 2 10 0,0 3-15 15,15-5-7-15,14-7 7 16,8-10 19-16,10-11 18 15,0-6-3-15,-3-1-18 16,-7-21-208-16</inkml:trace>
  <inkml:trace contextRef="#ctx0" brushRef="#br0" timeOffset="-204582.65">23554 9810 606 0,'0'0'4'0,"85"12"0"15,-31-9 9-15,8-3 15 16,2 0 3-16,2 0-31 16,2 0-26-16,-8 0-44 15,-13 0-256-15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4:21:31.1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3948 2565 340 0,'0'0'156'16,"0"0"-49"-16,0 0 20 16,0 0-48-16,0 0 0 15,0 0-47-15,0 0-4 16,0 0-6-16,-28-50-3 16,28 50-14-16,0 0-4 15,-2 3-1-15,-3 26-12 16,-6 16 8-16,-6 21 3 15,-6 14 2-15,-4 1-2 16,3-3 1-16,7-11 0 0,6-16 1 16,6-16-1-16,4-16-6 15,1-12 6-15,0-7-4 16,3-6 4-16,31-27 5 16,12-19-4-16,8-7 3 15,-3 2-4-15,-9 6 0 16,-8 12-1-16,-10 7-20 15,0 12 7-15,-8 12 3 16,5 8-1-16,3 0-20 16,7 13 19-16,9 15 8 0,4 8 1 15,3 3 4 1,-2 1 0-16,-1-3-1 0,-4-7-2 16,-11-10 1-16,-7-10 1 15,-8-10-3-15,-2-2 4 16,6-24 29-16,4-13-7 15,0-7-19-15,-6-5 12 16,-9 0-1-16,-7 0 8 16,0 2-10-16,-12 9-5 15,-2 11-6-15,3 12-1 16,11 14-14-16,0 3-15 16,24 10-205-16,19 14 117 15,12 1-176-15</inkml:trace>
  <inkml:trace contextRef="#ctx0" brushRef="#br0" timeOffset="467.63">4867 2853 430 0,'0'0'139'0,"0"0"-95"15,0 0-29-15,0 0 3 16,97-82-11-16,-79 66-2 15,-3-1 2-15,-10 5 34 16,-5 2 22-16,0 3-29 16,-22 5-29-16,-8 2-5 15,-6 7-17-15,-2 17-9 0,7 5 15 16,9 2-3 0,13 1-8-16,9-5 6 0,0 1 0 15,13-2 7-15,16-6 3 16,5-5 1-16,12-10 5 15,6-5-3-15,6-3-1 16,0-21-38-16,-7-3 27 16,-9-2 5-16,-15 0 10 15,-17 5 11-15,-10 5 21 16,0 5 19-16,-7 4-23 16,-8 5 14-16,4 5-30 15,4 0-12-15,0 17-16 16,5 8 9-16,2 5 7 0,0 1 0 15,5 4-4-15,15-6 0 16,1 2 1-16,0-4-20 16,2-10-35-1,-1-11-74-15,-1-6-161 0</inkml:trace>
  <inkml:trace contextRef="#ctx0" brushRef="#br0" timeOffset="633.14">5146 2464 740 0,'0'0'0'16,"0"0"-4"-16,0 0-14 0,84 41-15 16,-55 3-113-16,1 6 105 15,2-5-218-15</inkml:trace>
  <inkml:trace contextRef="#ctx0" brushRef="#br0" timeOffset="1532.66">5616 2759 526 0,'0'0'178'0,"0"0"-39"15,46-102-77-15,-34 72-32 16,-3 6-9-16,-6 9-11 15,-3 3-9-15,0 7-1 16,-1 5-6-16,-19 0-13 0,-5 26-39 16,-6 11 29-16,-4 16 25 15,3 7-22-15,9 9 4 16,5 0 10-16,5-1 9 16,7-4 3-16,1-5-1 15,5-7 2-15,0-9 2 16,-1-4-2-16,-1-12-1 15,-1-9 1-15,0-7 4 16,-1-8 0-16,1-1 1 16,-1-2 11-16,-4 0-6 15,1 0-5-15,-2-8 1 16,1-9-7-16,7-7-2 16,1-5-8-16,7-5-26 0,26-4-9 15,15-3 7-15,11-4 15 16,7-5-3-16,4-4-13 15,0-4 28-15,-6-5 11 16,-11 5 0-16,-13 7 1 16,-21 8 41-16,-13 11 18 15,-6 9 13-15,0 8-13 16,-10 9-8-16,4 6-23 16,1 2-29-16,-4 23-28 15,-1 14 16-15,1 12 8 16,2 5 1-16,7 2-3 0,0-5-3 15,4-11-14 1,13-12-11-16,-3-10-21 0,-5-10 1 16,0-8 23-16,-3-2 23 15,2-5 8-15,-1-12 10 16,0-6 26-16,-4 0 16 16,-1 4-7-16,-2 6-28 15,1 7-8-15,2 6-9 16,8 0-11-16,7 9-44 15,7 9 47-15,14 5-11 16,3 0-3-16,4-2 9 16,-1-4-1-16,-4-4 4 15,-6-9-14-15,-5-4 2 16,-1-12 22-16,-5-20 2 0,-1-9 36 16,1-7 10-16,-7-6-21 15,-6 1 21-15,-11 3 2 16,0 8 23-16,-14 12-40 15,0 12-15-15,9 11-14 16,2 7-4-16,3 0-4 16,0 12-13-16,0 15 1 15,0 16 13-15,0 8 2 16,3 7 1-16,11 1-1 16,-2-3 0-16,4-5-7 15,-2-9-7-15,-1-9-10 16,-3-13-35-16,2-13-60 15,2-7-96-15</inkml:trace>
  <inkml:trace contextRef="#ctx0" brushRef="#br0" timeOffset="1717.68">6189 2771 773 0,'0'0'6'0,"0"0"-6"15,0 0 0-15,0 0 0 16,0 0 23-16,121 0-11 16,-63 9-12-16,12 0 0 15,-2-4-132-15,-3-5-256 16</inkml:trace>
  <inkml:trace contextRef="#ctx0" brushRef="#br0" timeOffset="2365.17">6699 2909 587 0,'0'0'37'0,"0"0"-20"15,0 0 41-15,106-50-21 16,-66 27-21-16,1 0-12 16,-3-5-2-16,-8 0 2 15,-12 1 1-15,-13-1 25 16,-5 1 10-16,-5 3-8 15,-20 3-13-15,-2 5-8 16,0 11-10-16,3 5 0 0,2 0-1 16,8 17-4-16,5 11-15 15,9 9 14-15,0 5 4 16,17 4 1-16,17-5 0 16,8-6-1-16,13-16-17 15,5-13-7-15,-4-6-3 16,-4-10-46-16,-7-16-23 15,-7-10 15-15,-7-5-33 16,-7-5 103-16,-8-2 12 16,-11 1 40-16,-1-1 8 15,-4 7 26-15,0 9 37 16,0 8 32-16,0 16-102 0,3 8-19 16,6 0-22-16,10 13-9 15,5 14 8-15,4 9 1 16,-1 8-1-16,-7 3 2 15,4-2 3-15,-7-3-3 16,-3-7 3-16,-2-12 0 16,-5-9-1-16,-4-8-2 15,-1-6 2-15,-2 0 8 16,0-6 28-16,-6-13-18 16,-18-9-20-16,-3-1-1 15,-6 7 0-15,5 6-2 16,9 8 2-16,7 8-2 15,7 0-8-15,4 14-16 16,1 8 22-16,0 5 0 0,0 4 2 16,4 0-2-16,11-3-1 15,3-6-7-15,3-6-5 16,0-7-13-16,6-9-58 16,4-3-105-16</inkml:trace>
  <inkml:trace contextRef="#ctx0" brushRef="#br0" timeOffset="2880.51">8344 2486 783 0,'0'0'37'0,"0"0"2"16,0 0-39-16,0 0-9 16,0 0 9-16,3 109 3 15,-15-47 4-15,-7-6-4 16,2-10 3-16,7-20-3 0,3-13 0 15,4-11-3 1,3-2 6-16,0 0 3 0,0-11 3 16,3-18 5-16,17-15-17 15,11-14-17-15,6-7-2 16,0-3-2-16,-3-5-12 16,-3 8 13-16,-5 14 20 15,2 15 3-15,-4 21 11 16,-3 15-5-16,-3 0-9 15,1 20-9-15,-3 20 3 16,-6 15 6-16,-1 12 5 16,-6 3-3-16,0-1 4 15,-2-7-4-15,3-9-2 16,-1-10-10-16,-3-11-62 0,0-15-53 16,-13-17-61-16,-4 0-256 15</inkml:trace>
  <inkml:trace contextRef="#ctx0" brushRef="#br0" timeOffset="3214.36">8419 2609 606 0,'0'0'133'0,"0"0"-7"15,0 0-84-15,0 0-36 16,0 0-4-16,0 0-1 16,114-38-1-16,-66 38 1 15,-2 0-1-15,-7 10 0 16,-4 4 0-16,-4 5 0 15,-4 1 0-15,-2 4 0 0,-4 3 1 16,2 0-1 0,-1-1-19-16,-1-9-5 0,-7-6-5 15,0-8 14-15,-5-3 15 16,-3-10 12-16,3-16 19 16,3-10-7-16,1-4 9 15,-1 0 3-15,2-1-8 16,-4 4-11-16,2 13-10 15,6 10-7-15,4 11-3 16,10 3-26-16,5 8-17 16,9 14-15-16,1 6-66 15,-1 1-79-15,-9-5-153 0</inkml:trace>
  <inkml:trace contextRef="#ctx0" brushRef="#br0" timeOffset="3514.06">9346 2641 522 0,'0'0'91'16,"0"0"14"-16,0 0-18 16,73-76-48-16,-56 60-6 15,-2 1-16-15,-5 3-8 16,-2-1 4-16,-2-1 2 16,-6 0 8-16,0 0-9 15,0 2-7-15,0 5-5 16,-14 7-2-16,-6 0-7 15,-5 16-21-15,-6 15-1 16,3 5 9-16,10 2-9 0,11 2-10 16,7 2 11-16,5-2 0 15,28-4-9-15,13-8-5 16,4-16 5-16,4-12 26 16,-6 0-11-16,-4-12-53 15,-5-17-227-15</inkml:trace>
  <inkml:trace contextRef="#ctx0" brushRef="#br0" timeOffset="4546.67">9740 2571 547 0,'0'0'42'0,"0"0"-41"15,0 0 9-15,0 0 20 0,97 83-4 16,-83-57-10 0,-5-2-9-16,-6-2-2 0,-3-2 4 15,0-3-5-15,-11-3-4 16,2-6-47-16,0-8-13 16,8 0 33-16,1-14 22 15,0-14-45-15,18-9 10 16,7-6 26-16,6 1-85 15,7 5 15-15,2 2 57 16,8 9 27-16,1 4 31 16,-3 5-26-16,-7 6 49 15,-12 7 33-15,-14 4-28 0,-11 0-56 16,-2 12 7 0,-11 10 21-16,-18 6 17 0,-7 5 4 15,-3-2-20-15,4-3-3 16,10-5-19-16,11-6-6 15,7-7-4-15,7-6-10 16,2-4-2-16,28 0 12 16,14-7 9-16,13-12-9 15,-6-3 0-15,-8 0 0 16,-18 5 3-16,-14 5 15 16,-7 2 77-16,-4 4-58 15,0 3-8-15,0 3-4 16,0 0-25-16,0 0-7 15,0 0-13-15,0 12 14 0,0 5 2 16,0 2 4-16,3 3-9 16,24-8 0-16,19-9 6 15,19-5 3-15,19-13 3 16,13-15-3-16,0-6-5 16,-9-4-25-16,-16-1-1 15,-18 1 20-15,-20 6 11 16,-18 2 15-16,-13 4 13 15,-3 2 20-15,-17 5-44 16,-10 2-3-16,-2 7-1 16,7 10 7-16,-1 0-7 15,1 19 0-15,0 14-1 16,1 7-1-16,8 10 1 0,5 4-5 16,8 4-1-16,0 0-5 15,10-7 6-15,13-5 6 16,1-11-4-16,-4-8 4 15,-6-5 0-15,-8-2 0 16,-6 2 0-16,0 2 3 16,0 5-3-16,-8 2-1 15,-4 3 1-15,-1 1 1 16,0-2 0-16,2-4-1 16,1-9 1-16,1-6-1 15,6-7-5-15,-3-7-3 16,4 0 8-16,0-4 9 15,2-14-9-15,0-8-111 0,16-11-258 16</inkml:trace>
  <inkml:trace contextRef="#ctx0" brushRef="#br0" timeOffset="4862.39">11029 2766 657 0,'0'0'145'0,"0"0"-64"15,0 0-53-15,0 0-21 16,121-89-5-16,-65 67-1 16,7-3-1-16,-2-3-1 15,-4-1-1-15,-14 0 2 0,-10-3-1 16,-12 4 1-16,-12-1 0 16,-9 5-2-16,-2 6 2 15,-29 4 0-15,-11 7-4 16,-8 7 0-16,-1 12 3 15,6 19-2-15,8 6 2 16,7 6 1-16,11 3 0 16,13 3 0-16,6 1-3 15,18-5 0-15,32-8-9 16,29-15-8-16,24-14-44 16,13-8-160-16</inkml:trace>
  <inkml:trace contextRef="#ctx0" brushRef="#br0" timeOffset="6046.81">12624 2230 812 0,'0'0'66'0,"0"0"-3"16,0 0-34-16,0 0-25 15,0 0-4-15,0 0-4 16,20-3-3-16,-20 25-6 16,0 2-1-16,-7-3 2 15,2-7-5-15,3-8-15 16,2-4 16-16,0-2 11 0,0 0 5 16,0-18 10-16,0-6-6 15,0-3-4-15,-2 7 2 16,-5 6 0-16,1 9 4 15,-4 5-3-15,-3 14-3 16,-2 21-15-16,-4 13 15 16,5 10-2-16,10 5 0 15,4 3 2-15,0 3 0 16,24-3-2-16,10-13-18 16,8-20-74-16,3-20 35 15,-1-13 37-15,-3-13 0 16,-1-20-17-16,-1-10 20 15,-7-4 19-15,-9 1 26 16,-14 3 58-16,-9 4-7 16,0 8-9-16,-9 9-47 0,-1 12 38 15,7 10-49-15,0 0-10 16,1 17-38-16,-1 12 38 16,3 12 0-16,0 3 0 15,0 4-1-15,14 0 1 16,5-6 3-16,2-8-1 15,-3-13-1-15,-4-11 1 16,-2-10-2-16,5-1 9 16,2-24 20-16,7-8-25 15,0-7-2-15,-6-1-2 0,-11 0 0 16,-9 3-2-16,-3 2-20 16,-23 5-8-16,0 5 20 15,3 9 8-15,10 9 2 16,7 4 1-16,6 4-1 15,0 0 0-15,0 0-1 16,13-5-5-16,20-2-1 16,18-6 5-16,3-1 3 15,-2-3-1-15,-9 0 1 16,-13-1-1-16,-8 2 2 16,-9-1 1-16,-3 3-2 15,-6 4 1-15,-4 4 0 16,0 3-2-16,0 3 0 0,0 0 0 15,0 9-8 1,0 21-11-16,-4 18 16 0,-11 13-1 16,-3 7 4-16,1-1 6 15,6-3-4-15,9-11 0 16,2-11-2-16,0-13 0 16,10-11 3-16,-4-7-1 15,0-3-2-15,-3-7 5 16,-3-1-5-16,0 0 0 15,0-6 9-15,-3-14-9 16,-6-11-42-16,5-8-4 16,4 0-10-16,0 1 12 15,19 6 36-15,16 6-1 16,9 5 3-16,6 2 4 0,5 5-1 16,0 0 0-16,-7 3-1 15,-7 0 4-15,-12 2 3 16,-10 1 18-16,-10 4 39 15,-7 1 20-15,-2 1-17 16,0 2-17-16,0 0-15 16,0 0-13-16,0 0-18 15,0 14-9-15,-2 17-12 16,-13 13 20-16,0 7 1 16,2 0 0-16,4-2 0 15,9-6-8-15,0-11-16 16,8-12-13-16,12-14-7 15,4-6-66-15,-3-8-15 0,-6-20-184 16</inkml:trace>
  <inkml:trace contextRef="#ctx0" brushRef="#br0" timeOffset="6216.34">13453 2464 432 0,'0'0'269'16,"0"0"-210"-16,0 0-24 15,0 0 38-15,113-31-20 16,-51 24-34-16,6 0-10 16,0-1-2-16,0 1-2 15,-3-1-5-15,0-4-48 16,0-9-170-16</inkml:trace>
  <inkml:trace contextRef="#ctx0" brushRef="#br0" timeOffset="7010.11">14706 2544 506 0,'0'0'69'15,"0"0"-65"-15,0 0-4 16,0 0 37-16,0 99 2 15,0-55-5-15,0-4-8 16,12-7-18-16,7-14-1 16,2-13-4-16,9-6 70 15,5-14 10-15,4-22-36 16,3-8-27-16,-2-9-12 0,-8-4-8 16,-14-2 0-1,-18-5-15-15,-3-2-28 0,-39 4-6 16,-16 6-19-16,-8 9 35 15,3 14 22-15,14 10 0 16,21 9-5-16,21 8 7 16,7 3 6-16,34 3-44 15,15 0 20-15,12 3 23 16,0 13 4-16,-3 8 22 16,-8 9-2-16,-10 14 5 15,-9 13-2-15,-14 12-4 16,-11 9-1-16,-6 6-1 15,-2 2-3-15,-12 3-9 0,3-6 10 16,2-7-12 0,7-7 5-16,2-8-8 0,2-11 0 15,17-11-11-15,5-12-39 16,6-15 9-16,1-10 10 16,-1-5 13-16,-3-6 9 15,-12-15 9-15,-12 1 54 16,-3-7 40-16,-8-1-57 15,-19-4-27-15,-10-1-6 16,-10-1 2-16,2 0 2 16,3 5 11-16,11 6-5 15,14 4-10-15,7 8-2 0,10 0-4 16,7-6 1 0,30-6-14-16,24-9-20 0,26-6-12 15,12-4-61-15,11-1-95 16</inkml:trace>
  <inkml:trace contextRef="#ctx0" brushRef="#br0" timeOffset="8159.75">16279 2280 680 0,'0'0'145'0,"0"0"-86"15,0 0-59 1,0 0-2-16,-91 65 2 0,57-11 1 16,-1 2-1-16,7-2-1 15,9 2-13-15,14-1-45 16,5-7-40-16,33-11-29 16,19-18-91-16,16-16 93 15,3-3 96-15,-3-23 30 16,-10-7 70-16,-14-3-1 15,-14 4 104-15,-15 4-15 16,-13 3 5-16,-2 5-95 16,0 3-36-16,-9 6-19 15,3 5-10-15,3 3-3 16,-2 0-15-16,1 12-33 0,-2 9 45 16,0 5-7-16,4-1-6 15,2-2-1-15,0-5-1 16,6-6-5-16,12-12 13 15,-1 0 10-15,5-9 29 16,-1-15 3-16,-3 0-8 16,-2 3-2-16,-8 4-3 15,-4 4 2-15,-4 5-5 16,0 6-9-16,0-1-7 16,0 3 0-16,0 0 0 15,0 3-19-15,0 14-32 16,6 11 46-16,9 5-2 15,7 4 1-15,10 0 1 16,6-1-3-16,13-7-4 0,10-11-17 16,8-16-2-16,4-2 16 15,0-24 4-15,-7-15 6 16,-11-3 1-16,-15-2 4 16,-13 2 23-16,-13 1 14 15,-11 6-11-15,-3 4 0 16,0 8 14-16,0 10 19 15,-3 9-34-15,1 4-25 16,1 14-13-16,-4 24-18 16,-3 23 31-16,-5 16 0 15,-3 15 2-15,-4 3 3 0,-1-5-4 16,-3-10 0-16,1-12-1 16,0-11 0-16,7-15-2 15,4-17-6-15,6-13-6 16,4-12 11-16,2-13 3 15,0-25 28-15,20-19-28 16,10-14-4-16,5-11 1 16,3 0 0-16,-4 0 2 15,-1 11-3-15,-3 13 2 16,8 18 1-16,1 13-13 16,-3 10 10-16,-4 10 0 15,-9 7 4-15,-6 0 0 16,-2 21-2-16,-9 8 1 15,-6 8 1-15,-4 6-5 16,-24 1-4-16,-5-6-20 0,-4-9-1 16,-1-9-5-16,5-8 10 15,7-7 17-15,5-5-5 16,12 0 6-16,9-17 6 16,0-7-9-16,26-8-62 15,15 1-39-15,6 2-60 16,0 2 135-16,-6 8 36 15,-5 4 73-15,-12 7 17 16,-8 5 2-16,-9 3-24 16,-5 0-44-16,-2 3-20 15,0 17 2-15,0 8-2 16,-8 8 5-16,-3 6 3 0,5-5-7 16,4-3 1-16,2-10-6 15,2-9-42-15,15-10-48 16,4-5-131-16</inkml:trace>
  <inkml:trace contextRef="#ctx0" brushRef="#br0" timeOffset="8316.82">17540 2151 839 0,'0'0'71'0,"0"0"-50"15,0 0-21-15,0 0-41 16,0 0 28-16,94 98-61 0,-61-45-65 16,0-11-188-16</inkml:trace>
  <inkml:trace contextRef="#ctx0" brushRef="#br0" timeOffset="9058.98">17840 2343 861 0,'0'0'86'0,"0"0"-86"15,0 0-2-15,0 0-1 0,13 104 3 16,0-48 1 0,1 8-1-16,1-1-35 0,-3-6-33 15,-2-12-23-15,3-14-29 16,7-17 37-16,8-14 12 15,5-6 71-15,3-22 10 16,-3-8 18-16,-6 0 49 16,-10 2 7-16,-10 4 5 15,-5 10-18-15,-2 6-39 16,0 8 0-16,0 6-14 16,0 0-18-16,0 0-13 15,0 9-18-15,-6 7 28 16,-1 6-1-16,3 5-11 0,4 3-17 15,0-4 14 1,1-5-7-16,12-10-23 0,2-11 30 16,5 0 18-16,0-13 20 15,2-9-10-15,-3-1-1 16,-9 3 20-16,-5 3 5 16,-5 3 6-16,0 8-38 15,0-1 1-15,0 7-3 16,0 0-3-16,0 0-47 15,0 13 12-15,10 8 35 16,5 5 3-16,11 3-2 16,4-1 0-16,10-2-10 15,6-10-44-15,2-15-2 16,2-1 40-16,-4-20 17 0,-5-14 1 16,-4-6 1-16,-4-6 12 15,-5 0-8-15,-7-3 7 16,-10 1 8-16,-11-3-7 15,0 0 14-15,-2 7 44 16,-7 11 33-16,3 16-27 16,4 12-50-16,2 5-27 15,0 0-5-15,-1 27-11 16,-1 15-5-16,-3 17 21 16,0 9 0-16,1 4 0 15,0-2-5-15,4-3-13 16,0-9-4-16,0-11-22 15,2-15-54-15,3-15-40 0,-2-17-241 16</inkml:trace>
  <inkml:trace contextRef="#ctx0" brushRef="#br0" timeOffset="9257.81">17710 2441 822 0,'0'0'39'16,"0"0"-29"-16,0 0-8 15,0 0 13-15,0 0 7 0,0 0-20 16,85-7-1 0,-26 7 2-16,12 0-3 0,13 0-106 15,7-6-209-15</inkml:trace>
  <inkml:trace contextRef="#ctx0" brushRef="#br0" timeOffset="9757.02">19392 2138 670 0,'0'0'110'0,"0"0"11"16,0 0-73-16,0 0-29 15,0 0-19-15,0 0-11 16,-66 97 8-16,15-13 3 16,-5 16 0-16,7 7 0 15,14-4-2-15,21-5-31 16,14-12-38-16,19-19-19 16,26-23 2-16,22-23-13 15,16-21-41-15,16-7-41 16</inkml:trace>
  <inkml:trace contextRef="#ctx0" brushRef="#br0" timeOffset="10222.65">19620 2445 610 0,'0'0'188'0,"0"0"-116"15,0 0-72-15,0 0-2 16,0 0-2-16,0 0 4 15,-16 94 2-15,16-57 0 16,0 1 1-16,13-1-2 16,7-6-1-16,8-7 5 15,7-11-5-15,5-11-16 0,5-2-5 16,-2-16 0 0,-6-9-12-16,-10 0 26 0,-12 0 7 15,-10 5 25-15,-5 7 9 16,0 4-3-16,0 6-25 15,0 3-6-15,0 3-22 16,0 12 6-16,7 9 16 16,5 3 1-16,9 3-1 15,6 0 0-15,10-2 0 16,0-8 2-16,-1-13 3 16,-3-7-2-16,0-10 5 15,2-22-2-15,-2-6-2 16,-6-5 3-16,-6 0 9 15,-15 1-3-15,-6-1 0 16,0 9-2-16,-12 6 2 0,3 15-13 16,3 13-39-16,6 0-127 15,0 19-3-15,21 0-25 16,15 1-49-16</inkml:trace>
  <inkml:trace contextRef="#ctx0" brushRef="#br0" timeOffset="10580.38">20569 2523 260 0,'0'0'309'15,"0"0"-105"-15,0 0-100 16,0 0-52-16,0 0-52 16,0 0-10-16,-22 31 10 15,-11 8 2-15,-3 6 1 16,3 2 0-16,7-3 0 0,5-7 0 16,7-12 0-16,4-11-3 15,3-9-18-15,7-5-27 16,0-4 27-16,13-21 8 15,20-13-88-15,4-9 76 16,3-3 16-16,1-1-1 16,2 0-10-16,-7 5 17 15,-5 12 9-15,-11 12 37 16,-5 14 18-16,-7 8-54 16,-2 0-10-16,0 9-5 15,-3 17-10-15,-3 6 11 16,0 9 4-16,-1 7 3 15,-12 2 5-15,-1 1-3 0,6-7-5 16,1-7-6-16,1-9-47 16,-3-9-37-16,3-13-24 15,2-6-207-15</inkml:trace>
  <inkml:trace contextRef="#ctx0" brushRef="#br0" timeOffset="10760.59">20368 2654 642 0,'0'0'4'0,"0"0"-2"15,0 0 28-15,0 0 48 0,98 3-7 16,-38-3-37 0,15-11-27-16,15-1-7 0,8-2-32 15,1-7-148-15,-6-7-344 16</inkml:trace>
  <inkml:trace contextRef="#ctx0" brushRef="#br0" timeOffset="11090.46">21263 2442 487 0,'0'0'266'16,"0"0"-190"-16,0 0-72 15,0 0-4-15,0 0-20 16,0 0 18-16,-3 46 0 0,3-36-1 15,0 0-1 1,13-5 4-16,8-5 4 0,4 0-1 16,-1 0 6-16,-9-4-5 15,-4-4 3-15,-7 0 30 16,-4 3-14-16,0-2-12 16,0 2 7-16,-9 4-11 15,-7 1-7-15,-8 6-3 16,-6 16-1-16,-1 7 2 15,1 7-3-15,9 6-7 16,9 5 1-16,8 0-6 16,4-7-23-16,15-10-38 15,28-13 55-15,16-12-5 16,16-5-205-16</inkml:trace>
  <inkml:trace contextRef="#ctx0" brushRef="#br0" timeOffset="11490.43">21761 2493 708 0,'0'0'94'16,"0"0"-92"-16,0 0-1 15,0 0 8-15,0 0-3 16,0 0-6-16,22 13 0 15,-17-1 4-15,-1 2-4 16,2-2 2-16,-1-5-2 16,-2-3-51-16,0-3 23 0,1-1 28 15,5 0 1-15,4-8 16 16,1-9-3-16,-5-1 19 16,-8 0 0-16,-1 2-17 15,0 4-5-15,-8 6-2 16,-5 6-9-16,-3 1-3 15,-5 21-7-15,-7 7 10 16,0 9 2-16,5 8-2 16,7 8-2-16,11 0-11 15,5-2-13-15,21-11-8 0,21-14 2 16,15-13-4 0,7-14-43-16,13-14-161 0</inkml:trace>
  <inkml:trace contextRef="#ctx0" brushRef="#br0" timeOffset="11774.95">22113 2177 776 0,'0'0'98'16,"0"0"-72"-16,0 0-6 0,0 0-9 15,0 0-11 1,0 0-9-16,100 77 9 0,-43-7-1 16,-7 15 1-16,-15 7 0 15,-23-3 0-15,-12-2 7 16,-15-2-3-16,-27-9-4 16,-9-9-10-16,-12-12-33 15,-11-12-71-15,5-18-97 16</inkml:trace>
  <inkml:trace contextRef="#ctx0" brushRef="#br0" timeOffset="11946.07">22225 2931 725 0,'0'0'83'0,"0"0"-70"16,0 0 6-16,0 0-3 15,0 0-15-15,0 0-1 16,-3 11-20-16,-3-2-59 16,3-7-79-16,3-2-436 15</inkml:trace>
  <inkml:trace contextRef="#ctx0" brushRef="#br0" timeOffset="21680.51">959 5905 44 0,'0'0'204'0,"0"0"-154"15,0 0 11-15,0 0 39 16,0 0-32-16,8 98-20 16,-8-60-16-16,3 13-12 15,-3 6 20-15,0 7-6 16,0 3 5-16,0 0-23 16,-9-5-3-16,-3-4-5 15,-4-12-1-15,-1-10 1 0,5-12-3 16,5-12 6-16,2-9-1 15,2-3 35-15,-2-13 20 16,0-21-65-16,5-19-8 16,0-12-18-16,4-11-4 15,7-3 9-15,-4 2-3 16,1 2 23-16,-1 7-3 16,5 7 2-16,3 8-14 15,-2 13-9-15,-2 17 19 16,2 13 6-16,-1 10 0 15,1 8-3-15,1 18 2 16,-3 11-2-16,-6 9 3 16,-5 4 0-16,0-1 7 15,-8-1-1-15,-12-8-5 0,4-12 3 16,2-6-2-16,-2-8 1 16,4-8 7-16,-3 0 3 15,0-1 2-15,0-2-9 16,3-3-1-16,-1 2-5 15,10 1-29-15,3-2-72 16,0-1-159-16,10 0-69 16</inkml:trace>
  <inkml:trace contextRef="#ctx0" brushRef="#br0" timeOffset="22580.16">1030 6439 573 0,'0'0'82'0,"0"0"-81"15,0 0 16-15,0 0 51 0,0 0-18 16,0 0-31 0,95 20-7-16,-71-20 2 0,4-3 11 15,-1-13-7-15,1-4-6 16,-5-3-6-16,-7 1-2 15,-4 0 0-15,-9 2-1 16,-3 1 0-16,0 5-3 16,-21 3-1-16,-4 9 1 15,-5 2 0-15,3 1 1 16,8 18-1-16,4 4-4 16,12 4 3-16,3 2-5 15,3-2 5-15,23-1-8 16,12-6 7-16,13-5-12 15,1-8 9-15,4-7-4 16,-6 0 1-16,-7-22-20 16,-7-9 10-16,-8-6 14 0,-4-7 3 15,-9-3 2-15,-3-1 7 16,-12 1-6-16,0 3 30 16,-12 1-4-16,-10 7 3 15,-4 11-9-15,5 10 5 16,8 9-8-16,7 6-15 15,2 0-4-15,4 21-7 16,0 17 5-16,0 18 0 16,0 11 0-16,10 11 1 15,-1 4 0-15,0-1 1 16,-2-4 0-16,2-9 2 0,-9-12-2 16,0-12 2-1,0-13-2-15,0-12 2 0,-6-9-2 16,3-5-2-16,0-5 2 15,0-7-3-15,0-23-9 16,3-11-69-16,-1-5-109 16,-4-1 44-16,-6 3-104 15</inkml:trace>
  <inkml:trace contextRef="#ctx0" brushRef="#br0" timeOffset="22716.02">1440 6408 313 0,'0'0'157'0,"0"0"29"16,0 0-93-16,0 0-37 15,0 0-47-15,0 0-9 0,46-22 5 16,-18 20-5 0,2-3 0-16,0 3 0 0,1-1-15 15,0-1-93-15,-8-3-67 16</inkml:trace>
  <inkml:trace contextRef="#ctx0" brushRef="#br0" timeOffset="22897.22">1783 6466 827 0,'0'0'52'0,"0"0"-48"0,0 0-4 15,0 0-44 1,0 0-108-16,0 0-179 0</inkml:trace>
  <inkml:trace contextRef="#ctx0" brushRef="#br0" timeOffset="23976.6">986 6280 293 0,'0'0'131'0,"0"0"44"16,0 0-26-16,0 0-23 15,0 0-63-15,0 0-62 16,5-23-1-16,5 37-9 15,2 15 5-15,-1 7 0 16,-5 9 4-16,-6-1 1 0,0-2 1 16,0-6-2-16,0-8 7 15,-8-8-6-15,2-6 2 16,0-5-1-16,3-5-1 16,3-4 0-16,-3 0 6 15,-3-13-1-15,2-9-4 16,-1-6-2-16,0-9-4 15,4-4 4-15,1-4 0 16,0-3-4-16,17 0-3 16,2 7-5-16,5 6-13 15,1 13-17-15,2 10-40 16,-4 12-88-16,-1 0-125 0</inkml:trace>
  <inkml:trace contextRef="#ctx0" brushRef="#br0" timeOffset="25025.95">2345 6107 567 0,'0'0'75'15,"0"0"62"-15,0 0-71 16,0 0-40-16,0 0-3 16,0 0-23-16,-66-3 0 15,64 36 0-15,2 4 0 16,0 7 0-16,14 1 0 15,4 1-2-15,-1-2 2 16,0-5-1-16,-6-8 0 16,-2-9 1-16,-6-8-4 15,-3-4 1-15,0-5-1 0,-12-3 4 16,-13 0 4 0,-2-2 1-16,2 0-3 0,5-3-2 15,11-11 0-15,9-7-1 16,1-8-9-16,27-7-33 15,13-8-4-15,4 0 29 16,-2-3 9-16,-7 2 9 16,-8 4 9-16,-7 3 25 15,-12 9 15-15,-4 9-6 16,-5 3 3-16,0 10-7 16,0 6-19-16,0 1-14 15,0 0-6-15,0 14-11 16,0 12-4-16,0 15 14 15,3 5-1-15,9 3 0 16,4-1-12-16,8-4 3 0,-4-8-31 16,0-12 14-16,-5-10-18 15,-9-7 8-15,-3-6-6 16,0-1 44-16,-3 0 2 16,0-7 30-16,0-8-15 15,0 3 24-15,0 2-15 16,0 6-2-16,0 3-12 15,0 1-12-15,3 0-3 16,15 1-18-16,7 8 15 16,11 2 1-16,6-5-9 15,10-2-11-15,0-4 1 16,2 0-32-16,-5-10-17 0,-5-10 34 16,-3-3 33-1,-14-1 6-15,-11 2 6 0,-8 4 44 16,-4 3 64-16,-4 5-27 15,0-1-31-15,0 5-34 16,-7 1-21-16,4 5 0 16,0 0-1-16,-3 6-4 15,-2 12 2-15,3 3-4 16,5-1-15-16,0 0-9 16,7-2 25-16,14-3-16 15,3-7 20-15,-2-6-4 16,-5-2 5-16,-1-4 1 15,-7-11 2-15,1 0-1 16,-7 2 7-16,-3 2 37 16,0 6-16-16,0 2-18 0,0 2-9 15,0 1-3-15,0 0 0 16,2 4-11-16,1 16-21 16,4 6 22-16,8 6-4 15,2-1-11-15,7-4-56 16,4-8-55-16,0-13-76 15</inkml:trace>
  <inkml:trace contextRef="#ctx0" brushRef="#br0" timeOffset="25257.11">3422 6259 587 0,'0'0'205'0,"0"0"-142"15,0 0-63-15,0 0-2 0,0 0 2 16,0 0 3-16,30 72 3 15,-27-50-5-15,-3-1 1 16,0-8 3-16,0-5-2 16,0-7-2-16,0-1 3 15,0 0 8-15,3-10 22 16,13-9-34-16,4-7-9 16,4-1-40-16,-2 6-91 15,-3 6-16-15,-5 5-176 16</inkml:trace>
  <inkml:trace contextRef="#ctx0" brushRef="#br0" timeOffset="25722.52">3594 6330 207 0,'0'0'132'0,"0"0"70"16,0 0-79-16,0 0-46 16,0 0-31-16,0 0 14 15,64-86-48-15,-51 62-5 16,-4 7-4-16,-6 5 17 15,-3 3 12-15,0 1-6 16,-5 5-11-16,-9 3-15 16,-3 0-1-16,-4 22-3 15,-1 6-6-15,7 3 0 16,6 0-20-16,9-1-35 0,2-5 20 16,23-3-26-16,8-12 32 15,11-10-38-15,6 0 25 16,5-23-15-16,-6-7 5 15,-13-4 40-15,-6 0 22 16,-14 2 60-16,-2 6-19 16,-4 6 13-16,-4 10-10 15,-3 6 38-15,-2 4-14 16,1 0-68-16,5 8-4 16,1 12 1-16,1 7 3 15,-5 7 23-15,-2 3-9 16,-2 1-3-16,0-4-3 15,0-5-3-15,0-9-3 16,-6-5-1-16,-9-4 3 16,-2-1 6-16,-5-5-10 0,3-1-72 15,5-4-55-15,11-9-184 16</inkml:trace>
  <inkml:trace contextRef="#ctx0" brushRef="#br0" timeOffset="26113.84">4990 5871 641 0,'0'0'28'0,"0"0"92"15,0 0-39-15,0 0-59 16,0 0 7-16,-87-55-28 16,68 81-1-16,1 13-2 15,-3 7 0-15,7 2 2 16,1 3 1-16,6 2-1 16,7-1 0-16,0-4-12 15,6-9-5-15,10-11 6 16,-7-11-7-16,-3-8-54 15,-6-4 43-15,0-5 29 16,0 0 3-16,0 0 15 16,-11 0-8-16,-3 0-9 15,-1-3-1-15,3-3-14 0,10-3-55 16,2-4-1-16,9-4-113 16,27-10-78-16</inkml:trace>
  <inkml:trace contextRef="#ctx0" brushRef="#br0" timeOffset="26756.27">5094 5978 344 0,'0'0'192'16,"0"0"-5"-16,0 0-55 16,19-75-57-16,-19 70-14 15,0 4-26-15,0 1-35 16,0 10-11-16,0 15-19 0,0 10 27 16,0 4-6-1,0 0-16-15,2-2 3 0,13-3-14 16,3-7-8-16,-2-5-50 15,-4-9 13-15,-4-9 40 16,-2-4 6-16,1 0 32 16,-3-11 3-16,1-6-6 15,-2 5 6-15,-3 2 20 16,0 5 74-16,0 2-10 16,0 3-32-16,0 0-52 15,6 3-3-15,12 11-4 16,7 2 3-16,8 1-16 15,10-3-6-15,9-4-19 16,4-10-2-16,0 0-8 16,-2-10 32-16,-12-13 23 0,-13-4 1 15,-10 0 20 1,-6-2 9-16,-9 7 58 0,-4 3-21 16,0 4-3-16,-7 6-14 15,-8 3-48-15,0 4-2 16,2 2-2-16,4 3 0 15,4 11-1-15,2 6 1 16,3-1 0-16,0-2-5 16,0 4 3-16,12-4-4 15,6-2 6-15,-1-7-11 16,0-5 13-16,-5-3 2 16,-4 0-2-16,4-14 5 0,-5-2-3 15,-1 1-1-15,-1 3 3 16,-4 5 19-16,-1 7 1 15,0 0-18-15,3 0-6 16,4 0-5-16,7 14-17 16,10 10 18-16,10 2 3 15,5 2-9-15,6-7-29 16,0-4-29-16,1-9-69 16,-1-8 20-16,-13-4-133 15</inkml:trace>
  <inkml:trace contextRef="#ctx0" brushRef="#br0" timeOffset="26992.4">6062 6059 78 0,'0'0'420'0,"0"0"-122"16,0 0-231-16,0 0-12 15,0 0-55-15,0 0-5 0,-18-14-3 16,18 34 8-16,9 4 1 16,-4 0 1-16,1 3-1 15,-6-5 1-15,0-5-1 16,3-8 3-16,-3-6-3 15,0-3 0-15,0 0 5 16,1-5 2-16,8-16 5 16,3-9-11-16,6-1-2 15,-2 4-5-15,-1 10-16 16,-3 7-32-16,-1 6-83 0,-1 4-1 16,-1 0-116-1</inkml:trace>
  <inkml:trace contextRef="#ctx0" brushRef="#br0" timeOffset="27488.85">6244 6162 247 0,'0'0'77'0,"0"0"26"16,81-49-38-16,-62 31 12 16,-3-1-23-16,-8 0 31 15,-5 3-8-15,-3-3-35 16,0 4 22-16,-3 3-28 15,-6 0-5-15,1 7-20 0,1 2-11 16,0 3-1 0,-5 3-6-16,1 16 5 0,-1 5-8 15,3-2 1-15,8 5-21 16,1-4 3-16,7 0-4 16,19-4-1-16,14-11-51 15,7-8 60-15,3-5-2 16,-1-20 10-16,-9-4-6 15,-10-2 21-15,-9 0 9 16,-7 1 53-16,-4 5 3 16,-4 8-21-16,-2 6 22 15,-2 6-22-15,-1 5-18 16,2 0-26-16,-1 3-6 16,0 19-6-16,3 6 11 0,-5 3 0 15,0 4 2 1,0-6-1-16,0-1 3 0,0-9 0 15,0-7-2-15,0-8-1 16,0-3 1-16,0-1-1 16,0 0 3-16,0 0-3 15,-5-9-8-15,5-1-79 16,0-1-64-16,0 2-168 16</inkml:trace>
  <inkml:trace contextRef="#ctx0" brushRef="#br0" timeOffset="27612.38">6779 6092 452 0,'0'0'0'16,"0"0"-288"-16</inkml:trace>
  <inkml:trace contextRef="#ctx0" brushRef="#br0" timeOffset="29877.27">7363 5845 645 0,'0'0'126'0,"0"0"-13"15,0 0-35-15,0 0-60 16,0 0-9-16,0 0-9 15,-11-39-6-15,11 61-8 16,0 16 8-16,0 10 6 16,0 6 3-16,0 3-1 0,-7-5-2 15,-1-9-10-15,2-9-8 16,2-10-23-16,2-11-37 16,1-6 7-16,-1-7-109 15,2-15 104-15</inkml:trace>
  <inkml:trace contextRef="#ctx0" brushRef="#br0" timeOffset="30172.36">7267 5695 556 0,'0'0'130'0,"0"0"-41"15,0 0-89-15,0 0-4 0,0 0 4 16,102 84 17-16,-56-38 5 15,-3 4-12-15,-7-3-2 16,-8-3-8-16,-10-4 0 16,-13-3 0-16,-5 2 0 15,-11-1-3-15,-23-4-5 16,-5 0-32-16,-6-12-48 16,2-7 37-16,3-11-2 15,1-4 37-15,-1 0 16 16,7 0-22-16,11-4-38 15,20-5-140-15</inkml:trace>
  <inkml:trace contextRef="#ctx0" brushRef="#br0" timeOffset="31579">7592 6103 491 0,'0'0'250'0,"0"0"-199"16,0 0-29-16,0 0 15 16,0 0-10-16,0 0-22 15,21-16 0-15,-4 11-2 16,-4-2 3-16,-7 2-3 16,1 0-1-16,-7-3 5 0,0 1-3 15,0-2-4-15,0 1-2 16,-10-1-18-16,3 1 1 15,-2 1-9-15,7 5 15 16,2 1 9-16,0 1-11 16,0 0-40-16,0 0 16 15,0 0 33-15,0 0 6 16,0-2 3-16,5-1 35 16,-4 0 13-16,2-3-17 15,0-3 2-15,-1-6-22 16,-1-2 1-16,-1 3 0 15,0 2-11-15,0 4 13 16,0 6-6-16,0 2-10 0,0 0 0 16,0 0-1-16,0 0-1 15,0 0-5-15,0 0-2 16,5 2-2-16,3 6 3 16,0 1 7-16,0 3 0 15,-2-4 0-15,1-1 0 16,-4-4-2-16,1-1-6 15,-4-2 5-15,0 0 3 16,2 0 0-16,-2 0 2 16,0 0-1-16,0 0 10 15,0 0-2-15,1 0-7 16,1 0-2-16,4 0-1 0,0 0 0 16,9-3-8-1,-3-1 4-15,-1-1-5 0,-3 0 5 16,3-2 3-16,-3-1 2 15,-2-4 0-15,-1-3 0 16,-4-1-1-16,-1-1 1 16,0 2 2-16,0 1 3 15,-3 2 5-15,-4 4 0 16,1 5 0-16,3 3-10 16,-1 3-3-16,-1 19-8 15,-2 9 10-15,5 8 0 16,2 3 1-16,0 2-1 15,12-1-1-15,6 0 1 16,0-8-36-16,3-10 21 16,-2-9-15-16,-5-13-15 0,8-3-23 15,-4-20 40 1,2-15-20-16,6-11 1 0,-2-7 33 16,-4-5 15-16,-3-1 7 15,-11-3-2-15,-6 2 14 16,0 9 48-16,-4 10 38 15,-7 19-3-15,3 12-43 16,8 10-16-16,0 0-43 16,0 15-11-16,8 19 2 15,4 15 7-15,-2 8 2 0,-1 4 2 16,-3-4-1 0,-4-8 0-16,-2-8-1 0,0-13 0 15,0-10-7 1,0-11 0-16,0-7 5 0,0 0 2 15,0-12 2-15,0-17-2 16,6-5-10-16,9-4 6 16,0 8 3-16,-2 9-6 15,-2 9 7-15,-2 7-1 16,-3 5-2-16,3 0-2 16,-1 8 2-16,0 10 0 15,-2 9 1-15,-6 5 1 16,0 4 1-16,-9 5 0 15,-12-3 3-15,-3-8 2 16,0-4 1-16,0-11-6 16,8-4-11-16,1-5 9 15,3-6-25-15,6 0 25 0,3-12 2 16,3-10-3-16,0-8-1 16,9-1-12-16,19 0 1 15,2 0-17-15,0 1 7 16,-4 1-18-16,-4 0 21 15,0 0 14-15,-7-2 5 16,-3 0 3-16,-4 4 4 16,-4 0 22-16,-4 6 52 15,0 4 10-15,0 3-80 16,0 8 43-16,0 4-30 0,0 2-21 16,0 12-6-1,0 22-4-15,5 15 5 0,3 12 5 16,4 3 0-16,5-1 0 15,-2 2-2-15,-2-8-19 16,-1-7-38-16,-9-16-29 16,-3-15-87-16,0-19-327 15</inkml:trace>
  <inkml:trace contextRef="#ctx0" brushRef="#br0" timeOffset="31744.24">8103 5914 552 0,'0'0'258'0,"0"0"-258"0,0 0-2 15,0 0 2-15,116 22 1 16,-70-9-1-16,5-1-31 16,-5-5-122-16,-10-7-281 15</inkml:trace>
  <inkml:trace contextRef="#ctx0" brushRef="#br0" timeOffset="32091.96">7227 6449 579 0,'0'0'99'16,"0"0"-93"-16,0 0 12 16,0 0 83-16,88-4-48 15,-42-7-28-15,11 2 4 16,7-3-15-16,9-1-6 15,8 2 3-15,-1 1-6 16,-2-2-5-16,-7 5-1 16,-8-3-15-16,-14 7-24 15,-15 2-18-15,-19 1-125 0,-15 0-238 16</inkml:trace>
  <inkml:trace contextRef="#ctx0" brushRef="#br0" timeOffset="32698.79">4930 6581 327 0,'0'0'131'16,"0"0"-57"-16,0 0-62 15,0 0 29-15,133 0 16 16,-32-13-3-16,29-4-13 16,22-5 9-16,12-4-40 0,-1 2-7 15,-12 4-2-15,-28 3-2 16,-26 8 7-16,-25 4-6 15,-26 5 0-15,-28 0-17 16,-18 17-119-16,-34 4 17 16,-35 1-341-16</inkml:trace>
  <inkml:trace contextRef="#ctx0" brushRef="#br0" timeOffset="33402.58">1245 6870 387 0,'0'0'53'16,"0"0"10"-16,0 0-15 15,0 0-27-15,104 0 29 16,-4 0-1-16,37-9-19 16,24-10-17-16,20-1 21 15,8-5-14-15,-10-1-16 16,-9 1-4-16,-12 3 0 16,-6 3 0-16,-10 4-25 0,-17 4-21 15,-20 2-39-15,-28 6 20 16,-29 1-146-16,-29 2-37 15</inkml:trace>
  <inkml:trace contextRef="#ctx0" brushRef="#br0" timeOffset="33553.88">3098 6715 740 0,'0'0'86'0,"0"0"-86"15,0 0-31-15,0 0-79 16,0 0 68-16,0 0-143 0</inkml:trace>
  <inkml:trace contextRef="#ctx0" brushRef="#br0" timeOffset="34049.09">1372 7246 765 0,'0'0'115'15,"0"0"-42"-15,0 0-64 16,0 0-9-16,0 0-8 16,0 0 8-16,36 99 0 15,-15-44 0-15,-4 6 0 16,-8-3-5-16,-9-4-53 15,0-4-60-15,-9-16-74 16,-5-12-352-16</inkml:trace>
  <inkml:trace contextRef="#ctx0" brushRef="#br0" timeOffset="34400.41">1675 7343 767 0,'0'0'121'16,"0"0"-49"-16,0 0-62 15,0 0-10-15,0 0-7 16,0 0 4-16,23 60 3 16,-7-28 4-16,2-1-4 15,3-5-10-15,9-8-23 16,6-11 3-16,3-7 17 15,-1-6-4-15,-2-19 0 16,-3-7 3-16,-14-2 9 0,-13 3 5 16,-6 2 2-1,-12 5 15-15,-25 6-6 0,-17 5-7 16,-13 7-3-16,3 3-1 16,22 3 1-16,24 3-5 15,18 14-62-15,26-5-108 16,23-5-296-16</inkml:trace>
  <inkml:trace contextRef="#ctx0" brushRef="#br0" timeOffset="38063.07">749 8366 538 0,'0'0'87'0,"0"0"63"15,0 0-75-15,0 0-29 16,0 0-4-16,0 0-18 16,-12-58-11-16,12 58-7 15,0 0-6-15,0 0-2 16,0 5-5-16,0 15 1 16,0 15 6-16,0 7 1 15,0 7 1-15,0 0-2 16,0-3-3-16,0-6-26 15,0-7-22-15,0-11-58 16,3-15-103-16,8-7-349 16</inkml:trace>
  <inkml:trace contextRef="#ctx0" brushRef="#br0" timeOffset="38494.17">964 8345 566 0,'0'0'142'0,"0"0"-28"0,0 0-79 16,0 0-22-1,0 0-1-15,0 0-3 0,88-51-3 16,-58 51-5-16,-2 0-1 15,-3 6-1-15,-1 11 0 16,-9 7 1-16,-12 6-6 16,-3 6-2-16,-10 6 5 15,-17 4-7-15,-3-4-31 16,3-9-19-16,2-10 28 16,13-10 27-16,4-9 5 15,7-2 3-15,1-2 21 16,0 0 23-16,12-9-18 15,12-6-21-15,4-2-6 16,6 0 4-16,1 1-2 16,-1 4-2-16,-4 2-1 0,-9 2 1 15,-5 6-4-15,-6 2 2 16,-5 0-47-16,1 0-60 16,-6 0-16-16,0-5-264 15</inkml:trace>
  <inkml:trace contextRef="#ctx0" brushRef="#br0" timeOffset="38704.94">1404 8289 865 0,'0'0'64'16,"0"0"-34"-16,0 0-30 15,0 0-6-15,0 0-2 16,0 0-11-16,45 21-23 16,-18-14-46-16,2-7-97 15,-2 0-266-15</inkml:trace>
  <inkml:trace contextRef="#ctx0" brushRef="#br0" timeOffset="38915.1">1650 8068 688 0,'0'0'201'0,"0"0"-119"15,0 0-69-15,0 0-13 0,0 0-10 16,0 100 7-16,0-32 3 16,0 7 3-16,0 2 2 15,0-4-5-15,0-1 0 16,0-7-10-16,0-11-79 15,0-16-91-15,0-17-336 16</inkml:trace>
  <inkml:trace contextRef="#ctx0" brushRef="#br0" timeOffset="39081.84">1862 8586 853 0,'0'0'90'0,"0"0"-67"16,0 0-23-16,0 0-7 16,0 0-33-16,0 0-94 15,66 4-219-15</inkml:trace>
  <inkml:trace contextRef="#ctx0" brushRef="#br0" timeOffset="44347.9">4914 6846 110 0,'0'0'38'0,"0"0"-38"15,0 0-28-15,0 0 21 16,0 0 0-16,0 0 5 16,0 0-4-16,-5 0 6 15,4 0 1-15,-1 0 38 16,1 0 37-16,-1 0-4 15,1 0 31-15,-1 0-30 16,2 0-27-16,0 0 12 0,0 0-39 16,0 0-12-16,0 0-5 15,0 0-1-15,0 0 6 16,0-1 8-16,0 1 12 16,-3 0 24-16,3-1 0 15,0-2-13-15,-3 0 2 16,3-1-24-16,-4 2-11 15,4-1 19-15,-1 2-5 16,1 0-11-16,-2 1-6 16,0 0 1-16,2 0-3 15,-1 0 2-15,1-2 0 16,-2 2-1-16,2-1 0 16,0 1 1-16,0 0-1 15,0 0-1-15,0 0 1 0,0 0-1 16,0 0 0-16,0 0 0 15,0 0 0-15,0 0 0 16,0 0 0-16,0 0 0 16,0 0 0-16,0 0 0 15,0 0 0-15,0 0 0 16,0 0 1-16,0 0-1 16,0 0 0-16,0 0-1 15,0 0 1-15,0 0 0 16,0 0-2-16,0 0 1 15,0 0-1-15,0 0-6 16,0 0 3-16,0 0-8 0,-1 8-7 16,-2 5 14-16,-2 11 6 15,-1 4-2-15,-1 6 1 16,-2 5 2-16,0 2-1 16,0 1 0-16,0 1 0 15,4 1-13-15,4-2-42 16,1-4 3-16,0-2-29 15,0-7 16-15,0-6-5 16,9-7-3-16,3-9 40 16,0-7 19-16,4 0 14 15,-4 0 5-15,-1-12 27 16,1-3 24-16,-5-1 15 16,-1-1-11-16,-3 2-29 0,-1-1 10 15,-2 0-12-15,0 2-6 16,0-1 20-16,-5 1-24 15,-8 1-4-15,-4 1-14 16,-1 2 11-16,2 4-12 16,4 3 0-16,6 2-3 15,0 1-25-15,3 0-17 16,2 0 5-16,1 0-15 16,0 0 8-16,0 0 11 15,0-4 11-15,7-1 15 16,8-2 10-16,6-6-11 15,3 2 9-15,3-1 2 16,3 0 0-16,-1 1 0 0,-2 1 0 16,-3 1 0-1,-5 4 0-15,-5-1 0 0,-7 3 3 16,-3 3 0-16,-1-3 32 16,-3 3 24-16,0 0 24 15,0 0-23-15,0 0-29 16,0 3-31-16,0 14-4 15,-5 6 4-15,-4 5 2 16,6 2-2-16,3 0-4 16,0-4-23-16,0 2-9 15,9-8-1-15,12-1 6 16,1-10 18-16,2-9-14 16,-2 0 27-16,2-8 0 0,-2-12 5 15,-5-6 16-15,-1-3 40 16,-7 0 26-16,-6 0-38 15,-3 4-18-15,-1 3 5 16,-20 3-24-16,-13 8-8 16,-1 9-4-16,-4 2-32 15,10 12-60-15,13 8-95 16,12-8-164-16</inkml:trace>
  <inkml:trace contextRef="#ctx0" brushRef="#br0" timeOffset="47638.91">4493 7870 331 0,'0'0'227'0,"0"0"-163"16,0 0 25-16,0 0-14 15,0 0-6-15,0 0-35 16,0 0-24-16,0-21-10 15,0 21-3-15,0 11-5 16,0 12 3-16,3 14 5 16,-2 10 0-16,-1 6 3 15,0 0-1-15,0-2-2 0,-4-7-19 16,-2-6-36 0,0-8-4-16,0-6-51 0,3-10-79 15</inkml:trace>
  <inkml:trace contextRef="#ctx0" brushRef="#br0" timeOffset="48243.81">4814 7897 258 0,'0'0'202'0,"0"0"-56"15,0 0-26-15,1-77-45 16,-1 61-20-16,0 7-39 16,-6 4-9-16,0 3-7 15,-6 2-4-15,-3 0-9 16,-7 16-15-16,0 7 14 0,2 3 4 16,6 7-11-1,9 1 15-15,5 3 0 0,0 5-3 16,4 4 4-16,11-1 0 15,0 0 4-15,3-7-1 16,-4-8-3-16,0-7 5 16,-6-13 0-16,-7-3-2 15,-1-5 6-15,0-2-1 16,-3 0 30-16,-14 0-16 16,-8 0-3-16,-3 0-4 15,4 0-6-15,5-9 1 16,7-9 20-16,9-7 3 15,3-7-25-15,9-7-3 16,20-2-4-16,9-4 3 16,1 4-4-16,-2 7-5 0,-3 6 0 15,-4 6-12-15,-7 8-40 16,-5 6-40-16,-11 5-47 16,-7 2-251-16</inkml:trace>
  <inkml:trace contextRef="#ctx0" brushRef="#br0" timeOffset="48432.5">4969 7949 701 0,'0'0'170'15,"0"0"-99"-15,0 0-52 16,0 0-19-16,0 0-4 15,0 0-62-15,24-7-38 16,-11 7-51-16,3-7-195 16</inkml:trace>
  <inkml:trace contextRef="#ctx0" brushRef="#br0" timeOffset="48650.95">5157 7764 617 0,'0'0'133'0,"0"0"-13"16,0 0-78-16,0 0-35 0,0 0-7 16,0 0-2-16,3 104 2 15,2-49 3-15,3 11 1 16,-2 6-1-16,2 3-3 16,-5-3-24-16,-3-8-42 15,0-16-114-15,0-15-192 16</inkml:trace>
  <inkml:trace contextRef="#ctx0" brushRef="#br0" timeOffset="48801.73">5331 8303 834 0,'0'0'105'15,"0"0"-43"-15,0 0-42 0,0 0-20 16,0 0-2-16,0 0-45 15,15-7-36-15,-12 18-53 16,-3-3-164-16</inkml:trace>
  <inkml:trace contextRef="#ctx0" brushRef="#br0" timeOffset="51467.07">7130 6827 262 0,'0'0'191'15,"0"0"-56"-15,0 0-41 16,0 0 20-16,0 0-27 16,0 0-49-16,-27-53 4 15,27 43-19-15,0 0-2 16,0 1-7-16,0-3-7 0,4-1-5 15,9 3-2 1,3-4-1-16,5 5-2 0,0 4 2 16,2 0-7-16,-4 4-3 15,-5 1-5-15,-5 0 3 16,-4 3-18-16,-2 9-4 16,-3 5 7-16,0 5 2 15,-5 2 16-15,-10-1 8 16,-1-3 2-16,2-2 1 15,3 2 1-15,6-2 0 16,5-1-2-16,0 1-2 16,0-2 2-16,8 0 0 15,2 2 2-15,2 1 0 16,-3-1-1-16,-2-1-1 16,-5-1 0-16,-2-4 0 0,0 2-2 15,-5 0-1-15,-9-3 2 16,-6 2 1-16,4-4 0 15,0-4 4-15,2-1-3 16,8-2-1-16,1-2-9 16,5 0-14-16,0 0-11 15,17-18-101-15,16-11-192 16</inkml:trace>
  <inkml:trace contextRef="#ctx0" brushRef="#br0" timeOffset="51768.72">7402 6832 360 0,'0'0'127'0,"0"0"-31"16,0 0-15-16,0 0-15 15,0 0-21-15,0 0-45 16,-29 17 0-16,29 7 0 16,0 5 4-16,7-2 0 15,6 3-3-15,4-2 2 16,0-2-3-16,2-8 0 15,-6-11-12-15,-2-7-3 16,-2 0 15-16,-6-10 17 16,4-15 43-16,-5-4-35 15,-2-3-7-15,0 4 2 16,-6 2-10-16,-15 1-10 0,-3 6-1 16,0 7-2-1,5 7-31-15,10 5-47 0,9 0-89 16,0 5-197-16</inkml:trace>
  <inkml:trace contextRef="#ctx0" brushRef="#br0" timeOffset="58564.48">6998 7715 81 0,'0'0'79'0,"0"0"-27"15,0 0-6-15,0 0-2 0,0 0 0 16,0 0-21-16,0 0 2 16,0-5 14-16,0 2-18 15,0 2 17-15,0-1 23 16,0 0-17-16,0 0-9 16,0 0-4-16,0-1 23 15,0-1-6-15,0 1-8 16,0-2-11-16,0 1 8 15,0-1-12-15,0 2 3 16,0 3-4-16,0 0-10 16,0 0-10-16,0 0-4 15,0 0 0-15,0 0-10 16,0 19 0-16,7 11 7 0,-3 10 1 16,-4 4 2-1,0 2 0-15,0 1 0 0,-2-4-6 16,-5-6-14-16,0-6-21 15,1-7-36-15,-1-2 12 16,2-6-28-16,-1-11-34 16,3-5-118-16</inkml:trace>
  <inkml:trace contextRef="#ctx0" brushRef="#br0" timeOffset="59174.15">7239 7703 274 0,'0'0'156'0,"0"0"-114"16,0 0 2-16,0 0 13 16,0 0-20-16,0 0-5 15,-33 92-7-15,25-58 0 16,-2 2 15-16,4-1-23 16,2 0-13-16,2-5-2 15,2-4 0-15,0-4-2 16,0-7-3-16,6-8-33 15,10-7 3-15,4 0 22 0,5-23 9 16,4-7 0 0,-4-2 1-16,-1-2 1 0,-9 3 30 15,-9-1-3-15,1 6 50 16,-7-1-49-16,0 5 23 16,-16 2-4-16,-11 3-35 15,-6 5-2-15,3 8-7 16,8 4-3-16,7 0-7 15,12 16-116-15,3-5-77 16</inkml:trace>
  <inkml:trace contextRef="#ctx0" brushRef="#br0" timeOffset="60792.57">7428 7814 388 0,'0'0'182'15,"0"0"-44"-15,0 0-28 16,0 0-66-16,0 0-36 0,0 0-5 16,0 0-3-16,0 0-4 15,0 0 3-15,0 0-21 16,0 0-39-16,3 0-49 15,2 0 36-15,2 0-182 16</inkml:trace>
  <inkml:trace contextRef="#ctx0" brushRef="#br0" timeOffset="61034.2">7585 7539 526 0,'0'0'95'0,"0"0"60"0,0 0-51 16,0 0-56-16,0 0-44 15,0 0-4-15,0 24-1 16,4 12 1-16,10 11 0 16,-5 9 1-16,3 3-1 15,-3-1-15-15,-2-2-47 16,-5-6-54-16,-2-11-67 15,0-9-309-15</inkml:trace>
  <inkml:trace contextRef="#ctx0" brushRef="#br0" timeOffset="61221.42">7718 7996 831 0,'0'0'110'0,"0"0"-45"15,0 0-25-15,0 0-16 16,0 0-24-16,0 0-38 16,3-10-57-16,3 23-30 15,-6-3-194-15</inkml:trace>
  <inkml:trace contextRef="#ctx0" brushRef="#br0" timeOffset="63121.48">621 9714 730 0,'0'0'142'16,"0"0"-68"-16,0 0-35 15,0 0-15-15,0 0-18 0,0 0-6 16,-24-10-3-16,24 15-3 16,0 9 5-16,0 6 1 15,3 6 1-15,3 1-1 16,3 1 1-16,-3-3-1 16,3-2 0-16,1-5-2 15,2-5-13-15,-1-5-4 16,-3-5 1-16,0-3-5 15,1 0 15-15,0-16 8 16,0-6 2-16,-2-2 1 16,-5 4 0-16,-1 3 21 15,-1 6-6-15,2 7-13 16,1 3-5-16,7 1-2 16,2 0-4-16,7 9 4 15,1 8-3-15,5 2-3 0,-1 1-3 16,3-3-4-16,-6-3-5 15,-2-1-13-15,-7-4 8 16,-6-7-3-16,-3-2-33 16,-3 0 45-16,0-2 16 15,0-21 0-15,0-7-59 16,0-2 1-16,0-3 58 16,0 4 3-16,0 5 19 15,3 1-10-15,11 4-6 16,2 4 12-16,2 0-11 15,9 5 4-15,3 1 7 0,1 5-1 16,6 4 2 0,-3 2-2-16,-4 0-3 0,0 8-2 15,-9 12-3-15,-6 8-9 16,-11 5 1-16,-4 2 3 16,0 1-2-16,-16-6-2 15,1-5-19-15,7-10-14 16,1-6-32-16,4-6 17 15,2-3 43-15,-3 0 5 16,2-16 7-16,-3-9-2 16,2-9 3-16,2-5 1 15,1-6 46-15,0 3-10 16,0 3-13-16,3 3 11 16,9 8-29-16,4 7-12 15,1 4-1-15,0 6-1 0,-6 8 0 16,2 3-1-16,-2 0-1 15,-2 0-2-15,4 20 1 16,2 9-1-16,0 11 4 16,3 5 5-16,-6 5-1 15,-3 0-4-15,-6-2 0 16,-3-7-11-16,-6-7-126 16,-15-13-128-16</inkml:trace>
  <inkml:trace contextRef="#ctx0" brushRef="#br0" timeOffset="63589.57">1086 9766 657 0,'0'0'139'16,"0"0"-102"-16,0 0-10 16,85-37 13-16,-47 31-12 15,6-2-15-15,1 3-8 16,3-4 0-16,0-1-5 15,1-5 0-15,-6-5 0 16,-6 0 1-16,-6 2-1 16,-9 4 2-16,-11 5-2 15,-5 4 2-15,-4 5-1 16,1 0-1-16,1 0-4 16,5 0 3-16,6 0 0 0,4 0 1 15,4 0 0 1,2 0 0-16,2 0 0 0,-5 0-2 15,-8 0-4-15,-4-5 1 16,-7 1 4-16,-3-1 1 16,0-4 4-16,0 1-3 15,-13-1 6-15,-4 3-2 16,-3 6 12-16,-1 0-14 16,0 12-3-16,3 13-1 15,4 6 1-15,7 3 1 16,7 2-1-16,0-4-2 15,21-3-3-15,12 0-9 0,8-10-10 16,6-6 2 0,3-11-25-16,4-2-72 0,-3-17-6 15,-5-17-241-15</inkml:trace>
  <inkml:trace contextRef="#ctx0" brushRef="#br0" timeOffset="63954.22">2088 9440 734 0,'0'0'166'0,"0"0"-149"16,0 0-16-16,0 0-2 15,0 0 1-15,0 0 0 16,48 38 0-16,-34-24 0 16,2 0 2-16,-2-5-1 15,-3-4-1-15,-3-5 1 0,1 0 0 16,1-5 2-16,1-12 0 15,-5-2-1-15,-3 2 1 16,-3 5 5-16,0 2-4 16,-11 5 7-16,-8 5-8 15,2 0-3-15,-5 13 0 16,1 15-2-16,5 10 1 16,1 4 1-16,13 2 0 15,2-1-2-15,0-1 2 16,18-3-3-16,7-3 3 0,5-7-1 15,3-7-3-15,3-9-10 16,3-13-36-16,1 0-21 16,3-18-106-16,-4-12-351 15</inkml:trace>
  <inkml:trace contextRef="#ctx0" brushRef="#br0" timeOffset="64170.48">2520 9593 157 0,'0'0'596'0,"0"0"-565"0,0 0-30 16,0 0 31 0,0 0 6-16,0 0-27 0,86-25-5 15,-59 21-1 1,1-3-3-16,5 3-2 0,0 0-24 15,4-1-100-15,-4 1-71 16</inkml:trace>
  <inkml:trace contextRef="#ctx0" brushRef="#br0" timeOffset="64355.72">2608 9687 651 0,'0'0'116'0,"0"0"-107"15,0 0-5-15,0 0 30 16,0 0 31 0,0 0-43-16,89 6 1 0,-46-17-15 15,7-3-8-15,8-3-13 16,3-3-78-16,-12-4-284 16</inkml:trace>
  <inkml:trace contextRef="#ctx0" brushRef="#br0" timeOffset="66920.58">3402 9494 375 0,'0'0'245'16,"0"0"-76"-16,0 0-83 15,0 0-31-15,0 0-32 16,0 0-17-16,-19-19-6 16,19 19-3-16,-1 7-3 15,1 14 4-15,-2 9 2 16,2 8 0-16,0 5 2 0,0-1-1 16,0-4-1-16,0-6-8 15,0-9-11-15,5-9-5 16,5-10-8-16,5-4 27 15,3-7 5-15,7-18 3 16,-2-8 1-16,-5-1 0 16,-8 0 28-16,-7 1-8 15,-3 5 3-15,0 1-1 16,-11 3-16-16,-9 5 3 16,-6 5-6-16,1 4-7 15,4 7-3-15,8 3-14 16,7 2-14-16,6 14-70 15,0 5-7-15,13-1-55 16,11-8-202-16</inkml:trace>
  <inkml:trace contextRef="#ctx0" brushRef="#br0" timeOffset="67092.46">3664 9581 695 0,'0'0'170'15,"0"0"-85"-15,0 0-27 16,0 0-25-16,0 0-33 16,0 0 0-16,-9 0-28 15,18 6-50-15,5 4 0 0,-3-5-170 16</inkml:trace>
  <inkml:trace contextRef="#ctx0" brushRef="#br0" timeOffset="67334.8">3785 9386 706 0,'0'0'116'16,"0"0"2"-16,0 0-68 16,0 0-22-16,0 0-24 15,0 0-4-15,0 8-7 16,7 23 7-16,9 8-1 15,-2 6 2-15,-1 5 0 0,-3 1-1 16,-2-1-36 0,-2-4-32-16,-3-12-154 0,0-14-246 15</inkml:trace>
  <inkml:trace contextRef="#ctx0" brushRef="#br0" timeOffset="68293.05">4005 9489 636 0,'0'0'178'0,"0"0"-82"16,0 0-52-16,0 0-32 0,0 0-12 15,0 0-19-15,-4 31 0 16,4 2 17-16,6 2 2 16,1 1-28-16,-1-4-19 15,0-9-27-15,-1-9-23 16,0-8 51-16,3-6 26 15,2 0 20-15,1-19 8 16,7-10 4-16,-1-3 18 16,-1-2-2-16,-4 3 49 15,-5 5-13-15,-7 4-22 16,0-2 10-16,-9 6-28 0,-14 4-6 16,-6 7-13-1,-4 7-5-15,-1 0-11 0,8 21-24 16,10 6-80-1,14-3-49-15,2-2-210 0</inkml:trace>
  <inkml:trace contextRef="#ctx0" brushRef="#br0" timeOffset="68533.74">4460 9472 549 0,'0'0'296'0,"0"0"-262"15,0 0-34-15,0 0-2 16,0 0 0-16,0 0 2 16,-1 75 4-16,-10-48-4 15,-1-3-4-15,-1-3-54 16,-2-5-48-16,2-11-52 15,2-5-172-15</inkml:trace>
  <inkml:trace contextRef="#ctx0" brushRef="#br0" timeOffset="68697.52">4378 9447 275 0,'0'0'195'0,"0"0"-62"16,0 0-25-16,0 0-33 0,0 0-74 15,0 0-1-15,36-7-1 16,-21 31-5-16,4 4 4 15,-5 3-4-15,-1-1-79 16,-4-5-36-16,-3-10-210 16</inkml:trace>
  <inkml:trace contextRef="#ctx0" brushRef="#br0" timeOffset="69320.12">4638 9303 597 0,'0'0'171'0,"0"0"-38"16,0 0-54-16,0 0-43 15,0 0-36-15,0 0-3 16,0 16-7-16,0 16 10 15,6 9-2-15,1 3-6 16,0-4-26-16,-2-2-41 16,-2-8-46-16,-3-7-67 15</inkml:trace>
  <inkml:trace contextRef="#ctx0" brushRef="#br0" timeOffset="69690.11">4737 9294 780 0,'0'0'66'0,"0"0"-18"16,0 0-21-16,0 0-6 16,0 0-11-16,82-37-9 15,-58 44-2-15,-4 14-1 16,-5 7 1-16,-6 8-3 15,-6 0-9-15,-3 4-6 0,-1-5-10 16,-13-1-2 0,-1-8 7-16,3-6-4 0,3-6 0 15,4-7 19-15,4-4 9 16,1-3 1-16,0 0 22 16,0 0 63-16,6-15-27 15,18-5-54-15,7-3-5 16,5 3 0-16,6 1 0 15,1 4-2-15,-6 3-31 16,-4 7-45-16,-15 1-94 16,-18 4-281-16</inkml:trace>
  <inkml:trace contextRef="#ctx0" brushRef="#br0" timeOffset="70152.97">4588 9426 54 0,'0'0'228'0,"0"0"-30"16,0 0-49-16,0 0-1 16,0 0-47-16,0 0-39 15,2-8-27-15,-2 8-20 16,0 0-15-16,-7 17-8 16,-8 13 7-16,-2 14 1 0,-1 6-9 15,-4 1-46-15,0-7-68 16,1-9-55-16,4-14-241 15</inkml:trace>
  <inkml:trace contextRef="#ctx0" brushRef="#br0" timeOffset="70369.16">4472 9431 587 0,'0'0'226'0,"0"0"-132"15,0 0-27-15,0 0-48 0,0 0-19 16,0 0-2-16,-8-9-4 16,14 26 6-16,10 5 0 15,6 6 2-15,2-3-2 16,4-2-34-16,2 1-29 16,-2-11-118-16,-2-6-246 15</inkml:trace>
  <inkml:trace contextRef="#ctx0" brushRef="#br0" timeOffset="70864.9">5377 9258 569 0,'0'0'243'0,"0"0"-150"16,0 0-45-16,0 0-21 15,0 0-23-15,0 0-4 16,-7 6-7-16,20 26 7 16,4 11-3-16,-2 4 4 15,-2 0-2-15,-4-1 0 16,-6-3-39-16,-3-8-57 16,0-8-81-16,-12-11-174 0</inkml:trace>
  <inkml:trace contextRef="#ctx0" brushRef="#br0" timeOffset="71052.71">5246 9426 736 0,'0'0'67'0,"0"0"-62"15,0 0 37-15,82-15 27 16,-41 6-41-16,9 1-25 0,3 3-3 15,0-1-28-15,-7-2-82 16,-16-2-388-16</inkml:trace>
  <inkml:trace contextRef="#ctx0" brushRef="#br0" timeOffset="71540.13">5737 9254 642 0,'0'0'193'0,"0"0"-169"15,0 0-17-15,0 0-2 16,0 0-5-16,0 0 0 16,36 82 1-16,-21-43 0 15,-6-3 4-15,2-5-5 16,-3-8-8-16,-1-10-27 15,5-7-7-15,0-6 29 0,6-8 13 16,5-16 11-16,-1-10 20 16,-1-2 7-16,-6 0-2 15,-8 0-3-15,-4 1-1 16,-3 1-9-16,0 4 0 16,-21 5-13-16,-7 10-5 15,3 10-5-15,1 5-3 16,7 10-38-16,8 18-55 15,4 5-48-15,5-1-67 16</inkml:trace>
  <inkml:trace contextRef="#ctx0" brushRef="#br0" timeOffset="71710.71">6064 9297 765 0,'0'0'150'0,"0"0"-64"16,0 0-37-16,0 0-48 16,0 0-1-16,0 0-82 15,25-23-28-15,-13 25-153 16</inkml:trace>
  <inkml:trace contextRef="#ctx0" brushRef="#br0" timeOffset="72322.18">6240 9115 721 0,'0'0'124'0,"0"0"-124"16,0 0-3-16,-5 74 3 15,5-31 5-15,8 1-2 16,2 4 3-16,9-8-5 15,4-5-1-15,7-12-12 16,8-12-25-16,-6-11-22 16,1-2 50-16,-10-21 0 15,-3-5 7-15,-11-2 2 0,-9-1 0 16,-6 6-13-16,-29 6-73 16,-15 8-56-1,-4 5 6-15,12 5 136 0,14 1 42 16,18 0-14-16,10 0-28 15,0 0-20-15,17 0 20 16,12 0 61-16,10 0 15 16,6-8-15-16,-1-6 20 15,-8 0-4-15,-9 6-18 16,-14 3-20-16,-7 5-21 16,-6 0-9-16,0 0-9 15,0 0-3-15,0 12-3 16,0 5 5-16,3 6 1 15,3-4 2-15,4 4-2 0,5-6-19 16,12-3-17-16,6-6-30 16,8-8 22-16,4 0-1 15,-6-17 45-15,-10-10 2 16,-12-2 65-16,-9-1 52 16,-8-1-45-16,0-2-19 15,-5 7-17-15,-20 6-17 16,-8 6-15-16,-7 14-6 15,-2 0-13-15,8 24-61 16,12 3-72-16,15-4-74 16,7-5-289-16</inkml:trace>
  <inkml:trace contextRef="#ctx0" brushRef="#br0" timeOffset="72536.84">7090 9132 611 0,'0'0'173'0,"0"0"-151"16,0 0 16-16,0 0-23 16,0 0-11-16,0 0-3 15,-45 108 5-15,18-69-6 16,2-4-4-16,-1-10-83 0,6-11-77 15,3-7-171-15</inkml:trace>
  <inkml:trace contextRef="#ctx0" brushRef="#br0" timeOffset="72704.85">6917 9118 176 0,'0'0'432'0,"0"0"-311"15,0 0-86-15,0 0-35 16,0 0 0-16,0 0 0 15,79 34 3-15,-57-1-1 16,5 2 5-16,6-1-7 16,1-6-46-16,2-13-119 15,-8-7-288-15</inkml:trace>
  <inkml:trace contextRef="#ctx0" brushRef="#br0" timeOffset="72941.38">7201 8940 969 0,'0'0'44'0,"0"0"-43"16,0 0-1-16,0 0-9 15,0 0 8-15,47 82 1 16,-20-26 2-16,-5 9-2 0,-4 7 0 15,1 1-22 1,-1-8-52-16,-1-19-128 0,2-26-205 16</inkml:trace>
  <inkml:trace contextRef="#ctx0" brushRef="#br0" timeOffset="73488.61">7580 9118 717 0,'0'0'137'16,"0"0"-67"-16,0 0-44 0,0 0-5 16,38-75-5-16,-28 56-10 15,-4-2-2-15,-3-1 4 16,-3 0-8-16,0 0 0 15,0 7-2-15,-12-1 1 16,-3 7-5-16,2 3-10 16,-2 4-10-16,3 2-10 15,6 0-37-15,0 8-10 16,2 13 15-16,-1 8 59 16,-1 7 9-16,0 6-1 15,2 2 3-15,4 0-2 0,0-3 33 16,0-4 8-1,3-4-14-15,6-5 0 0,-4-5-13 16,0-8-6-16,-2-5 1 16,-3-5-6-16,0-5 1 15,0 0 0-15,0 0 1 16,0 0 3-16,0-9 9 16,-8-13 4-16,-8-5-18 15,-6-5 4-15,-2 2-4 16,3 2-2-16,8 6 16 15,8 2-2-15,5 4-15 16,2-1-3-16,21 0 0 16,9-3-8-16,5 0-4 15,4 2-4-15,2 0 0 16,-6 1-19-16,-1 1-57 0,-6-1-49 16,-11 0-382-16</inkml:trace>
  <inkml:trace contextRef="#ctx0" brushRef="#br0" timeOffset="73911.87">8125 8860 657 0,'0'0'141'0,"0"0"-56"15,0 0-29-15,0 0-25 16,0 0 0-16,0 0-18 16,0-49-11-16,0 49-2 15,0 5-9-15,0 18 4 0,6 10 1 16,0 6 4 0,-6 4 4-16,0 3-4 0,0-3-9 15,0-6-21-15,-5-3-37 16,1-8-28-16,-2-12-75 15,0-8-195-15</inkml:trace>
  <inkml:trace contextRef="#ctx0" brushRef="#br0" timeOffset="74103.8">7906 9049 582 0,'0'0'78'15,"0"0"-68"-15,0 0 34 0,0 0 72 16,83-34-68-16,-40 22-42 16,3-2-1-16,1 1-3 15,-3 1-2-15,-1-2-18 16,-3 0-123-16,-6 1-228 16</inkml:trace>
  <inkml:trace contextRef="#ctx0" brushRef="#br0" timeOffset="74732.15">8544 8768 629 0,'0'0'193'15,"0"0"-158"-15,0 0-23 16,0 0-12-16,0 0 0 15,0 0 0-15,0 96 4 16,0-54 0-16,0 1 1 16,0-5-5-16,5-10 0 15,10-11-14-15,4-13-32 16,5-4 34-16,2-10 12 16,1-14 1-16,-2-9 0 0,-6-1 3 15,-6 0 22 1,-6 2 22-16,-7 1-3 0,0 1-9 15,-10 2-21-15,-14 4-7 16,0 8-1-16,4 6-7 16,6 10 0-16,8 0-10 15,6 13-76-15,0 12-11 16,6-5-86-16,15-4-364 16</inkml:trace>
  <inkml:trace contextRef="#ctx0" brushRef="#br0" timeOffset="74893.79">8872 8853 134 0,'0'0'763'16,"0"0"-681"-16,0 0-55 16,0 0-27-16,0 0-17 15,0 0-61-15,39-1 26 16,-12 1-207-16</inkml:trace>
  <inkml:trace contextRef="#ctx0" brushRef="#br0" timeOffset="75720.58">9020 8644 810 0,'0'0'64'0,"0"0"8"15,0 0-54-15,0 0 4 16,0 0-2-16,0 0-16 16,25-69 0-16,-16 66-4 15,2 3-4-15,5 0-3 16,-1 0-21-16,4 13-19 15,-5 5-28-15,-4 2-56 16,-4 1-2-16,-6-1-54 0,3-3-18 16,-3-3 40-16,0-6 165 15,0-1 36-15,0-5 113 16,0-2 81-16,0 0-34 16,0 0-35-16,0 4-69 15,0 9-71-15,0 9-21 16,0 9 1-16,0 5 0 15,0-2-1-15,-3-3-6 16,-7-4-2-16,-2-4-8 16,0-3 0-16,3-7-7 0,3-5-7 15,4-4 16 1,-1-4 14-16,2 0 0 0,-4-8 4 16,2-8-3-16,2-2 0 15,1 0-1-15,0 1 0 16,3 5-2-16,14 0-53 15,8 2-58-15,5 3 15 16,4-1-29-16,2-2 10 16,-1 1 83-16,-12 1 34 15,-8 1 9-15,-9 3 122 16,-6-1 35-16,0 1-8 16,0 1-19-16,0 0-63 15,0 1-39-15,-2 2-21 16,2 0-16-16,0 0-5 15,0 5 2-15,0 11 0 0,2 1-7 16,14 0-11-16,5-5-5 16,10-2-3-16,3-10 22 15,2 0 7-15,-10-5 0 16,-8-9 3-16,-6-5 1 16,-7-1 12-16,-5 1-1 15,0 2-1-15,-7 2-7 16,-15 1-4-16,-7 4-3 15,4 5 3-15,9 4-3 16,8 1-2-16,8 0-54 16,0 13-39-16,9 4 5 15,12-4-107-15</inkml:trace>
  <inkml:trace contextRef="#ctx0" brushRef="#br0" timeOffset="76039.65">9688 8801 791 0,'0'0'125'16,"0"0"-88"-16,0 0-37 15,0 0 0-15,0 0-3 16,0 0 2-16,0 56 1 16,-2-33 0-16,-11-2-10 15,-2-5-39-15,-3-6-6 16,1-9-27-16,0-1-30 0,2-6 34 15,6-16-26 1,5-6 17-16,4-5 87 0,0 3 52 16,3 6 44-16,3 7 33 15,5 6 3-15,2 7-80 16,1 4-42-16,3 0-10 16,4 8-1-16,0 16-2 15,1 5 1-15,3 5 0 16,1 2-87-16,-1-9-57 15,0-10-295-15</inkml:trace>
  <inkml:trace contextRef="#ctx0" brushRef="#br0" timeOffset="79806.95">9984 8657 263 0,'0'0'143'15,"0"0"-2"-15,0 0-51 16,0 0-2-16,0 0-28 16,0 0-15-16,0 0-18 15,-5-48-2-15,4 42-6 16,1 2 1-16,-2-1 1 0,2 3-13 15,0 2 0-15,0 0-5 16,0 0-3-16,0 1-2 16,0 18-5-16,0 11 0 15,0 9 3-15,0 6 4 16,0 3 0-16,0-1 0 16,-3-4 0-16,-2-4-2 15,2-6-16-15,0-8-35 16,0-8-5-16,1-6-4 15,2-7-35-15,0-4-71 16,0-1-235-16</inkml:trace>
  <inkml:trace contextRef="#ctx0" brushRef="#br0" timeOffset="80123.54">10171 8761 634 0,'0'0'130'15,"0"0"-67"-15,0 0-7 16,0 0-33-16,0 0-23 16,0 0 1-16,-4 53-1 15,4-29 2-15,0-1-2 16,0-4 0-16,9-5-37 16,9-8-14-16,3-6 38 15,4-5 13-15,2-16 0 16,-5-7 9-16,-1 0 29 15,-8-1 4-15,-8 5 1 0,-5 0-10 16,0 5-17-16,-19 4-8 16,-16 3-7-16,-12 10-1 15,-3 2-4-15,7 17-52 16,13 3-106-16,18-2-295 16</inkml:trace>
  <inkml:trace contextRef="#ctx0" brushRef="#br0" timeOffset="81374.05">8977 8721 51 0,'0'0'196'15,"0"0"-180"-15,0 0 6 16,0 0 4-16,0 0-23 16,0 0 4-16,-14 0 50 15,11 0 44-15,-2 0-11 16,5 0-29-16,0 0-32 15,0 0-19-15,0 0-6 0,0 0-2 16,13-5 0 0,0 0-2-16,2-3 1 0,2 1-1 15,0-1 1-15,1 1 1 16,-1-1 16-16,-1 0 17 16,-1 3-5-16,1 1-16 15,-2 0-12-15,2 4-2 16,-4 0-1-16,-1 0 0 15,-4 0-8-15,-4 7 4 16,-3 3 1-16,0 3 4 16,0 4 4-16,0 2-3 15,-6 1 1-15,0-2 0 0,2-2-2 16,1-3-2-16,1-4-1 16,1-4-4-16,1-5 6 15,-2 2 1-15,1-2 2 16,-4 3 0-16,0 0-1 15,-3 1-1-15,2-1 2 16,0-1-2-16,4 0-1 16,2-1 1-16,0-1-6 15,0 2-27-15,0-1-5 16,0 1 37-16,0-1 1 16,6-1 0-16,-1 0 0 15,-2 0 0-15,1 0 0 16,0 0 1-16,1 0-1 15,6 0 1-15,-1 0-1 16,5 0 1-16,-1 1-1 0,-1 4-1 16,-1 4 0-16,-6 3 1 15,-2 2-1-15,-4 6-5 16,-4 0 6-16,-11 2 2 16,-8-1 0-16,1-3 9 15,1-4 11-15,2-5 15 16,7-4-10-16,-1 0-1 15,5-2 2-15,1-2 0 16,6-1-5-16,1 0 11 16,0 0-22-16,0 0-9 0,0 0-3 15,8-9-36-15,11-3-135 16,1-2 35-16,-1-1-238 16</inkml:trace>
  <inkml:trace contextRef="#ctx0" brushRef="#br0" timeOffset="81844.59">9382 8763 263 0,'0'0'146'0,"0"0"-11"16,0 0-54 0,0 0-20-16,0 0-11 0,0 0-24 15,-27-6-25-15,24 6-1 16,-3 3-5-16,1 11 4 15,0 1 0-15,-1 4 1 16,3 1 0-16,3 4 0 16,0-4-1-16,0-3-51 15,9-8-35-15,9-6-59 16,0-3-77-16</inkml:trace>
  <inkml:trace contextRef="#ctx0" brushRef="#br0" timeOffset="82714.94">10335 8372 600 0,'0'0'72'16,"0"0"-3"-16,0 0-32 15,0 0-26-15,0 0-2 16,105-7 1-16,-64 35-8 16,-1 12-1-16,-3 14 5 15,-10 7-2-15,-11 1 1 16,-10-1-4-16,-6-8 2 15,0-6 0-15,-11-7 2 16,-10-4-4-16,-3 0-1 0,-6-5-50 16,0-6-96-16,0-8-412 15</inkml:trace>
  <inkml:trace contextRef="#ctx0" brushRef="#br0" timeOffset="82864.56">10505 8927 824 0,'0'0'69'0,"0"0"-62"15,0 0-7 1,0 0-49-16,0 0-60 0,0 0-40 16,32 17-313-16</inkml:trace>
  <inkml:trace contextRef="#ctx0" brushRef="#br0" timeOffset="84377.94">3311 9341 31 0,'0'0'551'16,"0"0"-444"-16,0 0-20 15,0 0-66-15,0 0-21 16,0 0 0-16,-53 87 4 16,37-36 5-16,2 14-6 15,8 10 8-15,4 5-2 0,2 1-6 16,8-9-3-16,16-9-58 16,4-10-75-16,5-14 29 15,0-15-175-15</inkml:trace>
  <inkml:trace contextRef="#ctx0" brushRef="#br0" timeOffset="86415.72">393 11001 51 0,'0'0'418'16,"0"0"-313"-16,0 0-26 15,0 0 15-15,0 0-16 16,0 0-47-16,0 0-21 15,0 0-7-15,0 2 0 16,0 1-3-16,-2 6-2 16,1 5 2-16,-1 7 2 15,-1 9 0-15,-1 7 5 16,1 3-2-16,1 4 0 16,2-2-3-16,0-5-2 15,8-6-2-15,6-7-10 16,0-12-22-16,-2-7-20 15,1-5 21-15,-1-8 33 0,3-18 7 16,3-10-5-16,0-7 3 16,-3 2 1-16,-2 6 0 15,-2 9 48-15,-5 8-49 16,4 9-3-16,-1 9-2 16,2 0-3-16,5 8-2 15,3 10 5-15,-1 3-1 16,3 2 0-16,0-3 0 15,0-2-3-15,-2-3-8 16,-2-2-18-16,-1-9 0 16,-4-4-21-16,0 0 16 0,-3-14 27 15,0-10 1 1,0-6 6-16,-5 2 1 16,-4 1 1-16,0 7 4 0,0 3 11 15,0 7-5-15,0 4 19 16,-1 3 29-16,1 3-31 15,0 0-28-15,0 0-14 16,4 7 14-16,10 3 1 16,2 0-1-16,1-1-1 15,-1-4-10-15,3 0-22 16,-8-3-7-16,-1-2 2 16,-1 0-5-16,-6-14 39 15,3-8 4-15,0-8 11 16,-3-1 15-16,-1 1 38 15,-2 3 22-15,0 8-39 0,0 6-2 16,0 8-20-16,0 5-14 16,1 0-11-16,9 7-13 15,4 16 13-15,2 8 0 16,4 3 0-16,2 3 1 16,0-1-1-16,-6-3-1 15,1-3-7-15,-9-7-20 16,-5-8-26-16,-3-8 13 15,0-7 24-15,-2 0 17 16,-5-17 3-16,-1-8-3 16,1-6-15-16,-2-3 15 0,-6 1 2 15,-3 1 16 1,-1 5 23-16,5 6 11 0,8 6-20 16,3 7-17-16,3 4-14 15,0 2-1-15,5 0 0 16,10 2-4-16,4 0 3 15,2 0 1-15,-3 2 0 16,-2 3 0-16,-2-3 0 16,-7 0 0-16,-1-2-3 15,-3 0 3-15,-3 0 1 16,0 0 6-16,0 0-2 16,0 0-3-16,0 0 0 15,-3 0 1-15,3 0-2 16,-4-2-1-16,2 2-1 15,1 0 0-15,-1 0-1 0,2 0-3 16,0 0-1 0,0 0 1-16,0 0 3 0,0 0 2 15,0 0 0-15,0 0 2 16,0 0-1-16,0 0 0 16,0 0-1-16,0 0 1 15,0 0-1-15,-3 0 3 16,-3-1-2-16,-1-2 0 15,-5 0-1-15,-2-4 0 16,1 3 1-16,-2-1-1 16,6-3 0-16,2 5 1 15,5-2 1-15,2 1-2 0,0-4 0 16,9-2-21 0,8-5-5-16,5-2 13 0,-3 1-3 15,2-1 9-15,-6 3 6 16,-3 5 1-16,-4 3 5 15,-4 6 5-15,3 0-7 16,-1 15-3-16,2 16 0 16,1 9 6-16,1 9 1 15,0 1-3-15,5 5-3 16,5-5 2-16,4-4 0 16,3-7-3-16,-4-6-5 15,-3-13-13-15,-8-7-19 16,-5-8-56-16,-5-5-15 15,-2-5 16-15,0-20-224 16</inkml:trace>
  <inkml:trace contextRef="#ctx0" brushRef="#br0" timeOffset="87199.95">1091 11084 527 0,'0'0'87'15,"0"0"-63"-15,0 0-21 16,0 0 6-16,0 0 37 15,0 0 14-15,98-10-15 16,-52-8-8-16,8-5-9 16,6-4-20-16,-5-2-5 0,-7-2-3 15,-7 2 0-15,-11 3 1 16,-10 6-1-16,-9 9 2 16,-6 4 6-16,-5 7 24 15,1 0-11-15,-1 0-20 16,2 0-1-16,4 0-15 15,2 8 7-15,11 2 6 16,3-1-2-16,12-3 0 16,2-4-3-16,-1-2-6 15,-10 0-4-15,-9-2 8 16,-10-6 9-16,-6-3 2 16,0-3-1-16,-8 4-1 15,-12 1 2-15,-10 8 0 16,-4 1 6-16,-1 1 3 15,4 20-9-15,6 6-2 0,7 5 1 16,10 4-2-16,7-2 2 16,1-1-1-16,6-2 1 15,19-3-1-15,5-3-13 16,3-7-12-16,7-11-22 16,2-7-46-16,-3-1 31 15,-6-23 12-15,-2-9 34 16,-6-6 16-16,-4-5 0 15,-7-2 6-15,-2 0 36 16,-7 8 0-16,-5 9 28 0,0 10 7 16,0 11-13-1,0 5-37-15,0 3-23 0,0 0-4 16,2 3-10 0,7 11 10-16,0 3-1 0,7 0 2 15,-2-1-1-15,-1-4 0 16,-4-4 0-16,-3-3 0 15,-3-4-2-15,-3-1 2 16,0 0 4-16,0 0 7 16,-9-6-8-16,-6 0 0 15,0 0-1-15,-1 6 3 16,1 0 1-16,0 6-6 16,5 14 0-16,2 9-3 15,5 0 1-15,3 5-1 16,6 0 2-16,16 2 1 0,8-5-2 15,6 1-4 1,3-7-19-16,4-7-15 0,-4-6-44 16,-2-12-45-16,-4 0-113 15</inkml:trace>
  <inkml:trace contextRef="#ctx0" brushRef="#br0" timeOffset="87395.57">2309 10914 644 0,'0'0'162'0,"0"0"-146"15,0 0-12 1,0 0 18-16,0 0 19 0,0 0-30 16,91-11-11-16,-58 2-2 15,1 0-44-15,2-4-114 16,-6-1-166-16</inkml:trace>
  <inkml:trace contextRef="#ctx0" brushRef="#br0" timeOffset="87597.78">2406 11036 401 0,'0'0'88'16,"0"0"16"-16,0 0-34 0,0 0 19 15,0 0-31-15,0 0-32 16,100-7-12-16,-56-8-12 16,2-4-2-16,-4079-1-60 15,8158 0-83-15,-4086 0-123 16,-6 3-113-16</inkml:trace>
  <inkml:trace contextRef="#ctx0" brushRef="#br0" timeOffset="90861.15">3140 10643 541 0,'0'0'168'0,"0"0"-29"16,0 0-55-16,0 0-36 15,0 0-1-15,0 0-22 16,-33-44-6-16,33 44-19 15,0 0-1-15,0 5-10 16,0 17 4-16,12 9 5 16,1 6 0-16,-5 7-11 15,1 4-10-15,-9 2-9 16,0-3-42-16,-1-8-126 16,-15-14-262-16</inkml:trace>
  <inkml:trace contextRef="#ctx0" brushRef="#br0" timeOffset="91032.46">3250 10775 279 0,'0'0'549'16,"0"0"-462"-16,0 0-41 16,0 0-24-16,0 0-10 15,0 0-12-15,9-13-38 16,2 18-46-16,2 2-73 15,-3-5-185-15</inkml:trace>
  <inkml:trace contextRef="#ctx0" brushRef="#br0" timeOffset="91405.71">3449 10559 496 0,'0'0'253'15,"0"0"-182"-15,0 0-48 16,0 0-3-16,82-37-2 16,-54 37-13-16,-3 6-3 15,-2 14-2-15,-7 7-2 16,-11 4-2-16,-5 6-7 16,-3 6-1-16,-18-1 8 15,-3-2-21-15,-1-6-9 16,4-6 0-16,5-8-2 0,5-7 17 15,6-7 4-15,4-3 3 16,1-3-6 0,0 0 9-16,13 0 9 0,11-12 14 15,2-5 13-15,4-2 28 16,2-2-8-16,1 1-18 16,3 1-12-16,1 4-13 15,-1 3-4-15,-6 3-2 16,-8 2-70-16,-10 4-70 15,-12-1-327-15</inkml:trace>
  <inkml:trace contextRef="#ctx0" brushRef="#br0" timeOffset="91820.75">3968 10629 588 0,'0'0'60'0,"0"0"-46"15,0 0 16-15,0 0 12 16,0 0-36-16,0 0 29 16,52-3 15-16,-21-6-7 15,4-4-21-15,2 1-10 16,5-2-9-16,-2 1-1 15,-1 1-2-15,-8 1-21 16,-10 5-41-16,-10 2-38 16,-11 3 4-16,0 1-135 0</inkml:trace>
  <inkml:trace contextRef="#ctx0" brushRef="#br0" timeOffset="92073.54">4092 10383 741 0,'0'0'141'0,"0"0"-56"16,0 0-23-16,0 0-21 16,0 0-21-16,0 0-20 15,-14-48-7-15,14 70-7 16,3 14 5-16,8 11 7 15,2 8-2-15,-2 3-12 0,-2 0-8 16,1 0-19-16,-1-1-50 16,0-9-96-16,0-12-234 15</inkml:trace>
  <inkml:trace contextRef="#ctx0" brushRef="#br0" timeOffset="95674.92">5480 10260 281 0,'0'0'161'0,"0"0"-24"0,0 0-63 16,0 0-18-16,0 0-11 16,0 0-19-16,-4-27-6 15,2 25-4-15,0-2-1 16,1 3 0-16,-2-3 3 15,-1 3-12-15,0-1-1 16,-2 1-5-16,-6 1 3 16,0 0-6-16,-6 0 1 15,-3 4-5-15,-3 10-5 16,3 1-7-16,3 2 18 16,1 0-4-16,12 3-12 15,2 3 5-15,3 6 5 16,0 0-13-16,6 0-1 15,12-2-9-15,2-5-5 16,3-3 27-16,-2-2 2 0,3-2 4 16,-5 2 1-16,-4 2 1 15,-3 2-1-15,-6 3-1 16,-6-1 0-16,0 3 1 16,-10-2 0-16,-7 0 1 15,-2-4 1-15,1-6-1 16,4-6 1-16,2-5 0 15,1-3 15-15,0 0 52 16,-3-8-9-16,3-11-5 16,-1-3-17-16,3-7-13 0,9-2-12 15,0-2-12 1,0-7-1-16,16-1-16 0,-1 0 5 16,0 0-6-16,0 2 0 15,-2 3-1-15,-5 8-16 16,1 6-8-16,0 6-31 15,-6 9 14-15,-3 4-87 16,0 3-223-16</inkml:trace>
  <inkml:trace contextRef="#ctx0" brushRef="#br0" timeOffset="96430.16">4466 10459 336 0,'0'0'172'0,"0"0"-128"16,0 0-4-16,0 0-2 15,0 0-30-15,0 0 0 0,12 30 9 16,-9-11 5-16,-3 5 16 16,0 5-3-16,0 2-26 15,0 3-1-15,-3 4-7 16,-2 2 0-16,2 3-1 15,-1-1-40-15,-2-5-88 16,2-12-208-16</inkml:trace>
  <inkml:trace contextRef="#ctx0" brushRef="#br0" timeOffset="96798.88">4638 10570 570 0,'0'0'145'0,"0"0"-106"0,0 0-39 15,0 0-8-15,0 0 8 16,0 0 8-16,4 73 0 16,2-47-5-16,-2-1 0 15,4 2 0-15,3-8-3 16,2-5 0-16,1-8-30 15,6-6-9-15,1-8 32 16,2-16 7-16,-1-6 1 0,-6-3 2 16,-5 2 37-1,-8 3 21-15,-3 2-9 0,0 4-10 16,-18 3 4 0,-5 2-27-16,-7 6-15 0,2 7-3 15,4 4-1-15,8 0-3 16,12 7-28-16,4 13-75 15,0 2-1-15,10-3-70 16</inkml:trace>
  <inkml:trace contextRef="#ctx0" brushRef="#br0" timeOffset="97001.15">5003 10657 526 0,'0'0'213'0,"0"0"-69"16,0 0-49-16,0 0-30 15,0 0-21-15,0 0-36 16,-6-2-8-16,6 2-28 16,0 0-36-16,6 0-66 15,0 0-147-15</inkml:trace>
  <inkml:trace contextRef="#ctx0" brushRef="#br0" timeOffset="97732.67">5702 10397 228 0,'0'0'294'0,"0"0"-181"16,0 0-6-16,0 0-4 15,0 0-45-15,0 0-24 16,0-8-17-16,0 5-4 16,11-3-7-16,12-5-5 15,8-1 2-15,10-2-3 16,4-1-9-16,1 1-9 15,-2-3-8-15,-7 5-7 0,-8 1-5 16,-9 2-6-16,-9 4-25 16,-7 1 45-16,-4 2 15 15,-3 2-25-15,-19 0-111 16,-8 0-164-16</inkml:trace>
  <inkml:trace contextRef="#ctx0" brushRef="#br0" timeOffset="97977.76">5785 10173 568 0,'0'0'119'0,"0"0"54"16,0 0-95-16,0 0-35 15,0 0-29-15,0 0-14 16,-20-16-4-16,28 40 0 15,12 17 4-15,0 14 2 16,-1 10-2-16,-8 1-17 16,-8-2-19-16,-3-8-12 15,0-4-13-15,-6-8-96 16,-9-13-174-16</inkml:trace>
  <inkml:trace contextRef="#ctx0" brushRef="#br0" timeOffset="101345.9">6341 10154 59 0,'0'0'365'16,"0"0"-275"-16,0 0 7 16,0 0-44-16,0 0 12 15,0 0-11-15,0 0-11 16,-37-27-15-16,32 18-5 16,1 0 2-16,4-1-1 15,0-2-9-15,0 0-15 16,19-3-3-16,11 2-4 0,6 0 5 15,-4 5-2-15,-3 3-6 16,-8 5-6 0,-5 0-6-16,-5 0-1 0,-8 15-13 15,-3 3 7-15,0 7 19 16,-9 3 10-16,-12 2 0 16,3-3-1-16,2-3-8 15,5-2-35-15,6-3 19 16,5-2 0-16,0-2-8 15,0-2 14-15,8-2 12 16,3-6 6-16,0-1 0 16,-2 1 2-16,-3 3 5 15,-1-1 7-15,2 4-8 0,-4 3-2 16,-3 4 3-16,0 5-3 16,0 0 3-16,-10-1-1 15,-2-3-4-15,-4-6 2 16,-1-1-2-16,-2-5 3 15,4-5 6-15,-5-2 10 16,7 0 29-16,1 0-18 16,5 0-7-16,7-5-24 15,0-7-43-15,19-2-249 16</inkml:trace>
  <inkml:trace contextRef="#ctx0" brushRef="#br0" timeOffset="107112.18">6605 10302 442 0,'0'0'78'15,"0"0"-25"-15,0 0-4 16,0 0 28-16,0 0-9 0,0 0-29 15,0 0-1-15,11-17-4 16,-7 12-10-16,5 2-17 16,4-2-7-16,8 3-12 15,7 0-28-15,2-1-45 16,3-1-39-16,-3 1-46 16,-3-1-163-16</inkml:trace>
  <inkml:trace contextRef="#ctx0" brushRef="#br0" timeOffset="107292.8">6681 10330 338 0,'0'0'149'15,"0"0"-66"-15,0 0-21 0,0 0-17 16,0 0-29 0,0 0-1-16,36 14 15 0,-2-12-10 15,2-2-11-15,1 0-1 16,-4 0-8-16,-1-6-66 15,-9-9-33-15,-8-8-179 16</inkml:trace>
  <inkml:trace contextRef="#ctx0" brushRef="#br0" timeOffset="107518.48">7011 10033 687 0,'0'0'147'16,"0"0"-52"-16,0 0-58 16,0 0-37-16,0 0-5 15,0 0 5-15,5 73 2 16,-3-27-1-16,1 5 1 16,0 7-2-16,-3 6-31 15,0-5-57-15,-3-13-104 16,-9-19-234-16</inkml:trace>
  <inkml:trace contextRef="#ctx0" brushRef="#br0" timeOffset="107821.21">7133 10135 839 0,'0'0'61'16,"0"0"-40"-16,0 0-21 15,0 0-4-15,0 0 0 16,0 0 4-16,45 77 0 16,-20-41 4-16,3-3-4 15,0 0-7-15,1-9 3 16,-9-7 1-16,-7-8 2 16,-9-4 2-16,-2-2-1 0,-2-3 0 15,0 0 8 1,-9 5 5-16,-20 4 6 0,-12 6-16 15,-1 2-3-15,3-2-13 16,9-4-37-16,11-3-64 16,9-8-54-16,10-3-336 15</inkml:trace>
  <inkml:trace contextRef="#ctx0" brushRef="#br0" timeOffset="108027.59">7178 10120 479 0,'0'0'123'15,"0"0"-51"-15,0 0-53 0,0 0-19 16,0 0-8-16,0 0 8 16,50-8 2-16,-11 3 3 15,2 1-5-15,0-1 0 16,-5-3-65-16,-6-3-207 15</inkml:trace>
  <inkml:trace contextRef="#ctx0" brushRef="#br0" timeOffset="108435.63">7436 10076 586 0,'0'0'74'16,"0"0"-71"-16,0 0-3 15,-3 93 3-15,3-69 2 16,0-4-3-16,0-7 2 16,3-7-2-16,4-5-1 15,2-1 4-15,5-12 3 16,2-16 1-16,6-13-9 16,-2-1-5-16,-4 0-18 15,-4 2 5-15,-5 9 18 16,-2 1 3-16,-4 4 2 15,-1 7 13-15,3 3 0 16,-1 3 16-16,1 6 27 16,0 2-16-16,-1 5-12 15,0 0-31-15,3 2-2 16,4 17-3-16,-3 11 2 0,-3 13 2 16,-3 13-1-16,0 6 1 15,-6 7-1-15,-3 2 0 16,6 3-1-16,3-4 0 15,0-3-32-15,0-8-53 16,10-16-27-16,5-17-215 16</inkml:trace>
  <inkml:trace contextRef="#ctx0" brushRef="#br0" timeOffset="108740.23">7718 10386 803 0,'0'0'45'0,"0"0"-45"16,0 0-1-16,0 0 1 15,0 0 1-15,0 0 1 16,71 95-1-16,-44-71 0 16,1-5-1-16,7-8-5 15,2-11-39-15,3 0-5 16,-2-21 36-16,-7-12 5 15,-9-4 8-15,-10-2 7 16,-9 3 47-16,-3 2-19 16,-6 4-11-16,-24 6 9 15,-9 11 0-15,-11 13-28 0,-2 2-5 16,13 22-45-16,14 3-157 16,25-4-145-16</inkml:trace>
  <inkml:trace contextRef="#ctx0" brushRef="#br0" timeOffset="111880.74">593 11849 114 0,'0'0'108'15,"0"0"-43"-15,0 0-26 0,0 0 30 16,0 0-35-16,0 0-4 16,20-44 9-16,-10 36 18 15,7-1-13-15,6-2-19 16,7-2-3-16,11 0-2 16,10-2-7-16,9 1-8 15,9-3-1-15,9-2-3 16,9-2-1-16,5-2 0 15,7-4 0-15,0 2 0 16,0-1-1-16,1 1 0 16,6-3 1-16,0 4-1 0,1 2 0 15,1 1 1 1,-6 2 0-16,-5-1 0 0,-4 3-1 16,-5 0 1-16,-4-2 0 15,7 2 1-15,-2 0-1 16,-1 2 1-16,-4-1-1 15,-3 1 0-15,-3 0-2 16,-2 4 2-16,2-2 1 16,-5 2-1-16,-7 0-1 15,-1 1-6-15,-5 1 0 16,-5-3 4-16,-4 3 3 16,-5-2 0-16,-4 2 0 0,-1 1 0 15,-3 2 0 1,2 1 0-16,3-2 0 0,7 3 0 15,5-2 0-15,3 1 0 16,3-1 0-16,2-1 0 16,1-2 0-16,0-1-1 15,0 0 2-15,-3 1-2 16,-4-2 1-16,-5 3 0 16,-4 0 0-16,-3 1 0 15,-4-1 1-15,0-1 1 16,2-1-2-16,-2 1 0 15,-5 2 1-15,-5 0-1 16,-1 1 0-16,-4 1 0 16,-1 1 0-16,-2 1 0 15,-4 1 0-15,-1 0 0 0,-9 2 0 16,1 0 0-16,-4 0 0 16,-2 0 0-16,1 0 0 15,-5 0 0-15,3 0 0 16,-3 0-1-16,0 0 1 15,0 0 0-15,0 0 0 16,0 0 6-16,0 0 5 16,0 0 10-16,0 0-13 15,0 0-4-15,3 0-4 16,-1 0-5-16,1 0 5 16,0 0 2-16,0 0-2 15,-3 0 0-15,1 0 0 0,-1 0 1 16,0 0 1-1,0 0 4-15,2 0-6 0,1 0-1 16,2 2 1-16,3 3 0 16,1 3 0-16,6-1 1 15,3 3 0-15,6-1-1 16,5 0 0-16,6-1-1 16,8-2 1-16,0-2 0 15,1 0 0-15,3-1 1 16,-2-2-1-16,0 2 0 15,1-2 0-15,2 2 1 16,5 0-1-16,2-2 0 16,1-1 2-16,1 0-4 15,-1 0 2-15,-1 0 0 16,2-4 0-16,-2-2 0 0,3-2 0 16,-4 1 2-16,1 1-2 15,-1 0 1-15,-2 1-1 16,5 1 1-16,0-1 0 15,4-2-1-15,0 3 2 16,4-2-2-16,-4-1-1 16,-5 0 0-16,4-3 0 15,2 2 1-15,2-4 0 16,-1 2 1-16,-1 0-1 16,3-1 0-16,-1 2 1 15,1-1-1-15,0 1-1 16,-3 0 1-16,-2-1 1 0,-3 2 0 15,-5-2-1-15,-6 0 0 16,-3 1 0-16,-1 1 0 16,0-1 0-16,1 1 2 15,2 2-2-15,1-1 0 16,-1 0 1-16,-1 1-2 16,-6 0 1-16,-1-3 0 15,-1 5 0-15,-9-4 1 16,3 1-1-16,-5 0 1 15,2-1 5-15,0-1 7 16,1 1-5-16,0 1-4 16,-2 0-1-16,3 1 0 15,-2 1-3-15,-4-1 0 0,-2 3 1 16,-8-2 0-16,-5 3 9 16,-4 1 32-16,-4 1 12 15,0 0 0-15,0 0-28 16,0 0-10-16,0 0-8 15,0 0-4-15,0 0-3 16,0 0-1-16,0 0 1 16,0 0-1-16,0 0-3 15,0 0 3-15,0 0 1 16,0 0-1-16,0 0-13 16,0 0-16-16,0 0-69 15,-9 3-94-15,0-3-147 0</inkml:trace>
  <inkml:trace contextRef="#ctx0" brushRef="#br0" timeOffset="112511.39">8282 9624 296 0,'0'0'112'0,"0"0"-32"16,0 0-22-16,0 0-10 16,0 0-18-16,0 0-30 15,11-5-1-15,-6 37 1 16,-4 16 1-16,-1 13 30 16,0 14 17-16,0 7-24 15,6 7-11-15,5-3-7 16,6-5-3-16,6-8 2 15,-2-11-1-15,3-7-1 16,-2-8-1-16,-1-13-1 16,-6-9 2-16,-2-10-1 15,-5-6-2-15,-5-9 4 0,-3 0 0 16,0 0 12 0,0 0 20-16,0-9-36 0,-3-11-75 15,-22-5-374-15</inkml:trace>
  <inkml:trace contextRef="#ctx0" brushRef="#br0" timeOffset="115188.76">8208 9637 206 0,'0'0'77'0,"0"0"-11"15,0 0-17-15,-89 7-12 16,64-3-18-16,-5-3-8 16,0 1-4-16,-3 1-4 15,2 0 5-15,-1-3-4 16,1 0 18-16,1 0 11 16,0 0 11-16,-1 0-14 15,-4 3-21-15,0-2-6 16,-4 3-2-16,-1-1 0 15,3-1-1-15,-4-1 2 16,2 2 0-16,1-3 2 16,2 3 0-16,-4-1 3 15,3-1-3-15,-4 4 1 0,-5-1 1 16,-3 3-6-16,-3 1 1 16,-5 2 0-16,-1 2-1 15,-3-3 0-15,-5 1 1 16,-1-2 2-16,-2-1-3 15,-2-4 0-15,0 1 0 16,1 1 1-16,-1-1 1 16,1 2 2-16,-1-2-4 15,2 1 2-15,4 0-2 16,4-2-1-16,1-1 1 16,4 0 0-16,-2-1 1 15,-2 1 4-15,6 0 0 0,-1 0 3 16,3 1-2-1,4-1-1-15,-1-2 3 0,-2 0 9 16,3 0-10-16,-4 0-1 16,0 0-4-16,4 0 2 15,2 0-2-15,1 0 1 16,2 3 0-16,-3 1-3 16,1 2 1-16,2 1 0 15,-2 0-1-15,2 0 1 16,1 0-1-16,-1-2 0 15,6 2 0-15,-1-1-1 16,-3-2 1-16,0 3 0 16,-2 0 0-16,-3 1 1 0,-5 0-1 15,-3 3 0 1,-4 0 0-16,-3 0 0 0,-2-1 0 16,-2 1 0-16,6 0 1 15,1-2 0-15,3-1-1 16,0 1 2-16,9-4-2 15,3 2 6-15,4-2-4 16,3-1-2-16,0 2 3 16,2-1-3-16,1-2-1 15,0 1 1-15,0 1 1 16,-1-3-1-16,1 1 0 16,2 2 0-16,1-2 0 15,-1 1-1-15,-1 3 1 16,1 0 0-16,-5 0 0 0,-5-1 0 15,-4 3 0-15,-7 1 0 16,-5 2 0-16,-3 0-2 16,-4 1-4-16,-3-2 1 15,0-1-2-15,-6 0 6 16,3-1 1-16,1 1 0 16,1 0 2-16,5 2 1 15,2-5-2-15,0 4 1 16,-2-1-2-16,5 0 0 15,0 0-1-15,4-2 1 16,3 2 0-16,1-1 1 16,0-2-3-16,1 3 2 15,0-3 0-15,-2 3 1 0,5-4-1 16,-2 2 0-16,2 0 0 16,-2 1 0-16,-1 0 2 15,-3 1-2-15,-2 2-1 16,3-2 0-16,-2-1 1 15,-1 1 0-15,9-2-1 16,-1 1 1-16,9-1 0 16,-1-1 1-16,2 1-1 15,-2 1 0-15,2-3 0 16,-4 4-5-16,2-3-4 16,1 1-2-16,1 0-2 15,2-1 5-15,0 2 3 0,-2-2 4 16,0 2 1-16,2-1 0 15,3 0 0-15,1-3 1 16,4 1-1-16,6 0 0 16,3-2 0-16,2 3 0 15,0-1-2-15,2 1-27 16,-2 0-13-16,0-2-1 16,0 1 5-16,0-1-8 15,-4 1 27-15,1-1 11 16,-6 1 1-16,2 1-5 15,-6 1 8-15,5-4 4 16,5 0 5-16,7-2 3 16,7-2 11-16,4 0-7 0,0 0-12 15,0 0-3 1,0 0-1-16,0 0 4 0,0 0 1 16,0 0 1-16,-1 0 2 15,-4 3-1-15,-7 1-3 16,-1 1 0-16,-2 0-1 15,-4-2 1-15,8 1 3 16,-4-1-2-16,3-1 0 16,-3 1 1-16,2-2 1 15,-2 2-1-15,-4 0 3 16,5 2-4-16,-4-2 0 16,-1 0 0-16,7 0 0 15,1-2-1-15,6-1 5 16,0 0-4-16,5 0 20 0,0 0-8 15,0 0-8-15,0 0-3 16,0 0 2-16,0 0-1 16,0 0 13-16,0 0 19 15,0 0 1-15,-3 0-27 16,-3 0 1-16,3 0 3 16,-1-1 10-16,4-2 4 15,0 2-7-15,0 1-9 16,0 0-1-16,0 0-10 15,0 0-2-15,0 0-5 16,0 0-13-16,0 7 13 16,0 6 7-16,2 4 1 15,3 2-1-15,-2 7 0 0,6 3 0 16,0 4 0-16,3 5 0 16,4 2 0-16,2 4 0 15,3-1 2-15,0 2 2 16,-5-2-4-16,-5-3 0 15,-1-1 1-15,-1 1-1 16,-4 0 3-16,-2-4 1 16,0 1-1-16,1-3-2 15,0-5-1-15,2 1 2 16,2-2-2-16,4-1-1 16,-2-3 1-16,1-1 1 15,-1-3 0-15,-1-3-1 16,-1 0 1-16,-4-3-1 0,-1 3 0 15,-1 3 0-15,-2-4 1 16,0 2-1-16,0 1 3 16,0-2-2-16,-2 0 0 15,-4-2 0-15,3-1-1 16,1-4-4-16,-2 0 0 16,4-1 2-16,-3-2-3 15,0-3 5-15,3-3 0 16,0-1 0-16,0 0 3 15,0 0 2-15,0 0 2 16,0 0-3-16,0 2 7 16,0-2-1-16,0 0-4 0,0 0-4 15,0 0-1 1,0 0 0-16,0 0 3 0,0 0-4 16,0 0 4-16,0 0 4 15,0 0 4-15,0 0-6 16,0 0-5-16,0-3-1 15,0 0 2-15,0 2-4 16,0-3-66-16,0-1-91 16,0-5-171-16</inkml:trace>
  <inkml:trace contextRef="#ctx0" brushRef="#br0" timeOffset="116688.69">545 10671 270 0,'0'0'101'0,"0"0"1"15,0 0-50-15,0 0-33 0,0 0-16 16,0 0-3-16,0 0 2 15,-81 6 2-15,59 3 1 16,-2 3 3-16,-4-2 0 16,-2 5-7-16,7-3-1 15,-2 0-5-15,6 2-2 16,2-4-15-16,2-2 1 16,6-1 16-16,5 0 3 15,-3-6 1-15,5 1 1 16,-1-1 2-16,0-1-1 15,3 0 13-15,0 0 15 16,-3 2-10-16,3 1-19 16,-3 2 0-16,0 1 3 15,-2 0-3-15,-3 2 0 16,3-2 1-16,0-3-1 0,1 3 1 16,3-5-1-16,-2 2 0 15,1-2 0-15,-1 2 3 16,0 0-1-16,3 4-1 15,-4 1 0-15,1 4 0 16,0 5 2-16,-2 6 0 16,-1 4 2-16,0 7 8 15,-2 3 9-15,8 6-3 16,0 3-9-16,0 3-4 16,0 4-3-16,10 0 2 15,5 0-4-15,4 0 1 16,-2-4 0-16,2 2-2 0,-1-2 0 15,-3-6-4-15,-7-2-1 16,5-7 3-16,-9-7 2 16,1-4 0-16,-4-3 0 15,4-3 0-15,-1-2-1 16,2-1 1-16,0-5-1 16,0-1 0-16,0-2 0 15,-3-3 1-15,-2-2 0 16,1 1-2-16,-2-2 2 15,0 0 0-15,0 0 3 16,0 0-1-16,0 0-1 16,0 0-1-16,0 0 0 15,0 0-1-15,0 0-4 0,0 0 5 16,0 0 0 0,0 0 2-16,0 0-2 0,0 0 1 15,0 0 0-15,0 0-1 16,0 3-1-16,0-1 1 15,0-2 1-15,0 2-1 16,3-2 0-16,-2 0 0 16,1 0 1-16,-1 0-1 15,1 0 5-15,1 0 20 16,-2 0-3-16,1 0-20 16,1 0 2-16,1 0-4 15,1 0 0-15,-2 0-4 0,1 0-5 16,-1 0 2-16,-1 0 5 15,2 0-2-15,-4 1 2 16,0 1 2-16,3-1 0 16,-1 2 0-16,1 0 0 15,0 1 0-15,0-1 0 16,4-2 0-16,5-1 0 16,6 0 1-16,4 0 0 15,7-4 2-15,2-6-1 16,2-1-2-16,5-1 0 15,0 1 1-15,2 1 0 16,3-2 0-16,-4 2-1 16,-3-1 3-16,-5 2-2 0,-14 5 5 15,-7-1 2-15,-7 5 10 16,-1 0 15-16,-2 0 14 16,0 0-5-16,0 0-20 15,0 0-16-15,0 0-6 16,0 0 0-16,0 0-10 15,0 0-27-15,-2 5-22 16,-1-1-37-16,3-1-51 16,-3-1-171-16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3:53:38.7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2305 6358 150 0,'0'0'35'0,"0"0"-1"16,0 0 34-16,0 0-23 15,0 0 73-15,0 0-101 16,0 0-5-16,0 0 0 16,-26-24 12-16,24 23 37 15,0-2-28-15,-1 1 9 16,0 1-13-16,0 0-21 0,0 1 1 16,3 0-5-1,0 0 1-15,0 0-5 0,0 0 0 16,0 0 0-16,0 0-3 15,0 0-3-15,0 0-3 16,0 0 8-16,16 0 2 16,4 0 1-16,10 1 0 15,11 0 1-15,9 2 4 16,12 2-6-16,17 2-1 16,11-2 0-16,13-3-1 15,13-2 1-15,3 0-9 16,4 0 9-16,-7-6 0 15,-5 0 0-15,-12 2 0 16,-14 3 0-16,-14 1-1 16,-7 0 2-16,-11 0-1 0,0-2 1 15,-2 2 0 1,0 0 0-16,-3 0-1 0,-6 0-2 16,-5 0 1-16,-7 0 1 15,-8 0 2-15,-8 0-2 16,-5 0-2-16,-3 0 2 15,-6 0 0-15,0 0 16 16,0 0 21-16,0 0 22 16,0 0-10-16,0 0-20 15,0 0-5-15,0 0-9 16,0 0-5-16,0 0-4 16,0 0-5-16,0 0 1 0,0 0 3 15,0 0-5 1,-3 0 0-16,-3 0 0 0,3-3 0 15,-3 2-3-15,1 1 0 16,-2 0-11-16,2 0-9 16,-2 0-27-16,1 1-49 15,0 7-46-15,0-6-99 16</inkml:trace>
  <inkml:trace contextRef="#ctx0" brushRef="#br0" timeOffset="26591.44">401 5656 197 0,'0'0'90'0,"0"0"26"15,0 0-1-15,0 0-77 16,0 0-2-16,0 0 11 16,0 0 15-16,0 0-19 15,-25-46 7-15,21 46-18 16,4 0-3-16,0 0-15 16,0 0-14-16,0 0-6 15,0 16-7-15,0 17 8 16,0 18 5-16,0 18 0 15,-5 5 3-15,-5 2-3 16,2-10 0-16,1-11 3 0,1-13-3 16,0-13 1-16,3-12-1 15,0-7 2-15,0-10 4 16,-3 0 35-16,-2-19 5 16,-3-15-46-16,0-16-9 15,5-8-19-15,3-9-1 16,3-6-4-16,0 3 4 15,9 5-37-15,7 10 27 16,4 11 0-16,1 10-19 16,-3 9 16-16,6 6 40 15,-2 12 2-15,2 7 0 0,-3 0 0 16,3 14-1-16,-8 12-2 16,-9 4 0-1,-7 4 3-15,0 4 0 0,-7-1 0 16,-12 2 0-16,-5-3 0 15,-3-5 1-15,0-3 0 16,0-7 0-16,2 0 6 16,4-6-2-16,9-2 2 15,2-4-5-15,7-1 0 16,3-2-1-16,0 4 0 16,13-3 0-16,9 3 3 15,10-1 14-15,5-1-4 16,2 1 4-16,-2-1-10 15,-4 3-5-15,-2 4-3 16,-10 5-2-16,-10 6-70 16,-11 0-158-16</inkml:trace>
  <inkml:trace contextRef="#ctx0" brushRef="#br0" timeOffset="27288.76">580 6111 320 0,'0'0'84'16,"0"0"-13"-16,0 0-4 16,0 0-22-16,90-91-2 0,-72 61-6 15,3-6-27-15,-7 2-8 16,-6 2 6-16,-8 6 16 15,0 9-11-15,-16 10-8 16,-11 7-5-16,-1 0-8 16,-1 15-3-16,7 7 8 15,10 3 0-15,12 0 0 16,0 1-3-16,18 3 0 16,16-2 2-16,10-6 4 15,14-11 0-15,4-10 1 16,-2-9 2-16,-9-17 2 15,-5-6-3-15,-9-5-2 16,-10 1-29-16,-11-2-1 16,-8 3 23-16,-8 6-2 0,0 4-16 15,0 8 1-15,-9 6 6 16,3 6 18-16,4 5 7 16,2 0-5-16,0 0 0 15,8 0-2-15,8 0 4 16,3 7 8-16,1-2-7 15,1-2-4-15,-5-3 9 16,2 0 34-16,-4-10 15 16,-5-1-29-16,-2 0-15 15,-7 3 9-15,0 2 17 16,0 1-21-16,-16 5-20 0,-11 0-4 16,-9 8 3-1,5 17 1-15,2 0-1 0,13 3-1 16,9 0-2-16,7-2-1 15,0 3 3-15,8-5 2 16,11 1 1-16,10-8-1 16,6-5 0-16,6-11 1 15,12-1-1-15,3-9 0 16,5-17 0-16,-4-1-42 16,-5 1-73-16,-16 2-58 15,-20 4-144-15</inkml:trace>
  <inkml:trace contextRef="#ctx0" brushRef="#br0" timeOffset="27940.8">1389 5785 192 0,'0'0'97'0,"0"0"2"15,0 0 8-15,0 0-35 16,91-55-17-16,-69 37-11 15,-4-3-22-15,-4 3-8 16,-5-1-6-16,-6 4-2 16,-3 5 0-16,0 2-6 15,-8 7 0-15,-17 1-5 16,-5 1-1-16,0 15-4 16,6 3-2-16,9 2 10 15,7-1-4-15,8 4 4 16,0 5-10-16,16 0 12 15,14 0 3-15,8-7-1 16,7-11-2-16,9-11 6 0,4-9 1 16,2-22-4-16,2-7-1 15,-14-4-2-15,-8 4-6 16,-17 8-9-16,-13 4 11 16,-10 8 2-16,-5 4-6 15,-20 4-3-15,-8 6 8 16,-1 4 3-16,12 0 2 15,4 0-2-15,15 7 0 16,0 7-9-16,3 4 6 16,0 5 3-16,6 2 3 15,10 0-1-15,2 1 3 16,5-4 2-16,5-5-2 0,11-9 0 16,5-8 12-16,3-8-6 15,-1-15-7-15,-6-8-4 16,-13-2-90-16,-11-4-183 15</inkml:trace>
  <inkml:trace contextRef="#ctx0" brushRef="#br0" timeOffset="28097.31">1551 5416 508 0,'0'0'32'0,"0"0"64"16,0 0-48-16,0 0-46 15,105-47-2-15,-71 53-5 0,1 18-12 16,-4 6-41 0,3 3-28-16,-1-1-126 15</inkml:trace>
  <inkml:trace contextRef="#ctx0" brushRef="#br0" timeOffset="28769.89">1978 5557 498 0,'0'0'118'16,"0"0"-118"-16,0 0-6 15,0 0 6-15,23 96 0 0,-10-37 5 16,-1 14 1 0,6 8 3-16,-2-6-5 0,-1-12-3 15,0-17 3-15,-6-17-4 16,-2-12 7-16,-5-12-2 15,-2-5 1-15,0 0 58 16,0-24 61-16,3-17-125 16,1-12-8-16,-2-13-46 15,-2-2 28-15,0 1 18 16,0 4-33-16,0 12-9 16,-3 7 16-16,1 11 17 15,2 6 17-15,0 11 8 16,15 10 14-16,3 6-22 15,6 0-2-15,1 19 1 16,-5 11-2-16,2 5 3 0,-4 5 3 16,-9-2-1-16,-3-1-2 15,-4-6 2-15,-2-7-2 16,-2-4 0-16,-15-8-1 16,-2-7-2-16,-6-5-10 15,3-3-1-15,-1-21-15 16,-1-10-48-16,2-2-2 15,10-5 30-15,6-1 49 16,6 1 52-16,15 0-52 16,16 4-5-16,7 4-13 15,0 8 11-15,-7 4 7 16,-3 5 2-16,-9 5 22 0,-1 4 19 16,-8 3 0-16,-5 3 4 15,-2 1-19-15,1 0-22 16,0 0-6-16,1 12 6 15,1 10-1-15,2 9 11 16,-4 9-9-16,2 9 2 16,-2 1 0-16,0 1-2 15,4-7-2-15,0-10-5 16,2-12-17-16,-4-14-60 16,-1-8-99-16,-4-13-173 15</inkml:trace>
  <inkml:trace contextRef="#ctx0" brushRef="#br0" timeOffset="29204.9">2211 5531 112 0,'0'0'101'0,"0"0"-60"16,0 0 83-16,0 0-37 15,91 6 9-15,-66-18-11 16,5-7-22-16,4-1-31 15,1-4-26-15,-2-2-3 16,-5 2-3-16,-3 1-3 16,-7 3-34-16,-9 3-38 15,-6 3 30-15,-3 1 14 0,-6 2-76 16,-10 1 75-16,1 2 32 16,1 3 43-16,8 2 13 15,6 3-47-15,0 0-9 16,0 12-43-16,9 13 43 15,6 8 2-15,4 6-1 16,7 0 9-16,-4-1 7 16,2-6 14-16,-8-7-5 15,-8-5-1-15,-5-4-9 16,-3-7 8-16,0 1 11 16,0 0-17-16,-21 3-1 15,-7 2-12-15,-8 1-5 16,2 0-2-16,1-4-85 15,0-5-55-15,9-7-197 16</inkml:trace>
  <inkml:trace contextRef="#ctx0" brushRef="#br0" timeOffset="29736.72">707 6457 117 0,'0'0'103'16,"0"0"21"-16,0 0 12 15,-82 0-24-15,75 0-63 16,5 0 36-16,1 0-51 15,1 0-16-15,0-1-18 0,16-8 2 16,30-5-2 0,30-11 1-16,33-13 1 0,29-11 4 15,29-9-1 1,15-5-4-16,7 0 4 0,-7 3-5 16,-22 7-2-16,-29 7 2 15,-36 10 2-15,-32 11-1 16,-29 11 1-16,-19 6-1 15,-15 5 4-15,0 3 33 16,-19 0-38-16,-26 8-5 16,-21 23-98-16,-14 2-76 15,-5-2-375-15</inkml:trace>
  <inkml:trace contextRef="#ctx0" brushRef="#br0" timeOffset="29897.54">1998 6014 449 0,'0'0'6'16,"0"0"-6"-16,0 0-59 16,0 0-48-16,0 0-78 15</inkml:trace>
  <inkml:trace contextRef="#ctx0" brushRef="#br0" timeOffset="39511.41">9752 8365 63 0,'0'0'189'16,"0"0"-96"-16,0 0 27 0,0 0-53 16,6-85 15-1,-4 65-18-15,-2-4-12 0,0 3-38 16,0 3 19-16,0 3 0 15,0 7-12-15,0 2-14 16,0 6 1-16,0 0-3 16,0 0-4-16,0 0-1 15,0 0-1-15,0 0-2 16,0 0-1-16,0 0-5 16,1 11 3-16,4 9 4 15,-1 7 1-15,1-1 1 16,-1 2 1-16,2-1 0 15,-2-2 0-15,3-4-1 0,-1-2-1 16,-1-6-1-16,1-5-2 16,2-4 1-16,2-4 3 15,10 0 2-15,8-14 4 16,12-16-5-16,10-10 2 16,11-10-1-16,-1-2-2 15,0 1 5-15,-10 6-1 16,-9 8-2-16,-14 8-2 15,-7 8 0-15,-10 8 0 16,-5 6 0-16,-2 5-1 16,-3 2-28-16,0 14-161 15,-5 17 102-15,-19 8 15 16,-9-3-138-16</inkml:trace>
  <inkml:trace contextRef="#ctx0" brushRef="#br0" timeOffset="39654.64">10189 8193 439 0,'0'0'122'0,"0"0"-13"15,0 0-49-15,0 0-44 16,0 0-16-16,0 0-91 16,-15 23 67-16,1 14-67 15,0 0-118-15</inkml:trace>
  <inkml:trace contextRef="#ctx0" brushRef="#br0" timeOffset="40592.78">9093 9402 429 0,'0'0'138'15,"0"0"-82"-15,0 0 36 16,0 0-82-16,0 0-10 16,0 0-13-16,14-3 13 15,-6 23 0-15,0 1 2 0,-2 0 0 16,1 0 1-16,-1-2 0 15,-3-5-2-15,3-1 2 16,-3-8-3-16,-1-3 0 16,2-2 3-16,5 0 8 15,12-15 49-15,13-14-38 16,14-12-18-16,5-4-4 16,0-2-1-16,-5 8-5 15,-11 5 5-15,-10 12 1 16,-11 8-9-16,-5 6-33 15,-5 7-39-15,-2 1-10 16,1 0-32-16,-5 9-38 16,0 3 17-16</inkml:trace>
  <inkml:trace contextRef="#ctx0" brushRef="#br0" timeOffset="40751.42">9526 9313 515 0,'0'0'124'0,"0"0"-2"16,0 0-54-16,0 0-68 16,0 0-5-16,0 0-175 15,-5 26 138-15,1-4-84 16,-1-5-111-16</inkml:trace>
  <inkml:trace contextRef="#ctx0" brushRef="#br0" timeOffset="42109.39">11957 10582 558 0,'0'0'27'0,"0"0"69"16,0 0-48-16,0 0-25 15,0 0-7-15,0 0-8 16,0-14-8-16,0 14-1 16,0 0-7-16,0 11 8 15,9 7 2-15,0 6 2 16,-2 3-2-16,1-1 3 0,0-4-4 15,-2-7 1-15,1-3 3 16,-3-5-2-16,6-5-3 16,2-2 5-16,14-2 21 15,11-25 4-15,11-12-16 16,4-8-9-16,2-2-4 16,-2 5 0-16,-6 4-1 15,-6 3 0-15,-10 10-1 16,-13 10 0-16,-7 5-2 15,-6 7-12-15,-4 5-7 16,0 0-61-16,0 0-63 16,-11 19 60-16,-9-1-119 15</inkml:trace>
  <inkml:trace contextRef="#ctx0" brushRef="#br0" timeOffset="42262.81">12392 10467 568 0,'0'0'109'0,"0"0"11"16,0 0-49-16,0 0-21 16,0 0-26-16,0 0-24 15,0 0-5-15,0 2-77 16,0 15-73-16,0 0 71 16,-7-3-233-16</inkml:trace>
  <inkml:trace contextRef="#ctx0" brushRef="#br0" timeOffset="53514.68">9663 8299 84 0,'0'0'46'0,"0"0"-29"16,0 0-9-16,0 0 23 16,0 0-4-16,0 0-21 15,0 0-5-15,3-23 12 16,-3 21 10-16,0 0 1 0,1-1 10 15,-1 1-8 1,0 1-2-16,0-2-5 0,0 0 12 16,0 0-3-16,0 0-3 15,0 1-4-15,0-3 7 16,0 3-23-16,0 0-1 16,3-5-1-16,-1 3-2 15,1 0 4-15,0-1 2 16,-3-2 6-16,4 2 7 15,-4 1 6-15,0-2-4 16,0 2-9-16,0-2 11 16,0 2-6-16,0-1-1 15,0-1-12-15,0-2 10 16,0 3-4-16,0 0 12 16,0 3-9-16,0-1 4 0,0 3-7 15,0 0-7-15,0 0-3 16,0 0 0-16,0 0-1 15,0 0 1-15,0 0-2 16,0 0 1-16,0 0 0 16,0 0 0-16,0 0-1 15,0 0 0-15,0 0 0 16,0 0-2-16,0 0-2 16,0 0-3-16,4 0 3 15,2 10 5-15,2 3-1 0,0 4 1 16,3 1 0-16,-2 3 0 15,-1 0 1-15,-2 0-1 16,3-1 0-16,-3-4-1 16,0-6 1-16,-2-2 0 15,2-1 0-15,-2-3 1 16,-2 1-1-16,1-2 2 16,-2-1-2-16,-1-2 2 15,0 0 5-15,5 0 6 16,7-4 24-16,10-16-6 15,7-8-27-15,2-3-3 16,3-3 1-16,1 1 1 16,-1-1-1-16,3 4-1 15,0-1-1-15,-1 5 0 16,-3 5 0-16,-5 4 1 0,-4 5-1 16,-9 4-2-16,-6 3 2 15,-6 5 0-15,-3 0 0 16,0-2 1-16,0 1 4 15,0 0 12-15,0-4 4 16,0 2-11-16,0 3-9 16,0-3-1-16,0 2-1 15,0 1-19-15,0 0-60 16,0 10-147-16,0 7 92 16,0 0-61-16</inkml:trace>
  <inkml:trace contextRef="#ctx0" brushRef="#br0" timeOffset="53687.69">10210 8101 320 0,'0'0'100'0,"0"0"-4"16,0 0-17-16,0 0-19 16,0 0 11-16,0 0-65 15,-1-23-6-15,1 30-183 16,0 12 117-16,0 1-100 15,3-5-35-15</inkml:trace>
  <inkml:trace contextRef="#ctx0" brushRef="#br0" timeOffset="76290.52">8950 16911 283 0,'0'0'107'0,"0"0"-48"15,0 0-5-15,0 0-6 0,0 0-18 16,0 0-1-16,0 0-4 15,0 0-3-15,-21-75-6 16,21 71 11-16,-4-3 9 16,4 7-19-16,0 0-3 15,0 0-1-15,-2 0-9 16,2 0-4-16,0 0-3 16,0 0 2-16,0 2 1 15,0 4-1-15,0-1 1 16,0 1 0-16,0 2 1 15,2-5 0-15,12 3-1 16,7-5 2-16,9 1 0 16,12-2 5-16,11 0-2 15,12-3 3-15,5-13-2 0,7 3 1 16,1-4-1-16,-1 1-2 16,-6 0-2-16,-7 4-2 15,-9 1 1-15,-11 3-1 16,-14 4 0-16,-13 3 0 15,-10-1-1-15,-5 2 1 16,-2 0 3-16,0 0 3 16,0 0 0-16,-11 0-1 15,1 0-3-15,0 0-2 16,4 0-8-16,3 0-24 16,-2 2-19-16,5 2-43 15,0 0-29-15,0 3-114 16</inkml:trace>
  <inkml:trace contextRef="#ctx0" brushRef="#br0" timeOffset="77044.32">11244 16852 189 0,'0'0'196'16,"0"0"-79"-16,0 0-25 16,0 0-31-16,0 0-22 15,0 0-4-15,-39 0-15 16,39 0-13-16,0 0-7 15,18 0 6-15,9 0 17 16,13 0-4-16,17 0 19 16,16 0-5-16,12-10-7 15,18 0-12-15,4-4-9 0,4-2-5 16,3 3 1-16,-11-2 0 16,-9 3-1-16,-9-1 0 15,-13 5 0-15,-14 0 0 16,-12 5 3-16,-17-1-3 15,-14 2 1-15,-8-1 0 16,-7 1 4-16,0 2 32 16,-10-3-28-16,-4 3-9 15,-4 0 1-15,2 0-1 16,2 0 0-16,5 0-5 16,5 0-11-16,2 5-26 15,2 4-57-15,0-3-88 16,0-4-194-16</inkml:trace>
  <inkml:trace contextRef="#ctx0" brushRef="#br0" timeOffset="77194.49">12453 16760 642 0,'0'0'69'0,"0"0"48"15,0 0-59-15,0 0-43 16,0 0-15-16,0 0-38 15,-16-2-110-15,16 2-35 16</inkml:trace>
  <inkml:trace contextRef="#ctx0" brushRef="#br0" timeOffset="78156.4">13046 15950 446 0,'0'0'119'0,"0"0"-38"16,0 0-12-16,0 0-3 15,0 0-23-15,0 0-17 16,-15-16-11-16,15 16-6 16,0 0-4-16,1 13 12 0,8 3-4 15,3 4-4 1,3 0-5-16,0-1 1 0,3-9-3 16,6-5-1-16,1-5 2 15,5-11 1-15,4-17 5 16,6-14 1-16,5-3-5 15,0-1-4-15,-2 0 3 16,-3 5-4-16,-10 9-2 16,-10 8 1-16,-8 10-10 15,-6 8-3-15,-6 5 2 16,0 1-6-16,-3 6-59 16,-12 12-52-16,0 8 23 15,0-2-153-15</inkml:trace>
  <inkml:trace contextRef="#ctx0" brushRef="#br0" timeOffset="78328.48">13416 15894 572 0,'0'0'74'0,"0"0"59"16,0 0-52-16,0 0-36 15,0 0-28-15,0 0-17 16,-15 0-7-16,15 0-46 15,0 12-32-15,0-2-92 16,0-3-243-16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3:57:04.6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5498 8874 78 0,'0'0'15'15,"0"0"-15"-15,0 0 5 0,0 0-5 16,0 0 2 0,0 0-1-16,0 0 32 0,0 0-24 15,-40-10 15-15,28 9 9 16,-4-1-8-16,-4 2-14 16,-1 0 3-16,3 0 25 15,2 0-27-15,1 0-9 16,5 0-2-16,1 2 0 15,-1-2-1-15,8 0 1 16,-1 0 17-16,-2 0 27 16,2 0 4-16,0 0-14 15,-1 0-15-15,2 0 1 16,-5 0 5-16,3 0 1 16,-1 0-13-16,-1-2 6 0,3 1-3 15,0 1-5-15,-2 0-7 16,4 0-1-16,-4 0 1 15,4 0 8-15,0 0 16 16,1 0 5-16,0 0-23 16,0 0-11-16,0 0-8 15,11 0-19-15,19 3 27 16,15 3 0-16,18 0 7 16,14 0-4-16,11-1 4 15,11 3-6-15,2 1-1 16,2-1 0-16,-1-1 5 0,-5-3-4 15,-7-3-1 1,-6-1 5-16,-5 0-4 0,-7-1 0 16,-10-4 2-16,-11-1 7 15,-12 1 15-15,-12 2-3 16,-12 1-6-16,-7 1-13 16,-5 1-2-16,-3 0-1 15,0 0-2-15,0 0 2 16,0 0 3-16,0 0 0 15,0 0 2-15,0 0-2 16,0 0-1-16,-3 0-2 16,-7 1 0-16,0 4-4 15,-1 4-42-15,2 1-53 16,3-5-72-16,2-5-238 16</inkml:trace>
  <inkml:trace contextRef="#ctx0" brushRef="#br0" timeOffset="1048.97">9445 8826 161 0,'0'0'39'16,"0"0"-6"-16,0 0-15 16,0 0-13-16,0 0 62 0,81-10-3 15,-31 5-11-15,17 1-23 16,17-4 6-16,13 0 12 15,13-1-19-15,14-3-15 16,8 0 12-16,18 2-14 16,15-3-3-16,7 2-8 15,9 2 2-15,-6 4-3 16,-5-2 0-16,-8 2 1 16,-13-3-1-16,-6-1 0 15,-10-3-1-15,-11 2 1 16,-10 0 0-16,-15 0 0 15,-16 3 2-15,-13 2-1 0,-20 1-1 16,-18 1 2-16,-11 3 1 16,-13-2 13-16,-5-1 43 15,-1 3 3-15,0 0-35 16,0 0-17-16,0 0-5 16,0 0-5-16,0 0-9 15,-6 0-44-15,-3 9-79 16,-2 2-3-16,6-6-104 15</inkml:trace>
  <inkml:trace contextRef="#ctx0" brushRef="#br0" timeOffset="59846.62">15824 10732 149 0,'0'0'50'15,"0"0"9"-15,0 0 4 16,0 0-6-16,0 0 8 16,0 0-39-16,0 0-10 15,0 0 8-15,0 0 19 16,-17-68-22-16,17 61-1 16,0 2-3-16,0 0-3 0,0 1 3 15,0 1 7-15,0 2-16 16,0 1-2-16,0 0-6 15,11-1-1-15,10 1 1 16,8-1 0-16,8-1 2 16,11 1-2-16,7 1 6 15,7 0-2-15,3 0-4 16,0 0 0-16,4 0 0 16,5 0 0-16,7 0 4 15,3 0-4-15,1 0 0 16,1 0-1-16,1 0 0 15,3 0 1-15,3 0 0 0,-5 0 1 16,0 0-1-16,-4 0 0 16,-2 0 1-16,-6 0-1 15,-6 1 0-15,-4-1 0 16,-2 0 0-16,0 0 1 16,4 0 0-16,1 0-1 15,0-1-1-15,1-4 0 16,0 2 2-16,-2 0-1 15,-2 1 0-15,-6 0 0 16,-1 1 0-16,-2 1-1 16,-2 0 1-16,-2 0 1 15,0-1-1-15,-2 1 0 16,1 0 0-16,-4 0 1 0,1 0-1 16,-4 0 1-1,2 0-1-15,-4-3 0 0,2 1 0 16,1 0 0-16,2-1 3 15,2 0-3-15,0 1-1 16,1 1 1-16,-1 1 0 16,-3 0 0-16,1 0-2 15,-1 0 1-15,1 0 1 16,-1 0 0-16,-1 0 1 16,0 0-1-16,-1 0 0 15,-3 0 0-15,1 0 0 16,-2 0 0-16,1 0 2 15,3 0-2-15,-2 0 0 16,2 0 0-16,-2 0 0 0,-1 0 0 16,-5 0 1-16,-4 0-2 15,-3 0 1-15,-2 0 0 16,-1 0 0-16,-3 0 1 16,-2 0 0-16,-2 0 0 15,-5 0 14-15,-2 0-7 16,-4 0 3-16,-1 0-2 15,-5 0 6-15,-2 0-8 16,-1 0-1-16,0 0 1 16,0 0-1-16,0 0 2 15,0 0-5-15,0 0 1 16,0 0-1-16,0 0-2 16,0 0 0-16,0 0 1 0,2 0-2 15,-1 0 1-15,2 0-1 16,-2 0 2-16,-1 0 4 15,2 0 1-15,-1 0 9 16,2 0-1-16,0 0-6 16,0 0-2-16,2 0-3 15,0 0-2-15,2 0-1 16,-3 0-1-16,-1 0 0 16,2 0 2-16,1 0-2 15,0 0 0-15,1 0-1 16,1 0 1-16,-4 0 0 15,-1 0 0-15,1 0 0 0,0 0 0 16,0 0 1 0,-1 0-1-16,0 0 0 0,-3 0 0 15,1 0 0-15,-1 0 0 16,0 0 1-16,0 0-1 16,0 0 1-16,0 0 0 15,0 0 0-15,0 0 1 16,0 0 0-16,0 0-1 15,0 0 1-15,0 0 1 16,0 0-3-16,0 0 4 16,0 0-1-16,0 0 1 15,0 0 0-15,0 0-1 16,0 0 0-16,0 0-3 16,0 0 1-16,0 0-1 15,0 0 0-15,0 0-1 0,0 0 1 16,0 0 0-16,0 0-3 15,0 0-17-15,0 0-29 16,0 1-67-16,0 8 12 16,-1-1-16-16,-2-3-129 15</inkml:trace>
  <inkml:trace contextRef="#ctx0" brushRef="#br0" timeOffset="92874.76">7143 12651 51 0,'0'0'35'0,"0"0"8"15,0 0-5 1,0 0 11-16,0 0-18 0,0 0-3 16,0 0 15-16,0 0-19 15,0 0 4-15,-71-53 11 16,65 48-18-16,0-1 3 15,1 3 1-15,1 2-18 16,-1-3 5-16,1 1 10 16,0 1 13-16,2-1-14 15,-1 2 2-15,2-1-2 16,-1 2-7-16,2-1-3 16,-2 1-1-16,2 0-6 15,0 0-1-15,0 0-3 16,0 0 0-16,0 0-2 15,0 0 0-15,4 0 2 0,16 0 0 16,12 0 4-16,12 0 3 16,15-1 5-16,8-5 1 15,8 0-6-15,5-1-2 16,7 2-3-16,6-1 0 16,7 3 3-16,2-1-3 15,5 1-2-15,1 0 1 16,0-2-1-16,-3 3 1 15,-5 0 3-15,-6 0 5 16,-9-1-1-16,0-1-2 16,-6-1 3-16,-9-3 7 15,-4 1-4-15,-10-1 1 16,-5 3-1-16,-12-2 0 0,-11 2 2 16,-10 3-2-16,-9-1 1 15,-6 3-3-15,-2 0 2 16,-1 0 0-16,0 0-8 15,0 0-2-15,0 0-2 16,-7 0-2-16,-5 6-2 16,0 8-17-16,5 0-17 15,-3 3-48-15,10-2-26 16,0-8-117-16</inkml:trace>
  <inkml:trace contextRef="#ctx0" brushRef="#br0" timeOffset="104532.58">5659 13620 217 0,'0'0'22'16,"0"0"7"-16,0 0 41 15,0 0-40-15,0 0 32 0,0 0-13 16,0 0-29-16,-6-24 26 16,3 23 5-16,2-1-10 15,-2 1 4-15,2 1-2 16,-2-2-24-16,3 2-6 16,0-2-9-16,-2 2 11 15,2 0 0-15,-1 0 0 16,1 0-3-16,0 0-8 15,0 0 0-15,0 0-4 16,1 0-5-16,26 0 2 16,16 0 3-16,14 0 3 15,16-1-3-15,6-1 1 16,3 0-1-16,-5 1 2 0,-5-1-2 16,-8 1 2-1,-4-2-2-15,-9 2 0 0,-2-3 1 16,-9 1-1-16,-12 0 0 15,-10 0 0-15,-7 2 1 16,-10 1-1-16,1 0 1 16,-2 0-1-16,0 0 8 15,0 0-3-15,0 0-5 16,-2 0-7-16,-5 7-74 16,1 5-62-16,6 0-104 0,0-6-42 15</inkml:trace>
  <inkml:trace contextRef="#ctx0" brushRef="#br0" timeOffset="105447.41">9572 13580 235 0,'0'0'104'15,"0"0"9"-15,0 0-58 16,0 0-2-16,0 0-37 16,0 0-10-16,-18-19-3 15,36 16-2-15,10-4 3 16,9 4 8-16,12 0 9 16,7-1-10-16,11 0-7 15,12 1 1-15,11-5 2 16,12 2 5-16,12-3-1 0,4-4-2 15,4 1-2-15,-5 1 1 16,-8-2 2-16,-10 3-5 16,-16 3-1-16,-12 1 2 15,-15 2 2-15,-12 2 8 16,-11 2-1-16,-14 0-8 16,-11 0-4-16,-6 0-3 15,-2 0-3-15,-4 3-8 16,-24 13-19-16,-8 2-61 15,-8-5-170-15</inkml:trace>
  <inkml:trace contextRef="#ctx0" brushRef="#br0" timeOffset="105588.32">10930 13479 670 0,'0'0'5'16,"0"0"-5"-16,0 0-106 16,0 0-170-16</inkml:trace>
  <inkml:trace contextRef="#ctx0" brushRef="#br0" timeOffset="111008.28">7052 14640 141 0,'0'0'84'0,"0"0"-28"16,0 0 28-16,0 0-13 15,0 0-35-15,0 0 6 16,0 0-1-16,-68-72-11 16,61 66-8-16,-1 2 5 15,5 0-8-15,-2 3-2 16,2-2 7-16,2 3-12 16,-1-2 14-16,1 2-16 15,1 0 0-15,0 0-2 16,0 0-8-16,0 0-3 0,1 0 0 15,19-2 3-15,8 1 3 16,14-1-2-16,7-1 5 16,11 0-3-16,14-1-3 15,4 0 1-15,4-2 0 16,12 0-1-16,6-2 2 16,6-1-2-16,1-2 0 15,7 0-3-15,3-1 2 16,4 1-1-16,3 3 0 15,-3 0 1-15,-6 5 1 16,-6 0-4-16,-1 3 0 16,-1 0-6-16,0 0 7 15,-3 0 2-15,2 0-1 0,-1 0 2 16,3 0-1 0,0 0 1-16,1 0-1 0,-6 0 1 15,-5 0 0-15,-3 3-3 16,-4-2 2-16,-1 3-7 15,2-1-13-15,-1 0 10 16,0-2 7-16,-3-1 1 16,2 2 3-16,-3-2 0 15,-1 0 0-15,-2 0-1 16,-3 0 1-16,-3 0 0 16,1 0 1-16,-4 0-1 15,-1 0 1-15,3 0 0 0,1 0 0 16,6 0-1-16,-2 0 1 15,1 0-1-15,-2 0 0 16,2 0-1-16,0 0 1 16,-1 0 0-16,1 0 0 15,-3 0 0-15,3 0 0 16,-3 0 2-16,-2 0-2 16,1 1 4-16,-1 2-4 15,2 0 1-15,3-2-1 16,2 0 1-16,1 1-1 15,-3-2 0-15,1 0-1 16,1 0 1-16,-3 0 0 16,1-2-1-16,-4 0 1 0,-2 0 0 15,-3 1 0 1,-4 1 0-16,-1 0 0 0,-2 0 1 16,-3 0 0-16,0 0-1 15,3-2 0-15,0 1 1 16,2 0-1-16,-1-1 2 15,-5 1-1-15,-1 0-1 16,0 1 0-16,1-4 1 16,-1-1-1-16,1 2-1 15,0-1 1-15,-2-1 0 16,1 2 1-16,-2 1-1 16,-2-1 0-16,2 2 0 0,-5-2 0 15,-1 0 1 1,-2 1-1-16,-4-1 0 0,4 1 2 15,-4 0-2 1,7 1-1-16,-2 1 1 0,-2-2 0 16,1 0 0-16,-2-1-1 15,-2-1 1-15,-1-2 0 16,2 0 1-16,-4 0 0 16,1-1-1-16,-4 0 0 15,-3-3-1-15,-2 4 1 16,-1 0 1-16,-3 1 1 15,-8 3-2-15,-7-1 3 16,-6 0 4-16,-8 3 1 0,-4-1 18 16,0 0 21-1,0-3-9-15,0 4-27 0,-3-2 4 16,-5 1-14 0,0 1 0-16,2 0 1 0,0 0-2 15,0 0 0-15,5 0 0 16,-1-2 0-16,2 2 0 15,0 0-2-15,0 0 2 16,0 0 0-16,0 0 1 16,0 0 1-16,0-1 1 15,0 1 1-15,0 0 5 16,0 0-3-16,0 0-4 16,0 0 1-16,0 0-2 15,0 0-1-15,0 0 0 16,0 0-1-16,0 0 1 15,0 0-1-15,0 0 0 0,0 0-18 16,0 0 7-16,-1 6-21 16,1 3-40-16,0 1-10 15,4 0-66-15,17-3-36 16,6-2-21-16</inkml:trace>
  <inkml:trace contextRef="#ctx0" brushRef="#br0" timeOffset="112255.32">17350 14479 134 0,'0'0'54'15,"0"0"-23"-15,0 0-22 16,0 0-8-16,0 0 18 16,0 0 60-16,-23-1-3 15,23-1-26-15,0 1-27 16,0-1-1-16,1 1-21 15,14-1 2-15,0 2 0 16,9-1 3-16,-1 1 8 16,9-1 16-16,5 1 0 0,12 0-5 15,12 0-10 1,13 0-8-16,12 0-2 0,7 0-4 16,10 0-1-16,4 0 1 15,5 2 1-15,3 0-2 16,1 1 0-16,3 0 1 15,-2-1 0-15,2 1 1 16,2-3-2-16,0 0 0 16,1 0 0-16,-1 0 0 15,-2-4 0-15,-1 0 4 16,-2-2 2-16,-2 3-3 16,-6 0 1-16,-5-1 0 15,0 2 0-15,-3 0-1 16,-2 1-3-16,1-1 0 0,-2 0 0 15,-6-2 0-15,-3-1 0 16,-1 1 1-16,-2 1-1 16,-5 0-1-16,-5 0 1 15,-4 3 0-15,-7-1 0 16,-7-1 2-16,-10-1 2 16,-12 1 10-16,-8-2 32 15,-12 1 10-15,-6-2-11 16,-8 2-4-16,-1 1-3 15,0 0-27-15,0 1-4 16,0-1-7-16,0 1 0 16,-10 1-4-16,-4 0-9 15,1 0-13-15,-2 6-25 0,2 5-47 16,2-3-38 0,3-5-193-16</inkml:trace>
  <inkml:trace contextRef="#ctx0" brushRef="#br0" timeOffset="112412.05">21233 14433 623 0,'0'0'102'16,"0"0"10"-16,0 0-46 16,0 0-66-16,0 0-37 15,0 0-99-15,0 11-47 0,4-5-254 16</inkml:trace>
  <inkml:trace contextRef="#ctx0" brushRef="#br0" timeOffset="116185.25">14819 15372 198 0,'0'0'73'0,"0"0"41"15,0 0-25-15,0 0-27 16,0 0-2-16,0 0-15 16,1-35-8-16,-1 30-8 15,0-2 0-15,0 1-7 0,0-1-2 16,0-2 2 0,-10 2-9-16,-5-1 0 0,-9 5-4 15,-4 1-4-15,-7 2 3 16,0 0-3-16,-1 8 3 15,2 6 3-15,1 3-4 16,6 3 4-16,3 4-1 16,7 4-5-16,7 5 8 15,7 5-10-15,3 4 0 16,8 3 0-16,19-2-3 16,6-1 1-16,13-6-2 15,2-7-23-15,7-7-25 16,3-14-66-16,-2-8-28 15,1-5-247-15</inkml:trace>
  <inkml:trace contextRef="#ctx0" brushRef="#br0" timeOffset="116516.65">15239 15279 581 0,'0'0'93'16,"0"0"-10"-16,0 0-28 0,0 0-32 16,0 0-23-16,0 0 1 15,-9 23 8-15,9 12 24 16,0 7-11-16,0 6-11 15,0 3-4-15,0 0-5 16,0-4-2-16,0-5 0 16,5-6-2-16,4-7-11 15,0-8-18-15,-2-9-6 16,0-7-23-16,0-5-39 16,-1-3 4-16,-2-22-233 15</inkml:trace>
  <inkml:trace contextRef="#ctx0" brushRef="#br0" timeOffset="116717.47">15249 15303 486 0,'0'0'55'0,"0"0"10"16,0 0-42-16,0 0-17 16,48-73 8-16,-26 64 7 15,2 1-9-15,4 4-5 16,2-1-6-16,0 0-1 15,0 5-8-15,-2 0-39 16,-9 0-53-16,-8 0-135 16</inkml:trace>
  <inkml:trace contextRef="#ctx0" brushRef="#br0" timeOffset="116901.42">15294 15400 422 0,'0'0'198'15,"0"0"-119"-15,0 0-29 16,0 0-45-16,0 0 2 16,0 0-3-16,66 2 4 15,-27-2-8-15,3 0-12 16,3 0-67-16,-5 0-18 16,-7 0-119-16,-9 0-39 15</inkml:trace>
  <inkml:trace contextRef="#ctx0" brushRef="#br0" timeOffset="117251.88">14660 15969 66 0,'0'0'395'16,"0"0"-318"-16,0 0-8 0,0 0-35 16,0 0-26-16,0 0 10 15,4 9 16-15,23-8 29 16,13-1-19-16,10 0-10 15,9 0-17-15,4-7-12 16,2 1-5-16,-4-1 0 16,-5 2-7-16,-4 3-22 15,-13 2-23-15,-11 0-40 16,-16 6-12-16,-12 8-146 16</inkml:trace>
  <inkml:trace contextRef="#ctx0" brushRef="#br0" timeOffset="117467.35">14668 16198 313 0,'0'0'89'0,"0"0"-15"15,0 0-30-15,0 0-11 16,0 0 21-16,0 0-4 16,23 39-8-16,17-39 7 15,7 0-13-15,9-5-22 16,4-7-6-16,7 0-4 15,4-1-4-15,4 0 0 16,1 3-31-16,-7 3-62 16,-14-3-24-16,-16 3-334 15</inkml:trace>
  <inkml:trace contextRef="#ctx0" brushRef="#br0" timeOffset="117619.37">15410 16185 723 0,'0'0'128'0,"0"0"-63"16,0 0-50-16,0 0-15 15,0 0-74-15,0 0-96 16,-9-4-268-16</inkml:trace>
  <inkml:trace contextRef="#ctx0" brushRef="#br0" timeOffset="137696.53">16337 15461 1 0,'0'0'31'0,"0"0"-6"15,0 0-7 1,0 0-1-16,0 0 7 0,0 0-4 15,0 0 0-15,0 0 5 16,3-20-7-16,-3 20 0 16,0-3-11-16,0 2-2 15,0 0-3-15,0 1-1 16,0-2 0-16,0 2-1 16,0 0 0-16,0 0-5 15,0 0 5-15,0 0-5 16,0 4-8-16,-1 2-6 15,-1-2-17-15,1 2 3 16,-5-2-16-16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4:17:39.5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5367 15445 11 0,'0'0'6'15,"-24"89"12"-15,2-40-10 16,-4-2-8-16,2-4-6 15</inkml:trace>
  <inkml:trace contextRef="#ctx0" brushRef="#br0" timeOffset="133.57">5180 15852 98 0,'0'0'2'0,"0"0"1"16,0 0-3-16,0 0 0 15,0 0-10-15,0 0-11 16,-106 56 5-16,68-50 15 15,2 0-12-15,2-3-25 16</inkml:trace>
  <inkml:trace contextRef="#ctx0" brushRef="#br0" timeOffset="332.75">4705 15917 125 0,'0'0'61'15,"0"0"-23"-15,0 0 8 16,-97-23 28-16,70 20-30 15,1-1-3-15,-2 4 0 0,4-1-12 16,2 1-10-16,1-2-3 16,5-1 1-16,-2 3 2 15,4 0-10-15,-2 0-9 16,-2 5-7-16,-6 13-66 16,-4-2-166-16</inkml:trace>
  <inkml:trace contextRef="#ctx0" brushRef="#br0" timeOffset="983.86">4421 15660 319 0,'0'0'94'15,"0"0"-14"-15,0 0-19 16,0 0-33-16,0 0-21 16,0 0-7-16,-3 16 0 0,-4 12 3 15,-3 9 12 1,-1 6 8-16,2 4-4 0,1 1-1 16,2 3-7-16,2 2-2 15,3 1-2-15,1-1-2 16,0-7-2-1,0-7 3-15,9-3-5 0,10-6 1 16,3-2 1-16,8-9-3 16,3-4 0-16,9-3 1 15,4-7 0-15,2 0 1 16,-1-5 2-16,-2 0-8 16,-2 0-4-16,-4-9-37 15,-7-4-18-15,-7-2-53 16,-10-4-233-16</inkml:trace>
  <inkml:trace contextRef="#ctx0" brushRef="#br0" timeOffset="1254.73">4460 15707 26 0,'0'0'423'16,"0"0"-370"-16,0 0-11 15,0 0-11-15,0 0-2 0,0 0-11 16,55-44 5 0,-26 27 21-16,7-4-22 0,5 1-12 15,6 3-10-15,-3 5-5 16,-5 6-29-16,-11 6-24 15,-20 0-93-15,-8 17-191 16</inkml:trace>
  <inkml:trace contextRef="#ctx0" brushRef="#br0" timeOffset="1448.81">4044 16141 479 0,'0'0'13'15,"0"0"17"-15,0 0 30 16,127-15-20-16,-59-4-5 0,13-1-11 16,5-5-12-16,4 3-9 15,-5 1-3-15,-3 2-60 16,-10 2-95-16,-16 0-204 16</inkml:trace>
  <inkml:trace contextRef="#ctx0" brushRef="#br0" timeOffset="2232.25">5224 15738 542 0,'0'0'117'15,"0"0"-111"-15,0 0-2 16,0 0-4-16,0 0 25 16,25 109 19-16,-16-52-20 15,0 11-3-15,0 3-16 16,-3-1 7-16,0-8-10 15,-6-12 1-15,0-15-2 0,0-15 1 16,0-14 2 0,-2-6 0-16,-5-3 9 0,-2-26 31 15,-3-17-39-15,2-21-5 16,1-9-18-16,-2-1-3 16,-2 8 2-16,1 12 19 15,3 15 1-15,5 8 0 16,4 6 1-16,4 5 2 15,14 7 1-15,4 4 2 16,5 5 0-16,6 2-6 16,4 5 4-16,3 0-4 15,7 5 0-15,-2 10-1 0,-1 1 0 16,-3 1 1 0,-10 1-1-16,-10-1-11 0,-12 2-24 15,-9-1-14-15,-9 2-4 16,-21-1 19-16,-6-1 1 15,0-7 27-15,9-2 6 16,10-5 7-16,9-1 30 16,8 1-26-16,0 4-11 15,8 1 0-15,18 4 9 16,15 7 2-16,14 1 3 16,9 5 1-16,3 0-5 15,-7-1-7-15,-14 1 0 16,-16-4-3-16,-17 0 0 0,-13-3 0 15,0 3 5 1,-19-2 2-16,-15 2 3 0,-7-2-4 16,-4-2-4-16,0-2 0 15,4-6-2-15,2-4 0 16,8-6-2-16,7 0-12 16,9 0-25-16,14-2-7 15,1-9-13-15,14-6-194 16,19-5-64-16</inkml:trace>
  <inkml:trace contextRef="#ctx0" brushRef="#br0" timeOffset="2455.71">6094 15777 453 0,'0'0'114'0,"0"0"-35"15,0 0 12-15,-100-12-20 16,82 15-35-16,6 9-20 15,10 5-15-15,2 6 0 16,0 5 0-16,2 4 4 16,20 5-3-16,2 2 1 15,4 0 1-15,-2 3-2 16,-4-3-2-16,-10-3-51 16,-9-12-104-16,-3-15-236 15</inkml:trace>
  <inkml:trace contextRef="#ctx0" brushRef="#br0" timeOffset="2701.5">6280 15831 395 0,'0'0'53'15,"0"0"-40"-15,0 0 39 16,0 0 15-16,0 0-15 15,83 69-14-15,-75-31 29 16,2 10-36-16,-4 0-6 16,0 2-14-16,-1-6-7 15,-2-12-4-15,0-11-6 16,-3-11-69-16,0-10-30 16,0 0-43-16,1-29-122 0</inkml:trace>
  <inkml:trace contextRef="#ctx0" brushRef="#br0" timeOffset="3013.86">6280 15770 556 0,'0'0'72'0,"0"0"64"15,0 0-89-15,0 0-46 16,0 0-1-16,0 0 0 16,22-7 1-16,24 32 4 15,10 6 6-15,12 0 3 16,6 2-2-16,4 3-6 0,-6 0-4 15,-6-2-1 1,-16-1 0-16,-18-6-1 0,-17-3 0 16,-15-5-2-1,0 0-2-15,-26-2 1 0,-14-4 1 16,-8 0-6-16,-6-5 8 16,-2-5 0-16,-3-3 0 15,8 0 0-15,9 0-4 16,14 0-13-16,17 0-33 15,11 0-32-15,10-3-75 16,26-14-187-16</inkml:trace>
  <inkml:trace contextRef="#ctx0" brushRef="#br0" timeOffset="3258.38">6715 15790 482 0,'0'0'19'0,"0"0"-17"16,84 0 6-16,-27 0 49 16,11-3-11-16,10-7-18 15,4-2-10-15,3-2 4 16,-8-1-20-16,-12 4-2 15,-15 1-12-15,-20 2-64 0,-22 2-155 16</inkml:trace>
  <inkml:trace contextRef="#ctx0" brushRef="#br0" timeOffset="3401.78">7078 15765 286 0,'0'0'169'0,"0"0"-70"15,0 0-57-15,-30 73 4 16,37-44-1-16,14 5-20 15,3 6-6-15,4 7-9 16,1 8-10-16,-2-2-18 16,-5-6-129-16</inkml:trace>
  <inkml:trace contextRef="#ctx0" brushRef="#br0" timeOffset="3863.79">7513 15858 734 0,'0'0'58'16,"0"0"-58"-16,0 0 0 16,0 0 0-16,0 0 1 15,74 103 2-15,-63-55 2 16,-6-1-2-16,-5-4-1 15,0-13-2-15,0-9-5 16,0-14-8-16,-5-7 13 0,-4 0 3 16,5-23 0-1,1-15-1-15,3-14-1 0,0-6 0 16,0-3-1-16,0 3-6 16,16 4-17-16,4 7-9 15,11 6 27-15,5 11 5 16,-2 6 14-16,-3 13 23 15,-2 7-14-15,-4 4-12 16,-1 6-4-16,-1 19-5 16,0 9 2-16,-6 7 1 0,-1 5 0 15,-5 4-1 1,-1-2-1-16,-6-4-3 0,-4-6-1 16,0-7-36-16,-3-9-34 15,-13-7-40-15,-2-10-89 16</inkml:trace>
  <inkml:trace contextRef="#ctx0" brushRef="#br0" timeOffset="4037.82">7598 15899 87 0,'0'0'666'0,"0"0"-545"16,0 0-84-16,0 0-37 15,0 0-1-15,0 0 1 16,55-16 2-16,-13 20 3 15,9-3-2-15,1-1-3 0,8 0 0 16,0 0-2 0,-1-2-44-16,-4-12-76 0,-10-6-116 15</inkml:trace>
  <inkml:trace contextRef="#ctx0" brushRef="#br0" timeOffset="5238.77">4572 15438 250 0,'0'0'141'0,"0"0"-58"0,0 0-10 16,0 0-38-16,0 0 4 15,0 0 25-15,-17-22-31 16,17 22-9-16,0 0 1 16,0 0-6-16,0 0-19 15,0 0-19-15,0 0-127 16,8 10 47-16,1-3-180 15</inkml:trace>
  <inkml:trace contextRef="#ctx0" brushRef="#br0" timeOffset="5484.9">5311 15487 220 0,'0'0'23'0,"0"0"-21"15,0 0 3-15,0 0-4 16,0 0-1-16,0 0-87 15</inkml:trace>
  <inkml:trace contextRef="#ctx0" brushRef="#br0" timeOffset="15205.32">5934 15807 99 0,'0'0'35'0,"0"0"-35"0,0 0-5 16,0 0-17-16,0 0-4 15,0 0 9-15,0 0 17 16,-12-2 15-16,12 2 15 15,0-1 3-15,0-1-15 16,0-1-6-16,0-2-11 16,0 1 2-16,0 1 7 15,0-1-2-15,0 1 26 16,0 1-26-16,0 2-8 16,0 0-44-16,0 0-88 0</inkml:trace>
  <inkml:trace contextRef="#ctx0" brushRef="#br0" timeOffset="15616.85">5934 15807 61 0,'-42'-13'58'15,"42"9"15"-15,0 1-2 16,0 2-6-16,0 1-18 15,0 0-13-15,0 0-34 16,-4 0-3-16,-2 0-21 16,1 0 11-16,-1 4 4 15,0 3-11-15,0-2 19 0,2-2 1 16,-1-1 0 0,5-1 1-16,-1-1-1 0,1 0 10 15,0 0 23-15,0 0-1 16,0 0-15-16,0 0-1 15,0 0 11-15,9 0 9 16,6 0-1-16,1-4-18 16,2-5-6-16,3 4-9 15,0-1 1-15,1 2-2 16,-1 1 2-16,-4 3-3 16,-4 0-2-16,-4 0-14 15,-3 0-37-15,-5 0-14 16,-1 0-41-16,0 3 33 15,0 1-81-15</inkml:trace>
  <inkml:trace contextRef="#ctx0" brushRef="#br0" timeOffset="16566.24">6034 16201 173 0,'0'0'65'16,"0"0"-17"-16,0 0 44 16,0 0-5-16,0 0-50 15,0 0 12-15,-21 1-7 16,21-1 1-16,0 0 5 15,0 0 5-15,0 0-18 0,0 0-15 16,0 0-10-16,0 0-3 16,0 0-7-16,0 0 0 15,0 0-1-15,11 0 1 16,5 0 1-16,0-6-1 16,-1 1 0-16,1 1 0 15,-2-2 0-15,1 4-5 16,-2-3-11-16,-4 2-10 15,2 2 1-15,-7-1 10 16,-1 1-6-16,-1 1 13 16,-2 0-6-16,0 0-10 15,0 0-28-15,0 7-6 16,-6 3-159-16</inkml:trace>
  <inkml:trace contextRef="#ctx0" brushRef="#br0" timeOffset="16662.49">6034 16201 480 0</inkml:trace>
  <inkml:trace contextRef="#ctx0" brushRef="#br0" timeOffset="16736.17">6034 16201 480 0,'66'25'148'0,"-65"-31"-30"0,3 1-75 16,2 1-39-16,0 1-4 15,0 3-55-15,-1 0-51 16,-5 0-92-16,0 0-137 15</inkml:trace>
  <inkml:trace contextRef="#ctx0" brushRef="#br0" timeOffset="17732.4">6268 15828 110 0,'0'0'96'16,"0"0"-14"-16,0 0 7 15,0 0 9-15,0 0-46 16,0 0-24-16,1-15 6 15,-1 13 4-15,0 1-16 16,0-1-4-16,0 2 17 16,0 0-35-16,0 0-2 15,0 3-6-15,0 10 6 0,-1 3 0 16,-8 2 2-16,-3 1 0 16,0 3-18-16,4-2-8 15,-2 1-26-15,4-5-53 16,3-3-125-16</inkml:trace>
  <inkml:trace contextRef="#ctx0" brushRef="#br0" timeOffset="18316.62">6412 16138 137 0,'0'0'6'16,"0"0"-4"-16,0 0 8 16,0 0 24-16,0 0 18 15,0 0 5-15,-32 0 30 16,32 0-14-16,0 0-17 16,0 0-34-16,0 0-20 15,0 0-2-15,0 0-6 16,0 0 0-16,0 0 5 0,0 0 1 15,0 0 0-15,0 0 0 16,1 3 0-16,3 4 1 16,3-3-1-16,-1 4 0 15,0 0 0-15,4 1-68 16,-4-4-72-16,3-2-52 16</inkml:trace>
  <inkml:trace contextRef="#ctx0" brushRef="#br0" timeOffset="18489.58">6412 16138 308 0,'30'61'148'0,"-30"-61"-39"0,0 0-38 16,0 0-4-16,0 0-67 16,0 0-11-16,6 0-3 15,3 0-13-15,-1 0-38 16,1 0-62-16,-3 0-125 15</inkml:trace>
  <inkml:trace contextRef="#ctx0" brushRef="#br0" timeOffset="20374.47">7172 15942 3 0,'0'0'51'16,"0"0"-4"-16,0 0 6 16,0 0-3-16,0 0-3 15,0 0 10-15,0 0 23 16,-3 2-18-16,3-2-29 0,0 0-21 16,0 0-12-16,0 0-17 15,0 1-9-15,0 1-9 16,0 1-35-16,0 1-13 15,-6 1-107-15</inkml:trace>
  <inkml:trace contextRef="#ctx0" brushRef="#br0" timeOffset="22480.33">8034 15940 68 0,'0'0'4'16,"0"0"-3"-16,0 0 1 16,0 0-1-16,0 0 4 15,0 0 0-15,-3 7-5 16,1-5-32-16</inkml:trace>
  <inkml:trace contextRef="#ctx0" brushRef="#br0" timeOffset="26326.96">15885 15559 220 0,'0'0'69'16,"0"0"17"-16,0 0-13 16,0 0-5-16,0 0 2 15,0 0-10-15,0 0-11 0,-37 0 21 16,37 0-30 0,0 0-18-16,0 0-5 0,0 0-8 15,5 0-8-15,14 0 0 16,13 0-1-16,9 0 1 15,10 0-2-15,9 0 3 16,7 0-2-16,3-6 0 16,-1-4-3-16,2 0-11 15,-5-4-17-15,-7 3-1 16,-9 0-27-16,-14 1 19 16,-15 3-8-16,-7-3-14 15,-11 3 7-15,-3-2 24 0,-3-1 12 16,-18 0-10-1,-6 1 23-15,-4 0-15 0,-4 1-2 16,3 0 23-16,4 3 4 16,5-1 30-16,8 0-7 15,5 2 42-15,6 3-8 16,4 0-18-16,0 1-8 16,0 0-35-16,14 0 0 15,9 6 7-15,1 8 3 16,6 2 20-16,1 3-2 15,-4 2-6-15,-5 1-12 16,-7 1-7-16,-5-2-1 16,-8-1 1-16,-2-2-2 0,-7-1-1 15,-13 0-18 1,-2 0-50-16,1-5-31 0,4-4-180 16</inkml:trace>
  <inkml:trace contextRef="#ctx0" brushRef="#br0" timeOffset="27076.39">17045 15311 378 0,'0'0'146'16,"0"0"-55"-16,0 0-86 16,0 0 10-16,0 0 45 0,12 121-3 15,-12-58-4-15,0 9-27 16,-8 1-17-16,-4-9-2 15,5-10-3-15,2-12-3 16,1-14 0-16,2-11 0 16,2-10 0-16,-2-6 0 15,2-1 4-15,-1-10 28 16,1-20-8-16,-1-11-25 16,1-10-4-16,0-4-14 15,0-3-20-15,0 2-16 0,2 2-62 16,5 3 43-1,-1 6-9-15,1 5-29 0,-1 10 51 16,2 6 60-16,3 10 57 16,3 8 2-16,5 6-2 15,2 0-34-15,5 15 8 16,3 11 2-16,4 3-11 16,0 2 0-16,-3-1-10 15,-9-2-3-15,-6-2 0 16,-8-7-6-16,-7-3 5 15,0-5 3-15,-12-2-1 16,-6-4 2-16,-4-2 8 16,-8 0-9-16,0-3-7 15,-1 0-4-15,6 0-9 16,9 0-58-16,7 0-1 0,9 0-4 16,0 0-227-1</inkml:trace>
  <inkml:trace contextRef="#ctx0" brushRef="#br0" timeOffset="27507.49">17678 15349 617 0,'0'0'127'16,"0"0"-76"-16,0 0-50 15,0 0 14-15,-80 106 5 16,46-53-5-16,-1 1-11 0,4-4-1 15,9-8-1 1,5-12-1-16,8-13 0 0,5-9 1 16,4-8-2-16,0 0 2 15,0-16 8-15,7-17-4 16,13-11-6-16,0-6-21 16,0-4-19-16,2 0-53 15,2 3 0-15,1 5-3 16,-3 10 96-16,-3 9 25 15,-5 12 32-15,-1 11 5 16,-1 4-11-16,1 6-46 16,1 17 16-16,-1 16 5 15,-4 9 9-15,-3 5-21 0,-2 6-7 16,1-4-2 0,4-5-1-16,-2-8 0 0,-2-10-4 15,-4-9-7-15,-1-8-17 16,0-7-66-16,-1-8-40 15,-10-3-230-15</inkml:trace>
  <inkml:trace contextRef="#ctx0" brushRef="#br0" timeOffset="27692.17">17413 15540 614 0,'0'0'18'0,"0"0"27"0,106-6 30 15,-46 2-30-15,10-2-18 16,6 0-18-16,-1-5-9 16,-2-2 0-16,-2-1-27 15,-6-1-50-15,-5 3-3 16,-13 0-64-16,-16 0-248 16</inkml:trace>
  <inkml:trace contextRef="#ctx0" brushRef="#br0" timeOffset="27934.41">17978 15363 41 0,'0'0'274'16,"0"0"-172"-16,0 0-36 15,114-27 13-15,-68 20-20 16,1-2-36-16,0 1-14 16,0 1-7-16,-5 2-2 15,-6 1-45-15,-9-1-95 16,-12 2-180-16</inkml:trace>
  <inkml:trace contextRef="#ctx0" brushRef="#br0" timeOffset="28121.54">18247 15336 570 0,'0'0'109'0,"0"0"-104"15,0 0 22-15,5 73 11 16,2-37-8-16,-4 6-7 16,-2 0-13-16,-1 2-2 15,0-1-4-15,0 1-4 16,0-3-14-16,0-8-114 15,0-12-159-15</inkml:trace>
  <inkml:trace contextRef="#ctx0" brushRef="#br0" timeOffset="29355.59">18690 15233 473 0,'0'0'45'16,"0"0"72"-16,0 0-59 16,0 0-47-16,0 0-11 15,0 0 51-15,3 67 4 16,-3-22-9-16,-11 7-24 16,-3-2-8-16,1-6-7 0,3-7-6 15,1-9 2 1,3-11-1-16,3-7-1 0,2-5 2 15,-2-5-3-15,3 0 1 16,0-15-1-16,4-13 0 16,7-4-11-16,2 0-8 15,-4 4 1-15,0 7 7 16,0 5 5-16,-2 7 6 16,-1 6 3-16,4 3-3 15,0 0 0-15,2 4 0 16,5 13 3-16,3 6 1 15,1 4 2-15,-2 2-5 16,-2 0 2-16,-6 0 0 16,-5-4-1-16,-4-4-1 15,-2-3-1-15,0-4 0 0,-6-2-11 16,-12-5-14 0,-6-3-7-16,-1-4 7 0,-9 0-1 15,2 0-31-15,3-14 18 16,4-1-3-16,5 1 0 15,14 1-2-15,6 0 43 16,4 1 1-16,20-1 9 16,7 0 21-16,7-1 11 15,5 0 5-15,3-1 4 16,2 3 30-16,-3 2-44 16,-13 3-3-16,-12 3 3 15,-11 4-14-15,-8 0-19 0,-1 0-3 16,0 10-1-1,0 4 1-15,0 5 4 0,-1 0-4 16,1-4-3-16,0-3-16 16,10-4 0-16,10-3-4 15,2-5-1-15,-1 0-13 16,1 0-38-16,-4-6 25 16,-6-5 33-16,-4 0 3 15,-4 2 14-15,0 4 2 16,-2 2 9-16,-1 3 1 15,3 0-12-15,3 0 0 16,4 6 4-16,3 7-2 16,5 1 2-16,3-1-3 15,5-1 0-15,5-2-1 16,4-3 0-16,3-7-29 0,-5 0-25 16,5-9-41-1,-5-15-41-15,1-10 17 0,-3-4-31 16,-2-8 61-16</inkml:trace>
  <inkml:trace contextRef="#ctx0" brushRef="#br0" timeOffset="29537.25">19562 15325 39 0,'0'0'165'0,"-13"-77"74"16,-11 50-34-16,0 10-44 15,9 9-82-15,9 8-38 16,6 5-41-16,0 24-2 16,0 11 1-16,0 9 2 15,0 3-1-15,11 2 1 16,1-4 0-16,1-1-2 0,-2-4 1 15,-2-6-17-15,-5-10-15 16,1-8-47-16,-2-16-82 16,-2-5-237-16</inkml:trace>
  <inkml:trace contextRef="#ctx0" brushRef="#br0" timeOffset="29711.64">19273 15369 532 0,'0'0'10'0,"0"0"36"15,123 0 1-15,-63-6-1 16,11 1 6-16,6-1-36 16,4 1-16-16,-1-1-63 0,-5-3-125 15</inkml:trace>
  <inkml:trace contextRef="#ctx0" brushRef="#br0" timeOffset="30253.72">20091 15058 430 0,'0'0'143'0,"0"0"-94"16,0 0-48-16,0 0 24 15,1 96 64-15,-2-41-35 16,-11 5-17-16,7-2-20 16,2-5-5-16,3-9-5 15,0-13-5-15,1-9 0 16,6-12 1-16,2-6-2 15,-2-4-1-15,6-8 6 16,4-17-5-16,5-4-1 16,-3-2-10-16,0 7-7 0,-5 5 0 15,-2 6 8 1,-3 8 9-16,0 5 0 0,0 0 1 16,3 8 0-16,-2 16-1 15,-1 5 11-15,-2 9-4 16,-3 3-1-16,-4 1-5 15,0-5 2-15,0-9 0 16,0-9-2-16,0-10-1 16,-3-6 1-16,-5-3 2 15,-7 0-2-15,-8-4 2 16,-3-11-5-16,3 1 2 16,9-2-9-16,9 3-31 0,5 0-59 15,5 6 18 1,17-2-36-16,8 4 19 0,7 1-53 15,2 0-50-15</inkml:trace>
  <inkml:trace contextRef="#ctx0" brushRef="#br0" timeOffset="30804.67">20553 15458 331 0,'0'0'201'0,"0"0"-105"15,0 0-64-15,0 0-32 16,0 0 2-16,0 0 0 15,21-10-1-15,-10 7 5 16,2-1 7-16,3-5-1 16,-3-3 4-16,-1-3-4 15,0-3 0-15,-6-7-4 0,-4 1-6 16,-2-2-2 0,0 0 1-16,-11 6 5 0,-7 6 36 15,3 7-10-15,5 7 4 16,4 0-26-16,3 17-10 15,-2 9 0-15,5 9 0 16,0 3 0-16,2 1 1 16,20 2 0-16,10-5-1 15,6-4-1-15,7-8-2 16,6-14-5-16,0-10-7 16,0-6-5-16,-4-22-17 15,-5-11-48-15,-5-6-25 16,-11-3-3-16,-7-4 22 15,-14 3 1-15,-5 0 63 0,-13-1 27 16,-16 6 151-16,-4 6 4 16,7 11 14-16,10 16-49 15,13 11-57-15,3 9-63 16,0 29-4-16,0 19 3 16,0 15 0-16,0 11 1 15,0 5 3-15,2-5 2 16,6-1-3-16,0-8 0 15,6-12-2-15,2-12-6 16,-4-17-19-16,2-14-14 16,-1-15-32-16,-4-5-81 15,4-32-111-15</inkml:trace>
  <inkml:trace contextRef="#ctx0" brushRef="#br0" timeOffset="31203.77">21075 15383 387 0,'0'0'157'0,"0"0"-88"16,0 0-59-16,0 0-10 15,0 0 2-15,0 0 2 16,56 0 4-16,-20 0 1 16,2 0-4-16,-1 0 2 0,-3-9-7 15,-7 1-1 1,-6-3-17-16,-7 3-8 0,-8-1 24 15,-4 1 2-15,-2 0 19 16,0 1 8-16,0 3 3 16,0 1 24-16,0 3-2 15,0 0-52-15,0 7-2 16,0 12 2-16,0 8 2 16,0 6 13-16,0 2-3 15,0 1-10-15,3-3 3 16,15-8-3-16,6-8-1 15,3-7 3-15,-1-10 2 16,1 0 2-16,-1-8 0 16,-5-14 7-16,-2-4-9 15,-8-5-4-15,-7 0-2 0,-4-1-42 16,-8 6-121 0,-23 3-26-16,-9 5-90 0</inkml:trace>
  <inkml:trace contextRef="#ctx0" brushRef="#br0" timeOffset="31535.67">21357 15305 37 0,'0'0'276'0,"0"0"-242"16,0 0 71-16,0 0 35 16,82 61-63-16,-37-32 38 15,13 1-56-15,1 3-23 16,-2 0-14-16,-5-2-6 16,-13-5-12-16,-12-8-1 15,-15-5-3-15,-11-6-7 0,-1-5-22 16,-9-2 6-1,-13 0-8-15,-3-19-9 0,1-13-6 16,0-5 35-16,3-5-20 16,6 3 2-16,9 3 12 15,6 4 10-15,4 6 3 16,19 6-13-16,4 6 17 16,4 5 14-16,5 6 18 15,6 3 0-15,1 0 0 16,0 3 1-16,-3 14-17 15,-2 2-14-15,-4 1 0 16,-4 1-2-16,-5-2-48 16,-8-3-58-16,-11-6-73 0</inkml:trace>
  <inkml:trace contextRef="#ctx0" brushRef="#br0" timeOffset="31854.38">22132 15398 385 0,'0'0'177'16,"0"0"-131"-16,84-26-22 16,-46 16 0-16,-4-1-16 15,-2-2-7-15,-7 0 3 16,-8 0 8-16,-5-1 3 16,-11 1 68-16,-1 2-42 0,-5 0-18 15,-17 10-5 1,-9 1-18-16,-6 0 2 0,0 18-2 15,1 5-1-15,8 4 0 16,8 2 1-16,11 4 0 16,9 2-2-16,3 3-2 15,24-1 4-15,15-6 4 16,10-5-3-16,9-12 1 16,5-10-2-16,-1-4-46 15,-5-7-136-15</inkml:trace>
  <inkml:trace contextRef="#ctx0" brushRef="#br0" timeOffset="32967.42">22897 15104 776 0,'0'0'38'16,"0"0"-38"-16,0 0-3 15,-1 86 3-15,-9-43 9 16,2 3-3-16,-2 0-4 16,2 0 1-16,-1-8-3 15,5-9-35-15,4-12-49 16,0-11 11-16,2-6-26 16,15-8 54-16,3-18-135 15,4-6 88-15,2-5 80 16,-2 4 12-16,-2 3 97 0,-4 7 93 15,-1 10-73-15,-4 6-38 16,4 7 3-16,-5 0-71 16,2 5-11-16,-2 10 1 15,1 7 3-15,0 0-1 16,0-1 0-16,-1-1 0 16,-4-5-2-16,1-4-1 15,0-7-17-15,4-4-27 16,6 0 26-16,4-18 2 15,5-7-16-15,-2-1 13 16,0-1 9-16,-5 4 10 0,-9 7 5 16,-4 7 17-1,-5 6 20-15,-3 3-3 16,3 0-39-16,-1 3-12 16,1 12 12-16,6 7 2 0,4 6-2 15,8-2 2-15,8 1-1 16,2-5-1-16,7-5-1 15,3-5-44-15,4-9 7 16,4-3-29-16,-2-8 6 16,0-20-24-16,-3-9-25 15,-3-9 11-15,-5-7 63 16,-9-3 1-16,-13-2 35 16,-14 4 0-16,-13-1 106 15,-28 2 92-15,-7 11-50 16,5 13-39-16,12 13-35 15,16 16-46-15,11 3-28 0,4 23-5 16,0 15 5-16,0 10 1 16,10 10 3-16,9 3 1 15,4 2-1-15,2-1-1 16,2-7-2-16,-5-7-1 16,-3-6-6-16,-7-15-110 15,-4-17-67-15</inkml:trace>
  <inkml:trace contextRef="#ctx0" brushRef="#br0" timeOffset="33150.18">23649 15084 148 0,'0'0'348'16,"0"0"-299"-16,112 45 0 15,-54-26-21-15,13 3-25 16,9-5-3-16,2-7-212 16</inkml:trace>
  <inkml:trace contextRef="#ctx0" brushRef="#br0" timeOffset="33633.34">24483 15400 502 0,'0'0'42'0,"0"0"-4"15,0 0 29-15,0 0-28 16,0 0 15-16,0 0 8 16,60 8-9-16,-57-24-10 15,1-7-26-15,-4-8-8 16,0-5-9-16,-16-8-1 15,-17-4-14-15,-13-3-21 16,-5-1-4-16,2 3-1 16,4 6 26-16,10 10 1 15,11 7 14-15,11 12 5 0,6 8 9 16,5 6 16-16,2 0-30 16,0 22 0-16,0 8 0 15,0 9 0-15,0 5 4 16,0 5 0-16,0 1 6 15,0-7-2-15,0-1-4 16,0-9-3-16,0-3 0 16,-1-7 1-16,1-3-1 15,0-4 1-15,0-6 1 16,0-3-3-16,9-6-7 0,13-1-5 16,14-3 11-1,14-17-8-15,18-7-23 16,5-3-36-16,4-6-19 15,-5-2-100-15,-14 1-182 0</inkml:trace>
  <inkml:trace contextRef="#ctx0" brushRef="#br0" timeOffset="34217.59">22202 16025 644 0,'0'0'169'16,"0"0"-103"-16,0 0-55 16,0 0-11-16,0 0-1 15,0 0 1-15,-77 111 1 0,59-62 0 16,2 1-1-16,1 1-23 16,-2-7-39-16,5-9-64 15,1-15-63-15</inkml:trace>
  <inkml:trace contextRef="#ctx0" brushRef="#br0" timeOffset="34533.6">22040 15891 603 0,'0'0'67'0,"0"0"32"0,0 0-80 16,0 0-9-1,0 0 10-15,97 90-4 0,-69-37-7 16,3 5-1-16,0-2-5 16,1 0-1-16,-3-4 4 15,-3-6-6-15,-9-7 2 16,-8-13-2-16,-8-6 0 16,-1-7 0-16,0-5-13 15,-18-2-21-15,-9-4-11 16,-8-2 9-16,-9 0-23 15,1-2 40-15,3-6 10 16,10 4-2-16,15 1-106 16,15 1-182-16</inkml:trace>
  <inkml:trace contextRef="#ctx0" brushRef="#br0" timeOffset="35298.25">22638 16320 404 0,'0'0'141'0,"0"0"-69"15,0 0-48-15,0 0-2 16,0 0-8-16,0 0 13 16,45-91 2-16,-44 68 27 0,-1-1-36 15,0 0 5 1,-5 6-3-16,-9 2-13 0,-2 7 4 15,2 9-13-15,-2 0-5 16,2 14 3-16,1 12 2 16,3 6 0-16,5 3-3 15,5 2-1-15,3-2-1 16,19-2-21-16,13-2-7 16,9-11-50-16,6-6 28 15,5-9 22-15,-1-5 5 16,-7-10-5-16,-7-12 25 15,-8-10 7-15,-9-1-3 16,-6-6 4-16,-8 3 0 16,-7 1 8-16,-2 3 4 15,0 8 33-15,-3 9 60 0,-2 11-33 16,3 4-64 0,1 18-8-16,-5 17-7 0,-3 15 7 15,-7 9 0-15,-5 8 4 16,-3 0 4-16,0 1-4 15,0-2 6-15,7-4-5 16,4-8-5-16,4-8 0 16,3-13-1-16,2-11 1 15,1-13 0-15,3-9-2 16,0 0 2-16,0-20 0 16,17-15 0-16,6-13-12 15,0-5-7-15,1-8-27 0,-2 1-2 16,-1-1 11-16,-2 5-11 15,5 6 20-15,0 6-5 16,6 13 19-16,-2 9 14 16,-1 12 24-16,-6 10 1 15,0 0 0-15,-6 17-9 16,-4 12 4-16,-5 7-4 16,-6 7-2-16,0-1-8 15,-9-4 8-15,-8-8-9 16,0-9-1-16,-1-8-2 15,0-7-2-15,-1-4-1 16,1-2-7-16,-1 0-23 16,4-10-10-16,6-5-41 0,9-4-243 15</inkml:trace>
  <inkml:trace contextRef="#ctx0" brushRef="#br0" timeOffset="35462.6">23476 16431 588 0,'0'0'113'15,"0"0"39"-15,0 0-79 16,0 0-64-16,0 0-9 16,0 0-66-16,0 0-91 15,0-6-142-15</inkml:trace>
  <inkml:trace contextRef="#ctx0" brushRef="#br0" timeOffset="36137.71">22759 15098 128 0,'0'0'82'16,"0"0"-36"-16,0 0-15 0,0 0 32 16,0 0 11-16,103-29-11 15,-75 18 8-15,5 0-23 16,-5 1-23-16,-2 1-12 15,-1 6-13-15,-7 3-77 16,-12 0-210-16</inkml:trace>
  <inkml:trace contextRef="#ctx0" brushRef="#br0" timeOffset="36483.67">22754 15607 327 0,'0'0'43'0,"0"0"-13"16,0 0-30-16,0 0-2 15,0 0-5-15,0 0 7 0,29 11 28 16,4-13 7-16,2-9-22 16,8-1-7-16,2-2-6 15,6 0-11-15,3-1-47 16,-6 2-69-16</inkml:trace>
  <inkml:trace contextRef="#ctx0" brushRef="#br0" timeOffset="36662.46">22984 15632 473 0,'0'0'72'0,"0"0"-72"16,0 0 0-16,0 0-1 16,0 0-68-16,0 0-203 15</inkml:trace>
  <inkml:trace contextRef="#ctx0" brushRef="#br0" timeOffset="38215.44">16936 15388 86 0,'0'0'90'16,"0"0"-30"-16,0 0-2 16,0 0 23-16,0 0-7 15,0 0-9-15,-8 0-6 0,8 0-17 16,0 0-18-16,0 0-4 15,0 0-1-15,0 0-11 16,0 0-8-16,0-2 1 16,0-4-1-16,5 3-1 15,6-3 1-15,2 1 0 16,1-2-1-16,2 2-4 16,4 2-31-16,-2-1-62 15,0-1-156-15</inkml:trace>
  <inkml:trace contextRef="#ctx0" brushRef="#br0" timeOffset="38395.59">16977 15404 292 0,'0'0'149'0,"0"0"-69"16,0 0-55-16,0 0-25 15,0 0-1-15,0 0-32 16,27 12-133-16,-25-9-180 16</inkml:trace>
  <inkml:trace contextRef="#ctx0" brushRef="#br0" timeOffset="93746.59">7018 15590 48 0,'0'0'38'16,"0"0"17"-16,0 0-2 16,0 0-15-16,0 0-8 15,0 0 7-15,0 0 15 16,0 0 6-16,0 0-9 16,0-2-7-16,0 2-27 15,0 0-14-15,0 0-1 16,0 0-1-16,0 0-13 0,0 0-19 15,0 0 11 1,0 0 22-16,0 2 0 0,0-1-3 16,0 1 2-16,0-2 0 15,0 0 1-15,0 1 0 16,0-1 0-16,0 1 0 16,0-1 0-16,0 0 0 15,0 3-4-15,0 2-14 16,0 0-24-16,0 2-27 15,-3-4-165-15</inkml:trace>
  <inkml:trace contextRef="#ctx0" brushRef="#br0" timeOffset="94759.56">5947 15656 379 0,'0'0'69'0,"0"0"15"15,0 0-55-15,0 0-23 16,0 0-5-16,0 0-1 16,-15-7-2-16,14 7 2 15,1 0 0-15,0 0 0 16,0 0-4-16,0 0-45 15,0 11 5-15,0 3-44 0,0-2-61 16</inkml:trace>
  <inkml:trace contextRef="#ctx0" brushRef="#br0" timeOffset="95117.36">6195 15684 42 0,'0'0'20'0,"0"0"-16"16,0 0-4-16,0 0 1 15,0 0 0-15,0 0-1 16,0 11 6-16,0-11-6 0,0 0-29 15</inkml:trace>
  <inkml:trace contextRef="#ctx0" brushRef="#br0" timeOffset="100200.9">6936 15548 117 0,'0'0'78'0,"0"0"9"0,0 0-18 15,0 0-1-15,0 0-15 16,0 0 13-16,-1-32-23 15,1 29-30-15,-2 1 2 16,2 0-1-16,0 2-1 16,0 0-7-16,0 0-3 15,0 0-3-15,-1 0-1 16,1 0 0-16,0 0 0 16,0 0-7-16,0 6 2 15,0 7 6-15,1 4 0 16,5 3 3-16,0 1-2 15,3-2 1-15,-2-4-2 0,1-3 0 16,0-4-2-16,2-8 0 16,0 0 2-16,5-3 0 15,9-22 9-15,6-17 22 16,11-15 40-16,3-6-17 16,3-4-14-16,-6 3-13 15,-2 10-18-15,-9 10 1 16,-9 10-3-16,-5 12-4 15,-7 8 2-15,-6 6 5 16,-2 5-6-16,-1 3 2 16,0 0-6-16,0 0-9 15,1 5-60-15,-1 16-29 0,0 6 20 16,0-4-96-16</inkml:trace>
  <inkml:trace contextRef="#ctx0" brushRef="#br0" timeOffset="100360.55">7399 15270 307 0,'0'0'221'15,"0"0"-139"-15,0 0-25 16,0 0 23-16,0 0-13 16,0 0-38-16,0 0-29 15,0 12-12-15,0 11-104 16,0 10 47-16,0 0-190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4:19:34.5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5127 2799 458 0,'0'0'135'0,"0"0"-16"15,0 0-45-15,0 0 1 16,0 0-38-16,0 0 2 16,0 0-14-16,0 0-7 15,-18-70-5-15,18 67 3 16,-2 3-1-16,2 0-6 16,0 0-9-16,0 0-2 0,0 0-4 15,0 7-6-15,0 22-14 16,0 22 21-16,0 21 4 15,-1 18 1-15,-17 9 3 16,-1-2-3-16,2-14 0 16,4-16 1-16,4-24-2 15,7-16-1-15,-1-18 2 16,3-8 3-16,0-1-2 16,0-23 9-16,13-22-10 15,9-20-12-15,8-11-6 16,-1-6 1-16,-6 3 0 15,-11 1 2-15,-6 9 5 16,-6 10 5-16,0 16 5 16,0 16 1-16,0 10 1 0,0 11-2 15,0 6 0-15,13 0-6 16,12 10-3-16,11 14 5 16,12 8 4-16,10 9-4 15,9 5 3-15,5 3 1 16,-2-3 0-16,0-8-1 15,-6-11 0-15,-7-10 1 16,-9-10 1-16,-14-6-1 16,-13-1-1-16,-8-1 1 15,-4-16 4-15,-6-9-4 16,-3-3 0-16,0-4-1 16,0 0 0-16,-15-1-2 0,0-1 2 15,0 3 1-15,8 0 1 16,7 8 10-16,0 2-8 15,24 5-3-15,15-2-13 16,19 0-41-16,9 2-40 16,10-3-44-16,1-2-92 15</inkml:trace>
  <inkml:trace contextRef="#ctx0" brushRef="#br0" timeOffset="434.96">6411 2567 330 0,'0'0'138'15,"0"0"-57"-15,0 0-42 16,-40 103 18-16,31-47-12 16,1 14-5-16,2 5 1 15,6 5-3-15,0 0-27 0,0-13-3 16,6-13-5-16,3-18 1 16,-4-15-4-16,-2-13 4 15,-3-6-1-15,0-2 8 16,0-17 42-16,0-16-48 15,0-16-5-15,0-12-14 16,0-10-9-16,-11-3 11 16,-2-1-3-16,-2 5 11 15,4 8 1-15,11 10 2 16,2 9-3-16,26 4-15 0,6 8 6 16,1 14 8-1,4 6 10-15,-3 11-5 0,5 9 1 16,-3 17 1-16,-7 13 1 15,-1 4-1-15,-11 3-1 16,-13 3 4-16,-6-4-3 16,-14-1 4-16,-16-4 0 15,-3-10-2-15,-5-6 0 16,1-8-1-16,1-7-1 16,5-5 0-16,5-4-2 15,13 0-25-15,13-4-51 16,13-23-160-16</inkml:trace>
  <inkml:trace contextRef="#ctx0" brushRef="#br0" timeOffset="883.18">6947 2569 579 0,'0'0'77'0,"0"0"76"16,0 0-79-16,0 0-28 15,0 0-46-15,0 0-1 16,10 26-1-16,-3 19 2 15,1 11 3-15,1 8 0 16,4 3 1-16,0 3-3 16,6-5-1-16,-4-9-1 15,2-14-27-15,0-15-17 16,-1-14-13-16,5-13 26 16,3-9 32-16,3-20 0 0,0-13 0 15,-3-10 0-15,-4-5 2 16,-6-4 26-16,-3-1 6 15,-4 0-8-15,-1 6 7 16,0 7-10-16,1 12-1 16,0 12-13-16,-2 13-7 15,-3 7-2-15,1 5-1 16,0 0-4-16,3 14-4 16,2 12 3-16,-2 9 4 15,2 2 2-15,-5 3 0 16,0-4 0-16,6-2 1 15,-2-5 0-15,5-9-1 16,9-8-1-16,9-12-2 0,13 0 3 16,20-16 0-1,13-14-21-15,9-7-90 0,-7-1-175 16</inkml:trace>
  <inkml:trace contextRef="#ctx0" brushRef="#br0" timeOffset="1400.95">4903 3794 338 0,'0'0'141'16,"0"0"-74"0,0 0-30-16,82-53 14 0,-25 33 12 15,14-5-3-15,16 1-12 16,16-3-17-16,15-4-11 16,13 1-5-16,8 2-6 15,2 2-5-15,-6 2 1 16,-10 3-3-16,-12 3-1 15,-14 4 1-15,-13 3 0 16,-17 3-2-16,-17 5 1 16,-21 2-4-16,-20 1-9 15,-11 4-91-15,-37 21-9 0,-38 1-8 16</inkml:trace>
  <inkml:trace contextRef="#ctx0" brushRef="#br0" timeOffset="1614.05">5076 3956 501 0,'0'0'7'0,"81"0"45"16,-18-6 26-16,18-10-14 16,18-5-1-16,17-6-23 15,10-1-20-15,11-2-11 16,-3 0-3-16,0 3-2 15,-4 2-4-15,-5 1-8 16,-7 2-35-16,-6-1-39 0,-15-2-30 16,-18 2-117-1</inkml:trace>
  <inkml:trace contextRef="#ctx0" brushRef="#br0" timeOffset="1753.77">6830 3588 428 0,'0'0'185'0,"0"0"-82"15,0 0-5-15,0 0-47 16,0 0-35-16,0 0-16 16,0 0-33-16,3-4-43 15,9 16-51-15,6-4-108 16</inkml:trace>
  <inkml:trace contextRef="#ctx0" brushRef="#br0" timeOffset="42791.25">3680 4255 298 0,'0'0'125'16,"0"0"-23"-16,0 0-39 15,0 0 2-15,0 0 7 16,0 0-35-16,0 0 7 16,0 0-14-16,-16-26-13 15,16 24-6-15,0 1 3 16,0 1-6-16,0 0-3 0,0 0-2 15,0 0-1 1,0 0-2-16,0 0 0 0,0 0-3 16,0 0-1-16,0 4-8 15,-2 16 1-15,-1 15 11 16,-1 13-2-16,-1 13 1 16,-4 8 1-16,5 6 0 15,-4 4 0-15,4-1 1 16,-1-7 1-16,0-9 1 15,2-13-1-15,0-15-1 16,3-13-1-16,0-11 1 16,0-7-1-16,0-3 1 15,0 0 7-15,0-6 2 16,10-16-10-16,8-8-48 0,4-4-132 16,-8-2-202-1</inkml:trace>
  <inkml:trace contextRef="#ctx0" brushRef="#br0" timeOffset="43076.15">3355 4345 417 0,'0'0'35'16,"0"0"79"-16,0 0-59 0,31-78-37 16,-1 61-6-16,3 0 12 15,6 1-11-15,1 4-5 16,-1-1-4-16,-2 1-2 16,0 3-2-16,0-2 0 15,-1 1-1-15,-6 3-38 16,-6 7-30-16,-18 0-108 15,-6 10-239-15</inkml:trace>
  <inkml:trace contextRef="#ctx0" brushRef="#br0" timeOffset="43300.49">3256 5000 258 0,'0'0'110'16,"0"0"-61"-16,0 0 2 15,91 0 10-15,-53 0-17 16,7-5-21-16,7 1-13 16,3-1-3-16,0 2-7 15,-4-2-58-15,-5 1-182 16</inkml:trace>
  <inkml:trace contextRef="#ctx0" brushRef="#br0" timeOffset="43637.67">3880 4970 561 0,'0'0'90'0,"0"0"-90"15,0 0-1-15,0 0 1 16,0 0 0-16,15 73 5 16,-11-50-3-16,1-4 1 15,2-3 0-15,2-8-3 16,6-6 0-16,3-2 3 0,3-9 3 16,0-14-3-1,-5 2 6-15,-4-3 25 0,-7 7 44 16,-5 0-29-16,0 3-23 15,0 1 12-15,-12 1-37 16,1 7 1-16,2 0-4 16,6 4-3-16,3 1-7 15,0 0-103-15,2 3-55 16,17 1 8-16</inkml:trace>
  <inkml:trace contextRef="#ctx0" brushRef="#br0" timeOffset="43905.98">4396 4682 498 0,'0'0'47'0,"0"0"-43"15,0 0 2-15,0 0 2 16,0 0 17-16,0 0 10 16,100-7-17-16,-73 7-10 15,1 0-8-15,4 0-7 0,-7 1-132 16,-6 3-364-16</inkml:trace>
  <inkml:trace contextRef="#ctx0" brushRef="#br0" timeOffset="44072.74">4387 4898 620 0,'0'0'135'16,"0"0"-133"-16,0 0 6 16,0 0 18-16,105-3-19 15,-64 0-7-15,7-3-20 16,6-2-93-16,-1-5-149 15</inkml:trace>
  <inkml:trace contextRef="#ctx0" brushRef="#br0" timeOffset="44343.63">5067 4352 857 0,'0'0'56'15,"0"0"-27"-15,0 0-29 16,0 0-1-16,0 0-2 16,0 0 1-16,51 65-1 0,-30-14 3 15,-5 9 2-15,-4 5-2 16,-6 7-8-16,-6-5-50 15,0-4-13-15,0-17-58 16,9-22-84-16</inkml:trace>
  <inkml:trace contextRef="#ctx0" brushRef="#br0" timeOffset="45006.19">5597 4495 839 0,'0'0'72'0,"0"0"-4"16,0 0-65-16,0 0-3 0,0 0-8 16,0 0 3-16,15 36 4 15,-5 10 1-15,-3 10 0 16,3 2-8-16,1-3-3 16,3-14 0-16,8-15-6 15,5-11 4-15,12-13 10 16,6-2 1-16,8-16 2 15,4-15-11-15,-5-6 7 16,-10-9-10-16,-17 1 13 16,-14 3-2-16,-11 8 3 15,0 8 8-15,-8 6-8 16,-7 5-13-16,-6 4-25 16,1 1 30-16,3 2 8 0,4 2 0 15,7 1 1-15,4 2 0 16,2 3 5-16,0-2-6 15,2-1-1-15,17 1 0 16,11 1-2-16,4 1 3 16,2 0 0-16,-2 0 0 15,-1 8 0-15,-4 3 0 16,-4 1 0-16,-4 5-1 16,-6 2 1-16,-3 2-3 15,-2 6 3-15,-5 4-1 16,-4 5 0-16,-1 1-1 15,2-2-49-15,1-5-17 0,4-7 2 16,5-8-12-16,10-9-23 16,2-6 26-16,9-3 15 15,7-18 60-15,-1-12 12 16,0-6 100-16,-6-1 4 16,-8-6-30-16,-10 7 33 15,-15 4-36-15,0 5-40 16,-10 13-21-16,-7 3-21 15,4 9-1-15,5 5-1 16,-4 0-19-16,-1 7-54 16,-1 10-2-16,0 6-45 15,5-1-23-15,1-1-90 0</inkml:trace>
  <inkml:trace contextRef="#ctx0" brushRef="#br0" timeOffset="45191.07">6681 4761 700 0,'0'0'11'0,"0"0"-11"16,0 0-1-16,0 0 1 16,0 0 0-16,6 94 0 15,-6-65-59-15,0 3 59 16,0-3-70-16,0-5-205 15</inkml:trace>
  <inkml:trace contextRef="#ctx0" brushRef="#br0" timeOffset="46174.72">6963 4436 432 0,'0'0'0'0,"0"0"0"16,-22 84 26-16,17-42 7 15,4 2-10-15,1-1-9 16,0-4 4-16,4-6-6 15,8-8-5-15,6-8-4 16,10-9 1-16,7-8-3 16,8-2 2-16,-1-21 1 15,-2-7-3-15,-6-7 0 16,-13 0 2-16,-12-2 6 16,-9 1 12-16,0 4-21 15,-18 6-6-15,-1 5 6 16,1 7 0-16,3 8 6 15,6 2-5-15,6 5 10 16,3 1 0-16,0 0-11 0,0 0-6 16,0 0 3-16,12 0-1 15,15 1 4-15,9-1 10 16,9 0 4-16,2 0 2 16,1 0-9-16,-8 0-4 15,-7 0 2-15,-8 1 4 16,-10 11-9-16,-3 3-2 15,-9 4 2-15,-3 8 0 16,0 5 1-16,-3 11 0 16,-6 4 6-16,0 0-7 15,5-3-6-15,4-12-26 16,0-10 16-16,17-13-9 0,9-9 10 16,8-4 15-16,2-20 6 15,1-13 6-15,-1-7 17 16,-6-5 16-16,-8 0 16 15,-8 2-23-15,-10 10-37 16,-4 6-1-16,-4 9-84 16,-14 7 46-16,3 8 21 15,6 2 17-15,6 4 33 16,3 1-33-16,0 0-1 16,0 0-11-16,14 11 10 15,5 3 2-15,5 1 0 16,2 1 22-16,0-2 35 0,-2-1-34 15,-3 1-15-15,-4-3-5 16,-1 3 3-16,-2-2 0 16,-2 2-2-16,0 0-1 15,0-1 0-15,0 1-1 16,3-3-2-16,0-4-4 16,12-5-7-16,3-2 7 15,2-9-7-15,1-10 11 16,-6-6 0-16,-5-2 4 15,-8-2 21-15,-2 1 17 16,-11-1-2-16,-1 3-9 16,-10 2-17-16,-26 3-14 15,-13 9-14-15,-16 8-37 16,0 4-16-16,9 2-15 16,14 12-10-16,15 0 2 0,9 3-30 15,6-5-75-15</inkml:trace>
  <inkml:trace contextRef="#ctx0" brushRef="#br0" timeOffset="46346.05">7965 4458 716 0,'0'0'132'15,"0"0"-39"-15,0 0-45 0,0 0-48 16,0 0-2-1,0 0-73-15,-33 39 19 16,19-19-108-16,3-9-223 16</inkml:trace>
  <inkml:trace contextRef="#ctx0" brushRef="#br0" timeOffset="51917.82">9346 4226 239 0,'0'0'70'16,"0"0"8"-16,-93 17-25 15,70-5 1-15,4 1-22 16,6 7-16-16,8 5-4 16,2 4 14-16,3 7-6 15,0 7-10-15,21 3-2 16,4 5-8-16,12 1-1 16,8-5-33-16,9-12-74 15,7-19-87-15</inkml:trace>
  <inkml:trace contextRef="#ctx0" brushRef="#br0" timeOffset="52188.45">9861 4229 611 0,'0'0'103'0,"0"0"-3"16,0 0-44-16,0 0-11 15,0 0-35-15,0 0-10 16,-15-20-22-16,15 45 3 16,0 11 19-16,0 10-1 15,0 8 2-15,0 1-2 0,0-2 1 16,0-8-1 0,0-6-16-16,6-9-63 0,2-9 60 15,-2-7-38-15,2-11-28 16,0-3-134-16</inkml:trace>
  <inkml:trace contextRef="#ctx0" brushRef="#br0" timeOffset="52400.5">9852 4178 670 0,'0'0'79'0,"0"0"5"16,0 0-70-1,0 0-14-15,0 0 4 0,0 0-4 16,96-58 0-16,-60 55 0 16,2 3 0-16,-2 0-1 15,-2 0-23-15,-6 0-75 16,-9 0-28-16,-12 1-153 16</inkml:trace>
  <inkml:trace contextRef="#ctx0" brushRef="#br0" timeOffset="52576.65">9757 4420 207 0,'0'0'63'0,"0"0"17"16,0 0 0-16,0 0 64 0,0 0-59 16,0 0-41-1,107 17-17-15,-70-20-20 0,1-4-7 16,1-3-14-16,-8 1-106 15,-4-1-253-15</inkml:trace>
  <inkml:trace contextRef="#ctx0" brushRef="#br0" timeOffset="53378.83">10134 4649 463 0,'0'0'129'16,"0"0"-11"-16,0 0-87 0,0 0-31 16,0 0-2-1,0 0-3-15,0 22 5 0,0 3 3 16,0 4-3-16,0 5 4 15,-1 0 3-15,-7 0-2 16,2-4-5-16,0-5 0 16,3-4-19-16,3-7-55 15,0-6-33-15,0-8-194 16</inkml:trace>
  <inkml:trace contextRef="#ctx0" brushRef="#br0" timeOffset="53605.66">10428 4461 520 0,'0'0'114'0,"0"0"24"16,0 0-60-16,0 0-26 15,0 0-45-15,0 0-7 16,42-22-1-16,-9 17-1 15,5 5-1-15,0 0-35 16,-1 0-55-16,-3 0-71 16,-12 0-125-16</inkml:trace>
  <inkml:trace contextRef="#ctx0" brushRef="#br0" timeOffset="53797.5">10359 4659 554 0,'0'0'45'0,"0"0"-42"16,0 0 12-16,0 0 26 15,102 0 10-15,-55 0-33 16,6-7-18-16,3-2-1 16,-1-2-69-16,-4-3-150 15</inkml:trace>
  <inkml:trace contextRef="#ctx0" brushRef="#br0" timeOffset="55644.73">11089 4253 541 0,'0'0'115'0,"0"0"-42"15,0 0-30-15,0 0-35 0,0 0-4 16,80-73 1-16,-60 67-3 16,-4 5 3-16,-7 1-5 15,1 0-4-15,-3 2 1 16,-3 15-18-16,-4 6-29 16,-7 5-24-16,-18 1 18 15,-5 1-31-15,-3-2-30 16,3-8 25-16,9-4 64 15,7-8 28-15,8-5 10 16,6-2 87-16,0-1 10 16,0 1-58-16,6 4 7 15,15 2-9-15,4 7-24 16,2 2-12-16,-4 4-6 0,-4 2-2 16,-10 1-3-1,-7 0-2-15,-2-1 2 0,-5 0 8 16,-13-3-4-16,-4-2 9 15,0-2-9-15,5-6-3 16,5-4-1-16,6-5-11 16,6 0-1-16,0-5 12 15,11-15-74-15,19-6-172 16,8-6-29-16</inkml:trace>
  <inkml:trace contextRef="#ctx0" brushRef="#br0" timeOffset="55930.28">11314 4421 41 0,'0'0'141'16,"0"0"22"-16,0 0-13 0,0 0-11 15,0 0-4 1,0 0-80-16,27-42-45 0,-29 47-10 16,-4 9-4-16,3 5 4 15,3 3 1-15,0 2-1 16,2 0 2-16,14-2 0 16,7-8 3-16,5-9-2 15,0-5-1-15,-1 0 0 16,-2-11 5-16,-3-11 0 15,-5-6 6-15,-5 0 10 16,-7 1-11-16,-5 3 20 16,-5 3-21-16,-24 6-11 15,-12 8-3-15,2 7-5 0,9 0-24 16,14 7-24-16,16 9-51 16,2 4-18-16,32 1 55 15,15-1-68-15,15-6-58 16</inkml:trace>
  <inkml:trace contextRef="#ctx0" brushRef="#br0" timeOffset="56097.91">11816 4492 452 0,'0'0'180'16,"0"0"-111"-16,0 0-8 16,0 0-14-16,0 0-39 15,0 0-5-15,-85 97 1 0,66-56-4 16,6 3-3-1,4-2-42-15,3-3-39 0,6-14-68 16,0-13-231-16</inkml:trace>
  <inkml:trace contextRef="#ctx0" brushRef="#br0" timeOffset="57344.74">11998 4280 151 0,'0'0'476'16,"0"0"-393"-16,0 0-61 16,0 0-22-16,0 0-1 15,0 0 1-15,16 41 19 16,-9-10-1-16,2 3-5 0,1 0-7 16,1-3-6-16,4-2 4 15,4-6-1-15,-1-8-3 16,4-9-9-16,-1-6 9 15,-1 0 1-15,-1-15 7 16,-2-6-2-16,-3-3-1 16,-9-1 10-16,-5-3 17 15,-6 3-20-15,-18-1-12 16,-4 5-3-16,-1 5 2 16,6 2 0-16,7 4 1 15,9 2 2-15,4 2 0 16,0 3 6-16,3 1 9 0,0-1-14 15,0 1-3-15,0-1-1 16,0 1 1-16,6 0 0 16,-2 1 1-16,-1 1-1 15,-1 0-1-15,-2 0 1 16,0 0-1-16,0 0-2 16,0 0 0-16,0 0-1 15,0 0-1-15,0 0 2 16,0 0 1-16,0 0 1 15,0 0 1-15,0 0 0 16,0 0 2-16,0 0-2 16,0 0-1-16,0 0 1 15,0 0 0-15,0 0 1 16,0 0 0-16,0 0 0 16,0 0 2-16,0 0 2 0,0 0 5 15,0 0-3-15,0 0-5 16,0 0-1-16,0 0 0 15,0 0-1-15,0 0 0 16,0 0 0-16,0 0-1 16,0 0 1-16,0-1 0 15,0 1 0-15,0 0-2 16,0 0-3-16,3 0-5 16,12 0 0-16,9 0 10 15,14 0 0-15,6 0 1 0,3 0-1 16,1 0 0-16,-3 4-1 15,-8 0 0-15,-7-1 2 16,-9-1-2-16,-11 1 2 16,-4-3-1-16,-4 0 0 15,-2 2-3-15,0 3-2 16,0 7-4-16,0 5 4 16,-9 6 0-16,-6 4 5 15,1 5 0-15,1-1 0 16,4 1 0-16,5-3 0 15,4 0 0-15,0-4-2 16,10-9 2-16,13-8-2 16,3-8 2-16,9 0 4 15,2-22 2-15,8-6 1 16,-6-5 3-16,-8 0-1 16,-10 1 6-16,-15 4 2 0,-6 2-9 15,-6 3-8-15,-18 6-18 16,-1 2-18-16,6 8 23 15,8 4 5-15,8 2 8 16,3 1-1-16,0 0-4 16,3 0-11-16,24 0 8 15,10 0 8-15,11 0 17 16,-2 3 1-16,-3 5-4 16,-10 0-8-16,-8 6-5 15,-7 0-1-15,-2 5-1 16,-5 2-1-16,-1 4 2 0,-2 0 0 15,-2-1 0-15,1-4-4 16,2-7-12-16,-1-6-2 16,4-7 8-16,7 0 10 15,6-17 2-15,8-8 4 16,-2-4 4-16,-4-3 15 16,-6 0-2-16,-10 0-10 15,-11 1 6-15,-2 3-7 16,-42 6-12-16,-31 14-17 15,-28 8-28-15,-16 5-80 16,8 11-263-16</inkml:trace>
  <inkml:trace contextRef="#ctx0" brushRef="#br0" timeOffset="58077.16">11054 3269 674 0,'0'0'107'15,"0"0"-26"-15,0 0-81 16,0 0 0-16,0 0 0 16,83 58-2-16,-54-13 1 15,-1 2 2-15,6 0-2 16,2-13-21-16,2-11-21 16,1-16 24-16,-5-7 12 15,-4-1 2-15,-5-19 5 16,-7-5 2-16,-11-5 1 0,-7 1 46 15,0 2-22 1,-22 3 6-16,-3 5-9 0,5 7-1 16,7 7-8-16,7 5-7 15,6 0-8-15,0 23-10 16,0 15 10-16,11 17-7 16,14 13 5-16,2 5 2 15,3 2-40-15,-4-8-42 16,-2-13-103-16,-4-18-187 15</inkml:trace>
  <inkml:trace contextRef="#ctx0" brushRef="#br0" timeOffset="58262.53">11703 3604 772 0,'0'0'128'0,"0"0"-45"16,0 0-79-16,0 0-4 15,0 0-5-15,0 0 3 16,21 46 0-16,-14 0-1 16,-3 7-1-16,0-2-32 15,1-1-57-15,2-13-93 16,-1-18-333-16</inkml:trace>
  <inkml:trace contextRef="#ctx0" brushRef="#br0" timeOffset="59291.69">13593 4572 686 0,'0'0'48'16,"0"0"4"-16,0 0-52 16,0 0-10-16,0 0 2 15,0 0 4-15,0 71 4 16,-7-19 5-16,-6 5-1 0,-3 7-4 16,-4-5-65-1,-2-12-164-15</inkml:trace>
  <inkml:trace contextRef="#ctx0" brushRef="#br0" timeOffset="60776.19">5907 4550 50 0,'0'0'51'0,"0"0"30"0,0 0-3 16,0 0-21-16,0 0-18 16,0 0 2-16,3-19-34 15,0 17 9-15,-3-1 13 16,0 1 16-16,0-1 29 16,0 0-20-16,0 2 1 15,0-2 10-15,0 1-36 16,-8-1-21-16,-1 1-4 15,-2 1-1-15,-3-2-1 16,-7-2-2-16,-4 3 6 16,-8-2-3-16,-7 1 2 15,-6 3-5-15,2 0 0 16,10 3-29-16,16 8-96 0,18-3-57 16</inkml:trace>
  <inkml:trace contextRef="#ctx0" brushRef="#br0" timeOffset="61638.89">6493 4531 35 0,'0'0'241'15,"0"0"-165"-15,0 0-33 16,0 0 7-16,0 0-34 16,0 0 1-16,-17-13 13 15,6 12 2-15,0-2-2 16,1 0 2-16,-6 1 0 0,-1-1-17 16,-7-2 13-1,-3 1-12-15,-1-1-7 0,-2 0-1 16,3 2 3-16,5 2-5 15,4 1-6-15,5 0 0 16,4 0-2-16,3 4-20 16,1 7-19-16,1 2-3 15,1 1-33-15,-3-1-75 16,3-3-130-16</inkml:trace>
  <inkml:trace contextRef="#ctx0" brushRef="#br0" timeOffset="61819.85">6156 4601 494 0,'0'0'108'0,"0"0"-108"15,0 0-58-15,0 0 13 16,0 0-80-16,0 0-156 15</inkml:trace>
  <inkml:trace contextRef="#ctx0" brushRef="#br0" timeOffset="68071.58">13572 4224 741 0,'0'0'101'0,"0"0"-38"16,0 0-27-16,0 0-15 15,0 0-14-15,0 0-4 16,0 0-2-16,0 0 0 16,0 0-1-16,0 0-3 15,0 5-10-15,0 4-49 0,0 5 19 16,-6 0-43-1,0-9-190-15</inkml:trace>
  <inkml:trace contextRef="#ctx0" brushRef="#br0" timeOffset="68800.61">14509 4126 651 0,'0'0'105'16,"0"0"-16"-16,0 0-33 0,0 0-18 15,0 0-37 1,-85-50-1-16,55 79 0 0,-6 12 2 16,1 12-1-16,0 11-1 15,10 3-1-15,8 1-19 16,14-7-33-16,3-13-31 16,23-17 23-16,24-19 25 15,16-12 32-15,16-17 0 16,10-21-12-16,1-11-23 15,-8-2-4-15,-10 1-4 16,-11 1-3-16,-18 8 12 16,-14 2 38-16,-13 6 18 15,-15 6 64-15,-1 3 5 16,-8 5 24-16,-8 5-12 16,5 6-22-16,6 5-28 0,4 3-17 15,-1 0-32-15,-1 25-13 16,-3 15 13-16,-3 14 0 15,-1 10-2-15,1 4 2 16,4-2 0-16,1-10-1 16,4-10-10-16,0-12-2 15,0-15-6-15,0-7 0 16,0-11-6-16,0-1-18 16,15-13 37-16,7-19-123 15,5-13-119-15</inkml:trace>
  <inkml:trace contextRef="#ctx0" brushRef="#br0" timeOffset="68966.86">14947 4084 603 0,'0'0'101'0,"0"0"-30"16,0 0-3-16,0 0-34 16,0 0-28-16,0 0-5 15,54-42 1-15,-26 42 1 16,5 0-3-16,4 0-5 15,3 0-37-15,4 0-104 16,-7 0-85-16</inkml:trace>
  <inkml:trace contextRef="#ctx0" brushRef="#br0" timeOffset="69148.52">14900 4238 274 0,'0'0'75'0,"0"0"15"15,0 0-33-15,0 0-8 16,0 0-17-16,0 0-9 16,33 71-15-16,-10-67-5 15,7-1-3-15,5-3-16 16,2 0-262-16</inkml:trace>
  <inkml:trace contextRef="#ctx0" brushRef="#br0" timeOffset="69481.28">15187 4473 104 0,'0'0'567'16,"0"0"-531"-16,0 0-19 16,0 0 63-16,0 0-53 15,80 10-23-15,-55 3 1 16,-7 3-5-16,-6 6-1 15,-12 6-5-15,0 6-13 16,-27 3-10-16,-10 5-49 16,-4-5 10-16,4-11 16 15,9-9 17-15,10-6 22 0,10-11 13 16,7 0 34 0,1 0 35-16,0 0 28 0,9 0-78 15,17 0-15-15,12-9-4 16,7-2 3-16,0 2-3 15,-7 1-7-15,2 0-61 16,-7-1-33-16,-6-4-160 16</inkml:trace>
  <inkml:trace contextRef="#ctx0" brushRef="#br0" timeOffset="69685.56">15548 4309 852 0,'0'0'5'0,"0"0"-5"15,0 0 0-15,0 0-1 16,0 0-3-16,0 0 4 16,63-4 2-16,-26 4-2 15,8 0-6-15,6 0-136 16,-4 0-243-16</inkml:trace>
  <inkml:trace contextRef="#ctx0" brushRef="#br0" timeOffset="69865.95">15456 4481 595 0,'0'0'26'16,"0"0"-23"-16,0 0 45 15,100 0 16-15,-55 0-32 16,8-6-27-16,3-3-5 16,2-6-113-16,-2-4-258 15</inkml:trace>
  <inkml:trace contextRef="#ctx0" brushRef="#br0" timeOffset="70364.6">16108 4047 318 0,'0'0'610'0,"0"0"-545"16,0 0-65-16,0 0-3 15,0 0-6-15,0 0 8 0,44 102 2 16,-25-46 0-16,0 3 2 16,1-4-3-16,3-10-12 15,6-15-43-15,2-19-8 16,6-11 50-16,9-16 13 15,2-17 6-15,0-7 8 16,-8-5 12-16,-11 0 7 16,-13 4 2-16,-13 5-7 15,-3 8-21-15,0 12 6 16,0 7-13-16,0 9 0 16,0 0-8-16,0 14-10 15,0 13 13-15,0 7 4 0,0 7 1 16,0 2-2-16,5 7-6 15,6 0-12-15,0-5-41 16,2-9-81-16,6-16-88 16</inkml:trace>
  <inkml:trace contextRef="#ctx0" brushRef="#br0" timeOffset="70630.84">16858 4235 514 0,'0'0'224'0,"0"0"-57"15,0 0-97-15,0 0-70 16,0 0-9-16,0 0 3 16,-12 25 5-16,12 3-4 15,0 0 1-15,10-3-16 16,7-9-2-16,2-9-5 0,6-7 24 16,2-3 3-16,3-17 6 15,-1-5 15-15,-8-5 3 16,-5 2-11-16,-11 3 3 15,-5-1-6-15,-28 8-10 16,-23 9-11-16,-3 9-48 16,6 0-61-16,20 13-27 15,23 7-65-15,5 0-72 16</inkml:trace>
  <inkml:trace contextRef="#ctx0" brushRef="#br0" timeOffset="70810.16">17261 4458 473 0,'0'0'185'0,"0"0"-96"15,0 0-26-15,0 0-45 16,-67 81-11-16,46-40-4 16,3 7-3-16,3 0 0 15,3-4-35-15,5-13-122 16,7-14-190-16</inkml:trace>
  <inkml:trace contextRef="#ctx0" brushRef="#br0" timeOffset="71714.67">17261 4272 186 0,'0'0'108'15,"0"0"-21"-15,0 88-31 16,3-54-15-16,9 1-21 16,0-3 27-16,5-5-30 15,3-6-11-15,2-6-2 16,4-10-2-16,2-5 7 15,0 0 2-15,2-15 2 0,-2-7-10 16,-5-4 8-16,-4-3 3 16,-11-1 9-16,-8-2-23 15,-2 3-5-15,-21 2-41 16,-6 4 19-16,-4 4 27 16,1 5 0-16,-1 6 14 15,1 0-9-15,6 4-1 16,6-1 4-16,8 5 5 15,8-3-9-15,4 3-4 16,0 0-8-16,16 0 8 16,14 0 7-16,10 0 4 15,5-1 14-15,2 1-9 16,-1 0 9-16,-6 0 15 0,-8 0 7 16,-8 0-19-1,-7 0-20-15,-6 8-8 0,-6 3-3 16,-3 3 0-16,-2 3 1 15,0 2 2-15,0 3-1 16,-11 5 2-16,4-2-3 16,2-2-5-16,5-3-15 15,0-6-33-15,20-11 34 16,7-3 19-16,7 0 2 16,0-13 2-16,0-13-2 15,-4-4 2-15,-2 0 1 16,-4 0-2-16,-2 2-1 0,-3 6 5 15,-9 8 18 1,-1 5 27-16,-6 7-13 0,0 2-26 16,5 0-11-16,2 5-5 15,2 12 5-15,0 2-2 16,0 3 0-16,-3 5 2 16,-3 0-4-16,3 0 4 15,-1-4 3-15,6-6-2 16,4-9-1-16,3-8 1 15,6 0 5-15,6-11-2 16,1-11 2-16,0-4 7 16,-7-2 14-16,-6-1 7 15,-8 2-7-15,-13-2-10 16,0 2-16-16,-34 8-1 0,-9 9-12 16,-2 10-50-16,6 0 15 15,12 13-22-15,11 6-31 16,5 4 28-16,7-3-76 15,4 0-95-15</inkml:trace>
  <inkml:trace contextRef="#ctx0" brushRef="#br0" timeOffset="72145.68">18636 4099 788 0,'0'0'106'0,"0"0"-37"16,0 0-37-16,0 0-30 16,0 0-2-16,0 0-27 15,0 0-49-15,0 27 9 16,0-3-105-16,-9-3-261 16</inkml:trace>
  <inkml:trace contextRef="#ctx0" brushRef="#br0" timeOffset="72331.66">18613 4408 854 0,'0'0'86'0,"0"0"-54"15,0 0-32-15,0 0-1 16,0 0-46-16,0 0-38 15,52 4-99-15,-38-2-261 16</inkml:trace>
  <inkml:trace contextRef="#ctx0" brushRef="#br0" timeOffset="72812.54">18655 4417 324 0,'0'0'83'16,"0"0"-58"-16,0 0 15 15,0 0-24-15,0 0 11 16,0 0-2-16,59 98-20 0,-59-65 4 16,-10 1-3-16,-11-3-3 15,-3-2 1-15,-6-3-4 16,-6-6-237-16</inkml:trace>
  <inkml:trace contextRef="#ctx0" brushRef="#br0" timeOffset="73411.25">19201 4102 701 0,'0'0'134'16,"0"0"-49"-16,0 0-45 15,0 0-32-15,0 0-8 16,0 0-12-16,-45 38 12 16,26 7 2-16,3 5-2 0,10 0-1 15,6-5-26-15,9-9-11 16,26-14 16-16,15-15 16 15,11-7 6-15,6-7 0 16,8-21 1-16,-7-7 3 16,-6-6-3-16,-12 1 2 15,-12 0 2-15,-13 3 18 16,-13 4 1-16,-5 1 11 16,-7 5-17-16,0 6 2 15,-4 6 3-15,-1 8-13 16,4 7-10-16,-2 0-4 15,-1 18-19-15,0 16 15 0,1 11 8 16,3 8 1-16,0 0-1 16,0-2 0-16,6-5-7 15,3-8-12-15,5-8 4 16,-1-13-29-16,2-5-3 16,0-10-65-16,0-2-79 15</inkml:trace>
  <inkml:trace contextRef="#ctx0" brushRef="#br0" timeOffset="73608.19">19592 3967 157 0,'0'0'694'0,"0"0"-674"0,0 0-8 15,113-61-4-15,-59 51 18 16,8 3-8-16,0 4-11 15,-1 2-7-15,-4 1-1 16,-3 0-28-16,-10 1-71 16,-9 5-145-16</inkml:trace>
  <inkml:trace contextRef="#ctx0" brushRef="#br0" timeOffset="73787.59">19670 4146 515 0,'0'0'108'0,"0"0"-106"16,0 0-2-16,0 0 12 15,0 0 20-15,112 25-15 16,-63-21-17-16,0 1-1 16,3-5-75-16,-5 0-292 15</inkml:trace>
  <inkml:trace contextRef="#ctx0" brushRef="#br0" timeOffset="74012.68">19998 4360 783 0,'0'0'124'0,"0"0"-71"16,0 0-49-16,0 0-4 15,90 0 2-15,-56 0-2 16,-3 0 0-16,-9 6-18 16,-11 3-36-16,-8 4-59 15,-3-1-40-15,-18 5 18 16,-9-5-71-16</inkml:trace>
  <inkml:trace contextRef="#ctx0" brushRef="#br0" timeOffset="74210.45">19998 4360 191 0,'83'89'265'16,"-83"-89"-77"-16,0 0-37 0,0 0-73 15,0 5-48-15,0 9-28 16,11 7-2-16,4 11 1 16,-3 3 3-16,1-2-4 15,-8-4 0-15,-5-5-1 16,0-6-15-16,-21-2 9 16,-7-6-11-16,-4-8-21 15,2-2-15-15,12-3-19 16,10-16 30-16,8-5-58 15,14-9-300-15</inkml:trace>
  <inkml:trace contextRef="#ctx0" brushRef="#br0" timeOffset="74401.6">20356 4282 753 0,'0'0'104'0,"0"0"-9"16,0 0-55-16,0 0-40 16,0 0-1-16,0 0-6 15,54-32 0-15,-4 31-14 16,10 1-37-16,5-5-29 16,-3-1-147-16</inkml:trace>
  <inkml:trace contextRef="#ctx0" brushRef="#br0" timeOffset="74562.88">20436 4330 417 0,'0'0'12'0,"0"0"-9"15,0 0-1-15,132 6-2 16,-67-12-246-16</inkml:trace>
  <inkml:trace contextRef="#ctx0" brushRef="#br0" timeOffset="74859.65">21049 4055 522 0,'0'0'64'0,"0"0"-54"16,0 0-10-16,-80 37 5 15,59-6 1-15,0 4-2 16,5 3 8-16,7 4-5 16,4-5 0-16,4-3 1 15,1-7 2-15,0-6-1 16,0-5 7-16,-2-3 1 16,-4-4 3-16,-7 3 0 15,-9-2-7-15,-10 2 4 0,-5 1-17 16,-2-4-10-1,8-4-77-15,8-5-23 0,13-2-100 16,10-20-87-16</inkml:trace>
  <inkml:trace contextRef="#ctx0" brushRef="#br0" timeOffset="75227.66">21032 4140 623 0,'0'0'185'15,"0"0"-116"-15,0 0-39 16,0 0-20-16,0 0-10 16,0 0-6-16,23 16 6 15,-13 1-2-15,-3 2 2 16,-4 4-2-16,0-3 2 0,-2 2 0 16,3-2-1-16,1-1-2 15,4-2-8-15,5 0-6 16,1-5 7-16,5-5-10 15,6-4 6-15,2-3 14 16,-1-2 3-16,-6-16 2 16,-3-3 19-16,-2-8 6 15,-5 2-2-15,-5-1-1 16,-6 1 0-16,0 7-13 16,-15 0-14-16,-11 13-4 15,-4 4-10-15,2 3-7 16,6 4-2-16,7 15-20 0,3 5-15 15,11 6-47 1,1-2-27-16,13-4-172 0</inkml:trace>
  <inkml:trace contextRef="#ctx0" brushRef="#br0" timeOffset="75391.31">21473 4397 105 0,'0'0'717'0,"0"0"-686"16,0 0-31-16,0 0-2 16,0 0 2-16,-24 81 0 15,12-41-3-15,-3 2-80 0,0-6-79 16,7-16-293 0</inkml:trace>
  <inkml:trace contextRef="#ctx0" brushRef="#br0" timeOffset="76690.98">21919 4188 289 0,'0'0'128'0,"0"0"-98"16,0 0 41-16,0 0-29 16,0 0 16-16,-57 84-45 15,56-65-9-15,1-1 2 16,0 1-3-16,1-5-3 16,10-3 1-16,5-5 4 15,1-6 7-15,2 0 13 16,2-9 49-16,3-11-10 15,-2-5-41-15,-3 0 9 16,-7 0-32-16,-2 0 0 0,-3 4-8 16,-6 3-9-16,-1 1-18 15,0 3 24 1,0 5 11-16,0 4 3 0,0 2-1 16,0 3-2-16,0 0-6 15,6 0 0-15,3 3 1 16,1 5 5-16,3 1-2 15,-4-1 2-15,-3-2 0 16,-2-3 1-16,-1 0-1 16,-3 1 1-16,0-4 3 15,0 1 4-15,0 0-8 16,0-1 0-16,0 0 0 16,0 0 3-16,0 0-2 15,0 2 0-15,0-2-1 16,0 1 0-16,0-1 2 0,0 0 3 15,0 0 18 1,0 0 2-16,0 0-3 0,0 0-5 16,0 0-10-16,0 0-2 15,0 0 0-15,0 0-3 16,0 0 1-16,0 0 3 16,0 0-1-16,0 0-1 15,-3 0 0-15,0 0 0 16,2 0-3-16,-2-3 1 15,0 1-1-15,0-5-1 16,0 5-1-16,-2-2-7 16,1 1-4-16,-3 0 12 0,3 1 0 15,3-1 1-15,-1 0-1 16,1 3 1-16,1 0 1 16,0 0-2-16,0 0-2 15,6 0-12-15,19 0-8 16,17 0 16-16,9 0-1 15,7 0-2-15,3 0 0 16,-4 0 9-16,-7 0 1 16,-17 0 0-16,-16 0 0 15,-7 0 4-15,-10 0 15 16,0 0 6-16,0 0-18 16,0 0-8-16,-15 13-1 15,-10 2 0-15,-5 7-4 16,2 2-1-16,6 0 2 15,8 0-11-15,8-5 6 0,6-4-5 16,0-6 0-16,24-4 12 16,8-5 2-16,6 0 2 15,5-17 8-15,-7-7 4 16,-4-2-11-16,-2-2 3 16,-6 5-5-16,-3 3-1 15,-6 6 0-15,-7 4 0 16,-5 5 9-16,-2 2 13 15,1 3-19-15,-1 0-3 16,2 8-12-16,0 12 7 16,1 4 1-16,-3 2 4 15,-1-1-2-15,2-2 4 0,3-1-4 16,2-5 4-16,4-4-2 16,7-9 1-1,2-1 3-15,7-3 0 0,6-3-2 16,1-16 4-16,-1-3-2 15,-4-4-3-15,-10 0 4 16,-9-2-2-16,-10-1 1 16,0 4-3-16,-19 4-1 15,-10 9-24-15,-1 7 7 16,4 5-8-16,7 0-13 16,-2 17-49-16,3 10 13 15,6 2-4-15,8 2-102 16,4-2-82-16</inkml:trace>
  <inkml:trace contextRef="#ctx0" brushRef="#br0" timeOffset="76944.6">23170 4374 260 0,'0'0'461'0,"0"0"-330"15,0 0-37 1,0 0-71-16,0 0-23 0,0 0-12 16,-23 50 9-16,-1-18 1 15,-6 9-32-15,-1 4-32 16,4-3-126-16,2-6-286 15</inkml:trace>
  <inkml:trace contextRef="#ctx0" brushRef="#br0" timeOffset="77558.98">23563 4054 587 0,'0'0'178'0,"0"0"-93"16,0 0-67-16,0 0-18 0,0 0-4 16,0 0 4-1,-103 100 0-15,80-58 0 0,8 0-2 16,13-6-5-16,2-9-45 15,28-10 13-15,15-12 39 16,12-5 3-16,8-2 13 16,0-20-10-16,-7-6 7 15,-8-2 10-15,-11-2-5 16,-11 1 10-16,-12 2-13 16,-10-2 7-16,-4 4-3 0,0 6-4 15,-11 6-7 1,5 8 16-16,5 7-20 0,-1 0-4 15,-2 14-35 1,-4 15 23-16,-1 9 12 0,-1 7-1 16,0 8 1-16,4 2 1 15,6-7-1-15,0-8-4 16,0-13-4-16,11-12-5 16,-5-7-2-16,2-6-45 15,-1-2-85-15,4-5 32 16,1-20-397-16</inkml:trace>
  <inkml:trace contextRef="#ctx0" brushRef="#br0" timeOffset="77740">23806 4012 785 0,'0'0'2'0,"0"0"2"15,121-33 26-15,-78 26-5 16,-6 5-9-16,-7-1-16 15,-6 3 0-15,-5 0-2 16,-5 0-50-16,-1 3-75 16,-7-1-115-16</inkml:trace>
  <inkml:trace contextRef="#ctx0" brushRef="#br0" timeOffset="77918.31">23682 4121 372 0,'0'0'191'0,"0"0"-191"16,0 0 0-16,0 0 16 15,0 0 20-15,0 0-3 16,99 42-16-16,-62-42-9 16,5 0-8-16,1 0-8 15,-1 0-112-15</inkml:trace>
  <inkml:trace contextRef="#ctx0" brushRef="#br0" timeOffset="78900.55">24031 4417 387 0,'0'0'3'15,"0"0"-1"-15,0 0 16 16,0 0-5-16,-18 92-3 16,12-76-10-16,3-3 0 15,3-6-38-15,0-7 5 0,3 0 33 16,14-3 20-16,-1-13 18 16,5-1 18-16,-3-4-5 15,-3 3-8-15,-5 4 7 16,-4 3-27-16,-4 5 41 15,-2 1 32-15,0 5-78 16,0 0-18-16,0 0-12 16,0 16-55-16,0 5 66 15,-2 5-37-15,1 5-29 16,1 3 4-16,0-3-61 16,0-6-94-16</inkml:trace>
  <inkml:trace contextRef="#ctx0" brushRef="#br0" timeOffset="79138.43">24201 4238 89 0,'0'0'578'0,"0"0"-568"15,0 0-9-15,0 0 14 16,88-6 24-16,-57 6-21 16,1 0-13-16,-1 0-5 15,-4 0-13-15,-6 2-66 0,-6-2-161 16</inkml:trace>
  <inkml:trace contextRef="#ctx0" brushRef="#br0" timeOffset="79298.7">24232 4332 583 0,'0'0'76'0,"0"0"-76"16,0 0 38-16,0 0 1 16,105 4-30-16,-72-2-9 15,1-2-85-15,0 0-114 16</inkml:trace>
  <inkml:trace contextRef="#ctx0" brushRef="#br0" timeOffset="79920.94">24661 3995 824 0,'0'0'82'0,"0"0"-82"15,0 0-12-15,0 0 7 16,0 79 2-16,-4-33 6 16,-12 5-2-16,0-1-1 15,-3-4-1-15,10-10-20 0,5-9-21 16,4-15 8-16,0-7 18 16,15-5 16-16,6-1 5 15,3-15 0-15,-4-3 0 16,-6-3 13-16,-8 4 34 15,-6 2-42-15,-1-1-4 16,-17 5-6-16,5 4-8 16,-2 8 2-16,9 0 0 15,3 0-65-15,3 6 9 16,0 4 17-16,4 0 21 16,20-1-1-16,8-4-11 15,8-5 24-15,-2 0 12 16,-5 0 12-16,-10-1 24 0,-7-6 26 15,-10 1 31-15,-3 3-1 16,-3 0-49-16,0 3-10 16,0 0-26-16,0 0-7 15,0 0-9-15,0 9-35 16,-7 6 15-16,-1 3 14 16,3 3-4-16,5-1-3 15,0 0 12-15,0-9-11 16,2-6-2-16,6-5 23 15,3 0 13-15,6-15 49 16,5-4-42-16,1-2-14 16,-4-1 9-16,-5 2-7 0,-8 2 1 15,-4 0 17-15,-2 6-21 16,0 5-5-16,-16 7-62 16,-2 0-86-16,3 16 1 15,5 1-181-15</inkml:trace>
  <inkml:trace contextRef="#ctx0" brushRef="#br0" timeOffset="80108.78">25018 4428 756 0,'0'0'110'16,"0"0"-102"-1,0 0-8-15,0 0-3 0,-36 100-11 16,16-49-55-16,-5-2-69 16,-5-6-224-16</inkml:trace>
  <inkml:trace contextRef="#ctx0" brushRef="#br0" timeOffset="81388.3">24271 4749 552 0,'0'0'113'16,"0"0"-71"-16,0 0-42 15,0 0-10-15,0 0 10 16,0 0 0-16,-17 42 0 16,11-22 0-16,1 2 2 15,5 0-2-15,0 4-3 16,0 1 2-16,13-1-12 16,5-4 1-16,6-7-16 15,1-10-7-15,-3-5 16 16,-3 0 19-16,-3-19 19 0,-4-6 34 15,-3-4 48-15,-6-3-28 16,-3-1-25-16,0 2-25 16,-1 4-11-16,-11 2-12 15,-1 7-8-15,2 3-28 16,2 8 1-16,3 0-7 16,-1 4 30-16,5 3-1 15,2 0 13-15,0 0-35 16,0 3-2-16,0 9 13 15,0-2 12-15,9 1 5 0,4-3 7 16,7-3 0 0,-1-2 0-16,0-2 14 0,-1 2-5 15,-9-1 26-15,-3-2-18 16,-4 3-3-16,-2-1-14 16,0 2-5-16,0 4 3 15,0 0-6-15,0 1 5 16,0 1-1-16,0 0 0 15,0 1 0-15,0 2 4 16,0-4-3-16,0 4 3 16,-3-4 0-16,0 0 0 15,1-3 2-15,2 1-4 16,0-5 4-16,0 1-4 16,0-3 1-16,5 1 1 15,14-1 4-15,6 0 3 16,2 0-3-16,-1-9 2 15,-5-4 12-15,-8 0 40 0,-2-4-14 16,-4-1-8-16,-6-1-23 16,-1 1 4-16,0 0-17 15,-15 2-3-15,-2 3-11 16,-4 1 4-16,3 5-4 16,3 1 9-16,4 3-2 15,5 0-3-15,5 1 10 16,1 2 2-16,0-1-2 15,0 1 3-15,0 0-1 16,0 0 4-16,0 0 4 16,0 0-2-16,0 0-6 15,0 0-2-15,0 0 2 0,0 0-1 16,0 0-1-16,0 0 0 16,0 0 0-16,0 0-1 15,0 0-1-15,0 0-3 16,7 0 3-16,10 0 2 15,8 0 0-15,7 0 0 16,4 0-3-16,3 0-5 16,-1 0 1-16,-6 0 4 15,-7 0 3-15,-12 0 2 16,-6 0-1-16,-7 0 2 16,0 0 6-16,0 1-9 15,0 8-5-15,0 7 3 16,-2 5-1-16,-9 5 3 0,2 0 0 15,3 4-1-15,6-4-9 16,0-2-15-16,3-4 15 16,14-9 9-16,6-8 1 15,4-3 3-15,3 0 5 16,-2-12 23-16,-2-7 6 16,-5-3 5-16,-5 3-19 15,-7-1-6-15,-6 3-1 16,-3 1-15-16,0 3-2 15,-7 3-2-15,-16 2-10 16,-2 8-31-16,1 0-17 16,5 0-8-16,6 13-30 0,6 2-27 15,7-1-175 1</inkml:trace>
  <inkml:trace contextRef="#ctx0" brushRef="#br0" timeOffset="82502.75">24039 4313 299 0,'0'0'143'0,"0"0"-43"16,0 0-12-1,0 0-48-15,0 0-25 0,0 0-8 16,0 0-7-16,3-5-2 16,-3 5-1-16,0 5-11 15,-11 12 14-15,-9 6 13 16,-5 5 2-16,0 5-6 16,3-1-5-16,3 0-4 15,9-4-4-15,6-9-3 16,4-5-29-16,0-8 34 15,12-6 2-15,12 0 1 16,7-6 8-16,5-12 13 0,8-2-13 16,1 0-9-1,2 2-40-15,-3 0-160 0</inkml:trace>
  <inkml:trace contextRef="#ctx0" brushRef="#br0" timeOffset="83439.75">25223 4749 585 0,'0'0'137'0,"0"0"-2"16,0 0-42-16,0 0-63 15,0 0-20-15,0 0-9 16,0-39-1-16,0 39-6 16,0 0-10-16,0 11-36 15,0 9 12-15,-4 5-65 16,-4 0-36-16,6-6-278 0</inkml:trace>
  <inkml:trace contextRef="#ctx0" brushRef="#br0" timeOffset="83650.57">25147 5017 649 0,'0'0'69'16,"0"0"-69"-16,0 0 0 15,0 0 16-15,0 71 5 16,1-47-9-16,-1 2-6 16,0-2-1-16,-6-1 0 0,-14 2-5 15,-12 0-14-15,-11-1-90 16,-11-4-125-16</inkml:trace>
  <inkml:trace contextRef="#ctx0" brushRef="#br0" timeOffset="85069.8">9504 5238 499 0,'0'0'91'15,"0"0"8"-15,0 0 1 16,0 0-84-16,0 0-16 0,0 0-1 15,0 0 1-15,-85 41-2 16,72-17 2-16,3 0-1 16,-1 4 0-16,4 3 1 15,2 3 0-15,5-1-3 16,7-5-18-16,20-9-13 16,17-8 1-16,11-11 20 15,14 0 5-15,4-7-15 16,7-10-33-16,-11-3-211 15</inkml:trace>
  <inkml:trace contextRef="#ctx0" brushRef="#br0" timeOffset="85349.09">9882 5266 638 0,'0'0'153'15,"0"0"-69"-15,0 0-32 16,0 0-50-16,0 0-2 16,0 0-12-16,0 42 10 15,0-6 2-15,0 5 3 0,-3 2-2 16,0 1-1-16,1-3-46 15,2-6-17-15,0-9-102 16,0-11-38-16</inkml:trace>
  <inkml:trace contextRef="#ctx0" brushRef="#br0" timeOffset="85547.42">9846 5213 174 0,'0'0'557'0,"0"0"-540"16,0 0-7-16,108-70 43 15,-70 58-3-15,0 2-33 0,4 5-12 16,4 5-5-16,-4 0-11 16,-2 8-97-16,-15 3-95 15,-16 0-355-15</inkml:trace>
  <inkml:trace contextRef="#ctx0" brushRef="#br0" timeOffset="85948.93">9896 5450 224 0,'0'0'102'15,"0"0"-47"-15,0 0 43 16,86 15-26-16,-56-15-36 0,4 0-15 15,3 0-13-15,-4-3-1 16,-6-3-5-16,-7 3-2 16,-6 0-9-16,-5-1-38 15,-7 4-36-15,-2 0-44 16,0 0 51-16,-6 0 76 16,-3 0 6-16,0 0 61 15,5 0 22-15,4 4-59 16,0 4-2-16,0 4 21 15,0 5 35-15,6 7-50 0,5 3 4 16,-2 6 2 0,2-4-25-16,-4-8 11 0,-2-5-13 15,-5-7-10-15,0 1 0 16,0 0-1-16,-11-2 6 16,2-3-8-16,-1-2 0 15,2-2-21-15,1-1-67 16,3 0-68-16,4-12-331 15</inkml:trace>
  <inkml:trace contextRef="#ctx0" brushRef="#br0" timeOffset="86149.54">10355 5316 474 0,'0'0'339'0,"0"0"-250"0,0 0-53 16,0 0-32-16,0 0-3 16,0 0-2-16,126-47-4 15,-66 41-25-15,6 0-50 16,-2-5-131-16,-6-6-277 16</inkml:trace>
  <inkml:trace contextRef="#ctx0" brushRef="#br0" timeOffset="86328.76">10628 5336 237 0,'0'0'248'16,"0"0"-247"-16,0 0 6 15,0 0 19-15,84 5-11 16,-43-5-15-16,2 0-95 15,-5 0-228-15</inkml:trace>
  <inkml:trace contextRef="#ctx0" brushRef="#br0" timeOffset="86499.27">10685 5442 618 0,'0'0'171'0,"0"0"-162"15,0 0-9-15,0 0 5 16,101 0 2-16,-42 0-7 16,7 0-70-16,1-6-115 15</inkml:trace>
  <inkml:trace contextRef="#ctx0" brushRef="#br0" timeOffset="86790.64">11532 5124 834 0,'0'0'48'16,"0"0"-23"-16,0 0-19 15,0 0-2-15,80-15-2 16,-48 27-2-16,-4 10-1 16,-4 10 1-16,-8 11-6 15,-6 6 4-15,-10 4 2 16,0 2-5-16,-10-1-57 16,-8-7-24-16,-4-12-62 15,0-14-193-15</inkml:trace>
  <inkml:trace contextRef="#ctx0" brushRef="#br0" timeOffset="87230.35">11525 5338 281 0,'0'0'369'0,"0"0"-325"16,0 0-21-16,111-41 66 15,-71 35-32-15,5 3-26 16,-2-1-13-16,1 4-9 15,-3 0 0-15,-5 0-9 16,-11 0-2-16,-6 4 2 0,-5 4-15 16,-5-1-12-1,-1 0-11-15,-1 0 14 0,-1 0 10 16,3-2-3-16,3 1 1 16,3 0 7-16,6-1 4 15,4-2-12-15,-3-2-8 16,4-1 15-16,-7 0 10 15,-7 0 3-15,-4-4 4 16,-2-4 61-16,-3-1-24 16,-3-2-15-16,0-2 7 15,0 1-8-15,-7-4-19 16,-16 0-8-16,-13 2-1 16,-18 5-23-16,-5 6-34 15,2 3-8-15,14 0 43 16,17 10-10-16,15 4-78 0,11 1 50 15,1-1-45 1,26-2-55-16,14 1-24 0</inkml:trace>
  <inkml:trace contextRef="#ctx0" brushRef="#br0" timeOffset="87503.61">12415 5453 518 0,'0'0'28'15,"0"0"-28"-15,0 0 0 16,0 0 1-16,0 0 8 16,-8 75 2-16,-5-53-11 15,-4-1-27-15,7-4-192 16</inkml:trace>
  <inkml:trace contextRef="#ctx0" brushRef="#br0" timeOffset="88529.53">12573 5203 458 0,'0'0'48'0,"0"0"-48"16,0 0 0-16,0 0 9 0,27 78 22 16,-15-49 12-1,0 2-35-15,4 1-3 0,4 1-1 16,3-5-4-16,3-7 2 16,-1-6-2-16,-1-11-4 15,-3-4-1-15,0-4 5 16,2-18 3-16,0-6 16 15,-7-3 31-15,-3-2 20 16,-10 2-11-16,-3 3-41 16,-8 2-17-16,-13 4-1 15,-3 5-43-15,-1 3 6 16,-1 6 27-16,3 1 5 16,0 3-2-16,-1 1 5 15,-1 3 1-15,1 0 1 16,6 0-2-16,2 0 1 0,7 0-1 15,4 0 0 1,3 0 1-16,2 3-3 0,0 1-10 16,3 0 3-16,17 0 1 15,10 1 10-15,7-1 0 16,5 1 0-16,5 2 2 16,1-1-4-16,3-1 2 15,1-1-2-15,-1-1 2 16,-5 1 0-16,-9-1 1 15,-8 0-1-15,-10 1 0 16,-8-1-1-16,-8 4 1 16,-3 2-5-16,0 7 5 0,-12 3 3 15,-6 4-3-15,0 2 4 16,3-4-2-16,7-1-2 16,4-3 0-16,4-5-6 15,0-4-18-15,7-6 9 16,10-2 15-16,4 0 8 15,0-13 10-15,0-11 13 16,-4-7-9-16,-3 2 12 16,-2-3 2-16,-6 3-17 15,1 2 26-15,-2 7-40 16,1 4-2-16,-4 7-3 16,3 6 0-16,0 3-2 15,5 0-2-15,3 0 1 16,4 7 1-16,1 8-4 15,-2 4 3-15,2 1 2 0,0 2-2 16,0 0 3-16,0-1 0 16,1 1 1-16,2-5 2 15,-2-3-3-15,1-7 2 16,4-7 0-16,3 0 2 16,-2-9 3-16,-3-6-1 15,-5-5 16-15,-6 1 12 16,-3-1-12-16,-6-2-10 15,-2 2 24-15,0-5-27 16,-26 3-6-16,-19 3-3 16,-17 14-2-16,-11 5-48 15,12 8-91-15,19 13-22 0,19-1-62 16,17-1-142-16</inkml:trace>
  <inkml:trace contextRef="#ctx0" brushRef="#br0" timeOffset="93125.93">2936 6363 546 0,'0'0'186'15,"0"0"-91"-15,0 0-60 0,0 0-17 16,0 0-18 0,0 0-2-16,0 0-1 0,-4 59 3 15,-4-24 2-15,-10 6 7 16,0 0 2-16,-3-2-2 15,-3 0-5-15,2-6-1 16,1-1 1-16,-3-7-3 16,3-4 1-16,5-7 2 15,1-7-2-15,9-7 0 16,1 0 1-16,5-19 2 16,0-12-5-16,0-12-17 15,14-6 7-15,2 3 2 16,-1 0-10-16,0 6 3 0,7 4 13 15,-2 5-12-15,6 7 5 16,-3 7 6-16,-1 10 3 16,-2 7 5-16,5 0-5 15,2 10-1-15,7 16 1 16,-1 10 1-16,0 7-1 16,-3 7-2-16,-2 0 2 15,-4-1 2-15,-1-8-2 16,-7-11-5-16,-2-12-25 15,-7-7-11-15,-4-11 22 16,-3 0 19-16,4-21 93 16,-1-14-83-16,0-4-9 0,-1-2 20 15,-1-1 9 1,-1 2-6-16,2 5-16 0,5 1-7 16,5 3-1-16,10 2-11 15,12 2-23-15,9 1-4 16,7 1-38-16,4 4 7 15,-3 2 12-15,-5 4 26 16,-13 3 11-16,-14 7 15 16,-10 2 5-16,-6 3 16 15,-3 0 70-15,0 0-4 16,0 1-50-16,0 20-25 16,-7 10-5-16,-7 16 11 15,-2 7-3-15,1 4 16 0,3 2 0 16,4 2-26-16,5-2 6 15,3-5-3-15,0-10 2 16,0-16-3-16,0-14-2 16,0-13-1-16,0-2 1 15,0-7 4-15,0-21-4 16,0-11-25-16,0-6 0 16,8-5 14-16,4-3-11 15,-3 2 6-15,0 2 15 16,1 4 1-16,5 8 12 15,6 4-6-15,3 6-4 16,4 10 0-16,-3 8 3 16,-2 9-2-16,-4 0-3 15,-4 19-4-15,-9 12-1 0,-6 6-1 16,-1-1 5-16,-23 1 1 16,-6-7 0-16,2-6 0 15,-1-6 1-15,5-7 1 16,2-3-1-16,1-7 4 15,5-1 3-15,8 0 5 16,5 0-13-16,3 0-6 16,3 0-124-16,20 0-119 15,8 0-110-15</inkml:trace>
  <inkml:trace contextRef="#ctx0" brushRef="#br0" timeOffset="93592.61">4059 6252 850 0,'0'0'83'0,"0"0"-46"16,0 0-37-16,0 0-9 15,0 0 4-15,-5 72 3 16,16-26 2-16,4 1 5 16,-2 0-4-16,2 0-1 0,-3-7-15 15,3-7-22-15,0-10-7 16,1-9-9-16,2-14 17 16,5 0 16-16,5-26 18 15,-1-8 2-15,-2-7 2 16,-8-1 6-16,-6 3 43 15,-9 0 7-15,-2 3-30 16,-10 5-9-16,-12 7-5 16,4 10 7-16,8 7-7 15,7 7-14-15,3 0-4 16,0 9-28-16,0 15 24 16,12 2 5-16,12 4 2 15,9-5-13-15,7-8 9 0,9-8-18 16,6-9 23-1,-2-3-23-15,-1-19-75 0,-13-9-145 16</inkml:trace>
  <inkml:trace contextRef="#ctx0" brushRef="#br0" timeOffset="95773.37">1480 5637 363 0,'0'0'56'16,"0"0"52"-16,0 0-32 15,0 0-4-15,0 0 1 16,0 0-50-16,13-20-23 16,5 23 0-16,9 13 7 15,6 9 8-15,-2 10 3 16,1 12-7-16,-4 9-5 15,-6 2-1-15,-7-4-5 0,-7-11 2 16,-4-11 0 0,-4-11 0-16,0-7 1 0,-4-7-1 15,-1-2-1 1,-4-5 7-16,-3 0 0 0,-4-2 10 16,2-17 20-16,-2-6-17 15,4-11-14-15,0-5 0 16,7-5-1-16,5 0-6 15,8 3-7-15,20 6-14 16,7 3-15-16,2 8 5 16,-1 5-16-16,0 7-24 15,-5 7-44-15,-13 3-83 16,-15 4-161-16</inkml:trace>
  <inkml:trace contextRef="#ctx0" brushRef="#br0" timeOffset="96016.68">2105 5675 639 0,'0'0'123'0,"0"0"-55"15,0 0-68-15,0 0-4 16,0 0 4-16,0 0 1 16,76-4-1-16,-36 4-2 0,5 0-26 15,6 0-67-15,-5 0-52 16,-6-1-196-16</inkml:trace>
  <inkml:trace contextRef="#ctx0" brushRef="#br0" timeOffset="96212.52">2099 5857 508 0,'0'0'137'16,"0"0"-124"-16,0 0-5 16,0 0 48-16,0 0 5 15,95 0-34-15,-54-3-12 16,3-4-11-16,3-1-4 0,0 1-9 15,-6-6-109-15,-13-2-213 16</inkml:trace>
  <inkml:trace contextRef="#ctx0" brushRef="#br0" timeOffset="97689.63">2749 5554 525 0,'0'0'110'15,"0"0"-23"-15,0 0-63 16,0 0-24-16,0 0-6 16,0 0-4-16,0 20 10 15,0 2 0-15,2 8 4 16,-2 7 3-16,0 7-1 16,0 1-1-16,0 4-5 15,0-3-2-15,-2-2-76 16,-10-8-36-16,-4-12-171 0</inkml:trace>
  <inkml:trace contextRef="#ctx0" brushRef="#br0" timeOffset="98187.6">2958 5538 210 0,'0'0'504'16,"0"0"-435"-16,0 0-6 0,0 0-52 15,0 0-11-15,0 0-2 16,-28 36 2-16,20-3 2 16,5 0-2-16,3-2 0 15,0-6-4-15,2-5-16 16,8-7-28-16,2-9 7 15,0-4 14-15,2 0 13 16,-3 0 7-16,-2-9 7 16,-1-2 5-16,-3 2 10 15,3 4 34-15,-3 2-6 16,-1 3-32-16,4 0-11 16,5 0-3-16,4 11 0 15,-1 8 1-15,-1 4 0 16,0-1 2-16,-6 1-1 15,-5-1-2-15,-2 0 3 0,-2-6 5 16,0-1-3-16,-8-7 4 16,-11 1-4-16,-6-3 2 15,-5-1 0-15,-4-4-1 16,4-1-3-16,-1 0 2 16,1 0-1-16,8-6-2 15,4-3-55-15,8-3-68 16,10-9-123-16</inkml:trace>
  <inkml:trace contextRef="#ctx0" brushRef="#br0" timeOffset="98392.84">2997 5495 664 0,'0'0'127'0,"0"0"-70"16,0 0-37-16,0 0-20 16,0 0-14-16,0 0 5 15,76-8 4-15,-30 8-50 16,5 0-86-16,-5 0-177 16</inkml:trace>
  <inkml:trace contextRef="#ctx0" brushRef="#br0" timeOffset="98820.95">3356 5509 666 0,'0'0'51'0,"0"0"-50"16,0 0-1-16,-13 95 3 15,13-62 0-15,0-7 4 16,6-6-4-16,4-10-1 15,2-8-2-15,2-2 8 0,1-12 8 16,4-12 48 0,2-9-55-16,-6-2-6 15,-6 3-3-15,1 3-11 0,-7 2-23 16,-1 2-9-16,-2 3 43 16,1 2 2-16,1 7 3 15,-1 1 25-15,4 4-4 16,0 4 19-16,0 0-35 15,4 4-10-15,0 0 0 16,3 0-3-16,0 9 2 16,0 8 0-16,-5 8-3 15,-4 7 2-15,-3 8 2 16,0 6-1-16,0 3 2 16,-7 1 0-16,1 2-1 15,6-1-2-15,0 1-4 16,0-3-103-16,0-8-75 15,13-15-229-15</inkml:trace>
  <inkml:trace contextRef="#ctx0" brushRef="#br0" timeOffset="99121.08">3714 5784 701 0,'0'0'18'0,"0"0"-18"15,0 0-19-15,0 0 19 16,0 0 2-16,0 0 0 0,97 85 1 16,-65-68-3-1,-1-8 0-15,2-9-13 0,-5 0-7 16,-7-20 18-16,-6-8 2 16,-3-1 12-16,-9 0 51 15,-3 3-2-15,0 1-3 16,-23 3-52-16,-14 8 10 15,-12 5-16-15,1 9 0 16,4 0-26-16,21 11-60 16,16 6-75-16,7 3-58 15,0-3-65-15</inkml:trace>
  <inkml:trace contextRef="#ctx0" brushRef="#br0" timeOffset="99619.57">1606 6442 269 0,'0'0'176'16,"0"0"-15"-16,0 0-159 15,160-29 20-15,-39 5 6 16,33-4-2-16,13-3-4 15,21-2-4-15,4 2-10 16,-2 2-8-16,-6 4 0 16,-15 1-9-16,-11 7-26 15,-17 0 27-15,-19 1 7 16,-13 3 0-16,-20 4-2 16,-17 0 1-16,-20 3 2 15,-19 1 0-15,-17 4 1 16,-13 1-1-16,-3 0 11 0,0 0 53 15,-12 0-51-15,-7 0-13 16,-8 11-95-16,3 3-56 16,2-5-259-16</inkml:trace>
  <inkml:trace contextRef="#ctx0" brushRef="#br0" timeOffset="102332.38">1068 5511 505 0,'0'0'94'0,"0"0"4"16,0 0-19-16,0 0-79 16,0 0-4-16,0 0-3 15,33 56 7-15,-5 0 0 16,-2 20 6-16,-1 17 1 16,-1 9-4-16,-5-1 2 15,-2-4-2-15,-4-15 0 16,-8-14-6-16,-4-13-6 15,-1-16-22-15,0-17 3 16,0-13 14-16,-6-9 14 0,-2-3 23 16,0-25-8-1,5-15-15-15,1-13 0 0,2-7-1 16,-1-12 1-16,-5-2 2 16,-6-4-2-16,0-3 2 15,-5 6 4-15,1 6 1 16,-3 11 11-16,1 8-3 15,-3 8-8-15,2 8-7 16,3 10-3-16,6 10 2 16,-1 5-5-16,9 7 3 15,-1 3 2-15,0 0 1 16,3 2-1-16,0 0 2 16,0 0-1-16,0 0 0 15,0 0-1-15,0 0-13 16,15 0 6-16,19 0 8 0,8 4 0 15,10-4-3-15,14 0-2 16,10 0-3-16,12 0-15 16,9 0 16-16,7-12-4 15,8-3 3-15,0-2-14 16,1 0 18-16,-3 0-2 16,-2 0 3-16,-6 1-2 15,1 1-3-15,-1 1 8 16,1 0-7-16,0 1-2 15,-3-1 1-15,-2 2 5 16,-4-2 2-16,-4 4 1 16,-5 4 0-16,-1 3 0 15,-4 3 0-15,5 0-1 16,-5 0 1-16,-2 0 0 0,-3 0 0 16,-2 0-15-16,-5 0 4 15,-1 0 3-15,-4 0 8 16,-8-6 0-16,-7 4 1 15,-3-1 0-15,-6 3-1 16,-1 0-1-16,-6-2 1 16,-11 2 1-16,-8-3-1 15,-7 0 4-15,0-1 37 16,4-1-1-16,2 0-31 16,9 2-9-16,2 2 0 15,7-1-2-15,-2 2-2 16,-1 0 4-16,-8 0-1 15,-4 0-1-15,-5 0 2 0,-5 0-1 16,-1 0 0-16,1 5 1 16,-4-1 0-16,2-2 0 15,-1 1-1-15,-2-1 1 16,0-2 1-16,0 2 0 16,0-2 10-16,0 0 7 15,0 0-2-15,0 1-5 16,0 5-9-16,0 5-2 15,0 8 0-15,3 7 2 16,0 8-2-16,1 12 2 16,-4 8-2-16,0 7 6 15,0 6-6-15,0 3 7 0,0 5-2 16,0 4-2-16,0-1 0 16,0-5 0-16,-4-8-3 15,4-15 1-15,0-12 0 16,0-15-1-16,0-12 0 15,0-6 2-15,0-5 22 16,0 0 82-16,0 0-43 16,0 0-32-16,-3-5-17 15,3-3-12-15,-3 2-1 16,0 2-1-16,1-1-3 16,-1 1-4-16,0 0 0 15,-1 1 7-15,-2 0-9 0,-4 0 0 16,-1 1-3-16,-4 2-7 15,-4 0-1 1,-8 0-2-16,-9 8-1 0,-7 6 2 16,-8 0-6-16,-9 3-14 15,-8-2-5-15,-5 1 5 16,-6-5 15-16,4-2 17 16,15-4 9-16,20-5 3 15,21 0-1-15,13 0-2 16,6 4 0-16,0-3-264 15,4-1 56-15</inkml:trace>
  <inkml:trace contextRef="#ctx0" brushRef="#br0" timeOffset="-159498.85">4980 6496 214 0,'0'0'194'0,"0"0"-132"16,0 0-16-16,0 0-1 16,0 0-10-16,0 0-13 0,0 0-5 15,0 0 3-15,0 0 0 16,0 0 13-16,0 0-10 16,0 0-7-16,0 0-1 15,-2 0 3-15,2 0-1 16,0 0-3-16,0 0 0 15,0 0 0-15,0 0 0 16,0 0-4-16,0 0-3 16,0 0 0-16,0 0-1 15,0 0 8-15,0 0-5 16,0 0-9-16,7 0-7 16,14-4 7-16,9-2 3 15,5-4 1-15,0 1-4 0,-2 1-8 16,-5 1 2-16,-5 0-3 15,-4 4-5-15,-4 0-9 16,-5 3-14-16,-3 0-48 16,-3 0-23-16,-4 1-86 15,0 11-22-15</inkml:trace>
  <inkml:trace contextRef="#ctx0" brushRef="#br0" timeOffset="-159271.44">4920 6682 429 0,'0'0'12'0,"0"0"-11"16,0 0 30-16,0 0 40 16,0 0 8-16,0 0-33 15,55 4-15-15,-33-4 24 16,5 0-32-16,3-4-15 15,3 1-8-15,4 3-24 16,-1-3-82-16,-1 0-51 16</inkml:trace>
  <inkml:trace contextRef="#ctx0" brushRef="#br0" timeOffset="-158112.95">5808 6532 368 0,'0'0'119'0,"0"0"-46"15,0 0 12-15,0 0 27 16,0 0-44-16,0 0-38 16,0 0-14-16,-10 0 1 0,10 0-9 15,0 0-6 1,0 0-2-16,15 0 0 0,13-1 1 16,8-4 0-16,0-1-1 15,4 1 0-15,0-1 0 16,1 0 0-16,-1-2 0 15,-7 1-6-15,-9 2-10 16,-6 1-19-16,-9 3-5 16,-9 1-53-16,0 0-11 15,-20 8-123-15,-13-1-54 16</inkml:trace>
  <inkml:trace contextRef="#ctx0" brushRef="#br0" timeOffset="-157328.71">6274 6300 345 0,'0'0'118'15,"0"0"-46"-15,0 0-5 0,0 0-30 16,0 0-19-16,0 0-17 16,34 2 7-16,-1-11 45 15,6-1 4-15,4 1-23 16,3 1-14-16,1-1-16 15,2 1-3-15,-3 0-1 16,0 2 2-16,-2 0-2 16,-3-1 0-16,-10 3-9 15,-6 2-18-15,-11-1-41 16,-9 3 2-16,-5 0-67 16,-12 2-96-16,-25 7 42 15</inkml:trace>
  <inkml:trace contextRef="#ctx0" brushRef="#br0" timeOffset="-156531.13">6351 6319 198 0,'0'0'303'0,"0"0"-211"16,0 0-36-16,0 0-43 15,0 0-9-15,0 0 0 16,-34-6-2-16,28 6-1 0,5 0-1 16,-1 0 2-1,1 0 0-15,1 0 6 0,0 0 18 16,0 0 9-16,0 0 2 16,0 0-6-16,0 0-9 15,0 0-7-15,0 0-5 16,0 0 4-16,0 0-5 15,0 0-7-15,0 0-2 16,0 0-2-16,13 0 2 16,7 0 2-16,5 0-2 15,-1 0 0-15,-2 0 0 16,-2 0 3-16,2 0-3 16,0 0-1-16,2 1-1 15,-4 6 2-15,0 5 0 16,-6 1-8-16,2-1-7 15,-9 2-1-15,-3-1-9 0,-4-1-13 16,0 2 38-16,-20 3 0 16,-4-3-1-16,-6 1 2 15,-1-2 0-15,0-2 1 16,1 0-2-16,8-3 0 16,4-2 0-16,7 0-1 15,1 2 0-15,-2 0 1 16,3 0 1-16,0 1-1 15,0-1 0-15,3 2-2 16,0 0 2-16,-1 1-1 16,2 0 1-16,2-2 1 15,-1-1-1-15,1 1-3 16,3-4 2-16,0 4-1 0,0-4-11 16,13 1 8-16,8-3 5 15,9-3 2-15,6 0 15 16,1 0 16-16,3 0-7 15,-2-3-8-15,0 0-11 16,-3 1-7-16,-7 2 1 16,-3 0 0-16,-10 0-1 15,-5 0 0-15,1 0-2 16,-5 8-1-16,0 0-17 16,0 0-11-16,1 1 3 15,1-1 2-15,-2-2-8 16,4-3-22-16,5-1 21 0,6-2-74 15,6 0-141-15</inkml:trace>
  <inkml:trace contextRef="#ctx0" brushRef="#br0" timeOffset="-155699.03">7188 6246 514 0,'0'0'354'16,"0"0"-280"-16,0 0-35 15,0 0-38-15,0 0-1 16,0 0-12-16,15 56 10 15,-3 2 0-15,-3 10 2 16,-4 7-2-16,-1 1 1 16,-4-2-2-16,0-9-9 0,0-16-15 15,0-17 27 1,-4-17-1-16,4-11 1 0,-2-4 6 16,-5-11 21-16,1-22-7 15,-5-16-20-15,1-11-7 16,-2-8-2-16,-2 2 2 15,1 5-1-15,2 5-4 16,7 8 7-16,4 6-24 16,0 7 11-16,18 7 3 15,12 8 7-15,4 8 8 16,3 12-3-16,-3 0-1 16,2 15 0-16,-3 10 3 15,-3 6-4-15,-5-1 0 0,-8-5-2 16,-5-3 1-1,-9-7 0-15,-3-4-4 0,0-3 1 16,-23 0 9-16,-9 1 2 16,-19-1 2-16,-7 1-2 15,-5-2-2-15,5 0-9 16,15 1-20-16,19 3-35 16,21-3-93-16,3-5-270 15</inkml:trace>
  <inkml:trace contextRef="#ctx0" brushRef="#br0" timeOffset="-155265.69">7598 6469 439 0,'0'0'107'0,"0"0"-91"16,0 0 33-16,0 0-11 0,82 90-2 15,-71-57 13-15,-5-1-26 16,-6 0-12-16,0-9 0 16,0-11-7-16,0-4 5 15,0-8-3-15,-2 0 40 16,-8-3 47-16,-8-14-57 16,1-9-20-16,6-6-14 15,8-5-2-15,3 2-1 16,4 3-18-16,20 7-13 15,9 8-29-15,6 6-111 16,2 6 26-16,0 5-148 16</inkml:trace>
  <inkml:trace contextRef="#ctx0" brushRef="#br0" timeOffset="-154051">7907 6565 521 0,'0'0'109'0,"0"0"-59"15,0 0-8-15,0 0 13 16,0 0-22-16,0 0-14 16,85-74 3-16,-71 57 2 15,-3 2-10-15,-6 1 2 16,-5 3 26-16,0 2-17 16,0 6-16-16,-12 1-7 15,-3 2-2-15,-3 5-9 16,-1 19-4-16,1 3-8 15,9 5 6-15,9 1-26 16,0-4 12-16,20-2-20 0,21-9 7 16,13-9 26-16,3-9 8 15,-1-3 8-15,-7-21 5 16,-10-6-4-16,-10-3-1 16,-12 2-4-16,-8 4 4 15,-4 7 5-15,-4 6 5 16,-1 8 18-16,0 4 23 15,2 2-36-15,0 0-15 16,9 11-13-16,-1 11 11 16,3 7 2-16,-3 7 2 15,1 2-2-15,-1-1 4 0,0-6-2 16,-5-7-1-16,-4-10 0 16,-1-6 0-16,0-5-1 15,0-3 0-15,0 0 0 16,-1 0 0-16,-4-16-9 15,5-3-4-15,0-1-57 16,9-1 42-16,11 2 1 16,1 2 22-16,4 1 5 15,-1 0 5-15,-2 4 3 16,-2-2 6-16,-4 6 21 16,-5-1-4-16,-4 5-2 15,-6 1 6-15,-1 2-14 16,0 0-15-16,0 1 5 0,0 0-11 15,0 0-6 1,-10 0 0-16,1 9-4 0,1 4 1 16,4 3 5-16,4 2-3 15,0 2 6-15,1 3 0 16,19-1 1-16,8-3-1 16,5-10-6-16,3-9 7 15,-1 0 1-15,-6-2 6 16,-9-15-3-16,0 0 15 15,-8 0 2-15,-3 0-3 16,-6 5-8-16,-3 3-7 16,0 7-3-16,0 2 0 0,0 0-1 15,0 0-9-15,2 0-31 16,2 2 16-16,4 8 17 16,2-2 7-16,8 0 1 15,3 1 0-15,1-3 0 16,2-1 1-16,-2-5 2 15,-6 0 1-15,1-3 24 16,-6-4-13-16,-4 0-3 16,-4 0-2-16,0 3 1 15,-1 1-8-15,-1 3-3 16,1 0 0-16,1 0-3 16,4 0-6-16,8 0-5 15,10 1 10-15,10 8 4 0,5 1 0 16,9-2-1-1,2-1-1-15,-5-2-12 0,-7-5-11 16,-8 0-1-16,-7-9 22 16,-3-15 4-16,-3-5 0 15,0-10-2-15,-6-2-49 16,-5-1 2-16,-7-1 49 16,-7-3 4-16,-23-2 63 15,-4 3-3-15,1 10 15 16,11 11-39-16,12 11-21 15,7 12-19-15,3 1-5 16,3 17-29-16,18 21 32 16,9 13 2-16,7 9 0 15,4 3 0-15,5-3 1 0,-3-3-1 16,-1-9-2-16,-8-12-11 16,-13-12-21-16,-8-9-6 15,-11-11-103-15,-2-4-65 16,0-12-181-16</inkml:trace>
  <inkml:trace contextRef="#ctx0" brushRef="#br0" timeOffset="-153895.74">9111 6366 659 0,'0'0'3'16,"0"0"2"-16,79 4 28 0,-33-4 16 15,15 0-26 1,17 0-15-16,13 0-8 0,7-9-153 16</inkml:trace>
  <inkml:trace contextRef="#ctx0" brushRef="#br0" timeOffset="-152684.81">10250 6224 930 0,'0'0'44'15,"0"0"-44"-15,0 0-13 16,36 80 13-16,-15-37 2 15,1 6-1-15,-2 0-1 16,-2-8 4-16,-3-12-4 16,-2-13 0-16,-7-11 0 15,-1-5-1-15,5-5 1 16,2-26 6-16,6-10-6 16,1-5 0-16,-3 0 7 15,-3 3-1-15,0 6-6 0,1 5 0 16,7 9-8-16,9 6-28 15,6 7-89-15,6 8 10 16,6 2 72-16,-5 0 19 16,-1 4 12-16,-6 6 12 15,-13-3 0-15,-9-2 5 16,-9-2 10-16,-5-1 71 16,0 1 30-16,0 0-82 15,-2 6-32-15,-16 8 0 16,-10 6 1-16,1 4 1 15,1 1-3-15,10-5-1 16,7 1-13-16,6-4-3 16,3-6-38-16,6-5-7 15,18-9 45-15,9 0 16 0,3-11 0 16,-3-9 3-16,-7-2 27 16,-6-1 28-16,-11 6-9 15,-5 0 4-15,-4 7-14 16,0 5-1-16,0 3-32 15,0 2-6-15,0 0 0 16,0 0-10-16,0 14-31 16,0 6 31-16,0 3-45 15,12 5 53-15,16 0-4 16,11-3 0-16,9-6-31 16,4-13-58-16,0-6 9 15,-3-18 40-15,-8-18 44 16,-5-10 2-16,-7-10 0 0,-8-3 20 15,-12-1 15-15,-9 3 74 16,-4 6-25-16,-20 7-42 16,0 15 23-16,8 10-1 15,4 14-57-15,7 5-7 16,2 16-22-16,-1 19-13 16,-1 19 34-16,2 10 0 15,3 6 0-15,0 5 2 16,2-9-2-16,13-6-4 15,6-12-13-15,-1-13-6 16,3-16 7-16,1-10 2 16,6-9 15-16,7-13 2 0,1-19 6 15,-3-2 6 1,-8 0 18-16,-13 2-25 0,-6 11 15 16,-6 9-18-16,-2 7-4 15,0 5 0-15,0 0-2 16,0 0-3-16,0 9-4 15,0 8-2-15,5 2 7 16,6 3-9-16,3 0 5 16,6-2-27-16,6-6 33 15,-6-7-4-15,-5-6-5 16,0-1 11-16,-6-6 0 16,-1-18 19-16,0-2-14 15,-7-5 19-15,-1 1-7 0,0 5 4 16,0 6-5-1,0 10-2-15,0 4-3 16,0 5-11-16,0 0-19 0,0 10-3 16,18 9 17-16,8 4 3 15,9 2-6-15,5-2-4 16,3-1-13-16,-1-6-27 16,-6-9-63-16,-6-5 20 15,-5-2-59-15,-10-9-272 16</inkml:trace>
  <inkml:trace contextRef="#ctx0" brushRef="#br0" timeOffset="-152400.19">11994 6370 500 0,'0'0'115'16,"0"0"-114"-16,0 0 1 16,0 0 18-16,0 0-2 15,81 5-2-15,-45-13 31 16,-1-6-25-16,-9-3-13 15,-7 0 27-15,-8 0 3 16,-6 2-26-16,-5-1 3 16,0 3-6-16,-7 4-2 15,-13 2-5-15,-9 7-1 16,-4 0 0-16,1 10-1 16,7 13-1-16,9 2-12 15,7 3-47-15,7 2 59 16,2-1-54-16,13 0 54 15,28-6-45-15,22-8 41 16,14-10-31-16,10-5-196 0</inkml:trace>
  <inkml:trace contextRef="#ctx0" brushRef="#br0" timeOffset="-151703.12">13049 6271 861 0,'0'0'70'15,"0"0"-70"-15,0 0-6 16,0 0-6-16,0 0 11 15,-28 96 1-15,24-54 4 16,4-1-4-16,0-7-4 16,17-10 4-16,5-12 4 15,1-9-2-15,-3-3 6 16,1-17 27-16,-3-15 5 16,1-10-36-16,-8-9-4 15,-11-6-1-15,0-4-21 0,-27 2 1 16,-10 1 2-1,-1 11 10-15,9 8-15 0,8 15 18 16,12 8 6-16,9 8-2 16,0 3-3-16,9 5-10 15,16 0 6-15,5 11 6 16,6 13 2-16,0 11 1 16,-1 13 0-16,-3 12 3 15,-8 6 7-15,-8 7 5 16,-8 0 0-16,-4 6-7 15,-2 4-5-15,3-1 2 16,4 4-2-16,5-5-2 16,8-6-1-16,5-10 0 0,0-17-21 15,-4-16 10-15,-6-13 8 16,-5-15-4-16,-6-4 7 16,0-20 21-16,0-25-1 15,-6-16-12-15,0-6 8 16,-15-3-10-16,-18 3 0 15,-8 9-3-15,2 12-3 16,9 10 1-16,12 15 3 16,10 8-3-16,6 7-2 15,2 1-1-15,17 1-18 16,22 4-43-16,19-3-1 16,14-3-97-16,10-6-284 15</inkml:trace>
  <inkml:trace contextRef="#ctx0" brushRef="#br0" timeOffset="-151021.03">14065 6370 779 0,'0'0'111'0,"0"0"-45"16,0 0-51-16,0 0-15 15,0 0-15-15,0 0 12 16,-90 52 1-16,69-22-20 15,7-6-21-15,7-5-31 16,7-8-14-16,0-8 0 16,12-3 72-16,16-3 16 15,1-15 2-15,-3-4 1 16,-7 1 11-16,-11 6 32 0,-2 4 71 16,-6 3-39-16,0 6-11 15,0 2-35-15,0 0-17 16,0 0-15-16,0 0-9 15,2 8-8-15,4 11-11 16,3 4 15-16,9 4-17 16,5-2 27-16,6-10-31 15,-2-9 2-15,3-6-9 16,1-12 34-16,-4-19 7 16,-2-9 9-16,-3-9 7 15,-8-1-1-15,-7-3 2 16,-7 5 6-16,-1 4 25 0,-17 13 2 15,6 11-5-15,2 9-15 16,8 11-21-16,2 0-9 16,0 11-30-16,0 20 9 15,12 9 0-15,11 10 20 16,16-1 1-16,11-3-28 16,10-5 16-16,2-10-36 15,-7-12 0-15,-4-14-14 16,-11-5 23-16,-7-13 39 15,-3-18 29-15,-5-9 30 16,-5-6-37-16,-7-3 10 0,-13-3-9 16,-3 3-7-1,-21 8 2-15,-1 12 9 0,7 14-11 16,8 15-13-16,5 0-3 16,1 22-13-16,-1 17 6 15,4 14 4-15,1 6 5 16,4 3-4-16,23-1-7 15,9-4-54-15,10-18-77 16,0-15-150-16</inkml:trace>
  <inkml:trace contextRef="#ctx0" brushRef="#br0" timeOffset="-150287.11">15590 5981 1005 0,'0'0'69'0,"0"0"-56"15,0 0-13-15,0 0-16 16,0 0-13-16,0 0 22 16,0 118 6-16,0-55-7 15,0 4-14-15,0-8 1 16,0-11-9-16,6-17-29 15,15-16 21-15,9-15 21 16,3 0 11-16,1-19-7 16,-3-14-2-16,-2-5 15 0,-11-3 1 15,-6 5 19-15,-9 6 5 16,-3 10 39-16,0 9-2 16,0 8-22-16,0 3-36 15,0 0-4-15,0 3-9 16,0 19-20-16,0 12 25 15,0 7 4-15,0 3 0 16,10-5-4-16,5-6-21 16,6-8-1-16,-6-9-12 15,-2-11 30-15,-2-5 8 16,-1-2 2-16,1-13 15 16,0-2-14-16,-1 1 12 15,-2 3-3-15,-2 7 10 0,-1 3-22 16,7 3-1-1,4 0-6-15,12 0-4 0,13 3-2 16,9 6-3-16,8 1-8 16,5-6-27-16,3-4-31 15,-2 0 44-15,-4-7 5 16,-14-12 33-16,-13-6 4 16,-15 0 27-16,-8-3 70 15,-10 2-55-15,0-3-4 16,-23 3 12-16,-11 3-44 15,0 9-4-15,6 11-4 16,5 3-2-16,7 15-3 16,4 13-10-16,4 7 10 15,5 6 1-15,3 2 1 16,7-1-3-16,25-4-2 0,17-11-25 16,11-10 17-16,9-13 4 15,-8-4 6-15,-11-4-14 16,-12-13-142-16,-18-8-181 15</inkml:trace>
  <inkml:trace contextRef="#ctx0" brushRef="#br0" timeOffset="-150092.62">15320 6235 347 0,'0'0'49'16,"100"9"51"-16,-33-7-28 15,10-2-43-15,6 0-29 16,2 0-8-16,-3 0-129 16,-9-12-177-16</inkml:trace>
  <inkml:trace contextRef="#ctx0" brushRef="#br0" timeOffset="-149767.97">17459 6084 461 0,'0'0'419'16,"0"0"-350"-16,0 0-66 15,0 0-3-15,0 0-27 16,0 0 24-16,17 115 3 16,-4-53 0-16,5 5 0 15,-2 0 4-15,1-6-2 16,4-12 0-16,-1-9-2 0,2-14-8 15,0-13-14-15,-3-12-36 16,2-1-88-16,0-25-144 16</inkml:trace>
  <inkml:trace contextRef="#ctx0" brushRef="#br0" timeOffset="-149596.35">17538 6070 641 0,'0'0'56'15,"0"0"-11"-15,0 0-30 16,0 0-4-16,66-73 33 16,-26 66-11-16,7 4-21 15,8 3-9-15,-1 0-3 0,2 1-29 16,-12 6-145-16,-12-4-102 16</inkml:trace>
  <inkml:trace contextRef="#ctx0" brushRef="#br0" timeOffset="-148689.86">17440 6182 618 0,'0'0'82'0,"0"0"-82"16,0 0-4-16,0 0 4 16,0 0 72-16,0 0-12 15,92 81-23-15,-43-72-3 0,9-4-20 16,3-4-3-16,-5-1-10 15,-13 0 2 1,-16 0-2-16,-13 0-1 0,-10 0 1 16,-4 0-1-16,0 2-12 15,2 7-10-15,1 1 14 16,4 2 4-16,2 1-2 16,5-1 5-16,9 2-3 15,9-1 4-15,8-4 0 16,-3-6-5-16,-7-3 3 15,-6 0 2-15,-14-9 7 16,-4-4 19-16,-1 1-18 16,-5-2 7-16,0 3 3 15,0 4 4-15,0 5-14 16,0-1-8-16,0 3-1 0,3 0-21 16,12 3-18-16,8 9 23 15,15-1 6-15,7 0 11 16,7-4 0-16,-2-5-4 15,-6-2-6-15,-10-4 5 16,-4-21 5-16,-3-11 10 16,-5-8-6-16,-5-4 8 15,-6-4 5-15,-11 1-1 16,0 3 15-16,-13 9 1 16,-5 11-8-16,6 14 17 0,6 9-30 15,5 5-11-15,-2 7-29 16,0 22-8-16,-2 18 36 15,4 17 1-15,1 7 0 16,0 4-1-16,13-3-15 16,13-9-13-16,3-11-17 15,1-16 20-15,3-15-7 16,1-14 17-16,-1-7 16 16,0-14 5-16,-6-13 16 15,-5-7 10-15,-7 3 9 16,-8 3-30-16,-4 6 12 15,-3 9-12-15,0 8-9 16,0 5 4-16,0 0-5 16,0 1-48-16,0 15 18 15,2 5 30-15,9 1-3 0,9 0 3 16,6-2-2-16,-1-8-1 16,1-5 0-16,-4-7 0 15,-4 0 3-15,-4-17 7 16,0-7 21-16,-8-3-10 15,-2-2 5-15,-4 3 1 16,0 4-19-16,0 8 4 16,0 6-7-16,0 8-2 15,0 0-12-15,5 13-51 16,4 11 37-16,12 9 14 16,10 2-8-16,7 2-18 15,9-6-126-15,2-12-151 0</inkml:trace>
  <inkml:trace contextRef="#ctx0" brushRef="#br0" timeOffset="-148421.76">19240 6317 833 0,'0'0'86'16,"0"0"-81"-16,0 0-5 15,0 0-6-15,5 77 6 16,11-31 12-16,2 0-4 15,-5-7-6-15,0-15 1 16,-6-8-1-16,-4-10 0 16,-2-6 0-16,-1 0 7 0,0-4 2 15,0-16 16-15,0-12-20 16,0-5-6-16,0-1-1 16,9 0-13-1,17 6-62-15,3 10-127 0,1 10-57 16,-3 7 17-16</inkml:trace>
  <inkml:trace contextRef="#ctx0" brushRef="#br0" timeOffset="-148140.05">19483 6387 143 0,'0'0'74'15,"0"0"30"-15,0 0 69 16,0 0-56-16,0 0-4 16,84 5-20-16,-59-25-47 0,-1-2-30 15,-4-1-6-15,-3 0 0 16,-8-1 1-16,-7 3-10 15,-2 2 4-15,-7 1-2 16,-16 6-3-16,-7 6-6 16,-4 6 5-16,-7 9 0 15,3 16-11-15,1 9 6 16,9 3 1-16,14 4 1 16,11 3-3-16,3 1 3 15,37-5 3-15,29-6-9 16,26-11 9-16,18-12 0 15,4-9 1-15,-5-2-54 16,-18-4-102-16,-20-21-112 16</inkml:trace>
  <inkml:trace contextRef="#ctx0" brushRef="#br0" timeOffset="-147907.37">18893 6099 603 0,'0'0'12'0,"0"0"-10"16,0 0 9-16,0 0 62 15,81 14 36-15,-28-14-86 0,11 0-17 16,12 0-6-16,10 0-22 15,10 0-174 1</inkml:trace>
  <inkml:trace contextRef="#ctx0" brushRef="#br0" timeOffset="-147356.75">20880 6274 750 0,'0'0'186'15,"0"0"-114"-15,0 0-26 16,0 0-26-16,0 0-18 15,0 0-2-15,1-47-21 16,-10 77-36-16,-9 13 55 16,-4 12 2-16,1 3-1 15,7 0-21-15,14-7-39 16,8-12 8-16,38-12 41 16,21-16 5-16,15-11 0 15,9-1 1-15,5-23-40 0,-4-9-10 16,-5-8 35-16,-11-3 21 15,-17-1 35-15,-21 1 40 16,-22 4-23-16,-16 0 8 16,-4-1-19-16,-22 8-28 15,1 8-1-15,4 8-10 16,7 17 5-16,6 0-7 16,-5 27-9-16,-5 17 8 15,-4 14 1-15,0 9 0 16,3 0 0-16,10-3-1 15,9-4 0-15,0-9-5 16,9-10-8-16,7-12-4 16,1-12-8-16,-3-8-18 15,-3-9-111-15,-2-2-13 0</inkml:trace>
  <inkml:trace contextRef="#ctx0" brushRef="#br0" timeOffset="-147182">21343 6141 794 0,'0'0'19'0,"0"0"15"15,115-59-18-15,-57 50 0 16,4 6 4-16,-1 0-2 16,-6 3-15-16,-2 0-3 15,1 12-1-15,-3 2-41 16,0-3-113-16,-9-8-183 0</inkml:trace>
  <inkml:trace contextRef="#ctx0" brushRef="#br0" timeOffset="-146738.79">21324 6547 166 0,'0'0'88'0,"0"0"-6"15,110-15-48 1,-74-2 43-16,0-2-42 0,-3-2 11 16,-5-2-22-16,-4-1 21 15,-8-2-19-15,1 1-12 16,-7-2 5-16,-1 7-6 15,0 3-2-15,-1 6-7 16,4 6-4-16,5 5-17 16,4 0-19-16,0 0-3 15,0 12 27-15,-3 7 7 16,-6 8 5-16,-5 5 0 16,-7 6 1-16,0 1 29 0,-6 0-1 15,-7-5-19-15,1-6 0 16,5-6-6-16,-1-8 1 15,-1-4-3-15,-1-3-1 16,1-4 5-16,-3 2 0 16,4-2 1-16,1-1-7 15,2-2-79-15,5-12-444 16</inkml:trace>
  <inkml:trace contextRef="#ctx0" brushRef="#br0" timeOffset="-146575.89">21771 6581 665 0,'0'0'152'15,"0"0"-42"-15,0 0-32 0,0 0-30 16,0 0-47-16,0 0-1 16,0 6-59-16,0-5-84 15,0-1-250-15</inkml:trace>
  <inkml:trace contextRef="#ctx0" brushRef="#br0" timeOffset="-145275.93">6029 7408 777 0,'0'0'70'0,"0"0"7"16,0 0-56-16,0 0-14 16,0 0-7-16,0 0-4 15,0 0-12-15,30 49 16 16,-15 5-1-16,-2 7 0 16,-2 2 1-16,-5 1 3 0,-6-3-3 15,0-5-7-15,0-7-27 16,-3-9-20-16,-6-13-27 15,0-10-4-15,0-17-41 16,2-2-152-16</inkml:trace>
  <inkml:trace contextRef="#ctx0" brushRef="#br0" timeOffset="-145096.73">5871 7732 577 0,'0'0'89'15,"0"0"-89"-15,0 0 0 16,0 0 0-16,0 0 3 16,0 0 3-16,52 22-1 0,-16-22 1 15,14 0-3-15,11-2-3 16,10-18-81-16,-1-9-271 16</inkml:trace>
  <inkml:trace contextRef="#ctx0" brushRef="#br0" timeOffset="-143574.98">6019 6316 357 0,'0'0'157'15,"0"0"-74"-15,0 0 29 16,0 0-15-16,0 0-33 15,0 0-17-15,4-20-22 16,-4 20-15-16,0 0-10 0,0 17-5 16,0 14-6-1,0 17 11-15,0 12 0 0,0 3 2 16,0 1-2-16,0 0-1 16,0-5-71-16,0-14-66 15,0-12-220-15</inkml:trace>
  <inkml:trace contextRef="#ctx0" brushRef="#br0" timeOffset="-141360.14">6016 7602 308 0,'0'0'140'0,"0"0"-48"16,0 0-38-16,0 0-39 15,0 0 4-15,92-54-9 16,-71 45-2-16,3-2 2 16,-2 4-8-16,-8 0 2 15,2 3-3-15,-8 1-1 16,-2 2 1-16,-5 1-1 15,-1 0 1-15,0 0-1 16,-1 0 0-16,-16 0-10 16,-11 0-1-16,-5 1 10 0,-14 9 2 15,0 1-2 1,-2 0 2-16,7-2-1 0,15-1 4 16,14-4-4-16,10 1 0 15,3 0-6-15,11-3 5 16,15-1 1-16,13-1 2 15,6 0-2-15,4-1 2 16,-1-6-2-16,-5 1-8 16,-10 3 3-16,-15 0 3 15,-8 3 2-15,-7 0-5 16,-3 0-7-16,-16 5-4 16,-17 12 16-16,-7 4 2 0,-8-1 0 15,5 0 3-15,5 1-5 16,11-1 0-16,11-1-2 15,12 0 1-15,4 1-7 16,0-6-7-16,19-2 8 16,8-7 3-16,7-5 4 15,3 0 3-15,4 0 0 16,-1-2-2-16,-10-2 3 16,-11 1-3-16,-10 1-1 15,-9 2 2-15,0 0 3 16,-22 10-4-16,-13 8 0 15,-13 3-1-15,-2 2 6 16,2-4-6-16,8-2 4 16,13-5-4-16,11-1 0 15,13-2-1-15,3 1-2 0,1-4 0 16,20 0 0-16,11-4 3 16,11-2 0-16,9 0 0 15,9-11 2-15,3-3-1 16,-1-2-1-16,-8 2-5 15,-22 3 5-15,-13 7 0 16,-16 1 29-16,-4 3 32 16,-21 0-35-16,-16 3-26 15,-11 9-7-15,-8 2 5 16,-2 0 1-16,-1-1-3 16,7-1-1-16,14-4-1 15,16-5 4-15,17 0 0 0,5-3-13 16,0 0-23-16,8 0 22 15,14 0 16-15,5-13 3 16,7-3-2-16,2-5 0 16,-2-4-1-16,1-1-1 15,-2-2 0-15,-11 1-1 16,-7 1 2-16,-14 7 4 16,-1 2 22-16,-10 5-5 15,-15 2-14-15,-11 5 7 16,-6 4-12-16,-11 1 26 15,3 0-15-15,4 0-4 16,16 0-9-16,12 3 2 16,11 0-2-16,7-1-7 0,0 1-47 15,10-3 41 1,13 0 12-16,8 0 1 0,6-14 4 16,-1-4 1-16,-6 0 0 15,-8 0-5-15,-5 6 1 16,-12 3 0-16,-5 1 24 15,0 5 38-15,-5-1-52 16,-20 4-9-16,-10 0-4 16,-13 0-2-16,-1 3 2 15,3 4 2-15,16-2 0 16,15-1 0-16,13-1-2 16,2 0-13-16,3 1 2 15,19 1 2-15,16-3 10 0,13-2-1 16,7 0-5-16,6-7-1 15,-4-7-8-15,-12 2 1 16,-16-1 2-16,-14 4 11 16,-13 2 2-16,-5 3 26 15,-11 1 13-15,-19 3-39 16,-16 0-1-16,-12 0 0 16,-8 9-1-16,3 2 0 15,12-1 2-15,24-1 2 16,18 0-2-16,9 1-24 15,6 5 12-15,27 4 7 16,14 2 5-16,11 0 0 16,13-3-18-16,4-4-30 15,0-4-65-15,-9-7-67 0</inkml:trace>
  <inkml:trace contextRef="#ctx0" brushRef="#br0" timeOffset="-140748.3">7224 7744 296 0,'0'0'264'0,"0"0"-261"16,0 0 8-16,0 0 39 16,0 0-2-16,100 1 12 15,-57-8 1-15,12-6-26 16,16-1-26-16,9-1-6 16,7 0-1-16,-3 0-1 15,-13 3-1-15,-19 3-1 0,-21-1 1 16,-13 6 0-16,-13 1 2 15,-5 2 7-15,0 1 12 16,-11 0-6-16,-20 0-15 16,-10 16-49-16,-3 5-92 15,8-3-67-15</inkml:trace>
  <inkml:trace contextRef="#ctx0" brushRef="#br0" timeOffset="-140379.98">8303 7332 337 0,'0'0'335'15,"0"0"-218"-15,0 0-23 16,0 0-47-16,0 0-9 16,0 0-38-16,-38-50-1 15,41 74-9-15,11 15 10 16,3 16 0-16,0 12 2 16,-4 5-1-16,-2 2 0 15,-1-5-1-15,-1-9-7 0,-1-7-18 16,-2-15-13-16,2-11-16 15,-3-13-18-15,-4-11-16 16,2-3-2-16,0-17 79 16,-3-16-386-16</inkml:trace>
  <inkml:trace contextRef="#ctx0" brushRef="#br0" timeOffset="-140176.07">8026 7353 610 0,'0'0'90'0,"0"0"10"0,29-88-66 16,-2 58 5-16,11-1-7 15,10 2-15 1,9 3-13-16,8 3-2 0,1 6-2 16,4 7-8-16,-7 7-15 15,-8 3-27-15,-12 2-16 16,-17 20-69-16,-23 7-95 15</inkml:trace>
  <inkml:trace contextRef="#ctx0" brushRef="#br0" timeOffset="-139710.86">8052 7961 455 0,'0'0'28'16,"86"-21"-10"-16,-26 9 26 16,12 4-13-16,11-1-30 15,8 0-1-15,-3-4-88 16,-12 1-48-16,-16-2 83 16,-21 1 35-16,-17 9 18 15,-14-1 22-15,-8 4 147 16,0 1-38-16,-11 0-73 15,-7 0-35-15,2 10 56 16,-2 7-66-16,7 2-13 0,7 2 0 16,4 3-4-1,0-3 3-15,7 2-4 0,19-2 1 16,8-4-6-16,9-7 5 16,13-10-19-16,3 0-7 15,-4-17 24-15,-10-10 0 16,-15 0 7-16,-12 0 13 15,-11 4 34-15,-7 3 5 16,0 2-12-16,-13 3-18 16,-20 2-15-16,-15 7-1 15,-1 5-6-15,7 1-2 16,17 7 2-16,21 10-89 0,4-2-43 16,16-4-101-1</inkml:trace>
  <inkml:trace contextRef="#ctx0" brushRef="#br0" timeOffset="-14620.65">5158 8794 520 0,'0'0'88'0,"0"0"-15"16,0 0-5-16,0 0 2 15,0 0-29-15,-1-75 1 16,-1 69-6-16,1 3-16 16,1 3-5-16,-2 0-4 15,2 0-11-15,0 12-7 16,0 22-4-16,0 21 7 16,0 25 4-16,0 13 0 15,0 15 1-15,0 4 3 0,-3-2-4 16,-6-8-1-16,-1-15-1 15,0-22 0-15,5-15-20 16,0-20-8-16,4-17-36 16,-4-13-53-16,-2-15-10 15,-5-30-260-15</inkml:trace>
  <inkml:trace contextRef="#ctx0" brushRef="#br0" timeOffset="-14362.13">4970 8642 723 0,'0'0'19'16,"0"0"17"-16,117-27-23 16,-52 32-11-16,13 21-1 15,1 7 1-15,-2 10-1 16,-8 3 2-16,-14 1-1 15,-23-2-2-15,-16 3-1 16,-16 1 0-16,-24 2-5 16,-22 0-21-16,-11-3-56 15,-3-6-6-15,7-7-69 16,2-16-24-16</inkml:trace>
  <inkml:trace contextRef="#ctx0" brushRef="#br0" timeOffset="-14038.63">5363 9110 357 0,'0'0'131'16,"0"0"-45"-16,113 1-19 16,-70 28 3-16,3 15-20 15,-4 13-22-15,-4 12-5 16,-11 1-15-16,-7-7-2 16,-12-10-5-16,-8-9 3 15,0-13 0-15,-9-7-4 16,-6-12-16-16,3-12-2 15,0 0 18-15,-6-17 2 0,4-14 0 16,1-8-2-16,8-6 1 16,5-2-1-16,7 2 0 15,23 1 8-15,7 2-6 16,7 6 0-16,3 7-1 16,2 8 1-16,0 11-2 15,-7 10 0-15,-6 6-3 16,-9 22-112-16,-18 1-20 15,-9 4-240-15</inkml:trace>
  <inkml:trace contextRef="#ctx0" brushRef="#br0" timeOffset="-12805.51">6019 9489 408 0,'0'0'107'16,"0"0"-74"-16,0 0 21 15,73-80 1-15,-43 49-5 16,-8-3 20-16,-4 0-4 16,-9 2-6-16,-9 5-1 15,0 6-25-15,0 9-25 16,-6 7-7-16,-5 5-2 16,-5 14-9-16,1 17-15 15,-1 8 10-15,3 3-14 16,13-3-13-16,0-6 7 0,23-1 16 15,13-10 0 1,12-8 7-16,8-14-10 0,0 0 12 16,-4-24 7-16,-5-11-15 15,-14-2-26-15,-13 0 37 16,-7 1 6-16,-7 4 10 16,-4 6 13-16,-1 9-11 15,-1 6 42-15,2 8-13 16,2 3-27-16,6 0-14 15,6 14-2-15,6 14 2 16,3 6-2-16,3 8 2 16,-1 4 0-16,-4 4-1 15,-5-3 1-15,-8-7 0 16,-7-12 0-16,-3-11 0 16,0-8 0-16,-4-7-1 0,-11-2-6 15,-5 0-30-15,0-8 21 16,0-6 16-16,7-2 0 15,5 1-4-15,8-2-30 16,0 0-9-16,12-2-4 16,15 2 23-16,10-2 8 15,8 1 13-15,1-1 2 16,2 0-2-16,-2 0 3 16,-9 1 4-16,-8 1 4 15,-7 1 18-15,-9 2-7 0,-6 1 30 16,-4 5 0-1,-3 2-4-15,0 1-11 0,0 5-10 16,-12 0-24-16,-6 9-2 16,0 12 2-16,0 7 0 15,7 3-2-15,8-2-6 16,3 0 5-16,6-1-1 16,23-5-4-16,6-7 4 15,8-10 4-15,4-6 3 16,-2-9-2-16,-2-14 4 15,-6-7 0-15,-8-2-3 16,-11 9 0-16,-6 6 0 16,-8 10 7-16,-4 3 9 15,0 4-10-15,0 0-8 16,0 0-5-16,2 5-15 16,4 7 12-16,4 1 8 0,5 1-1 15,9 0 2-15,3-5-2 16,8-1 2-16,-3-4 0 15,-5-2 2-15,-8-2-2 16,-9 0-1-16,-5 0 2 16,-3 0-2-16,-2 0 8 15,0 0-1-15,0 0 3 16,0 0-10-16,0 0-4 16,4 0-18-16,5 11 1 15,6 3 19-15,7-1-1 16,11-2 0-16,10-2 3 15,8-5 2-15,7-4-2 0,-1-1-7 16,-2-22-13-16,-6-12-5 16,-4-13 21-16,-5-8-55 15,-4-12 2-15,-8 1 32 16,-10 1 19-16,-18 8 6 16,-3 12 127-16,-19 8-20 15,-2 6-8-15,6 13-44 16,8 8-31-16,5 8-20 15,5 3-4-15,0 9-32 16,0 24-17-16,3 16 47 16,12 14 0-16,3 10-4 15,4 2 3-15,-1-2-13 16,1-9-8-16,-4-15-7 0,-6-17-18 16,-6-15-62-16,-6-13 16 15,0-4-12 1,-4-24-48-16</inkml:trace>
  <inkml:trace contextRef="#ctx0" brushRef="#br0" timeOffset="-12651.71">7496 9118 791 0,'0'0'0'15,"0"0"-16"-15,102 6 16 0,-36-6 23 16,13 0 7-1,6-7-24-15,8-3-6 0,5-3-45 16,2-5-167-16</inkml:trace>
  <inkml:trace contextRef="#ctx0" brushRef="#br0" timeOffset="-12255.47">8922 9017 953 0,'0'0'36'0,"0"0"-36"16,0 0-4-16,0 0-3 15,29 87 7-15,0-22 1 16,1 4 0-16,-4-2-1 16,-3-9 0-16,-7-16 1 15,0-11-1-15,-3-15-1 16,1-15-12-16,4-1 13 16,9-28-1-16,8-17-2 15,1-11-13-15,-6-2 14 16,-10 2 2-16,-4 6 1 0,-2 7-1 15,4 11-7-15,4 12-34 16,2 13-35-16,5 5-160 16,7 2-193-16</inkml:trace>
  <inkml:trace contextRef="#ctx0" brushRef="#br0" timeOffset="-11389.89">9736 9149 712 0,'0'0'160'0,"0"0"-94"16,0 0-35-16,0 0-31 16,0 0 0-16,-88 69-1 15,74-35-3-15,5 2 4 16,4-5-1-16,5 0-1 16,0-8-5-16,5-7-17 0,15-6 0 15,5-10 21-15,7-7 3 16,-3-17 4-16,-2-8-1 15,-10 6 0-15,-7-2 16 16,-6 9 5-16,-4 5 9 16,0 5-5-16,0 6 7 15,0 3-26-15,0 0-9 16,0 1-10-16,2 15-32 16,7 8 22-16,10 5 14 15,8-2 0-15,6 0 0 16,9-6-2-16,2-9-9 15,3-12 1-15,0 0-2 0,4-36 4 16,-1-17 7-16,-1-17-4 16,-8-3-8-16,-8-2 19 15,-10 7 2-15,-16 5 7 16,-7 7 13-16,-20 6 25 16,-9 14 3-16,3 13-16 15,12 12-8-15,8 11-26 16,1 2-8-16,-1 24-37 15,-6 18 42-15,3 14 2 16,2 8-2-16,7 7 3 16,0 6-7-16,9-3-3 15,18-2-3-15,5-13-6 16,6-18 3-16,5-14-13 16,5-18 13-16,7-11 7 0,5-16 5 15,-1-25 4-15,-4-8 3 16,-14-3-1-16,-16 3 7 15,-14 8 6-15,-11 7 4 16,0 12-8-16,0 11 12 16,0 10-10-16,0 1-13 15,-5 17-12-15,0 12 8 16,4 7-1-16,1 1-2 16,3-2-2-16,15-9 7 15,1-7-1-15,2-11 1 16,0-8 2-16,-3-13 1 0,3-16 17 15,3-14 1-15,-6 0-10 16,-2 2-3-16,-5 7-3 16,-5 16 4-16,-4 8 6 15,-2 10-7-15,0 0-6 16,2 0-6-16,0 15-6 16,6 16 3-16,6 5 9 15,4 6 0-15,8 1 1 16,3 1-1-16,2-7 0 15,-1-4-2-15,-3-13-23 16,-6-9-40-16,-2-11-31 16,-1 0-102-16</inkml:trace>
  <inkml:trace contextRef="#ctx0" brushRef="#br0" timeOffset="-11089.65">11206 9203 649 0,'0'0'67'15,"0"0"-64"-15,0 0-4 16,0 0 2-16,106 3 3 16,-74-15 4-16,-1-8 40 15,-6-7-14-15,-2-2-13 16,-8 1-3-16,-7 1-13 16,-8 4-2-16,0 5 0 15,-19 7 3-15,-11 7-3 0,-6 4-3 16,-3 7-3-1,3 18-2-15,6 9 2 16,12 8-2-16,4 7 4 0,13 2 1 16,1 2-1-16,12-7 0 15,30-9-1-15,23-11-10 16,26-17-2-16,18-9-62 16,6-16-258-16</inkml:trace>
  <inkml:trace contextRef="#ctx0" brushRef="#br0" timeOffset="-10837.39">12274 8998 675 0,'0'0'0'15,"0"0"15"-15,0 0 24 16,0 0-3-16,0 0-24 16,0 0 15-16,71 2 13 15,-28-2-29-15,5-8-7 16,5 2-4-16,2 1-63 16,-4-2-127-16,-9 5-159 15</inkml:trace>
  <inkml:trace contextRef="#ctx0" brushRef="#br0" timeOffset="-10656.89">12215 9237 670 0,'0'0'61'0,"0"0"-52"16,0 0 3-16,122 29 40 15,-60-26-18-15,7-3-18 16,3 0-9-16,6 0-7 15,-4-22-143-15,-10-18-408 16</inkml:trace>
  <inkml:trace contextRef="#ctx0" brushRef="#br0" timeOffset="-9618.35">13262 8711 794 0,'0'0'98'16,"0"0"-64"-16,0 0-34 16,0 0-6-16,0 0-8 15,0 0 10-15,18 94 4 0,-17-36 3 16,-1 7-1-1,0 4-2-15,0 2 1 0,0-1 1 16,0-2-2-16,3-10-31 16,0-15-70-16,-1-20-82 15,-2-17-149-15</inkml:trace>
  <inkml:trace contextRef="#ctx0" brushRef="#br0" timeOffset="-9374.86">13245 8640 595 0,'0'0'54'0,"0"0"100"0,0 0-103 16,0 0-23-1,0 0-11-15,110-68-3 0,-62 60-1 16,6 1-6-16,3 3-7 15,-2 2-2-15,2 2-1 16,-6 0-47-16,-16 0-111 16,-20 3-184-16</inkml:trace>
  <inkml:trace contextRef="#ctx0" brushRef="#br0" timeOffset="-9215.57">13138 8956 565 0,'0'0'36'16,"0"0"-16"-16,123-2 25 15,-52-2-5-15,8-2-25 16,6 1-15-16,-3-3-51 16,-16-5-107-16</inkml:trace>
  <inkml:trace contextRef="#ctx0" brushRef="#br0" timeOffset="-8360.52">13755 8949 874 0,'0'0'67'0,"0"0"-67"16,0 0-5-16,0 0 5 15,-11 107 0-15,11-54 2 16,0 3 0-16,0 0-2 15,10-4-2-15,7-15-7 0,3-14-14 16,9-13-14-16,7-10 19 16,5-19 4-16,5-22 5 15,-5-10-21-15,-8-5 30 16,-11 8 19-16,-11 9 16 16,-8 12 21-16,-3 11-4 15,0 9-16-15,0 7-10 16,0 0-26-16,0 1-9 15,0 19-11-15,-2 9 20 16,-1 3 0-16,3 4-6 16,0 1 0-16,2-4-6 15,12-6-14-15,1-10 12 16,0-9-5-16,-4-8 1 0,3 0 14 16,-5-13 4-1,-2-2 4-15,-3 1 10 0,-4 2 23 16,0 8-11-16,0 3-9 15,0 1-17-15,0 0-3 16,0 0-5-16,0 15-13 16,2 1 15-16,2-1-4 15,5 0-1-15,1-6 3 16,1-2-3-16,0-4 8 16,-3-3 3-16,0 0 3 15,0-10 2-15,1-7 10 16,4-4-13-16,-2 1-2 0,-3 3 0 15,-5 5 1 1,-3 2-1-16,0 5 0 0,0 3 2 16,0 2-2-16,0 0 0 15,0 0-2-15,0 0 1 16,0 0-2-16,0 0-2 16,-2 4 5-16,1 2-1 15,-1-1 2-15,1-5-2 16,1 2 1-16,0-2-1 15,0 0 1-15,-2 1 0 16,1 2 0-16,-4 5 0 16,-3 2-8-16,-2 5-42 15,0-1-62-15,-2-4-110 16</inkml:trace>
  <inkml:trace contextRef="#ctx0" brushRef="#br0" timeOffset="-7744.45">14209 8661 772 0,'0'0'46'16,"0"0"30"-16,0 0-50 15,0 0-26-15,0 0-9 0,0 0 8 16,26 77 0-16,-7-21 1 16,-1 11 1-16,-4 5 0 15,0 1 0-15,-5 0-2 16,-2-7-5-16,1-10-35 16,2-14-38-16,2-17-7 15,4-15-6-15,3-10-66 16,6-14 42-16,5-22 97 15,1-13 19-15,-3-6 54 16,-8 6 90-16,-13 6-53 16,-7 14 33-16,0 12 2 15,0 9-33-15,0 8-66 16,0 0-27-16,0 11-16 0,0 12 7 16,5 8 9-1,8 5-3-15,7 0-7 0,5-3-6 16,2-10 5-16,1-9-14 15,-1-11 16-15,-7-3 9 16,3-16 0-16,-2-13 1 16,-3-8 3-16,0 0 3 15,-8 4 14-15,-2 8 10 16,-7 8-12-16,-1 7 8 16,0 7-9-16,0 3-18 15,0 2-4-15,2 18-17 16,5 9 16-16,8 9 4 0,8 7-6 15,6 4-5 1,4-3-13-16,3-5-20 0,-4-11-60 16,-6-17-48-16,-8-13-283 15</inkml:trace>
  <inkml:trace contextRef="#ctx0" brushRef="#br0" timeOffset="-7477.2">15002 9094 655 0,'0'0'114'16,"0"0"-114"-16,0 0 3 16,0 0 3-16,37 97 7 15,-21-56-3-15,-2-7-1 16,-1-7-1-16,-6-15-4 16,-4-7 0-16,-3-5-1 0,0 0 7 15,1-5 52-15,5-17-5 16,4-10-54-16,1-9-3 15,4-3 1-15,8 4-1 16,5 6-9-16,3 7-46 16,1 13-42-16,-3 8-39 15,-5 6-108-15,-7 0-177 16</inkml:trace>
  <inkml:trace contextRef="#ctx0" brushRef="#br0" timeOffset="-7210.92">15449 9157 321 0,'0'0'111'0,"0"0"-44"16,102-101-12-16,-69 69-27 15,-11 2 20-15,-14 6 74 16,-8 4-58-16,-3 2-7 16,-18 5-20-16,-8 7-9 15,-6 6-24-15,-2 5-1 16,-2 21-3-16,6 11 1 15,6 4-1-15,14 7 0 16,11 6-5-16,2 4 1 16,35-5-2-16,26-7 1 15,29-17-8-15,21-17 0 16,8-12-21-16,-2 0-61 16,-14-19-97-16</inkml:trace>
  <inkml:trace contextRef="#ctx0" brushRef="#br0" timeOffset="-6996.47">14777 8967 402 0,'0'0'140'0,"95"-3"-3"15,-29-7-5 1,12 0-86-16,12 3-33 0,8 2-13 16,6 3-17-16,-4-8-113 15,-10-7-170-15</inkml:trace>
  <inkml:trace contextRef="#ctx0" brushRef="#br0" timeOffset="-5809.89">16431 8964 856 0,'0'0'108'0,"0"0"-101"15,0 0-7-15,0 0-1 16,51 82 1-16,-24-29 0 16,2 2 1-16,-2-6-1 15,1-12 0-15,-6-16 0 16,2-14 0-16,-3-7 0 16,4-14 3-16,8-20 3 15,3-12-5-15,2-9 0 16,-2 1-1-16,-3 6-4 15,-5 7-2-15,0 9-12 0,4 6-10 16,2 9-62-16,5 2-45 16,1 9 62-16,-2 4 25 15,-6 2 41-15,-8 0 7 16,-10 3 6-16,-10 5 3 16,-4-2 14-16,0 2 39 15,-4 3 7-15,-17 5-16 16,-5 3-23-16,0 4-18 15,2-1-9-15,6 3 2 16,8-1-5-16,5 1 1 16,5-4-1-16,2-3 2 15,21-8 0-15,7-9-2 16,6-1 2-16,-2-11 1 16,-2-14-2-16,-11 1 4 15,-6 5-3-15,-11 1 14 0,-4 7 44 16,0 4-32-16,0 2-9 15,-1 4-1-15,-4 1-18 16,1 0-6-16,-1 11 2 16,0 10 2-16,4 8-3 15,1 6-5-15,6 3-1 16,20 0-3-16,14-6 1 16,12-15-21-16,2-17 6 15,2-11 4-15,-2-28-8 16,-5-15 7-16,-3-7 4 15,-2-8 21-15,-9 5 0 0,-8 1 6 16,-18 7 42-16,-9 6-18 16,-12 9 5-16,-13 7 23 15,3 15-15-15,10 11-8 16,3 8-34-16,4 7-1 16,-2 23-15-16,-4 16 13 15,-1 13 0-15,8 11 0 16,4 6-1-16,0 4-3 15,4-5-5-15,19-7-5 16,4-13 4-16,12-19 0 16,1-19-3-16,4-17 8 15,3-11 7-15,0-28 0 16,-3-11 2-16,-6-4 0 16,-9 3 1-16,-16 7-1 0,-7 14 0 15,-6 10 13 1,0 10-7-16,-1 8-4 0,-5 2-4 15,0 13-7-15,-2 15 0 16,0 10 6-16,3 2-5 16,5 3-4-16,0-5-8 15,8-6-1-15,5-13 9 16,-1-12 8-16,4-7 2 16,-1-22 2-16,6-16 28 15,0-8-3-15,-3-5-19 16,-4 4 5-16,-1 9-6 15,-6 12 1-15,-1 11-2 0,-3 8 0 16,-2 7-6 0,5 0-2-16,3 8-14 0,8 12 12 15,2 8 2-15,5 5 0 16,4 4 2-16,4 2-8 16,4-1-13-16,2-9-31 15,1-9-39-15,-5-16-87 16,-2-4-181-16</inkml:trace>
  <inkml:trace contextRef="#ctx0" brushRef="#br0" timeOffset="-5495.65">18500 9021 143 0,'0'0'80'0,"0"0"34"15,0 0-5-15,0 0-8 16,113 8-52-16,-74-23-7 15,-3-6 15-15,-6-3 3 16,-8-1-27-16,-5-4-23 16,-10 3 0-16,-7 0-7 15,0 3 7-15,-7 5 4 16,-11 7-2-16,-4 9 3 16,-4 2-15-16,0 15 0 15,-3 13-1-15,6 9 1 16,3 5-1-16,12 8 1 0,8 1 0 15,23-1-3 1,35-3 3-16,33-16 0 0,33-14 7 16,21-12-7-16,11-5-36 15,2-11-183-15</inkml:trace>
  <inkml:trace contextRef="#ctx0" brushRef="#br0" timeOffset="-4776.8">13451 9721 232 0,'-109'0'44'16,"-1"0"55"-16,7 0-21 16,15 0-23-16,24 0 5 15,27 0 3-15,23 0 18 16,14 0 10-16,23 0-77 0,36 5-14 16,38 0 4-16,45 0 3 15,41-3-2-15,40-2-1 16,41 0-1-16,41-7 0 15,43-8-3-15,45-2 2 16,45 0-2-16,23 3-3 16,23 0 3-16,0 1 3 15,-23 6-1-15,-27-5-2 16,-35 2 0-16,-48 0 3 16,-47 1-3-16,-53 3 13 15,-57 0-3-15,-54 1-5 16,-53 2 3-16,-43 3 2 15,-35 0-10-15,-16 5-40 0,-55 14-32 16,-38-4-62-16</inkml:trace>
  <inkml:trace contextRef="#ctx0" brushRef="#br0" timeOffset="-4181.59">14203 10099 131 0,'0'0'595'15,"0"0"-444"-15,0 0-90 16,0 0-30-16,0 0-19 16,0 0-12-16,-3-48-6 15,3 72 1-15,0 14 4 16,0 14 1-16,-1 15 1 0,-5 9-1 16,-1 2-1-16,3 3-25 15,-3-6-31-15,5-7-68 16,2-21-212-16</inkml:trace>
  <inkml:trace contextRef="#ctx0" brushRef="#br0" timeOffset="-3964.44">14645 10181 466 0,'0'0'396'16,"0"0"-277"-16,0 0-83 0,0 0-36 15,0 0-7-15,0 0 1 16,28 25 6-16,-7 29 0 16,3 11 0-16,4 8 0 15,3-1-12-15,-1-6-32 16,-4-6-43-16,-10-17-88 16,-13-17-41-16</inkml:trace>
  <inkml:trace contextRef="#ctx0" brushRef="#br0" timeOffset="-3764.42">14627 10389 540 0,'0'0'256'16,"0"0"-195"-16,0 0-58 16,86-34 1-16,-41 34 9 0,10 0-9 15,8 3 1-15,5 5-2 16,6-2-3-16,3 2-1 15,-1-4-63-15,-4-4-135 16,-10 0-213-16</inkml:trace>
  <inkml:trace contextRef="#ctx0" brushRef="#br0" timeOffset="-3413.7">15459 10129 812 0,'0'0'27'0,"0"0"-23"16,97 20 17-16,-47 12 8 16,3 13 2-16,0 9-14 15,-5 4-10-15,-9-3-4 16,-12-9-1-16,-12-11-2 16,-12-7 0-16,-3-8-3 15,-5-8 0-15,-16-4-4 16,-9-8-5-16,-1 0 10 15,0-23 2-15,7-7 3 16,11-10 3-16,10-4-5 16,3-6-1-16,22 2 0 15,15 1-8-15,13 6-1 0,3 5 5 16,7 12 4 0,1 7-4-16,0 10 4 0,-5 7-15 15,-10 4-41-15,-17 21-77 16,-21 9-18-16,-9 7-188 15</inkml:trace>
  <inkml:trace contextRef="#ctx0" brushRef="#br0" timeOffset="-3199.52">15250 10623 575 0,'0'0'231'0,"0"0"-176"16,0 0-55-16,0 0 16 0,118-4 13 16,-51 0-7-16,19-1-7 15,14 2-8-15,8 2-3 16,-7 1-4-16,-11 0-8 16,-18 0-57-16,-23 3-95 15,-30 0-312-15</inkml:trace>
  <inkml:trace contextRef="#ctx0" brushRef="#br0" timeOffset="-2982.25">15431 10850 587 0,'0'0'76'0,"0"0"-65"16,0 0 51-16,0 0 5 15,48 86-48-15,-43-50-14 16,-3 4-2-16,-2 5 1 16,0 5-4-16,-18-1-22 15,-1-3-109-15,1-5-111 16</inkml:trace>
  <inkml:trace contextRef="#ctx0" brushRef="#br0" timeOffset="-2482.96">15720 11088 906 0,'0'0'77'0,"0"0"-73"16,0 0-4-16,0 0-8 16,0 0 8-16,0 0 0 15,18 66 1-15,-9-38 0 16,3-3-1-16,3-6-7 15,1-7-7-15,2-11-8 16,0-1 6-16,2-20 9 16,2-12-43-16,2-8-101 15,-1 0 34-15,-1 1 32 16,-3 6 7-16,-3 4 67 0,-5 9 11 16,-4 9 121-16,-2 4-2 15,0 7 38-15,1 0-135 16,3 4-22-16,4 13-3 15,-2 11 1-15,0 2 2 16,5 4 1-16,1 2 0 16,6-6 2-16,4-1-3 15,-2-8 2-15,1-8-2 16,4-13 2-16,-6 0-1 16,1-14 4-16,-4-17 11 15,-2 1 21-15,-8-7 1 16,-8 3-15-16,-3-2 2 15,-8 5-9-15,-19 6-9 0,-11 11-7 16,-10 11-6-16,-6 3-30 16,8 12-55-16,13 6-87 15,15-2-6-15,14-5-215 16</inkml:trace>
  <inkml:trace contextRef="#ctx0" brushRef="#br0" timeOffset="-2198.66">16595 10143 865 0,'0'0'36'0,"87"-28"-10"16,-26 28-17-16,20 34-4 15,7 23 0-15,-1 22-2 16,-9 13-3-16,-19 14-1 16,-25 5 1-16,-25 8 0 15,-15 7 3-15,-48-3-2 16,-28-4-1-16,-21-10-42 16,-10-10-74-16,-8-24-50 15,-12-22-90-15</inkml:trace>
  <inkml:trace contextRef="#ctx0" brushRef="#br0" timeOffset="-1683.77">13596 9999 801 0,'0'0'54'16,"0"0"-12"-16,0 0-42 0,-30 94 0 16,17 6 3-16,-2 26 16 15,12 24-5-15,3 10-8 16,41-4-3-16,22-8-3 16,21-11-10-16,20-18-40 15,17-19-44-15,22-30-114 16,21-33-209-16</inkml:trace>
  <inkml:trace contextRef="#ctx0" brushRef="#br0" timeOffset="-950.58">17185 10190 580 0,'0'0'58'0,"0"0"-57"15,0 0 2-15,0 0 4 16,0 0 3-16,0 0-3 15,49 58 7-15,-30-58 33 16,6-21 13-16,7-11-23 16,2-9-17-16,2-3-11 15,0 1-5-15,-5-1 1 16,-7 3 1-16,-6 4 3 16,-11 3 8-16,-7 8 6 15,0 5 0-15,-3 9-13 16,-3 7 0-16,2 5-6 15,1 0-4-15,0 14-5 16,-6 15 0-16,-1 17 5 0,-4 12 3 16,2 5-3-16,6 7 0 15,4-2-1-15,2-6-4 16,2-8-9-16,10-17-20 16,3-13-25-16,0-19-79 15,-3-5-80-15</inkml:trace>
  <inkml:trace contextRef="#ctx0" brushRef="#br0" timeOffset="-772.79">17140 10103 627 0,'0'0'26'0,"0"0"-23"15,82 4 102-15,-26-4-13 16,14 0-40-16,14 0-19 15,9 0-26-15,8 0-7 16,-1 0-29-16,-7 0-190 16</inkml:trace>
  <inkml:trace contextRef="#ctx0" brushRef="#br0" timeOffset="39709.15">12953 12430 302 0,'0'0'112'15,"0"0"-35"-15,0 0-53 16,0 0 24-16,0 0-3 16,0 0-9-16,0 0 8 15,0 0 12-15,-16-9-14 16,14 7-8-16,1 0-3 16,-3 1-22-16,3-1 13 15,0 0-7-15,-1-1-5 0,2 2 3 16,-1 1-4-1,1 0 2-15,0 0-4 0,0-2 2 16,0 1-9-16,0-2 0 16,16-2-2-16,12-4 2 15,13 1 0-15,8 0 0 16,2 2-2-16,1 4-25 16,0 1-9-16,-7 1 9 15,-4 0-38-15,-8 0-50 16,-10 0 28-16,-13 1-72 15,-10 6-172-15</inkml:trace>
  <inkml:trace contextRef="#ctx0" brushRef="#br0" timeOffset="39906.16">12919 12564 501 0,'0'0'80'15,"0"0"-46"-15,0 0 7 16,89-26 33-16,-51 18-41 16,3 1-10-16,3 2-15 15,2 2-8-15,-1 3 0 16,2 0-78-16,-5-3-36 16,-6-3-233-16</inkml:trace>
  <inkml:trace contextRef="#ctx0" brushRef="#br0" timeOffset="40229.5">14184 12076 742 0,'0'0'138'0,"0"0"-80"0,0 0-54 16,0 0-4 0,0 0-7-16,0 0 4 0,18 64 3 15,-15-19 1-15,1 8 1 16,-4 6 1-16,0 3-3 15,0 2-33-15,-10-5-67 16,-1-12-91-16,-2-16-292 16</inkml:trace>
  <inkml:trace contextRef="#ctx0" brushRef="#br0" timeOffset="40911.73">14570 12129 762 0,'0'0'80'0,"0"0"-39"16,0 0-41-16,0 0 0 16,0 0-4-16,0 0 2 15,15 41 2-15,-15-10 3 16,0 5 0-16,0-4-2 15,0-4 4-15,0-8-4 16,0-10 1-16,-2-7-2 16,2-3 0-16,0 0 5 15,0 0 22-15,0-5 18 16,0-8-25-16,-1 0 7 0,1 2-8 16,0 3 4-1,0 4-14-15,0 1-8 0,0 3-1 16,0 0-1-16,0 0 0 15,0 0 1-15,-2 0 0 16,2 0 0-16,0 0-1 16,-1 0-7-16,1 0 1 15,0-1 0-15,0-5-2 16,0-5-5-16,0-3-3 16,0-3 6-16,0 2 8 15,4-3 3-15,-2 2 1 16,0-4-1-16,0-1 1 0,0-1-1 15,-2 0 0-15,0 0 2 16,0 2 11-16,0 1-9 16,0 4 11-16,0 1-7 15,0 5 7-15,0 5 3 16,0 3-15-16,0 1-3 16,0 0-2-16,0 0-1 15,0 1-9-15,0 19 3 16,0 12 8-16,0 9 2 15,0 10-1-15,0 9 0 16,-9 4 0-16,-4 3 0 16,4-4 0-16,3-5-22 15,6-10-2-15,0-9 0 16,0-12-11-16,7-11-19 16,11-16-70-16,3 0-189 0</inkml:trace>
  <inkml:trace contextRef="#ctx0" brushRef="#br0" timeOffset="41257.28">14959 12204 472 0,'0'0'354'15,"0"0"-248"-15,0 0-85 0,0 0-21 16,0 0-6-1,0 0 6-15,0 53 1 0,0-13-1 16,0 9 2-16,10 2-1 16,6-1-1-16,4-8-25 15,7-13-23-15,5-19-9 16,10-10 33-16,7-19 24 16,-1-15 1-16,-5-7 1 15,-11-1 0-15,-15 0 6 16,-10 2 7-16,-7 2 17 15,-19 1 0-15,-26 9-9 16,-10 11-15-16,-2 14-8 16,10 3-22-16,23 26-84 15,18 2-157-15</inkml:trace>
  <inkml:trace contextRef="#ctx0" brushRef="#br0" timeOffset="41907.56">13680 12917 581 0,'0'0'60'16,"0"0"62"-16,0 0-52 16,0 0-34-16,0 0-33 15,116-41 4-15,15 31 7 16,47-4 10-16,37-1-17 16,25-4-4-16,10 0-1 15,5 0-4-15,-4-1 1 16,-7 3-4-16,-5-2 1 15,-18 2 0-15,-18 4 4 0,-24 3 2 16,-37 3-2 0,-26 4 0-16,-42 3-5 0,-36 0 5 15,-37 8-28-15,-19 7-145 16,-49-3-2-16</inkml:trace>
  <inkml:trace contextRef="#ctx0" brushRef="#br0" timeOffset="42841.55">14082 13372 573 0,'0'0'120'0,"0"0"-26"16,0 0-93-16,0 0-1 15,0 0 0-15,0 0 4 16,-9 47 9-16,1-16 3 0,1 3-2 16,-3 7-7-1,3 2-4-15,-3 6 0 0,2 2-3 16,-1 2-18-16,-3-5-89 15,0-9-35-15,-3-14-280 16</inkml:trace>
  <inkml:trace contextRef="#ctx0" brushRef="#br0" timeOffset="43092.29">14537 13312 737 0,'0'0'46'0,"0"0"67"16,0 0-84-16,0 0-29 15,0 0-7-15,0 0 6 16,-4 31 1-16,-8 7 2 16,-3 6-2-16,1 1 1 15,1-1 4-15,1 0-5 16,2 1-6-16,-4-2-35 15,1-2-36-15,-1-7-94 16,-1-15-160-16</inkml:trace>
  <inkml:trace contextRef="#ctx0" brushRef="#br0" timeOffset="43305.21">14301 13539 829 0,'0'0'107'0,"0"0"-48"16,0 0-56-16,0 0-3 16,0 0 0-16,0 0 0 15,65-22 3-15,-30 22-2 16,10 0-1-16,6 0-1 16,6 3-31-16,1 2-59 15,-3-5-167-15</inkml:trace>
  <inkml:trace contextRef="#ctx0" brushRef="#br0" timeOffset="52846.2">15123 13304 92 0,'0'0'127'15,"0"0"-99"-15,0 0 99 0,0 0-65 16,0 0 23-16,0 0-27 15,0 0-29-15,5-29-15 16,-5 27 20-16,1 0-16 16,-1-1-7-16,2 3 28 15,-2-2 12-15,0 0-30 16,0 2-5-16,0-1 0 16,0 1 3-16,0 0-1 15,0-2 1-15,0 1 3 16,0-2-7-16,0 1-3 15,0 1 11-15,0 1-8 16,0 0-4-16,0 0-11 16,0 0-4-16,0 17-2 0,0 7 5 15,0 11 0-15,0 7 1 16,-8 4 2-16,0-5-1 16,2-2-1-16,4-9-4 15,2-7-9-15,0-3-13 16,0-4-13-16,0-5-39 15,0-5-84-15,0-6-151 16</inkml:trace>
  <inkml:trace contextRef="#ctx0" brushRef="#br0" timeOffset="53195.29">15480 13225 659 0,'0'0'145'16,"0"0"-65"-16,0 0-78 15,0 0-2-15,0 0 3 16,-31 82 2-16,31-46-3 16,0 2 0-16,16 2 3 15,12-3-2-15,8-7-2 0,6-13 0 16,4-11 1-1,1-6-1-15,3-11-1 16,1-19-8-16,-5-7 1 0,-4-7 4 16,-14 1 3-1,-14 4 1-15,-14 5 2 0,-12 5 6 16,-33 8-6-16,-24 8-2 16,-14 13-1-16,2 0-9 15,20 16-45-15,25 7-79 16,27-1-60-16,9 0-268 15</inkml:trace>
  <inkml:trace contextRef="#ctx0" brushRef="#br0" timeOffset="53579">14752 13866 604 0,'0'0'149'0,"0"0"-140"0,0 0 27 16,118 5 21-16,-44-5-16 16,14 0-15-16,12-5-5 15,5-10-7-15,2 0-8 16,-2-1-6-16,-7 1 3 16,-7 1-7-16,-12 5-4 15,-15 3-22-15,-18 6-13 16,-20 0-53-16,-25 0-149 15</inkml:trace>
  <inkml:trace contextRef="#ctx0" brushRef="#br0" timeOffset="53819.88">15107 13960 680 0,'0'0'136'0,"0"0"-134"16,0 0 28-16,0 0-3 15,-15 107-5-15,15-65-2 16,-2 3-6-16,2 2-7 16,0 0-4-16,-1-3-1 15,-2 1-2-15,0-5-35 16,3-7-60-16,0-16-132 15</inkml:trace>
  <inkml:trace contextRef="#ctx0" brushRef="#br0" timeOffset="54294.64">15353 14193 878 0,'0'0'104'0,"0"0"-88"16,0 0-16-16,0 0 0 15,0 73 0-15,0-39 4 16,0 1-2-16,3-1-2 16,9-6 0-16,0-5-15 15,-2-10-14-15,1-13 1 16,2 0-5-16,2-19 24 0,0-12-61 16,6-7-44-16,-3 0 95 15,-2 3 19-15,2 9 2 16,-4 6 24-16,5 9 37 15,-4 8-23-15,3 3-16 16,0 0-10-16,4 4-2 16,-1 12-6-16,3 1 0 15,-2 2-2-15,4-1 1 16,-3-3-4-16,-2-5-1 16,-4-5 6-16,-6-3-6 0,-1-2-2 15,-4-2-2 1,1-15 3-16,-1-10 1 0,-5-2 0 15,-1-5 18-15,-7-2 15 16,-23 0 11 0,-16 7-13-16,-17 8-21 0,-8 13-10 15,11 8-1-15,18 5-17 16,20 15-28-16,19-2-106 16,3-6-226-16</inkml:trace>
  <inkml:trace contextRef="#ctx0" brushRef="#br0" timeOffset="54560.96">16394 13308 875 0,'0'0'37'0,"0"0"-11"15,0 0-26-15,0 0-2 16,0 0 2-16,64 137 1 16,-31-54 7-16,-3 20 6 15,-7 10-7-15,-9 9-2 16,-14 3-2-16,-16-3-3 16,-41-1-2-16,-31-5-52 15,-22-9-70-15,-12-21-62 16,-5-25-316-16</inkml:trace>
  <inkml:trace contextRef="#ctx0" brushRef="#br0" timeOffset="55078.21">13590 13243 669 0,'0'0'141'0,"0"0"-48"0,0 0-53 16,0 0-40-16,0 0 0 15,-49 91 0-15,34-14 9 16,7 20 3-16,8 18-2 16,0 12-2-16,23 6-6 15,14-2-2-15,10-15-14 16,11-17-53-16,9-26-144 15,21-30-248-15</inkml:trace>
  <inkml:trace contextRef="#ctx0" brushRef="#br0" timeOffset="55694.37">16886 13014 798 0,'0'0'94'0,"0"0"-94"15,0 0-4-15,0 0 4 16,0 79 2-16,0-42 4 16,0 2-3-16,8 0-2 15,3-1-1-15,-1-4-22 16,-1-6-148-16,-3-11-394 15</inkml:trace>
  <inkml:trace contextRef="#ctx0" brushRef="#br0" timeOffset="55853.17">16944 13367 806 0,'0'0'90'0,"0"0"-27"15,0 0-63-15,0 0-12 16,0 0-105-16,0 0-303 16</inkml:trace>
  <inkml:trace contextRef="#ctx0" brushRef="#br0" timeOffset="57158.84">9066 12228 630 0,'0'0'78'16,"0"0"18"-16,0 0-50 0,0 0-23 16,0 0-10-16,0 0-13 15,-10-21-9-15,3 54 7 16,-4 12 4-16,-4 11 4 15,-5 6 11-15,1 7-7 16,3 2-3-16,-1 1-5 16,1-3-2-16,4-7 0 15,3-8-26-15,4-15-54 16,5-16-113-16,0-21-317 16</inkml:trace>
  <inkml:trace contextRef="#ctx0" brushRef="#br0" timeOffset="58157.21">9446 12347 467 0,'0'0'11'0,"0"0"43"16,0 0-10-16,-29 78 11 15,28-53-23-15,1 5-16 16,0 2 16-16,1 3-13 16,11 1-7-16,4-4-1 15,2-5 0-15,4-7-11 16,0-11 5-16,3-9 1 16,0 0-2-16,-1-26 3 0,-1-12-7 15,-4-7 0-15,-5-1-2 16,-6 2-2-16,-7 8 4 15,-1 5 3-15,-1 6 2 16,-14 6-5-16,-9 5 0 16,-1 6-48-16,-5 2 3 15,-1 6 36-15,4 0 9 16,5 0 1-16,8 0 0 16,6-1 11-16,5-1 10 15,2 2 19-15,-1-3-13 16,2 2-7-16,0 0 2 15,0-2 1-15,0 3-11 16,0 0-5-16,0 0-5 0,0 0 0 16,0 0-3-16,0 0 2 15,0 0 1-15,0-2 6 16,-2 2 3-16,2 0 3 16,-2 0-2-16,2 0-4 15,-2 0 2-15,2-1-5 16,0 1-2-16,0-2-2 15,0 1-2-15,0 1 0 16,0 0 2-16,0 0 2 16,0 0-4-16,0 0-3 15,0 0-2-15,2 0 3 16,19 0 2-16,12-1 0 0,17-2 0 16,19-4 0-16,16-1-6 15,16-4-5-15,7-4-13 16,-1-1-15-16,-2 0 25 15,-11 0 13-15,-16 0 2 16,-15 3 3-16,-26 3 1 16,-17 5 2-16,-11 3 14 15,-8 1 0-15,-1 2-7 16,0 0-13-16,-8 5 0 16,-13 15-1-16,-2 8 0 15,-2 9 0-15,5 5-2 16,3 3 2-16,0 4 0 15,8 1-1-15,6-2-2 0,3 1 2 16,2-3 0 0,20-10-4-16,8-13-15 0,9-15 14 15,10-8 2-15,9-14 4 16,3-23-5-16,-3-13 4 16,-8-3 1-16,-16 0 0 15,-13 9 7-15,-17 2 9 16,-4 3-1-16,-10 0-2 15,-26 3-5-15,-16 5 4 16,-14 8-4-16,-7 12-6 16,8 11-1-16,12 0-1 15,21 18-10-15,12 13-30 16,17 8-53-16,3-1-92 16,6-6-213-16</inkml:trace>
  <inkml:trace contextRef="#ctx0" brushRef="#br0" timeOffset="58310.59">10701 12339 488 0,'0'0'356'0,"0"0"-258"16,0 0-81-16,0 0-17 15,0 0-54-15,0 0-71 16,-105 107-338-16</inkml:trace>
  <inkml:trace contextRef="#ctx0" brushRef="#br0" timeOffset="72879.21">13332 15227 32 0,'0'0'17'0,"0"0"14"15,0 0-6-15,0 0 7 16,0 0 30-16,0 0-4 16,0 0 45-16,0 0-8 15,-43 11-22-15,38-11 3 16,1 0-21-16,1 0-7 16,0-1 2-16,1 1-20 15,2-1-4-15,-1 1-12 0,1 0-8 16,0 0 9-1,0 0-1-15,0 0 5 0,-2-3 1 16,2 3 0-16,0 0-1 16,0 0-7-16,0 0 3 15,0 0-11-15,0 0-1 16,0-1-3-16,0-5 0 16,13-1 0-16,10-3 0 15,2 1 0-15,5 1 0 16,0-1-1-16,1 5-3 15,-2 1-20-15,-7 3-10 16,-5 0 2-16,-11 3-46 0,-6 12-53 16,-3 4 17-16,-26 1-161 15</inkml:trace>
  <inkml:trace contextRef="#ctx0" brushRef="#br0" timeOffset="73074.03">13144 15441 362 0,'0'0'150'0,"0"0"-131"16,0 0 13-16,0 0 26 15,0 0-10-15,0 0 1 16,73 4-3-16,-43-5-19 16,1-6-17-16,5 2-5 0,2 0-5 15,-3 4 0-15,1 1-100 16,-6 0-20-16,-10 0-266 15</inkml:trace>
  <inkml:trace contextRef="#ctx0" brushRef="#br0" timeOffset="73541.9">14512 15212 558 0,'0'0'108'15,"0"0"42"-15,0 0-69 0,0 0-18 16,0 0-36-16,0 0-22 15,-18-30-5-15,18 52-3 16,3 10 3-16,3 8 1 16,-1 9 0-16,-1 3 3 15,-4 1-4-15,0 1-4 16,0-1-33-16,0-7-95 16,0-16-270-16</inkml:trace>
  <inkml:trace contextRef="#ctx0" brushRef="#br0" timeOffset="74074.84">15058 15176 529 0,'0'0'171'16,"0"0"-27"-16,0 0-70 16,0 0-26-16,0 0-36 15,-19-78-8-15,48 67 6 16,4 4-7-16,5 6 6 0,3 1-5 15,-2 1-3-15,0 17-1 16,-7 9-1-16,-5 7 1 16,-15 6-1-16,-12 2-1 15,0 0-12-15,-22-2 4 16,-10-6-1-16,-5-4 4 16,0-8-4-16,1-4 10 15,3-7 1-15,7-5-2 16,12-3 3-16,5-3-1 15,5 0 7-15,4 0 8 16,0 0-15-16,10 0 0 0,17 0 0 16,17-6 3-16,10-3-3 15,0-3 0-15,1 0 0 16,-4-2-6-16,-5-1-6 16,-1-1-17-16,-2 0-27 15,-4-2-56-15,-6-6-80 16,-8-2-271-16</inkml:trace>
  <inkml:trace contextRef="#ctx0" brushRef="#br0" timeOffset="74279.88">15765 14953 629 0,'0'0'138'0,"0"0"-5"15,0 0-64-15,0 0-17 16,0 0-21-16,0 0-22 15,0-54-9-15,0 68-13 16,6 18 12-16,-2 18 1 16,-1 12 0-16,0 10 6 15,4 8-6-15,0-1-25 16,0-4-20-16,-2-13-52 16,-2-22-161-16</inkml:trace>
  <inkml:trace contextRef="#ctx0" brushRef="#br0" timeOffset="79386.15">14184 16084 55 0,'0'0'268'16,"0"0"-135"-16,0 0-93 15,0 0 24-15,0 0-9 16,0 0-19-16,0 0-5 16,-18-9 17-16,16 9-5 15,2 0-18-15,0 0-11 16,0 0-13-16,0 0 3 15,20-2-4-15,14-3 1 0,20-2 7 16,22-3 11 0,28-4 5-16,29-4 10 0,25-6-8 15,18-2-7-15,14-1-5 16,2 2-9-16,-4 2-2 16,-9-1-3-16,-17 4 0 15,-14 1 0-15,-21 4 1 16,-15 4-1-16,-18 3 0 15,-17 4 2-15,-17 4-1 16,-20 0-2-16,-22 0-22 16,-18 0-28-16,-3 11-38 15,-33-2-62-15,-11-2-313 16</inkml:trace>
  <inkml:trace contextRef="#ctx0" brushRef="#br0" timeOffset="79555.09">16312 15782 544 0,'0'0'102'0,"0"0"-1"16,0 0-18-16,0 0-43 16,0 0-40-16,0 0-52 15,-24 22-108-15,-1 1-366 16</inkml:trace>
  <inkml:trace contextRef="#ctx0" brushRef="#br0" timeOffset="80237.89">14525 16439 573 0,'0'0'123'15,"0"0"34"-15,0 0-71 16,0 0-42-16,0 0-11 16,0 0-25-16,-1-27-8 15,-1 48-6-15,1 11 6 0,-1 11 2 16,-1 3 2-1,3 3-3-15,0-1-1 0,0-2-18 16,0-3-21-16,1-9-67 16,9-12-136-16</inkml:trace>
  <inkml:trace contextRef="#ctx0" brushRef="#br0" timeOffset="80447.09">14803 16443 492 0,'0'0'409'16,"0"0"-320"-16,0 0-49 15,0 0-40-15,0 0-3 16,0 0 3-16,-21 105 1 16,13-52 1-16,2 0-2 15,2-1-18-15,-2-6-27 16,0-7-78-16,-1-14-149 15</inkml:trace>
  <inkml:trace contextRef="#ctx0" brushRef="#br0" timeOffset="80626.29">14707 16644 878 0,'0'0'80'0,"0"0"-69"0,0 0-9 15,90-6 1-15,-45 6-2 16,4 6-1-16,3-4-7 16,3-2-51-16,2 0-112 15,0-9-178-15</inkml:trace>
  <inkml:trace contextRef="#ctx0" brushRef="#br0" timeOffset="80819.03">15310 16419 916 0,'0'0'82'0,"0"0"-54"16,0 0-25-16,0 0-3 15,-22 108 9-15,14-54-5 16,5-1-1-16,-2 0-3 16,4-4-6-16,1-6-43 15,0-14-77-15,0-14-219 16</inkml:trace>
  <inkml:trace contextRef="#ctx0" brushRef="#br0" timeOffset="81102.11">15408 16595 929 0,'0'0'76'16,"0"0"-43"-1,0 0-33-15,0 0 0 0,12 73 2 16,-1-42-2-16,1-4-15 15,1-8-6-15,0-6 2 16,5-9 8-16,0-4 0 16,2 0 10-16,-4-14-5 15,-6-7-5-15,-5-4-4 16,-5-4 5-16,-2 0 10 16,-21 0 4-16,-12 7 5 15,-14 10 4-15,-5 7-10 16,1 5-3-16,8 5-46 15,18 12-94-15,14 2-17 16,11-2-239-16</inkml:trace>
  <inkml:trace contextRef="#ctx0" brushRef="#br0" timeOffset="81330.04">14999 16894 907 0,'0'0'22'15,"0"0"-12"-15,0 0-7 16,0 0-3-16,0 0 5 16,83 30-4-16,-36-27 1 15,14-3-2-15,7 0 0 0,2-3-10 16,0-5-33-16,-11-1-52 15,-12-1-122-15</inkml:trace>
  <inkml:trace contextRef="#ctx0" brushRef="#br0" timeOffset="81537.08">15352 16983 924 0,'0'0'71'15,"0"0"-69"-15,0 0 3 0,-8 96 0 16,4-60-3 0,1-2 1-16,-5-3-1 0,1 1-2 15,1-5-8-15,-2-1-27 16,1-8-65-16,1-7-122 16,5-8-283-16</inkml:trace>
  <inkml:trace contextRef="#ctx0" brushRef="#br0" timeOffset="81934.24">15529 17113 857 0,'0'0'127'0,"0"0"-106"16,0 0-21-16,0 0 1 16,0 82 2-16,-8-53 1 0,2-5-4 15,1-4-9-15,5-10-2 16,0-1-9-16,0-9-11 15,7 0 16-15,7-5 15 16,3-16-25-16,3-2-7 16,1-5 5-16,0-1 24 15,-2 5 3-15,-1 4 14 16,-1 6 33-16,0 9-11 16,-2 3-23-16,-1 2-4 15,-4 0 4-15,-1 2-7 16,-6 6-5-16,1-1 1 15,-2 2-1-15,-2-5-1 16,0 2 1-16,0-6 0 0,-2 0-1 16,-8 0 0-16,-5 0-5 15,0-10-2-15,-4-9-3 16,0-5-2-16,2-1 7 16,2 4 3-16,8 1-39 15,4 3-112-15,3 2-52 16</inkml:trace>
  <inkml:trace contextRef="#ctx0" brushRef="#br0" timeOffset="82203.14">16013 16520 913 0,'0'0'77'0,"0"0"-10"16,0 0-67-16,0 0-6 16,23 87 6-16,-16-14 0 15,-3 12 1-15,-4 4 2 16,0 5-3-16,0 0-28 16,-21-3-21-16,-12-7-64 15,-13-13 4-15,-14-12 3 16,-7-22 24-16</inkml:trace>
  <inkml:trace contextRef="#ctx0" brushRef="#br0" timeOffset="82600.1">14409 16481 388 0,'0'0'160'15,"0"0"-43"-15,-83 14-4 16,63 18-45-16,0 14-26 16,7 12-8-16,0 10-9 15,8 12-10-15,5 2-6 16,0 4-7-16,18 4 0 15,9-4-2-15,7-8-24 16,8-16-79-16,9-23-175 0</inkml:trace>
  <inkml:trace contextRef="#ctx0" brushRef="#br0" timeOffset="83166.08">16511 16290 627 0,'0'0'226'0,"0"0"-127"15,0 0-68-15,0 0-29 16,0 0-2-16,0 0 0 15,71 13-12-15,-60 19-16 16,-9 5-4-16,-2-3-12 0,0 2 1 16,-10-6-16-16,-8-4 6 15,0-4 19-15,-3-7 14 16,4-5 20-16,6-6 3 16,10-4 18-16,1 0 60 15,0-4-52-15,20-9-22 16,5-2-2-16,12-4 22 15,3 2 6-15,7 1-7 16,10 3-13-16,5 3-8 16,1 1-5-16,-3 4 3 15,-12 2-3-15,-12 3 0 16,-11 0-6-16,-12 0-46 0,-13 0-100 16,0 1-175-16</inkml:trace>
  <inkml:trace contextRef="#ctx0" brushRef="#br0" timeOffset="83312.14">16066 16390 489 0,'0'0'0'16,"-106"-43"-357"-16</inkml:trace>
  <inkml:trace contextRef="#ctx0" brushRef="#br0" timeOffset="84053.84">10497 15369 589 0,'0'0'89'0,"0"0"62"15,0 0-74-15,0 0-40 16,0 0-31-16,0 0-6 16,-60 78 2-16,52-23-2 15,2 5 3-15,3 10-3 16,3 2 2-16,0 1-4 16,0-2-30-16,8-15-61 15,10-18-95-15,1-22-149 16</inkml:trace>
  <inkml:trace contextRef="#ctx0" brushRef="#br0" timeOffset="84664.22">10716 15518 809 0,'0'0'35'0,"0"0"-6"16,0 0-25-16,0 0-4 15,0 0 16-15,7 97 1 16,2-53-11-16,1 2-2 16,7-3 0-16,4-9-2 15,3-11-1-15,6-12 0 16,1-11 0-16,2-3 0 16,1-19-1-16,-10-11-15 0,-7-4-16 15,-10-3 13-15,-7 5 12 16,0 5 1-16,-9 4 4 15,0 5 1-15,2 6 0 16,5 6 0-16,2 3 0 16,0 3-2-16,13 3 1 15,4 0 0-15,2 1-1 16,3 14 2-16,0 3 3 16,1 0 2-16,1 1 1 15,1-3 0-15,1 1 1 16,-1-3-4-16,4-2 2 15,-3 1-5-15,0-4 0 16,-5 1 0-16,-6-6-11 0,-1 1-2 16,0-4-2-16,4-1 5 15,0 0 5-15,4-10-4 16,0-10 3-16,-2-4 5 16,-4-4 2-16,-4-2 22 15,-6 0 13-15,-6-3 3 16,0 1-6-16,0 4-3 15,-13 3-15-15,-2 9-10 16,-12 3-3-16,-8 7-2 16,-6 6-2-16,-5 2 1 15,-4 20-6-15,2 8-20 16,4 4-43-16,14 1-49 16,13-5-73-16,13-6-280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4:28:36.1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2184 4458 313 0,'0'0'159'15,"0"0"-77"-15,0 0-13 16,0 0 1-16,0 0-30 16,0 0 0-16,0 0-13 15,-26-19-10-15,26 19-1 16,0 0 1-16,-1 0-7 16,1 0-5-16,0 0-5 15,0 0 0-15,0 0-4 16,1 0-3-16,21 7 5 15,12 0 4-15,11-4 0 16,17-3-1-16,8 0 4 16,6-5-3-16,-1-3-4 15,-7-1-16-15,-12 6-21 16,-16 1-19-16,-22 2-51 16,-18 0-31-16,-20 12-127 0</inkml:trace>
  <inkml:trace contextRef="#ctx0" brushRef="#br0" timeOffset="516.54">2117 4557 407 0,'0'0'142'0,"0"0"-59"16,0 0 23-16,0 0-39 16,0 0-45-16,0 0-16 15,3-16-3-15,30 13 7 16,10 0 8-16,5 1-4 16,-3 2-1-16,-2 0-5 15,-7 0-7-15,-11 15-1 16,-1 9 0-16,-11 7-4 15,-13 6 0-15,0 3 0 16,-24 4 4-16,-19 4 0 16,-11 1 2-16,-4 1 0 15,-7-1-2-15,2-2-4 0,9-4-5 16,8-3 0-16,13-8 5 16,11-2 3-16,10-6 1 15,7-2-2-15,5-3-9 16,0-3 2-16,11-5 4 15,11-4 5-15,11-7-1 16,7 0 3-16,5-4 7 16,0-12 7-16,-1 0-2 15,-3 3-10-15,-4 0 2 16,-4 5-6-16,-6 1-8 16,-2 2-39-16,-3 1-79 15,-5-3-15-15,-1-7-164 16</inkml:trace>
  <inkml:trace contextRef="#ctx0" brushRef="#br0" timeOffset="1001.81">2881 4584 563 0,'0'0'213'0,"0"0"-101"15,0 0-84-15,0 0-28 16,0 0-7-16,-45 133 7 16,37-57 0-16,5 3 0 15,3 2 0-15,0-5 0 0,0-13 0 16,2-14 1 0,2-20-1-16,-1-15 0 0,-1-14 6 15,-1 0-1-15,8-29 34 16,6-17-39-16,5-15-13 15,5-11-19-15,-3-1-8 16,-9-2-15-16,-7-1 28 16,-6 6-2-16,2 9 18 15,1 13 11-15,12 17 1 16,0 13 6-16,0 11 18 16,6 7-25-16,-7 9-2 15,3 25-3-15,-9 16 5 16,-8 8 0-16,0 1 2 15,-5-8-2-15,-11-15 5 0,-1-9-3 16,-2-5 7-16,1-8-2 16,-6-4 9-16,2-1-9 15,-3-3-3-15,5-4-1 16,-1-2-3-16,9 0-14 16,5-1-45-16,7-10-45 15,5-4-134-15</inkml:trace>
  <inkml:trace contextRef="#ctx0" brushRef="#br0" timeOffset="1465.87">3259 4557 487 0,'0'0'158'0,"0"0"11"0,0 0-78 16,0 0-85-16,0 0-6 15,0 0-5-15,12 27 4 16,3 10 1-16,0 10 2 16,6 5-1-16,0 3 1 15,-1-2 1-15,5-3-3 16,-5-11 2-16,-1-7-2 16,0-11 0-16,-1-12-22 15,2-7 13-15,6-2 3 16,-2-17-3-16,4-14-10 0,-3-7-3 15,-8-2 22 1,-4-6 3-16,-11 0 3 0,-2-5 1 16,0-2 8-16,0 5 9 15,-4 10 0-15,-1 13 17 16,2 10-27-16,0 7-2 16,3 8-9-16,0 0-3 15,0 0-9-15,5 6-6 16,8 9 14-16,5 6 0 15,3-1-2-15,1 3-4 16,3-3-12-16,1-4-24 16,1-2 8-16,-3-8-49 15,2-6-62-15,-5-6-230 16</inkml:trace>
  <inkml:trace contextRef="#ctx0" brushRef="#br0" timeOffset="1677.09">4016 4655 443 0,'0'0'137'16,"0"0"-102"-16,0 0-19 15,0 0 15-15,0 0-15 0,100-18-5 16,-60 12-11-16,9 3 0 15,3 0-40-15,-5-1-89 16,-10 1-153-16</inkml:trace>
  <inkml:trace contextRef="#ctx0" brushRef="#br0" timeOffset="1858">4001 4881 211 0,'0'0'265'0,"0"0"-215"16,0 0-16-16,0 0 2 16,0 0-4-16,0 0 19 15,119 8-14-15,-53-11-30 16,14-8-7-16,4-4-94 0,-8-7-305 16</inkml:trace>
  <inkml:trace contextRef="#ctx0" brushRef="#br0" timeOffset="2563.76">5397 4509 404 0,'0'0'169'0,"0"0"-45"0,0 0-26 16,0 0-20-16,-28-88-21 15,28 67-27-15,13 0-22 16,8-1-6-16,14 3-2 15,4 2 0-15,2 4 0 16,2 6 0-16,-4 5-6 16,-10 2-17-16,-8 0-21 15,-15 10 3-15,-6 6-20 16,-22 6 34-16,-14 4 24 16,-10 1 3-16,6-3 0 15,8-6 0-15,13-6-1 0,12-2 2 16,7 1-1-16,0 2 13 15,0 8 11-15,13 4-5 16,5 3 4-16,4 3-16 16,-1 0-5-16,-3-1 4 15,-3-5-4-15,-8-5-2 16,-7-3 1-16,0-1 0 16,-4-2 0-16,-20 3 1 15,-9 0-2-15,-2-1-2 16,3-7-23-16,8-7-13 15,8-2 1-15,16-3 4 16,0-18-36-16,30-8-234 16,17-8 31-16</inkml:trace>
  <inkml:trace contextRef="#ctx0" brushRef="#br0" timeOffset="2863.65">5885 4486 387 0,'0'0'206'0,"0"0"-53"16,0 0-63-16,0 0-43 15,0 0-23-15,0 0-23 16,-50 49-1-16,26-10-1 16,6 10 0-16,8-1-3 15,9-1 4-15,1-7 0 16,16-13-10-16,23-13 4 16,7-14 6-16,11-8 2 15,4-26 3-15,-8-8-5 16,-13-5 3-16,-12 3-2 0,-18 4 3 15,-10 6-4 1,-1 7-2-16,-32 4 0 0,-9 9-2 16,-1 6 0-16,9 8 4 15,14 0-10-15,17 19-105 16,3 9 4-16,17 7-18 16,23-2-99-16</inkml:trace>
  <inkml:trace contextRef="#ctx0" brushRef="#br0" timeOffset="3040.97">6295 4864 607 0,'0'0'107'0,"0"0"-82"0,0 0-20 15,-36 89-1-15,23-46 1 16,2 6-4-16,5-2-1 15,2-5-88-15,4-14-129 16</inkml:trace>
  <inkml:trace contextRef="#ctx0" brushRef="#br0" timeOffset="3994.88">6529 4478 630 0,'0'0'65'16,"0"0"-65"-16,0 0-6 16,0 0 6-16,10 85 5 15,-7-39-4-15,3 4-1 16,2 1 1-16,2-2-1 15,2-6 0-15,6-12-2 16,2-11-6-16,6-15 8 16,3-5 0-16,-4-10 2 15,3-17 4-15,-5-5-1 0,-2-6 18 16,-12-1-13-16,-9-5 23 16,0 3-13-16,-21 0-17 15,-14 5 11-15,-5 7-8 16,0 9-5-16,7 8 1 15,11 9 0-15,11 1-1 16,8 2-1-16,3 0-4 16,0 0-94-16,11 8 58 15,19-5 30-15,17-3 10 16,14 0-3-16,8 0 6 16,0-7-3-16,-8 0 5 15,-15 4-5-15,-18 0 2 16,-15 1 1-16,-8 2 3 0,-5 0 2 15,0 0 24-15,0 2-24 16,-10 15-5-16,-5 12 5 16,-3 9-6-16,7 9-1 15,4 1-1-15,7 0 0 16,6-11-6-16,21-8-12 16,10-15 9-16,2-13 4 15,-2-1 5-15,-2-17 15 16,-7-11 36-16,-7-5-3 15,-8-4-30-15,-6 0-5 16,-7 2-9-16,0 4 0 16,-8 5-4-16,-1 10 1 0,3 2-1 15,4 9 6 1,2 2-3-16,0 2-3 0,8 1-5 16,14 0 5-16,11 0 0 15,6 11 0-15,-2 2 0 16,0 2 1-16,-7 3 0 15,-7 1-1-15,-4 5-1 16,-7 1-3-16,1 2 4 16,-4 3-5-16,-1-4 4 15,-4-2 0-15,2-4-1 16,0-6-2-16,1-11-5 16,4-3 8-16,4 0 1 15,7-15 10-15,3-9 0 0,1-8 0 16,-2-6 15-1,-6 1 1-15,-9-6 8 0,-9 5-9 16,-2 2-10-16,-32 5-15 16,-21 14-4-16,-19 13-9 15,-6 4-41-15,7 19-38 16,18 11-34-16,22 2 0 16,20 0-198-16</inkml:trace>
  <inkml:trace contextRef="#ctx0" brushRef="#br0" timeOffset="5676.81">5085 5378 306 0,'0'0'113'0,"0"0"3"0,-95-32-29 16,78 27-46-16,7 2 19 16,2 0-19-16,5 2 12 15,1 1-2-15,2 0-31 16,0 0-20-16,32-2-2 16,38 1 2-16,45-3 3 15,49-3-3-15,42-3 1 16,28-1 0-16,18 0-1 15,2-3 0-15,-1-1 2 16,-6-1-2-16,-12 0-9 16,-24 0 3-16,-31 4 2 15,-31-2 4-15,-37 3-1 16,-32 3 1-16,-33 0 0 0,-28 3 2 16,-14 2 23-16,-5 2 11 15,0 0-21-15,-26 1-15 16,-14 0-21-16,-14 9-35 15,2 11-47-15,12 2-48 16,13-8-112-16</inkml:trace>
  <inkml:trace contextRef="#ctx0" brushRef="#br0" timeOffset="7294.58">5331 5813 562 0,'0'0'81'0,"0"0"12"16,0 0-35-16,0 0-25 15,0 0-20-15,0 0 6 16,0 0-19-16,-7-29-5 16,7 53-6-16,0 10 11 15,-6 16 0-15,-6 5 0 16,0 4 2-16,-4-3-1 16,-1-7 3-16,4-6-3 15,4-9 2-15,3-9-3 16,3-6 0-16,-3-2-1 0,-3 0-9 15,4-5-81 1,2-8-137-16</inkml:trace>
  <inkml:trace contextRef="#ctx0" brushRef="#br0" timeOffset="7727.83">5753 6043 821 0,'0'0'90'15,"0"0"-34"-15,0 0-39 16,0 0-17-16,0 0-1 16,0 0-14-16,3-4-45 15,5 13-9-15,-1 3 16 16,-1-2-106-16,-4-10-258 16</inkml:trace>
  <inkml:trace contextRef="#ctx0" brushRef="#br0" timeOffset="8141.92">6041 5774 692 0,'0'0'130'16,"0"0"-42"-16,0 0-55 0,0 0-23 15,0 0-10 1,0 0-8-16,0 25 3 0,0 17 5 16,3 12 2-16,-3 5-1 15,0 3-1-15,-10-3-1 16,-7-6-35-16,-2-7-36 16,5-8-7-16,0-12-45 15,0-13-32-15,7-13-216 16</inkml:trace>
  <inkml:trace contextRef="#ctx0" brushRef="#br0" timeOffset="8448.65">6235 5789 155 0,'0'0'598'15,"0"0"-545"-15,0 0-53 16,0 0-15-16,0 0 12 15,0 0 3-15,-6 116 0 16,6-68 4-16,3-1-4 16,24-2 0-16,7-8 3 15,4-3-3-15,-4-7 2 16,-10-7-2-16,-9-7 3 16,-8-7-3-16,-7-5 0 15,0 1 2-15,0-1 30 16,-26 6 4-16,-15 4-23 15,-10 5-8-15,1 2-5 0,8-2-7 16,12-4-39-16,11-4-28 16,11-8-63-16,8 0-113 15</inkml:trace>
  <inkml:trace contextRef="#ctx0" brushRef="#br0" timeOffset="8680.45">6240 5762 638 0,'0'0'63'16,"0"0"-12"-16,0 0-28 15,0 0 18-15,120-60-14 16,-69 48-14-16,-2 2-8 15,2 4-5-15,-6 3-7 16,1-2-82-16,-7-1-135 16</inkml:trace>
  <inkml:trace contextRef="#ctx0" brushRef="#br0" timeOffset="8922.76">6856 5545 772 0,'0'0'48'0,"0"0"0"15,0 0-48-15,0 0-4 16,89 78 4-16,-54 6 2 16,-9 18 2-16,-11 11-2 15,-15 1-2-15,0-10 0 16,-30-17-15-16,-16-10-29 15,-13-14-45-15,-13-19-99 16,-12-15-289-16</inkml:trace>
  <inkml:trace contextRef="#ctx0" brushRef="#br0" timeOffset="9475.77">4954 5683 527 0,'0'0'67'0,"0"0"23"0,0 0-68 15,0 0-7-15,-37 116 70 16,31-51-61-16,1 15-7 15,4 7-3-15,1 9-11 16,0-3-1-16,0-6-2 16,12-16-35-16,10-17-33 15,14-19-37-15,9-19-53 16,11-16-180-16</inkml:trace>
  <inkml:trace contextRef="#ctx0" brushRef="#br0" timeOffset="10263.57">7322 5446 644 0,'0'0'127'16,"0"0"-32"-16,0 0-71 16,0 0-24-16,0 0-20 15,0 0 14-15,0 68 6 16,0-20 4-16,-4 3-4 16,-2 2 2-16,2-4-2 15,1-1-20-15,-3-10-91 16,-1-16-228-16</inkml:trace>
  <inkml:trace contextRef="#ctx0" brushRef="#br0" timeOffset="11065.76">8316 4799 580 0,'0'0'95'0,"0"0"-89"16,0 0 0-16,0 0 32 15,0 0 20-15,119-27-43 16,-56 13-8-16,11-3 1 15,3 0 1-15,0 1-9 16,-1 1 0-16,-1 1-22 0,-14-3-116 16,-18-3-160-16</inkml:trace>
  <inkml:trace contextRef="#ctx0" brushRef="#br0" timeOffset="11297.74">8604 4541 764 0,'0'0'93'15,"0"0"-19"-15,0 0-55 16,0 0-5-16,0 0-14 16,0 0-3-16,4 43 1 15,7 8 2-15,0 12 3 16,-1 5-3-16,-1 4 0 15,-8-1-84-15,-1-10-98 16,0-19-407-16</inkml:trace>
  <inkml:trace contextRef="#ctx0" brushRef="#br0" timeOffset="11890.76">9464 4280 847 0,'0'0'82'0,"0"0"-24"15,0 0-58-15,0 0-6 16,0 0 3-16,0 0 3 15,57 93 1-15,-32-46 1 16,2-1-2-16,0-6-1 16,0-8-16-16,-3-11-25 15,1-13 4-15,1-8 15 16,2-8 23-16,-3-18 0 16,-3-6-6-16,-8-3 3 15,-8 0 3-15,-6-1 9 16,0 1 1-16,-1 7 23 0,-9 9 0 15,3 7 13 1,5 7-7-16,0 5-30 0,2 3-9 16,0 19-20-16,0 14 12 15,0 12 7-15,0 5-6 16,13 3-8-16,4 0-10 16,3-1-22-16,3-5-51 15,2-17-91-15,-2-16-111 16</inkml:trace>
  <inkml:trace contextRef="#ctx0" brushRef="#br0" timeOffset="12205.4">9998 4481 646 0,'0'0'191'0,"0"0"-76"0,0 0-51 16,0 0-64-16,0 0-8 15,0 0 2-15,-29 48 5 16,29-3 1-16,20 4-7 15,4-6-5-15,9-9 4 16,7-12-15-16,2-14-2 16,3-8 24-16,-5-15 1 15,-6-18 0-15,-7-4 0 16,-12-5 2-16,-9 4 3 16,-6-1 3-16,-19 5 3 15,-30 3-11-15,-9 4 6 16,2 13-5-16,21 8-1 15,17 6-2-15,17 13-62 0,1 14-9 16,3 11-22-16,23 4-22 16,16-3-191-16</inkml:trace>
  <inkml:trace contextRef="#ctx0" brushRef="#br0" timeOffset="12392.82">10481 4746 825 0,'0'0'121'0,"0"0"-64"15,0 0-57-15,0 0 0 0,0 0 0 16,5 75-5-16,0-32 5 16,-5 4-4-16,-3 1-33 15,-24-1-39-15,-9-10-149 16,-3-12-412-16</inkml:trace>
  <inkml:trace contextRef="#ctx0" brushRef="#br0" timeOffset="13786.87">10671 4356 585 0,'0'0'131'16,"0"0"-29"-16,0 0-90 15,0 0-12-15,0 0-18 16,0 0 15-16,9 56 3 16,-9-18 0-16,0 4 3 15,0 5-3-15,0 4 1 16,0-3 2-16,2-6-3 15,15-10 0-15,7-12-3 16,3-13 0-16,3-7 1 16,3 0-3-16,2-10 5 0,0-16-3 15,-1-6-3-15,-10-2 6 16,-10-3 1-16,-11 4 7 16,-3 0 2-16,-5 5-2 15,-16-3 11-15,-6 5 2 16,-6 2 6-16,0 4-8 15,7 4-19-15,5 6 2 16,15 6 0-16,3 3-2 16,3 0 0-16,0 1-22 15,0-2-3-15,19 1-2 16,7-1 27-16,5 0 2 16,-1-1-1-16,-6-1 1 15,-2 1-1-15,-10 2-1 16,-4 1 4-16,-1 0 2 15,-4 0 2-15,-3 0-1 0,0 0-1 16,0 0-2-16,0 0-4 16,0 0-3-16,0 0 2 15,0 1-5-15,0 3 6 16,0 0 0-16,0-1 1 16,0 0-1-16,0-2 1 15,0 2 1-15,0-3-2 16,0 1 1-16,0 1-1 15,0-2 0-15,0 0 0 16,0 0 2-16,0 0-2 16,-2 0 3-16,2 0 1 15,0 0-3-15,0 0 16 0,0 0 2 16,0 0-7-16,0 0-2 16,-1 0 0-16,-5 0 2 15,0 0-3-15,-3-2-8 16,-4-5-1-16,2 2 1 15,-1-2-1-15,-3 0 0 16,3 0 0-16,1 3 0 16,3 1 0-16,4 0 0 15,0 1 0-15,4 2 0 16,0 0-2-16,0 0-3 16,0 0-13-16,0 0-10 15,7 8 10-15,18 3 12 16,20-1 5-16,18-1-2 0,12-3-4 15,10-5 7 1,-1-1-2-16,-14 0 0 0,-17 0-3 16,-21 0 5-16,-19 0 3 15,-11 0-2-15,-2 0 19 16,0 0 0-16,-2 3-14 16,-18 11-5-16,-8 6-2 15,-4 10 3-15,6 3-3 16,4 9 1-16,4 4 0 15,9 1-1-15,9-2-15 16,0-9-3-16,14-12 5 16,13-15 8-16,4-9 6 0,7-6 2 15,-1-24 7 1,3-7 17-16,-1-4-3 0,-5-2-16 16,-9 5-7-16,-10 6 0 15,-8 3 0-15,-5 6-8 16,-2 5 8-16,0 3-2 15,0 8 2-15,0 7 9 16,0 0-9-16,0 0-3 16,5 12-31-16,6 10 30 15,1 3 1-15,2 3 3 16,-2 1 0-16,0 3 0 16,1 4-1-16,2 0 1 15,0-1 0-15,6-7-1 16,-2-6-11-16,3-11-8 15,1-8-7-15,-4-3 5 0,1-7 15 16,-5-15 7-16,1-13 13 16,-4-2 16-16,-2-4-5 15,-8-2-2-15,-2 5 4 16,-21 1-2-16,-19 7-21 16,-11 5 2-16,-4 14-5 15,5 11-5-15,9 7-48 16,9 19-66-16,10 1-169 15</inkml:trace>
  <inkml:trace contextRef="#ctx0" brushRef="#br0" timeOffset="14351.52">10019 5196 574 0,'0'0'138'15,"0"0"-83"-15,0 0-55 16,0 0-6-16,0 0-1 15,0 0 7-15,33 20 2 16,13-20 9-16,29 0 19 16,29 0 8-16,44-6-9 0,38-11-13 15,29-3-6 1,18-1-3-16,-8 0-7 0,-19 2 0 16,-30 2 1-16,-32 1 3 15,-33 3-3-15,-29 3 7 16,-32 3 3-16,-24 1 0 15,-17 5-4-15,-9-1 0 16,0 1-6-16,0 1-1 16,-12 0-18-16,-17 6-41 15,-3 9-85-15,2 0-57 16,17-6-188-16</inkml:trace>
  <inkml:trace contextRef="#ctx0" brushRef="#br0" timeOffset="14501.52">12001 5082 519 0,'0'0'137'16,"0"0"-4"-16,0 0-44 15,0 0-56-15,0 0-33 16,0 0-73-16,-39 10-93 16,22 5 59-16,-1-8-364 15</inkml:trace>
  <inkml:trace contextRef="#ctx0" brushRef="#br0" timeOffset="16915.67">10092 5600 514 0,'0'0'87'15,"0"0"97"-15,0 0-126 16,0 0-26-16,0 0-14 15,0 0 13-15,-14-66-5 16,14 66 1-16,0 0-23 16,0 0-4-16,-2 1-7 0,-2 23-5 15,-6 12 12-15,-4 18 1 16,-6 14 0-16,-2 6 1 16,-2-3-2-16,2-5-21 15,5-16-19-15,2-10-3 16,5-8-47-16,1-10-16 15,1-12-146-15</inkml:trace>
  <inkml:trace contextRef="#ctx0" brushRef="#br0" timeOffset="17110.25">10215 5897 130 0,'0'0'703'16,"0"0"-618"-16,0 0-33 16,0 0-41-16,0 0-10 15,0 0-1-15,0-6-31 16,0 7-85-16,9 5-22 16,2-6-168-16</inkml:trace>
  <inkml:trace contextRef="#ctx0" brushRef="#br0" timeOffset="17512.59">10501 5595 649 0,'0'0'170'0,"0"0"-76"0,0 0-36 16,0 0-27-16,0 0-29 16,0 0-2-16,0 5-10 15,2 27 10-15,3 18 1 16,-1 9 5-16,-4 4-6 16,0-6-21-16,-2-7-1 15,-13-11-48-15,-3-6-50 16,-3-13-124-16</inkml:trace>
  <inkml:trace contextRef="#ctx0" brushRef="#br0" timeOffset="17997.63">10805 5606 752 0,'0'0'90'15,"0"0"0"-15,0 0-79 16,0 0-11-16,0 0-13 16,0 0 3-16,-7 54 10 15,1-12 1-15,6 5-1 16,0-4-22-16,0-3 0 16,9-8-9-16,6-8 27 15,-3-5-1-15,-5-9 3 16,-1-5 0-16,-6-2-1 15,0-1-3-15,0-2 6 16,0 1 3-16,-2 2 14 16,-17 2-7-16,-9 5-7 15,-4 2 2-15,-2 1-5 0,-2 0-29 16,3 1-92-16,0-6-52 16,7-8-227-16</inkml:trace>
  <inkml:trace contextRef="#ctx0" brushRef="#br0" timeOffset="18212.64">10740 5570 758 0,'0'0'88'16,"0"0"-15"-16,0 0-50 15,0 0-23-15,0 0 3 16,95-30-2-16,-37 28-1 16,5 2-3-16,2 0-28 15,-2 0-54-15,-6 0-161 16</inkml:trace>
  <inkml:trace contextRef="#ctx0" brushRef="#br0" timeOffset="18464.79">11358 5404 762 0,'0'0'34'0,"0"0"-33"16,0 0-1-16,72 94 8 15,-47-33 13-15,-4 24-8 16,-10 17 0-16,-11 11-4 15,-6 3-7-15,-27-12 1 16,-15-12-3-16,-5-14-4 16,-10-14-104-16,-9-19-66 15,-8-17-268-15</inkml:trace>
  <inkml:trace contextRef="#ctx0" brushRef="#br0" timeOffset="18913.84">9681 5508 730 0,'0'0'132'0,"0"0"-128"15,0 0 1-15,-41 107-5 16,26-27 7-16,2 14 7 16,9 8-6-16,4-1-5 15,22-11 0-15,21-6-3 16,20-12-18-16,13-17-62 0,10-24-131 15,11-24-327-15</inkml:trace>
  <inkml:trace contextRef="#ctx0" brushRef="#br0" timeOffset="19599.82">11927 5370 587 0,'0'0'63'0,"0"0"138"16,0 0-128-16,0 0-29 15,0 0-20-15,0 0-24 16,7-46-1-16,8 46-3 16,9 3 1-16,3 16 3 15,-3 5-9-15,-8 3-15 16,-9 1-30-16,-7 0-12 15,0-3 6-15,-8-3-30 0,-14-4 54 16,2-2 21 0,-1-5 15-16,2-5 0 0,5-5 0 15,4-1 49-15,4 0 30 16,3 0 47-16,3 0-58 16,0 0-68-16,0 0 0 15,12 0-13-15,12 0 13 16,14 0 1-16,4 0 5 15,4 0-5-15,-4-4 0 16,-4-2-1-16,-8 1 1 16,-8 0-1-16,-7 3-12 15,-8 0-35-15,-5 2-26 16,-2 0-114-16,-18 0-348 16</inkml:trace>
  <inkml:trace contextRef="#ctx0" brushRef="#br0" timeOffset="20200.59">12622 4763 5 0,'0'0'775'0,"0"0"-718"16,0 0-50-16,0 0-5 15,87-12-1-15,-36 3 7 16,8-1 5-16,2-5-6 15,5 3 4-15,-1 2-9 16,-5 0-2-16,-5 1-28 16,-16 1-88-16,-14-5-31 0,-17-4-182 15</inkml:trace>
  <inkml:trace contextRef="#ctx0" brushRef="#br0" timeOffset="20392.61">12855 4456 710 0,'0'0'153'16,"0"0"-98"-16,0 0-46 15,0 0-9-15,0 0-7 16,0 0 7-16,4 103 2 16,11-35 3-16,0 5-1 15,6-1-4-15,3-10-40 0,0-15-136 16,-2-19-239-16</inkml:trace>
  <inkml:trace contextRef="#ctx0" brushRef="#br0" timeOffset="21478.78">13634 4330 455 0,'0'0'179'0,"0"0"7"15,0 0-126-15,0 0-20 16,0 0-7-16,0 0-33 15,-32-41-4-15,13 61 0 16,-5 13 2-16,2 11 2 0,6 6-10 16,15 6-18-16,1 0-25 15,21-4 3-15,11-9 20 16,-1-7 2-16,-3-10 1 16,-10-10 26-16,-9-5 0 15,-4-5 1-15,-5-5 0 16,0-1 17-16,-5 0 36 15,-20 2-4-15,-13 3-43 16,-7 0 1-16,-3-1-4 16,4-1-2-16,1 0-1 15,9-3-11-15,12 0-71 16,14 0-48-16,8-15-32 16</inkml:trace>
  <inkml:trace contextRef="#ctx0" brushRef="#br0" timeOffset="21961.68">13660 4360 270 0,'0'0'403'16,"0"0"-257"-16,0 0-88 15,0 0-35-15,0 0-22 16,0 0 0-16,121-44 0 15,-69 44 2-15,2 0-3 0,-4 0 1 16,-8 5-1 0,-10 7 0-16,-10 5-14 15,-11 1-17-15,-10 5-34 0,-1 3 48 16,-17 0 13-16,-11 1 4 16,-5-1 1-16,3-2-1 15,5 1 1-15,4 0-1 16,11 4 0-16,4-3-1 15,6-2 1-15,7-5 0 16,19-9 1-16,11-10-1 16,5-4 8-16,6-27-1 15,-1-5 13-15,-4-4 14 16,-8 1-25-16,-11 3 12 16,-12 5-8-16,-6-1 6 15,-6 3 11-15,-9 3-10 16,-20 4-16-16,-7 8 0 0,7 8-4 15,5 6-1-15,9 6-13 16,8 22-73-16,5 13-24 16,2-2-74-16,28-2-358 15</inkml:trace>
  <inkml:trace contextRef="#ctx0" brushRef="#br0" timeOffset="22141.62">14415 4700 767 0,'0'0'119'0,"0"0"-90"15,0 0-27-15,0 0 2 16,0 0-4-16,-43 105 0 16,27-62 0-16,3 1-13 15,-4-2-66-15,1-10-105 16,2-12-194-16</inkml:trace>
  <inkml:trace contextRef="#ctx0" brushRef="#br0" timeOffset="23261.71">14670 4359 636 0,'0'0'98'0,"0"0"-88"16,0 0-10-16,0 0-2 16,0 0 2-16,0 104 12 15,0-49-5-15,0 4-4 16,0-3-2-16,6-7 1 16,5-16-2-16,5-18-12 15,-3-11 10-15,5-4 2 16,4-13 7-16,0-17 1 15,4-6 2-15,-5-3-3 16,-6-1-5-16,-6 2-2 16,-9 4-3-16,0 3 3 0,-7 6-1 15,-13 2 1-15,-4 5 0 16,0 3-2-16,6 4 4 16,4 5-4-16,8 2 4 15,4 1-4-15,2 3 2 16,0 0-20-16,2 0-47 15,18 0 59-15,6 0 8 16,5 0 4-16,2 9-2 16,-6 2-1-16,-2-1-1 15,-4 1 1-15,-6 0-1 16,-3 0 0-16,-5 0-5 16,-4 1 4-16,-3 2 1 15,0 5 0-15,0 3 0 16,0 3 0-16,-4 1 2 15,1 4-2-15,3-3-8 0,3-9 6 16,14-5-14-16,2-12 12 16,0-1 4-16,2-7 3 15,-3-19 59-15,3-4 11 16,-3-3-37-16,-2 0-6 16,-5 2 3-16,-4 3-1 15,-6 3-8-15,1 6-17 16,-1 2-6-16,-1 5-1 15,2 7 0-15,-1 1-2 16,4 4 0-16,3 0-26 0,8 2-13 16,3 8 28-1,7 2 4-15,2-3 8 0,3 1 0 16,-1-3 1-16,-5 0-2 16,-1 0 2-16,-9-1 0 15,-2-1-2-15,-4 2 2 16,-4-2 0-16,-2 2-8 15,-1 3-11-15,-2-1 0 16,0 5 3-16,0 0 7 16,0-3 9-16,0-3-1 15,0-2-2-15,0-3 1 16,0-1 2-16,0-2 0 16,0 0 22-16,0 0 42 15,1 0-9-15,1 0-30 16,-1-4-15-16,0 1-7 15,2-1-1-15,0 1 1 16,-3 3-1-16,0-1-2 0,0 1 0 16,2-1 0-16,-1-5 1 15,1-1-1-15,2-3 0 16,1-3 1-16,-1-1 2 16,2-3-3-16,0-1 3 15,-3-3 2-15,-1 1 3 16,-2-2-7-16,0-1 10 15,-7 2-1-15,-16 1-1 0,1 4-8 16,-1 6 1 0,7 6-2-16,1 4-2 0,0 4-8 15,0 19-10-15,0 11-2 16,7 5-22-16,4 6-22 16,4-1-62-16,18-8-56 15,16-14-364-15</inkml:trace>
  <inkml:trace contextRef="#ctx0" brushRef="#br0" timeOffset="24094.21">13669 5111 74 0,'0'0'345'15,"0"0"-235"-15,0 0-28 16,0 0-45-16,0 0-28 15,0 0 9-15,-41 5 14 16,70-5-22-16,33 0 34 16,39 0 28-16,38-1-42 0,40-12-12 15,32-1-15-15,17-4 3 16,-1 1-3-16,-15 1-2 16,-27 2 1-16,-28 1-1 15,-28 3-1-15,-35-2-1 16,-31 5 1-16,-30 1 1 15,-21 2 3-15,-10 3 1 16,-2 0 13-16,0 1-18 16,-30 0 0-16,-21 6-78 15,-19 7-129-15,-7-3-323 16</inkml:trace>
  <inkml:trace contextRef="#ctx0" brushRef="#br0" timeOffset="25907.03">13818 5514 625 0,'0'0'91'0,"0"0"39"15,0 0-56-15,0 0-40 16,0 0-24-16,0 0-10 0,-21-30-1 16,18 44-6-16,-3 16 1 15,-8 20 6-15,0 16 4 16,-7 7-2-16,-1 4-1 16,-1-4-1-16,0-8-8 15,-4-13-23-15,4-8-42 16,1-15-63-16,9-13-61 15</inkml:trace>
  <inkml:trace contextRef="#ctx0" brushRef="#br0" timeOffset="26089.38">13829 5804 836 0,'0'0'88'0,"0"0"-34"15,0 0-43-15,0 0-11 16,0 0-9-16,0 0-40 16,16 26-28-16,-4-3 54 15,6-10-149-15,4-12-170 16</inkml:trace>
  <inkml:trace contextRef="#ctx0" brushRef="#br0" timeOffset="26322.24">14173 5547 777 0,'0'0'65'0,"0"0"12"16,0 0-15-16,0 0-27 16,0 0-35-16,0 0 0 15,-10 7-13-15,8 32 13 16,-1 14 1-16,-3 8-1 15,-4 6-22-15,-1-3-2 16,-1-10-63-16,1-12-28 16,2-18-171-16</inkml:trace>
  <inkml:trace contextRef="#ctx0" brushRef="#br0" timeOffset="27088.61">14321 5602 806 0,'0'0'75'0,"0"0"5"15,0 0-70-15,0 0-10 16,0 0-7-16,0 0 0 16,0 18 2-16,0 11 4 15,0 1-2-15,0 0-8 16,0-7 0-16,0-8 11 15,0-7-2-15,0-5 2 16,0-3 1-16,0 0 3 16,-1 0 7-16,-3 0 20 15,-2-5-1-15,-1-7-12 0,-2-2-13 16,1 4 1-16,4 2-4 16,1 6-2-16,3 2 1 15,0 0-1-15,-1 0-4 16,1 0-1-16,-2 0-2 15,2 0-4-15,0 0 7 16,0 0-1-16,0 0 5 16,0 0 0-16,0 0 0 15,-1-5 0-15,1-1 0 16,0 0-2-16,0-5 1 16,0 0-3-16,-2-1 4 15,2-3-4-15,0 0 3 16,0-1 2-16,-1 1-2 0,-1 1 2 15,-2 1 0-15,2 4 10 16,1 7 7-16,1-1-9 16,0 3-9-16,0 0-1 15,0 11-17-15,0 13 7 16,1 10 6-16,10 6 4 16,-1 4-5-16,-1-5-6 15,3-8 3-15,-3-7 0 16,2-9-2-16,-1-9 6 15,-1-3-13-15,1 0 5 16,4-3-9-16,-2 0 12 16,1 0 4-16,-4 0 3 0,-3 0 2 15,-3 0-2-15,-1 2 2 16,-2 6-5-16,0 1-8 16,0 5 13-16,0 2 1 15,-8 2 6-15,-4 1-4 16,-1-4 4-16,-1-2-5 15,-4-5 4-15,2-4 0 16,-2 0-4-16,3-4-1 16,0 0-14-16,5-8-34 15,1-11-89-15,6-7-79 16</inkml:trace>
  <inkml:trace contextRef="#ctx0" brushRef="#br0" timeOffset="27275.99">14414 5598 568 0,'0'0'182'15,"0"0"-69"-15,0 0-57 16,0 0-13-16,0 0-35 16,110-63-8-16,-65 60 0 15,3 3-3-15,5 0-26 16,3 0-48-16,-4 0-164 15</inkml:trace>
  <inkml:trace contextRef="#ctx0" brushRef="#br0" timeOffset="27506.42">14879 5484 813 0,'0'0'0'0,"0"0"-5"15,0 0 5-15,-9 129 32 16,-3-51 0-16,-3 13-29 16,0 1 4-16,-6-5-1 15,-1-14-3-15,-15-11-3 16,-11-6-1-16,-14-9-36 16,-15-11-61-16,-8-16-71 0,-10-17-361 15</inkml:trace>
  <inkml:trace contextRef="#ctx0" brushRef="#br0" timeOffset="27804.93">13231 5607 830 0,'0'0'73'0,"0"0"-2"16,0 0-71-16,0 0-4 0,0 0-8 15,0 0 7-15,-5 108 5 16,-7-31 7-16,-3 11-1 16,8 0-5-16,7-3 1 15,7-6 0-15,28-8-2 16,18-13-12-16,16-9-10 15,25-18-64-15,16-22-59 16,23-9-268-16</inkml:trace>
  <inkml:trace contextRef="#ctx0" brushRef="#br0" timeOffset="28180.83">15290 5429 579 0,'0'0'122'16,"0"0"10"-16,0 0-52 16,0 0-41-16,0 0-18 15,32-74-21-15,-8 68-1 16,9 3-1-16,2 3-19 15,4 0-36-15,-2 0-71 16,-8 4-41-16,-11 4-96 16</inkml:trace>
  <inkml:trace contextRef="#ctx0" brushRef="#br0" timeOffset="28437.64">15420 5445 164 0,'0'0'204'0,"0"0"-12"16,0 0-101-16,0 0-21 0,0 0-54 15,0 0 12-15,-15 107-10 16,15-66-16-16,0 2 2 16,5-4 1-16,2-7-4 15,-4-3-1-15,0-10 0 16,-3-6-8-16,0-2 8 16,-3-5 2-16,-9-2-2 15,-6-1 3-15,-6 1-3 16,-7-4 0-16,-6 0-4 15,-1 0-43-15,7 0-5 16,9 0 23-16,15-2-96 16,7-6-309-16</inkml:trace>
  <inkml:trace contextRef="#ctx0" brushRef="#br0" timeOffset="28773.8">16115 4712 596 0,'0'0'168'0,"0"0"-60"16,0 0-102-16,0 0-6 15,0 0-6-15,0 0 6 16,79-7 5-16,-27 7-2 16,10-6-1-16,9 0-2 15,5-2-4-15,-1-2-55 16,-8-6-98-16,-13-10-136 15</inkml:trace>
  <inkml:trace contextRef="#ctx0" brushRef="#br0" timeOffset="28975.46">16364 4467 745 0,'0'0'106'0,"0"0"-21"15,0 0-61-15,0 0-22 16,0 0-2-16,0 0-3 16,-5 117 3-16,5-33 0 15,3 14 0-15,7 3-23 16,2-12-97-16,6-25-246 16</inkml:trace>
  <inkml:trace contextRef="#ctx0" brushRef="#br0" timeOffset="29771.79">17062 4374 625 0,'0'0'172'0,"0"0"-61"16,0 0-62-16,0 0-43 0,0 0-6 15,0 0-3-15,-56 10-1 16,51 23 1-16,5 4-22 16,12-2-21-16,21-6-15 15,8-5 46-15,4-9 9 16,-7-5-7-16,-11-3 12 15,-14-2 0-15,-6-2 1 16,-7-3 0-16,0 2 3 16,0 1 21-16,-10 6-1 15,-12 5 5-15,-14 7-8 16,3 2-19-16,0 1 4 16,5 0-5-16,3-4-3 15,5-1-45-15,4-6-88 16,8-9-86-16</inkml:trace>
  <inkml:trace contextRef="#ctx0" brushRef="#br0" timeOffset="30303.6">17217 4263 703 0,'0'0'145'0,"0"0"-71"16,0 0-34-16,0 0-23 0,0 0-13 15,111-61-2-15,-68 61-1 16,4 2 2-16,9 15-6 16,4 5 3-16,-1 2-1 15,3 1-10-15,-7-1-12 16,-10-2-12-16,-14-3-12 15,-13-3 13-15,-14-3-1 16,-4-1 11-16,-10-1 19 16,-18 4 5-16,-4-2 8 15,2 3 31-15,5-2-13 16,4 3-14-16,8 6-8 16,3 3-4-16,3 4 2 15,7 0-2-15,0 1 0 16,15-9 0-16,13-8-3 15,10-14 1-15,2 0 2 0,2-18 8 16,-7-7-3-16,-6-6-2 16,-5 0 21-16,-8 0-10 15,-1-1-5-15,-9 1-2 16,-4 1 3-16,-2-4 6 16,-3-2-6-16,-21 5 1 15,-6 2-4-15,-3 8-6 16,3 8-1-16,5 13-11 15,4 0-40-15,8 22-128 16,8 2-136-16</inkml:trace>
  <inkml:trace contextRef="#ctx0" brushRef="#br0" timeOffset="31334.66">17426 4207 331 0,'0'0'128'15,"0"0"-10"-15,0 0-65 16,0 0-5-16,-86-20-26 0,62 20-4 16,0 0-7-1,-1 10 1-15,5 9 0 0,-4 8-4 16,-2 10-2-16,-4 13 6 16,-1 6-4-16,1 8-6 15,4 4 3-15,8 0-2 16,3-5-3-16,13-7-34 15,2-15-52-15,0-13 25 16,13-15-17-16,6-12 26 16,4-1 31-16,0-14 16 15,3-14 5-15,1-6 1 16,-2-7 3-16,-6 0 66 0,-8 0-9 16,-8 5 31-1,-3 1-16-15,-7 6-15 0,-20 6-33 16,-15 7-8-16,-12 8-11 15,-7 8-9-15,4 0 0 16,10 16 0-16,20 13-22 16,13 12-65-16,14 7-86 15,4 0-14-15</inkml:trace>
  <inkml:trace contextRef="#ctx0" brushRef="#br0" timeOffset="31728.17">18196 4539 792 0,'0'0'138'15,"0"0"-70"-15,0 0-54 16,0 0-14-16,0 0-16 16,0 0 7-16,-33 120 7 15,5-52-29-15,-2 0-58 16,-1-13-86-16,7-11-27 16</inkml:trace>
  <inkml:trace contextRef="#ctx0" brushRef="#br0" timeOffset="32552.61">18311 4322 625 0,'0'0'74'0,"0"0"-74"15,0 0-10-15,0 0 10 16,37 85 1-16,-23-41 6 16,5 11-5-16,5 1 0 15,3-5-2-15,4-5-2 16,3-20-3-16,-2-15-10 0,-4-11 0 16,-2 0 15-1,3-28 0-15,-1-8 3 0,-2-4 3 16,-5-2 1-16,-12 1 1 15,-9 3 13 1,0 1-8-16,-23 1-11 0,-7 5 16 16,2 6 24-16,9 8 12 15,10 8-28-15,4 6-21 16,5 3-5-16,0 0-16 16,17 0-25-16,19 3 40 15,11 6-1-15,8 4 3 16,-7-1-1-16,-9 1 2 15,-9 1-2-15,-14 1-4 16,-8 1-1-16,-5 4-1 16,-3 3 6-16,0 4-2 0,0 2 4 15,0 0-3-15,0 2 1 16,0-5-7-16,0-6-20 16,2-13-20-16,11-7 33 15,12-13 14-15,2-15 68 16,6-9-19-16,-1-4 14 15,-3-1-26-15,-3-3-34 16,-7 6 12-16,-5 9-8 16,-6 10-3-16,-4 11-3 15,1 6-1-15,4 3-3 16,3 0-13-16,3 12 6 16,6 9 8-16,5 4-8 15,1 4 6-15,3 0 1 0,-2 1 0 16,1-3-2-16,-7-6-18 15,1-4-13-15,-4-8-6 16,-4-8 5-16,1-1 27 16,0-9 3-16,3-10 7 15,-3-6 2-15,-4 0 9 16,-9-3 63-16,-3-2-55 16,0-7 7-16,-21-3-9 15,-24-2-2-15,-19 5-9 16,-7 7-1-16,-1 15-5 15,14 15 0-15,16 8-22 16,10 20-119-16,12 2-192 0</inkml:trace>
  <inkml:trace contextRef="#ctx0" brushRef="#br0" timeOffset="33085.27">16860 5246 181 0,'0'0'450'0,"0"0"-269"0,0 0-75 16,0 0-106 0,0 0 1-16,0 0-1 0,192-28 5 15,-27 26 0-15,40-3 3 16,35-3-5-16,26-5 0 16,10-6-3-16,-8-4-2 15,-11-4-4-15,-22 1 1 16,-24 1 5-16,-30 5-1 15,-40 6 0-15,-41 4 1 16,-45 6 2-16,-33 2-2 16,-22 2-6-16,-7 0-67 15,-41 16-82-15,-31-3 41 16</inkml:trace>
  <inkml:trace contextRef="#ctx0" brushRef="#br0" timeOffset="41333.5">17562 5562 194 0,'0'0'245'0,"0"0"-95"15,0 0-43-15,0 0 23 0,0 0-59 16,0 0-25 0,0 0-12-16,0-78-6 0,0 75 2 15,0 1-4 1,0 2-14-16,0 0-12 0,0 0-7 16,0 15-9-16,0 16-24 15,-4 20 39-15,-11 14 1 16,-6 10 0-16,-3-2-4 15,2-8-22-15,4-12 3 16,1-16-17-16,8-14 2 16,1-7-39-16,5-11-24 15,3-5-64-15,1-20-191 16</inkml:trace>
  <inkml:trace contextRef="#ctx0" brushRef="#br0" timeOffset="41514.44">17625 5730 688 0,'0'0'142'0,"0"0"-99"15,0 0-13-15,0 0-13 16,0 0-17-16,0 0 0 16,1 19-36-16,7-5 14 15,4-3-72-15,3-10-82 16,5-1-235-16</inkml:trace>
  <inkml:trace contextRef="#ctx0" brushRef="#br0" timeOffset="41740.22">17879 5504 228 0,'0'0'611'0,"0"0"-511"15,0 0-54-15,0 0-44 16,0 0-2-16,0 0-13 16,-11 50 13-16,11 2 6 15,0 12-6-15,-3 7-1 16,-2-3-36-16,1-6-55 0,2-21-116 16,-1-19-91-1</inkml:trace>
  <inkml:trace contextRef="#ctx0" brushRef="#br0" timeOffset="42125.54">18000 5595 638 0,'0'0'74'15,"0"0"-24"-15,0 0-49 16,0 0-1-16,0 0-9 15,0 0 4-15,5 9 5 16,-4 11 3-16,-1 5-3 16,0 0 2-16,0 5 0 0,0-4-1 15,0 1-2 1,3-2-46-16,4-8 39 0,0-3 7 16,-1-5-3-16,0-3 4 15,-3-2-1-15,-3-1 1 16,0-2 0-16,0 4 14 15,0 1-5-15,0 6-2 16,-12 3 2-16,-3 2 1 16,-4-5-5-16,-3 0 0 15,2-3-3-15,-4-1-2 16,0-4-10-16,2-3-37 16,2-1-31-16,7-3-143 0</inkml:trace>
  <inkml:trace contextRef="#ctx0" brushRef="#br0" timeOffset="42310.07">18051 5579 651 0,'0'0'155'0,"0"0"-48"16,0 0-83-16,0 0-24 15,0 0-9-15,0 0 3 16,126-12-23-16,-70 12-75 16,0 0-131-16</inkml:trace>
  <inkml:trace contextRef="#ctx0" brushRef="#br0" timeOffset="42541.47">18469 5436 819 0,'0'0'124'0,"0"0"-121"15,0 0-3-15,0 0-7 16,-13 98 7-16,1-36 0 0,-6 10 3 16,-5 5 1-1,0-6-2-15,-3-4-2 0,-7-13-6 16,-7-8-66-16,-12-15-88 15,-3-14-165-15</inkml:trace>
  <inkml:trace contextRef="#ctx0" brushRef="#br0" timeOffset="42850.3">17134 5495 783 0,'0'0'92'15,"0"0"-25"-15,0 0-48 16,0 0-19-16,0 0-9 15,0 0 7-15,-6 98 2 16,6-25 1-16,0 10 1 16,0 4-2-16,0-6-16 15,0-12-81-15,3-13-35 16,9-16-38-16,7-18-275 16</inkml:trace>
  <inkml:trace contextRef="#ctx0" brushRef="#br0" timeOffset="43374.94">18523 5436 311 0,'0'0'557'0,"0"0"-489"16,0 0-68-16,0 0-8 15,0 0 6-15,0 0 2 16,34 89 1-16,-19-46-1 16,9-4-15-16,7-6-73 15,7-12-18-15,6-16 26 16,-3-5 38-16,-9-10-2 16,-5-17 32-16,-9-4 10 15,-9-2 2-15,-8 0 57 0,-1 4 52 16,-7 2-29-16,-9 4-17 15,2 9 20-15,6 9-17 16,6 5-16-16,2 0-50 16,0 21-44-16,0 18 20 15,0 12 24-15,12 14-9 16,7 10-35-16,4-2-45 16,5-12-113-16,-1-23-241 15</inkml:trace>
  <inkml:trace contextRef="#ctx0" brushRef="#br0" timeOffset="43931.73">20375 4637 590 0,'0'0'113'0,"0"0"-77"15,0 0-36-15,0 0-9 16,0 0 9-16,0 0 10 16,58 0 30-16,-16 0 2 15,9 0-20-15,0-12-10 16,2-3-6-16,-2-3-6 15,-3-1-7-15,-7 1-57 16,-9-1-85-16,-13 1-84 16</inkml:trace>
  <inkml:trace contextRef="#ctx0" brushRef="#br0" timeOffset="44133.91">20621 4434 529 0,'0'0'194'15,"0"0"-47"-15,0 0-75 16,0 0-52-16,0 0-10 16,0 0-10-16,-4 19-6 15,4 20 6-15,-2 19 1 16,-3 16-1-16,2 7 2 16,0-3-2-16,0-6-30 15,0-14-87-15,-1-20-153 16</inkml:trace>
  <inkml:trace contextRef="#ctx0" brushRef="#br0" timeOffset="44771.51">21108 4296 436 0,'0'0'157'16,"0"0"-25"-16,0 0-27 15,0 0-54-15,0 0-2 16,0 0-26-16,-25-58-14 16,50 49-8-16,7-3-1 15,10 0 0-15,6 2 0 16,0 4 1-16,-4 4 1 15,-5 2-2-15,-7 0-3 16,-11 8 3-16,-6 13-1 16,-11 7-9-16,-4 12 7 15,-19 11 3-15,-16 5-1 16,-8 7-8-16,4 0-23 16,9-4-38-16,11-11-35 15,10-12-16-15,7-16 17 0,2-12-88 16,0-8-13-16</inkml:trace>
  <inkml:trace contextRef="#ctx0" brushRef="#br0" timeOffset="45187.39">21248 4473 279 0,'0'0'191'16,"0"0"-32"-16,0 0-35 16,0 0-21-16,0 0-87 15,0 0-7-15,27-65-7 16,11 57 4-16,6 2 2 15,8 3 1-15,0 0-8 16,1 3 1-16,-2 0-2 16,-12 0-2-16,-9 1 1 0,-9 7-13 15,-11 0-4-15,-2 1-2 16,-2 1-4-16,-5 0 7 16,1-2 12-16,-1 0 0 15,-1 1 4-15,2-2 1 16,2-3 0-16,1-1 2 15,1-3-1-15,0 0 0 16,1 0 4-16,1 0 9 16,2-14 16-16,3-2-16 15,-2-3 0-15,-5-2 3 16,-3-3-1-16,-3 0-6 16,-3-1-7-16,-30 4-3 0,-15 8-3 15,-8 6-4 1,-1 7-19-16,10 0 8 0,15 19-45 15,12 5-48-15,10 4-35 16,10-4-110-16</inkml:trace>
  <inkml:trace contextRef="#ctx0" brushRef="#br0" timeOffset="45714.45">21985 4503 525 0,'0'0'110'16,"0"0"7"-16,0 0-41 15,0 0-22-15,0 0-9 16,0 0-32-16,-2 0-13 15,-10 22-7-15,-1 15 7 16,-6 8 4-16,2 7-2 16,1-4-2-16,8-6-48 0,5-6-54 15,3-11-46 1,0-11-211-16</inkml:trace>
  <inkml:trace contextRef="#ctx0" brushRef="#br0" timeOffset="46986.44">22335 4305 542 0,'0'0'155'0,"0"0"-46"15,0 0-65-15,0 0-32 16,0 0-12-16,0 0-5 15,0 14-6-15,-4 13 8 16,-11 11 4-16,-4 6-1 0,1 1 1 16,1-3-1-1,4-4 0-15,7-7-7 0,4-9-14 16,2-11-4-16,0-7 12 16,5-4 9-16,16-5 4 15,7-18 20-15,3-3-5 16,-1-2 6-16,-8 1-12 15,-5 2 1-15,-7 1 3 16,-4 2 1-16,-3 1-7 16,-3 1 3-16,0-1-4 15,0 6-6-15,-4 1 1 16,-6 3-1-16,0 5 0 0,-2 1-2 16,-1-1 0-1,0 2 2-15,1-1 2 0,4 1-1 16,4 1-1-16,1 2 1 15,1-1 3-15,2 1 0 16,-1 0-2-16,1 1-1 16,0 0 2-16,0 0-2 15,0 0-1-15,0 0 0 16,0 0 3-16,0 0 5 16,0 0 1-16,0 0-5 15,0 0 4-15,0 0 0 16,0 0-8-16,0-2-6 15,1 2-2-15,24 0-16 16,14 0 24-16,12 0-6 16,12-3-1-16,2-1-7 0,1 0 0 15,-5 0 8 1,-13 2 4-16,-17-1 2 0,-16-1 0 16,-9 3 4-16,-6-1 7 15,0 2-4-15,0 0-5 16,0 0-2-16,0 5-7 15,-7 14-5-15,-17 10 4 16,-9 12 8-16,-3 4 2 16,2 3-2-16,9-4 0 15,12-5-2-15,13-8-4 16,0-11 2-16,8-10 2 16,16-10 2-16,6 0 3 0,6-19 17 15,7-9-4-15,0-2-4 16,-8 0-8-16,-6-2-3 15,-12 2-1-15,-7 3 3 16,-9-1-1-16,-1 8 1 16,0 2-3-16,0 5 1 15,0 6 0-15,0 2-1 16,0 5-2-16,0 0-5 16,0 0-12-16,11 6-3 15,4 8 21-15,0 3 2 16,3 1-2-16,-4 2 1 15,6 3 0-15,0-1 0 16,0 3 1-16,1-2-5 0,-3 2 4 16,-2-6-4-1,-3-5-18-15,-5-6-6 0,0-5 4 16,-2-3 22-16,1-3 2 16,7-18 52-16,1-2-42 15,4-5 8-15,-4-4 13 16,0 0-1-16,-9-4-4 15,-6 0-4-15,-5-4-8 16,-31 2-14-16,-17 4-4 16,-10 8-13-16,3 13-4 15,15 13 1-15,15 0-28 16,13 25-98-16,8 3-55 0</inkml:trace>
  <inkml:trace contextRef="#ctx0" brushRef="#br0" timeOffset="47920.18">21101 4995 182 0,'0'0'197'0,"0"0"-45"0,0 0-9 15,0 0-46-15,0 0-4 16,0 0-74-16,0 0-19 15,17-31 0-15,90 24 10 16,44-1 5-16,35-4-3 16,32 0-12-16,18-2 6 15,-3-2-10-15,-7 1 4 16,-22 2-1-16,-27 1-3 16,-26 1-5-16,-31 1 2 15,-36 4-6-15,-34 2 9 16,-28 4-17-16,-22 0 12 15,-22 0-48-15,-39 9-6 16,-28 6-102-16</inkml:trace>
  <inkml:trace contextRef="#ctx0" brushRef="#br0" timeOffset="48700.16">21452 5419 403 0,'0'0'145'16,"0"0"4"-16,0 0-24 15,0 0-50-15,0 0-14 16,0 0-26-16,-9-41-35 16,8 41 0-16,-2 11-11 15,0 17 2-15,-7 17 8 16,-3 10 2-16,-1 10 1 15,-1 2-2-15,1 0-25 16,7-8-33-16,2-9-36 16,4-15-46-16,1-21-96 0</inkml:trace>
  <inkml:trace contextRef="#ctx0" brushRef="#br0" timeOffset="48881.78">21619 5671 181 0,'0'0'662'0,"0"0"-577"15,0 0-42-15,0 0-32 16,0 0-11-16,0 0-2 16,-4 0-63-16,19 7-64 0,8-5-20 15,4-2-227 1</inkml:trace>
  <inkml:trace contextRef="#ctx0" brushRef="#br0" timeOffset="49125.67">21874 5341 526 0,'0'0'339'0,"0"0"-231"16,0 0-61-16,0 0-47 0,0 0-4 16,0 0-7-1,0 22 4-15,0 21 7 0,0 12 0 16,0 7-4-16,0 3-18 16,-8 1-22-16,1-7-87 15,0-17-200-15</inkml:trace>
  <inkml:trace contextRef="#ctx0" brushRef="#br0" timeOffset="49450.74">22156 5431 660 0,'0'0'231'0,"0"0"-170"15,0 0-59-15,0 0-2 16,0 0-14-16,0 0 7 16,15 78 5-16,-3-28-7 15,6 0-24-15,3-2 1 16,-2-9-13-16,-1-9 26 16,-7-13 7-16,-5-8 10 15,-5-8 2-15,-1-1 8 16,0 0 62-16,-10-3 16 15,-25-9-68-15,-17-5-18 16,-17 8 0-16,-6 4-24 16,1 5-30-16,13 0-92 0,19 0-152 15</inkml:trace>
  <inkml:trace contextRef="#ctx0" brushRef="#br0" timeOffset="49668.07">22143 5366 773 0,'0'0'83'16,"0"0"-11"-16,0 0-39 0,0 0-27 15,0 0-6 1,106-32-4-16,-38 32-23 0,5 5-39 15,-1 2-108-15,-5-7-242 16</inkml:trace>
  <inkml:trace contextRef="#ctx0" brushRef="#br0" timeOffset="49883.45">22698 5221 827 0,'0'0'0'0,"0"0"-8"0,0 83 8 16,3-21 0-16,1 18 12 15,-4 19 0-15,0 9-11 16,-10-3 7-16,-20-4-8 16,-17-14-36-16,-19-22-132 15,-15-20-203-15</inkml:trace>
  <inkml:trace contextRef="#ctx0" brushRef="#br0" timeOffset="50289.62">21096 5350 711 0,'0'0'72'0,"0"0"-72"15,0 0-4-15,-11 74 4 16,-2-22 49-16,0 17-4 16,8 15-25-16,5 13-14 15,16 2-2-15,25-2 0 16,14-13-4-16,7-20-36 15,13-23-99-15,13-24-93 16</inkml:trace>
  <inkml:trace contextRef="#ctx0" brushRef="#br0" timeOffset="51554.85">23010 5095 441 0,'0'0'194'0,"0"0"-34"16,0 0-71-1,0 0-25-15,0 0-39 0,0 0-21 16,-12 9-4-16,8 1-8 16,0 5-2-16,-1 9 8 15,1 7 1-15,1 1-1 16,3-2-12-16,0-2-16 15,6-5 16-15,4-6-3 16,0-4 17-16,-4-5 0 16,-2-2 0-16,-4-3-4 15,0-1 3-15,0-2 1 16,0 3 4-16,-12-2 2 16,-12 5 3-16,-5 1-5 15,-6 2-2-15,1-1-1 0,1-2 0 16,5 0-1-16,4-1-4 15,8 0-29-15,7-5-100 16,9 0-91-16,0-3-247 16</inkml:trace>
  <inkml:trace contextRef="#ctx0" brushRef="#br0" timeOffset="51805.47">23053 5079 671 0,'0'0'150'0,"0"0"-82"16,0 0-55-16,0 0-13 15,0 0-3-15,0 0 2 16,107-1 2-16,-46 4-1 15,5 3 0-15,-4-1-44 16,-4-5-102-16,-10 0-140 16</inkml:trace>
  <inkml:trace contextRef="#ctx0" brushRef="#br0" timeOffset="54166.3">1890 7474 548 0,'0'0'103'0,"0"0"-76"15,0 0-20-15,0 0 17 16,0 0-2-16,0 0 15 16,102-24 7-16,-58 19-8 0,8-1-18 15,7 3-14 1,2 3-4-16,-3 0-16 0,-3 0-62 15,-14 0-92-15,-19 0-128 16</inkml:trace>
  <inkml:trace contextRef="#ctx0" brushRef="#br0" timeOffset="54611.78">1693 7623 409 0,'0'0'207'0,"0"0"-114"0,0 0-66 16,105-31 30-1,-41 21-7-15,2 7-25 0,4 3-7 16,-1 0-11-16,-9 8-3 16,-12 12-4-16,-15 2-4 15,-14 6 3-15,-17 1-16 16,-2 3-4-16,-33 7 10 15,-16 1 11-15,-12 2-9 16,-5-4-17-16,2-8 3 16,10-4 14-16,18-7 9 15,17-7 0-15,16-1 0 16,3 0-5-16,14 1 5 16,15-1 0-16,8 0 1 15,4-3-1-15,0-4 1 16,-8-1 4-16,-12-2 5 0,-9-1 16 15,-9 1-14-15,0 4-7 16,5-1-3-16,5 0-2 16,8 2 2-16,16-4-1 15,14-2-1-15,15 0-15 16,8-13-67-16,11-14-53 16,-1-9-220-16</inkml:trace>
  <inkml:trace contextRef="#ctx0" brushRef="#br0" timeOffset="55127.94">2660 7595 646 0,'0'0'188'16,"0"0"-91"-16,0 0-80 15,0 0-17-15,0 0-8 16,0 0 8-16,21 84 3 16,5-23 4-16,-3 9-5 15,4 2 6-15,-5-2-8 16,-4-11 1-16,-8-17-1 16,-6-20 2-16,0-13-2 0,-4-9-2 15,0-6 2-15,0-25 0 16,-6-13-15-16,-12-9-102 15,-3-8 34-15,-4-1 56 16,-5-4 4-16,-4 1 14 16,8 9 9-16,7 8 19 15,10 12 59-15,9 8-60 16,0 12-18-16,24 8-4 16,4 8 2-16,8 2-3 15,-3 24 5-15,-3 12-5 16,-10 7 0-16,-11 5 3 15,-9-4 1-15,0-3 0 16,-9-9 1-16,-10-11 0 16,0-5 0-16,2-8 1 15,-5-9 0-15,3-1 8 0,-4 0 5 16,5-1-3-16,8-5-11 16,8-3-56-16,2-4-100 15</inkml:trace>
  <inkml:trace contextRef="#ctx0" brushRef="#br0" timeOffset="55546.59">3028 7599 795 0,'0'0'148'0,"0"0"-88"0,0 0-60 16,0 0-10-16,0 0 8 15,6 90 2-15,3-41 2 16,6 5 0-16,6-2-1 16,3-4-1-16,5-5 0 15,4-13-23-15,2-12-7 16,4-15 7-16,-2-3 12 16,3-29 3-16,-3-11-4 15,-2-9-4-15,-10-2-3 16,-8 2 16-16,-13 2 3 15,-4 7 5-15,-21 4 7 16,-10 5 10-16,-1 9 13 16,10 9 17-16,11 7-11 0,7 6-30 15,4 0-11-15,0 19-31 16,0 12 19-16,6 10 11 16,18 1-1-16,7-4 2 15,11-10-15-15,12-10-26 16,4-11-2-16,-1-7-79 15,-2-7-142-15</inkml:trace>
  <inkml:trace contextRef="#ctx0" brushRef="#br0" timeOffset="55743.68">3715 7674 796 0,'0'0'67'16,"0"0"-55"-16,0 0-7 16,92-13 13-16,-44 6-10 15,7 1-7-15,0 3-1 16,0 1 0-16,-10 2-56 16,-8-3-165-16,-13-2-353 15</inkml:trace>
  <inkml:trace contextRef="#ctx0" brushRef="#br0" timeOffset="55945.42">3804 7850 588 0,'0'0'240'0,"0"0"-208"16,0 0-21-16,0 0-11 15,0 0 3-15,0 0 7 16,114 25 11-16,-48-23-10 15,4-2-9-15,4 0-2 16,0 0-41-16,-4-10-188 16</inkml:trace>
  <inkml:trace contextRef="#ctx0" brushRef="#br0" timeOffset="70397.45">4743 7542 117 0,'0'0'135'0,"0"0"-29"16,0 0 16-16,0 0-28 15,0 0-6-15,0 0-39 16,0 0-20-16,0 0-6 16,-17-6-9-16,15 6 13 0,-1-3-6 15,1 2 6-15,2 1-23 16,0 0 5-16,0-1-9 16,0 1 4-16,0 0-1 15,0 0-2-15,0 0 1 16,0 0-2-16,0 0-2 15,0 0 2-15,0 0 1 16,0 0 0-16,0 0-2 16,0 0 5-16,-1 0-3 15,1 0 0-15,0 0 0 16,0-2-1-16,0-2 1 16,0-4 1-16,0-3-2 15,0-3-3-15,0 3 3 16,0-1 3-16,3 0-1 15,3 5-4-15,0 1-2 0,4-2 4 16,4 3 1 0,4-1-1-16,3-2 0 0,6 2-2 15,1 2 4-15,2 0-2 16,-2 4 0-16,-1 0-2 16,-3 11 1-16,1 10-3 15,-5 10 2-15,-3 9-1 16,-6 10-1-16,-11 5 4 15,0 8-3-15,-21 3 3 16,-9-4 0-16,-2-8 4 16,2-13-5-16,4-13 1 15,8-8 0-15,2-8-2 0,4-5 2 16,6-6 0 0,3 1 6-16,3-2 2 0,0 0 23 15,0 0-7-15,0 0-23 16,9-2 2-16,16-6-3 15,11-4 0-15,9 3 2 16,3 1-2-16,-1-1 0 16,-2 1 0-16,0 3 0 15,-8-1-3-15,-4 1 3 16,-5 0-3-16,-10 1 1 16,-9 1-17-16,-6 1 5 15,-3 0 5-15,0 0-32 16,0-3-91-16,-9 0-87 15</inkml:trace>
  <inkml:trace contextRef="#ctx0" brushRef="#br0" timeOffset="70895.2">5676 7319 738 0,'0'0'144'0,"0"0"-84"16,0 0-22-16,0 0-20 15,0 0-18-15,0 0-8 16,0 9 1-16,0 37 7 16,-4 15 0-16,-1 12 3 15,0 5-2-15,5-2-1 16,0-10-9-16,3-12-7 16,15-16 5-16,3-15-11 15,3-13 20-15,6-10 2 16,1-4 2-16,-1-18 2 15,-6-9-1-15,-5-4 13 0,-11 6 5 16,-8-3-9 0,0 3 9-16,-17 6-2 0,-9 4-9 15,-6 8-8-15,4 11-2 16,4 0-19-16,6 16-25 16,12 14-21-16,6 5-15 15,0-2-133-15,24-8-181 16</inkml:trace>
  <inkml:trace contextRef="#ctx0" brushRef="#br0" timeOffset="71124.39">6144 7858 855 0,'0'0'99'16,"0"0"-99"-16,0 0-8 16,0 0 8-16,0 89 2 15,0-42-1-15,0 6-1 16,0 4 0-16,0 0-27 16,-9-2-47-16,-3-14-25 15,-1-15-202-15</inkml:trace>
  <inkml:trace contextRef="#ctx0" brushRef="#br0" timeOffset="71511.48">6505 7524 910 0,'0'0'16'16,"0"0"31"-16,0 0-28 15,0 0-19-15,0 0-7 16,0 0-1-16,-12 32 8 16,12 14 0-16,0 4 1 15,12 4-2-15,3-5-8 16,6-8-7-16,1-13-9 0,2-19-16 16,5-9 29-16,6-9 12 15,1-20-2-15,-6-8 2 16,-9-3 0-16,-9 0 6 15,-12 0 14-15,0-2-8 16,-17 4 5-16,-14 0-8 16,-8 2-6-16,2 8 9 15,7 11-1-15,15 10-6 16,9 7-5-16,6 0-17 16,0 24-157-16,8 6 105 15,14-5-143-15</inkml:trace>
  <inkml:trace contextRef="#ctx0" brushRef="#br0" timeOffset="74060.31">7218 7340 579 0,'0'0'166'15,"0"0"-84"-15,0 0-18 16,0 0-17-16,-12-78-24 16,4 59-7-16,-3 4 8 15,-1 2-19-15,-6 2-4 16,1 5 0-16,-5 1-1 15,2 5 0-15,6 0-2 0,2 0-1 16,3 11-10 0,4 13-13-16,5 4 12 0,0 8 9 15,2 4-1-15,16 6 4 16,4 3 2-16,1-1-1 16,-1 2 0-16,-7 0-1 15,-3-1 2-15,-6-2 2 16,-2 0-2-16,-4-8-4 15,0-8 4-15,0-12-4 16,-6-7 3-16,2-7-1 16,1-2 2-16,-3-3 7 15,0 0 18-15,-3-16 3 0,-7-7-16 16,-1-8-7 0,-1-4-3-16,9 2-2 0,9-2-6 15,5 1 4-15,23 1-18 16,8 2-15-16,6 4-12 15,-2 2-16-15,0 5-44 16,-7 0-3-16,-6 0-144 16</inkml:trace>
  <inkml:trace contextRef="#ctx0" brushRef="#br0" timeOffset="74377.73">7549 7179 822 0,'0'0'94'0,"0"0"-82"16,0 0-9-16,0 0-6 15,0 0 4-15,111-14-1 16,-68 14 0-16,3 0 1 15,-4 17-2-15,1 11-1 16,-7 8-1-16,-11 9 3 16,-13 7-6-16,-12 5 4 15,0 4-2-15,-21 2-10 16,0-5-4-16,-1-5-45 0,4-9-12 16,9-12-26-16,3-11-40 15,5-12-136-15</inkml:trace>
  <inkml:trace contextRef="#ctx0" brushRef="#br0" timeOffset="74574.82">7562 7500 689 0,'0'0'64'15,"0"0"-34"-15,0 0-30 16,0 0-16-16,0 0 16 15,0 0 5-15,78-1 2 0,-27 1 5 16,8 0-12 0,4-4-6-16,4-13-115 0,-1-7-209 15</inkml:trace>
  <inkml:trace contextRef="#ctx0" brushRef="#br0" timeOffset="74911.45">8493 7442 748 0,'0'0'106'0,"0"0"-97"15,0 0-9-15,0 0 2 16,103-1 2-16,-59-5-3 16,9-1 1-16,5-1-1 15,2 1-1-15,1-3 0 16,-8 2-10-16,-7-1-61 0,-15 0-85 15,-18-5-78-15</inkml:trace>
  <inkml:trace contextRef="#ctx0" brushRef="#br0" timeOffset="75128.01">8684 7161 486 0,'0'0'318'0,"0"0"-200"16,0 0-99-16,0 0-19 16,0 0-8-16,0 0 7 15,-6 117 1-15,13-45 0 16,2 10 3-16,4 11 0 0,0 7-3 16,-4-1-52-16,-1-12-119 15,-7-19-258-15</inkml:trace>
  <inkml:trace contextRef="#ctx0" brushRef="#br0" timeOffset="93573.36">9572 7286 585 0,'0'0'118'16,"0"0"-65"-16,0 0-28 0,0 0 47 16,0 0-19-16,0 0-23 15,0 0-24-15,-18-62 21 16,15 56-16-16,0 0-2 15,3 1-3-15,0 0 5 16,0 1 3-16,-2 1-14 16,2 0 1-16,0 1-1 15,0-5 0-15,0-1-2 16,9-4 1-16,12-2 0 16,6 1-1-16,1 1 2 15,1 3-1-15,-5 4 0 16,-3 5-2-16,-4 0 3 0,-3 5-13 15,-8 20-11-15,-6 9 11 16,0 10 3 0,-17 3 2-16,-16-1-13 0,-1-5-4 15,4-10 20-15,8-11 2 16,13-6-2-16,6-7 2 16,3-4 0-16,0-1-3 15,0 1 1-15,0 0 3 16,7 1 2-16,10 4 1 15,5 2 2-15,2 6-3 16,-2 6 1-16,-3 2-4 16,-6 2 3-16,-7 2 0 15,-6 1 2-15,0-2-2 0,-8-2 1 16,-14 2 1-16,-5-5 1 16,-3-5-2-16,1-5 1 15,3-6-1-15,1-6 1 16,10 0 7-16,3 0-1 15,6-3 4-15,6-14-2 16,14-3-10-16,29-9-63 16,19-4-94-16,17-4-66 15</inkml:trace>
  <inkml:trace contextRef="#ctx0" brushRef="#br0" timeOffset="93873.43">10090 7444 512 0,'0'0'120'0,"0"0"-7"15,0 0-28-15,0 0-16 16,0 0-43-16,0 0-26 16,-37 20-5-16,37 11 3 15,0 3 2-15,0 2 0 16,14-2 2-16,7-12-4 16,10-9-1-16,2-12 3 15,7-1 10-15,3-12-6 16,-8-12-1-16,-10-2 3 15,-11-1-5-15,-14 2 17 16,0-1-14-16,-20 1-4 16,-22 1 0-16,-8 5-1 15,3 3 1-15,15 8-1 16,18 8 0-16,14 0-27 0,24 17-238 16,28 7 232-16,20-4-262 15</inkml:trace>
  <inkml:trace contextRef="#ctx0" brushRef="#br0" timeOffset="94117.92">10538 7649 776 0,'0'0'76'0,"0"0"-76"0,0 0 0 16,0 0 0-16,0 0 3 16,0 0 5-16,13 86-5 15,-13-56-1-15,0 1 3 16,-10 2-3-16,-5 2-2 16,-1 0-57-16,0-6-179 15</inkml:trace>
  <inkml:trace contextRef="#ctx0" brushRef="#br0" timeOffset="94723.6">10871 7204 600 0,'0'0'204'0,"0"0"-107"16,0 0-31-16,-21-77-13 15,21 73-32-15,0 3-16 16,9 1-5-16,27 0-9 16,18 0 9-16,8 1 0 15,-2 16-4-15,-13 6 4 16,-14 9-7-16,-15 5-10 15,-14 5 1-15,-4 2-2 16,-25-1 12-16,-18-1-11 16,-6-6 5-16,-6-6 2 15,6-9-2-15,13-7 12 16,15-6-1-16,12-6 3 0,9 0 0 16,0-2-2-16,0 0-1 15,19 1-4-15,18-1 5 16,15 0 9-16,11 0-8 15,-6 0 1-15,-3 0-1 16,-13-6-1-16,-9 1-1 16,-13 0-1-16,-4 1-23 15,-10-1-35-15,-5-1-116 16,0-9-310-16</inkml:trace>
  <inkml:trace contextRef="#ctx0" brushRef="#br0" timeOffset="95504.92">11414 7031 502 0,'0'0'176'16,"0"0"-32"-16,0 0-61 15,0 0-32-15,0 0-50 16,0 0-1-16,-9-3-6 16,14 37 5-16,8 14 1 15,2 12 2-15,1 0-2 16,1-1 0-16,-1-9-13 15,-1-15-17-15,1-12-4 16,-2-14 7-16,4-9 27 16,4-9-3-16,-1-19 3 0,1-10-12 15,-4-5 7 1,-9-4 5-16,-5 2 17 0,-4 6 7 16,0 8 15-16,0 11 19 15,0 10-28-15,0 7-8 16,0 3-22-16,0 6-13 15,0 21-1-15,2 15 10 16,5 11 4-16,2 8 0 16,-3 2 3-16,-4-1-3 15,-1-5 0-15,-1-13-7 16,2-9-12-16,1-8-16 16,3-11-29-16,6-15-134 0,3-1-346 15</inkml:trace>
  <inkml:trace contextRef="#ctx0" brushRef="#br0" timeOffset="97603.51">12098 7018 432 0,'0'0'124'16,"0"0"-31"-16,0 0 7 16,0 0-21-16,26-76 3 15,-26 67-51-15,0 1 14 16,0 3-24-16,0 4-2 16,0 1-6-16,0 0-13 15,0 0-15-15,0 12 3 0,-13 19 4 16,-7 13 8-1,-4 11 1-15,-1 10 1 0,3 5-2 16,3 1 0-16,5-5-10 16,4-6-4-16,8-12-9 15,2-11 1-15,6-12-25 16,22-12-1-16,10-13-1 16,6 0-6-16,-7-10 13 15,-7-12 42-15,-11 2 3 16,-8-5 30-16,-7 0 52 15,-4-3-34-15,0 0-8 16,-16 2-12-16,-6 5-23 16,2 6-5-16,10 10-3 15,4 5-4-15,6 4-101 16,3 12-99-16,20 1-9 0</inkml:trace>
  <inkml:trace contextRef="#ctx0" brushRef="#br0" timeOffset="97834.95">12546 7316 811 0,'0'0'109'0,"0"0"-57"0,0 0-49 15,0 0 0 1,0 0-3-16,107-14 0 0,-41 14 2 15,7-3-2-15,-5 3-1 16,-2-4-7-16,-6 0-24 16,-6-2-34-16,-8-8-59 15,-13-5-157-15</inkml:trace>
  <inkml:trace contextRef="#ctx0" brushRef="#br0" timeOffset="98040.34">12813 7050 792 0,'0'0'133'15,"0"0"-99"-15,0 0-31 0,0 0-3 16,0 0-10-16,1 73 10 16,10-9 0-16,1 9 1 15,2 7 4-15,0 0-5 16,1-5-12-16,-7-11-32 15,-4-9-67-15,-2-20-101 16</inkml:trace>
  <inkml:trace contextRef="#ctx0" brushRef="#br0" timeOffset="117103.15">13378 7196 406 0,'0'0'120'16,"0"0"-36"-16,0 0-2 0,0 0 19 15,0 0-76-15,0 0 4 16,0 0 13-16,0 0-14 16,-16-50 2-16,14 44-10 15,1-2-9-15,-2 2 2 16,3 0-3-16,0-2-1 16,0-4 0-16,0 0-7 15,9-6-2-15,12-2-1 16,7-2-1-16,9 0 0 15,2 2 3-15,0 6-1 16,-3 6 0-16,-6 8-3 0,-5 0 3 16,-7 8-13-16,-9 12-15 15,-9 6 14-15,0 7 3 16,-15 5 4-16,-21 2 2 16,-3-1 5-16,-1 0-3 15,6-10 2-15,11-7 1 16,13-6-2-16,4-5 1 15,6 3-29-15,2-5 13 16,15 7 13-16,10-1 4 16,3 0 1-16,1 2-1 15,-2 3 0-15,-7 0 0 16,-7 2 0-16,-6 1-2 0,-7-1 3 16,-2 4-2-16,-5 1-3 15,-16 1 0-15,-9-1 4 16,-5-3 0-16,0-6 5 15,-1-6 1-15,5-7-6 16,4-5 2-16,1 0 5 16,9-11-4-16,7-7 4 15,10-2-7-15,11-6-17 16,28-4-97-16,9-3-109 16</inkml:trace>
  <inkml:trace contextRef="#ctx0" brushRef="#br0" timeOffset="117500.63">13959 7059 857 0,'0'0'79'15,"0"0"-43"-15,0 0-35 16,0 0-1-16,88-19-1 15,-57 43-3-15,-4 7 4 16,-4 8-1-16,-9 5 0 16,-14 5-7-16,0-2 3 15,-17 0-3-15,-12-5-11 16,-3-5 3-16,1-9-15 16,3-9-1-16,4-5 18 0,12-9 14 15,6-2 1 1,6-2 19-16,0-1 23 0,0 0-24 15,18 0-19-15,13 0 0 16,11 1 0-16,12-1 4 16,1 0-4-16,0 0 5 15,0 0-5-15,-2 0 0 16,-1-4-1-16,-6-2-23 16,-7-2-56-16,-16-3-99 15,-15-2-309-15</inkml:trace>
  <inkml:trace contextRef="#ctx0" brushRef="#br0" timeOffset="117703.25">14463 7422 724 0,'0'0'127'16,"0"0"-94"-16,0 0-33 15,0 0 0-15,0 0 0 16,-15 107 6-16,9-64-4 15,6-1-1-15,0-2 0 16,3-8 1-16,13-3-2 16,1-9-71-16,0-15-90 15,4-5-190-15</inkml:trace>
  <inkml:trace contextRef="#ctx0" brushRef="#br0" timeOffset="118216.63">14806 7361 622 0,'0'0'145'16,"0"0"-87"-16,0 0-19 16,0 0 9-16,102-89-9 15,-76 58-21-15,-1 0-9 16,-5-1 18-16,-10 3-13 0,-4 2-13 15,-6 4-1-15,0 3-6 16,-18 3 2 0,-15 6-20-16,-4 5 5 0,0 6 0 15,10 0 17-15,11 8 2 16,6 20-24-16,1 15 12 16,7 15 11-16,2 9 0 15,0-3 1-15,11-3-1 16,9-13-1-16,1-9 2 15,-7-5 0-15,-7-10 3 16,-4-7-3-16,-3-4 0 16,-3-2-1-16,-20 1 1 15,-8-5 4-15,-6-4 0 0,1-3-4 16,3 0 2-16,4-19-1 16,-1-8-1-16,5-8 2 15,7-5 3-15,18-4 3 16,8 2-2-16,32 5-4 15,16 5-2-15,11 8-5 16,3 5-9-16,2 5-26 16,-1 3-44-16,-11 2-112 15,-12-4-159-15</inkml:trace>
  <inkml:trace contextRef="#ctx0" brushRef="#br0" timeOffset="118473.44">15244 7035 789 0,'0'0'90'0,"0"0"-41"16,0 0-48-16,93-41 8 15,-59 41-9-15,3 6 0 16,-1 18 0-16,0 6-2 15,-8 12 2-15,-5 8-1 16,-7 8 1-16,-12 5 3 16,-4-2-3-16,-4-6-2 15,-22-9-15-15,-5-5-43 16,-2-12-106-16,2-14-46 0</inkml:trace>
  <inkml:trace contextRef="#ctx0" brushRef="#br0" timeOffset="118949.03">15217 7292 126 0,'0'0'482'0,"0"0"-364"16,0 0-96-16,0 0-10 16,0 0 36-16,120-10-1 15,-59 3 0-15,12-5-23 16,10-5-21-16,7-9 1 15,5-4-1-15,-2-6-3 0,-5-3 0 16,-18 3-4 0,-21 4-3-16,-22 6 6 0,-18 4 2 15,-9 5 1-15,0 7 7 16,0 3 0-16,0 7 6 16,-3 0-15-16,-8 19-7 15,-8 20-3-15,-3 17 9 16,-3 14 0-16,5 5 1 15,7-3 0-15,13-7-2 16,0-13 2-16,21-18 0 16,5-12 0-16,4-16 0 15,-2-6 4-15,-1 0 2 16,-4-18-4-16,-5-3 5 16,-12-2-7-16,-6-4 0 0,0 1 0 15,-28-1-2-15,-12 0 0 16,-8 6 1-16,-2 10-1 15,7 11 1-15,16 0-24 16,14 22-61-16,13 10-31 16,6 3-5-16,31-4-178 15</inkml:trace>
  <inkml:trace contextRef="#ctx0" brushRef="#br0" timeOffset="119344.76">16284 7361 32 0,'0'0'626'0,"0"0"-493"16,0 0-102-1,0 0-25-15,0 0 2 0,90-18 11 16,-36 14 3-16,6-3-16 15,0-1 2-15,-3-5-3 16,-2 4-4-16,-5-5 1 16,-6 1-2-16,-9 1-22 15,-13-1-38-15,-11-1-91 16,-11-3-89-16</inkml:trace>
  <inkml:trace contextRef="#ctx0" brushRef="#br0" timeOffset="119540.42">16539 7065 555 0,'0'0'58'0,"0"0"129"16,0 0-109-16,0 0 3 0,0 0-31 15,0 0-42-15,0-34-8 16,0 60-12-16,10 20 5 16,1 22 7-16,-2 19 3 15,-2 13-2-15,-2 6-2 16,-2-5-13-16,-3-4-25 15,0-14-82-15,-14-21-140 16</inkml:trace>
  <inkml:trace contextRef="#ctx0" brushRef="#br0" timeOffset="138179.47">17125 7213 398 0,'0'0'58'0,"0"0"-7"0,0 0 8 16,0 0-14-16,0 0-3 15,0 0 16-15,0 0 2 16,0-30-13-16,0 21-19 16,0-2-10-16,0 1-3 15,0 0 7-15,1-1-1 16,-1 2 5-16,0 1-18 16,0 2-4-16,0 0 5 15,0-2-7-15,0-2 0 16,0-1-1-16,3-4 2 15,5-4-1-15,4 0-1 16,4 0 0-16,5 1-1 16,0 1-1-16,5 6 0 0,-1 2 1 15,-1 6-4 1,-5 3 3-16,1 0-1 0,-3 14-2 16,-2 9-3-16,-4 5-8 15,-7 3 1-15,-4 3 3 16,-4 2 2-16,-19 0 8 15,-5-1-1-15,0-9 2 16,4-3 3-16,5-5-2 16,10-9 1-16,4-1-2 15,5-1-3-15,0-1-1 16,0 1-2-16,8 0 6 16,8 0-2-16,-1 2 4 0,6 2-2 15,-1 3 0 1,0 6 0-16,-1 7-1 0,-5 4 1 15,-4 4 0-15,-10 2-1 16,0 0 2-16,-9-4-1 16,-13-1 0-16,-4-9 0 15,-2-3 2-15,-3-5-2 16,-1-6 0-16,0-4 0 16,2-5 4-16,0 0-2 15,6-17-1-15,7-2-1 16,10-3 0-16,7-2-1 15,14 2-58-15,20-3-155 16,5 0-143-16</inkml:trace>
  <inkml:trace contextRef="#ctx0" brushRef="#br0" timeOffset="138662.17">17719 7025 575 0,'0'0'219'16,"0"0"-130"-16,0 0-41 15,0 0-38-15,0 0-10 0,0 0-6 16,-14 45 6-1,0-5 4-15,0 10-4 0,-2 5 1 16,2 1 0-16,4-2-1 16,7-10 2-16,3-10-2 15,1-9 0-15,20-12 0 16,11-12 0-16,8-1-2 16,7-17 0-16,2-13-15 15,-7-7 7-15,-9 0 4 16,-10 2 6-16,-13 7 1 15,-7 8 4-15,-3 10 29 16,0 3-14-16,0 5-6 16,0 2-10-16,0 0-4 0,0 16-5 15,0 14 4-15,-9 13 0 16,2 7 1-16,2 6 0 16,1 0-4-16,4-5 4 15,0-7-21-15,5-13-7 16,8-9-35-16,3-16-143 15,2-6-264-15</inkml:trace>
  <inkml:trace contextRef="#ctx0" brushRef="#br0" timeOffset="139349.94">18232 7499 568 0,'0'0'229'0,"0"0"-137"15,0 0-83-15,0 0-9 16,0 0-6-16,0 0 4 15,0 29 0-15,-10-1 4 16,-5 3-1-16,-2 3 0 16,-2-1-1-16,4-4 4 0,0-2-4 15,3-5-52 1,0-8-98-16,6-11-122 0</inkml:trace>
  <inkml:trace contextRef="#ctx0" brushRef="#br0" timeOffset="139879.92">18467 7050 763 0,'0'0'92'0,"0"0"-40"16,0 0-31-16,23-83-7 16,1 69-10-16,9 3-3 15,5 5-1-15,0 6-5 16,2 0-7-16,-7 0-26 16,-6 13-15-16,-8 2-54 15,-13 0 9-15,-6 2 0 16,0 1-24-16,-18-1 47 15,-1-3 12-15,-2-2 55 16,4-4 8-16,7-2 82 16,4-3 17-16,4-3 32 15,2 3-9-15,0-1-41 0,0 9-68 16,0 12-12 0,0 10 12-16,4 11 10 0,6 7-11 15,2 0-9-15,-5-1 3 16,-2-9-6-16,-5-7 3 15,0-7 0-15,0-7-3 16,-14-3 1-16,-6-3-1 16,-7-2-5-16,-5-5-14 15,-3-4-8-15,-7-3-19 16,0 0 1-16,11-10 15 16,14-5 27-16,17 4-37 15,8-6-211-15</inkml:trace>
  <inkml:trace contextRef="#ctx0" brushRef="#br0" timeOffset="140228">19013 7198 829 0,'0'0'100'16,"0"0"-58"-16,0 0-42 15,0 0-18-15,0 0 17 16,-10 81 1-16,14-35 2 16,8 4-2-16,6-5 0 0,2-9-8 15,2-11-14 1,2-16 17-16,-4-9 5 0,0 0 3 16,-2-15 4-16,-1-8-7 15,-6-7 3-15,-6-1-4 16,-5-6 1-16,-6-2-4 15,-26-4 4-15,-4 4-3 16,4 8 3-16,14 11 6 16,11 12-3-16,7 8-3 15,15 0-185-15,22 8 46 16,18 3-10-16,15-6-194 16</inkml:trace>
  <inkml:trace contextRef="#ctx0" brushRef="#br0" timeOffset="140496.35">19597 7103 493 0,'0'0'88'16,"0"0"18"-16,0 0-10 15,0 0-57-15,0 0-39 16,0 0-4-16,-82 49 4 16,77-2 0-16,5 6-1 15,0 0 1-15,19-1 5 16,4-3 16-16,-1-10 2 15,-4-9-17-15,-7-5-3 16,-5-9 1-16,-5-8-2 16,-1-3 0-16,0-1 1 15,-10-1 0-15,-16-3 6 0,-8 0-9 16,-9 0-9-16,0-16-56 16,1-9-149-16</inkml:trace>
  <inkml:trace contextRef="#ctx0" brushRef="#br0" timeOffset="140689.34">19613 7045 725 0,'0'0'100'0,"0"0"-78"16,103-54-8-16,-45 40-3 15,9 4-5-15,2 4-6 16,4 6-5-16,-4 0-104 16,-10 0-155-16</inkml:trace>
  <inkml:trace contextRef="#ctx0" brushRef="#br0" timeOffset="140967.86">20105 7319 822 0,'0'0'66'0,"0"0"-23"0,0 0-42 16,0 0 2-16,99 0-3 15,-47 0 1-15,6 0 1 16,6 0-2-16,0 0 0 16,-2 0-1-16,-3 0-33 15,-5-13-29-15,-8-2-115 16,-13-8-175-16</inkml:trace>
  <inkml:trace contextRef="#ctx0" brushRef="#br0" timeOffset="141194.32">20299 7009 752 0,'0'0'122'15,"0"0"-35"-15,0 0-42 16,0 0-11-16,0 0-34 16,0 0 0-16,15 12-9 15,6 46 5-15,6 23 3 16,-5 15 1-16,-8 6-10 15,-10-3-15-15,-4-10-15 16,-6-11-2-16,-10-16-47 0,1-16-104 16,4-23-278-1</inkml:trace>
  <inkml:trace contextRef="#ctx0" brushRef="#br0" timeOffset="160856.91">20988 7018 231 0,'0'0'133'16,"0"0"-61"-16,0 0 12 15,0 0 4-15,0 0-32 16,0 0-23-16,0 0 11 0,-27-31-7 16,26 31 6-1,-1-1-11-15,1-1-16 0,-1 0-5 16,1 2-5-1,-1-1-1-15,1 1 3 0,-1-2-4 16,2 1 3-16,0 0 10 16,0 1-7-16,0-2 3 15,0-1-5-15,0-2-8 16,0-4 3-16,0-2-3 16,6-3-1-16,8 0 0 15,5 1-1-15,2-1 1 16,0 5-2-16,6 1 3 15,-2 5-1-15,2 3-1 16,-3 0-2-16,-4 13-4 16,-3 6-12-16,-9 6 7 15,-8 7-3-15,-2 2 10 16,-23 2 5-16,-8-2 1 0,-2-4 0 16,6-10 0-16,7-3 1 15,10-9-1-15,7-4 0 16,5-2-2-16,0 1-5 15,5 1-7-15,17-1 14 16,6 1 2-16,5 2-2 16,0 6 0-16,-6 2 0 15,-2 6 2-15,-4 4-3 16,-5 3 1-16,-8 2-1 16,-8 4-1-16,0 0-5 0,-9-1 7 15,-16-5 1-15,-5-2-1 16,-3-6 5-16,0-5-3 15,2-3-1-15,1-7 2 16,3-4-3-16,2 0 6 16,4 0-2-16,6-1-2 15,5-7-2-15,10-3-3 16,8-3-113-16,24-7-282 16</inkml:trace>
  <inkml:trace contextRef="#ctx0" brushRef="#br0" timeOffset="161390.98">21606 6925 585 0,'0'0'168'0,"0"0"-52"15,0 0-55-15,0 0-46 16,0 0-15-16,0 0-7 16,0 8-1-16,0 23 8 15,0 7 0-15,0 7 0 0,0 1 2 16,0 4 2-16,5-3-2 15,5-8-2-15,3-10-2 16,8-12-14-16,4-14-1 16,5-3 17-16,3-13 0 15,-2-12-10-15,-5-5 9 16,-11-5 2-16,-5 0 3 16,-6 2 2-16,-4 4 11 15,0 4 12-15,0 10 11 16,0 8-8-16,0 4-20 15,0 3-12-15,0 3-18 16,0 19-4-16,2 11 20 16,-2 13 1-16,0 5 0 15,0 4 1-15,0-1 1 0,0-7 1 16,-2-9-4-16,-6-4-3 16,-7-4-34-16,0-10-64 15,-3-11-181-15</inkml:trace>
  <inkml:trace contextRef="#ctx0" brushRef="#br0" timeOffset="163007.79">22155 7520 479 0,'0'0'185'16,"0"0"-28"-16,0 0-77 15,0 0-31-15,0 0-26 16,0 0-11-16,0 0-11 15,-5-17-1-15,5 17-1 16,0 0-2-16,0 0-1 16,0 8-3-16,-3 6 7 15,-3 3 0-15,-4 4 1 16,-8 5-1-16,-7 0 0 16,-4 4-25-16,1-6-52 15,3-4-67-15,13-11-146 0</inkml:trace>
  <inkml:trace contextRef="#ctx0" brushRef="#br0" timeOffset="163655.1">22572 7213 452 0,'0'0'152'16,"0"0"-42"-16,0 0-41 15,0 0-64-15,41-74 34 16,-28 48-23-16,-1 1 2 16,-2-4-4-16,-4 1 4 15,-6 0-5-15,0-1-2 16,-3 2 0-16,-16 2-11 16,-5 5-1-16,-6 4-2 15,2 5 3-15,1 11-6 0,8 0 6 16,1 11-6-1,7 19-6-15,4 10 2 0,5 8 4 16,2 9 4-16,5 4 2 16,15-2 0-16,2-4-2 15,0-9 3-15,-5-12-1 16,-7-7 0-16,-7-7 0 16,-3-6-2-16,0-5-3 15,-18 2 5-15,-9-5 6 16,-5-2-3-16,-1-4 2 15,0 0-1-15,1-12-3 16,7-12 9-16,12-5-4 16,13-9 3-16,3-8 3 0,30-2-12 15,17-1 0-15,8 3-11 16,5 9-17-16,4 6 5 16,-4 5-32-16,-3 9-40 15,-13 8 2-15,-10 3-100 16,-16 4-160-16</inkml:trace>
  <inkml:trace contextRef="#ctx0" brushRef="#br0" timeOffset="163973.12">22975 7059 648 0,'0'0'133'0,"0"0"-133"0,0 0-13 15,0 0 13-15,-28 87 4 16,21-45-3-16,7 3 6 16,0-1-7-16,13-10 6 15,16-12-6-15,9-12 3 16,2-10 11-16,5-8-8 16,-2-19 2-16,-4-10 4 15,-8-4-11-15,-11-2 6 16,-17 0-4-16,-3 2 0 15,-26 0-1-15,-20 7-2 16,-5 9-5-16,6 11-15 16,17 14-16-16,15 3-66 15,13 20-59-15,3 7-27 0</inkml:trace>
  <inkml:trace contextRef="#ctx0" brushRef="#br0" timeOffset="164437.74">23470 6899 608 0,'0'0'37'16,"0"0"2"-16,0 0-21 16,84-19 37-16,-63 19-19 15,-4 15-9-15,2 7-9 16,-5 8-14-16,-6 7-4 16,-8 10 0-16,0 4-2 15,-22 1 2-15,-10-4-20 16,1-6-58-16,0-12-16 15,5-9 50-15,7-7-49 16,4-8 14-16,6-6 21 16,3 0 58-16,4 0 72 0,2-10 82 15,0 2-1-15,2 1-36 16,18 2-91-16,6 3-25 16,12 2-1-16,11 0 0 15,7 0 0-15,9 0 0 16,-1 2-4-16,-2 1-1 15,-6 1 5-15,-4-2-37 16,-10-2-103-16,-10 0-78 16</inkml:trace>
  <inkml:trace contextRef="#ctx0" brushRef="#br0" timeOffset="164596.08">23879 7316 758 0,'0'0'160'0,"0"0"-112"16,0 0-45-16,0 0-3 15,0 0-63-15,0 0-23 16,0 45-157-16</inkml:trace>
  <inkml:trace contextRef="#ctx0" brushRef="#br0" timeOffset="176409.72">6284 1988 286 0,'0'0'131'0,"0"0"-34"0,0 0-3 15,0 0 17-15,0 0-38 16,0 0-19-16,0 0-29 16,-31-58 9-16,30 48-3 15,-4-2-11-15,4-2-4 16,-1 0-4-16,1-2-4 15,1 9-6-15,0-2 6 16,0 3-4-16,0 2-4 16,0-4-3-16,9-1 2 15,16 1-4-15,12-3 3 16,12 3-2-16,8 3-1 16,-1 2 1-16,-7 3-8 15,-11 0-2-15,-14 8-11 0,-15 11-3 16,-9 3-1-16,-12 10 14 15,-34 4 15-15,-20 8 0 16,-8 1 1-16,-1-3-1 16,21-2 0-16,20-8-4 15,16-3-1-15,17-5-10 16,1-2-8-16,14-7 22 16,21-3-1-16,10-3 2 15,7-4 1-15,-2 3 15 16,-5 1-8-16,-9 6-6 0,-13-1-2 15,-9 3 0 1,-9-1-4-16,-5 0 4 0,0 6 1 16,-15 2 1-16,-15 2-1 15,-7 2 0-15,-2-4 0 16,3-7-1-16,9-8-1 16,7-4-2-16,9-5 3 15,5 0-2-15,6 0-56 16,9-17-64-16,21-12-338 15</inkml:trace>
  <inkml:trace contextRef="#ctx0" brushRef="#br0" timeOffset="176892.02">7015 1858 592 0,'0'0'141'0,"0"0"-70"15,0 0-56-15,0 0-15 16,0 0-7-16,0 0 4 15,33 60 2-15,-21-24 1 16,4 2 2-16,4 1 0 16,5-7 2-16,5-6-3 0,3-9 0 15,3-10 2-15,1-7 1 16,-2 0-4-16,-3-15 3 16,-5-9 3-16,-9-2 0 15,-8 0 18-15,-7 4 9 16,-3 5-6-16,0 4-1 15,0 7 1-15,0 5-11 16,0 1-6-16,0 0-10 16,0 13-13-16,0 18-10 15,0 13 23-15,1 7 0 16,12 7 0-16,3 1-10 0,0 2-20 16,1-5-22-1,-4-8-21-15,-1-13-87 0,-3-20-120 16</inkml:trace>
  <inkml:trace contextRef="#ctx0" brushRef="#br0" timeOffset="177067.24">7680 2364 276 0,'0'0'552'15,"0"0"-552"-15,0 0-1 16,0 0 1-16,-50 112 0 15,35-65 0-15,7 3-1 16,7 4-25-16,1-6-60 0,0-13-107 16,10-19-268-1</inkml:trace>
  <inkml:trace contextRef="#ctx0" brushRef="#br0" timeOffset="177808.07">8144 2073 579 0,'0'0'123'0,"0"0"-48"16,68-100-18-16,-36 66-12 16,-3 4-25-16,-4 2-1 15,-11 8-6-15,-4 3-11 0,-9 6 2 16,-1 2-4-16,-7 3-10 15,-13 4-14-15,-5 2-10 16,-3 0-2-16,1 19 3 16,3 8-3-16,6 12 24 15,5 10 8-15,8 8 2 16,5 9 1-16,8 1 0 16,17 0 2-16,5-6 4 15,3-12 5-15,-9-10 2 16,-8-15-3-16,-10-15-5 15,-6-6-3-15,0-3 6 0,-13 0 1 16,-25 0 16 0,-17-5-6-16,-9-12-11 0,3-9-6 15,14-8 3-15,19-2 1 16,25 0-3-16,14 2-2 16,41-1-16-16,24-1-12 15,15-1 5-15,2 3-4 16,4 3 13-16,-17 2 12 15,-22 10 2-15,-25 6 4 16,-19 7 31-16,-12 5 36 16,-2 1-31-16,0 0-27 15,0 0-13-15,-7 0-6 16,-8 17-2-16,-6 10 8 16,-3 9 0-16,6 8-1 15,9 2 1-15,9 2-1 0,5-2-8 16,24-13-18-16,13-16 14 15,9-17 13-15,0-4 3 16,7-28 1-16,-6-10-1 16,-11-2 3-16,-12 2 10 15,-14 1 12-15,-15 0-25 16,-11 0-3-16,-28 5-2 16,-17 5-2-16,2 11-17 15,10 13 3-15,19 7 13 16,13 2-44-16,12 22-57 15,0 10 61-15,30 7-37 16,23-4-143-16,17-11-83 0</inkml:trace>
  <inkml:trace contextRef="#ctx0" brushRef="#br0" timeOffset="178157.23">9136 1901 583 0,'0'0'193'15,"0"0"-73"-15,0 0-63 16,0 0-37-16,0 0-20 16,0 0-10-16,0 0 9 15,48 19 0-15,-36 28 1 16,-10 5 0-16,-2 1-3 0,-16-4-4 16,-13-4 2-1,-4-7-6-15,-1-5 4 0,11-11 6 16,9-10-6-16,6-6-3 15,6-6 10-15,2 0 9 16,0-9 18-16,20-13-26 16,12-2-1-16,12 1-7 15,11 5 4-15,9 1-2 16,0 5 0-16,-4 3-3 16,-9 4-1-16,-14 5-21 15,-6 0-25-15,-7 0-58 16,-8 0-85-16,-11 0-300 15</inkml:trace>
  <inkml:trace contextRef="#ctx0" brushRef="#br0" timeOffset="178440.53">9828 1630 610 0,'0'0'117'0,"0"0"3"16,0 0-41-16,0 0-44 15,0 0-35-15,-86-40-5 16,47 94 3-16,-16 24 4 16,-8 24-2-16,1 24 0 0,3 22 1 15,16 8-1-15,19-10-11 16,24-20-9-16,19-38-43 15,41-31 19-15,28-22 19 16,23-20-2-16,12-15-139 16,7-16-348-16</inkml:trace>
  <inkml:trace contextRef="#ctx0" brushRef="#br0" timeOffset="180705.76">9942 1934 356 0,'0'0'125'0,"0"0"-67"16,0 0 16-16,0 0 10 15,0 0-26-15,0 0 15 16,-3-46-35-16,3 39 8 15,0 3-11-15,0 1-18 16,0 1 4-16,0 1-11 16,0 1 3-16,0 0-4 15,0 0-9-15,0 0-1 16,-3 9-9-16,-2 17-22 0,-7 18 29 16,-6 13 3-1,-7 10 0-15,-3 4-2 0,1-3-7 16,4-8-2-16,10-14-14 15,5-13 1-15,4-15 1 16,4-12-44-16,0-6-10 16,21-16-25-16,13-16-64 15</inkml:trace>
  <inkml:trace contextRef="#ctx0" brushRef="#br0" timeOffset="181184.97">10377 1978 414 0,'0'0'167'16,"0"0"-147"-16,0 0-20 15,0 0 0-15,0 0 21 16,0 0 20-16,-62 98 0 16,40-61-24-16,-1-1-7 15,5-4-5-15,3-6 0 16,2-3-2-16,1-4-1 15,0-2-2-15,1-3-16 16,5-9-83-16,3-5-117 16,0 0-176-16</inkml:trace>
  <inkml:trace contextRef="#ctx0" brushRef="#br0" timeOffset="181358.12">10110 2146 538 0,'0'0'156'0,"0"0"-140"16,0 0-10-16,0 0-3 16,115-20 1-16,-67 17 4 15,-1 1-8-15,6-1-7 0,0-3-67 16,-1-5-58-16,-9-8-148 16</inkml:trace>
  <inkml:trace contextRef="#ctx0" brushRef="#br0" timeOffset="181569.43">10705 1877 414 0,'0'0'289'0,"0"0"-237"15,0 0-50-15,0 0-2 16,0 0-1-16,0 0 1 15,-6 99 5-15,-6-56-1 16,-1 8 0-16,1 0-4 0,9-3-130 16,3-15-189-16</inkml:trace>
  <inkml:trace contextRef="#ctx0" brushRef="#br0" timeOffset="181881.22">10960 1880 719 0,'0'0'106'0,"0"0"-56"16,0 0-50-16,0 0-14 16,0 0 8-16,0 0 6 0,41 93 0 15,-23-52 0 1,4-2 1-16,0-5-1 0,-3-10 0 15,-7-9 1-15,-4-9 1 16,-7-3-1-16,-1-3 1 16,0 0 4-16,0 0 1 15,-23 3 9-15,-10 1-9 16,-4 2-7-16,2 1-19 16,9 0-30-16,7-2-50 15,9-1-49-15,9-4-54 16</inkml:trace>
  <inkml:trace contextRef="#ctx0" brushRef="#br0" timeOffset="182120.81">11078 1847 655 0,'0'0'161'15,"0"0"-107"-15,0 0-31 16,93-74-7-16,-44 59 3 16,9 3-12-16,12 5-5 15,9 4-4-15,-4 3-16 16,-7 0-55-16,-18 10-127 16,-26-1-250-16</inkml:trace>
  <inkml:trace contextRef="#ctx0" brushRef="#br0" timeOffset="182363.26">10486 2439 480 0,'0'0'129'15,"85"-33"-42"1,-32 19-18-16,8 4-22 0,10 0-28 16,1 2-11-16,-2 4-5 15,1 4-3-15,-14 0-5 16,-14 0-82-16,-22 0-76 16,-21 3-318-16</inkml:trace>
  <inkml:trace contextRef="#ctx0" brushRef="#br0" timeOffset="182602.58">10594 2534 513 0,'0'0'221'15,"0"0"-186"-15,0 0-29 16,0 0-6-16,0 0 0 15,0 0 1-15,2 76 2 16,-2-40 1-16,-5 0-1 16,2 3-3-16,1-3-9 15,2-4-66-15,0-8-72 16,0-12-150-16</inkml:trace>
  <inkml:trace contextRef="#ctx0" brushRef="#br0" timeOffset="183173.09">10822 2663 646 0,'0'0'86'0,"0"0"-74"16,0 0-12-16,0 0-2 16,0 0-2-16,0 0 4 15,19 25 1-15,-10-12 0 16,0 0-1-16,4-1 0 15,-4-3 2-15,2 0 0 16,-5-3 0-16,3-4-2 16,-5-2 1-16,4 0 4 15,3 0 3-15,4-14 11 0,3-6 2 16,-4-2 13-16,-4 1 6 16,-4 1-14-1,-5 2 1-15,-1 1-14 0,0 6-4 16,0 3-8-16,0 4-1 15,0 4-1-15,0 0-17 16,13 0-17-16,6 0-2 16,2 0 30-16,1 0 6 15,-4 2 1-15,-6 8 0 16,-1 0-3-16,-3 2 1 16,-3 3 2-16,-2 2-7 15,1 0 3-15,1 2-1 16,1-2 2-16,3-1-2 15,1-5 1-15,4-2-4 16,4-2-9-16,1-7-1 0,-1 0-2 16,3-2 18-16,-4-15 2 15,-1-4 19-15,-2-4 28 16,0-2-14-16,-2-2 9 16,-5 1-8-16,-5 5-5 15,-2 3-18-15,-29 7-11 16,-15 11-20-16,-7 2-78 15,6 4-22-15,17 9-45 16,22-6-158-16</inkml:trace>
  <inkml:trace contextRef="#ctx0" brushRef="#br0" timeOffset="183503.05">11744 1710 644 0,'0'0'25'15,"0"0"-25"-15,105-10 6 16,-60 41 1-16,1 15 5 15,-5 22 6-15,-10 18 4 0,-16 19 2 16,-15 16-7 0,-13 13-5-16,-26-2-5 0,-15-6 0 15,-7-17-3-15,-6-20 1 16,-7-17-5-16,-4-17-14 16,-4-20-76-16,5-20-110 15</inkml:trace>
  <inkml:trace contextRef="#ctx0" brushRef="#br0" timeOffset="184067.83">12124 1388 665 0,'0'0'17'0,"0"0"-17"16,0 0-7-16,0 0 7 15,-48 94 0-15,47-55-1 16,1-3-3-16,13-4-1 15,15-11 5-15,4-4 0 16,0-5 9-16,-2-6 10 16,-12-5-5-16,-8 0 8 15,-6-1 10-15,-4 0 21 16,0 2-14-16,0 0-26 0,0 5-13 16,-14 8-4-1,-7 7 4-15,-10 7 2 0,-3 5-2 16,3 0-2-16,5-3-25 15,4-6-33-15,6-9-11 16,11-6-22-16,5-10-102 16,3 0-4-16</inkml:trace>
  <inkml:trace contextRef="#ctx0" brushRef="#br0" timeOffset="184268.04">12157 1356 502 0,'0'0'109'0,"0"0"-33"15,0 0-21-15,103-58-40 16,-45 43 22-16,5 1-7 16,-1 6-15-16,-1 4-11 15,5 4-4-15,4 0-90 16,2 0-167-16</inkml:trace>
  <inkml:trace contextRef="#ctx0" brushRef="#br0" timeOffset="184710.46">12707 2036 460 0,'0'0'121'0,"0"0"-45"15,0 0-10-15,0 0-42 16,0 0-11-16,85-30 20 15,-45 24-8-15,8-1-13 16,2 3-2-16,8 0-10 16,1 4-2-16,1 0-82 15,-11 0-64-15,-18 0-234 16</inkml:trace>
  <inkml:trace contextRef="#ctx0" brushRef="#br0" timeOffset="184866.12">12713 2259 465 0,'0'0'98'15,"0"0"-67"-15,140-21-9 16,-52 10-7-16,20 2-15 16,17-5-62-16,12-8-241 15</inkml:trace>
  <inkml:trace contextRef="#ctx0" brushRef="#br0" timeOffset="185149.8">13651 1831 596 0,'0'0'64'16,"0"0"71"-16,90-75-67 15,-47 62-32-15,7 5-14 16,7 8-16-16,6 3-6 16,-2 22-3-16,-9 14-1 15,-17 9 4-15,-18 10-10 0,-17 4 2 16,0 2-4 0,-25 4 0-16,-8 0-14 0,-4 0-20 15,-3-8-57-15,7-14-85 16,9-23-192-16</inkml:trace>
  <inkml:trace contextRef="#ctx0" brushRef="#br0" timeOffset="185566.09">13826 2031 556 0,'0'0'101'15,"0"0"-11"-15,0 0-69 16,0 0-14-16,0 0 35 0,127-19 4 15,-57 14-8 1,10 0-4-16,7 0-20 0,-1 1-5 16,-11 1-8-1,-15 3-1-15,-25 0 0 0,-18 0-1 16,-14 0 1-16,-3 0-9 16,0 0-1-16,-5 10 0 15,-13 7 10-15,-4 12 3 16,-2 7-2-16,6 8-1 15,12 1-11-15,6-3-33 16,34-11-3-16,16-19 21 16,9-12 26-16,-1-7 3 15,-8-21 5-15,-7-6 11 16,-15-2 12-16,-13 0-4 16,-13 2-9-16,-4-1-13 0,-35-1-5 15,-15 4-5-15,-5 10-4 16,9 12 6-16,14 10-3 15,15 10-60-15,13 23-96 16,6 9 23-16,19-3-126 16</inkml:trace>
  <inkml:trace contextRef="#ctx0" brushRef="#br0" timeOffset="185722.84">14949 2249 466 0,'0'0'238'15,"0"0"-116"-15,0 0-37 0,0 0-55 16,0 0-30 0,0 0-15-16,-36 68 6 0,17-9-2 15,2 2-44-15,4-6-59 16,7-16-104-16</inkml:trace>
  <inkml:trace contextRef="#ctx0" brushRef="#br0" timeOffset="186632.99">15184 1861 747 0,'0'0'48'0,"0"0"-48"0,0 0-57 16,0 0 55-16,0 78 2 15,0-29 4-15,0 2-2 16,0-1-2-16,0-7 3 16,14-9-1-16,5-12 1 15,-1-6-1-15,2-10 0 16,-3-6 2-16,5 0 5 16,6-12 9-16,2-9 0 15,-3-4-15-15,-5 1 1 16,-9-3-2-16,-7-2 4 0,-6-1-5 15,0 0 2 1,-10-1 1-16,-17 3 7 0,-7 5-11 16,-2 5-1-16,1 4-15 15,7 8 6-15,12 0 3 16,7 4 7-16,7-1 0 16,2 3 1-16,0 0-1 15,0 0-3-15,12 0-7 16,24 0-3-16,12 0 2 15,15 0 2-15,2 0-13 16,2 0 4-16,-10 0 9 16,-7 5 9-16,-15 0 0 15,-14-1 0-15,-11-1 0 16,-7 5-1-16,-3 2-3 0,0 4-3 16,-6 10 7-1,-17 7 5-15,-9 9 2 0,1 2 7 16,3 2-11-16,11-6-2 15,14-6-1-15,3-9-9 16,9-10-2-16,18-13 11 16,10 0 3-16,9-28 3 15,4-9 0-15,2-4-5 16,-2-7 12-16,-3-1-8 16,-4 5 17-16,-7 7 2 15,-5 13-6-15,-4 10 5 16,-4 8-20-16,-1 6-3 15,0 0-1-15,-5 16-4 0,-3 9-2 16,-5 8 1 0,-6 6 4-16,-1 5 0 0,-2 2 2 15,0-6 4-15,4-6-2 16,4-12 0-16,-1-9 0 16,-1-7 0-16,6-6 6 15,7-8 18-15,11-19 38 16,6-7-52-16,-2-5-5 15,-11-1 10-15,-11 0-1 16,-11-3-16-16,-1 4 0 16,-13 3 0-16,-7 10 10 15,1 8-9-15,4 11-1 0,-3 7-2 16,-4 17-70-16,-5 22-56 16,3 8-15-16,14-5-157 15</inkml:trace>
  <inkml:trace contextRef="#ctx0" brushRef="#br0" timeOffset="186782.93">16409 2115 673 0,'0'0'66'0,"0"0"12"16,0 0 10-16,0 0-30 15,0 0-58-15,0 0-9 16,-1-20-263-16,1 40 57 0</inkml:trace>
  <inkml:trace contextRef="#ctx0" brushRef="#br0" timeOffset="187798.51">14185 2827 195 0,'0'0'135'16,"0"0"-37"-16,0 0 1 16,0 0-29-16,0 0-10 15,0 0-28-15,-10-14-26 16,67 9-5-16,34-5 30 15,41-3 17-15,32-1-11 16,21 0-19-16,9-1-3 16,-5-3-6-16,-13 1 3 15,-14-2-10-15,-28 1 2 0,-27 2-2 16,-34 3 5-16,-31 6 4 16,-25 3-3-1,-14 3 0-15,-3-1 10 0,0 2-13 16,-29 0-5-16,-22 7-57 15,-21 13-88-15,-2 0-97 16</inkml:trace>
  <inkml:trace contextRef="#ctx0" brushRef="#br0" timeOffset="188796.96">16860 2464 603 0,'0'0'115'16,"0"0"24"-16,0 0-104 16,0 0-35-16,0 0-9 15,0 0-2-15,-75 5 10 0,48 38 1 16,2 6 0 0,7 4-2-16,9-4-11 0,9-8-22 15,0-19 1-15,4-13 25 16,10-9 9-16,7-16 77 15,6-14-13-15,2-8-54 16,-2 1-1-16,-12 4-4 16,-6 4 3-16,-6 9-1 15,-3 6-4-15,0 6 0 16,0 6 4-16,0 2-7 16,0 0-2-16,0 2-15 15,1 16-20-15,7 10 32 16,4 6 5-16,6 5-1 15,4-3-3-15,6-4-18 16,4-11-2-16,4-15-22 0,3-6 43 16,0-17 3-16,3-16 7 15,5-11-7-15,2-7-5 16,-3-2 4-16,-7-4-1 16,-11-3 4-16,-13 0 4 15,-10 2 19-15,-5 11 21 16,0 13 8-16,-5 15 5 15,1 12-15-15,2 7-44 16,0 14-7-16,0 37-57 16,-7 31 61-16,-6 25 3 15,0 17 0-15,-4 3 0 16,5-6-1-16,-2-14-18 0,8-26-6 16,0-26-12-1,5-24 12-15,3-17 13 0,-2-14 12 16,-1 0 2-16,-4-24 43 15,-8-17-45-15,-2-17-29 16,-1-6-38-16,3-8 32 16,4 4 35-16,6 6 11 15,5 13 26-15,0 15-17 16,28 10-13-16,12 9-7 16,7 4 0-16,13-3 0 15,5 1 2-15,10-5-2 16,-1-5 2-16,-1-4 2 15,-12-3 11-15,-14-4 16 0,-17 4 5 16,-13 3-11-16,-11 5-5 16,-6 6 3-16,0 7-8 15,0 4-13-15,0 5-2 16,-6 14-6-16,-10 27-26 16,-12 19 26-16,0 18 6 15,6 9 0-15,6 7-14 16,10-7-27-16,6-9-39 15,0-20-71-15,15-25-37 16,6-23-79-16</inkml:trace>
  <inkml:trace contextRef="#ctx0" brushRef="#br0" timeOffset="189113.97">17899 2742 648 0,'0'0'44'0,"0"0"-44"15,0 0-4-15,0 0 4 16,0 0 20-16,0 0 44 16,97-30-31-16,-64 15-17 15,-4 0-10-15,-6-2-3 16,-8-2 3-16,-7 3-2 16,-8-2-4-16,0 3 0 15,-15 2-2-15,-15 7-1 16,-3 6-2-16,2 6 3 0,1 22-2 15,9 11-19 1,7 4 7-16,13 3-19 0,1-5 14 16,39-9-23-16,22-15-4 15,11-17 12-15,4 0-73 16,-14-15-41-16,-14-12-93 16</inkml:trace>
  <inkml:trace contextRef="#ctx0" brushRef="#br0" timeOffset="189381.96">18344 2617 362 0,'0'0'183'0,"0"0"56"16,0 0-108-16,0 0-120 16,0 0-11-16,0 0-5 15,-55 89 5-15,34-26 3 16,3-2-3-16,4-18 2 16,8-16-1-16,3-13-1 0,3-11 1 15,-1-3 3-15,1 0 2 16,0 0 6-16,0-19 35 15,0-11-36-15,17-13-11 16,8-8-3-16,8-4-8 16,5 3-4-16,4 8-6 15,-2 9-38-15,-3 14-31 16,-11 9 25-16,-10 8-26 16,-8 4-24-16,-8 0-109 15,0 0 83-15,-11 1-18 16</inkml:trace>
  <inkml:trace contextRef="#ctx0" brushRef="#br0" timeOffset="189570.18">17723 2373 539 0,'0'0'0'16,"0"0"2"-16,103 0 19 15,-50 0 24-15,8 0-15 16,10 3-22-16,2 1-8 16,8-2-41-16,-5-2-220 15</inkml:trace>
  <inkml:trace contextRef="#ctx0" brushRef="#br0" timeOffset="190046.48">19265 2531 641 0,'0'0'80'0,"0"0"-25"15,0 0-42-15,-80-26-13 16,60 38-1-16,-3 15 0 0,-4 8 2 16,5 7 0-16,7 0-1 15,7-3-10-15,8-12-4 16,0-13-5-16,11-10 19 16,8-4 1-16,4-4 35 15,3-13-9-15,3-2-13 16,-7 6 0-16,-8 4 3 15,-3 6 0-15,-5 3-16 16,2 0-1-16,-2 10-9 16,2 11 0-16,-8 8 1 15,0 6 7-15,-3 1 1 16,-14 0 2-16,-1-4 3 16,1-8-3-16,4-7 2 15,0-8-3-15,-3-2-1 0,-1-7-8 16,-7 0-53-16,2-7-52 15,4-17-193-15</inkml:trace>
  <inkml:trace contextRef="#ctx0" brushRef="#br0" timeOffset="190207.74">19363 2461 625 0,'0'0'81'15,"0"0"53"-15,0 0-54 0,0 0-51 16,0 0-29 0,95-33-28-16,-5 40-7 0,27 6-54 15,9-6-173-15</inkml:trace>
  <inkml:trace contextRef="#ctx0" brushRef="#br0" timeOffset="190612.05">20034 2464 576 0,'0'0'203'0,"0"0"-152"16,0 0-51-16,0 0-4 15,0 0 4-15,-8 104-1 0,17-58 1 16,28-6-11 0,16-7 11-16,14-16-2 0,-2-14-1 15,-7-3-33-15,-10-13-7 16,-13-14 31-16,-13-3 3 15,-13 0 7-15,-9 1 2 16,-1 3 14-16,-14 6 15 16,0 8 24-16,9 6 25 15,1 6-13-15,4 0-65 16,-2 17-11-16,-5 21-6 16,-2 20 17-16,-1 19-1 15,1 8 1-15,-2 1 4 16,-1-6-3-16,1-20-1 15,3-22 2-15,3-18 0 16,1-14 0-16,-2-6-1 0,-4-2 8 16,-8-16 9-1,-8-7-18-15,2-3-5 0,9 2-35 16,16-3-106-16,10-8-293 16</inkml:trace>
  <inkml:trace contextRef="#ctx0" brushRef="#br0" timeOffset="191261.16">20712 2663 719 0,'0'0'49'0,"0"0"8"16,0 0-31-16,0 0-16 16,0 0-10-1,75-75 4-15,-41 58 1 0,-2 2-2 16,-7 1-3-16,-9-2 4 15,-11 2 0-15,-5 0 8 16,0 0 0-16,-16 3-10 16,-9 7-2-16,-6 4-1 15,-6 10-2-15,-2 19-14 16,2 11 10-16,7 10-1 16,12 5-38-16,18-2 8 15,10-9-8-15,32-17 1 16,15-16 45-16,0-11 4 15,-2-6 7-15,-7-16 7 0,-8-8 10 16,-10-3-6 0,-8-1 5-16,-13 2-15 0,-9 0-5 15,0 6 4-15,-4 8 0 16,-4 8 6-16,2 7 15 16,1 3-32-16,-3 3-45 15,-1 19 14-15,0 8 20 16,7 7-29-16,2 2 13 15,0-3 24-15,21-7-27 16,8-17 10-16,5-10 16 16,-2-2 4-16,-3-14 14 15,-3-12 21-15,-4-4-4 0,-6-6-19 16,-7 0-5 0,-7 2 3-16,-2 0 2 0,0 10-1 15,-8 9 37-15,2 10-8 16,2 5-40-16,-2 0-13 15,-5 25-75-15,-6 13 78 16,3 11 10-16,2 8 0 16,11-3-2-16,1-6-32 15,13-9 0-15,11-15-5 16,4-14-11-16,-7-8-3 16,-2-2-53-16,-5-14 7 15,-2-14-119-15</inkml:trace>
  <inkml:trace contextRef="#ctx0" brushRef="#br0" timeOffset="191647.15">21275 2620 352 0,'0'0'216'0,"0"0"-29"16,0 0-56-16,0 0-90 15,0 0-29-15,0 0-12 16,8-30-6-16,-5 30-2 16,2 2-6-16,4 7 13 15,4-1 0-15,-2 0-1 16,3-6 2-16,0-2 0 15,4 0 1-15,9-5 3 16,3-12-1-16,1-9-2 16,-1 2 0-16,-5-8-1 15,-2 1 0-15,-4 2 0 16,-4 4 2-16,-6 8-1 16,-3 8 3-16,-2 8-4 0,-1 1-4 15,2 17-120-15,1 18 72 16,-2 13 52-1,-2 8 0-15,-2-1-5 0,0-4 4 16,-2-9 1-16,-4-11 1 16,3-9 2-16,2-11 2 15,-1-5-3-15,2-2 4 16,-3-1-1-16,0 4-3 16,-7 2-2-16,-2 4-14 15,-3-3-71-15,2 2-50 16,7-8-56-16,6-4-28 15</inkml:trace>
  <inkml:trace contextRef="#ctx0" brushRef="#br0" timeOffset="191765.82">21562 2833 467 0,'0'0'227'0,"0"0"-115"15,0 0-53-15,0 0-15 16,0 0-15-16,0 0-11 16,-78-44-18-16,45 46-5 15,-12 17-49-15,-9-4-155 16,1-7-401-16</inkml:trace>
  <inkml:trace contextRef="#ctx0" brushRef="#br0" timeOffset="192811.11">4378 2788 296 0,'0'0'73'0,"0"0"-72"15,0 0 26-15,0 0 56 16,114-25-2-16,-49 5-19 15,19-2-20-15,14-5-5 16,8-4-17-16,16-2-2 16,5-5-14-16,4-3-3 15,-5-4-1-15,-9-2-9 16,-23 1-30-16,-27 5 4 16,-28 7 7-16,-24 7 28 0,-15 7 5 15,-16 3 6-15,-25 6-11 16,-9 2-18-16,-1 4 18 15,14 2 0-15,17 1 54 16,15 2 22-16,5 0-76 16,14 3-9-16,19 16 9 15,15 6 1-15,6 8 6 16,4 3 4-16,-6-2 1 16,-12-2-5-16,-13-3-5 15,-8-6 2-15,-14 0-3 16,-5 1 2-16,-6 6-3 0,-37 10 0 15,-26 9-1 1,-29 4-93-16,-22-6-210 16</inkml:trace>
  <inkml:trace contextRef="#ctx0" brushRef="#br0" timeOffset="193291.28">2139 3638 699 0,'0'0'37'0,"0"0"-37"16,0 0 0-16,0 0 3 16,88-65 3-16,-49 31 14 15,-3-7 10-15,1-6-7 16,-4-4-10-16,-5-5-11 16,-4-4-2-16,-6-5 0 15,-3 5-9-15,-13 4 5 16,-2 9-19-16,-2 11 23 15,-16 8 3-15,0 13-2 0,7 6 2 16,4 9-3-16,4 0-1 16,3 13-21-16,0 21 13 15,0 13 6-15,20 12 3 16,14 12 0-16,9 6 3 16,14 4 2-16,2-1-4 15,-3-7-2-15,-7-13-19 16,-7-14-48-16,-11-20-12 15,-7-19-95-15,-5-7-154 16</inkml:trace>
  <inkml:trace contextRef="#ctx0" brushRef="#br0" timeOffset="193725.84">2238 3394 747 0,'0'0'17'0,"0"0"-14"15,0 0-3-15,112-5 0 16,-45-3 10-16,13-3 17 16,14-7 16-16,6-1-21 15,4-5-13-15,-4-1-7 16,-9 0 0-16,-19 3-2 16,-23 6 1-16,-24 8 0 15,-17 4-1-15,-8 0 2 16,-3 4 3-16,-22 0-5 15,-10 0-5-15,-2 0 5 16,7 5 2-16,12 9-2 0,12 8-4 16,6 4-1-16,0 7 0 15,8 7 4-15,19 3 1 16,6 2 0-16,1-5 0 16,0-10-1-16,-8-10 1 15,-11-14 0-15,-5-6 7 16,6-17 21-16,1-15 18 15,2-9-43-15,-1 1-3 16,-9 1-2-16,-9 2-6 16,-13 3-14-16,-33 5-3 15,-22 11-22-15,-14 15-28 16,3 3-89-16,16 16-172 0</inkml:trace>
  <inkml:trace contextRef="#ctx0" brushRef="#br0" timeOffset="195577.69">3592 2902 518 0,'0'0'155'15,"0"0"-20"-15,0 0-72 16,0 0-12-16,0 0-36 16,0 0-15-16,0-63 0 15,0 63 0-15,0 0-5 16,0 17-1-16,1 10 6 0,7 7 0 16,5 0 1-16,-4-2 0 15,-1-9-1-15,-2-9 0 16,-3-8 1-16,-2-2-1 15,-1-4 1-15,2 3-1 16,-2 3 0-16,4 8-2 16,4 6 2-16,1 5-2 15,4 7-2-15,-1 3-5 16,6 2 1-16,-2 2 2 16,-1-3-1-16,-1-3 1 15,-5-5 3-15,-2-8 3 16,-3-8-6-16,-2-7 3 15,-1-5 3-15,-1 0 6 16,0-8 25-16,0-15 8 16,0-8-37-16,-4-7-2 0,-15 2 1 15,-8 2-2-15,-9 5 1 16,2 8 0-16,5 8 0 16,13 9 2-16,7 4-2 15,2 4-9-15,3 16-18 16,-4 10 26-16,5 5 1 15,3 7-4-15,6 5-7 16,21 1-19-16,8-4-23 16,7-13 20-16,3-16-13 15,1-15 24-15,-1-12 22 0,-1-21 31 16,-2-12 17-16,-9-3-21 16,-9-2 8-16,-12 3-17 15,-12 3 5-15,-12 4-6 16,-22 9-6-16,-8 7 1 15,5 11 7-15,14 9-10 16,6 4-9-16,12 16-9 16,2 14-10-16,3 7 11 15,7 5-9-15,31-4 1 16,15-6 6-16,10-10 2 16,4-10 4-16,-9-12-2 15,-12 0 6-15,-16-17 1 16,-13-4 4-16,-10-3 36 0,-7-1-21 15,0-1 2 1,-15 3-11-16,-10 4-7 0,5 6-1 16,3 6 2-1,9 6-4-15,5 1-1 0,3 0-4 16,0 11-19-16,17 10 15 16,17 2 5-16,23 1-1 15,12-5 1-15,8-4 1 16,-7-12-4-16,-9-3 3 15,-18 0 0-15,-16-8 3 16,-15-7 1-16,-7-2 8 16,-5-4 14-16,0 4-10 15,0 0-3-15,-11 4-9 16,5 5-1-16,1 5 1 0,5 3-1 16,0 0-15-1,2 0-48-15,19 15 50 0,15 1 11 16,10-1-2-16,3-8 0 15,-4-4 1-15,-11-3-10 16,-13 0 10-16,-15-1 3 16,-4-12 49-16,-2-5-29 15,0-1-1-15,-6 1-11 16,-9 2-3-16,6 6 4 16,1 6 13-16,5 4 8 15,3 0-30-15,0 26-20 16,0 24 4-16,2 21 16 15,8 16-2-15,2 9 2 16,5 4 3-16,-4-5-3 16,-4-10 0-16,0-22 2 0,-1-21-1 15,-4-17 0-15,-4-18 0 16,0-7 7-16,0 0 18 16,-3-17 44-16,-15-20-54 15,-6-16-16-15,-3-11-2 16,2-5-9-16,5 5-5 15,4 14-25-15,10 12-6 16,6 13-5-16,0 6-70 16,0 5-221-16</inkml:trace>
  <inkml:trace contextRef="#ctx0" brushRef="#br0" timeOffset="195857.3">2806 3774 658 0,'0'0'45'0,"0"0"15"16,0 0-22-16,0 0-38 15,0 0-8-15,0 0 6 16,19 9 2-16,59-9 29 15,43-7 8-15,37-20-1 16,27-9-22-16,16-10-9 0,0-6-2 16,1-1-2-16,-2-2-1 15,-15 10-7-15,-21 6-37 16,-26 4-76-16,-34-5-270 16</inkml:trace>
  <inkml:trace contextRef="#ctx0" brushRef="#br0" timeOffset="196020.77">4948 3304 878 0,'0'0'27'0,"0"0"22"0,0 0-24 16,0 0-25-16,0 0-23 15,0 0-78-15,72-29-46 16,-50 34-148-16</inkml:trace>
  <inkml:trace contextRef="#ctx0" brushRef="#br0" timeOffset="197045.97">4180 3151 36 0,'0'0'152'0,"0"0"-61"0,0 0 25 15,0 0 14-15,0 0-14 16,0 0-33-16,-24-72-29 16,12 66-44-16,-10 3 3 15,-5 2-6-15,-3 1-6 16,-4 0-2-16,-1 10-1 15,7 12-36-15,5 4-88 16,15-7-119-16</inkml:trace>
  <inkml:trace contextRef="#ctx0" brushRef="#br0" timeOffset="208526.98">2058 8964 377 0,'0'0'147'0,"0"0"-48"15,0 0-25-15,0 0 30 16,0 0-48-16,0 0-34 15,0 0-10-15,11-12-6 16,19 0 2-16,10 0-1 16,5-1 2-16,6 1-2 15,1 3-7-15,1-1 1 16,-5 3-1-16,-3 4-10 16,-8 1-20-16,-10 2-23 15,-9 0-71-15,-13 0-8 16,-5 6-139-16,-12 2-9 15</inkml:trace>
  <inkml:trace contextRef="#ctx0" brushRef="#br0" timeOffset="208910.78">1910 9032 456 0,'0'0'159'0,"0"0"-19"16,0 0-84-16,0 0-24 15,0 0-14-15,0 0-16 16,61 0 1-16,-11 0 4 16,4 0-1-16,-2 8-6 15,-4 5 1-15,-9 4 0 16,-9 0-1-16,-17 2-2 0,-11 3 1 16,-2 4-2-1,-21 6 3-15,-14 2 0 0,-5 0 0 16,0-3 0-16,5-6 2 15,5-1-4-15,13 0 2 16,4 0 0-16,8 0 0 16,5 1-1-16,0-3 1 15,19-3 0-15,8-2 0 16,13-3 0-16,9-5 0 16,11-6-2-16,6-3-2 15,0-3-9-15,4-13-18 16,-6-4-53-16,-6-8-75 15,-3-6-328-15</inkml:trace>
  <inkml:trace contextRef="#ctx0" brushRef="#br0" timeOffset="209376.75">2940 8953 547 0,'0'0'341'0,"0"0"-244"15,0 0-97-15,0 0-11 16,0 0 11-16,-4 79 0 16,4-24 0-16,0 15 0 15,-2 5 3-15,-4 3-1 0,-1-7 0 16,-3-24-1-16,5-17-1 16,2-16 1-16,1-14 0 15,-1-3 8-15,-1-23 35 16,-2-18-41-16,-4-19-3 15,1-15-20-15,-9-4 19 16,3 0-15-16,-3 9 9 16,9 11 3-16,6 9 3 15,3 13-1-15,12 9-3 16,18 7 2-16,3 7 2 16,10 14-2-16,0 3 1 15,5 11 0-15,-3 18 1 16,-4 9 0-16,-13 7 0 15,-17-5-1-15,-11-4-5 16,0-5-2-16,-19-7 9 0,-8-4 1 16,-5 0 0-16,-3-6 1 15,-4-2-2-15,3-4-4 16,8-1-20-16,13-5-70 16,15-2-54-16,10-10-239 15</inkml:trace>
  <inkml:trace contextRef="#ctx0" brushRef="#br0" timeOffset="209792.91">3311 8881 398 0,'0'0'261'0,"0"0"-239"0,0 0-22 16,0 0 0-1,0 0 3-15,-4 97 47 0,-2-50-19 16,3 6 9-16,3 3-24 15,0 3-11-15,2-3-1 16,11-5-1-16,-1-10 2 16,7-13 0-16,-4-12-3 15,0-13-2-15,8-3-10 16,3-27 10-16,6-15 7 16,-1-14-7-16,-7-3 0 15,-8 2 0-15,-11 6 13 16,-5 11-13-16,0 8 18 15,-17 10 21-15,4 7 18 0,3 9-29 16,3 3-17-16,5 3-9 16,-1 0-2-16,1 17-9 15,1 10 4-15,1 11 4 16,0 4 1-16,7 1-2 16,12-4-6-16,8-13-11 15,8-13-5-15,10-13 12 16,10-8 4-16,10-26-31 15,5-13-154-15,-7-5-374 16</inkml:trace>
  <inkml:trace contextRef="#ctx0" brushRef="#br0" timeOffset="209975.88">3920 9087 765 0,'0'0'74'15,"0"0"-74"-15,0 0-1 16,0 0 1-16,0 0 4 16,108 12 0-16,-61-12-3 15,3-2 2-15,-4-5-3 16,-7-1-98-16,-8 1-116 16</inkml:trace>
  <inkml:trace contextRef="#ctx0" brushRef="#br0" timeOffset="210154.44">3862 9400 513 0,'0'0'299'0,"0"0"-234"16,0 0-26-16,0 0-26 16,86 0 1-16,-23 0-9 15,10-1-5-15,6-8 1 16,2 1-1-16,-1-2-67 15,-11-6-218-15</inkml:trace>
  <inkml:trace contextRef="#ctx0" brushRef="#br0" timeOffset="-195547.59">5215 8878 474 0,'0'0'136'16,"0"0"0"-16,0 0-55 15,0 0-12-15,0 0-33 16,0 0-10-16,0 0-14 16,-5-15-9-16,5 15-2 15,0 0-1-15,-1 0-2 16,-1 0-1-16,-2 15-9 16,-4 17 12-16,-7 14 0 15,-5 13 0-15,-3 8 5 16,-1 5-4-16,1-6-1 15,6-7 0-15,4-9-4 16,5-15-5-16,6-10-20 0,2-11-29 16,0-14-94-1,19-13-146-15</inkml:trace>
  <inkml:trace contextRef="#ctx0" brushRef="#br0" timeOffset="-195125.91">5549 8848 695 0,'0'0'135'16,"0"0"-45"-16,0 0-73 16,0 0-17-16,0 0-8 15,0 0 5-15,0 21 2 0,-3 7 1 16,3 2 0-16,0-3 0 15,15-3-3 1,6-5 1-16,12-6-16 0,1-4 5 16,-3-9-6-16,-1 0 13 15,-15 0 3-15,-4 0 6 16,-10 0-4-16,2 3 1 16,-3 4-6-16,1 4 1 15,1 9 5-15,-2 9 0 16,3 6 7-16,-3 5-6 15,1-1 2-15,-1-4-3 16,0-9 0-16,0-5 3 16,0-6-3-16,-11-4 0 0,-8 2 6 15,-9-6-6 1,-11 1-10-16,-10-4-60 0,-10-4-95 16,2 0-194-16</inkml:trace>
  <inkml:trace contextRef="#ctx0" brushRef="#br0" timeOffset="-194478.96">5761 8883 618 0,'0'0'131'15,"0"0"-76"-15,0 0-55 16,0 0 0-16,0 0 9 16,124-14 9-16,-68 14-10 15,10 0 3-15,5-2-9 16,1-1-1-16,-3-1-1 16,-4-1-24-16,-5 0-38 15,-5-1 25-15,-8 1-22 16,-10-1 44-16,-12-1 2 15,-8 0 13-15,-6-1 7 16,-8 2 39-16,-3-2 41 16,0-1-22-16,0 1-29 15,-10-1-3-15,-14 3-20 0,-7 1-12 16,-9 5 3-16,-1 0-3 16,7 8-1-16,4 13 0 15,9 11-6-15,8 7 2 16,8 7 2-16,5 12-1 15,2 2 3-15,27 1-6 16,15-2 4-16,8-9-1 16,-4-7 3-16,-7-14-1 15,-15-7 2-15,-12-10-1 16,-9-5 2-16,-5-7-1 16,0 3-2-16,-6 0 0 15,-28 6 1-15,-12-1 9 16,-2-2-5-16,5-6-1 0,12 0 2 15,11 0 8 1,10-14-5-16,8-12-8 0,2-15-2 16,33-13-1-16,18-9 1 15,13-3 2-15,2 5 0 16,-7 7 0-16,-4 10 0 16,-10 8 0-16,-12 11-4 15,-18 11-42-15,-15 7-133 16,-6 4-402-16</inkml:trace>
  <inkml:trace contextRef="#ctx0" brushRef="#br0" timeOffset="-193605.76">6863 9405 440 0,'0'0'181'0,"0"0"-33"15,0 0-67-15,0 0-24 16,0 0-19-16,0 0-21 16,0-13-15-16,0 13-2 15,0 8-7-15,0 15 3 16,0 10 3-16,-6 6 2 0,-4 3 3 16,-1 2-4-16,-1-1-10 15,-5-2-39-15,-3-7-57 16,2-18-160-16</inkml:trace>
  <inkml:trace contextRef="#ctx0" brushRef="#br0" timeOffset="-192980.17">7151 9059 254 0,'0'0'364'0,"0"0"-252"16,0 0-55-16,0 0-6 15,6-76-9-15,-3 65-6 16,4-2-19-16,-1 1-3 16,5-2-3-16,2 1-6 15,5 1 1-15,6 1-5 0,12 0-2 16,1 3-5-16,2 4-27 16,-10 2-3-16,-10 2-2 15,-6 0-17-15,-12 0-16 16,-1 11 7-16,0 3 35 15,-16 2 29-15,-5 1 6 16,2-3 11-16,1-1 2 16,6-1-5-16,6 2 0 15,6 6-6-15,0 6 9 16,0 8-5-16,18 4-4 0,4 4 1 16,3-1-6-1,-2-4-2-15,-7-4 5 16,-8-6-5-16,-1-8 2 0,-7-3-1 15,0-2-1 1,-4 0 1-16,-14 0 6 0,-15 5 1 16,-13-2 0-16,-8-2-5 15,0-5 3-15,11-7-2 16,18-3-2-16,13 0 10 16,12 0 14-16,1-11-27 15,29-6-144-15,16-5-202 16</inkml:trace>
  <inkml:trace contextRef="#ctx0" brushRef="#br0" timeOffset="-192689.29">7679 8903 567 0,'0'0'121'16,"0"0"37"-16,0 0-79 15,0 0-33-15,0 0-33 16,0 0-13-16,6-13-3 16,3 33-1-16,1 14-1 0,-1 17 5 15,-3 16 0-15,-6 15-1 16,0 6 0-16,-10-1-12 15,-5-4-38-15,-1-16-50 16,5-18-82-16,6-21-213 16</inkml:trace>
  <inkml:trace contextRef="#ctx0" brushRef="#br0" timeOffset="-192245.93">8308 8765 786 0,'0'0'97'0,"0"0"-14"16,0 0-40-16,0 0-28 15,0 0-15-15,0 0-4 16,0-5-12-16,0 52 16 16,-12 18 0-16,-11 17 0 15,-3 13-1-15,-4 1 1 16,4-6-19-16,7-18-11 0,12-18-2 16,7-21-4-1,7-13 3-15,28-20 23 16,17-3 10-16,11-28 4 0,1-10 2 15,-9-2 11-15,-19 1 20 16,-20 6 26-16,-14 2-9 16,-2 5-9-16,-17 6-14 15,-23 14-27-15,-15 9-4 16,-8 17-10-16,2 24-67 16,7 10 5-16,18-1-79 15,17-8-259-15</inkml:trace>
  <inkml:trace contextRef="#ctx0" brushRef="#br0" timeOffset="-176313.04">3631 10565 721 0,'0'0'84'0,"0"0"-73"16,0 0-11-16,0 0-5 16,0 0-4-16,0 0 3 15,0 0 6-15,0 84 0 16,0-44 1-16,0 1 2 16,-2 2-1-16,-2-4 4 15,-1-2-2-15,0-4 2 16,2-4-2-16,-5-2 3 15,5-7 0-15,-4-1-4 16,3-7-2-16,1-2 4 16,0-4-2-16,1-3 2 0,2-3 1 15,-3 0 38-15,0-5 10 16,-2-17-43-16,4-12-11 16,1-8-9-16,0-5-5 15,9-1-16-15,6 2 22 16,3 8 0-16,-4 10 8 15,-6 9 2-15,1 11 0 16,1 8-2-16,-1 0 0 16,9 14-4-16,7 19-1 15,4 10 4-15,11 10 0 16,0 5 0-16,5 3 0 0,0-8 1 16,-4-7 0-1,-2-17 1-15,-9-10-1 0,-5-14 1 16,-8-5 0-1,4-4 2-15,-2-27 7 0,1-14 2 16,0-13-10-16,-6-6-1 16,-8-2 4-16,0 0 12 15,-5 7-4-15,3 6-3 16,7 11-8-16,7 8-2 16,10 7-14-16,11 5-34 15,12 1-10-15,6 4-7 16,4 5-32-16,0 4 33 15,-7 2 24-15,-11 5 6 16,-15 1 2-16,-13 0 18 0,-7 0 14 16,-8 0 4-16,0 8 39 15,0 13-5-15,-9 15 39 16,-5 15 0-16,-4 12-30 16,5 12-8-16,4 4-13 15,9 3-14-15,0-6-5 16,9-8-7-16,6-15 5 15,-3-16-4-15,0-16 0 16,-6-13 2-16,-5-8-1 16,1 0 12-16,4-27 50 15,5-25-64-15,0-19-8 16,1-15-48-16,-6-6-14 16,-6 6-36-16,0 7 58 15,0 15 48-15,0 16 0 0,0 15 5 16,0 14 31-16,0 10 2 15,0 9 34-15,6 3-72 16,9 19-9-16,9 14 2 16,1 5 7-16,2 5 2 15,-9-6 3-15,-5-5-5 16,-8-9 0-16,-5-6-3 16,0-6 6-16,-3-4-2 15,-14-3 4-15,-8-1 4 16,-11 0 0-16,-4-4-2 15,1 3-7-15,11-2-72 0,10-3-145 16</inkml:trace>
  <inkml:trace contextRef="#ctx0" brushRef="#br0" timeOffset="-173828.07">5136 10464 467 0,'0'0'115'16,"0"0"9"-16,0 0-37 0,0 0-29 15,0 0-30-15,0 0-19 16,-12-15-9-16,12 15-5 15,0 0-4-15,0 4 0 16,0 10 9-16,0 8 0 16,3 6 0-16,3 4 0 15,-5 6-3-15,-1 4 3 16,0 6 1-16,0 3 1 16,0-1-2-16,3-4 0 15,3-3 1-15,5-9 2 16,2-7-3-16,4-8 0 15,5-9-8-15,8-10 7 16,4 0 0-16,5-13-1 0,-2-13-1 16,-4-6 3-16,-9-1 6 15,-6-4-3-15,-2 0 5 16,-7-1 1-16,-1 1-5 16,-5 1 0-16,-3 3-4 15,0 2 2-15,-11 3-2 16,-4 3 0-16,-1 8 0 15,1 5 2-15,6 7 4 16,7 3 3-16,1 2-9 16,1 0-1-16,0 0-7 15,0 4-12-15,0 13 15 16,3 5 4-16,6-1 1 16,6-1 0-16,3-4-3 0,9-3 2 15,11-3 1-15,6-5 2 16,16-5-2-16,5 0-4 15,2-11-109-15,-4-14-118 16</inkml:trace>
  <inkml:trace contextRef="#ctx0" brushRef="#br0" timeOffset="-173554.99">6150 10696 686 0,'0'0'110'16,"0"0"-80"-16,0 0-30 16,0 0-1-16,0 0-15 15,0 0 1-15,28 2 15 16,1-2 1-16,8 0 6 15,12 0 1-15,9-8-7 16,0 2-1-16,-5 1-53 16,-7 0-61-16,-18 5-172 15</inkml:trace>
  <inkml:trace contextRef="#ctx0" brushRef="#br0" timeOffset="-173364.15">6174 10914 618 0,'0'0'209'0,"0"0"-184"16,0 0-9-16,83 0 6 15,-35 0-10-15,12-5 1 16,10-2-8-16,3 2-3 16,3 0-2-16,-3 2-13 15,-9 0-69-15,-13-3-185 0</inkml:trace>
  <inkml:trace contextRef="#ctx0" brushRef="#br0" timeOffset="-168154.05">7223 10562 231 0,'0'0'65'16,"0"0"65"-16,0 0-20 15,0 0-31-15,0 0 6 16,0 0-20-16,0 0-24 15,-29-70-3-15,25 67-8 16,1 1 4-16,1 2-16 16,2 0-11-16,0 0-3 0,0 0-4 15,0 0-2 1,0 0-4-16,0 0 1 0,12 0 3 16,22-4 2-16,19-7 7 15,17-6 7-15,9-5-3 16,10 3-6-16,1 1-1 15,-4 2-4-15,-8 5 0 16,-16 8-1-16,-15 3-14 16,-22 3-50-16,-25 22-122 15,-19-1-134-15</inkml:trace>
  <inkml:trace contextRef="#ctx0" brushRef="#br0" timeOffset="-167755.19">7130 10594 606 0,'0'0'95'0,"0"0"-5"16,0 0-42-16,0 0-13 16,90-55-19-16,-71 55-12 15,3 0-4-15,-1 6 2 16,2 11-4-16,-6 8 0 15,-5 9-2-15,-9 5 0 16,-3 7 2-16,-4 4 0 16,-20-3 2-16,-3-1-6 15,-1-7-2-15,3-8 4 16,5-7 4-16,4-6-1 16,5-4-1-16,4 3 3 0,4-4-1 15,3 0 0-15,0 2-1 16,10 0-2-16,14 1 3 15,12-4 1-15,7-4 3 16,8-7-2-16,7-1-2 16,2 0 3-16,5-2-1 15,-2-8 0-15,-2-2-2 16,-9 1-2-16,-10-2-54 16,-13-2-107-16,-14-4-302 15</inkml:trace>
  <inkml:trace contextRef="#ctx0" brushRef="#br0" timeOffset="-167138.78">8403 10366 745 0,'0'0'49'0,"0"0"30"0,0 0-46 16,0 0-33-16,0 0-16 16,0 0-1-16,-17 91 16 15,17-14-2-15,0 12 3 16,0 6 3-16,0 1-1 15,0-4 1-15,0-12 0 16,1-15-3-16,2-18 1 16,-1-22 1-16,-2-14 1 15,0-11 2-15,0-2 63 16,0-29-5-16,0-20-63 16,0-15-2-16,1-8-8 15,4-2-6-15,0 3 4 16,9 4-2-16,1 6-23 15,3 10 8-15,6 12 11 0,4 10 9 16,-1 11 8-16,3 10 1 16,0 10-3-16,5 0 2 15,-2 23-3-15,-3 6 3 16,-6 6 0-16,-6-2-3 16,-13-3-8-16,-5 0 1 15,-8 0 4-15,-19-4 7 16,-8-1 0-16,-13-6 1 15,-12-4 5-15,-6-4 1 16,2 2 2-16,15-7 0 16,23 0-7-16,15 1-2 15,11-3-37-15,16-1-125 16,26-3 35-16,16-9-227 16</inkml:trace>
  <inkml:trace contextRef="#ctx0" brushRef="#br0" timeOffset="-166652.33">8905 10492 761 0,'0'0'147'0,"0"0"-92"0,0 0-55 15,0 0-7 1,0 0 4-16,37 90 3 0,-26-37-3 16,-9 8 2-1,3 3 0-15,-5 0 2 0,0-3 1 16,0-8-2-16,0-12-1 16,8-11-19-16,5-16-11 15,9-14 23-15,13-1 8 16,11-32 5-16,9-13-5 15,1-12-4-15,-7-3 4 16,-9-1 4-16,-13 3-4 16,-14 3 4-16,-10 9 16 15,-3 9-2-15,0 12-7 16,-5 14 10-16,-1 5-16 0,5 5-5 16,0 2 0-16,-4 0-6 15,-1 21-12-15,0 8 18 16,5 5-2-16,1-2 2 15,0-6-1-15,22-4 0 16,12-11-4-16,13-9 1 16,11-2 3-16,11-11-9 15,5-18-43-15,-8-11-146 16,-10-4-419-16</inkml:trace>
  <inkml:trace contextRef="#ctx0" brushRef="#br0" timeOffset="-165385.93">9928 10869 275 0,'0'0'204'16,"0"0"-106"-16,0 0-54 16,0 0 27-16,0 0-29 15,0 0-35-15,0 0-6 16,17-5 40-16,20-4 13 0,11 0-23 15,11-3-10 1,2 2-11-16,5 0-9 0,-3 1 0 16,-4 3 0-16,-11 0-1 15,-15 6-6-15,-15 0-28 16,-15 0-71-16,-3 3-59 16,-24 6-27-16</inkml:trace>
  <inkml:trace contextRef="#ctx0" brushRef="#br0" timeOffset="-164920.88">10926 10352 658 0,'0'0'69'0,"0"0"40"0,0 0-86 15,0 0-23-15,0 0-11 16,0 0 6-16,2 90 2 16,-2-21 3-16,0 13 2 15,-5 6 0-15,-7-1 6 16,-1-12-5-16,1-17-1 15,4-20-2-15,3-17-1 16,4-13-12-16,1-8-24 16,0-10 19-16,15-26-29 15,9-22-474-15</inkml:trace>
  <inkml:trace contextRef="#ctx0" brushRef="#br0" timeOffset="-164715.93">10875 10270 569 0,'0'0'40'0,"0"0"-10"15,94-60 30-15,-47 40-1 16,5-1-16-16,3 3-31 16,2 4-5-16,-2 7-7 15,-4 7 0-15,-7 0-49 16,-17 12-42-16,-21 15-34 0,-9 10-141 15</inkml:trace>
  <inkml:trace contextRef="#ctx0" brushRef="#br0" timeOffset="-164307.69">10682 11053 666 0,'0'0'128'15,"0"0"-94"-15,85-35-26 16,-42 20-1-16,5-3 5 16,1-2-4-16,2 2-5 15,-4 4 0-15,-11 4-2 16,-9 7 0-16,-13 3-1 0,-7 0-3 16,-6 6-5-16,-1 10-2 15,0 6 8-15,-1 3 2 16,-6 4 2-16,2 1-1 15,5 0 1-15,0-1-2 16,19-7-5-16,12-8-5 16,8-14 5-16,12 0 2 15,6-25 2-15,4-10 0 16,1-8 1-16,-10 1 2 16,-14 1 24-16,-17 7-2 15,-17 8 9-15,-4 4 7 16,-17 8-27-16,-24 11-13 15,-19 3-9-15,-7 20-54 0,5 10-97 16,20-2-216 0</inkml:trace>
  <inkml:trace contextRef="#ctx0" brushRef="#br0" timeOffset="-163987.67">11992 10524 703 0,'0'0'115'0,"0"0"-107"16,0 0-3-16,0 0-5 16,0 0 2-16,119-7 0 15,-72 5 5-15,5-1 1 16,2 3-8-16,0 0-2 16,-4 0-71-16,-12 0-79 15,-15 0-75-15,-19 0-152 16</inkml:trace>
  <inkml:trace contextRef="#ctx0" brushRef="#br0" timeOffset="-163816.14">12012 10741 225 0,'0'0'166'0,"0"0"-83"16,0 0 13-16,0 0-45 15,83 23 16-15,-42-23 17 16,11-6-47-16,6-6-28 15,2-4-9-15,-1 1-23 16,-5-1-108-16,-6-4-156 16</inkml:trace>
  <inkml:trace contextRef="#ctx0" brushRef="#br0" timeOffset="-163404">12991 10206 590 0,'0'0'204'16,"0"0"-100"-16,0 0-66 15,0 0-38-15,0 0-11 16,0 0 6-16,-10 88 3 15,-3-19 4-15,-5 3 3 16,3-4-1-16,1-8-3 16,10-9-1-16,4-8-20 15,0-11-47-15,8-15-65 0,7-16-91 16</inkml:trace>
  <inkml:trace contextRef="#ctx0" brushRef="#br0" timeOffset="-163058.94">13234 10196 788 0,'0'0'81'16,"0"0"-30"-16,0 0-36 16,0 0-4-16,0 0-7 15,0 0-4-15,10-35-8 16,-10 52-8-16,0 12 10 0,1 12-1 15,10 5 6 1,5 4-6-16,4-1 4 0,5-9 0 16,0-6 3-16,-2-6-2 15,-8-6 2-15,-4-7-1 16,-4-1-2-16,-7-2-6 16,0-2 6-16,0 4 3 15,-20 1 2-15,-8 0 6 16,-8-1-3-16,-9-3-1 15,-7-3-4-15,-1-4-26 16,2-4-53-16,11 0-89 16,14-15-211-16</inkml:trace>
  <inkml:trace contextRef="#ctx0" brushRef="#br0" timeOffset="-162510.13">13286 10186 669 0,'0'0'27'0,"0"0"55"15,0 0-76-15,0 0 35 16,113-20-6-16,-59 20-17 16,13 0-6-16,8 0-8 15,4 0-4-15,-5 0 2 16,-5 0-4-16,-11 0-12 0,-10 0-6 15,-14-4-23-15,-12-2-33 16,-11-1 27 0,-11 2 34-16,-2-2 15 0,-22 2 11 15,-7-1 3-15,-5 3 18 16,2 3-1-16,7 0 12 16,6 12-30-16,3 21-13 15,1 21-1-15,3 14 0 16,6 9 1-16,8 3-7 15,0-8 7-15,22-13 1 16,0-11 5-16,-4-14-3 16,-8-10 4-16,-6-10-2 15,-4-6-2-15,0-1 5 0,-10 1-6 16,-15-2 4 0,-8-3 0-16,-6-3-2 0,-1 0 3 15,6-12 1-15,4-10 5 16,10-6-3-16,10-6 1 15,10-4-7-15,11-5-4 16,27-3-8-16,10-1-21 16,12-2 5-16,5 2 15 15,2 7-18-15,-4 7-50 16,-9 13 17-16,-16 10-42 16,-14 6-150-16</inkml:trace>
  <inkml:trace contextRef="#ctx0" brushRef="#br0" timeOffset="-162287.21">14205 10664 827 0,'0'0'16'0,"0"0"-12"15,0 0-4-15,-38 109 1 16,19-63 2-16,-1 6-2 16,1-4-1-16,6-7-49 15,5-12-59-15,8-15-68 16</inkml:trace>
  <inkml:trace contextRef="#ctx0" brushRef="#br0" timeOffset="-161827.3">14439 10251 851 0,'0'0'38'0,"0"0"22"16,27-86-38-16,-4 65-10 15,10 2-6-15,8 1 1 16,4 6 2-16,4 3-9 15,6 5 2-15,-2 4-2 0,-5 0 0 16,-9 0-4 0,-14 7-20-16,-13 5-20 0,-12 5-28 15,0 5-2-15,-28 4 53 16,-6 3 21-16,-2-2-1 16,6 2 1-16,9-8 0 15,9 1 2-15,10 2 8 16,2 6 6-16,0 8 6 15,10 6-5-15,12-1-8 16,2-2-4-16,4-4-1 16,-4-3 6-16,-9-4-6 15,-8-5 0-15,-7-1-2 16,0-4 0-16,-13-1 1 0,-13-1 2 16,-9-2-1-16,-9-4-4 15,-3-5-3-15,2-7-21 16,7 0-7-16,17-9-10 15,21-15-30-15,5-12-134 16</inkml:trace>
  <inkml:trace contextRef="#ctx0" brushRef="#br0" timeOffset="-161611.24">15277 10079 637 0,'0'0'187'0,"0"0"-72"15,0 0-56-15,0 0-39 16,0 0-20-16,0 0-20 16,0 43 18-16,-17 23 1 15,-9 17-2-15,-5 6 2 16,1-2-8-16,0-9-19 16,9-13-9-16,8-17-54 15,8-18-97-15,5-22-91 16</inkml:trace>
  <inkml:trace contextRef="#ctx0" brushRef="#br0" timeOffset="-161275.39">15337 10183 870 0,'0'0'86'0,"0"0"-63"15,0 0-23-15,0 0-12 16,0 77 9-16,0-19 2 15,0 10 0-15,0-1-2 16,1-1-3-16,17-3-6 16,6-8-11-16,3-15-16 15,1-14 6-15,3-19 8 16,4-7 9-16,4-23 16 16,-4-16 6-16,-9-7-6 15,-7 0 19-15,-16 1 24 16,-3 1 2-16,-18 5-12 0,-22 5-17 15,-4 12-14-15,3 14-2 16,8 8-1 0,12 16 1-16,8 18-30 0,5 8-12 15,8 6-12-15,2 1-74 16,25-10-93-16</inkml:trace>
  <inkml:trace contextRef="#ctx0" brushRef="#br0" timeOffset="-161055.99">15959 10534 460 0,'0'0'89'0,"0"0"-15"0,0 0 80 15,108-8-91-15,-54 4-44 16,5 1-8-16,3-2-6 15,-1 3-2-15,0 1-3 16,-1 0-15-16,-8-4-114 16,-9-5-241-16</inkml:trace>
  <inkml:trace contextRef="#ctx0" brushRef="#br0" timeOffset="-155798.46">16939 10137 305 0,'0'0'175'16,"0"0"-66"-16,0 0-21 15,5-77-10-15,-3 60-17 16,-1 7-5-16,-1 3-29 15,0 4-5-15,0 0-8 16,0 3-8-16,0 0-6 16,0 8-8-16,0 21-1 15,0 17 2-15,0 17 3 16,-16 12 4-16,-7 9 3 16,0-4 0-16,-1-9-2 15,5-8 3-15,5-15 0 16,7-12-3-16,0-12 0 15,7-11-1-15,0-9-8 0,0-4-54 16,12-15-14 0,8-24-236-16</inkml:trace>
  <inkml:trace contextRef="#ctx0" brushRef="#br0" timeOffset="-155149.89">17194 10251 437 0,'0'0'45'0,"0"0"4"0,-15 79 19 16,6-37-8 0,0 4-3-16,3 5-19 0,4-1-30 15,2-1 6-15,0-3-4 16,14-12-2-16,4-10-2 15,3-12-2-15,7-12 16 16,8 0 19-16,8-24-5 16,0-12-26-16,-3-6-3 15,-11-1-3-15,-15 2 1 16,-12 0-3-16,-3 3-2 16,-18 3-1-16,-17 4-5 15,-3 6-19-15,7 8 4 16,11 7 18-16,9 3 5 0,9 5 0 15,2 2-3 1,0 0-10-16,11 0-2 0,16 0 15 16,11 0 3-16,4 0 3 15,3 5-3-15,-4 6-2 16,-2 3 3-16,-5 4-3 16,-2 6-1-16,-5 3 0 15,-6 2-3-15,-8 1 3 16,-3 1-2-16,-5 0 2 15,1 0 1-15,0 1-1 16,4-5 0-16,1-1-1 16,-2-7-4-16,2-11-6 0,2-8-2 15,2 0 13 1,5-24 3-16,6-11 6 0,2-8-1 16,2-5 17-16,-3-2-1 15,-6-4-5-15,-6 5 26 16,-14 8-19-16,-1 8-17 15,-31 16-9-15,-20 14-10 16,-10 3-36-16,6 29 4 16,15 12-10-16,19 14-33 15,18 4-5-15,3-1-55 16,19-7-168-16</inkml:trace>
  <inkml:trace contextRef="#ctx0" brushRef="#br0" timeOffset="-154913.27">18236 10671 686 0,'0'0'179'0,"0"0"-107"15,0 0-72-15,0 0 1 16,0 0-1-16,-22 96 0 15,15-49 1-15,-1 2-1 16,-1-3 0-16,-3-5-1 16,0-6-28-16,-5-5-33 15,-1-10-78-15,6-16-163 0</inkml:trace>
  <inkml:trace contextRef="#ctx0" brushRef="#br0" timeOffset="-153767.54">18811 10400 623 0,'0'0'8'0,"0"0"0"16,0 0-8-16,0 0 0 15,0 0 0-15,-38 76 16 16,24-38 11-16,1 7-17 15,4 5-1-15,6 1-2 16,3 0-4-16,0-4 4 0,0-9-4 16,16-12-2-1,3-12-1-15,6-11 9 0,5-3 23 16,9-10 24-16,2-17-37 16,3-6 4-16,-10-4-12 15,-9 1 3-15,-11 0 9 16,-13 2-14-16,-1 0-9 15,-12 3 0-15,-17 4-10 16,-3 8-15-16,5 8 11 16,5 5 14-16,5 3 0 0,4 3-4 15,4 0 4 1,2 0-3-16,4 0 0 0,3 0 1 16,0 0 2-1,0 0 2-15,0 0 1 0,0 0-1 16,0 0 9-16,0 0 16 15,0 0-1-15,0 0-6 16,0 0-7-16,0 0-1 16,-1 0-4-16,1 0-2 15,-2 0 1-15,2 0-3 16,0 0 1-16,-1 0-4 16,1 0-1-16,0 0 0 15,0 0 0-15,0 0-1 16,0 0 0-16,0 0 1 15,0 0-4-15,0 0 4 16,0 0-2-16,0 0-3 0,0 0-6 16,10 0-3-16,16 0 10 15,18 0 3-15,14 0 1 16,11 0-7-16,4 0-9 16,-2 0-16-16,-5-5 10 15,-11-4 13-15,-18 1 9 16,-13 2 5-16,-15 0 6 15,-6 5 13-15,-3 1-12 16,0 0-12-16,0 1-6 16,-13 18-3-16,-11 9 9 15,-3 7 1-15,-6 4 1 0,3 5-2 16,7-6 0 0,8-4-2-16,9-11-5 0,6-12-11 15,0-6 11-15,14-5 7 16,14-2 5-16,7-20-1 15,1-5-1-15,0-4-2 16,-14 2-1-16,-4-1 0 16,-7 6 0-16,-7 3-1 15,-1 5 1-15,0 5 0 16,-2 2 0-16,1 6 0 16,-1 2 0-16,2 1-2 15,4 0-9-15,0 14 10 16,5 7-1-16,-5 5 0 15,2 2 1-15,2 4 1 16,-2 0 0-16,1 0 0 0,3-2 1 16,4-7-1-16,2-8-2 15,7-5 2-15,-1-10-1 16,5 0 2-16,4-13 0 16,0-13 0-16,2-8 3 15,-3-5 6-15,-5-4 10 16,-5 3 8-16,-10 3 2 15,-7 2-16-15,-6 8 8 16,0 8-11-16,-10 5-8 16,-29 11-3-16,-19 3-35 0,-17 3-26 15,-4 23-52 1,9 9-64-16,19 5-101 0</inkml:trace>
  <inkml:trace contextRef="#ctx0" brushRef="#br0" timeOffset="-152135.2">5039 9936 98 0,'0'0'242'0,"0"0"-108"16,0 0-125-16,0 0 1 15,134-14 5-15,-26-1 40 16,30-3 4-16,23 0-17 15,23 2-11-15,8 8-12 16,13 5-4-16,5 3-10 16,6 0 0-16,6 8-3 15,-4 1-4-15,-8 2 2 0,-5-7 0 16,-10-4 0-16,2-1 1 16,-6-20-1-16,-15-3 0 15,-24-3 5-15,-28 3 2 16,-35 2 44-16,-28 1 0 15,-26 8-22-15,-19 4 14 16,-10 4-3-16,-6 5-22 16,0 0-15-16,0 0-3 15,-13 0-9-15,-18 3-40 16,-8 18-70-16,-4 3-55 16,13-9-124-16</inkml:trace>
  <inkml:trace contextRef="#ctx0" brushRef="#br0" timeOffset="-151973.06">8925 9718 817 0,'0'0'16'16,"0"0"71"-16,0 0-50 16,0 0-37-16,0 0-18 15,0 0-127-15,-32 27 95 16,-2 5-113-16,-5-6-175 15</inkml:trace>
  <inkml:trace contextRef="#ctx0" brushRef="#br0" timeOffset="-143257.62">20041 10461 455 0,'0'0'113'16,"0"0"-1"-16,0 0-37 16,0 0-16-16,0 0-27 15,0 0-1-15,0 0-5 16,34-31-13-16,-25 24 13 15,2 3-18-15,2-1-1 16,-2 2-7-16,8 0 0 16,5 3-1-16,3 0 1 15,4 0-8-15,3 6-34 0,1 3-17 16,-5 1-59-16,-9 1-29 16,-11-2-114-16</inkml:trace>
  <inkml:trace contextRef="#ctx0" brushRef="#br0" timeOffset="-143075.29">20075 10610 372 0,'0'0'54'0,"0"0"22"16,0 0 12-16,0 0-41 16,0 0-15-16,0 0 31 15,54 13-8-15,-18-13-32 16,3 0-15-16,4 0-8 15,6 0-39-15,0-12-123 16,-5-14-256-16</inkml:trace>
  <inkml:trace contextRef="#ctx0" brushRef="#br0" timeOffset="-142831.2">20809 10190 674 0,'0'0'152'16,"0"0"-77"-16,0 0-75 15,0 0-5-15,0 0 1 0,-23 78 3 16,4-25 2 0,0 9-1-16,0 5 5 0,5 5-5 15,4-4 0-15,0-9-23 16,4-12-64-16,1-15-25 15,2-17-63-15,3-15-177 16</inkml:trace>
  <inkml:trace contextRef="#ctx0" brushRef="#br0" timeOffset="-142665.01">20584 10470 666 0,'0'0'79'16,"0"0"-7"-16,0 0-72 15,0 0 1-15,82-14 1 16,-34 14 3-16,7 0-1 0,6 3-3 16,1 5-1-16,4-5-76 15,-4-3-129-15</inkml:trace>
  <inkml:trace contextRef="#ctx0" brushRef="#br0" timeOffset="-142297.07">21306 10182 777 0,'0'0'63'0,"0"0"12"15,0 0-75 1,0 0-12-16,0 0 12 0,0 88 0 16,0-40 3-16,6-3-1 15,4-5-2-15,3-8-6 16,1-8-10-16,-2-7-6 15,-3-7 15-15,-5-4 0 16,-2-5-5-16,-2-1 12 16,0 0 7-16,0 0 25 15,0 0-4-15,0 4-27 16,0 4-1-16,0 9-9 16,-3 7 9-16,-3 6 2 15,2 3-1-15,1-3-1 16,0-2-1-16,0-9-4 15,-3-4-17-15,-11-8 7 16,-5-1-12-16,-9-6-70 0,-7 0-30 16,-5-11-120-16</inkml:trace>
  <inkml:trace contextRef="#ctx0" brushRef="#br0" timeOffset="-141680.32">21416 10198 674 0,'0'0'81'16,"0"0"6"-16,0 0-72 15,0 0-15-15,0 0-2 16,0 0 2-16,84-13 0 15,-35 21 0-15,8 0 0 16,7-6-1-16,6-2-19 16,2 0-33-16,-1-1-33 15,-5-11 25-15,-15-5 50 16,-15-2-4-16,-14 2 15 16,-12 0 3-16,-10 0 23 15,0 1 9-15,-7 3 14 16,-18-1-22-16,-1 8-14 0,-8 6-3 15,4 0-5 1,-4 22-5-16,-2 20-4 0,-4 19 0 16,4 13 4-16,7 1 0 15,10 2 1-15,14-8-1 16,5-11 3-16,2-11 0 16,10-14-2-16,-2-11 2 15,-5-13-1-15,-4-5 4 16,-1-4 2-16,0 0 8 15,0 0-13-15,0 0-1 16,0 0 2-16,-3 0 5 16,-10 0 1-16,1-13 2 15,1-3-3-15,6-5 8 0,5-3 2 16,5-6-16-16,22-2-3 16,17-3-6-16,8-1 1 15,6-1-20-15,-1-2-7 16,0 3-11-16,-10 5-33 15,-13 5-23-15,-11 9 10 16,-14 9-32-16,-9 5-141 16</inkml:trace>
  <inkml:trace contextRef="#ctx0" brushRef="#br0" timeOffset="-140826.18">22312 10652 4 0,'0'0'652'0,"0"0"-502"15,0 0-81-15,0 0-50 16,0 0-8-16,0 0-11 16,4 10-9-16,-11 14 4 15,-14 11 5-15,-2 6 0 16,-7 2-9-16,-1-1-39 15,-2-3-64-15,2-8-43 0,7-13-171 16</inkml:trace>
  <inkml:trace contextRef="#ctx0" brushRef="#br0" timeOffset="-140214.03">22673 10281 569 0,'0'0'72'16,"0"0"60"-16,0 0-59 15,0 0-38-15,0 0-3 16,0 0-18-16,23-75 1 16,-18 71-15-16,9-3 0 15,5 2-4-15,9-3-5 16,6 2-13-16,2-1-5 16,-2-1 2-16,-4 3 7 15,-7 1-2-15,-6 4-3 16,-6 0-37-16,-5 2-9 15,-6 12 22-15,0 6 5 16,-8 2 35-16,-13 5 7 0,-6 1 1 16,-4 1 3-1,0 5 3-15,1-1 7 0,3 7-3 16,5 3-4-16,7 0-5 16,12 4-1-16,3-2 0 15,4-5 0-15,17-5 1 16,-3-7 1-16,-4-9-1 15,-6-9-2-15,-6 0 0 16,-2-8 0-16,0 1 3 16,0 1 0-16,-5-2 19 15,-18 4 31-15,-10-1-33 16,-7-1-15-16,2 1-2 0,9 1-1 16,5 0-2-16,10-1-3 15,7 2-43-15,4-1-31 16,3-5-57-16,0-1-131 15</inkml:trace>
  <inkml:trace contextRef="#ctx0" brushRef="#br0" timeOffset="-139432.31">23421 10174 416 0,'0'0'160'16,"0"0"-46"-16,0 0-13 16,0 0-40-16,0 0-30 15,0 0-22-15,12-42-9 16,-12 45-9-16,0 23 1 0,-9 16 8 16,-16 20 0-16,-13 9 0 15,-8 10 7-15,-3-1-7 16,4-9 0-16,8-8-26 15,9-15-18-15,5-13-18 16,4-8-21-16,5-11-30 16,9-13-156-16</inkml:trace>
  <inkml:trace contextRef="#ctx0" brushRef="#br0" timeOffset="-139013.96">23771 10112 572 0,'0'0'66'0,"0"0"52"16,0 0-40-16,0 0-78 15,0 0-3-15,0 0 1 16,-58 78 2-16,18-11 2 16,-3 9-2-16,4 2 3 15,4 0-1-15,12-5 0 0,11-6-1 16,12-11-1-16,0-15-14 16,29-18-20-16,6-11 29 15,8-12 5-15,-4 0 3 16,-6-10 2-16,-10-11 4 15,-8-1 21-15,-10-2 1 16,-5-3 3-16,-5 2-21 16,-27 4-4-16,-14 9-9 15,-8 9-32-15,6 3-93 16,12 10-42-16,20 7-165 16</inkml:trace>
  <inkml:trace contextRef="#ctx0" brushRef="#br0" timeOffset="-138877.31">23673 10754 693 0,'0'0'152'0,"0"0"-86"16,0 0-66-16,0 0-85 16,0 0-117-16,-95 19-111 15</inkml:trace>
  <inkml:trace contextRef="#ctx0" brushRef="#br0" timeOffset="-137617.34">22006 10310 79 0,'0'0'59'16,"0"0"28"-16,0 0-48 16,0 0 39-16,0 0 23 15,79-89-55-15,-69 69 20 16,2 0-31-16,-2 1 7 15,-2 0-1-15,-1 2-3 16,-4 3-13-16,-1 3 14 0,-2 3-22 16,0 2-14-16,0 1-2 15,0 0-1-15,0 0-3 16,0 1 1-16,-12 1-5 16,-3 2 1-16,-6 1-3 15,-3 0 3-15,-1 0-1 16,-2 7 1-16,2 3 2 15,1 2 2-15,3 1-2 16,1 4 4-16,-2 4 0 16,-3 4-2-16,1 4 2 0,-3 5 0 15,2 2 0 1,1 3 1-16,2 1-1 16,2-1-1-16,7 0 1 0,2-4-15 15,4-2-20-15,7-4 17 16,0-5 6-16,0 0-8 15,12-4-1-15,7-3 6 16,4-1 10-16,3-4 5 16,1 2-1-16,-3-1 1 15,-6 1 0-15,-4 3-2 16,-7 1-2-16,-4 3 1 16,-3 3 2-16,0 0 1 15,-11 1 2-15,-9-3-1 16,-6 0 0-16,1-7 1 15,2-4-1-15,1-3 1 0,1-3 0 16,-1-4 3-16,1-1 3 16,0 0 2-16,0 0 5 15,8 0 9-15,1-6-5 16,3-2-7-16,7-3 17 16,2-4 6-16,0-7-25 15,23-6-7-15,11-7-3 16,8-8-4-16,10-9 4 15,3-5 10-15,0-2 3 16,-8 4 13-16,-6 7 2 16,-9 12-5-16,-7 8-15 15,-5 8-8-15,-3 7-1 0,-5 7-10 16,0 5-17 0,-4 1-65-16,-4 2-70 0,-4 8-131 15</inkml:trace>
  <inkml:trace contextRef="#ctx0" brushRef="#br0" timeOffset="-137466.1">22055 10440 508 0,'0'0'127'0,"0"0"-1"15,0 0-63-15,0 0-63 16,0 0-99-16,0 0-40 15,-14 44-76-15</inkml:trace>
  <inkml:trace contextRef="#ctx0" brushRef="#br0" timeOffset="-136802.23">20519 11289 332 0,'0'0'120'15,"0"0"-14"-15,0 0-46 16,0 0-37-16,0 0-9 16,0 0-14-16,-53-26-4 15,53 26 2-15,20 5 2 16,24 4 2-16,31 6 16 15,37 0 3-15,38 0 19 16,32 1-15-16,27-2-11 16,15-2-11-16,9-4 3 15,8-4-6-15,-14-1 0 0,-13-3 0 16,-22 0 3 0,-27-1 0-16,-23-13 2 0,-28 1 11 15,-29-3 10-15,-30 3-3 16,-26 6-5-16,-18 3-11 15,-11 4-7-15,-1 0-2 16,-40 0-55-16,-31 13-97 16,-38-2-6-16</inkml:trace>
  <inkml:trace contextRef="#ctx0" brushRef="#br0" timeOffset="-136469.38">20571 11485 362 0,'0'0'71'0,"0"0"28"16,0 0-51-16,0 0-48 16,0 0-3-16,0 0 3 15,23 1 27-15,40 6 15 16,28 1-1-16,33 1-10 15,28-2-9-15,30-1-6 16,18-3-3-16,9-3-4 16,7 0-1-16,-13-6-8 15,-11-5 6-15,-26 2-6 16,-23-2 3-16,-22 2 0 0,-23 0-3 16,-16 3-1-16,-22 2 0 15,-21 4-6-15,-14 0-87 16,-17 0-173-16</inkml:trace>
  <inkml:trace contextRef="#ctx0" brushRef="#br0" timeOffset="-136313.04">22990 11467 651 0,'0'0'125'0,"0"0"-39"15,0 0-48-15,0 0-38 0,0 0-63 16,0 0-146-16,-28 13 16 16</inkml:trace>
  <inkml:trace contextRef="#ctx0" brushRef="#br0" timeOffset="-134303.37">8389 11957 781 0,'0'0'91'0,"0"0"-57"15,0 0-34-15,0 0-24 16,0 0 23-16,-18 128 1 15,3-65 1-15,-3 5 5 16,2-5-6-16,1-7 0 16,6-16-4-16,1-18 2 15,4-11-14-15,0-11 16 16,4 0 5-16,-2-25 24 16,2-14-29-16,0-9-3 15,0-10-2-15,5 4-3 16,9 1-10-16,6 9-3 0,1 11-4 15,2 10-2 1,0 11 14-16,-2 11 10 0,1 1-1 16,-1 16-5-16,3 16 7 15,-3 11 1-15,0 8 1 16,-1 7 0-16,2 2-4 16,0-6-1-16,0-11-1 15,0-15-48-15,-2-17 4 16,0-11 36-16,3-13 14 15,-2-22 4-15,0-14-2 16,4-8-1-16,-1-5 1 16,-6 2 21-16,0 5 20 15,-4 11 17-15,2 5-27 16,-3 14 2-16,2 10-23 0,-2 10-7 16,1 5-5-16,-2 9-3 15,9 23 0-15,0 13-3 16,0 11 6-16,-2 9 2 15,-7 1-2-15,-2 2 4 16,-1-8-4-16,-7-5 2 16,2-16-1-16,-4-14 1 15,0-15-2-15,0-10-14 16,0-3 14-16,0-24-4 16,3-14-4-16,-1-10-68 15,-2-2 56-15,0-3 19 16,0 3 1-16,0 0 16 15,0 5 0-15,7 3-9 16,16 4-7-16,8 3-2 0,6 4-4 16,3 10 6-16,-1 9 1 15,-3 13-1-15,-8 2-1 16,-7 17-2-16,-15 17-2 16,-6 8 5-16,-19 5 2 15,-20 2-1-15,-4-4 4 16,-6-5-3-16,1-6-1 15,6-6 6-15,9-10-4 16,11-6 1-16,16-8-4 16,6-4-16-16,30-10-24 15,26-23 16-15,26-15-113 0,17-9 57 16,7-1 80 0,0 1 8-16,-14 9 48 0,-23 13 44 15,-27 13-7-15,-23 12-5 16,-14 8-20-16,-5 2-44 15,0 6-24-15,0 19-11 16,-14 13 11-16,-5 13 1 16,2 4 2-16,4 1-1 15,8 1-2-15,5-1-2 16,0-6 0-16,21-6-3 16,2-12-15-16,7-13-18 15,5-13 0-15,7-6 11 16,4-18 23-16,-1-21 0 15,1-12-29-15,-9-6-8 0,-10-2 30 16,-12 1 11-16,-13 5 21 16,-2 12 51-16,-2 7-10 15,-10 11-5-15,6 12-19 16,-1 9-21-16,3 2-17 16,2 16-40-16,2 14 29 15,0 6 9-15,9 4 2 16,19-4-3-16,9 0 2 15,14-10-5-15,12-10-26 16,8-10-10-16,9-6-54 16,0-25-59-16,-2-20-406 0</inkml:trace>
  <inkml:trace contextRef="#ctx0" brushRef="#br0" timeOffset="-133702.36">10768 12137 662 0,'0'0'99'0,"0"0"-99"15,0 0-65-15,0 0 65 16,0 0 4-16,0 0-2 16,0 0 7-16,87 11 11 15,-49-11 2-15,14 0-3 16,11 0-7-16,7 0-8 15,5-8 0-15,-2-6-4 16,0-2 0-16,-9 0 2 16,-6 1-5-16,-14 0-2 15,-15-1-9-15,-8 3 9 0,-12-3 3 16,-9-2-9-16,0 0 5 16,-13-1-2-16,-19-1 0 15,-5 9 6-15,6 0 2 16,11 8 14-16,12 3-11 15,8 0-3-15,0 4-32 16,11 12 32-16,12 4 0 16,4 4 0-16,1 1 1 15,2 4-2-15,-5-1 2 16,-2-1-1-16,-4-5 0 16,-10-2 0-16,-9-3 0 15,0 2 1-15,-15-2-1 16,-13 2 0-16,-3-2-62 0,-1-7-133 15</inkml:trace>
  <inkml:trace contextRef="#ctx0" brushRef="#br0" timeOffset="-133417.09">12437 11732 835 0,'0'0'35'16,"0"0"-35"-16,0 0-18 15,0 0 18-15,28 107-1 16,-21-55 1-16,-3 4 0 15,-4 5 0-15,0-1 2 16,0-2-2-16,-4-5-47 16,-10-8-65-16,-2-15-17 15,-1-15-208-15</inkml:trace>
  <inkml:trace contextRef="#ctx0" brushRef="#br0" timeOffset="-133021.03">12321 12032 646 0,'0'0'16'0,"0"0"16"16,0 0-31-16,88-34 4 15,-51 27 29-15,9-1 10 16,11-3-9-16,6 1-13 16,1 1-14-16,-6 6-3 15,-15 3-5-15,-14 0 0 16,-13 0-3-16,-8 16-5 15,-3 4 8-15,0 6 0 16,1 6 0-16,-2 0 1 16,4 1-1-16,1-1-1 15,5-5-16-15,3-8-7 0,4-12 1 16,-2-7 23 0,1-7 5-16,2-20 26 0,5-12-9 15,0-7-14-15,-5-4 1 16,-5 1 16-16,-9 3 11 15,-2 9-6-15,-3 10-15 16,-3 12-5-16,2 10-10 16,-2 5-1-16,0 3-80 15,3 20-46-15,-2 6 20 16,2 3-85-16,3-5-163 16</inkml:trace>
  <inkml:trace contextRef="#ctx0" brushRef="#br0" timeOffset="-132689.41">13317 12015 632 0,'0'0'159'0,"0"0"-116"16,0 0-39-16,0 0-3 16,0 0 0-16,97-34 2 15,-71 23 1-15,-9-2 4 16,-5-2 12-16,-4-2-1 15,-4-2-8-15,-4 2-6 16,-3-3 0-16,-15 2-1 16,-7 5-3-16,0 5 0 0,-3 8-1 15,6 6-3 1,1 18-9-16,7 10-2 0,8 5 8 16,6 1 1-16,6 1 4 15,29-1-2-15,16-7 3 16,15-8 0-16,10-6 1 15,3-10-1-15,-12-9-16 16,-16 0-136-16,-20-19-328 16</inkml:trace>
  <inkml:trace contextRef="#ctx0" brushRef="#br0" timeOffset="-132022.43">15141 11967 732 0,'0'0'124'16,"0"0"-42"-16,0 0-74 15,0 0-8 1,0 0-1-16,0 0 1 0,69 92 0 16,-33-42 0-16,1 1 3 15,2-2-3-15,-5-11 2 16,-4-12-1-16,-8-13-2 16,-2-13 1-16,1 0 0 15,10-21 4-15,15-18 2 16,9-14-4-16,5-8-2 15,-1-3 0-15,0 3 1 16,-4 7-1-16,-3 8 0 16,2 14-1-16,-4 11-53 0,-3 12-87 15,-3 6-91-15,-9 3-174 16</inkml:trace>
  <inkml:trace contextRef="#ctx0" brushRef="#br0" timeOffset="-131864.97">16243 11905 615 0,'0'0'169'0,"0"0"-50"15,0 0-56-15,0 0-23 16,0 0-22-16,0 0-18 16,0-2-41-16,-10 22-50 15,-2 7 9-15,-3-5-175 16</inkml:trace>
  <inkml:trace contextRef="#ctx0" brushRef="#br0" timeOffset="-130225.23">8273 13336 666 0,'0'0'142'0,"0"0"-77"16,0 0-65-16,0 0-1 15,0 0-2-15,0 0-2 0,0 77 5 16,0-40 0-16,-10 1 2 16,-1-4 1-16,0-5 0 15,2-9-3-15,2-11 2 16,1-7-1-16,1-2 2 15,2-11 9-15,0-21-10 16,3-9-2-16,0-7-8 16,6-8 1-16,17 5-16 15,5 1-21-15,12 8-8 16,1 10 4-16,0 12 48 16,-3 10 0-16,-2 10 9 15,-2 10 3-15,0 25-9 16,-4 11 0-16,-3 13-2 15,-5 4 2-15,-3 1-2 0,-3-8-1 16,-2-10 0-16,0-16-15 16,0-13-18-16,2-17 10 15,1-1 17-15,3-31 4 16,2-13 2-16,1-13-6 16,-1-5 6-16,-1-4 2 15,3 3 6-15,3 5 13 16,7 9 22-16,0 9-30 15,-1 14-11-15,-6 12 16 16,-9 12 15-16,-3 3-13 16,-4 20-20-16,0 18 0 15,-2 15 1-15,-4 10 2 16,-5 7 3-16,0 4 0 0,0-3-2 16,-8-11-2-16,-2-12 4 15,5-15-3-15,3-18-3 16,1-10 0-16,-2-5 0 15,3-17 7-15,0-19-7 16,4-14-44-16,10-8 25 16,1-7 0-16,-5 0 9 15,-2-1-4-15,3 5 4 16,8 1-10-16,9 8 8 16,8 7 4-16,5 9 8 0,-5 14 12 15,-6 15 21 1,-3 7 1-16,-3 14-33 0,-2 20-1 15,-8 14-1-15,-14 6 1 16,0 1 2-16,-21-3 2 16,-6-9 0-16,0-9-3 15,2-5 2-15,1-8-2 16,0-6 2-16,8-9-3 16,5-3-11-16,11-3-62 15,5-12-36-15,25-18-369 16</inkml:trace>
  <inkml:trace contextRef="#ctx0" brushRef="#br0" timeOffset="-129875.21">9646 13058 544 0,'0'0'228'0,"0"0"-93"16,0 0-129-16,0 0-6 16,0 0-2-16,2 106 2 15,-8-51 1-15,2 4 3 16,4 1-3-16,0-2 0 15,23-7 0-15,4-5-1 16,4-13 0-16,2-11-25 16,4-16 6-16,5-6-5 15,6-17-9-15,1-22-7 16,-3-12 7-16,-5-10-3 16,-11-1 24-16,-11 2 12 15,-14 8 7-15,-5 8 22 16,-4 11 24-16,-9 14 16 0,3 11-28 15,5 8-37-15,2 5-4 16,2 20-10-16,1 13 9 16,0 4 1-16,6 1-1 15,19 1-1-15,11-3-6 16,11-7-23-16,6-9-31 16,12-14-61-16,4-11-156 15</inkml:trace>
  <inkml:trace contextRef="#ctx0" brushRef="#br0" timeOffset="-129426.11">10890 13411 707 0,'0'0'140'0,"0"0"-93"16,0 0-47-16,0 0-1 15,0 0 1-15,0 0 3 16,97 0-2-16,-37 0-1 16,13 0 3-16,10-7-2 15,9-3-1-15,0-4-12 16,-8-3-18-16,-12 0 4 16,-22-1 17-16,-15-2 7 15,-17 2 2-15,-11-1 3 16,-7-1-1-16,-2 3 16 15,-19 2-10-15,-6 3 0 0,0 4 5 16,6 5 1-16,11 3-13 16,0 2-1-16,10 17-5 15,0 7 3-15,0 6-1 16,20 4 3-16,7 0 0 16,5 0 0-16,-1-6 0 15,-1-8 0-15,-6-7 3 16,-9-7-1-16,-8-4 2 15,-7 6-4-15,-12 1-2 16,-24 3-1-16,-13 1-68 16,-2-5-109-16,7-10-261 15</inkml:trace>
  <inkml:trace contextRef="#ctx0" brushRef="#br0" timeOffset="-129156.39">12403 13305 555 0,'0'0'31'0,"0"0"-1"15,0 0 44-15,0 0-52 16,0 0-22-16,0 0 5 0,-38 23 2 15,58-18 11-15,7 1 18 16,7-4-19-16,6-2-17 16,1 0-11-16,-1-8-83 15,-2-11-11-15,-5-7-184 16</inkml:trace>
  <inkml:trace contextRef="#ctx0" brushRef="#br0" timeOffset="-128826.33">12756 13115 776 0,'0'0'107'16,"0"0"-97"-16,0 0-6 0,0 0-4 15,17 95 6-15,-1-50-4 16,2 4 0-16,5-3 1 16,2-7-1-16,-3-10-1 15,-2-12 3-15,-1-12-3 16,-5-5 0-16,7-10-1 15,3-19 0-15,2-12-14 16,1-5 3-16,-9 3 11 16,-8-3 0-16,-7 5 3 15,-3 4 10-15,0 6 15 16,0 11-3-16,0 8 13 16,0 9-35-16,0 3-3 15,3 3-37-15,15 21 16 16,9 5-10-16,6 3-30 15,0-2-115-15,-5-7-132 0</inkml:trace>
  <inkml:trace contextRef="#ctx0" brushRef="#br0" timeOffset="-128526.49">13289 13263 395 0,'0'0'158'15,"0"0"-67"-15,0 0-41 16,82-46 13-16,-51 27-8 15,3-3-22-15,-4 3-10 16,-7-1 0-16,-11 4 4 16,-6-1 2-16,-6 2-16 15,0 2-9-15,-6 7 0 0,-13 6-4 16,-4 0-5 0,-6 14 5-16,1 17-10 0,1 6 0 15,4 4-14 1,9 3-3-16,8-1 5 0,6-2-10 15,13-7-1-15,26-9-3 16,15-11 13-16,10-7-4 16,10-7-23-16,3 0-31 15,11-1-105-15,3-15-188 16</inkml:trace>
  <inkml:trace contextRef="#ctx0" brushRef="#br0" timeOffset="-128177.29">14971 13048 558 0,'0'0'41'16,"0"0"15"-16,78-32-29 16,-51 32-10-16,-10 0 11 15,-6 7-9-15,-11 11-12 0,0 6 5 16,-8 12 9-16,-17 8 6 16,-7 7-10-16,-6 2-9 15,-4-2-3-15,4-5 0 16,0-12-5-16,10-12 0 15,6-11-47-15,9-11-85 16,10 0-23-16,3-24-96 16</inkml:trace>
  <inkml:trace contextRef="#ctx0" brushRef="#br0" timeOffset="-127994.31">14830 13076 206 0,'0'0'252'0,"0"0"-59"15,7-79-23 1,-4 79-108-16,0 0-48 15,3 10-14-15,3 22-1 0,5 8 1 16,3 11 4-16,3 8 3 16,8 3-3-16,3-2 0 15,3-5-1-15,5-8-3 16,-1-13 0-16,8-14-41 16,0-14-79-16,5-6-77 15,-2-15-221-15</inkml:trace>
  <inkml:trace contextRef="#ctx0" brushRef="#br0" timeOffset="-127860.1">15407 13274 536 0,'0'0'172'15,"0"0"-7"-15,0 0-116 0,0 0-49 16,0 0-2 0,0 0-5-16,0 17 7 0,-2 8-30 15,-5 0-60-15,-1-8-111 16</inkml:trace>
  <inkml:trace contextRef="#ctx0" brushRef="#br0" timeOffset="-125563.53">16340 11411 573 0,'0'0'48'16,"0"0"42"-16,0 0-54 15,0 0-33-15,90-70 7 0,-63 68-8 16,-2 2 1-16,2 8-1 16,-3 18-2-16,-8 14-2 15,-8 11 1-15,-8 14 1 16,-13 11 0-16,-25 9 3 15,-8 5 5-15,-2-3-4 16,6-7-4-16,8-8-2 16,10-11-2-16,6-11-2 15,12-12-5-15,6-13-12 16,0-9 9-16,9-14 13 16,18-2 1-16,11-7 4 0,8-15 1 15,1-3 1 1,-9-1 16-16,-12 7 27 0,-12 7 7 15,-9 6 4-15,-5 5-21 16,0 1-35-16,-3 11-4 16,-20 22-5-16,-8 17 5 15,-6 13-1-15,-1 9 0 16,5 14 1-16,11 3 0 16,10 2-5-16,7 0 2 15,5-8-5-15,0-7-2 16,3-6 2-16,6-12 3 15,-1-5-9-15,-6-7 13 16,-2-2-2-16,-3-1 2 16,-23 4 1-16,-7 3-1 15,-2-2 1-15,0 2-1 0,4-3 1 16,4-5-3-16,6-6 2 16,5-8 2-16,2-6-1 15,11-7 1-15,3-3-2 16,0-5 0-16,9-4-11 15,15-3-29-15,6 0-71 16,-3-15-304-16</inkml:trace>
  <inkml:trace contextRef="#ctx0" brushRef="#br0" timeOffset="-125394.17">16374 13511 869 0,'0'0'90'16,"0"0"-36"-16,0 0-25 16,0 0-3-16,0 0-26 15,0 0-30-15,14-20-80 16,-14 26-89-16,0-5-270 16</inkml:trace>
  <inkml:trace contextRef="#ctx0" brushRef="#br0" timeOffset="-109045.63">4100 14417 536 0,'0'0'95'0,"0"0"30"15,0 0-92-15,0 0-24 16,0 0-7-16,0 0-2 16,0 0 4-16,42-13 5 15,-19 13 2-15,-2 1-4 16,12 14-2-16,-2 9-1 16,9 11 3-16,-1 11-1 15,-3 5-2-15,-4 5 0 16,-8-6-3-16,-7-10 2 0,-5-11 1 15,-8-14-1-15,-2-8-3 16,-2-7 2-16,0 0 14 16,3-19 64-16,4-18-43 15,5-16-37-15,0-10-1 16,4 1 1-16,-2-2 2 16,7 5-1-16,4 5-1 15,7 8-1-15,6 9-3 16,1 10-8-16,4 13-8 15,1 11-17-15,-3 3-23 16,-5 16-10-16,-6 13-99 16,-17 7-35-16,-10 2-212 15</inkml:trace>
  <inkml:trace contextRef="#ctx0" brushRef="#br0" timeOffset="-108593.34">4988 14520 542 0,'0'0'295'16,"0"0"-184"-16,0 0-69 15,0 0-30-15,0 0-12 16,0 0-7-16,6 2 2 16,22 8 5-16,19-1 1 15,18-4 0-15,16-5 5 16,10 0 3-16,6-9-8 0,1-11 0 15,-1-4-1 1,-3-3 3-16,-6-3-3 0,-9-2-2 16,-10 2-6-16,-17 0-13 15,-18 2 6-15,-20 8-9 16,-14 3 11-16,-12 4-5 16,-31 5 3-16,-12 5 2 15,-4 3 13-15,16 0 6 16,18 0 26-16,19 17-22 15,6 8-10-15,7 11 0 16,14 5 0-16,6 3 1 16,6 1-1-16,1-8 0 15,5-4 0-15,-2-8 9 16,-6-4-2-16,-11-7-4 16,-7-3-1-16,-10-2 1 0,-3 3-3 15,-26 5-9-15,-22 5-5 16,-25-1-99-16,-7-5-330 15</inkml:trace>
  <inkml:trace contextRef="#ctx0" brushRef="#br0" timeOffset="-106664.44">6985 14241 385 0,'0'0'225'16,"0"0"-48"-16,0 0-114 16,0 0-32-16,0 0 8 15,0 0-9-15,-18-51-13 16,-2 51-11-16,-10 0-6 0,-14 15 0 16,-12 15-1-16,2 7 2 15,5 7-1-15,7 4 1 16,12 8-1-16,11 7 0 15,6 0 3-15,13-1-6 16,0-11-13-16,16-9-14 16,24-21-32-16,20-18-10 15,19-6-50-15,13-28 23 16,1-8 55-16,-7-4 44 16,-14 1 59-16,-17 0-16 15,-13 6 18-15,-20 8 63 0,-13 9-40 16,-9 10-17-1,0 7-32-15,0 2-27 0,0 0-8 16,-3 8-6-16,-3 17 3 16,0 6 3-16,3 10 0 15,3 4 0-15,0-1 0 16,0-1 0-16,3-3 0 16,5-8 0-16,4-8 0 15,-2-8-4-15,2-9 0 16,3-7 4-16,4-1 0 15,5-25 4-15,3-5-3 16,-2-7-1-16,-7 5-6 16,-6 1-6-16,-7 1 3 15,-5 4-5-15,0 0-2 16,0 5 4-16,-6 3-6 0,-3 2 18 16,4 2 0-16,2 5 1 15,3 2-1-15,0 2 5 16,4 1 0-16,12 3 3 15,2 2-3-15,7 0-5 16,6 9 3-16,5 8-3 16,4 6-1-16,1 3 1 15,-2 5 3-15,-8-4-3 16,-7-1 0-16,-5-6 0 16,-13-4 0-16,-3-8-2 15,-3-3-4-15,0-5 1 16,0 0 5-16,0-8 6 0,-3-14-3 15,-2-10-2 1,5-5-2-16,0 0 1 0,0 0-1 16,16 6 1-16,4 7-3 15,-2 8-1-15,-1 11 0 16,-1 5 2-16,-4 0-4 16,4 8 5-16,0 13-1 15,1 5 2-15,3 2 0 16,0 2 0-16,0-5 0 15,-1-5 0-15,1-6 2 16,-7-6-2-16,-1-5-2 16,-5-3-21-16,-2 0-3 15,0-4 23-15,-3-12-12 0,3-2 11 16,-5-3 0-16,0-2 4 16,0-4 6-16,1-1 12 15,4-4 12-15,11-3-1 16,11 0-10-16,6-3-13 15,16 6-5-15,5 3 1 16,0 7-2-16,1 8-3 16,-8 6 2-16,-9 8 1 15,-10 0 0-15,-7 1-2 16,-11 16-1-16,-1 9 0 16,-4 12 1-16,1 8 2 15,-6 9 5-15,0 7 1 16,0 2-3-16,-9-11 1 15,6-11-1-15,-2-17-2 0,4-14 0 16,-2-8-1-16,1-3 2 16,-1 0 10-16,-1 0 24 15,-2-15-22-15,0-11-14 16,3-3-7-16,3-4-13 16,0 1-4-16,18 0 1 15,12 3-26-15,7-2-45 16,6 1-45-16,2 1 84 15,-5 0 33-15,-2 3 22 16,-4-1 33-16,-10 8 51 16,-7 4 10-16,-7 3-30 15,-7 7-30-15,-2 3 22 16,-1 2-27-16,0 0-11 0,0 6-18 16,-4 22-7-16,-8 13 7 15,-2 12 0-15,7 8 0 16,2 4 1-16,5 1-2 15,0-7-1-15,9-10-20 16,9-17-21-16,0-13-38 16,-3-16-31-16,-4-3 3 15,-8-19-114-15</inkml:trace>
  <inkml:trace contextRef="#ctx0" brushRef="#br0" timeOffset="-105732.38">8578 14427 573 0,'0'0'90'0,"0"0"44"16,0 0-130-16,0 0-1 16,0 0 23-16,106-9 14 15,-49 9-5-15,16-1-11 16,6-5-15-16,5 0-4 16,-5 1-5-16,-11-2-1 15,-14 2 1-15,-16-1-2 16,-15 1-6-16,-12 3 3 15,-10 1 3-15,-1-1-2 16,0 2 4-16,-15 0 0 16,-9 4-1-16,-2 13 5 0,3 6-6 15,5 3 5 1,3 5-2-16,6-1-1 16,6 0-1-16,3-9 1 0,5-8-9 15,20-10-4-15,9-3 13 16,4-13 2-16,3-12-1 15,-2-5 0-15,-12 0 1 16,-8 4-1-16,-8 5 6 16,-8 9 8-16,-2 4-11 15,-1 6 3-15,0 2-7 16,2 0 0-16,2 5-5 16,2 9 5-16,5 5-1 15,1 3 2-15,1-2-1 0,5-3 0 16,0-3-1-1,1-8-1-15,2-6 2 0,-2 0 0 16,-2-4-10-16,-2-10-13 16,-5-2-5-16,-2 5-3 15,-5 2 30-15,0 4 1 16,1 2 4-16,-1 3 4 16,5 0-8-16,2 0 2 15,5 0-2-15,3 0 0 16,2 5 3-16,2 1-2 15,-4 1 0-15,1 0 2 16,-2-4-1-16,-3 0 2 16,-2-2-3-16,0-1-1 15,0 0 1-15,1 0-1 16,1 3 0-16,10 4-4 0,3 0 0 16,5 3-5-16,6 2-9 15,2 0-38-15,6 1-2 16,2-5 14-16,3-7 16 15,-2-1 2-15,-12-5 26 16,-8-16 12-16,-16-7 22 16,-10-6-10-16,-3-7-7 15,-6-4-5-15,-22-3 22 16,-7-1 12-16,3 3 24 16,3 9 3-16,13 11-34 15,7 11-13-15,8 15-26 16,1 0 0-16,0 15-20 0,0 17 19 15,10 13 0-15,3 13 1 16,8 6 0-16,2 4-1 16,5-1 2-16,-1-5-2 15,-6-9 1-15,-6-14-26 16,-4-15-18-16,-6-14-2 16,-2-10-9-16,0-12 37 15,0-19-247-15</inkml:trace>
  <inkml:trace contextRef="#ctx0" brushRef="#br0" timeOffset="-105572.38">10072 14266 680 0,'0'0'186'0,"0"0"-124"16,0 0-50-16,0 0-11 16,111-11-1-16,-51 21 0 15,12-3 1-15,4-4-1 16,-3 1-12-16,-11-4-32 15,-13 0-50-15,-17 0-110 16,-20-4-204-16</inkml:trace>
  <inkml:trace contextRef="#ctx0" brushRef="#br0" timeOffset="-105048.36">6056 15227 395 0,'0'0'306'0,"0"0"-196"16,0 0-108-16,0 0 4 15,88-20-6-15,9 13 20 16,40-3 14-16,48-3 3 15,39-1-7-15,25 1-7 16,17 1-14-16,2 0-6 16,3 4 0-16,-2-2-2 15,-12 2 1-15,-16 3-1 16,-26 0-1-16,-30 3 1 16,-30 2 2-16,-29 0-6 0,-37 0 6 15,-34 0 4 1,-28 0 3-16,-24-1-6 0,-3 0 9 15,-12-1-4-15,-22 2-9 16,-8 0-33-16,-1 9-20 16,0 1-89-16,7-7-275 15</inkml:trace>
  <inkml:trace contextRef="#ctx0" brushRef="#br0" timeOffset="-94278.12">4408 16068 567 0,'0'0'76'0,"0"0"37"16,0 0-57-16,-3-80-13 0,3 62-16 15,0 6 0-15,0 4-12 16,0 0-4-16,0 6 4 16,0 0-6-16,0 2-6 15,0 0-2-15,0 0-2 16,6 0 0-16,15 13-2 16,14 8-2-16,6 7 4 15,6 8-2-15,-4 3 3 16,-3-1 1-16,-10-1-1 15,-7-6-2-15,-9-7 1 0,-7-6 1 16,-7-4-1 0,0-7 1-16,0-2 0 0,0-4 4 15,0-1 3-15,-7 0-3 16,-4-4 10-16,-1-12-7 16,-2-5-2-16,9-9-2 15,5-9-6-15,5-14 1 16,25-14 1-16,15-6 1 15,6 3-2-15,3 6-1 16,-5 20-2-16,-12 16-6 16,-13 16-9-16,-16 12-33 15,-8 9-151-15,-16 25 25 16,-22 10-133-16</inkml:trace>
  <inkml:trace contextRef="#ctx0" brushRef="#br0" timeOffset="-93760.56">5369 16056 687 0,'0'0'137'15,"0"0"-101"-15,0 0-28 16,0 0-4-16,0 0-4 0,0 0-2 16,-26 3-3-16,41 6 5 15,13 1 1-15,19-3 3 16,21-7 8-16,13 0 0 16,17-9 0-16,2-11-11 15,0-7 3-15,-3 0-4 16,-7-3 4-16,-10 3-2 15,-11 5-1-15,-16 3 0 16,-17 6-1-16,-18 6 3 16,-10 0-3-16,-8 0 3 15,-6 3-1-15,-9-1-2 16,0 3-9-16,3 2 1 16,6 0 8-16,6 0-1 0,0 0-11 15,0 7-6 1,3 11 16-16,9 4 0 0,1 8 2 15,5 0 0-15,3 4 3 16,0 0 7-16,-5-4-9 16,-7-4 2-16,-6-3-3 15,-3-2 2-15,-6 3 0 16,-13-1-2-16,2-6-62 16,6-7-158-16</inkml:trace>
  <inkml:trace contextRef="#ctx0" brushRef="#br0" timeOffset="-92942.39">7175 15746 729 0,'0'0'163'0,"0"0"-92"16,0 0-67-16,0 0-4 15,0 0 0-15,0 0 0 16,42 44-3-16,-11-6 3 16,5 13 2-16,1 8 0 15,-1 5 0-15,-2-1-1 0,-3-9-1 16,-2-11 0-16,-3-11-5 15,-3-15-18-15,-2-8 4 16,1-9 5-16,5-18 14 16,6-19 0-16,1-13 1 15,-4-11 0-15,-6-4 4 16,-11 1 5-16,-8 8-4 16,-1 15 6-16,-4 15-8 15,0 11 4-15,0 8-6 16,3 4-2-16,6 3-5 15,5 0 3-15,8 0 1 16,5 0 1-16,6 0-1 0,16 1 1 16,9-1-4-16,12 0-5 15,3-1-6-15,0-10-9 16,-12 0-3-16,-16 0-1 16,-16-1 27-16,-15 2 1 15,-12 0 31-15,-2-1 21 16,-2 1-9-16,-15 2-15 15,1 3-10-15,2 1-2 16,8 4 0-16,1 0-16 16,2 0-3-16,2 13 0 15,1 7 1-15,0 4-4 16,1 0-9-16,16-1-4 16,4-1 6-16,4-9 1 0,0-5-3 15,-1-8 0 1,0-1 13-16,-6-15 2 0,-6-4 0 15,-7 1 1 1,-5 0 0-16,0 4 6 0,0 3 14 16,-2 8-3-16,-1 1-5 15,3 3-12-15,0 0-1 16,0 12-9-16,21 12 8 16,10 5 0-16,14 4 1 15,12-2 0-15,-1-6-1 16,-1 0-1-16,-8-10-14 15,-9-5-9-15,-11-6-35 16,-9-4-64-16,-12-9-80 16</inkml:trace>
  <inkml:trace contextRef="#ctx0" brushRef="#br0" timeOffset="-91594.32">8831 15700 157 0,'0'0'659'0,"0"0"-585"16,0 0-61-16,0 0 1 16,86 34-1-16,-49 0 2 15,0 2-7-15,-5 3-4 16,-10-7-2-16,-7-6-1 16,-9-7-1-16,-4-6 0 15,-2-6 0-15,0-7-2 16,-2 0 2-16,-8-6 1 15,-5-17-1-15,6-8-9 0,9-6-23 16,0-4-3-16,19 0-12 16,12 2-8-16,5 8 50 15,-3 8 5-15,0 4 41 16,-3 7 2-16,-2 7-19 16,-1 5-5-16,-3 0-6 15,-3 8-5-15,1 10-7 16,-3 3 0-16,-5 0-1 15,-3 3 0-15,-1 0 3 16,0 0-3-16,3-3 0 0,6-6-22 16,6-10-19-16,11-5 8 15,8-9-42-15,3-20-12 16,0-5 43-16,-6-2 18 16,-10 1 26-16,-9 2 10 15,-11 7 38-15,-9 6 99 16,-2 8-59-16,0 7-22 15,0 5-31-15,0 0-32 16,0 10-3-16,0 15-5 16,-2 8 5-16,2 4 1 15,0-1-1-15,0-2-11 16,15-5 0-16,1-5-8 16,8-13-9-16,3-11 2 0,-2 0 20 15,-2-16 6 1,-4-9 3-16,-5-3-2 0,-7 0-1 15,-4 7 3-15,-3 4 10 16,0 5 17-16,0 6-12 16,0 4-4-16,0 2-4 15,0 0-10-15,0 4-5 16,0 14 4-16,9 3 0 16,9 7-2-16,8 4 6 15,4 0-6-15,8-2 3 16,7-8-8-16,7-12-10 15,7-10 0-15,1-7 12 16,-3-22 2-16,-7-10 1 16,-8-7 2-16,-9-7-1 0,-11 1-4 15,-11 0 6-15,-11 1 0 16,0 3 8-16,-15 3 8 16,-10 6 13-16,5 11-1 15,6 9-4-15,7 12-6 16,6 7-15-16,1 5-3 15,0 24-10-15,0 12 6 16,3 14 1-16,6 8 3 16,4 0 0-16,0 1 0 15,-2-8-1-15,-2-10 0 16,3-14-17-16,-3-15 14 16,-2-15-6-16,6-2 9 15,6-14 1-15,5-15 3 16,6-3-2-16,1 6-1 15,-6 4 3-15,-3 8-3 0,-5 8 0 16,-3 5-1-16,-3 1-1 16,-2 0 0-16,-4 14 0 15,-3 7 2-15,-2 4 0 16,0 4 1-16,-13 1-1 16,-4 5-5-16,-2-6-7 15,1-4-16-15,3-11-9 16,8-9-1-16,3-5 28 15,4-9 9-15,4-15-1 16,15-6 2-16,8 1 3 0,5-3 25 16,4 1-3-1,5 2-16-15,1-3-7 0,-3 2-1 16,-4 0-1-16,-11 1 2 16,-4 0-1-16,-5 0 2 15,-8 0-1-15,-7 2 8 16,0 5 12-16,0 8-1 15,-5 6-5-15,1 5 1 16,3 3-17-16,-1 6-8 16,-1 19-3-16,2 9 9 15,1 11 2-15,0 6 0 16,0 3 0-16,6-1 0 16,5 1-2-16,2-4-9 15,0-5-22-15,5-13-49 0,3-12-83 16,2-19-147-16</inkml:trace>
  <inkml:trace contextRef="#ctx0" brushRef="#br0" timeOffset="-91277.85">11157 15765 838 0,'0'0'113'0,"0"0"-74"16,0 0-33-16,0 0-6 15,0 0 1-15,82-49-1 16,-59 40 1-16,1-3 2 15,-5-3-2-15,-5-2-1 0,-6-1 2 16,-6-4-1 0,-2 0-1-16,-6 3-1 0,-12 3 0 15,-4 7 1-15,-1 9-5 16,2 0 2-16,-4 14 2 16,3 14 1-16,-1 6-1 15,8 3 1-15,8 5-2 16,7 0 0-16,4 4 0 15,26-1-2-15,12-7-5 16,16-10-4-16,12-14-9 16,8-14-19-16,-2 0-61 15,-11-14-128-15,-21-17-239 16</inkml:trace>
  <inkml:trace contextRef="#ctx0" brushRef="#br0" timeOffset="-90971.52">9445 15312 820 0,'0'0'98'0,"0"0"-34"16,0 0-43-16,0 0-21 16,0 0-8-16,0 0-34 15,-15-17-3-15,20 40-10 16,-1-1-83-16,0-4-107 15</inkml:trace>
  <inkml:trace contextRef="#ctx0" brushRef="#br0" timeOffset="-90378.17">7664 16566 452 0,'0'0'127'16,"0"0"-17"-16,0 0-21 16,0 0-3-16,0 0-40 15,0 0-30-15,-66 0-15 16,104 0 3-16,24-2 2 15,28-1 9-15,32-1-3 16,30 1-4-16,30-2-6 16,24 1 3-16,18-1-3 15,21-3-1-15,11 3 1 16,10-2-2-16,-4 1-2 16,-1 3 2-16,-13-2-3 15,-13 0 2-15,-16 1-3 0,-21-2 4 16,-26-1-1-16,-27 2 1 15,-29-2 0-15,-36 0 5 16,-30 4-5-16,-25 0 0 16,-18 2 3-16,-7-2 0 15,-11 1-3-15,-24 2-14 16,-15 0-48-16,-14 0-128 16,-12-1-169-16</inkml:trace>
  <inkml:trace contextRef="#ctx0" brushRef="#br0" timeOffset="-88848.46">8285 15681 105 0,'0'0'108'16,"0"0"-28"-16,0 0 14 0,0 0-9 15,0 0-33-15,0 0-3 16,0-19-34-16,0 17-8 16,0 1 21-16,0-2 13 15,0 1 18-15,0-2-29 16,0 2 9-16,-3-3-1 16,-6 2-26-16,1 0 0 15,-5 3 3-15,1 0-15 16,0 0 0-16,-2 0 0 15,-1 3 0-15,1 11 1 16,-2 1-1-16,-1 6 0 16,7 1-2-16,0 4 2 0,6 8-3 15,4 4 3-15,0 5 0 16,0 5-1-16,13-2 1 16,8-7-2-16,8-13-8 15,5-9-22-15,4-12 18 16,6-5-9-16,-1-14 11 15,0-17-10-15,-5-9 9 16,-7-5 11-16,-9 2 2 16,-11 3 19-16,-4 7 8 15,-7 3-3-15,0 4-11 16,-4 3 13-16,-7 7-3 16,1 4 0-16,5 7-1 15,1 3-8-15,3 2-8 0,1 0-6 16,0 0-1-1,0 4-3-15,0 11 3 0,7 7-3 16,3 4 4-16,-2 3 1 16,2 5 1-16,1-2 1 15,-1 2-1-15,3 0-1 16,3-4 0-16,3-5-1 16,3-8-34-16,2-10-2 15,5-7-73-15,-3 0-33 16,0-27-182-16</inkml:trace>
  <inkml:trace contextRef="#ctx0" brushRef="#br0" timeOffset="-88708.59">8732 15805 404 0,'0'0'184'0,"0"0"-119"0,0 0 21 15,0 0-27-15,0 0-40 16,0 0-14-16,6 25-5 15,3-8-31-15,-2-3-166 16</inkml:trace>
  <inkml:trace contextRef="#ctx0" brushRef="#br0" timeOffset="-11191.6">12928 15451 514 0,'0'0'150'0,"0"0"-27"15,0 0-70-15,0 0-11 0,0 0 0 16,0 0-23-1,0 0-9-15,0 0 7 0,-8-13-1 16,8 13-1-16,-1 0-6 16,-1 0 6-16,1 0-10 15,-4 23-5-15,-1 14-10 16,-5 17 8-16,-2 12 2 16,2 4 0-16,5 3 1 15,4-7 1-15,2-9-1 16,0-10-1-16,5-15 0 15,5-16 0-15,1-14 0 16,1-2 0-16,1-31 2 16,-1-11 3-16,0-5-5 15,-12-1-8-15,0 4 2 16,-12 7-4-16,-19 7-3 0,-10 9-2 16,-12 10 0-16,-7 11 6 15,3 0 2-15,8 9 2 16,9 13 3-16,12 8 1 15,11 5 0-15,11 6-4 16,6 4 5-16,9 3-1 16,27-4 1-16,16-10 2 15,20-14 3-15,13-20-1 16,10-5-4-16,9-29-3 16,1-9-24-16,-5-6-17 15,-12 6 9-15,-22 5 20 16,-22 6 15-16,-20 5 4 0,-18 5-1 15,-6 7 10-15,-2 6 10 16,-15 6-12-16,0 3 16 16,2 0-8-16,6 12 0 15,3 10-8-15,6 7-11 16,0 3 2-16,0 0 4 16,14 1-3-16,7-2-1 15,8-6 0-15,6-6-2 16,4-12 0-16,2-7-1 15,0 0-20-15,-6-20-7 16,-9-11-41-16,-11-7-140 0</inkml:trace>
  <inkml:trace contextRef="#ctx0" brushRef="#br0" timeOffset="-11012.74">13563 15333 941 0,'0'0'20'16,"0"0"21"-16,0 0-13 16,0 0-28-16,0 0-1 15,0 0-25-15,43 75-7 16,-43-35-53-16,0-1-150 16,-2-3-388-16</inkml:trace>
  <inkml:trace contextRef="#ctx0" brushRef="#br0" timeOffset="-9175.83">13761 15861 864 0,'0'0'73'16,"0"0"-36"-16,0 0-25 15,0 0-3-15,38-86-7 16,-33 65-1-16,1-4 3 15,1 0-4-15,2-3 0 16,-1 1-10-16,7 1-9 16,-4 7 2-16,1 6-9 0,-3 6 8 15,-3 5 16 1,3 2 2-16,0 0 0 0,1 2 2 16,2 18 2-16,1 9-1 15,1 8 7-15,-5 5-2 16,-2 1 4-16,-2-3-5 15,-5-7 1-15,0-4-5 16,0-6 0-16,0-6-2 16,-3-6-1-16,-7-8 0 15,-1-3 2-15,-3-3-2 16,-2-17-7-16,6-7-19 16,10-9-35-16,0-6-20 15,32-3-66-15,15 2-61 0,8 6 44 16,5 4 164-16,1 9 65 15,-3 5 58-15,-4 4-21 16,-12 7-15-16,-11 6 26 16,-9 2-44-16,-9 0-26 15,-2 2-21-15,-7 9-8 16,-4 3 0-16,0 3-7 16,0-2-5-16,0-1-1 15,0-2 1-15,0-5 3 16,0-6-4-16,10-1-1 15,1 0-4-15,1-7 2 16,-1-7 2-16,-7-2 0 16,-1 6 0-16,-3 1 0 15,-3 5 5-15,-10 4 7 0,-7 0-9 16,-1 17-2-16,1 10-1 16,3 9 2-16,5 2-2 15,8 3 0-15,4 1 0 16,0 0-7-16,24-3-6 15,10-11-8-15,12-15-21 16,11-13-28-16,6-9-27 16,-2-18 55-16,-1-9 24 15,-13-1-1-15,-14 1 19 16,-15 3 2-16,-15 6 61 16,-3 6 48-16,0 5-46 15,-17 8-11-15,1 5-25 0,-2 3-19 16,6 5-2-16,2 16-8 15,2 9-1-15,5 10-2 16,3 8 3-16,0 0 2 16,0 1-2-16,14-3-4 15,10-10-1-15,7-17-10 16,6-15 1-16,5-4 12 16,-5-18 2-16,-4-14 4 15,-8-1-2-15,-9-4-2 16,-8 1 3-16,-8 2-1 15,-2 1-2-15,-21 2 0 16,-7 4 0-16,-7 4-1 16,1 7-5-16,1 4 6 0,8 4-3 15,4 5 3-15,8 3 0 16,8 0-1-16,5 0-1 16,2 0-1-16,0 0 0 15,17 2-5-15,13-2 5 16,14 0 3-16,8-2 3 15,2-7 1-15,1 0-3 16,-4 1 0-16,-11 4 0 16,-8 3 1-16,-9 1-1 15,-12 0 13-15,-8 0-7 16,-3 8-5-16,0 10 1 16,-12 3 7-16,-2 4-6 15,1 5 2-15,2-2-4 0,8-2-1 16,3-3 0-16,0-4 0 15,22-9-1-15,9-9-7 16,13-1-2-16,5-11 3 16,2-14-7-16,-6-3-7 15,-14 2-4-15,-11 2 2 16,-8 6 22-16,-9 7 8 16,0 8 22-16,-2 1 7 15,-1 2-12-15,0 0-12 16,0 8-13-16,0 9-1 15,0 3 0-15,0 4 2 16,3-2-1-16,5-2 1 0,4-8 0 16,3-3-2-1,3-7-2-15,4-2 1 0,-1-4-1 16,1-12 2-16,-1-3-5 16,-4 3 2-16,-3 2 3 15,-3 4 1-15,-4 0 0 16,2 6 1-16,-1-1 3 15,-2 5-1-15,-2-2 0 16,2 2 5-16,1 0-4 16,2 0-3-16,2 2 2 15,4 5-2-15,-2 1-1 16,2-1 0-16,0 0 1 16,1-2-1-16,1 1 0 15,-2 0 1-15,3 2-1 0,3 0 0 16,0 5-2-16,8-4 2 15,3 1-9-15,8-2 1 16,6-3-3-16,2-5-5 16,1 0-11-16,-3-5-2 15,-6-13-1-15,-10-5 9 16,-10-5 14-16,-10-7 7 16,-8-4 0-16,-2-1 7 15,0-1 3-15,-15 1 0 16,-6 6 24-16,3 3 2 15,1 10-7-15,9 8 4 16,5 8 7-16,3 5-7 16,0 4-21-16,0 23-12 15,0 16-6-15,0 14 4 16,0 8 2-16,0 3 0 0,3-4 0 16,5-5-6-16,3-10-11 15,-2-11 0-15,0-12 7 16,-3-11 1-16,0-12-6 15,1-3-1-15,-5-20-1 16,-2-14-19-16,-9-10-83 16,-32-8-211-16</inkml:trace>
  <inkml:trace contextRef="#ctx0" brushRef="#br0" timeOffset="-9012.82">15719 15520 780 0,'0'0'84'15,"0"0"-11"-15,0 0-68 16,0 0-5-16,0 0 4 16,134 0 0-16,-69 3-2 15,13 2 0-15,9-3-2 16,5 1-42-16,4-3-110 16,-2 0-297-16</inkml:trace>
  <inkml:trace contextRef="#ctx0" brushRef="#br0" timeOffset="-8161.74">17007 15497 893 0,'0'0'27'16,"0"0"-27"-16,0 0 0 16,57 90 2-16,-27-54 3 15,-3 0 5-15,-1 0 2 16,-6-7-3-16,-8-7-6 0,-5-7-2 16,-7-7 1-1,0-4 0-15,0-4-4 0,0 0 4 16,-9-15-2-16,-3-14 0 15,3-9-17-15,6-5 1 16,3-1-1-16,11 2-2 16,19 6 6-16,7 8 11 15,4 7-2-15,1 7 3 16,-3 5 1-16,-1 8 12 16,-5 1 8-16,-7 0-1 15,-5 14-5-15,-9 3-13 16,-8 3 1-16,-4 0 0 15,0 4-1-15,-2-1-1 16,-7-1 1-16,2-4 1 16,5-3-2-16,2-7 0 0,0-2-10 15,0-6-4-15,10 0 2 16,6-8 6-16,1-12 5 16,1-2-6-16,-3-1 3 15,-3 4 4-15,-6 4 8 16,-6 6 20-16,0 5 1 15,0 4-1-15,0 0 0 16,0 4-25-16,0 17-3 16,0 4 0-16,0 4 0 15,1 0 0-15,21-3 0 16,11-6-8-16,9-10-12 16,12-10 7-16,-1 0 7 0,-3-24 4 15,-12-10-6 1,-12-9-4-16,-8-7 1 0,-14-3 3 15,-4-1-13-15,-3-1 10 16,-19 3 9-16,-6 1 2 16,-2 9 0-16,6 9 9 15,4 12 26-15,10 11 6 16,5 10-6-16,0 11-24 16,-3 28-11-16,1 15-1 15,2 17 1-15,5 5 0 16,0 2 1-16,28-7 0 15,8-7-1-15,9-9-5 16,0-12-15-16,-5-12-12 0,-4-11-24 16,-8-17-35-1,-7-3-126-15,-6-15-192 0</inkml:trace>
  <inkml:trace contextRef="#ctx0" brushRef="#br0" timeOffset="-7828.73">18213 15552 893 0,'0'0'79'0,"0"0"-48"15,0 0-19-15,86-29-7 16,-65 19-5-16,-7 1 1 0,-7 3 0 16,-7-1 2-16,0 3-1 15,0 0-2-15,-19 1-3 16,-2 3-9-16,-6 0 3 15,1 7 3-15,0 10 5 16,5 9 0-16,7 6 0 16,2 2 1-16,11 4 0 15,1-1-1-15,11-4 0 16,22-8-2-16,8-8-3 16,9-7 4-16,3-8 0 15,-1-2 0-15,-3 0-3 16,-10-10-20-16,-11-9-43 15,-13-12-101-15,-15-5-176 16</inkml:trace>
  <inkml:trace contextRef="#ctx0" brushRef="#br0" timeOffset="-7633.73">17920 15305 786 0,'0'0'180'15,"0"0"-159"-15,140 0-18 16,-62 0 5-16,6 3-1 16,-5-3-7-16,-8 0 1 15,-14 0-1-15,-19 0 0 16,-14 0-17-16,-15-3-31 16,-9-11-137-16,-13-2-358 0</inkml:trace>
  <inkml:trace contextRef="#ctx0" brushRef="#br0" timeOffset="-6529.8">15757 15754 383 0,'0'0'135'0,"0"0"-61"16,0 0 5-16,0 0 37 0,0 0-47 15,0 0-35-15,0 0 8 16,-16-3-18-16,16 4-19 15,0 13-4-15,0 6 0 16,0 1 4-16,-2-1-3 16,1 0 1-16,1-4-3 15,0-2 0-15,0-3 2 16,0-5-2-16,1-4 0 16,9-2-3-16,0 0-2 15,-3-8-6-15,1-3-10 16,-2-1-7-16,1-1-1 15,-2 2 4-15,4 1 0 16,-2-1 3-16,3 1 22 0,1 2-1 16,-2-1 1-1,1 2 5-15,-1 3 4 0,-4-1 5 16,2 5 6-16,-4 0 2 16,-1 0-3-16,-1 13-12 15,2 7 7-15,-2 3 12 16,2 2-14-16,0 0-6 15,2 0-3-15,3-6-1 16,-1-2 1-16,5-7-3 16,-2-6-4-16,0-4-12 15,-2 0-22-15,-8-14-33 16,0-10-175-16</inkml:trace>
  <inkml:trace contextRef="#ctx0" brushRef="#br0" timeOffset="-41730.2">23251 11415 225 0,'0'0'31'0,"0"0"27"0,0 0-42 16,0 0 24-16,0 0 40 15,0 0-48-15,0 0 22 16,87-10-35-16,-62 6-5 16,6 1-3-16,7-2 3 15,9 0 6-15,4-2 16 16,0 2-13-16,1 1 13 16,-7-1-19-16,-1-1-1 15,-3-3 15-15,5-2-18 16,0-3-5-16,5-5-4 15,1-2 6-15,3-6 2 16,1-4-11-16,-1-6-1 16,3-7 3-16,-3 1-2 0,-3-2 0 15,-6 2 1 1,-3 1 1-16,-8 3 6 0,-7 0 3 16,-5-3-9-16,-1-1 8 15,-2-5-8-15,-2-2-3 16,-6-2 3-16,-2 2-2 15,-4 1 6-15,2 0 4 16,2-1 0-16,2-1-10 16,1-5 1-16,-2 0 1 15,-1 3-3-15,-3 4 1 16,-7 6 2-16,0 2 6 16,0 5-2-16,-11 0-6 15,-5 4-1-15,-4 2-1 0,0 0 0 16,0 4 1-16,-2 3-2 15,0-1 2-15,-1 1 0 16,-3 0-1-16,-3-1 1 16,1 1-4-16,-5-2 2 15,2-2 2-15,1 0-2 16,-3-2 1-16,-2 1 1 16,2-3-2-16,-1 0 1 15,-4-2 2-15,-2 1 2 16,-3-1-3-16,-5 4-1 15,-3 2-2-15,-3 0 1 16,0 2 1-16,-2-3 1 0,-5 2-1 16,-4-2-1-16,-4 2 2 15,-3-4 1-15,-1 0-1 16,-3 2 0-16,-4 0 0 16,-7 5 1-16,2 0-1 15,0 4 0-15,-3 0 0 16,-4 2 1-16,0 4-1 15,3-1 0-15,1 4-1 16,5-2 0-16,2 0 1 16,-1 3 0-16,0 1 0 15,6 0 0-15,-2 2-1 16,3 1 2-16,0 2-1 16,1 0 0-16,0 3 0 15,4 0 0-15,1 0 1 16,5 0-1-16,-3 0 0 0,3 1 0 15,3 6 0 1,-2 2-3-16,5 2 1 0,-4 3 2 16,2 2 0-16,-5 2 0 15,1 1-1-15,1 1 0 16,1 1 1-16,-1 0 0 16,3 3 0-16,1-1-1 15,1 4 1-15,6 0 0 16,4 6-2-16,5 1 1 15,5-1 1-15,2 6-3 16,2 0 3-16,-2 3-1 16,-1 2 1-16,0-1 0 0,1 0 0 15,0-3 0-15,3-2 0 16,3-4-2-16,5-3 1 16,6-2 1-16,8-2 0 15,1 4 0-15,1 0 0 16,1 5-1-16,-1 0 1 15,1 4 0-15,2-1 1 16,-3 2-1-16,4 1 1 16,-1 0-1-16,0 2 0 15,0 4 0-15,0-1 0 16,0-2 1-16,0-2-2 16,-2-5 0-16,1 2 0 15,1-4 1-15,2 1-1 0,-1 6 1 16,0 0 0-1,3 6 0-15,1 2 0 0,1 0 0 16,0-3 0-16,0 1 0 16,0-6 0-16,3 1 0 15,5 1 0-15,0-3 0 16,-2-1 0-16,6-1 0 16,-2 2 1-16,5-5-1 15,5 1 0-15,3 1 0 16,4-5 0-16,5 7 3 15,3-2-2-15,3 1-1 16,1-4 0-16,1-2 0 16,0-4-1-16,2-2 1 0,4-1 0 15,6-2 1 1,9-4-1-16,11-2 1 0,10-2-1 16,9-4 0-16,3-3-1 15,0-1 1-15,0-2 1 16,-8-1-1-16,-4-1 2 15,-7-2-2-15,1 0 0 16,0 1 3-16,0 0-3 16,0 1 0-16,0-4 0 15,-4 1 0-15,1-2-1 16,-3 0 1-16,-4 0-1 16,-8 0 3-16,-9 0-2 15,-7 0 2-15,-9 0-2 16,-10 0 6-16,-9-3-1 0,-5 1 11 15,-2-4 4-15,-3 2 0 16,3-3-7-16,-1 2-10 16,-1-2-1-16,-3 1 3 15,0 2-4-15,1 1-1 16,-3 3 0-16,0 0 0 16,0 0-12-16,0 0-53 15,0 0-144-15,0 0-142 16</inkml:trace>
  <inkml:trace contextRef="#ctx0" brushRef="#br0" timeOffset="-41570.2">22222 11689 467 0,'0'0'118'0,"0"0"18"16,0 0-32-16,0 0-38 15,0 0-18-15,0 0-39 16,-3 0-9-16,3 0-39 15,0 4-158-15,-4-1-22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4:35:57.9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11156 2835 428 0,'0'0'104'16,"0"0"-20"-16,0 0-18 15,0 0-4-15,0 0-18 16,0 0 13-16,0 0-16 15,0-37-5-15,0 37-16 16,0 0-8-16,0 0-12 16,0 0-3-16,0 15-8 15,0 18 2-15,0 13 7 16,0 13 0-16,-15 8 2 16,-3 2 2-16,-2-5-1 0,1-10 0 15,6-11-1-15,4-16 1 16,3-11 2-16,4-11-2 15,1-5 1-15,-3 0 7 16,1-22 31-16,0-15-26 16,3-12-14-16,0-9-11 15,0-1-5-15,0 0 1 16,-5 3 3-16,-3 8 6 16,4 13 2-16,4 11 0 15,0 13-1-15,15 9-6 16,15 2-23-16,4 23 17 15,5 20 15-15,1 15-5 16,-3 10 6-16,4 0-1 16,3-8-1-16,3-11-2 0,-1-13 1 15,-7-11 4 1,-12-11 1-16,-8-10-1 0,-9-4 1 16,4-9 5-16,3-20 21 15,9-15-27-15,-1-4-6 16,-2-6-1-16,-5 1 4 15,-4-2 1-15,-3 7 0 16,1 2 0-16,6 10 0 16,6 6-3-16,2 7-19 15,0 7-20-15,-2 5 21 16,-8 8 19-16,-4 3 1 16,0 0 0-16,-3 9-2 15,0 19 5-15,-4 13 0 0,-5 13 5 16,0 10 5-16,-9 4 8 15,-4 5 2-15,2-7 6 16,9-10-13-16,2-12-11 16,0-17 1-16,5-12 0 15,-2-9-1-15,-1-6 4 16,0 0 33-16,5-21 20 16,7-19-28-16,7-16-31 15,2-11-21-15,-4-2-12 16,-8-2-11-16,-11 3 1 15,0 4 13-15,-3 8-10 16,2 10-10-16,1 12 43 0,14 15 5 16,18 10 1-1,1 9-5-15,2 9 6 0,-6 21-1 16,-3 10-3-16,-6 9 3 16,-7 1 2-16,-7-4 1 15,-6-5 1-15,0-11 1 16,0-10 0-16,-8-5 0 15,-4-5 0-15,-4-5 1 16,-1-3 1-16,-2-2-2 16,0 0 2-16,3-15-6 15,13-7-7-15,3-6-38 16,33-4-62-16,18 1-133 16,8 2-13-16</inkml:trace>
  <inkml:trace contextRef="#ctx0" brushRef="#br0" timeOffset="381.34">12407 2789 244 0,'0'0'249'0,"0"0"-26"16,0 0-136-16,0 0-62 16,0 0-25-16,0 0-8 15,6 44 8-15,-6 1 4 16,0 11 2-16,0 5 0 16,3 4 0-16,8-4-4 15,1-9 1-15,8-11-3 16,4-17-1-16,3-16-21 0,7-8 22 15,8-16 6 1,6-21-3-16,1-11-2 16,-6-4-1-16,-13-3 1 15,-18 1 7-15,-12 1 11 16,-6 10-2-16,-16 4-12 0,1 13 10 16,8 12-4-16,6 11 0 15,6 3-11-15,1 12-30 16,0 17-17-16,11 12 45 15,10 5 3-15,8-5-2 16,7-7-1-16,9-13 2 16,7-13 2-16,6-8-2 15,2 0 3-15,-1-15-3 16,-6-7-37-16,-16-1-149 16,-19 3-261-16</inkml:trace>
  <inkml:trace contextRef="#ctx0" brushRef="#br0" timeOffset="664.58">11248 3505 498 0,'0'0'30'0,"0"0"-29"16,0 0 23-16,87 9 32 0,-23-9 5 16,13-2 2-16,12-10-3 15,18-3-22-15,9 0-22 16,11 1-9-16,9 3-6 16,4-1-1-16,-2 2-1 15,-2 0-66-15,-4-3-75 16,-11 1-145-16</inkml:trace>
  <inkml:trace contextRef="#ctx0" brushRef="#br0" timeOffset="831.36">12930 3408 394 0,'0'0'238'0,"0"0"-129"15,0 0 6-15,0 0-24 16,0 0-40-16,0 0-37 15,-2 0-14-15,2 1-18 16,0 4-52-16,12 3-67 16,1-5-88-16</inkml:trace>
  <inkml:trace contextRef="#ctx0" brushRef="#br0" timeOffset="3695.7">19049 5927 208 0,'0'0'72'16,"0"0"83"-16,0 0-110 16,0 0 69-16,0 0-63 0,0 0 8 15,-22-63-17-15,19 56-7 16,3-1-2-16,-2 0 8 15,2 0-30-15,-1 3 13 16,1 5-16-16,0 0 19 16,0 0-23-16,-2 0-4 15,2 0-1-15,-1 0-8 16,-2 14-4-16,-2 8 9 16,-2 9 4-16,3 6 1 15,1-2-1-15,3-4 0 16,0-8-1-16,0-8 0 15,6-12-1-15,19-3 2 16,18-14 10-16,20-23 19 16,18-10-20-16,3-11-8 15,-3 0-1-15,-12 0 0 0,-13 7 1 16,-14 10-2-16,-12 9-4 16,-6 9-6-16,-11 12-12 15,-4 5-22-15,-4 6-25 16,-5 0-130-16,0 12 8 15,0 7 57-15,-10 6-59 16</inkml:trace>
  <inkml:trace contextRef="#ctx0" brushRef="#br0" timeOffset="3847.56">19610 5727 507 0,'0'0'90'0,"0"0"2"16,0 0-50-16,0 0 14 15,0 0-22-15,0 0-1 16,-4-15-33-16,-5 24-17 16,-9 15-99-16,-6 6 19 15,-2-1-126-15</inkml:trace>
  <inkml:trace contextRef="#ctx0" brushRef="#br0" timeOffset="6959.55">18285 7193 208 0,'0'0'155'0,"0"0"-92"16,0 0-20-16,0 0 1 16,0 0 16-16,0 0-10 15,0-76-13-15,0 71-9 16,0 0-5-16,0 1 11 15,0 1-11-15,0-2 1 16,0 0-8-16,0-1 6 16,0-1 12-16,0 1-2 15,0 2-22-15,0 2 9 16,0 1-6-16,0 1-11 0,2 0-2 16,1 10-25-1,2 12-7-15,-1 9 28 0,1 5 3 16,-4 3 0-1,2-3 2-15,-3-7-1 0,1-7 1 16,1-7-1-16,1-8-1 16,5-7 1-16,18-6 4 15,18-27 26-15,20-11-24 16,12-10-5-16,-3 0-1 16,-12 8 1-16,-12 6 0 15,-13 10-1-15,-13 12 0 16,-7 9-1-16,-6 7-9 15,-7 2-20-15,-2 9-98 16,-1 21 47-16,0 13-54 16,-16 3-27-16,-8 3-118 0</inkml:trace>
  <inkml:trace contextRef="#ctx0" brushRef="#br0" timeOffset="7473.9">18074 8149 362 0,'0'0'97'0,"0"0"45"16,0 0-48-16,9-74-3 16,-9 72-37-16,0 2-52 15,1 0-2-15,1 11-30 16,1 9 23-16,-2 9 7 15,3-1 0-15,-1 1 3 16,0-4-2-16,4-4-1 0,-3-5 2 16,2-5-2-16,6-7 0 15,4-4 5 1,16-2-3-16,13-23 5 0,14-8-4 16,5-9-1-16,-3-1-2 15,-6-1 4-15,-8 5 0 16,-11 6 1-16,-9 6-2 15,-10 13-3-15,-6 9-1 16,-7 5-24-16,-1 5-95 16,-1 19-7-16,-2 9 28 15,0 3-76-15</inkml:trace>
  <inkml:trace contextRef="#ctx0" brushRef="#br0" timeOffset="7974.66">18075 9474 330 0,'0'0'136'0,"0"0"-16"0,0 0-27 16,0 0-20-16,0 0-50 15,0 0-23-15,3-26-11 16,0 42 10-16,2 4 1 15,-2 4 0-15,0 3 0 16,1 2 1-16,-1-3 0 16,5 1-1-16,2-7-3 15,4-4-15-15,5-6-12 16,9-10 6-16,14 0 21 16,12-28 3-16,14-14-18 0,4-9 13 15,-5-2 5 1,-10 7 18-16,-14 9 17 0,-13 12 2 15,-14 11-22-15,-8 10-15 16,-8 4-11-16,0 15-194 16,-20 13 49-16,-12 8-121 15</inkml:trace>
  <inkml:trace contextRef="#ctx0" brushRef="#br0" timeOffset="8489.86">18074 10861 362 0,'0'0'198'0,"0"0"-154"16,0 0-42-16,0 0-2 16,0 0 5-16,0 0 6 15,0 0-6-15,18 64-3 16,-9-51 0-16,3-3 1 16,2-3 1-16,3-2-3 15,4-5 3-15,6 0 3 16,10-17 9-16,10-15-8 0,7-8-5 15,6-7-1 1,-2-3-1-16,-9 2 0 16,-11 9 3-16,-15 12 6 0,-13 16-8 15,-10 11-2-15,-11 11-83 16,-20 15-218-16</inkml:trace>
  <inkml:trace contextRef="#ctx0" brushRef="#br0" timeOffset="9141.15">18266 12005 368 0,'0'0'187'0,"0"0"-39"16,0 0-39-16,0 0-38 15,0 0-21-15,0 0-48 16,0-32-2-16,0 35-6 16,5 12 6-16,3 6 0 0,-3 2 1 15,1-2 0-15,0-2 0 16,2-4 2-16,0-4-2 15,1-5-1-15,8-6-6 16,7 0 6-16,19-22 0 16,10-12 1-16,4-7-1 15,-3-5 0-15,-10 7 0 16,-14 7 0-16,-11 11-2 16,-9 10-43-16,-10 10-120 15,0 1-332-15</inkml:trace>
  <inkml:trace contextRef="#ctx0" brushRef="#br0" timeOffset="9299.29">18685 12003 556 0,'0'0'106'16,"0"0"23"-16,0 0-75 15,0 0-20-15,0 0-24 16,0 0-10-16,-3-6-126 15,3 6-242-15</inkml:trace>
  <inkml:trace contextRef="#ctx0" brushRef="#br0" timeOffset="70108.5">14872 6878 138 0,'0'0'116'15,"0"0"-38"-15,0 0-73 16,0 0 30-16,0 0 8 15,0 0-10-15,0 0-3 16,-7-22-7-16,7 22 27 16,0-1-12-16,0 1-7 15,0-2 15-15,0 1-3 16,0-1-19-16,-1 1-12 16,1 1 7-16,0 0-8 15,0 0-3-15,0 0-5 0,-2 0-3 16,2 0 0-16,0 0-1 15,0-3 2-15,0 2 4 16,0 0 10-16,0-1-12 16,-1-1 2-16,-2 0 5 15,0-1-5-15,0 0-3 16,-2 1-2-16,-4 0-1 16,-1 2-3-16,-10 1 0 15,-6 0 0-15,-7 6-1 16,-4 5 1-16,2 0 3 15,1 1 2-15,1-1-2 16,0 2 1-16,-1-1-2 0,3 0 4 16,2 0-4-16,6-2 2 15,3 1-3-15,7 0 2 16,0 3-1-16,2 0 2 16,2 0 0-16,0 2-5 15,2 1 4-15,2 2 1 16,2 1-1-16,3-1-3 15,0 2 0-15,0 1 4 16,0 2-2-16,0 1 2 16,2 0-3-16,2 2 3 15,1 0 0-15,-4 1-1 16,-1-2 1-16,0 6 0 16,0 2-1-16,0 2 0 0,0 1 1 15,0 3 0-15,-4 1 0 16,2 4 1-16,-1 0-1 15,3 3 0-15,0 1-1 16,0-1 1-16,0-1 0 16,2 0 1-16,4-2-1 15,-3-1 0-15,-1-2 0 16,-2-1 0-16,0-2 0 16,0 2 0-16,-1 0 0 15,-11 0 0-15,-3 1 1 16,-1 2-1-16,-2 1 0 15,-2-1 1-15,-2-1-1 0,3-2 0 16,1-7 1-16,2-3 1 16,0-4-2-16,3-7 0 15,1-1 0-15,-1-5 2 16,4-3-1-16,-1-2-1 16,3-4 2-16,-1 1-2 15,2-3 0-15,-1 1 4 16,-2-1-4-16,-1 0 2 15,4-2 0-15,2-1-1 16,2 0 3-16,2 0 1 16,0 0 0-16,0 0 0 15,0 0-1-15,0 0-3 16,0 0-2-16,0-8 2 16,0-3-1-16,0 2 0 15,0-2 0-15,0 3 0 0,2 2 0 16,4 1-1-16,-2 2-1 15,5 2-4-15,-2 1 2 16,3 0 0-16,3 0 0 16,-3 0 4-16,-1 1-5 15,3 10 4-15,-1 5-5 16,-1 2 6-16,0 4 0 16,-1 3-1-16,-2 2 1 15,2-1 0-15,1 4 0 16,-1-2 1-16,-2 2 0 0,-1-1-1 15,0 1 0 1,-3-1 0-16,-3-1 0 0,0 5-1 16,0 1 1-16,0 8 0 15,0 7 0-15,0 0 0 16,0 3 0-16,0-1 0 16,0 1 0-16,0-4 0 15,-4 3 0-15,-1 0 0 16,2-2 1-16,-1 1-1 15,2-2-1-15,2-1 1 16,-2 1 1-16,1-2-1 16,0 2 0-16,-1-2 0 15,2 1 0-15,0 0 2 16,0 1-2-16,0-1 1 16,0-1-1-16,0 3 2 15,0 6-2-15,0 3 0 0,2 0 0 16,4 1 0-16,4-4 1 15,-1-2-1-15,-2 0 1 16,3-2-1-16,0-2 0 16,-3-2 0-16,1-4 0 15,1-3 1-15,-3-2 0 16,0-3-1-16,0-2 2 16,-2 0-2-16,0 1 1 15,2 2-1-15,1 0 1 16,-3 3 0-16,2 1 1 15,0 3-2-15,1 0 3 0,-2 2-2 16,4-1 0-16,-1 3 0 16,2 1 0-16,-3 1 1 15,1 0 0-15,-1-4-2 16,-1-3 0-16,-3-5-2 16,-1-3 2-16,-2-2 0 15,0-2 0-15,0-1 2 16,0 1-2-16,0 1 1 15,0 2-1-15,0 2-3 16,0-2 3-16,0 3 0 16,0-1 2-16,0 0 4 15,0-1-3-15,0-2-1 16,0 0-1-16,0-3-1 0,0-2 0 16,0 0 0-1,0-1 1-15,0 1-1 0,0 1 0 16,0 1 1-16,3-1-1 15,1-1 1-15,1 0 1 16,-1-2-2-16,2 1 0 16,1 2 1-16,-1 0-1 15,2 3 0-15,-2-1 0 16,3-2 0-16,0 1 1 16,-2 0-1-16,5-2 1 15,0-2 0-15,0-1 0 16,1-2-1-16,1 2 0 15,2-3 0-15,-1 1 0 16,2-2 0-16,-4-5-3 0,3-4 3 16,0-2 0-16,4-6 0 15,4-3 3-15,3 0-1 16,3 0 0-16,2-2 0 16,1-5 0-16,-4 2 0 15,-7-1-2-15,-1 3 2 16,-5 2-2-16,-2-1 0 15,-1 2 0-15,-4 0 0 16,-1 0 0-16,-1 0 0 16,2 0-22-16,-5 6-76 15,-2 0-26-15,-1 2-23 16,-1-5-115-16</inkml:trace>
  <inkml:trace contextRef="#ctx0" brushRef="#br0" timeOffset="70241.84">15018 12772 244 0,'0'0'219'0,"0"0"-8"0,0 0-38 15,0 0-95-15,0 0-16 16,0 0 1-16,-47-67-53 16,47 67-10-16,0 0-36 15,0 10-52-15,0 13 40 16,0-3-102-16,0-9-178 16</inkml:trace>
  <inkml:trace contextRef="#ctx0" brushRef="#br0" timeOffset="79120.31">14242 13812 197 0,'0'0'74'16,"0"0"21"-16,0 0 15 15,0 0-46-15,0 0-8 16,0 0-13-16,0 0 15 15,9-65-2-15,-9 61-16 0,0 1 15 16,0 3-28-16,0-2-2 16,0 2-9-16,0 0-4 15,0 0-9-15,0 0-3 16,0 0 0-16,0 0-6 16,0 10 0-16,0 13 2 15,-6 11 4-15,-6 11 0 16,-2 11 0-16,0 13 4 15,2 2-2-15,3 1 3 16,-2-5-4-16,7-9-1 16,1-10 0-16,3-12-10 15,0-13-38-15,0-14-30 16,19-9-70-16,5-12-56 0</inkml:trace>
  <inkml:trace contextRef="#ctx0" brushRef="#br0" timeOffset="79486.35">14442 13982 462 0,'0'0'72'0,"0"0"-60"15,0 0 49-15,-17 84-20 16,14-47 8-16,3 0-21 15,0 3-11-15,0-5-10 0,9-2 0 16,8-9-3-16,1-6-3 16,2-8 1-16,2-10 3 15,1 0 8-15,3-13 1 16,0-12 2-16,-3-8-10 16,-10-8-1-16,-7 2 3 15,-6-2-3-15,-4 2 5 16,-23 4 0-16,-10 5 4 15,-3 4-13-15,2 10 7 16,7 12-8-16,10 4 0 16,10 3-3-16,10 23-53 15,1 12-24-15,0 4-60 16,18-1-158-16</inkml:trace>
  <inkml:trace contextRef="#ctx0" brushRef="#br0" timeOffset="81002.32">14911 14371 439 0,'0'0'112'15,"0"0"-57"-15,0 0-32 16,0 0-6-16,0 0 1 0,72-92 6 15,-43 52 10 1,0-7 6-16,1-8-4 0,-2-3-8 16,-5-3-7-16,-8 3-7 15,-11 4 6-15,-4 3-2 16,-3 9-8-16,-13 5 2 16,-5 11 3-16,2 11-9 15,5 10-2-15,5 5-4 16,2 0-1-16,4 22-6 15,1 14 4-15,2 12 0 16,0 8 3-16,5 10 1 16,17 2 1-16,5-1-2 15,4-3 0-15,4-9-6 16,-1-15-29-16,3-10-3 16,2-13-6-16,3-11 4 0,-1-6 1 15,0-3-10 1,-4-15-6-16,-12-8 27 0,-9-3 15 15,-8-5 13-15,-8-7 25 16,0 2 66-16,0 3 14 16,-8 11-49-16,0 5-15 15,2 11-25-15,4 5-5 16,0 2-6-16,2 2-5 16,0 0-1-16,0 0-5 15,0 0 0-15,0 0 1 16,0 0 3-16,0 0 0 15,0 0 2-15,0 0 0 16,0 0 2-16,0 0 5 0,0 0 8 16,0-1 4-16,-1-6-7 15,-5-3-10-15,-1 1 4 16,3 1-2-16,1 4-3 16,1 2 6-16,1 1-3 15,-1 1-4-15,2 0 1 16,-1 0-2-16,-2 0-3 15,1 3-1-15,-7 15 0 16,-1 12 5-16,-2 6 0 16,-3 8 0-16,6-1-3 15,3-1-8-15,6-6-5 16,0-5-4-16,0-8 0 16,12-9-14-16,6-7 16 15,1-7 5-15,4 0 10 0,0-10 3 16,-3-9 1-16,-7-4 1 15,-4-4 14-15,-7 0 11 16,-2 0-3-16,0 5-12 16,-3 3 2-16,-3 9-4 15,3 7-1-15,3 3-9 16,0 0-6-16,0 12-20 16,6 9 19-16,14 6 1 15,7 0-6-15,8-2-19 16,3-5 20-16,5-11-5 15,-2-9 0-15,-5 0 15 16,-5-13 1-16,-1-16 8 0,0-8 0 16,0-10 0-16,0-4-5 15,-4 3-2-15,-5 9-1 16,-4 9 0-16,-3 7 0 16,-3 11-1-16,-3 5 1 15,-2 6 0-15,-1 1-3 16,4 0 3-16,2 9-5 15,4 4 4-15,0-1 1 16,-2 1 0-16,1-3 0 16,-8-4 0-16,0-3 0 15,-4-3 0-15,-2 0 2 16,0 0 0-16,0 0 5 16,-19 0 7-16,-10 0-13 0,-5 7-1 15,-2 7 0 1,0 8-1-16,7 4 0 0,2 7-1 15,8 1 1-15,13 2 0 16,4 0-1-16,2-2 2 16,11-5 0-16,19-1-1 15,10-9 0-15,11-8 1 16,11-11 0-16,5 0 0 16,6-20-3-16,2-16-11 15,-2-9-1-15,-9-5-15 16,-11 0 27-16,-18 4 3 15,-17 9 16-15,-13 6-8 0,-5 11-5 16,-5 7 0-16,-13 7-3 16,-1 6-1-16,1 0 1 15,4 2-3-15,5 16 1 16,8 6-1-16,1 10 1 16,0 5 0-16,3 2 1 15,11 2 1-15,3-1 0 16,-2-4 0-16,0-6 0 15,-6-6 7-15,-4-11-6 16,-5-7 2-16,0-2 1 16,-20-3 18-16,-21 5-1 15,-24 5-21-15,-17 0-6 16,-7 0-136-16,4-5-236 0</inkml:trace>
  <inkml:trace contextRef="#ctx0" brushRef="#br0" timeOffset="81386.49">14718 14688 389 0,'0'0'119'15,"-121"3"4"1,91-3-42-16,17 0 3 0,11 0-35 16,2 2-35-16,11 1-11 15,30 0-2-15,29-3 22 16,29 0 6-16,31 0-5 16,26-12-11-16,15-7-3 15,13-1-6-15,1 0-3 16,-10-4-1-16,-19 7-3 15,-29 2 0-15,-32 5 3 16,-33 5 11-16,-30 2-5 16,-19 3-6-16,-13 0-4 15,-2 0-8-15,-35 21 8 0,-31 8-11 16,-23 4-58 0,-11-6-149-16</inkml:trace>
  <inkml:trace contextRef="#ctx0" brushRef="#br0" timeOffset="82438.33">18511 13967 210 0,'0'0'102'15,"0"0"48"-15,0 0-35 16,0 0-55-16,0 0 18 15,0 0-26-15,-6-58-28 0,6 58 6 16,0 0-8-16,0 0-17 16,0 0-5-16,0 0-3 15,0 18 0-15,0 13 0 16,0 11 3-16,0 11 4 16,0 6-2-16,0 5 3 15,-6-4-4-15,-2-4-1 16,3-6-41-16,3-10-51 15,2-11-26-15,0-15-116 16,6-14-56-16</inkml:trace>
  <inkml:trace contextRef="#ctx0" brushRef="#br0" timeOffset="83282.34">18772 13997 264 0,'0'0'227'0,"0"0"-150"15,0 0-25 1,0 0 0-16,0 0-18 0,0 0-23 15,15-33-1-15,9 22-7 16,7-3-1-16,10-1-1 16,0 0 7-16,1 6 12 15,-3 1-10-15,-5 5-8 16,-12 3-2-16,-4 0 0 16,-9 7-2-16,-7 9-14 15,-2 5 6-15,-9 4-1 16,-18 4 10-16,-8 5 0 15,0-1-2-15,0-1-5 0,7-6 6 16,10-4 0-16,8-7-7 16,8-2-4-16,2-4-29 15,3 0 7-15,15-2 13 16,6 1 13-16,0-2 3 16,1 2 4-16,-3 2 4 15,-3 3-2-15,-5 3 8 16,-6-1 2-16,-7 2 14 15,-1 2-4-15,-4-2 8 16,-12 0 4-16,-8-3-14 16,-2 1-2-16,-2-3-12 15,-1-3 5-15,4-1-6 16,4-3-3-16,5-5-4 16,6 0-16-16,8 0-44 15,2-7 16-15,6-10-258 16</inkml:trace>
  <inkml:trace contextRef="#ctx0" brushRef="#br0" timeOffset="84313.69">19230 14177 644 0,'0'0'186'16,"0"0"-114"-16,0 0-37 16,0 0-24-16,0 0-11 15,0 0 0-15,0-12-2 16,0 12-33-16,4 0-40 15,2 0-17-15,3 0-70 16,-3 0-232-16</inkml:trace>
  <inkml:trace contextRef="#ctx0" brushRef="#br0" timeOffset="84666.39">19583 13914 429 0,'0'0'105'16,"0"0"18"-16,0 0-41 15,0 0-75-15,0 0-7 16,0 0 0-16,-60 48 3 16,49-13-3-16,5 2-2 15,6 3 1-15,0-2-4 16,9-1 2-16,8-3 3 15,3-5-2-15,-5-3 0 0,0-9 2 16,-10 0 3 0,-1-5-2-16,-4 0 1 0,0-3 0 15,-9 2 1-15,-12-2 0 16,-3-1 1-16,-4-1-4 16,-2-5-20-16,3-2-52 15,1 0 11-15,10-4-46 16,7-13-104-16</inkml:trace>
  <inkml:trace contextRef="#ctx0" brushRef="#br0" timeOffset="84882.26">19592 13943 479 0,'0'0'146'15,"0"0"12"-15,0 0-97 16,0 0-58-16,95-60-3 16,-52 60-2-16,4 0-13 15,-2 0-37-15,-2 5-67 16,-10 4-9-16,-8 2-140 16</inkml:trace>
  <inkml:trace contextRef="#ctx0" brushRef="#br0" timeOffset="85164.7">19847 14066 350 0,'0'0'175'16,"0"0"-90"-16,-49 100-28 15,38-57-27-15,4-3-11 16,6 0-10-16,1-5-5 16,3-9-3-16,17-5 0 15,6-12 2-15,8-9 5 16,2-3-2-16,3-20 24 15,-5-9 0-15,-5-1 2 16,-12 2-19-16,-12 2 8 16,-5 1-17-16,-3 4-2 15,-26 3-2-15,-9 7-3 0,-10 6-1 16,2 8-14 0,13 0-28-16,15 6-13 0,16 13-22 15,2 4-19 1,10 0-175-16</inkml:trace>
  <inkml:trace contextRef="#ctx0" brushRef="#br0" timeOffset="85531.26">20299 14316 473 0,'0'0'101'16,"0"0"-52"-16,0 0-30 15,0 0-6-15,0 0-4 0,0 0 20 16,-12-33 12-16,39 8-33 16,4-7 3-16,1-7-1 15,-3-5 8-15,-6-3-10 16,-4-4 3-16,-9 0-9 16,-10 3 2-16,0 2-1 15,-16 4-1-15,-7 9 1 16,2 13 17-16,6 11 5 15,1 9-14-15,5 9-11 16,-1 25-7-16,0 18 6 16,2 15 0-16,5 9 1 15,3 5 1-15,3-1-1 16,18-7-16-16,6-14-63 16,1-15-51-16,4-19-2 15,5-20-90-15,5-5-13 0</inkml:trace>
  <inkml:trace contextRef="#ctx0" brushRef="#br0" timeOffset="86413.96">20671 14101 270 0,'0'0'232'15,"0"0"-52"-15,0 0-52 16,0 0-72-16,0 0-48 16,0 0-8-16,-72-39-3 15,66 70 2-15,-2 6 1 16,1 4 1-16,1 0 1 0,6-5-4 15,0-9 2 1,0-6-15-16,15-13-37 0,3-8 44 16,7-4 8-16,2-19 5 15,-3-5-1-15,-4-5-1 16,-10 4-1-16,-10 1 12 16,0 6 1-16,-15 5-1 15,0 6-12-15,3 9-1 16,8 2-1-16,4 0 0 15,0 15-6-15,1 8 6 16,18 5-4-16,8 1 2 16,12 3 0-16,9-8-5 15,4-3-8-15,2-10-2 16,-4-11 9-16,-3 0 5 16,-4-18 3-16,-7-13 1 0,-6-3 0 15,-10-2 2-15,-6 2 0 16,-6 7-3-16,-1 10 5 15,-4 5-5-15,-3 7 11 16,0 5 1-16,3 0-12 16,0 0-7-16,0 13 3 15,-2 2 0-15,-1 1 3 16,0 4 1-16,0-1 0 16,-4-2 0-16,-5-1 0 15,-5-4-1-15,1-2 1 16,-3 0-13-16,-4 0-5 15,1-1 3-15,3 3-4 0,3 1 6 16,7 1-11 0,6 3-25-16,0 0 19 0,14 2 15 15,16 0 3-15,10-2 8 16,11-6 2-16,4-10 2 16,5-1 0-16,-5-12 2 15,-4-18 3-15,-2-9 30 16,-9-8 16-16,-3-3 19 15,-13-4-21-15,-6 1-11 16,-11 5-3-16,-7 6-14 16,0 16-21-16,0 12 3 15,0 8-4-15,0 6 1 16,0 0-23-16,-1 20-53 16,-2 13 68-16,0 14 8 15,1 8-1-15,2 5 1 0,0 1-1 16,2-5 1-16,10-6 4 15,-2-11-3-15,-2-11 0 16,-4-12 1-16,-4-9-2 16,0-4 0-16,0-3 2 15,-23 0 27-15,-21 0-18 16,-17 0-11-16,-8 0-8 16,3 0-65-16,12 0-27 15,17 0 4-15,15 0-243 16</inkml:trace>
  <inkml:trace contextRef="#ctx0" brushRef="#br0" timeOffset="86849.44">18863 14833 243 0,'0'0'122'0,"-136"14"-18"16,91-6-24-16,16-1-39 15,18-6-10-15,9 0 11 16,2 2-30-16,9 0-10 16,24-1 8-16,19-2 34 15,25 0-13-15,27 0 1 16,32-3-6-16,31-8-15 16,27-4-4-16,21 2-5 15,7 5 1-15,1 1-2 16,-8 0-1-16,-16 1-2 15,-19-1-10-15,-28 3-6 0,-29 1 6 16,-32 2-17-16,-29 1 5 16,-25 0-24-16,-22 0-70 15,-15 0-182-15</inkml:trace>
  <inkml:trace contextRef="#ctx0" brushRef="#br0" timeOffset="86990.24">21030 14821 539 0,'0'0'164'0,"0"0"-27"16,0 0-93-16,0 0-29 15,0 0-15-15,0 0-89 16,-18-9-124-16,8 13-76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4:36:23.4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6014 4038 101 0,'0'0'42'0,"0"0"4"15,0 0 0-15,0 0-21 16,0 0 27-16,0 0-15 15,0 0 3-15,5-32-20 16,-5 30 21-16,0 1 7 16,0-1 6-16,0 1-30 15,0 0 0-15,0 1-9 16,0-1 4-16,0 1-8 0,0 0 0 16,0 0 0-16,0-2 9 15,0 2 4-15,0 0-10 16,0-1 7-16,0-2 0 15,0 2-10-15,0-2-3 16,0-1 6-16,-2 4-4 16,1-3 5-16,1 3-5 15,0 0 3-15,0-2-4 16,0 2-2-16,0 0-1 16,-2 0-1-16,2 0 1 15,0 0 1-15,0 0 1 16,0 0-5-16,0 0-2 0,0 0-1 15,-1 0 0-15,1 0-2 16,0 0-3-16,0 0-2 16,0 0-4-16,0 5 5 15,0 4 6-15,4 6-1 16,2-2-1-16,2 1 0 16,-1 1 2-16,2-3-2 15,-2 0-3-15,3-1-4 16,-3-3 4-16,0-2-5 15,1-3 10-15,-2-2 0 16,6-1 2-16,4 0 1 16,5-15 4-16,12-8-5 0,7-7 1 15,3-5-2 1,-1-2 1-16,2-1 1 0,-6 2 0 16,-5 6-2-16,-6 1 0 15,-8 4 0-15,-3 4 1 16,-5 3 2-16,-3 1-2 15,-1 3-1-15,-1 0 0 16,0 3 0-16,-4 5 0 16,2 2 0-16,-2 0-1 15,-2 4-2-15,1 0-7 16,6 0-86-16,2 0 27 16,2 8-10-16,-1 6-57 15,-4-2-78-15,-3-5-51 16</inkml:trace>
  <inkml:trace contextRef="#ctx0" brushRef="#br0" timeOffset="164.92">6575 3793 298 0,'0'0'74'16,"0"0"12"-16,0 0-15 15,0 0-23-15,0 0-15 16,0 0-33-16,-25 53-56 15,13-19-32-15,-3-8-164 16</inkml:trace>
  <inkml:trace contextRef="#ctx0" brushRef="#br0" timeOffset="4268.11">11319 4008 197 0,'0'0'47'0,"0"0"1"15,0 0 18-15,0 0 16 16,0 0-9-16,0 0-13 16,0 0-5-16,-5 0 3 15,3 0-32-15,1 0-6 0,1 0 0 16,0 0-16 0,0 0-3-16,0 0 0 0,-2 0 1 15,2 0 0-15,-1 0 3 16,1 0 8-16,0 0 11 15,0 0-1-15,0 0 0 16,0 0-11-16,0 0-6 16,0 0-4-16,0 0-1 15,0 0 0-15,0 0 0 16,0 0-2-16,-2 0 3 16,2 0-2-16,0 0 0 15,0 0 0-15,0 0-2 16,0 0 4-16,0 0-3 15,0 0 1-15,0 0-1 16,0 0 0-16,0 0-4 0,0 0 5 16,0 0 0-16,0 0-1 15,0 0 1-15,0 0 0 16,0 0-5-16,0 0-18 16,0 0-5-16,0 0-12 15,0 4-40-15,0 5 25 16,5 1-97-16,4-7-54 15</inkml:trace>
  <inkml:trace contextRef="#ctx0" brushRef="#br0" timeOffset="13895.09">15139 4081 37 0,'0'0'97'0,"0"0"-53"15,0 0-9-15,0 0-13 16,0 0 31-16,0 0 2 16,0 0-39-16,0 0 28 15,0-2-1-15,0 1-20 16,0-1-6-16,0 2-4 16,0 0 3-16,0 0-16 15,0 0-19-15,0 0-85 16,0 3 32-16,0 6 15 15,0-5-43-15</inkml:trace>
  <inkml:trace contextRef="#ctx0" brushRef="#br0" timeOffset="19562.79">8164 11300 72 0,'-164'128'12'16,"5"-5"-12"-16,13-5 39 15,19-13-7-15,14-10-23 16,16-11-7-16,15-11-4 0,9-12-2 15,12-11-9-15,9-11-11 16,10-11-20-16,12-11-17 16</inkml:trace>
  <inkml:trace contextRef="#ctx0" brushRef="#br0" timeOffset="25429.36">1987 16796 236 0,'0'0'73'0,"0"0"55"16,0 0-49-16,0 0-37 0,0 0-15 16,0 0-5-16,0 0 1 15,-63-49-4-15,59 46 11 16,1 2-23-16,1-1 4 15,2 2 2-15,0 0-6 16,0 0-7-16,0 0 0 16,-1 0-2-16,1 0 2 15,0 0-4-15,0 0-3 16,0 0 4-16,0 0-2 16,0 0 5-16,10 0 0 15,4 2 0-15,6 2 1 16,6 1-1-16,5 3 2 0,10 0-2 15,9 1 0-15,7-3 0 16,9 5 1-16,7-3-1 16,5-2 1-16,8 2-1 15,6-1 1-15,5-2-1 16,5 0 0-16,2-1-2 16,4-3 2-16,0-1 0 15,-3 0 1-15,2 0-1 16,-4 0 0-16,-2-2-1 15,-4-2-14-15,0-3-5 16,-1 6 4-16,-5-1 10 16,0 0 1-16,-8 1 3 15,-9 0 1-15,-3 1 1 0,-4 0 2 16,0 0 0 0,-1 0 1-16,-2 0-2 0,-3 0-1 15,2 0 0-15,-2 1 0 16,2-1 0-16,4 0 0 15,-2 0 0-15,1 0 0 16,4 0 0-16,3 0 0 16,1 0 1-16,4 0-2 15,-5-3 0-15,6-2 1 16,1-1 0-16,2 0 1 16,4-2 0-16,1 3-1 15,-5-2-1-15,1 2 1 0,-1-1 0 16,-5 1 2-1,-5 4-2-15,0-1 0 0,0 0 0 16,1 2 0 0,-3 0 0-16,1 0 0 0,-8 0 1 15,-9 0-1-15,-5 0 5 16,-8 0 0-16,0 0 1 16,-5 0-4-16,-3 0-1 15,-5 0 0-15,-3 0 3 16,-4 0 5-16,-1 0 18 15,-4 0 7-15,2 0-17 16,3-3-2-16,7-1-8 16,2 1-5-16,4 0-2 0,1 2 0 15,-4 0 0 1,-3-1 0-16,-4 1 2 0,-3-1-2 16,-6 0 4-16,-3 2 11 15,-2-3 5-15,-5 3-4 16,-2-2-10-16,-2 2-6 15,1 0 0-15,-2 0-25 16,0 0-87-16,0 0-26 16,-21-4-318-16</inkml:trace>
  <inkml:trace contextRef="#ctx0" brushRef="#br0" timeOffset="27222.7">8633 15830 195 0,'0'0'46'0,"0"0"6"16,0 0 24-16,0 0-4 15,0 0-7-15,0 0 2 16,0 0-32-16,21-55 1 0,-21 49 19 15,0 2-10 1,0 1-25-16,0 2 14 0,0 1-18 16,0 0-9-16,0 0-4 15,-4 8-3-15,-13 14 6 16,-6 14 11-16,-9 11 13 16,-5 10-10-16,-2 5-6 15,-2 1-1-15,2-4-11 16,4-9 2-16,4-9-3 15,6-6 0-15,2-7-1 16,7-9 0-16,4-7 0 16,5-5-4-16,4-6-11 15,1-1-14-15,2-1 10 0,0-20-83 16,0-6-69 0,8-7-155-16</inkml:trace>
  <inkml:trace contextRef="#ctx0" brushRef="#br0" timeOffset="27521.94">8255 15736 505 0,'0'0'14'16,"0"0"90"-16,0 0-3 15,0 0-47-15,0 0-30 0,0 0-18 16,10-45-5-16,21 70 12 15,6 11 27-15,6 11-4 16,3 9-13-16,-3 9-9 16,2 4-6-16,-3 0-3 15,-5-3-5-15,3-11 2 16,-7-8-2-16,-5-7 0 16,-3-11-1-16,-6-8-7 15,0-5-23-15,-8-7-16 16,0-9-52-16,-1-4-66 15,-5-23-308-15</inkml:trace>
  <inkml:trace contextRef="#ctx0" brushRef="#br0" timeOffset="27680.86">8805 16136 595 0,'0'0'55'15,"0"0"-42"-15,0 0-13 16,0 0-10-16,0 0-51 16,0 0-185-16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4:38:31.3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5218 2609 406 0,'0'0'116'0,"0"0"-28"16,0 0-10-16,0 0-39 15,0 0 5-15,0 0 5 16,0 0-9-16,0 0-18 16,-3-50-3-16,3 47-4 15,0 1 4-15,0-1-6 16,-3-1 1-16,3-1-4 16,-2 2-4-16,1 1-1 15,1 0 2-15,0 2-3 0,0 0-1 16,-2 0-2-16,2 0 2 15,0 0-6-15,0 0 0 16,0 12-3-16,0 12 1 16,8 14 3-16,7 13 2 15,0 15 0-15,1 11 0 16,2 8 0-16,3 2 0 16,3-6-1-16,2-13-5 15,7-14-6-15,2-19 5 16,1-14 1-16,-4-13 3 0,1-8 2 15,6-8 1-15,3-19 1 16,3-9-1-16,-2-7-2 16,-9 2 0-16,-7-4 2 15,-11 1-2-15,-10-1 2 16,-6 1 0-16,0 3 0 16,0 3-1-16,-10 1 1 15,-5 3 1-15,-3 1-1 16,6 1 1-16,-4 3-1 15,2 1 4-15,-1 5-2 16,3 2 2-16,3 9 1 16,4 4-2-16,2 6-2 15,3 2-1-15,0 5-7 16,7 20-5-16,11 12 12 0,4 10 0 16,5 8 0-16,0-1 0 15,3-6-1-15,5-6-8 16,3-12-7-16,4-13-6 15,7-9-15-15,4-8-53 16,1-8-91-16,-4-23-262 16</inkml:trace>
  <inkml:trace contextRef="#ctx0" brushRef="#br0" timeOffset="418.24">6305 2784 446 0,'0'0'174'16,"0"0"-30"-16,0 0-42 16,0 0-67-16,0 0-9 15,0 0-17-15,-33-3-9 16,8 22-4-16,-5 13 2 16,-1 10 2-16,10 8-4 15,5 4-11-15,8 1-31 16,8-8-33-16,15-14 2 15,27-16 21-15,12-15 18 16,11-2 31-16,2-25 3 0,-3-6-5 16,-17-5 9-1,-10 0 4-15,-21 2 43 16,-14 2 29-16,-2 1-5 0,-17 2-25 16,-13 3-23-16,-2 4 6 15,6 11-12-15,12 5 0 16,11 6-17-16,3 5-1 15,0 19-58-15,1 17 55 16,15 7-6-16,10-2-10 16,6-5-33-16,11-9 17 15,7-15-11-15,5-8 2 16,-4-9-116-16,-6-6-116 16</inkml:trace>
  <inkml:trace contextRef="#ctx0" brushRef="#br0" timeOffset="715.25">6766 2788 835 0,'0'0'11'16,"0"0"-11"-16,0 0-3 16,0 0-3-16,49 107 6 15,-31-60 2-15,2-4 3 16,0-5-3-16,-3-11 0 15,-5-13 2-15,-8-7-3 16,-4-4 0-16,0-3-1 16,0 0 3-16,0-7 9 15,-1-18-3-15,-4-12-9 16,5-5-13-16,0-2 8 16,21 3-8-16,13 5-15 0,8 12-19 15,7 6-76-15,2 6-51 16,0 1-78-16</inkml:trace>
  <inkml:trace contextRef="#ctx0" brushRef="#br0" timeOffset="900.43">7266 2782 421 0,'0'0'222'0,"0"0"-86"15,0 0-70-15,0 0-18 16,0 0-29-16,0 0-19 15,-3 54 0-15,16-19 0 0,5 11 1 16,7 5-1-16,1 6-1 16,-4-5-77-16,-7-12-133 15,-11-18-112-15</inkml:trace>
  <inkml:trace contextRef="#ctx0" brushRef="#br0" timeOffset="1085.47">7266 2459 878 0,'0'0'29'0,"0"0"10"16,0 0-39 0,0 0-19-16,0 0-43 0,85 71-3 15,-70 2-82-15,-6-3-73 16,-1-14-84-16</inkml:trace>
  <inkml:trace contextRef="#ctx0" brushRef="#br0" timeOffset="2098.21">7725 2815 803 0,'0'0'79'0,"0"0"-1"0,0 0-51 15,0 0-27 1,0 0-16-16,0 0 4 0,-101 85 6 16,74-32-12-16,8-2-18 15,9-5-20-15,10-9-25 16,2-14-4-16,28-15 36 16,10-8 49-16,8-9 2 15,1-21 12-15,-5-10 9 16,-10-2 27-16,-12-2-7 15,-13 5 42-15,-9 6-39 16,0 8 1-16,0 11-21 16,0 7-8-16,0 7-18 0,0 0-3 15,-2 20-48 1,-2 14 29-16,-1 15 22 0,5 7-28 16,0 0-11-16,11-5 5 15,16-13-4-15,6-17 13 16,4-18 8-16,7-3 17 15,1-26 30-15,1-15-8 16,-4-8-8-16,-4-10 9 16,-10-5-18-16,-11-7 3 15,-13-2-4-15,-4-3 0 16,-12-2 17-16,-6 7 29 16,2 14 7-16,7 18 0 15,4 21-40-15,4 14-17 16,1 4-9-16,0 22-48 15,0 25 28-15,6 23 29 0,0 14 3 16,-2 5-3-16,6-8-4 16,3-14-10-16,4-19-19 15,0-20 16-15,-5-16 13 16,-6-8 0-16,-3-4 4 16,3-1 9-16,7-20 24 15,4-12-33-15,6-1-6 16,3 3-6-16,-7 8 3 15,-1 10 6-15,-7 12 2 16,-1 1-6-16,-1 3 2 16,-2 18 2-16,-3 11 0 15,-4 6 2-15,0 6-1 0,0 0 2 16,-1-6-4-16,-5-10 1 16,0-8-4-1,-3-7-4-15,-4-6 2 0,-4-6 2 16,-3-1 7-16,-8 0 2 15,2-17-2-15,1-3 0 16,6-5-1-16,15 1 1 16,4 2-7-16,15 1-56 15,17-3-15-15,8 1 41 16,0-1 32-16,2-3 5 16,-2-1 0-16,-4-3 13 15,-3-1 12-15,-12 0 30 16,-8-4-14-16,-5-3 18 15,-8-2-19-15,0 0 4 0,0 3 8 16,0 9-16-16,-2 12-11 16,2 9-10-16,0 8-15 15,0 12-24-15,0 25-44 16,2 22 68-16,8 20-2 16,5 12 1-16,4 4-11 15,2-7-47-15,-1-16-38 16,3-17-39-16,-9-21-101 15,-7-19-22-15</inkml:trace>
  <inkml:trace contextRef="#ctx0" brushRef="#br0" timeOffset="2429.92">8885 2995 810 0,'0'0'0'15,"0"0"-4"-15,0 0 4 16,111-49-2-16,-77 32 4 16,-2 0-2-16,-9-1 2 15,-6-1-1-15,-4 1-1 16,-7-1 1-16,-6 1-1 16,0 1-14-16,-14 5 13 15,-14 2-11-15,-9 9 8 16,-5 1-7-16,-4 18 3 15,3 14 6-15,7 11-17 0,8 5 6 16,7 1-2-16,12-2 1 16,9-5-8-16,11-8-18 15,33-10 16-15,17-9 22 16,11-12 2-16,13-3-190 16</inkml:trace>
  <inkml:trace contextRef="#ctx0" brushRef="#br0" timeOffset="2746">10276 2704 694 0,'0'0'123'0,"-12"-77"-51"16,0 56-42-16,6 10-14 15,4 8-2-15,1 3-14 16,-2 3 0-16,-2 25-49 16,-6 17 43-16,-8 17 5 15,-1 8 1-15,2-1 0 16,7-7-4-16,10-12-49 15,1-10 4-15,0-9-73 0,1-16-36 16,6-15-137-16</inkml:trace>
  <inkml:trace contextRef="#ctx0" brushRef="#br0" timeOffset="3212.03">9994 2515 665 0,'0'0'19'16,"0"0"-3"-16,84-36-16 16,-35 45-1-16,7 23-1 15,8 12 2-15,7 9-2 0,-3 4 2 16,-4 1 0-16,-9-1 4 16,-14-2-2-16,-19-1-2 15,-18-7 0-15,-4-7-7 16,-26-4 7-16,-10-5 0 15,-13-3 0-15,-5-4-34 16,-12-5-24-16,-4-8-15 16,-6-8 43-16,8-3-8 15,17-13-14-15,21-15 51 16,23-6 1-16,7-5 32 16,28 3 4-16,21 2 8 15,15 3-28-15,13 4-16 16,10 3-1-16,4 6 1 15,0 4 3-15,-5 7 13 0,-9 5 19 16,-20 2-1-16,-16 0-18 16,-15 6 1-16,-11 11-10 15,-8 5-1-15,-3 8 3 16,-4 6-2-16,0 0-3 16,-10 1-4-16,-9-8-31 15,-5-10-92-15,2-18-337 16</inkml:trace>
  <inkml:trace contextRef="#ctx0" brushRef="#br0" timeOffset="3359.14">10731 2517 268 0,'0'0'594'15,"0"0"-594"-15,0 0-58 16,0 0 17-16,55 117-11 15,-43-38-63-15,-5-1-162 16</inkml:trace>
  <inkml:trace contextRef="#ctx0" brushRef="#br0" timeOffset="3745.46">10867 3103 170 0,'0'0'571'0,"0"0"-447"0,0 0-70 15,0 0-34-15,0 0-18 16,116-80-2-16,-63 60 0 16,3-8 0-16,-4-1-4 15,-6-8-5-15,-12-1-3 16,-8 0 8-16,-9 4-2 16,-4 6 2-16,-6 9-5 15,1 7-16-15,-6 7 23 16,0 5 1-16,-1 0-2 15,1 0-33-15,1 14-22 16,0 14 57-16,0 10 1 16,0 6 4-16,3 4-3 15,3-5 0-15,0-8 2 16,-3-11 0-16,0-10 2 0,-5-4-4 16,-1-8-1-16,0-2-10 15,-7 0-8-15,-15 0 17 16,-10-2-61-16,4-14-32 15,13-7 23-15,15-8-135 16</inkml:trace>
  <inkml:trace contextRef="#ctx0" brushRef="#br0" timeOffset="4094.85">11599 2757 237 0,'0'0'87'0,"129"-52"42"16,-76 35-20-16,-17 4-57 15,-10 6 11-15,-14 2-23 16,-7 5-33-16,-5 0-7 15,0 0-7-15,0 12 6 16,0 7 1-16,-8 1 2 0,1-1 1 16,1-3 0-16,3-6-2 15,3-5-1-15,0-2-1 16,0-3 1-16,3 0 12 16,9-15 57-16,-2-7-44 15,-2-3 2-15,-8 0-14 16,0 5 7-16,-11 8-9 15,-8 8-11-15,-4 4 0 16,-8 13-3-16,-8 19 2 16,-1 17-3-16,6 9-5 15,6 10-12-15,9 6-9 0,17 0-1 16,2-12-16 0,25-13-42-16,21-23 19 0,15-20 27 15,10-7-9-15,10-28-77 16,-6-12 20-16,-8-8-88 15</inkml:trace>
  <inkml:trace contextRef="#ctx0" brushRef="#br0" timeOffset="5376.96">12157 2847 103 0,'0'0'97'0,"0"0"56"15,-30-92 20-15,19 77-2 16,2 10-66-16,7 5-79 16,-1 0-26-16,-4 17-55 15,0 15 55-15,-2 9 0 16,5 5 0-16,1 4 0 0,3-3 2 15,0-3-2-15,9-13 0 16,5-7-3-16,0-12 3 16,-1-7 3-16,-2-5 0 15,4 0 5-15,6-5 4 16,7-15-12-16,2-5-11 16,-3-4-47-16,-8 1-53 15,-10-1 25-15,-8 3 86 16,-1-2 23-16,-16 0 15 15,-20-3-30-15,-3 2 7 16,-1 4 11-16,6 6 43 16,10 6-39-16,7 6-30 15,9 3-11-15,5 4-24 0,3 0 25 16,0 0-24-16,0 0 13 16,0 0 19-16,0 0 2 15,0 0 3-15,0 0 4 16,0 0 25-16,0 0 14 15,0 0-7-15,0 0 6 16,0 0-14-16,0 0-18 16,0 0-10-16,0 0-2 15,0 0-1-15,0 0-1 16,0 0 0-16,0 0-5 16,0 0 5-16,11 4 1 15,9 6 0-15,7 1 1 16,6 2-1-16,6-3 0 15,5 0 3-15,-6-6-3 0,-1-1 1 16,-12-3 0-16,-7 0 0 16,-8 0 3-16,-2 0 7 15,-2-7 18-15,-4 4 5 16,-2-1-2-16,0 3-17 16,0 1-1-16,0 0-14 15,0 1-19-15,0 20-21 16,0 8 36-16,0 15 3 15,-7 4-9-15,6-1-33 16,1-4-16-16,0-14-20 16,2-12-12-16,12-14 62 15,0-3 26-15,2-11 3 0,1-17 9 16,3-11-7-16,-6-5 8 16,-1 1 7-16,-7 6 38 15,0 8 34-15,-1 10 5 16,-2 12-38-16,-2 2-36 15,5 5-20-15,2 0 0 16,7 8-11-16,4 15 4 16,3 8-3-16,-2 4-21 15,-2-2-5-15,-6-8-28 16,-2-8 27-16,-7-9 14 16,1-8 19-16,1 0 4 15,3-4 43-15,3-15-35 16,0-2-7-16,-1-1-1 0,0 5 6 15,-3 4-2-15,-1 5 16 16,0 4-4-16,-1 1-4 16,1 1-12-16,0 1 0 15,3 1 1-15,5 0-2 16,1 1 0-16,2 12-1 16,-3-3-11-16,1 3-14 15,-8-5 11-15,-1-1 9 16,-1-2 4-16,-2-5-6 15,3 3-18-15,-1 1 17 16,9 0-14-16,5 0-53 16,5-2 17-16,8 1-50 15,5-3-24-15,6 0 55 16,5 0 45-16,3-3 10 0,-6-11 24 16,-5-9 3-16,-9-5 97 15,-7-8 35-15,-6-6-18 16,-9-6-55-16,-5-7-8 15,-4-4 32-15,0-8-7 16,-9 5 5-16,2 15-22 16,1 14-14-16,6 20-33 15,-3 13-15-15,3 0-29 16,0 27-49-16,0 21 33 16,0 20 45-16,0 14-1 15,-4 7-6-15,-7-5-28 16,3-12-36-16,4-15 10 15,0-17 17-15,1-13 23 0,-3-9-11 16,0-16-116-16,-2-2-53 16</inkml:trace>
  <inkml:trace contextRef="#ctx0" brushRef="#br0" timeOffset="5573.16">12700 2671 703 0,'0'0'197'0,"0"0"-197"16,0 0-178-1,0 0 178-15,0 0 2 0,0 0 20 16,79 0-1-16,-30 0-15 16,15 0-6-16,15 0-57 15,10-8-316-15</inkml:trace>
  <inkml:trace contextRef="#ctx0" brushRef="#br0" timeOffset="6427.2">14009 2653 590 0,'0'0'77'15,"0"0"-77"-15,0 0 4 16,0 0-4-16,87 54 4 16,-55-23-2-16,4 0 6 15,-1-2 4-15,-8-4-10 16,-8-9 1-16,-10-5 1 15,-7-5-3-15,-2-5-1 16,0-1-12-16,0 0 3 16,-7-7 2-16,-10-18-8 0,0-9-31 15,7-10 10 1,10-4 36-16,24 0 4 0,23 6-3 16,14 6 6-16,3 10-7 15,-5 10 2-15,-13 8-1 16,-15 7 17-16,-11 1 6 15,-14 6-21-15,-6 15-3 16,0 9-1-16,-12 8 1 16,-15 3 7-16,-5 2 1 15,1-4-1-15,6-3 0 16,10-10-7-16,8-6-3 16,7-10-11-16,1-10-11 15,24-2 24-15,14-25 1 0,6-9 1 16,-3-5 8-1,-9-1 11-15,-11 2 32 0,-9 6 24 16,-7 9 3 0,-3 8-25-16,-1 10-19 0,-2 5-30 15,0 2-5-15,0 6-32 16,3 17-22-16,1 13 54 16,8 7-1-16,6 2 0 15,12-2 0-15,13-9-9 16,5-13-6-16,4-13 4 15,-4-8 6-15,-5-15 6 16,-4-14 1-16,-8-12-1 16,-3-10 0-16,-7-10-10 15,-15-11-14-15,-6-5 17 0,-10 2 7 16,-19 5 0 0,-1 14 19-16,4 12 38 0,8 16 35 15,9 16-58-15,7 9-30 16,2 3-4-16,0 18-67 15,0 22 18-15,0 20 49 16,0 18 4-16,16 9-4 16,9 0-1-16,9-6-8 15,8-10-29-15,0-10-28 16,-4-15-35-16,-9-17-61 16,-10-15-66-16</inkml:trace>
  <inkml:trace contextRef="#ctx0" brushRef="#br0" timeOffset="6742.15">15385 2680 674 0,'0'0'68'15,"0"0"27"-15,0 0-46 16,0 0-33-16,69-71-15 16,-52 61 4-16,-1-1-5 15,-5 5 4-15,-4-3-3 16,-2-2 5-16,-5 0 2 15,0-6-8-15,-6 0-1 16,-11 3 0-16,-5 9 1 16,-6 5-3-16,-8 16-17 0,-2 19-11 15,0 8 12 1,8 3-5-16,10 4-1 0,13 0-5 16,7-7-24-16,29-9-1 15,23-13 41-15,9-13 14 16,9-8 3-16,0 0 0 15,-1-19-3-15,-8-10-63 16,-14-7-404-16</inkml:trace>
  <inkml:trace contextRef="#ctx0" brushRef="#br0" timeOffset="6936.27">15168 2360 814 0,'0'0'14'0,"0"0"-14"16,0 0-3-16,133-16 2 15,-69 15-1-15,6 1 0 16,5 0 1-16,2 0-39 16,-5 0-67-16,-14-9-175 15</inkml:trace>
  <inkml:trace contextRef="#ctx0" brushRef="#br0" timeOffset="7991.87">12797 2842 401 0,'0'0'146'16,"0"0"-92"-16,0 0-12 15,0 0-37-15,0 0-2 16,0 0 2-16,50-15-5 15,-42 32-3-15,-5 10 3 16,-3 7 0-16,0 9 4 0,-12 1 3 16,-9-2-7-1,3-9-6-15,8-13-24 0,5-11 20 16,5-7 10-16,0-2 2 16,0-2 35-16,2-15 79 15,18-12-116-15,4-6-4 16,5-5 0-16,2-1 0 15,-4 4-5-15,-1 3-2 16,-6 10 11-16,0 10 1 16,-4 8-1-16,-6 6 0 15,1 0-8-15,-4 11-4 16,-1 8 12-16,-3 2 0 16,-3 3 5-16,0 1-3 15,0 0 2-15,0-1 2 16,0 0-6-16,0-1 2 0,12 1-2 15,5-8-98 1,6-12-361-16</inkml:trace>
  <inkml:trace contextRef="#ctx0" brushRef="#br0" timeOffset="20328.16">4111 4945 214 0,'0'0'63'0,"0"0"5"16,0 0 28-16,0 0-21 0,0 0-39 16,-52-75 23-1,46 60-38-15,1-2 16 0,1 0 12 16,-1 0-28-16,2-2 13 15,2 0-2-15,1 2-20 16,0-2-2-16,0 2-4 16,0 3 1-16,0 3 8 15,0 3 1-15,0 6-1 16,0 2 1-16,0 0-3 16,0 0-13-16,0 21-6 15,0 22-2-15,0 22 8 16,-3 23 1-16,-15 13 0 15,-6 4-1-15,-1-10 3 16,3-20-1-16,5-24-2 16,9-23-1-16,4-15 1 0,3-10 0 15,1-3 12-15,0-14 27 16,0-27-24-16,0-23-15 16,16-15-26-16,3-7-3 15,-2-1 13-15,1 1 11 16,-5 7-4-16,2 12-16 15,-3 12-7-15,1 18 22 16,7 20-3-16,4 15 0 16,10 5-2-16,8 37 10 15,7 17 3-15,11 18 2 16,2 7 0-16,1 2 0 16,0-4 0-16,-5-12 0 15,-8-15 3-15,-9-18-1 16,-13-17-1-16,-9-11 0 0,-8-7 14 15,1-21 41-15,1-22 2 16,0-21-58-16,4-11-1 16,-11-9 1-16,-6-3-2 15,0 0-3-15,-6 7-2 16,-4 10 2-16,10 17-9 16,4 16 1-16,22 12-16 15,8 11 6-15,-7 9 22 16,1 5 1-16,-4 12 0 15,-3 20 0-15,-1 22 0 16,-3 17 1-16,-5 12 3 0,-2 4 2 16,-5-1-1-1,-4-3-3-15,1-12 0 0,1-10-1 16,-3-17-1-16,3-16 1 16,-3-12 1-16,0-11-2 15,0-5 0-15,0 0 5 16,-3-13 41-16,-9-17-46 15,-3-12 0-15,3-14-55 16,2-11 24-16,9-6-34 16,1-7-18-16,0-4 71 15,13 3 9-15,10 7 3 16,12 8 2-16,8 18-1 16,6 15 0-16,-2 16 1 15,-6 14 8-15,-8 3 9 0,-6 31-19 16,-17 16 1-1,-10 16 1-15,-12 9-1 0,-26 3 3 16,-4-10 7-16,3-16 0 16,6-17-4-16,7-11 0 15,6-9-3-15,0-5 14 16,-3-3-5-16,-1-3 0 16,2-1-13-16,5 0-15 15,17 0-68-15,0-15-98 16</inkml:trace>
  <inkml:trace contextRef="#ctx0" brushRef="#br0" timeOffset="20777.94">5485 4627 599 0,'0'0'131'0,"0"0"-131"15,0 0-6-15,0 0 6 16,52 78 2-16,-31-37 4 16,0 4 3-16,7 2 10 15,5 2-14-15,3 3 1 16,5-5-4-16,-3-5 2 16,-5-11-4-16,-5-12-23 0,-6-13 6 15,-5-6 12 1,1-6 5-16,-3-22 6 0,0-10-6 15,-5-7 2-15,-4-5-1 16,-6-2 4-16,-6-4 13 16,-18-2-6-16,-3 3 7 15,6 13 34-15,8 13 4 16,7 17-34-16,6 12-22 16,1 0-1-16,22 14-29 15,13 11 29-15,11 6 5 16,7 2-5-16,3 0 0 15,-3-2-2-15,2-4-9 16,-7-7-27-16,-2-9-10 0,-3-8 2 16,-9-3-42-1,-6-17-170-15</inkml:trace>
  <inkml:trace contextRef="#ctx0" brushRef="#br0" timeOffset="20964.21">6347 4742 442 0,'0'0'1'15,"0"0"5"-15,0 0 3 16,0 0 34-16,0 0 23 16,103 27 2-16,-61-27-36 15,7 0-25-15,4 0-7 0,4-3-47 16,-4-8-229-16</inkml:trace>
  <inkml:trace contextRef="#ctx0" brushRef="#br0" timeOffset="21161.77">6438 4930 512 0,'0'0'189'15,"0"0"-141"-15,0 0 9 16,0 0-32-16,0 0-22 15,0 0-3-15,46 10 10 16,-1-5 3-16,10-5-5 16,18 0-8-16,6 0-19 0,2-3-174 15,-12-16-296 1</inkml:trace>
  <inkml:trace contextRef="#ctx0" brushRef="#br0" timeOffset="21893.3">7664 4928 281 0,'0'0'77'16,"0"0"-5"-16,0 0 16 15,83-3-19-15,-47-9 2 16,5-2-13-16,8-4-22 15,7-3-10-15,9-5-17 16,5 2-9-16,3 3-9 16,-8 3-72-16,-12 1-87 15,-18 0-248-15</inkml:trace>
  <inkml:trace contextRef="#ctx0" brushRef="#br0" timeOffset="22164.16">8478 4483 629 0,'0'0'126'16,"0"0"-10"-16,0 0-65 16,0 0-51-16,0 0-12 0,0 0 12 15,0 77-1-15,0-13 2 16,3 11 0-16,3 4 1 15,2-2-2-15,5-9 0 16,-4-12-3-16,-3-13-42 16,-3-15-12-16,-3-11 17 15,0-11-70-15,0-6-65 16,0-31-104-16</inkml:trace>
  <inkml:trace contextRef="#ctx0" brushRef="#br0" timeOffset="22346.19">8273 4421 667 0,'0'0'0'15,"0"0"25"-15,122-93-15 0,-64 73 5 16,2 1 14-16,1 4 9 16,3 4-14-16,0 8-18 15,3 3-6-15,2 8-14 16,-4 16-116-16,-13 2-137 15</inkml:trace>
  <inkml:trace contextRef="#ctx0" brushRef="#br0" timeOffset="22776.1">8232 5141 577 0,'0'0'2'16,"0"0"-1"-1,0 0 14-15,80 21 5 0,-29-18 2 16,9-3 10-16,4 0-7 16,1 0-13-16,-7 0 4 15,-11-7 12-15,-15 3-1 16,-20 3 7-16,-9 1-3 16,-3 0 18-16,0 0-21 15,0 0-28-15,0 2-2 16,0 14 1-16,0 7 0 15,0 1 1-15,0 0 0 16,14-3 0-16,13-5-8 16,8-9 8-16,5-7 0 15,9-5 1-15,-3-19 4 0,-1-8-2 16,-11-2-2-16,-13 1 2 16,-13 4 13-16,-8 2-5 15,-2 3-9-15,-23 4-2 16,-5 7 1-16,-4 7-2 15,1 6-9-15,11 0-36 16,7 15-38-16,13 9-40 16,2-3 5-16,24-6-172 15</inkml:trace>
  <inkml:trace contextRef="#ctx0" brushRef="#br0" timeOffset="23035.86">9396 4838 756 0,'0'0'16'16,"0"0"45"-16,0 0-61 16,0 0 0-16,0 0-21 15,0 0 21-15,56-27 0 16,-4 27 8-16,16 0 5 15,6 0-7-15,2 0-2 16,-4 0-4-16,-12 0-3 16,-11-4-11-16,-13-1-52 15,-16-1-62-15,-14-1-44 0,-6-2-145 16</inkml:trace>
  <inkml:trace contextRef="#ctx0" brushRef="#br0" timeOffset="23236">9538 4652 582 0,'0'0'151'16,"0"0"-31"-16,0 0-43 15,0 0-38-15,0 0-33 16,0 0-6-16,0-17-4 16,2 47-3-16,12 17 7 15,2 12 0-15,1 11 2 0,-1 6-2 16,-2 5-7-1,-4-4-53-15,-6-11-53 0,-4-23-152 16</inkml:trace>
  <inkml:trace contextRef="#ctx0" brushRef="#br0" timeOffset="23825.15">10098 4174 491 0,'0'0'7'0,"0"0"-6"16,146 0 20-16,-52 0 47 16,24 0-5-16,15-14 7 15,9 0-27-15,-4-2-7 16,-13 4-17-16,-16 6-14 0,-13 3-5 16,-12 3-19-16,-19 0-99 15,-23 0-143-15</inkml:trace>
  <inkml:trace contextRef="#ctx0" brushRef="#br0" timeOffset="24507.98">10298 4305 347 0,'0'0'112'15,"0"0"-39"-15,0 0 15 16,0 0-60-16,0 0 16 15,0 0 12-15,-19-23-15 16,19 23-27-16,0 0-14 16,0 2-15-16,14 20 12 15,6 14 3-15,5 25-1 0,1 25 1 16,-8 31-1-16,-11 20 1 16,-7 20 1-16,-13 3 1 15,-19 0-4-15,0-5-4 16,5-9-4-16,9-1-1 15,8-10 0-15,5-7 2 16,5-9 5-16,0-18-4 16,0-13 0-16,0-16 8 15,8-17-2-15,2-13-3 16,-4-12 5-16,0-7 4 16,0-7-4-16,-4-2 0 15,4 0-2-15,-1-4-3 16,-2 2-2-16,0-3 7 0,-1-2 1 15,-1-6-1-15,-1-1 20 16,0 0 35-16,0 0-12 16,2 1-37-16,11-1-6 15,12 0 0-15,22 0 2 16,23 0-1-16,21-6-1 16,13-6-20-16,4-1-25 15,-3 1 23-15,-8 0-10 16,-6 3 22-16,-10 4-10 15,-16 3 8-15,-15 1-51 16,-12 1 17-16,-16-1-140 16,-11-2 3-16</inkml:trace>
  <inkml:trace contextRef="#ctx0" brushRef="#br0" timeOffset="30271.78">11763 4461 114 0,'0'0'106'0,"0"0"42"0,0 0-86 16,0 0 40-16,0 0-81 15,0 0 15-15,0 0-8 16,0-39 20-16,0 34-3 16,0-3-41-16,0 2 14 15,0 0 33-15,-3-2-41 16,0 3-3-16,-2-2 9 16,-2 1-10-16,0-1 3 15,-3 2-2-15,-4 1-3 16,-4-1-3-16,-6 4-1 15,-7 1 0-15,1 0-1 16,1 0 1-16,2 8 0 16,2 8-2-16,-4 9 2 15,-9 8-1-15,4 7 2 16,2 12-2-16,9 7 2 0,7 1-1 16,9 1 0-16,7-5-1 15,2-9 0-15,26-8 0 16,14-6-1-16,11-9-2 15,14-12-1-15,8-9-20 16,9-3-58-16,4-17-72 16,-5-11-234-16</inkml:trace>
  <inkml:trace contextRef="#ctx0" brushRef="#br0" timeOffset="30587.07">12098 4332 629 0,'0'0'135'15,"0"0"-44"-15,0 0-66 16,0 0-25-16,0 0-12 15,0 0 9-15,5 43 2 16,8 4 1-16,-2 9 2 16,-4 12 0-16,-5 2 0 15,-2-3-1-15,0-9-1 0,0-12-3 16,0-14-12-16,0-10 13 16,0-10-32-16,0-5-15 15,0-7-30-15,0 0-45 16,8-19 101-16</inkml:trace>
  <inkml:trace contextRef="#ctx0" brushRef="#br0" timeOffset="30803.24">12183 4325 472 0,'0'0'63'0,"0"0"31"0,0 0-13 16,-5-75-6-16,24 60-43 15,11 4-21-15,7-1-5 16,9 0 0-16,3 4-3 16,-2 1-2-16,-1 2-1 15,-7 5-17-15,-6 0-81 16,-10 0-55-16,-14 0-119 16</inkml:trace>
  <inkml:trace contextRef="#ctx0" brushRef="#br0" timeOffset="30980.86">11967 4574 189 0,'0'0'118'0,"0"0"-19"16,0 0 29-16,0 0-45 16,91 8 4-16,-51-17-18 15,4-2-32-15,2-1-20 16,1 3-17-16,-2 3-5 15,-7 2-110-15,-11 2-110 16</inkml:trace>
  <inkml:trace contextRef="#ctx0" brushRef="#br0" timeOffset="31919.91">12367 4850 277 0,'0'0'139'0,"0"0"11"16,0 0-60-16,0 0-16 15,0 0-3-15,0 0-19 16,0-12-7-16,0 12-26 16,0 0-14-16,0 0-5 15,0 0-2-15,0 0-7 16,0 15-6-16,0 6 13 0,0 8 2 15,-2 2 0-15,-5 1 0 16,0-3 0-16,1-4-5 16,1-5-18-16,2-6-24 15,2-2-18-15,1-7-54 16,0-5-25-16,0 0-284 16</inkml:trace>
  <inkml:trace contextRef="#ctx0" brushRef="#br0" timeOffset="33599.89">11030 5406 351 0,'0'0'46'16,"0"0"35"-16,0 0-78 16,132-7 55-16,-35-2 39 15,31-1-17-15,33 2-32 16,35 2-21-16,20-4-26 15,6 3 2-15,-12-3-3 0,-20 2-7 16,-26-3-5-16,-18 1-1 16,-17-4 4-16,-18-1 9 15,-21 3 1-15,-20 2 9 16,-23 1 2-16,-23 5-6 16,-13 1-3-16,-11 3-3 15,0 0-7-15,-29 3-46 16,-17 11-94-16,-12-3-165 15</inkml:trace>
  <inkml:trace contextRef="#ctx0" brushRef="#br0" timeOffset="35098.69">11463 5730 257 0,'0'0'152'15,"0"0"-23"-15,0 0-29 16,0 0 11-16,0 0-43 16,0 0-56-16,-3-57 20 15,3 55-7-15,-1 2 0 16,1 0-24-16,0 0-1 15,0 3-5-15,0 19-11 0,-5 15 11 16,-3 12 5-16,-5 5 3 16,-2 4-3-16,-1-3 2 15,1-6-2-15,0-4-2 16,4-6-7-16,5-10-10 16,2-5-34-16,3-5 26 15,1-8-28-15,0-5-41 16,0-6-60-16,3-2-145 15</inkml:trace>
  <inkml:trace contextRef="#ctx0" brushRef="#br0" timeOffset="35363">11824 5762 554 0,'0'0'208'16,"0"0"-89"-16,0 0-94 16,0 0-25-16,0 0-6 15,0 0-6-15,-14 24 12 16,4 12-4-16,0 6 9 16,-4 5-5-16,2 0 0 15,-1-4 0-15,-2-1-9 16,4-6-19-16,0-2-31 15,2-5-39-15,-2-8-29 16,1-10-122-16</inkml:trace>
  <inkml:trace contextRef="#ctx0" brushRef="#br0" timeOffset="35579.9">11639 5961 541 0,'0'0'115'15,"0"0"-32"-15,0 0-51 16,0 0-32-16,0 0-3 16,0 0-4-16,-14-5 4 15,14 13 2-15,19 1 0 16,3-4 1-16,17-5 0 16,10 0-7-16,7-10-42 15,6-8-41-15,-5-1-149 16</inkml:trace>
  <inkml:trace contextRef="#ctx0" brushRef="#br0" timeOffset="36130.38">12091 5772 443 0,'0'0'119'0,"0"0"-77"16,0 0-22-16,0 0-3 16,0 0 13-16,82 34 6 15,-63 1-22-15,-1 7-3 0,-4 7 11 16,-5 5-9-1,-4-2-9-15,-5-4-2 0,0-10 2 16,0-11-3-16,0-10 0 16,-1-7 0-16,-5-7-1 15,2-3 9-15,-5 0 8 16,-2-20 1-16,1-8-13 16,1-2 1-16,4-1-2 15,5 1 5-15,0 4-4 16,23 0-5-16,11 4-16 15,4 5-17-15,6 5-33 16,-4 5 0-16,-7 7-23 0,-9 0-137 16</inkml:trace>
  <inkml:trace contextRef="#ctx0" brushRef="#br0" timeOffset="36427.97">11985 6252 568 0,'0'0'133'15,"0"0"-92"1,0 0-30-16,0 0-1 0,0 0 7 15,0 0-16-15,35 9 12 16,6-9 32-16,10 0-11 16,10 0-17-16,4-3-13 15,0-3-4-15,-4 0-4 16,-10 6-46-16,-17-2-97 16,-21 2-151-16</inkml:trace>
  <inkml:trace contextRef="#ctx0" brushRef="#br0" timeOffset="36690.46">12007 6413 508 0,'0'0'31'15,"0"0"4"-15,0 0 2 16,0 0-9-16,0 0 35 15,0 0-12-15,8 51-17 16,1-34-18-16,-5 2-13 16,-1 6 0-16,-1 1-2 15,-2 5 3-15,0 1-2 16,0-1-2-16,-3 0-15 16,-6-3-79-16,5-5-10 15,1-10-127-15</inkml:trace>
  <inkml:trace contextRef="#ctx0" brushRef="#br0" timeOffset="37715.57">12160 6599 328 0,'0'0'133'0,"0"0"9"15,0 0-27-15,0 0-9 16,0 0-74-16,0 0-25 15,3-7-6-15,-3 7-1 16,1 0-4-16,4 3 4 0,3 6-1 16,1 2 1-16,1 2 0 15,0-3 1-15,-3 2 1 16,-2-4-1-16,-2-1-1 16,-2-4 0-16,1-1 1 15,-1-2 0-15,1 0 0 16,1 0 4-16,2-5 23 15,2-7-11-15,-1-3-3 16,3 3-5-16,-5 3-8 16,2-1 1-16,-3 4-1 15,-2 0 1-15,1-1 0 16,-2 3 3-16,0 1 3 16,0 0 3-16,0 0-4 0,0 1-2 15,0-1 1-15,0 0-3 16,0 1 0-16,0 0 0 15,0 0 0-15,0 2-3 16,0-1 0-16,-5-1 0 16,-2-2-3-16,-2 1 2 15,3 1 1-15,0 0 0 16,-1 1-2-16,4 1 1 16,1 0-1-16,1-1-6 15,-1 1-5-15,1 0-5 16,-1 0-2-16,1 0 2 15,-4 0 6-15,1 2 10 16,0 0 2-16,2-2 0 0,2 0 0 16,0 0 2-16,0 0 1 15,0 0 4-15,-3 0 19 16,2-3-12-16,-3-4 3 16,3 2-10-16,1 2-3 15,0 1 0-15,-1 2-4 16,1 0-1-16,0 0-2 15,0-1 1-15,0 1-2 16,0 0-2-16,0 0 0 16,0 0-5-16,10-3-5 15,12-2 16-15,11 0-1 16,10-5 1-16,1 0-4 16,2-2 2-16,-6 0 1 15,-9 3 0-15,-7 3 1 0,-12 4 1 16,-6 1 0-16,-3 1-1 15,-3 0-1-15,0 0-3 16,0 6-2-16,0 7 1 16,-11 6 5-16,0 2 0 15,-1 1 0-15,4 2 0 16,4-4 0-16,4 1 0 16,0-3-4-16,3-4-6 15,13-9-11-15,7-5 16 16,7 0 4-16,4-15 1 15,3-9 2-15,-6-3 1 16,-4 0 1-16,-13 4 23 0,-11-1 2 16,-3 2-19-16,-9 0 11 15,-20 0-21-15,-8 5-1 16,-3 6 1-16,6 5 0 16,11 5-7-16,8 1-12 15,9 0-42-15,2 7-88 16,4 0 6-16,0-5-234 15</inkml:trace>
  <inkml:trace contextRef="#ctx0" brushRef="#br0" timeOffset="37979.21">12837 5917 559 0,'0'0'3'16,"0"0"28"-16,0 0-27 16,82 5 2-16,-50 24 28 15,3 15 15-15,-1 11-9 16,-3 11 6-16,-2 13-24 16,-10 1-15-16,-13 0 1 15,-6 1 2-15,-18-6-9 16,-26-7-1-16,-16-4-27 15,-15-11-139-15,-11-17-111 0</inkml:trace>
  <inkml:trace contextRef="#ctx0" brushRef="#br0" timeOffset="38579.14">11264 5772 426 0,'0'0'144'0,"0"0"-61"16,0 0-24-16,0 0-56 15,-59 89 9-15,40-25 14 16,-1 15 29-16,8 12-42 16,6 2 1-16,6 4-10 15,2-10-1-15,24-7-2 16,10-12-1-16,9-9-5 16,10-12-58-16,10-17-92 0,9-19-147 15</inkml:trace>
  <inkml:trace contextRef="#ctx0" brushRef="#br0" timeOffset="39610.77">13111 5542 143 0,'0'0'151'0,"0"0"-10"15,0 0-49-15,0 0 11 16,0 0-29-16,0 0-13 15,0-25 26-15,0 25-43 0,0 0-12 16,0 0-19 0,0 0-7-16,0 0-6 0,0 0-4 15,-1 0 0-15,-4 13-6 16,-2 11 8-16,-8 10 2 16,1 7 0-16,1 3 0 15,1-7 0-15,5-6-64 16,-2-4 26-16,-3-3-45 15,1-10-57-15,1-7-286 16</inkml:trace>
  <inkml:trace contextRef="#ctx0" brushRef="#br0" timeOffset="40470.91">13719 4964 164 0,'0'0'341'15,"0"0"-239"-15,0 0-1 16,0 0-33-16,0 0-26 16,0 0-42-16,7-11-7 15,24 7 7-15,14-3 7 16,16 1-3-16,6-5-2 16,6 3-2-16,-4-1-3 0,-3-3-22 15,-13 2-40-15,-14 1-22 16,-20 2-4-16,-19 0-138 15</inkml:trace>
  <inkml:trace contextRef="#ctx0" brushRef="#br0" timeOffset="40724.46">13950 4769 365 0,'0'0'136'15,"0"0"18"-15,0 0-49 16,0 0-10-16,0 0-21 0,0 0-31 16,0-39-36-1,0 39-7-15,0 11-7 0,0 16 3 16,0 14 2-16,0 14 2 16,0 6 0-16,0 3 0 15,5 5-9-15,4-6-35 16,5-10-90-16,1-17-127 15</inkml:trace>
  <inkml:trace contextRef="#ctx0" brushRef="#br0" timeOffset="41291.96">14907 4339 535 0,'0'0'89'0,"0"0"51"15,0 0-60-15,0 0-42 16,0 0-24-16,0 0-14 16,-84-28-2-16,39 56-1 15,-5 10 0-15,-2 14-2 0,3 11 5 16,11 15-2-16,12 6 1 15,15-4-13-15,11-9-19 16,25-18-36-16,25-17 54 16,20-16 8-16,7-12 6 15,10-8-10-15,1-14-59 16,-2-23-68-16</inkml:trace>
  <inkml:trace contextRef="#ctx0" brushRef="#br0" timeOffset="41607.85">15256 4359 686 0,'0'0'124'0,"0"0"-38"16,0 0-41-16,0 0-37 16,0 0-8-16,0 0-12 15,-3 55 10-15,-11 4 0 16,1 14 4-16,1 4-1 16,4-5-1-16,5-12-8 15,3-16-24-15,0-15-7 0,0-10-2 16,4-11-41-16,9-8-60 15,4-8-90-15</inkml:trace>
  <inkml:trace contextRef="#ctx0" brushRef="#br0" timeOffset="41797.17">15267 4309 370 0,'0'0'64'0,"0"0"43"0,96-54-44 16,-55 37 3-16,2-3-13 16,3 4-15-16,1 3-28 15,-3 2-10-15,-3 8-10 16,-8 3-81-16,-13 0-121 16</inkml:trace>
  <inkml:trace contextRef="#ctx0" brushRef="#br0" timeOffset="41992.03">15071 4611 390 0,'0'0'134'16,"0"0"-133"-16,0 0 20 15,0 0 34-15,109 10 2 0,-67-10-13 16,4-8-17-16,6-4-22 15,5 3-5-15,3-7-60 16,-2-4-178-16</inkml:trace>
  <inkml:trace contextRef="#ctx0" brushRef="#br0" timeOffset="42840">15540 4828 143 0,'0'0'263'0,"0"0"-118"15,0 0-126-15,0 0-7 16,0 0 15-16,83-41-5 15,-65 36 7-15,-3 5-5 16,0 0-6-16,-3 0-9 16,-4 6-8-16,0 12-1 15,-8 4-2-15,0 8 2 16,-18 4 1-16,-12-1 0 16,-4-1-1-16,3-5-1 15,4-6-8-15,8-6 8 0,7-9 1 16,5-3 2-16,7 0-2 15,0-3-4-15,10 0-15 16,24 0 17-16,18 0 2 16,12 0-14-16,4-6 13 15,-6 0-7-15,-11-1 3 16,-17 3 5-16,-13 3 1 16,-14 1 1-16,-7 0 16 15,0 0-1-15,-6 0-17 16,-23 7-85-16,-9 0-162 15</inkml:trace>
  <inkml:trace contextRef="#ctx0" brushRef="#br0" timeOffset="43773.1">14586 5363 340 0,'0'0'175'16,"0"0"-72"-16,0 0-75 15,0 0-19-15,0 0 28 16,121-14 39-16,-37 11-9 0,28-1-31 16,37 3-18-1,27 1-14-15,25-3-4 0,9-1-1 16,-5-5-22-16,-17 1 0 16,-29-1-6-16,-24 1 29 15,-30 4 0-15,-27-1-7 16,-27 2 7-16,-30 1-1 15,-17 2 1-15,-4 0-4 16,-22 0-5-16,-29 2-25 16,-14 9-129-16,-4-6-276 15</inkml:trace>
  <inkml:trace contextRef="#ctx0" brushRef="#br0" timeOffset="43927.92">16485 5291 593 0,'0'0'82'0,"0"0"-82"16,0 0-26-16,0 0-125 16,0 0-259-16</inkml:trace>
  <inkml:trace contextRef="#ctx0" brushRef="#br0" timeOffset="45472.93">14758 5805 276 0,'0'0'222'16,"0"0"-155"-16,0 0-19 15,0 0 53-15,0 0-38 0,0 0 7 16,0-37-17-16,0 37-36 15,0 0-12-15,0 0-5 16,0 17-9-16,0 14-16 16,0 14 21-16,-3 11 4 15,-14 5-1-15,-2 0-12 16,0-4-1-16,-1-10-41 16,10-9-5-16,5-12 19 15,5-11-50-15,0-10-84 16,9-5-79-16</inkml:trace>
  <inkml:trace contextRef="#ctx0" brushRef="#br0" timeOffset="45691.74">15055 5856 673 0,'0'0'102'0,"0"0"-101"16,0 0-1-16,0 0-1 16,-9 83 1-16,7-39 2 15,1 2-1-15,-1 1-1 16,2-3-3-16,0-7-19 0,0-6-86 16,0-12-56-1,0-11-36-15</inkml:trace>
  <inkml:trace contextRef="#ctx0" brushRef="#br0" timeOffset="45876.99">14973 6004 635 0,'0'0'137'16,"0"0"-117"-16,0 0-20 15,0 0-17-15,0 0 13 16,0 0 8-16,88-3-1 15,-45 3-2-15,12 0-1 16,5 0-57-16,-2-4-49 0,-7-13-87 16</inkml:trace>
  <inkml:trace contextRef="#ctx0" brushRef="#br0" timeOffset="46253.6">15375 5724 630 0,'0'0'56'15,"0"0"-35"-15,0 0-18 16,88 2 5-16,-56 29 0 16,-2 11 12-16,-5 8-11 0,-7 1 3 15,-8-1-11 1,-10-8 3-16,0-3 4 0,-7-7-8 15,-11-6 3-15,-4-9 0 16,6-7-3-16,0-10 2 16,4 0-2-16,-1-3 4 15,-1-18 1-15,3-8 2 16,5-3-6-16,6-7-1 16,3 1 12-16,25 1-2 15,13 1-10-15,3 7-3 16,-2 5-26-16,-2 9 12 15,-10 10-8-15,-10 5-31 0,-4 5-21 16,-16 18-91 0,0 5 2-16</inkml:trace>
  <inkml:trace contextRef="#ctx0" brushRef="#br0" timeOffset="46500.73">14986 6282 609 0,'0'0'66'0,"0"0"-64"16,0 0-2-16,0 0 23 0,0 0 33 16,110 17 6-1,-48-17-29-15,8 0-3 0,6-4-14 16,-3-2-16-16,-7 2 2 15,-10 1-4-15,-15 3-17 16,-22 0-56-16,-19 0-187 16</inkml:trace>
  <inkml:trace contextRef="#ctx0" brushRef="#br0" timeOffset="46803.92">15058 6442 709 0,'0'0'138'16,"0"0"-57"-16,0 0-57 15,0 0-16-15,0 0-8 16,0 0-7-16,0 22 0 15,0 6 6-15,-5 12 1 16,-4 9 4-16,0 5-4 16,-1 4 1-16,3 3-1 15,-3 0-8-15,4-4-54 16,5-17-104-16,1-23-164 16</inkml:trace>
  <inkml:trace contextRef="#ctx0" brushRef="#br0" timeOffset="47738.09">15280 6503 738 0,'0'0'74'0,"0"0"-73"16,0 0-1-16,0 0-9 16,0 0 9-16,0 0 0 15,3 50 12-15,-2-25-1 16,1 1-4-16,0 2-2 15,0-3-1-15,3-6-1 16,1-9-1-16,-3-6 0 0,0-4 0 16,0 0 6-16,1 0 6 15,2-14 32-15,2-8-42 16,2 0 11-16,-4-1-5 16,-1 4-9-16,-2 4 5 15,-2 4 8-15,1 1-13 16,-2 3-1-16,0 2 0 15,0 0 0-15,0 4 2 16,0-1-1-16,0 2 0 16,0-2 1-16,0 2-2 15,0 0 2-15,0-3 4 16,0 2 1-16,0-2-4 16,-3 1-1-16,0 1-1 15,1 1-1-15,2 0 3 0,-1-2-2 16,1 2 0-16,0 0-2 15,0 0 2-15,0 0-1 16,0 0 0-16,0 0 0 16,0 0 0-16,0 0 1 15,-2-3-1-15,2 1 0 16,-1-1 1-16,-2 0-1 16,3-1 1-16,-3 2-1 15,1-1 0-15,1-1 0 16,1 3 0-16,0-2-1 15,0 3 0-15,0 0 0 16,0 0-5-16,0 0 2 0,0 0-6 16,6 0-7-16,13 0 8 15,11 0 8-15,5 0 1 16,0-4-4-16,-1 0 3 16,-6-1-1-16,-11 4 1 15,-7 1-1-15,-8 0 2 16,-2 0 0-16,0 0 0 15,0 0-1-15,0 0-4 16,0 8-3-16,-10 9 8 16,-2 8 0-16,3 1 1 15,1 4-1-15,8 1-3 16,0-5-17-16,12-4 12 16,15-9-11-16,6-10 5 15,5-3 8-15,7-12 6 16,-1-17 5-16,-10 0-1 0,-12-2 20 15,-13 6 7-15,-9 1-16 16,-3-2-15-16,-27 2-1 16,-13 1 0-16,-9 3 2 15,3 4-1-15,15 7 5 16,15 2-3-16,12 6-2 16,7 1 0-16,0 0-13 15,0 0-34-15,6 1 22 16,17 9-9-16,11-4-27 15,18-4-38-15,6-2-49 16,3-14-300-16</inkml:trace>
  <inkml:trace contextRef="#ctx0" brushRef="#br0" timeOffset="48001.98">15908 5860 643 0,'0'0'61'15,"0"0"13"-15,0 0-69 16,0 0-1-16,92 9-3 0,-51 33 7 16,1 18-8-1,-4 24 48-15,-14 13-42 0,-15 10-3 16,-9 4-2-16,-22 3 8 15,-24-6-8-15,-17-1-2 16,-17-7-51-16,-6-26-232 16</inkml:trace>
  <inkml:trace contextRef="#ctx0" brushRef="#br0" timeOffset="48435.24">14482 5929 524 0,'0'0'127'0,"0"0"5"0,0 0-68 15,0 0-50 1,0 0-14-16,0 0-8 0,-39 92 8 15,20-10 9-15,-2 15 7 16,9 7-8-16,12 1-4 16,9-6-4-16,30-9-1 15,16-15 1-15,12-19-51 16,10-22-64-16,13-28-64 16,13-11-233-16</inkml:trace>
  <inkml:trace contextRef="#ctx0" brushRef="#br0" timeOffset="49084.05">16430 5595 455 0,'0'0'110'0,"0"0"-18"16,0 0-63-16,0 0-18 15,0 0-6-15,0 0 9 16,0 0-9-16,61-16-5 0,-46 16-4 15,3 7 2 1,-4 9-7-16,-8 3-76 0,-6 6 37 16,0 6-32-16,-9-1 37 15,-12 1-7-15,0-4-24 16,3-10 72-16,4-5 3 16,6-7-1-16,3-5 70 15,4 2 38-15,1-2 33 16,0 0-60-16,0 1-77 15,0 3-4-15,0 3-18 16,6-1 14-16,6-2-9 16,5-2 13-16,4-2 1 15,3 0 4-15,4 0 7 16,4-9 0-16,-1-2-11 16,2 2-1-16,-3-2-16 15,-5 3-64-15,-3-2-79 16,-8 1-193-16</inkml:trace>
  <inkml:trace contextRef="#ctx0" brushRef="#br0" timeOffset="49555.02">16996 4843 481 0,'0'0'167'0,"0"0"-50"16,0 0-84-16,0 0-33 15,0 0-12-15,0 0 9 16,0 82 3-16,-2-31 3 16,-6 7-1-16,2 0-2 15,3-7 0-15,3-9-23 16,0-7-57-16,0-15-70 16,0-13-116-16</inkml:trace>
  <inkml:trace contextRef="#ctx0" brushRef="#br0" timeOffset="49718.18">16869 5017 536 0,'0'0'26'16,"80"-9"-22"-16,-19 4 4 15,12-2-8-15,11-1-7 16,4-9-99-16,0-9-207 15</inkml:trace>
  <inkml:trace contextRef="#ctx0" brushRef="#br0" timeOffset="50049.97">17977 4388 602 0,'0'0'94'0,"0"0"-14"16,0 0-78-16,0 0-2 16,0 0 0-16,-91 53 0 15,45-5 1-15,-1 13 0 16,3 5-1-16,8-2 0 15,15-5-3-15,13-15-11 16,8-11-9-16,26-11 2 16,17-10 18-16,14-7 2 0,7-5 2 15,9-5-3-15,3-20-19 16,-2-7-64-16,-3-6-173 16</inkml:trace>
  <inkml:trace contextRef="#ctx0" brushRef="#br0" timeOffset="50294.57">18274 4432 587 0,'0'0'120'0,"0"0"6"16,0 0-94-1,0 0-32-15,0 0-8 0,0 0 7 16,-24 83 1-16,12-16 3 15,1 8-1-15,6-3 0 16,5-13-2-16,0-11 0 16,2-17-4-16,9-9-31 15,4-12-48-15,4-10-28 16,7-10-37-16,1-24-261 16</inkml:trace>
  <inkml:trace contextRef="#ctx0" brushRef="#br0" timeOffset="50476.96">18259 4350 569 0,'0'0'87'0,"0"0"-53"16,83-57-2-16,-41 43 24 16,0 2-36-16,2 5-14 15,-3 4-5-15,-7 3-1 16,-2 0-27-16,-9 0-106 15,-6 0-230-15</inkml:trace>
  <inkml:trace contextRef="#ctx0" brushRef="#br0" timeOffset="50655.25">18130 4610 581 0,'0'0'12'0,"0"0"-10"15,0 0 17-15,0 0 9 16,108 0-13-16,-56 0-10 16,8-1-5-16,1-5-5 15,-2-4-121-15,-6-3-343 16</inkml:trace>
  <inkml:trace contextRef="#ctx0" brushRef="#br0" timeOffset="51132.08">18709 4727 685 0,'0'0'143'15,"0"0"-63"-15,0 0-35 16,0 0-23-16,0 0-15 15,0 0-6-15,51-56-1 16,-32 53-1-16,4 3 1 16,3 0-3-16,-3 0-26 15,-5 6-14-15,-8 2-21 16,-8 1-38-16,-2-1-4 0,0 0 43 16,-14 0 56-1,1-2 7-15,1-2 1 0,3 1 0 16,3-3 29-1,-1 1 35-15,2 4-19 0,-1 5-29 16,1 6-6-16,3 7-6 16,2 3-4-16,0 2 1 15,0-3 2-15,4-1 0 16,2-9-2-16,-3-3 0 16,-1-6 0-16,-2-4 1 15,0-2-1-15,0-2 2 16,0 0 6-16,-15 0 25 0,-17 0-27 15,-15 0-8 1,-14 8-1-16,-4 4-68 0,9 1-147 16</inkml:trace>
  <inkml:trace contextRef="#ctx0" brushRef="#br0" timeOffset="51631.63">17788 5288 558 0,'0'0'55'0,"0"0"-54"16,107 3 16-16,-22-3 52 0,27 0-13 15,23 0-3-15,20-7-37 16,8-1-3-16,-5-2-8 16,-11-2 4-16,-22 1-8 15,-22 0 1-15,-30 3-3 16,-27 4 1-16,-22 0-1 15,-20 4-15-15,-4 0-139 16,-36 16 18-16,-23 1-81 16</inkml:trace>
  <inkml:trace contextRef="#ctx0" brushRef="#br0" timeOffset="54712">17635 5912 132 0,'0'0'395'0,"0"0"-319"16,0 0 23-16,0 0-74 16,0 0-18-16,0 0 3 0,4-21-10 15,-4 21-2-15,4 0-7 16,-3 3 6-16,4 6 2 16,-2 5 2-16,-2 1-1 15,-1 3 1-15,0 5 1 16,0 7 2-16,-1 9-1 15,-7 9 1-15,-2 4-2 16,-2 2 0-16,4-6-2 16,-2-7-2-16,3-9-12 15,-1-8-17-15,5-8-25 16,1-6 19-16,2-7-6 0,0-1 39 16,0-2 4-1,0 0 0-15,0-15-33 0,3-8-282 16</inkml:trace>
  <inkml:trace contextRef="#ctx0" brushRef="#br0" timeOffset="54981.07">18138 5872 559 0,'0'0'83'0,"0"0"42"16,0 0-121-1,0 0-4-15,0 0-4 0,0 0 2 16,-11 95 2-16,0-45 3 16,-4 0 1-16,1 3-4 15,1-7 0-15,1-4-15 16,3-9-36-16,0-11-68 15,1-10-76-15,1-12-136 16</inkml:trace>
  <inkml:trace contextRef="#ctx0" brushRef="#br0" timeOffset="55164.99">18051 6033 614 0,'0'0'101'0,"0"0"23"0,0 0-115 15,0 0-9-15,0 0-1 16,0 0 1-16,69-12 3 16,-36 16-2-16,2 4-2 15,4-5-22-15,3-3-86 16,3 0-103-16</inkml:trace>
  <inkml:trace contextRef="#ctx0" brushRef="#br0" timeOffset="55530.59">18636 5651 716 0,'0'0'71'16,"0"0"-50"-16,0 0-21 15,0 0-6-15,61 107 6 16,-50-46 0-16,-5 3 0 15,0-5 8-15,-3-6-6 16,0-12-1-16,-3-10-1 16,0-12 0-16,0-9 0 15,0-5 0-15,0-5 5 16,-3 0 11-16,-3-14 32 16,-3-14-32-16,-3-9-12 15,6-7-1-15,6 0-3 0,0 1-3 16,22-1-9-1,16 10-21-15,8 3-43 0,2 6 17 16,2 14-4-16,-6 6 27 16,-8 5 20-16,-10 13-69 15,-11 12-105-15,-15 5-50 16</inkml:trace>
  <inkml:trace contextRef="#ctx0" brushRef="#br0" timeOffset="55763.67">18318 6202 624 0,'0'0'137'16,"0"0"-107"-16,0 0-30 16,0 0 0-16,0 0 6 15,108 10 24-15,-43-10-7 16,7 0-9-16,3 0-14 15,-1 0 8-15,-8 0-8 16,-8 0-28-16,-13 0-74 16,-17 0-51-16,-18 0-292 15</inkml:trace>
  <inkml:trace contextRef="#ctx0" brushRef="#br0" timeOffset="56010.16">18441 6357 544 0,'0'0'152'0,"0"0"-47"16,0 0-78-16,0 0-27 16,0 0-4-16,0 0 1 15,-19 79 3-15,6-36 6 16,-4 9 1-16,1 5-7 15,2 5 3-15,0 3-3 16,5-3-4-16,8-17-149 16,1-18-129-16</inkml:trace>
  <inkml:trace contextRef="#ctx0" brushRef="#br0" timeOffset="56509.14">18566 6517 756 0,'0'0'38'16,"0"0"-38"-16,0 0 0 16,0 0-7-16,0 0 7 15,0 0 2-15,0 70 6 16,9-42-1-16,3 2-5 16,-2-7-2-16,1-5 0 0,-4-9 4 15,-2-5-3-15,-2-4 8 16,10-6 41-16,4-17-11 15,4-9-26-15,-2 1-11 16,-4-1-1-16,-3 4 0 16,-2 6-1-16,2 0-1 15,3 7 1-15,1 3-5 16,-2 6 3-16,2 5-1 16,-2 1 3-16,-1 0 0 15,-1 10-5-15,-3 9 0 16,0 3 0-16,-3 4 5 15,-2-1 0-15,0-1 0 16,0-5-4-16,-1-7-6 0,1-9-12 16,4-3 22-1,3-8 2-15,6-12 13 0,1-8 0 16,-2 0 11-16,-7-2 13 16,-6 1-18-16,-3-3 0 15,-7 6-11-15,-17 4-10 16,-4 8-3-16,3 9-11 15,3 5-50-15,5 8-31 16,3 8-79-16,5-5-153 16</inkml:trace>
  <inkml:trace contextRef="#ctx0" brushRef="#br0" timeOffset="56776.73">19207 5656 615 0,'0'0'13'0,"0"0"-7"16,111 51-3-16,-66 12 5 15,-4 19 12-15,-10 13 23 16,-15 8-22-16,-16 4-8 15,-3-3-6-15,-32-4 0 16,-15-8-7-16,-13-8 0 0,-9-7-3 16,-14-14-122-16,-11-19-190 15</inkml:trace>
  <inkml:trace contextRef="#ctx0" brushRef="#br0" timeOffset="57191.92">17459 5836 599 0,'0'0'1'0,"0"0"7"16,-52 120 29-16,27-52 19 0,4 11-2 16,8 6-44-16,13 5 19 15,8-1-22-15,32-9-5 16,16-12-1-16,18-9-1 16,17-21-98-16,11-26-116 15</inkml:trace>
  <inkml:trace contextRef="#ctx0" brushRef="#br0" timeOffset="57959.97">19555 5407 60 0,'0'0'591'0,"0"0"-462"15,0 0-38-15,0 0-27 16,-13-78-29-16,13 65-15 16,0-3-17-16,15 2-2 15,11-1-1-15,13 4-2 16,12 3 1-16,3 3-10 16,4 5-13-16,-11 0-20 15,-12 10-17-15,-22 10-38 0,-13 6 11 16,-13 2 34-1,-23 2 38-15,-8-2 12 0,7-6-7 16,6-5 1-16,9-4 8 16,11-8 2-16,5-1 14 15,6 2 9-15,0 5-10 16,0 3-8-16,6 5 16 16,5 2-8-16,6 0-10 15,-4-1 1-15,-2-1 0 16,-3-5-2-16,-5-3-1 15,-3-2 3-15,0-4 3 16,0 2-3-16,0-2-1 0,-9 2 9 16,-9-2 6-1,-7 0-2-15,-7-1-5 0,-8-3-4 16,-3-1-2-16,-3 0-5 16,1-3 0-16,3-7-3 15,12-2-25-15,17-2-50 16,13-5-163-16</inkml:trace>
  <inkml:trace contextRef="#ctx0" brushRef="#br0" timeOffset="58283.91">20079 4981 230 0,'0'0'70'15,"0"0"86"-15,95-7-44 0,-49-6-58 16,7-1-13-16,5-3-30 16,3 3-11-16,-3 1-5 15,0-1-57-15,-13 0-118 16</inkml:trace>
  <inkml:trace contextRef="#ctx0" brushRef="#br0" timeOffset="58507.47">20354 4657 614 0,'0'0'189'0,"0"0"-98"16,0 0-87-16,0 0-4 15,0 0-12-15,0 0 12 0,-1 112 0 16,1-45 4-16,0 10-1 15,0-1-3-15,3-4-16 16,13-12-98-16,5-23-86 16,3-18-274-16</inkml:trace>
  <inkml:trace contextRef="#ctx0" brushRef="#br0" timeOffset="58693.83">20671 4988 679 0,'0'0'139'16,"0"0"-57"-16,0 0-57 15,0 0-17-15,0 0-8 16,0 0-2-16,122 1-3 16,-61 6-70-16,7-5-116 15,-3-2-310-15</inkml:trace>
  <inkml:trace contextRef="#ctx0" brushRef="#br0" timeOffset="58860.06">21191 4911 575 0,'0'0'150'0,"0"0"-44"15,0 0-66-15,0 0-40 0,0 0-11 16,0 0-16-16,85 5-53 15,-26-1-80-15,9-4-138 16</inkml:trace>
  <inkml:trace contextRef="#ctx0" brushRef="#br0" timeOffset="59007.33">21718 4867 252 0,'0'0'259'16,"0"0"-133"-16,0 0-27 15,0 0-13-15,0 0-65 0,0 0-21 16,0 0-71 0,136-3-132-16</inkml:trace>
  <inkml:trace contextRef="#ctx0" brushRef="#br0" timeOffset="59197.8">22326 4810 580 0,'0'0'218'16,"0"0"-99"-16,0 0-79 15,0 0-40-15,0 0-7 16,97-4-16-16,-48 4-10 0,2 4-30 16,0 3-80-1,-7-3 10-15,-11-4-154 0</inkml:trace>
  <inkml:trace contextRef="#ctx0" brushRef="#br0" timeOffset="59960.9">22847 4065 498 0,'0'0'119'0,"0"0"-13"15,0 0-102-15,0 0-4 16,110-20 0-16,-40 20 4 16,14 0-2-16,11-3 2 15,0 3 6-15,-4-5-3 16,-18 0 12-16,-20 1 1 16,-21 1-7-16,-16 3-3 15,-12 0-10-15,-4 0-4 16,0 10-43-16,0 19 9 15,-19 16 34-15,-14 17 3 16,-9 19 2-16,-5 17-1 0,5 19 0 16,9 12 1-16,12 12-1 15,17-1 2-15,4-12 1 16,9-7 1-16,11-9-4 16,0-9-1-16,-6-8 1 15,-3-6 2-15,-4-7 1 16,-7-6-2-16,0-4 1 15,-13-6 3-15,-16-9-3 16,-9-6-1-16,-1-10 5 16,3-8-2-16,8-14-4 15,9-5 4-15,7-7-2 16,2-2 2-16,0 0 1 16,0-1 2-16,-2 1 0 15,2-2-7-15,5-3-42 0,5 0-165 16,0-5-131-16</inkml:trace>
  <inkml:trace contextRef="#ctx0" brushRef="#br0" timeOffset="60160.1">23469 6070 873 0,'0'0'73'15,"0"0"11"-15,0 0-24 16,0 0-36-16,0 0-24 0,0 0 0 16,-10-20-74-1,13 20-20-15,13 0-136 0,3 0-335 16</inkml:trace>
  <inkml:trace contextRef="#ctx0" brushRef="#br0" timeOffset="60299.75">23472 5995 920 0,'0'0'0'0,"0"0"-15"16,0 0-307-16</inkml:trace>
  <inkml:trace contextRef="#ctx0" brushRef="#br0" timeOffset="62340.01">1529 7678 508 0,'0'0'93'15,"0"0"-93"-15,0 0-1 16,-6 74 1-16,-11-16 20 0,-9 11 10 16,-4 9-11-1,0 1-11-15,5-14-1 0,6-18-5 16,8-22 2-16,7-16 0 16,1-9 4-16,-3 0 94 15,-2-21-10-15,-2-12-83 16,-1-11-9-16,4-8-2 15,4-1-31-15,1 2-11 16,2 2-27-16,0 6 5 16,20 6 0-16,10 7 9 15,-2 10 6-15,3 9 39 16,-1 11 12-16,0 7 15 0,10 27-4 16,2 14-2-16,10 10-3 15,4 10 11-15,-1 8-10 16,0-1-7-16,-9-5-3 15,-7-18-16-15,-8-26-48 16,-9-21 47-16,-8-5 20 16,-1-28 27-16,-4-19 48 15,0-14-41-15,-4-10-30 16,-5-1 20-16,0 5-18 16,0 6-6-16,0 10-1 15,0 4 0-15,25 10-113 16,10 5-69-16,9 9 120 15,-1 8 63-15,-4 10 18 16,-2 5 74-16,-7 8-26 16,-6 21-23-16,-3 12 9 0,-5 15-11 15,-5 11-21-15,-10 12 5 16,-1 10 14-16,-5 0-20 16,-10-5-8-16,0-9-10 15,7-19 0-15,5-17-1 16,3-16 1-16,0-12-1 15,0-11 0-15,0 0 15 16,-3-21 117-16,0-21-132 16,-3-16-3-16,-6-16-21 15,-7-6-19-15,-5-2-24 0,-3 3 62 16,6 8 5-16,5 11 6 16,16 5-6-16,10 9-62 15,26 14-15-15,9 10 37 16,-1 15 40-16,-2 7 12 15,-3 22-8-15,-2 19-3 16,-11 10-1-16,-10 7 0 16,-13-1 3-16,-3-6 3 15,-12-9-6-15,-13-10 0 16,-5-8 4-16,-9-8 32 16,-7-4-12-16,-3-10 15 15,4-2-22-15,14 0-17 16,10-4-49-16,21-18-216 15</inkml:trace>
  <inkml:trace contextRef="#ctx0" brushRef="#br0" timeOffset="62770.08">2710 7703 488 0,'0'0'334'16,"0"0"-275"-16,0 0-59 15,0 0-10-15,-1 78 10 16,-1-30 2-16,2 6-2 16,0 5 0-16,4-1 0 15,12 3 0-15,6-5 0 16,2-10-12-16,1-10-5 0,0-16-32 16,1-11 27-16,6-9-13 15,-2-13-19-15,6-25 28 16,-4-15-5-16,-9-7 11 15,-4-1 20-15,-15 3 62 16,-4 5 32-16,-10 2-57 16,-19 3-27-16,-2 9 19 15,8 12 13-15,9 13 4 16,7 8-11-16,7 6-35 16,0 1-24-16,0 20-52 15,19 11 73-15,9 6 3 16,8-1-2-16,10-3 2 15,5-12-3-15,9-11 0 16,5-11-18-16,2 0-22 16,-1-16-51-16,-7-15-59 0</inkml:trace>
  <inkml:trace contextRef="#ctx0" brushRef="#br0" timeOffset="64508.1">3954 7947 261 0,'0'0'92'15,"0"0"-17"-15,97-39-20 16,-59 28-17-16,-4-1-12 15,-4 4-22-15,0 3-4 16,-6 5 0-16,-7 0-88 16,-15 0-183-16</inkml:trace>
  <inkml:trace contextRef="#ctx0" brushRef="#br0" timeOffset="64687.83">3859 8146 512 0,'0'0'69'0,"0"0"-44"0,0 0-17 15,115-11 0-15,-73 7-5 16,4 1-1-16,8-1-2 16,1-6-75-16,-3-4-202 15</inkml:trace>
  <inkml:trace contextRef="#ctx0" brushRef="#br0" timeOffset="64927.03">4557 7925 518 0,'0'0'218'15,"0"0"-126"-15,0 0-81 16,0 0-8-16,0 0-3 16,0 0 3-16,111-3-1 15,-56-3-1-15,4-2-1 16,4 0-46-16,0-6-105 16,-11-8-157-16</inkml:trace>
  <inkml:trace contextRef="#ctx0" brushRef="#br0" timeOffset="65175.11">5155 7503 718 0,'0'0'78'0,"0"0"41"16,0 0-65-16,0 0-36 15,0 0-18-15,0 0-4 16,5 22-2-16,5 20 4 15,4 15 4-15,-3 10-1 16,3 6 0-16,-5-4-2 16,4-5-4-16,-5-14-15 15,-4-8-13-15,-1-13-37 0,-3-12-38 16,0-17-83-16,0-4-188 16</inkml:trace>
  <inkml:trace contextRef="#ctx0" brushRef="#br0" timeOffset="65363.84">4960 7501 420 0,'0'0'301'16,"0"0"-283"-16,70-81 22 16,-34 64-32-16,5 5-6 15,4 4 4-15,3 2 4 16,2 6-10-16,4 0-1 0,3 16-18 15,-2 8-104 1,-14 1-106-16</inkml:trace>
  <inkml:trace contextRef="#ctx0" brushRef="#br0" timeOffset="65768.69">4978 8216 302 0,'0'0'32'0,"0"0"23"16,0 0 4-16,0 0-12 16,126 12-1-16,-63-12 2 15,4-13-28-15,-1-3-13 16,-8-1 1-16,-16 3 33 0,-14 7 0 16,-15 4 29-1,-10 3-7-15,-3 0-31 0,0 0-32 16,0 3-5-16,0 15 5 15,-4 6 8-15,-2-1-8 16,6 1 0-16,0-2 0 16,6-4-5-16,12-9-8 15,6-9 8-15,6-5 5 16,6-23 8-16,-5-7 23 16,-3-3-6-16,-10-4-5 15,-12 5 8-15,-6 1-11 16,0 3-15-16,-19 8 0 15,-13 8-4-15,-8 14 0 16,-2 3-26-16,8 23-69 16,14 8-62-16,16-4-105 0</inkml:trace>
  <inkml:trace contextRef="#ctx0" brushRef="#br0" timeOffset="66321.84">6009 7969 465 0,'0'0'44'0,"0"0"-40"16,0 0 2-16,120-7 28 16,-68 2-4-16,2-2 3 15,9-1-19-15,-4-1-5 16,-4 1-4-16,-10 0-5 0,-9 2-22 16,-13 0-53-1,-14-2-93-15,-9-3-155 0</inkml:trace>
  <inkml:trace contextRef="#ctx0" brushRef="#br0" timeOffset="66540.26">6124 7679 629 0,'0'0'79'0,"0"0"41"16,0 0-84-16,0 0-36 15,0 0-9-15,0 0 8 16,48 86 1-16,-28-24 1 0,2 19 4 16,2 17-2-16,0 3-3 15,-6-1-63-15,-3-17-140 16,-9-26-243-16</inkml:trace>
  <inkml:trace contextRef="#ctx0" brushRef="#br0" timeOffset="67300.23">6847 7190 572 0,'0'0'8'0,"122"-54"-2"15,-25 25 7-15,24 1 17 0,13-3-1 16,8 0 2-16,5 0-12 16,-4 3 0-16,-5 6-16 15,-13 7-3-15,-21 5-48 16,-22 2-71-16,-32 0-175 16</inkml:trace>
  <inkml:trace contextRef="#ctx0" brushRef="#br0" timeOffset="67915.76">6903 7350 447 0,'0'0'119'0,"0"0"9"15,0 0-60-15,0 0-46 16,0 0-22-16,0 0-3 16,6 4-6-16,2 28 5 15,2 19 4-15,4 23 0 16,-1 21 5-16,2 20-3 15,0 20-1-15,-2 9 1 16,-4 5-2-16,1 1 7 0,-2-8-4 16,-2-8-3-16,-3-4 0 15,-3-4-8-15,0-5-38 16,-12-3-30-16,0-7 73 16,3-14-3-16,2-11 2 15,2-15 4-15,-3-12 0 16,-3-14 3-16,5-14-3 15,-3-11 2-15,2-5 6 16,2-8 14-16,4-4 7 16,-1-1 18-16,2-2 19 15,0 0-15-15,0 0-11 16,0 0-20-16,19-7-17 0,10-3 0 16,2 0-3-16,6 1 0 15,-1 1 1-15,-3 5-1 16,-3 1-1-16,3 2 1 15,-2 0-7-15,5 0-10 16,4 0-14-16,2 0-15 16,4 0-25-16,-1 0-48 15,2-11-70-15,1-9-82 16</inkml:trace>
  <inkml:trace contextRef="#ctx0" brushRef="#br0" timeOffset="68730.05">8034 7454 294 0,'0'0'296'0,"0"0"-237"0,0 0-37 16,0 0-20-16,-105-2-2 15,61 31-3-15,2 7 2 16,6 5 1-16,5 4-5 16,6 6 3-16,8 8 2 15,4 2 0-15,10 1 0 16,3 2 0-16,9-4-4 16,22-11 3-16,18-19-24 15,14-23-21-15,16-11 6 16,13-32-40-16,7-10-33 15,-7-7-76-15</inkml:trace>
  <inkml:trace contextRef="#ctx0" brushRef="#br0" timeOffset="68938.95">8474 7524 355 0,'0'0'227'16,"0"0"-47"-16,0 0-77 15,0 0-70-15,0 0-33 16,0 0-8-16,-76 19 6 15,64 31 0-15,-1 3 4 16,2 3-2-16,5-3 0 16,3-5 0-16,3-7 1 15,0-11-1-15,0-14-12 0,0-7-26 16,0-8-13-16,6-1-15 16,5-11 39-16,0-20-343 15</inkml:trace>
  <inkml:trace contextRef="#ctx0" brushRef="#br0" timeOffset="69113.16">8368 7347 618 0,'0'0'14'16,"80"-62"33"-16,-24 42-47 15,6 3-2-15,1 2-8 16,-8 6-7-16,-13 6-6 15,-11 3-43-15,-17 6-97 16,-14 8-69-16</inkml:trace>
  <inkml:trace contextRef="#ctx0" brushRef="#br0" timeOffset="69314.12">8232 7721 615 0,'0'0'50'16,"0"0"-43"-16,0 0-5 15,0 0-2-15,0 0 6 16,109 0-5-16,-64 0-2 0,4 0-5 16,8 0-89-1,-2 0-207-15</inkml:trace>
  <inkml:trace contextRef="#ctx0" brushRef="#br0" timeOffset="69513.46">8718 7732 739 0,'0'0'41'15,"0"0"-41"-15,0 0 0 16,-22 84 4-16,16-47-1 15,5 4-3-15,1 0 0 0,0 1-3 16,0-4-69 0,0-8-81-16,0-12-294 0</inkml:trace>
  <inkml:trace contextRef="#ctx0" brushRef="#br0" timeOffset="70431.6">7427 8473 402 0,'0'0'113'16,"0"0"43"-16,0 0-103 15,0 0-51-15,0 0 4 16,121-12 12-16,-39 2 16 16,22-5-17-16,29-2 6 15,22-5-21-15,15-2-1 16,14 0 1-16,-8-2-1 15,-8 6-1-15,-17-1 4 16,-26 2-4-16,-22 5-5 16,-29 3 5-16,-24 4-16 15,-22 7-39-15,-19 0-72 16,-9 5-45-16,-29 8-93 0</inkml:trace>
  <inkml:trace contextRef="#ctx0" brushRef="#br0" timeOffset="71221.73">7650 8785 343 0,'0'0'310'0,"0"0"-194"16,0 0-63-16,0 0-32 16,0 0-21-16,0 0-4 15,0 0-7-15,0 9 9 0,0 21-3 16,0 7 5-16,0 5 0 16,0 2 3-16,0 1-3 15,-2-1-28-15,0 0-28 16,2-5-68-16,0-7-121 15</inkml:trace>
  <inkml:trace contextRef="#ctx0" brushRef="#br0" timeOffset="71450.55">8020 8777 722 0,'0'0'88'0,"0"0"-7"0,0 0-55 16,0 0-26-16,0 0-23 16,0 0 6-16,14 25 17 15,-7 12-2-15,-1 8 2 16,-1 4-4-16,-2 7-17 16,-3 0-56-16,0-2-55 15,-12-5-46-15,-2-15-216 16</inkml:trace>
  <inkml:trace contextRef="#ctx0" brushRef="#br0" timeOffset="71654.02">7835 8981 727 0,'0'0'53'15,"0"0"-53"-15,0 0-13 16,0 0-50-16,0 0 63 15,0 0 2-15,60 8 1 16,-12-8-1-16,12 0 1 16,11 0-6-16,7-11-38 15,-5-6-71-15,-13-5-209 16</inkml:trace>
  <inkml:trace contextRef="#ctx0" brushRef="#br0" timeOffset="72030.11">8289 8768 695 0,'0'0'76'16,"0"0"-44"-16,0 0-29 16,0 0-3-16,94 2 0 15,-60 22 3-15,-1 13 7 16,1 9-3-16,-5 5-4 15,-8-1 2-15,-8-6-4 16,-8-8 0-16,-2-12 0 16,-3-7 0-16,0-10 1 15,0-6-2-15,0-1 7 0,-3-1 53 16,-11-20-7 0,-7-5-46-16,-1-5-5 0,4-2 1 15,4 2-1-15,12 4-2 16,2 4-2-16,10 2-3 15,14 2-15-15,10 3 4 16,8 5 1-16,0 4-13 16,1 6-16-16,-6 1-36 15,-6 1-49-15,-8 14-98 16</inkml:trace>
  <inkml:trace contextRef="#ctx0" brushRef="#br0" timeOffset="72283.44">8177 9203 601 0,'0'0'54'0,"0"0"-42"15,0 0-12-15,0 0-3 16,0 0 2-16,0 0 1 15,63 1 9-15,-27 8-4 16,4-4-1-16,3 2-1 16,1 0-2-16,3-4-1 15,-8 0-77-15,-6-3-86 16,-11 0-165-16</inkml:trace>
  <inkml:trace contextRef="#ctx0" brushRef="#br0" timeOffset="72486.88">8273 9311 787 0,'0'0'0'0,"0"0"-31"16,0 0 31-16,0 0 0 15,28 91-3-15,-22-60-4 16,-1 3-10-16,6 2-42 15,-5 5 19-15,-2-4-81 0,-2-8-81 16</inkml:trace>
  <inkml:trace contextRef="#ctx0" brushRef="#br0" timeOffset="73359.5">8461 9506 837 0,'0'0'73'16,"0"0"-73"-16,0 0-30 16,0 0 23-16,0 0 7 15,0 0 2-15,19 89-2 0,-9-65 0 16,4-3-2-16,2-2-1 16,-3-8-12-16,-2-4-4 15,0-5 2-15,-4-2 17 16,3-8 3-16,-1-12-1 15,3-4 1-15,-3 1-2 16,-7 2 33-16,2 3-6 16,-4 6-9-16,0 3 2 15,0 4-15-15,0 1-5 16,0 2-1-16,0 2 3 16,0 0-3-16,0 0-3 15,0 0 2-15,0 0 0 16,0 0 1-16,0 0 1 15,0 0 0-15,0-2 2 16,0-3 13-16,0 1-10 0,-6-3-2 16,2 3 0-1,-1 1-1-15,1 1-2 0,1-1 0 16,0 3-1-16,0-2 0 16,0 0 0-16,-2 1 0 15,1-1-1-15,0 1-1 16,2 1 2-16,-1 0-2 15,2 0 1-15,1 0-2 16,0 0-2-16,0 0-4 16,0 0-17-16,0 0-26 15,0 0 14-15,4 0 38 16,8 0 0-16,7 0 2 0,2 0 2 16,5-1-2-16,3-11 1 15,1 2 0-15,0 2-1 16,0 1 0-16,-5 3-2 15,-10 3-1-15,-2 1 1 16,-5 0-1-16,-2 0 0 16,-1 0 1-16,-2 9-4 15,4 4 1-15,-4 4-2 16,-2 4 2-16,-1 0 1 16,0 2 2-16,0-1 2 15,0-2-2-15,0-4 1 16,0-4-1-16,5-4-1 15,5-7-9-15,10-1 3 0,5-11 7 16,11-13 8 0,-5-11-4-16,-4 1 15 0,-8-2 19 15,-8 3-8-15,-7 2 4 16,-4 2-17-16,0 2 19 16,-7 8-15-16,-16 4-21 15,-12 13 0-15,-13 2-56 16,0 14-72-16,7 3-89 15,18-2-103-15</inkml:trace>
  <inkml:trace contextRef="#ctx0" brushRef="#br0" timeOffset="73611.84">9065 8844 539 0,'0'0'27'0,"0"0"-20"15,0 0-4-15,108 46 7 16,-72-4 5-16,-4 15 15 16,-6 10 8-16,-12 14-27 15,-11 5-5-15,-3 5 2 16,-21 4-5-16,-24-3 9 15,-13 0-12-15,-11-12-22 16,-1-20-193-16</inkml:trace>
  <inkml:trace contextRef="#ctx0" brushRef="#br0" timeOffset="74144.44">7328 8869 222 0,'0'0'172'0,"0"0"-172"16,0 0-3 0,0 0 3-16,0 0 25 0,0 0 21 15,11 46 16-15,-8-25 11 16,-3 9-34-16,0 12 15 16,0 15-8-16,-3 13-17 15,1 10-10-15,2 2-14 16,14 2-1-16,21-5-2 15,19-4-2-15,15-5-1 16,19-12-25-16,15-19-92 16,15-22-64-16</inkml:trace>
  <inkml:trace contextRef="#ctx0" brushRef="#br0" timeOffset="74592.68">9590 8445 714 0,'0'0'87'16,"0"0"-14"-16,0 0-29 16,0 0-44-16,0 0-12 15,0 0-8-15,-15 38 20 16,8 10-2-16,-1 11 4 0,-4 8-2 16,0 2 0-16,2-3-22 15,4-10-111-15,6-18-118 16</inkml:trace>
  <inkml:trace contextRef="#ctx0" brushRef="#br0" timeOffset="74947.68">10213 8056 142 0,'0'0'371'16,"0"0"-287"-16,0 0-66 16,0 0 24-16,0 0 40 15,110-41-32-15,-66 25-18 0,10-1-16 16,11-1-14 0,5 1-2-16,2 3-35 0,-5 0-87 15,-14-6-97-15</inkml:trace>
  <inkml:trace contextRef="#ctx0" brushRef="#br0" timeOffset="75156.69">10473 7703 671 0,'0'0'81'15,"0"0"38"-15,0 0-66 16,0 0-38-16,0 0-15 15,0 0-7-15,10 43 7 0,8 11-1 16,-2 18 2-16,2 14-2 16,-3 6 1-16,-1-3-62 15,2-15-70-15,-5-18-198 16</inkml:trace>
  <inkml:trace contextRef="#ctx0" brushRef="#br0" timeOffset="76808.71">11860 7441 541 0,'0'0'82'15,"0"0"68"-15,0 0-72 16,0 0-56-16,0 0-22 16,-90-27 0-16,48 65-4 15,-4 14 4-15,3 9 0 16,7 3 0-16,12 6-4 15,10-1 3-15,14-1-3 16,13-5-6-16,30-13 4 16,30-20-3-16,24-20-1 15,18-10 5-15,9-27-3 16,3-10-55-16,-8-10-72 0,-13-7-137 16</inkml:trace>
  <inkml:trace contextRef="#ctx0" brushRef="#br0" timeOffset="77010.91">12564 7453 545 0,'0'0'83'0,"0"0"83"15,0 0-98-15,0 0-39 16,0 0-29-16,0 0 0 16,-65 68 0-16,58-12 3 15,0 7 1-15,7 5-4 16,0 1 1-16,0-10-1 15,9-12 0-15,1-15-10 0,2-16-34 16,-1-14-36 0,2-2-47-16,2-22 11 0</inkml:trace>
  <inkml:trace contextRef="#ctx0" brushRef="#br0" timeOffset="77197.75">12439 7374 643 0,'0'0'14'16,"92"-53"16"-16,-31 27-14 15,7 1 14-15,2 4 10 0,0 2-16 16,-2 7-24-16,-6 4-2 16,-7 8-31-16,-14 0-95 15,-17 0-156-15</inkml:trace>
  <inkml:trace contextRef="#ctx0" brushRef="#br0" timeOffset="77383.91">12456 7664 703 0,'0'0'81'0,"0"0"-39"16,0 0-40-16,0 0 0 15,84-2 7-15,-44-3-6 16,8 5-3-16,6 0-2 0,4 0-81 16,-3 0-97-1</inkml:trace>
  <inkml:trace contextRef="#ctx0" brushRef="#br0" timeOffset="77722.85">13057 7611 777 0,'0'0'48'16,"0"0"-21"-16,0 0-26 0,0 0 0 15,0 0 1 1,99 27 1-16,-75-1-3 0,-6 5-4 16,-8 2 4-1,-8 3-1-15,-2-4-23 0,-12-1-27 16,-12-5-6-16,0-4-24 15,3-5 27-15,5-7-13 16,8-5 30-16,7-5 10 16,1 0 26-16,3 0-1 15,18-8 2-15,10-6 3 16,6-3 40-16,9-1 9 16,4 1 11-16,10 4-43 15,2 3-6-15,2 2-14 16,-4 3-37-16,-9 3-100 15,-12-1-275-15</inkml:trace>
  <inkml:trace contextRef="#ctx0" brushRef="#br0" timeOffset="78372.87">11573 8204 37 0,'0'0'258'0,"0"0"-225"15,-89-3 29-15,74 3-10 16,11 0-38-16,4 0-7 16,0 2-3-16,22 5 56 15,23-2-26-15,31-2 2 16,38-3 15-16,40 0-25 15,43 0 4-15,37-12-13 16,29-8-17-16,25-6 11 16,18-5-2-16,5-3-4 15,-1-3 17-15,-14 1-10 16,-21 3-7-16,-23 2-3 0,-37 8 8 16,-43 5 6-16,-47 6 6 15,-48 4-12-15,-37 6 2 16,-28 2-12-16,-14 0-24 15,-39 16-59-15,-33 9-7 16,-36-3-282-16</inkml:trace>
  <inkml:trace contextRef="#ctx0" brushRef="#br0" timeOffset="81735.07">11633 8744 266 0,'0'0'103'16,"0"0"46"-16,0 0-52 15,0 0-50-15,0 0 23 16,0 0-49-16,0 0-13 15,-27-51-5-15,27 51-3 16,0 0 0-16,0 0-1 16,0 0-4-16,0 0 0 15,0 17 5-15,0 3 0 16,0 8 4-16,-1 8 6 0,-4 5-2 16,-4 4 0-16,-1 3-6 15,-2 2 0-15,-3-3-1 16,0 0-1-16,-1-4-54 15,1-10-88-15,2-16-151 16</inkml:trace>
  <inkml:trace contextRef="#ctx0" brushRef="#br0" timeOffset="82027.07">11982 8690 627 0,'0'0'89'0,"0"0"-4"16,0 0-81-16,0 0-4 15,0 0-7-15,0 0 6 16,5 70-1-16,-5-31 2 15,0 0 2-15,-10 3 2 16,-3-3-3-16,-2-1 0 16,2-5-1-16,-2-6-54 0,0-8-80 15,3-13-134 1</inkml:trace>
  <inkml:trace contextRef="#ctx0" brushRef="#br0" timeOffset="82221.79">11821 8869 628 0,'0'0'14'15,"0"0"-12"-15,0 0-2 16,0 0 5-16,0 0 11 16,106-5 9-16,-61 2-4 15,3-1-13-15,7-1-8 16,1-3-45-16,-2-5-111 15,-9-7-342-15</inkml:trace>
  <inkml:trace contextRef="#ctx0" brushRef="#br0" timeOffset="82619.59">12368 8630 600 0,'0'0'14'0,"0"0"31"16,0 0 7-16,0 0-31 15,0 0-11-15,81-3 1 0,-65 30-7 16,-1 12 8 0,-1 8 7-16,-5 7-9 0,-6-2-6 15,-3-5-2-15,0-9-2 16,0-13 4-16,0-11-3 15,0-10 1-15,0-4-1 16,0 0 15-16,-3-10 77 16,-1-19-69-16,0-6-23 15,1-7 2-15,3 2-3 16,0 2 0-16,11 2-8 16,15 5-9-16,6 6-16 15,2 5 14-15,-2 9-5 16,-1 10-2-16,-3 1-17 0,-5 5-25 15,-7 20-4 1,-12 8-47-16,-4 2-92 0</inkml:trace>
  <inkml:trace contextRef="#ctx0" brushRef="#br0" timeOffset="82873.32">12172 9051 642 0,'0'0'106'15,"0"0"-93"-15,0 0-13 16,0 0-8-16,0 0 2 0,0 0 6 16,26 0 28-16,11 0 21 15,13-2-23-15,10-4-15 16,7-1-8-16,4-1-3 15,-2-1-4-15,-3 4-80 16,-14 2-41-16,-18 0-99 16</inkml:trace>
  <inkml:trace contextRef="#ctx0" brushRef="#br0" timeOffset="83114.8">12155 9247 604 0,'0'0'63'15,"0"0"-63"-15,0 0 0 16,0 0 18-16,0 0 21 16,0 84-15-16,0-54-14 15,0 3-6-15,0 1-2 16,0-2 1-16,-4 0-3 15,-3-2-59-15,0-6-76 16,4-11-117-16</inkml:trace>
  <inkml:trace contextRef="#ctx0" brushRef="#br0" timeOffset="83799.85">12401 9310 589 0,'0'0'34'0,"0"0"-34"16,0 0 0-16,0 0 2 15,0 0 10-15,0 0-3 16,0 71 5-16,0-53-8 16,3-3 1-16,6 6-3 15,0-3 1-15,2-2 2 16,-5-1 1-16,4-4-8 15,2 0 2-15,-4-2 1 16,6-1-1-16,-5-2 1 0,-2-6-2 16,0 0 5-16,0-4 53 15,-1-15 30-15,0-6-50 16,2-6 2-16,-5-3-13 16,-3-2-20-16,0-1-7 15,0 1-1-15,-3 8-4 16,-8 3-22-16,2 8-14 15,2 7 4-15,4 4 9 16,3 6 25-16,0 0-117 16,3 0 56-16,15 11 63 15,2 6 1-15,6-2 0 16,6 4 0-16,-2-2-1 0,5 2 2 16,-9-4-2-16,-4 0 0 15,-8-3 0-15,-8-3 0 16,-4 2 0-16,-1-3 0 15,-1 0 0-15,0-5 0 16,0 0 0-16,0-1-3 16,0-2-3-16,0 0 5 15,2 0 0-15,4 0-10 16,6 0 9-16,3 0 2 16,6 0 1-16,-1-6-1 15,0-11 5-15,-1-4 20 16,-2-4 25-16,-3 0 21 15,-4-1 7-15,-6-1-23 0,-4-1-20 16,0-3-17 0,-14 4 2-16,-17 6-20 0,-18 10-3 15,-6 9-24-15,2 2-58 16,15 2-79-16,20-2-175 16</inkml:trace>
  <inkml:trace contextRef="#ctx0" brushRef="#br0" timeOffset="84051.53">13079 8620 621 0,'0'0'142'0,"0"0"-142"16,0 0-8-16,108 48 8 15,-67 6 1-15,-4 16 6 16,-3 13 8-16,-14 14-12 16,-13 6-1-16,-7-4 0 15,-16 0 0-15,-25-11-2 16,-18-10-22-16,-16-14-132 16,-10-21-252-16</inkml:trace>
  <inkml:trace contextRef="#ctx0" brushRef="#br0" timeOffset="84548.64">11479 8593 105 0,'0'0'481'0,"0"0"-407"16,0 0-24-16,0 0-11 15,0 0-33-15,-108 83 10 16,76-6 19-16,-2 18-5 15,7 21-22-15,13 10-1 16,12-1-5-16,4-4 1 0,34-17-3 16,22-19-16-16,23-17-36 15,22-17-37-15,21-22-18 16,20-26-237-16</inkml:trace>
  <inkml:trace contextRef="#ctx0" brushRef="#br0" timeOffset="85033.17">13611 8598 343 0,'0'0'172'16,"0"0"-66"-16,0 0-30 15,0 0 5-15,0 0-61 16,0 0-17-16,-49 56 0 15,38-3 9-15,8 15 6 16,3 10-10-16,2 5-4 16,22 3-4-16,11-2-4 0,9-9-65 15,6-21-74 1,5-23-63-16</inkml:trace>
  <inkml:trace contextRef="#ctx0" brushRef="#br0" timeOffset="85303.53">13729 8686 657 0,'0'0'179'0,"0"0"-145"0,0 0-34 16,0 0-6-16,0 0 6 16,31 77 0-16,-22-33 2 15,-4 6-2-15,-5 4-1 16,0-4-54-16,0-9-158 16,0-15-310-16</inkml:trace>
  <inkml:trace contextRef="#ctx0" brushRef="#br0" timeOffset="85521.59">14034 8642 763 0,'0'0'66'0,"0"0"35"15,0 0-83-15,0 0-18 16,0 0-3-16,0 0 3 15,20 70-2-15,-14-29 1 16,-3 5 1-16,-1 1-17 16,2-2-44-16,-3-6-64 15,2-15-106-15</inkml:trace>
  <inkml:trace contextRef="#ctx0" brushRef="#br0" timeOffset="85716.9">13905 8785 775 0,'0'0'0'0,"0"0"-6"0,0 0 6 16,0 0 2-16,109 14-2 16,-69-12 4-16,9-2-2 15,8 0-2-15,7 0-6 16,3-14-128-16,-3-12-185 15</inkml:trace>
  <inkml:trace contextRef="#ctx0" brushRef="#br0" timeOffset="86063.64">14527 8462 547 0,'0'0'208'16,"0"0"-208"-16,0 0 0 15,98 49 7-15,-66-9 6 16,1 8 6-16,-4 7 11 16,-5 3-23-16,-6-2-2 15,-9-9-5-15,-8-10 4 16,-1-14-4-16,0-7 0 16,-3-10 0-16,-7-6 0 15,-3 0 5-15,-1-20 2 16,-2-11-2-16,-1-6-2 15,4-2-1-15,8-2 0 16,5 2 6-16,20 6-8 0,17 3-18 16,12 4-30-16,1 6-4 15,-1 7 31-15,-7 9 6 16,-5 4-30-16,-6 3-26 16,-8 14-117-16,-16 2-101 15</inkml:trace>
  <inkml:trace contextRef="#ctx0" brushRef="#br0" timeOffset="86281.92">14202 8973 110 0,'0'0'470'0,"0"0"-468"16,0 0 1-16,94 13 19 15,-35-13 10-15,13 0 22 16,10 0-13-16,6 0-12 16,2-2-25-16,0 1-4 15,-9-4-92-15,-17-3-154 16</inkml:trace>
  <inkml:trace contextRef="#ctx0" brushRef="#br0" timeOffset="86497.74">14434 9155 91 0,'0'0'566'0,"0"0"-560"16,0 0-12-16,-12 77 9 16,8-45-3-16,1 7 3 15,-1 7-3-15,-1 4 1 16,-4-1-3-16,4-1-33 15,-1-9-120-15,4-10-175 16</inkml:trace>
  <inkml:trace contextRef="#ctx0" brushRef="#br0" timeOffset="87164.88">14655 9351 707 0,'0'0'145'0,"0"0"-113"15,0 0-32-15,0 0-16 16,0 0 16-16,0 0 1 16,2 75 1-16,-2-46-3 15,4 2 2-15,12-3-2 16,2-2-3-16,2-7-5 16,-2-7 2-16,-3-7-6 15,2-5 12-15,4 0 1 16,6-19 0-16,3-6-38 0,0-4-8 15,-8-5 30 1,-8 4 16-16,-9-1 41 0,-5 0 3 16,0 0-9-16,-10 1 3 15,-9 2-23-15,-8 4 2 16,-3 7-14-16,-3 7-3 16,-1 8-2-16,1 2-15 15,6 0-18-15,8 0 7 16,10 3-14-16,9 2-10 15,0-1-31-15,14-2 50 16,20-2 23-16,13 0 3 16,7 0 7-16,3 0-3 15,3-6 3-15,-4 0-4 0,-2 1-8 16,-7-2 12-16,-8 2 0 16,-12 0 17-16,-9 5 15 15,-11 0 28-15,-5 0-25 16,-2 3-33-16,0 17 3 15,-12 6-4-15,-9 7 3 16,-3 1 1-16,4 0-2 16,3-2-3-16,8-4 0 15,9-6 0-15,0-5-2 16,26-9-14-16,18-8 10 16,13-3 6-16,7-21 3 15,2-7 0-15,-8-6 0 16,-9-1 33-16,-15-2 15 15,-17 2-16-15,-7 7 22 16,-10 4-29-16,0 6-17 0,-25 10-11 16,-24 9-11-16,-22 2-52 15,-12 3-30-15,3 9-87 16,14-6-227-16</inkml:trace>
  <inkml:trace contextRef="#ctx0" brushRef="#br0" timeOffset="87497.19">15390 8442 642 0,'0'0'30'16,"93"2"-5"-16,-38 27 10 16,8 16-6-16,-5 14-10 15,-9 13 3-15,-15 12-8 16,-17 8-14-16,-17 6 2 16,0 10 7-16,-24-1-7 15,-9-1-1-15,-8-7 6 16,-4-14-7-16,-4-10-41 15,3-14-34-15,5-18-94 16,11-16-119-16</inkml:trace>
  <inkml:trace contextRef="#ctx0" brushRef="#br0" timeOffset="88378.93">16060 7897 482 0,'0'0'58'0,"0"0"-26"15,0 0 40-15,120-14 23 16,-65 1-29-16,9-4-24 16,9 0-17-16,3 2-8 15,1 1-17-15,-3 2-1 16,-13 3-1-16,-12 0-34 15,-16 0-82-15,-16-4-55 16,-15-2-167-16</inkml:trace>
  <inkml:trace contextRef="#ctx0" brushRef="#br0" timeOffset="88574.75">16391 7610 563 0,'0'0'193'0,"0"0"-92"16,0 0-81-16,0 0-15 16,0 0-3-16,0 0 3 15,23 75 8-15,-9-18-6 16,2 22-1-16,4 20-4 16,-2 10-2-16,0-2-46 15,-4-24-147-15,-3-32-466 16</inkml:trace>
  <inkml:trace contextRef="#ctx0" brushRef="#br0" timeOffset="89112.54">18523 7171 577 0,'0'0'58'0,"0"0"32"0,-106-45-38 16,65 45-20-16,4 3-17 16,3 28-11-16,8 13-4 15,9 15 1-15,11 10 0 16,6 7 0-16,25-1 1 16,35-5-1-16,28-12-2 15,24-18-21-15,13-17-28 16,8-18-51-16,-2-5-45 15,-7-25-189-15</inkml:trace>
  <inkml:trace contextRef="#ctx0" brushRef="#br0" timeOffset="89363.96">19316 7120 545 0,'0'0'236'15,"0"0"-166"-15,0 0-70 16,0 0-11-16,0 0 11 16,-6 108 0-16,6-45 2 15,2 10 4-15,5 4-1 16,4-6-3-16,3-8 3 16,0-15-3-16,-1-14-1 15,-2-17-1-15,-5-6 2 16,-3-10 2-16,0-1-4 0,4-12 0 15,-2-22-97 1,-5-10-153-16</inkml:trace>
  <inkml:trace contextRef="#ctx0" brushRef="#br0" timeOffset="89535.36">19280 7132 189 0,'0'0'317'15,"81"-73"-244"-15,-20 42-31 16,12-2 25-16,3 2-10 15,5 3 12-15,-3 4-29 16,-7 9-16-16,-8 7-23 16,-17 8-1-16,-13 0-22 0,-15 10-81 15,-18 11-97 1,-12-2-192-16</inkml:trace>
  <inkml:trace contextRef="#ctx0" brushRef="#br0" timeOffset="89712.92">19260 7386 621 0,'0'0'60'0,"0"0"-57"16,0 0 10-16,89 0 42 16,-55 0-2-16,7-6-33 15,5 1-16-15,6 5-4 16,2-1-51-16,6-3-121 0</inkml:trace>
  <inkml:trace contextRef="#ctx0" brushRef="#br0" timeOffset="90160.81">19893 7425 780 0,'0'0'114'16,"0"0"-56"-16,0 0-39 16,0 0-15-16,84-51-1 15,-48 44-3-15,4 3 1 0,-1 4-1 16,-2 0-6 0,-6 0-19-16,-13 4-31 0,-10 7-42 15,-8 5-34-15,-3 3 57 16,-20 1 15-16,-5 0-8 15,0-2-19-15,2 0 86 16,10-7 1-16,9-3 104 16,1 0-30-16,6-3-8 15,0 1 31-15,0 7-31 16,3 9-34-16,13 6-11 16,4 5-12-16,0-2-5 15,-2 0-3-15,-5-6 1 16,-6-3-1-16,-7-5-1 0,0-1 0 15,-7-3 0 1,-19-1 2-16,-12 0 1 0,-9-4-3 16,-10-2-43-16,-6-5-40 15,-4-1-59-15,5-7-390 16</inkml:trace>
  <inkml:trace contextRef="#ctx0" brushRef="#br0" timeOffset="90795.38">17893 8054 336 0,'0'0'133'16,"-95"-11"-116"-16,46 11-4 15,7 0-4-15,13 0-5 16,15 2 4-16,14 3-8 15,30-1 7-15,39 0 32 16,45-1 15-16,54-3 0 16,53 0-16-16,54 0-33 15,42 0-5-15,39-8-2 16,22-10-12-16,19-8 1 0,19-8 13 16,-1-4 6-16,1 0 12 15,0 3 31-15,-22 7 0 16,-29 6-37-16,-41 8-6 15,-51 6-6-15,-57 2-7 16,-64 2-9-16,-59 1 7 16,-51 1 9-16,-41-1-1 15,-21 3 1-15,-42 0-28 16,-35 0-97-16,-27 0-32 16</inkml:trace>
  <inkml:trace contextRef="#ctx0" brushRef="#br0" timeOffset="92724.42">17749 8495 385 0,'0'0'108'0,"0"0"5"15,0 0-48-15,0 0 10 16,0 0-41-16,-106 13-26 16,69 24-4-16,0 11-2 15,6 10-2-15,6 7 2 16,8 7-2-16,10 1 4 16,7 1-4-16,0-6-4 15,24-12-13-15,12-9-37 16,13-18-30-16,18-17-4 0,14-12-91 15</inkml:trace>
  <inkml:trace contextRef="#ctx0" brushRef="#br0" timeOffset="93151.87">17837 8721 645 0,'0'0'151'15,"0"0"-78"-15,0 0-73 0,0 0-7 16,0 0 5-1,0 0 2-15,0 95 0 0,0-47 2 16,-11 6-2-16,-5 1-1 16,-2 0-87-16,-4-10-86 15,8-12-194-15</inkml:trace>
  <inkml:trace contextRef="#ctx0" brushRef="#br0" timeOffset="93382.98">18138 8659 679 0,'0'0'73'16,"0"0"28"-16,0 0-90 0,0 0-11 16,0 0-2-16,0 0 1 15,-12 59 2-15,5-17 0 16,-1 5 0-16,4 1-1 15,1-3-1-15,3-6-44 16,0-6-41-16,0-12-70 16,0-11-192-16</inkml:trace>
  <inkml:trace contextRef="#ctx0" brushRef="#br0" timeOffset="93572.85">18003 8804 569 0,'0'0'26'0,"0"0"-26"16,0 0 9-16,0 0 10 15,102 7 20-15,-69-7 7 16,3 3-31-16,1-3-15 16,3 0-29-16,-6 0-84 15,-7-13-271-15</inkml:trace>
  <inkml:trace contextRef="#ctx0" brushRef="#br0" timeOffset="93940.65">18529 8536 627 0,'0'0'77'16,"0"0"-54"-16,0 0-12 15,0 0 13-15,89 99-5 16,-71-46-5-16,-5 7-7 16,-5 0-4-16,-3-5-2 15,-4-10 4-15,-1-13-5 16,0-11 0-16,0-10-8 16,-4-9-3-16,-6-2 11 15,3-4 4-15,0-17 2 16,4-9 2-16,3-3-1 0,0-5-3 15,10 1-4-15,13 1 0 16,9 5-8-16,8 5-3 16,1 4-7-16,1 8 13 15,2 6-16-15,-2 7-26 16,-3 1 0-16,-10 3-34 16,-16 11-108-16,-13 3-111 15</inkml:trace>
  <inkml:trace contextRef="#ctx0" brushRef="#br0" timeOffset="94161.51">18163 9036 494 0,'0'0'2'0,"0"0"21"16,0 0 50-16,105 22-20 15,-49-22 12-15,15 0 2 16,11 0-39-16,2 0-13 16,-3 0-13-16,-6 0-2 15,-14 0-75-15,-18 0-82 16,-22 0-221-16</inkml:trace>
  <inkml:trace contextRef="#ctx0" brushRef="#br0" timeOffset="94405.33">18503 9140 637 0,'0'0'136'16,"0"0"-120"-16,0 0-16 16,0 0 0-16,0 0 8 15,0 95 5-15,-3-55-5 16,-6 2-7-16,-1 2 0 15,-1 1 1-15,1 1 0 16,1-3-4-16,5-3-17 16,4-8-78-16,0-12-68 15,3-14-238-15</inkml:trace>
  <inkml:trace contextRef="#ctx0" brushRef="#br0" timeOffset="95024.77">18699 9369 123 0,'0'0'642'0,"0"0"-502"16,0 0-110-16,0 0-30 16,0 0-18-16,0 0 17 15,-6 34 0-15,6-9-4 16,0 2 0-16,10-1-2 16,4-1-3-16,2-5 5 15,-3-9 5-15,0-6-1 0,-2-5 1 16,2-10 8-1,6-19 1-15,-1-5-2 0,-1-7 0 16,-3 2 2-16,-8 3-5 16,-6 2-4-16,0 8 0 15,-6 7-2-15,-3 8-7 16,4 6 7-16,4 4 1 16,1 1-11-16,0 0-22 15,0 0-5-15,5 9 34 16,8 4 5-16,6-2 0 15,5-1 0-15,7-3 0 16,4-1 4-16,4-3-3 16,-2-2-1-16,-6 1-1 15,-7 1 1-15,-6-1 0 16,-6 1-2-16,-5 0-3 0,-5 1 0 16,-2 3-4-1,0 3-2-15,0 4 4 0,-10 4 5 16,-3 4 1-16,0 1 1 15,0 2 3-15,4-3-2 16,5-3-1-16,4-5-2 16,0-7 0-16,14-4-5 15,13-3 7-15,9-12 6 16,5-15 9-16,0-5 13 16,-6-4 7-16,-6 3-2 15,-7 1 2-15,-10 0-5 16,-5 6-10-16,-7 2 2 0,0 4-13 15,-9 4-9-15,-23 9-1 16,-17 7-33-16,-14 0-30 16,-6 14-80-16,1 0-164 15</inkml:trace>
  <inkml:trace contextRef="#ctx0" brushRef="#br0" timeOffset="95354.72">19294 8585 616 0,'0'0'1'16,"94"-14"3"-16,-37 18 7 15,2 25 1-15,7 16 6 16,-2 17 21-16,-7 12-16 16,-13 10-10-16,-18 14-5 15,-17 8-8-15,-9 3 5 16,-23-1-3-16,-24-4 1 16,-13-4 0-16,-9-7 0 15,1-12 4-15,5-11-7 0,12-14-8 16,13-14-130-1,8-14-31-15,14-14-206 0</inkml:trace>
  <inkml:trace contextRef="#ctx0" brushRef="#br0" timeOffset="95837.78">20190 8554 624 0,'0'0'126'0,"0"0"-62"15,0 0-57-15,0 0-6 16,-68 119 8-16,51-53-1 16,4 10 4-16,9 10-7 15,4 6-2-15,3 0-1 16,25-3-2-16,13-12 0 16,13-18-32-16,16-25-88 15,13-18 5-15,9-16-206 16</inkml:trace>
  <inkml:trace contextRef="#ctx0" brushRef="#br0" timeOffset="96531.8">20416 8726 435 0,'0'0'83'0,"0"0"-41"16,0 0-41-16,0 0 21 0,0 0 13 15,0 0-2 1,17 102 0-16,-21-64-18 0,-11 2-5 16,-6 6-5-16,-3-1-5 15,-5-3-57-15,1-13-167 16</inkml:trace>
  <inkml:trace contextRef="#ctx0" brushRef="#br0" timeOffset="96785.01">20832 8682 555 0,'0'0'39'0,"0"0"54"15,0 0-38-15,0 0-55 16,0 0-1-16,0 0 1 15,-42 56 1-15,19-16 5 16,0 6-1-16,0-1-3 16,7 3-2-16,4-8-7 15,9-5-81-15,3-13-52 16,0-14-161-16</inkml:trace>
  <inkml:trace contextRef="#ctx0" brushRef="#br0" timeOffset="96982.5">20644 8826 575 0,'0'0'45'0,"0"0"-31"16,0 0-14-16,0 0 0 16,0 0 1-16,0 0 3 15,80 9 15-15,-28-9 5 16,11 0-24-16,6 0-18 15,2-13-87-15,-5-7-355 16</inkml:trace>
  <inkml:trace contextRef="#ctx0" brushRef="#br0" timeOffset="97320.81">21203 8627 664 0,'0'0'52'0,"0"0"-51"15,0 0-1-15,18 102 14 16,-9-63 0-16,3-2 5 16,0 0 8-16,0-5-15 15,-3-3 1-15,-6-9-13 16,-3-6 1-16,0-4 0 16,0-5-1-16,0-5 0 15,-8 0 2-15,-2-8 0 16,2-16-2-16,-2-5-11 0,4-5 11 15,3-2 3 1,3-3 1-16,10 3 28 0,25 1-13 16,11 6-19-16,7 7-3 15,3 8-23-15,-5 7-9 16,-2 7-40-16,-12 0-25 16,-10 3-64-16,-21 11-141 15</inkml:trace>
  <inkml:trace contextRef="#ctx0" brushRef="#br0" timeOffset="97537.89">20881 9065 101 0,'0'0'633'0,"0"0"-553"16,0 0-66-16,0 0-7 15,113-12 11-15,-55 8-2 16,8 1-4-16,8 2-12 16,1 1 3-16,-4-2-3 15,-3 2-33-15,-13 0-119 16,-13-1-64-16</inkml:trace>
  <inkml:trace contextRef="#ctx0" brushRef="#br0" timeOffset="97744.59">21145 9201 625 0,'0'0'108'0,"0"0"-107"16,0 0-1-16,-25 96 3 15,13-57 1-15,-2 6 9 16,1 5-5-16,-2 1-6 15,1 2-2-15,1-1-35 16,-2-15-74-16,6-10-250 16</inkml:trace>
  <inkml:trace contextRef="#ctx0" brushRef="#br0" timeOffset="98385.9">21237 9349 813 0,'0'0'86'16,"0"0"-80"-16,0 0-6 16,0 0-7-16,0 0 6 15,0 0 2-15,0 94 0 16,0-63 0-16,0-2-1 16,0 0 0-16,2-5-1 15,7-6 1-15,0-7-3 16,0-6-2-16,4-5 3 0,10 0 2 15,6-12 0-15,7-15 0 16,0-4-1-16,-10 0-8 16,-11-5 9-16,-11 3 2 15,-4 1 3-15,-8 0-3 16,-16 6 0-16,-2 3-2 16,2 9 0-16,6 6-15 15,6 6-39-15,9 2 4 16,3 0-44-16,0 10 68 15,21 0 23-15,9-2-4 16,15 0 7-16,5-3 1 16,1-2 7-16,-8-1-3 15,-9 0-4-15,-11 1 0 0,-10 2-1 16,-7 5 0-16,-6 1 0 16,0 4-1-16,-5 7 1 15,-6 1 0-15,-4 4 4 16,1 0-4-16,2-2 0 15,5-1 0-15,4-3-1 16,3-4 0-16,0-7-1 16,18-3-3-16,10-4-5 15,8-3-10-15,3-5-9 16,2-14 29-16,0-7 1 16,-5-6 34-16,-5-2 30 15,-7 0 37-15,-9 0-43 0,-8 2-14 16,-7 3-22-16,-3 7-3 15,-41 10-20-15,-28 10-42 16,-22 2-155-16,-9 0-261 16</inkml:trace>
  <inkml:trace contextRef="#ctx0" brushRef="#br0" timeOffset="98934.39">22131 8467 134 0,'0'0'384'16,"0"0"-363"-16,0 0-5 16,82 73 14-16,-63-14 13 15,-8 18 26-15,-7 15-27 16,-4 18-14-16,-7 14-11 15,-21 0-13-15,-13-6-3 16,-11-4 2-16,-14-12 0 16,-16-9-2-16,-13-10 7 15,-5-12-8-15,-7-16-27 0,2-14-54 16,5-14-55-16,13-13-87 16,24-14-14-16</inkml:trace>
  <inkml:trace contextRef="#ctx0" brushRef="#br0" timeOffset="99517.98">22635 8339 496 0,'0'0'60'16,"0"0"22"-16,0 0-65 15,0 0-16-15,0 0 13 16,-88 131 33-16,40-51-3 16,-3 17-14-16,8 10-21 15,9 6-3-15,21 4-4 16,13-5-2-16,37-12-8 0,26-18-25 15,31-26-30-15,22-21-3 16,15-21-28-16,8-14-60 16,-1-8-229-16</inkml:trace>
  <inkml:trace contextRef="#ctx0" brushRef="#br0" timeOffset="100709.85">22778 8681 372 0,'0'0'103'0,"0"0"-49"16,0 0-42-16,0 0-2 15,0 0-5-15,0 0 7 16,0 58 29-16,-1-12-23 16,-14 8-7-16,-5 5-5 15,-3 2-6-15,-1-9-45 16,7-10-229-16</inkml:trace>
  <inkml:trace contextRef="#ctx0" brushRef="#br0" timeOffset="100985.17">23133 8657 98 0,'0'0'264'0,"0"0"-165"15,0 0-74-15,0 0-11 16,0 0 31-16,0 0 0 16,0 3-25-16,0 16-9 15,0 13-2-15,-6 8-4 16,-10 10-2-16,0 2-3 0,-1-2-43 15,-1-6-99 1,5-10-98-16</inkml:trace>
  <inkml:trace contextRef="#ctx0" brushRef="#br0" timeOffset="101195.69">22988 8831 343 0,'0'0'13'16,"0"0"-12"-16,0 0 31 15,0 0 38-15,0 0 26 0,99 21-14 16,-57-21-20-16,8 0-50 16,6 0-12-16,-1-6-55 15,1-12-198-15</inkml:trace>
  <inkml:trace contextRef="#ctx0" brushRef="#br0" timeOffset="101549.71">23683 8495 793 0,'0'0'0'0,"0"0"-5"16,36 81 5-1,-27-33 0-15,-2 7 1 0,-2 2-1 16,-2-5 7-16,-1-9-3 16,-2-11-3-16,0-12-1 15,0-9-3-15,0-7-8 16,0-4 11-16,-2 0 7 16,-1-15-3-16,3-10-1 15,0-7-3-15,0-5-3 16,15-2 3-16,12 1 5 15,9 2 5-15,8 3-9 16,4 8-1-16,1 3-9 16,-1 10-8-16,-5 7-4 15,-2 5-42-15,-8 2-10 16,-6 16-4-16,-18 3-144 16</inkml:trace>
  <inkml:trace contextRef="#ctx0" brushRef="#br0" timeOffset="101780.61">23341 9034 641 0,'0'0'58'0,"0"0"-58"15,0 0-6-15,0 0 1 16,0 0 5-16,0 0 22 0,88 39 47 15,-26-39-17-15,14 0-24 16,1 2-21-16,-2-1-7 16,-3-1-33-16,-10 0-20 15,-11 0-126-15,-19-6-316 16</inkml:trace>
  <inkml:trace contextRef="#ctx0" brushRef="#br0" timeOffset="101961.57">23633 9168 681 0,'0'0'6'15,"0"0"4"-15,-51 106 9 0,27-56-6 16,0 8-8 0,2 5 5-16,4 0-6 0,5-6-4 15,4-7-9-15,9-19-126 16,0-16-222-16</inkml:trace>
  <inkml:trace contextRef="#ctx0" brushRef="#br0" timeOffset="102516.17">23693 9394 722 0,'0'0'144'0,"0"0"-130"15,0 0-14-15,0 0 0 0,0 0-2 16,-5 95 2-1,5-66 0-15,0 4 1 0,2-1 0 16,11-5-1-16,2-5-1 16,-2-10-17-16,5-7 2 15,-1-5 16-15,5-14 1 16,6-19 3-16,2-8 0 16,-3-5-2-16,-6 3-1 15,-14 2 1-15,-7 9-2 16,0 6-49-16,0 9-55 15,-4 10 70-15,1 2 27 16,3 4 2-16,0 1 4 16,0 0-2-16,0 15-2 15,10 8 5-15,-1 4 5 16,-4 7-3-16,-3-1-2 0,-2 1 1 16,0-3-1-16,0-4 0 15,0-6-2-15,11-5-11 16,7-5-4-16,7-5-2 15,8-5-31-15,0-1-1 16,-1 0 42-16,-7-12 9 16,-7-5 60-16,-6 2 10 15,-6-2 54-15,-1 2-33 16,-3 0-25-16,-2 2-17 16,0 6-28-16,0-1-20 0,-3 3-1 15,-13 1-7 1,-4 1-16-16,2 1 14 0,1 2-4 15,3 0-33-15,2 0-39 16,5 0-49-16,2-11-97 16</inkml:trace>
  <inkml:trace contextRef="#ctx0" brushRef="#br0" timeOffset="102897.23">24453 8386 562 0,'0'0'24'0,"90"-21"-18"15,-41 21-5-15,-3 13 5 16,-1 26 2-16,-11 21 1 16,-11 23 4-16,-18 21 16 15,-12 21 21-15,-38 19-18 0,-19 8-18 16,-13-5 1-1,-4-9-9-15,-1-17-5 0,3-15 2 16,7-13-3-16,8-14-45 16,8-13-76-16,15-20-95 15</inkml:trace>
  <inkml:trace contextRef="#ctx0" brushRef="#br0" timeOffset="103671.39">23839 9467 198 0,'0'0'68'0,"0"0"-63"16,0 0 22-1,0 0 12-15,0 0 39 0,88 19-35 16,-72-13-5-16,-3 3 6 16,-3 5-22-16,-9 3-21 15,-1 5-1-15,-5 2-12 16,-18-4-77-16,-3-4-103 16</inkml:trace>
  <inkml:trace contextRef="#ctx0" brushRef="#br0" timeOffset="104012.81">24091 9392 410 0,'0'0'79'16,"0"0"-10"-16,0 0-69 15,0 0 3-15,0 0-3 16,0 0 0-16,-8-3 1 16,-3 8 17-16,-3 1 2 0,-4 2-3 15,2-2 7 1,-1 5-15-16,4 2-4 15,-2 4-5-15,6 0-2 0,5 3-14 16,0-4-85-16,4-6-193 16</inkml:trace>
  <inkml:trace contextRef="#ctx0" brushRef="#br0" timeOffset="104175.21">23978 9435 568 0,'0'0'192'16,"0"0"-166"-16,0 0-26 15,0 0-32-15,0 0-13 16,0 0-27-16,0 60-93 0,0-49-189 16</inkml:trace>
  <inkml:trace contextRef="#ctx0" brushRef="#br0" timeOffset="110584.76">8920 8741 10 0,'0'0'93'16,"0"0"-66"-16,0 0-14 0,0 0-1 16,0 0-6-16,0 0-6 15,0 0-22-15,0 0-49 16,0 0 7-16</inkml:trace>
  <inkml:trace contextRef="#ctx0" brushRef="#br0" timeOffset="110660.48">8920 8741 45 0,'3'0'50'0,"-1"0"-21"15,-2 0-29-15,0 2-7 16,0 1-48-16</inkml:trace>
  <inkml:trace contextRef="#ctx0" brushRef="#br0" timeOffset="113615.06">12814 8501 195 0,'0'0'67'0,"0"0"-3"16,0 0-8-16,0 0-14 15,0 0-17-15,0 0-12 16,0 0-7-16,0 0 1 0,0 0 3 16,0 0 23-16,0 0 26 15,0 0-9-15,0 0-26 16,0 0-11-16,2 0-13 15,1 0-49-15,0 0-136 16,-2 3 31-16</inkml:trace>
  <inkml:trace contextRef="#ctx0" brushRef="#br0" timeOffset="115296.91">15055 8405 134 0,'0'0'19'15,"0"0"6"-15,0 0 41 16,0 0 18-16,0 0-5 0,0 0-16 15,0 0 12-15,0-5-24 16,0 0-10-16,0 2 24 16,0 0-28-16,0 3-32 15,0 0-5-15,0 1-123 16,0 12 5-16,0-1-57 16</inkml:trace>
  <inkml:trace contextRef="#ctx0" brushRef="#br0" timeOffset="117314.79">18991 8517 235 0,'0'0'93'0,"0"0"-2"16,0 0-40-16,0 0-5 15,0 0 8-15,0 0-16 16,0 0-4-16,0 0 20 15,0-1-4-15,0-1-16 16,0 2-1-16,0 0-18 16,0 0-15-16,0 0 0 0,0 0-16 15,0 0-43 1,0 6 30-16,0 5-24 0,0 3-21 16,0-8-83-1,0-6-165-15</inkml:trace>
  <inkml:trace contextRef="#ctx0" brushRef="#br0" timeOffset="118303.64">21661 8562 201 0,'0'0'63'15,"0"0"-12"-15,0 0 2 16,0 0-11-16,0 0-25 16,0 0-15-16,0 0-2 15,2 0 0-15,-1 0 0 16,0 0-29-16,-1 6-54 16,0 3-40-16</inkml:trace>
  <inkml:trace contextRef="#ctx0" brushRef="#br0" timeOffset="125743.48">1725 10294 616 0,'0'0'25'0,"0"0"84"16,0 0-37-16,0 0-25 16,4-72-16-16,-1 72-7 15,0 0-24-15,6 0-4 16,8 11 1-16,8 14 3 15,8 11 0-15,2 6 1 16,-4 6-1-16,-5-2 0 16,-5-2 0-16,-2-7 0 15,-2-6-10-15,2-14-15 0,0-8-14 16,-2-9 17-16,5 0 10 16,0-25 11-16,-3-10-10 15,-6-9 11-15,-3-6 2 16,-7-4 10-16,-3 2 13 15,0 7 6-15,0 11 0 16,-1 15 11-16,-2 15-15 16,3 4-27-16,0 15-5 15,0 22 3-15,0 16 1 16,0 17-2-16,4 6 3 16,4 2 3-16,4-2-3 15,1-3 0-15,1-10 1 16,-1-5-1-16,-2-7-8 0,-3-4-28 15,-5-7-39-15,-3-14-108 16,0-14-150-16</inkml:trace>
  <inkml:trace contextRef="#ctx0" brushRef="#br0" timeOffset="126374.83">2326 10793 595 0,'0'0'55'15,"0"0"-24"-15,0 0-23 16,0 0 22-16,0 0-4 16,88-22-8-16,-68 8-8 0,-4-6 20 15,7-4-9 1,-9-3-10-16,-1-2 7 0,-8 1 9 16,-5 3-2-16,0 3-10 15,-11 5-5-15,-11 5 9 16,-5 10-19-16,3 2-1 15,-1 10-1-15,8 16-1 16,6 8 1-16,9 5-2 16,2-1-6-16,18-1-5 15,19-8 5-15,18-8 6 16,16-13-5-16,9-8 1 16,3-5-16-16,-6-22-8 15,-15-6 19-15,-16-2 10 0,-19 2 3 16,-15 7 20-16,-10 3 21 15,-2 8-3-15,-5 4 2 16,-17 8-30-16,-1 3-8 16,-2 7-2-16,4 15 0 15,9 6-2-15,7 4-5 16,5-4 5-16,0-4-8 16,0-9 0-16,9-6-1 15,5-9 10-15,1 0 1 16,3-7 4-16,6-22 5 15,3-6 2-15,-2-4-1 16,-3-1-3-16,-10 8 6 0,-7 13 0 16,-2 8 9-1,-3 5-12-15,0 6-10 0,0 0-6 16,0 13-26-16,3 13 18 16,9 8 10-16,7 7 0 15,8 0-10-15,6-4-18 16,1-4-12-16,2-11-16 15,-8-10-65-15,3-12 39 16,-1-8-43-16,-4-23-115 16</inkml:trace>
  <inkml:trace contextRef="#ctx0" brushRef="#br0" timeOffset="126640.66">3325 10612 260 0,'0'0'210'0,"0"0"-36"16,0 0-24-16,0 0-98 0,0 0-52 15,0 0-13 1,0 20 9-16,0 16 4 0,0 2 0 15,-3-1 0 1,0-5 4-16,-2-8-2 0,4-9 0 16,-1-7-1-16,0-8 1 15,2 0 1-15,0 0 5 16,0-19 19-16,0-11-27 16,16-13-10-16,12-1-5 15,2 1-14-15,0 4 3 16,-6 10 13-16,-5 7-7 15,-2 8-6-15,-8 7-17 16,-3 7-38-16,-5 0-65 16,-1 7-36-16,-1 10 13 0</inkml:trace>
  <inkml:trace contextRef="#ctx0" brushRef="#br0" timeOffset="126923.8">3673 10299 620 0,'0'0'126'0,"0"0"-54"16,0 0-38-16,0 0-29 15,0 0-5-15,0 0-7 0,8 32 4 16,-6 9 1-16,-2 6 1 15,0 6 1-15,0 4 1 16,-2 4 5-16,-4 3-5 16,4-4 2-16,2-5-3 15,0-5-4-15,0-14-84 16,11-18-103-16</inkml:trace>
  <inkml:trace contextRef="#ctx0" brushRef="#br0" timeOffset="127408.38">4081 10698 638 0,'0'0'163'0,"0"0"-122"16,0 0-41-16,0 0 0 16,82-4 0-16,-49 4 1 15,3 0-1-15,7 0 2 16,8 0 0-16,1-4-2 16,2-7 3-16,0-4-6 15,-8-4 2-15,-10-2-18 16,-10-2-16-16,-12 2-12 0,-8 2 11 15,-6 0 33-15,0 3-1 16,-21 2-24-16,-6 2-10 16,5 2 38-16,5 4 31 15,10 5 48-15,7 1-79 16,0 4 0-16,0 19-29 16,0 12 29-16,0 10 1 15,13 4 4-15,1 2-2 16,3-6-2-16,-1-7-1 15,-2-11 0-15,-5-10 0 16,-4-5 6-16,-5-5-5 16,0-1-1-16,-5-2-23 0,-11-4-73 15,1 0-293-15</inkml:trace>
  <inkml:trace contextRef="#ctx0" brushRef="#br0" timeOffset="127724.31">4920 10406 528 0,'0'0'211'0,"0"0"-144"15,0 0-67-15,0 0-11 16,0 0 11-16,40 75-4 16,-30-24 4-16,-2 2 1 15,-1 1 5-15,-2-7 0 0,2-7-5 16,-2-14 3-16,-4-7-4 15,-1-11 1-15,0-4 0 16,0-2 6-16,0-2 25 16,0-2 50-16,0-19-27 15,-4-11-55-15,1-8 0 16,3-5-8-16,1 0 1 16,27 4-29-16,11 4-37 15,9 8 4-15,-2 10-25 16,0 12-24-16,-5 4-68 15,-8 3-104-15</inkml:trace>
  <inkml:trace contextRef="#ctx0" brushRef="#br0" timeOffset="127940.44">5355 10664 162 0,'0'0'680'0,"0"0"-654"15,0 0-26-15,0 0-12 16,0 0 10-16,16 87 0 16,-14-45 2-16,-2 4 0 15,0 4 2-15,0 1-2 16,0-2-14-16,0-9-176 16,-4-18-167-16</inkml:trace>
  <inkml:trace contextRef="#ctx0" brushRef="#br0" timeOffset="129038.76">1744 11610 545 0,'0'0'105'0,"0"0"41"16,0 0-87-16,0 0-50 15,0 0-9-15,0 0 0 16,46 13-1-16,-25 29 1 16,3 8 2-16,-3 0-2 15,-2-1 3-15,-1-8-6 16,-4-15-2-16,0-13 0 15,3-11-2-15,3-2 7 0,6-24 8 16,4-17-3 0,-5-5 0-16,-7-3 2 0,-8 3-1 15,-8 13 11-15,-2 9 13 16,0 13-6-16,0 7-6 16,0 4-18-16,0 17-10 15,-2 20-12-15,-3 14 22 16,3 9-1-16,2 3 1 15,0-1-3-15,0-3 1 16,12-4-11-16,2-2-18 16,-7-8-45-16,-1-7-53 15,-6-17-76-15,0-18-248 16</inkml:trace>
  <inkml:trace contextRef="#ctx0" brushRef="#br0" timeOffset="129338.86">2211 12034 430 0,'0'0'13'16,"0"0"-2"-16,0 0 26 15,0 0 17-15,0 0-24 16,94-16 15-16,-75 3-5 16,-3-6-14-16,-8 0 3 15,-2-1-8-15,-6 3-1 16,0 5 12-16,-4 3-8 15,-13 8-24-15,-1 1 0 16,-4 10-4-16,3 12-4 16,4 8-3-16,10 5-1 0,5-1-3 15,3 2-13-15,29-4-2 16,11-5 11-16,12-11 12 16,8-14 4-16,4-2-22 15,-4-12-22-15,-3-16-115 16,-13-5-122-16</inkml:trace>
  <inkml:trace contextRef="#ctx0" brushRef="#br0" timeOffset="130056.77">2648 11930 347 0,'0'0'94'15,"0"0"11"1,0 0 26-16,0 0-13 0,0 0-71 16,0 0-26-16,56-54-21 15,-51 54-4-15,2 5 4 16,-2 8-3-16,1-2 2 16,-3 2 1-16,1-3 0 15,-2-2 0-15,-2-4 1 16,0-1 4-16,0-3-5 15,0 0 5-15,0 0 2 16,0 0 9-16,0 0 7 16,0 0 10-16,0 0-12 0,0 0-10 15,0 0-11-15,0 0 2 16,0 0-2-16,0 0 0 16,0-3 1-16,0 2-1 15,0 1 0-15,0-2 0 16,0 2 0-16,-2 0 0 15,-2-1-1-15,-2-2 1 16,0 0-1-16,-1-2-3 16,2 1 3-16,-2 1-3 15,2 3 3-15,-1 0-5 16,-3 0 2-16,-4 15-1 16,2 8 1-16,1 4 4 15,3 2-1-15,5 4-4 0,2-2 2 16,0-2-6-16,4-4-22 15,10-8 4-15,-1-10 6 16,1-7 14-16,2 0 7 16,0-16 7-16,3-8-4 15,-2-7 6-15,-2-1-2 16,-9 3-4-16,-3 3 19 16,-3 6 11-16,0 6-15 15,0 7-8-15,0 5-6 16,0 2-4-16,0 0-10 15,0 11-14-15,11 9 22 16,5 4-6-16,5 0-4 0,4 2 1 16,4-6-14-1,-1-8-40-15,3-10-29 0,-7-2 28 16,0-12-3-16,-9-13-108 16,0-8-65-16</inkml:trace>
  <inkml:trace contextRef="#ctx0" brushRef="#br0" timeOffset="130288.06">3030 11876 231 0,'0'0'184'0,"0"0"32"16,0 0-97-16,0 0-97 16,0 0-22-16,0 0 0 15,43 21 0-15,-34 10 3 16,-3 3 0-16,0-3 4 16,-6-7-6-16,0-10 4 15,4-10-3-15,-4-4 1 16,0 0 17-16,0 0 39 15,0-4 16-15,0-15-34 16,0-7-41-16,12-7-7 0,15-2-10 16,7 1-43-16,4 5-46 15,-1-1-58-15,-7 2-191 16</inkml:trace>
  <inkml:trace contextRef="#ctx0" brushRef="#br0" timeOffset="130637.75">3510 11651 601 0,'0'0'10'16,"0"0"7"-16,0 0-14 16,82-16 15-16,-57 21-10 15,1 10-5-15,-2 6 12 16,-7 8-9-16,-12 3-1 15,-5 6-1-15,-5 5 0 16,-24-1 5-16,-7-1-6 16,-6-6-3-16,5-7-14 15,7-6 9-15,13-8 5 16,7-6-1-16,10-2-6 16,0-3-9-16,19-3 16 15,20 0 2-15,14-2 10 0,14-12 10 16,6-1-9-16,7-1-7 15,-5 3-6-15,-10 3-18 16,-15-2-78-16,-13-2-223 16</inkml:trace>
  <inkml:trace contextRef="#ctx0" brushRef="#br0" timeOffset="131021.43">4009 11851 791 0,'0'0'0'0,"0"0"-134"16,0 0 126-16,0 0 0 15,0 0 8-15,0 0 1 0,133 32 7 16,-54-43 17-16,14-8-13 16,8-3-12-16,-2-1 0 15,-8 2-44-15,-17-1-32 16,-20 4-21-16,-18 3-45 15,-21 4-11-15,-15 0 72 16,-15 5 76-16,-27 1 5 16,-7 2 21-16,-3 3 75 15,7 0 4-15,14 0 52 16,11 0-47-16,10 0-87 16,5 12-18-16,4 6-1 0,1 4 1 15,0 4 2 1,3 2 9-16,7 1-9 0,4 1 5 15,-5-2-3-15,-2-1-2 16,-4-4 0-16,-3 2-2 16,-3-5-66-16,-18-4-147 15</inkml:trace>
  <inkml:trace contextRef="#ctx0" brushRef="#br0" timeOffset="131419.69">5063 11598 499 0,'0'0'318'0,"0"0"-301"16,0 0-17-16,0 0-5 15,0 0 5-15,0 0-1 16,87 25 0-16,-67 3 0 16,-3 3-1-16,-6 3 2 15,-6-2-2-15,-5-3-1 16,0-5 2-16,0-4-3 16,-2-8 2-16,-4-4-1 15,-1-5 3-15,1-3 3 16,-3-3 16-16,6-16-8 15,3-6 1-15,3-4 3 0,24 0-13 16,9 2-2-16,6 5-7 16,1 8-29-16,3 7-42 15,-1 6-31-15,-2 1-138 16</inkml:trace>
  <inkml:trace contextRef="#ctx0" brushRef="#br0" timeOffset="131768.69">5472 11804 589 0,'0'0'4'0,"0"0"-3"0,0 0 8 16,107 18 9-16,-71-4-7 16,-2 3 5-16,-12-1-7 15,-7 4-8-15,-10-4 1 16,-5 2 0-16,-6-1 2 15,-24 0 3-15,-10 2 10 16,-5-2-8-16,4-3-7 16,10-6-2-16,15-4 3 15,10-1-3-15,6-3 0 16,0 0 3-16,1 0 39 16,31 0 31-16,23-11-30 15,20-4-31-15,11-2-7 16,0 2-3-16,-9 3 0 0,-15 3-2 15,-16 6-8 1,-16 3-20-16,-15 0-44 0,-15 7-47 16,0 5-18-16,-25-1-79 15</inkml:trace>
  <inkml:trace contextRef="#ctx0" brushRef="#br0" timeOffset="132606.44">2302 12574 681 0,'0'0'141'15,"0"0"-141"-15,0 0-19 16,0 0 19-16,7 85 1 16,1-51-1-16,-2-1 1 15,4 1 0-15,3-5 1 16,6-7-2-16,5-5-11 16,10-11-3-16,12-6 6 0,5-4 2 15,7-21-2 1,-3-5-20-16,-12-6 12 15,-13 1 16-15,-20 2 7 0,-10 4 29 16,0 8 13-16,-12 7-16 16,2 8-10-16,3 6 21 15,1 11-44-15,1 19-10 16,5 12 9-16,0 6 1 16,0 2-1-16,12 2 0 15,10 2-7-15,7-1-15 16,-1-1-24-16,-4-6-35 15,-6-13-93-15,-6-16-199 16</inkml:trace>
  <inkml:trace contextRef="#ctx0" brushRef="#br0" timeOffset="133236.69">3012 12875 419 0,'0'0'180'15,"0"0"-8"-15,0 0-86 16,0 0-35-16,7-76-14 16,-1 64-18-16,5 0-10 15,5 0-8-15,5 1-1 16,4 0-1-16,1 2-4 15,-1 6-25-15,-7 0-25 16,-6 3 1-16,-6 0-30 16,-2 0-3-16,-4 7 56 15,0 6 14-15,-7 3 17 0,-8-3 1 16,0 4 1-16,3 0 2 16,5 2-3-16,7 0 1 15,0 1 1-15,0 4 4 16,0 3 0-16,0 0-2 15,7 0-2-15,4 1-3 16,-1-6 4-16,-3-5-3 16,-4-5 2-16,-1-5-3 15,-2-3 3-15,0 1-2 16,-2 0 8-16,-15 2 5 16,-12 3 3-16,-8-3-13 15,-5 1 2-15,-4 1-6 16,7-1 0-16,14-1-51 0,16-5-56 15,9-2-235 1</inkml:trace>
  <inkml:trace contextRef="#ctx0" brushRef="#br0" timeOffset="133749.77">3685 12913 600 0,'0'0'140'0,"0"0"-95"15,0 0-45-15,0 0-2 16,0 0 2-16,0 0 2 15,117 0-1-15,-54-2 4 16,12-9-2-16,11-3 3 16,7-3-6-16,-2-2-8 15,-11-1-50-15,-16-1-1 16,-22 3 39-16,-17-1 0 16,-17 2-4-16,-8 3 23 15,0-1-14-15,-23 1-3 0,-16 3 0 16,-2 2 8-16,2 0 10 15,14 2 47-15,10 2 38 16,12 5-40-16,3 0-45 16,0 0-16-16,3 19 14 15,12 3 2-15,3 2 2 16,3 6 2-16,2 0-2 16,0 1 0-16,-5-3 2 15,-5-4-4-15,-4-3 1 16,-9-1 0-16,0 1-1 15,-24-1-60-15,-13-6-49 16,-5-9-377-16</inkml:trace>
  <inkml:trace contextRef="#ctx0" brushRef="#br0" timeOffset="134234.47">4652 12634 594 0,'0'0'35'0,"0"0"53"16,0 0-28-16,0 0-8 15,0 0-20-15,0 0-14 16,102-38-9-16,-72 62-9 16,-2 7 1-16,-1 8-1 15,-6 2 0-15,-5 0 0 16,-7-2 0-16,-4-8 0 15,-1-6 2-15,-4-6-1 16,3-8 0-16,-3-5 2 16,0-4-3-16,0-2 2 0,0 0 11 15,-3-16 8-15,-6-9-20 16,3-2 2-16,6-5-2 16,0-1 1-16,18-1-2 15,21-3-3-15,10 7-23 16,5 6-32-16,6 11-94 15,-2 6-68-15,-8 6-248 16</inkml:trace>
  <inkml:trace contextRef="#ctx0" brushRef="#br0" timeOffset="134683.26">5157 12871 729 0,'0'0'151'16,"0"0"-91"-16,0 0-42 15,0 0-14-15,0 0-4 16,0 0 0-16,63-43-5 16,-49 43-21-16,-5 0-9 15,-4 0-15-15,-5 0-70 16,0 13 12-16,-7 7 72 15,-10 2 15-15,-4 3-95 16,5-3 22-16,8-7 38 16,2-4 55-16,6-4 1 0,0-6 29 15,0 0 84-15,0 0 14 16,0 5-35-16,6 5-59 16,5 3-21-16,3 6-9 15,-6 3-2-15,-2 0 1 16,-6 1 2-16,0-2 1 15,-11-2 1-15,-2-3-2 16,-5-6-2-16,2-4 1 16,1-4-2-16,-6-2 6 15,3-1 7-15,-6 0 15 16,2 0-13-16,1 4-16 16,4 3-28-16,3-4-201 15</inkml:trace>
  <inkml:trace contextRef="#ctx0" brushRef="#br0" timeOffset="135899.34">2099 13601 358 0,'0'0'144'0,"0"0"-23"16,0 0-42-16,0 0-19 15,0 0-25-15,0 0-27 16,-2-16-3-16,2 16-2 16,0 0 4-16,0-1 2 0,0 1 7 15,0 0 9-15,0 0 7 16,0 0-5-16,-2 0-10 16,2-1-3-16,0 0-8 15,0 1 1-15,0-2-5 16,0 1 5-16,0 1-4 15,0-1 1-15,0-1-4 16,0 2 1-16,0 0-1 16,0 0 0-16,0 0-3 15,0 0 3-15,0 0-6 16,0 0 5-16,0 0-9 16,0 0-8-16,0 7-10 15,0 10 12-15,0 6 15 0,0 4 0 16,0 5-4-16,0-1-6 15,8 4-5-15,6-3-32 16,10 0-51-16,4-8-5 16,9-9-76-16,8-12-31 15</inkml:trace>
  <inkml:trace contextRef="#ctx0" brushRef="#br0" timeOffset="136115.39">2494 13660 244 0,'0'0'112'16,"0"0"47"-16,0-80-37 0,-12 64-14 15,5 3-31 1,1 10-19-16,4 3-44 16,2 0-14-16,0 11-30 15,0 14 25-15,-3 12 5 0,-2 12-2 16,3 4 1-16,-5 6 0 16,5-2 0-16,2-1-1 15,0-3-8-15,2-1-23 16,12-2-24-16,-2-7-37 15,3-10-23-15,4-14-264 16</inkml:trace>
  <inkml:trace contextRef="#ctx0" brushRef="#br0" timeOffset="136697.67">2603 14018 687 0,'0'0'182'15,"0"0"-125"-15,0 0-57 16,0 0-11-16,0 0 11 15,0 0 0-15,52 82 3 16,-31-56-3-16,-3-2-1 16,-1-3-22-16,-1-4-21 15,-2-7-18-15,0-6-19 16,-2-4 51-16,5-2 27 16,2-19 3-16,-1-9-25 15,0-2-1-15,-8 1 26 0,-4 4 16 16,-6 8 47-1,0 7 51-15,0 5-75 0,0 7 2 16,-4 0-41-16,4 13-15 16,0 15 8-16,0 3 1 15,4 3-28-15,12 1-35 16,11-4 0-16,7-8-30 16,4-8-111-16,2-12-83 15</inkml:trace>
  <inkml:trace contextRef="#ctx0" brushRef="#br0" timeOffset="137080.21">3206 13938 541 0,'0'0'1'0,"0"0"2"15,107-8 18-15,-49 5 15 16,14-3 4-16,11-4-2 15,10-4 12-15,2 2-24 16,-1-1-17-16,-1-1-7 16,-11 0-2-16,-12-1-34 15,-18 1-3-15,-20-1-25 16,-16 3 22-16,-13 3 13 16,-3-1 22-16,-23 5-39 15,-12 0 13-15,-7 3 26 16,6-3 5-16,12 3 45 0,8-1 23 15,7 3-6-15,9 0-16 16,0 0-46-16,0 1-15 16,6 13 15-16,9 6 1 15,-3 3 2-15,-2 6-1 16,1 1-1-16,-8 0 4 16,-3-2-5-16,-2 3-25 15,-20-4-18-15,-8-6-113 16</inkml:trace>
  <inkml:trace contextRef="#ctx0" brushRef="#br0" timeOffset="137563.63">4373 13566 742 0,'0'0'121'0,"0"0"-94"0,0 0-27 15,0 0-2-15,0 0-2 16,89 52 4-16,-76-11-2 16,-1 4 2-16,-1 5 0 15,-3-1-2-15,-6-2 2 16,-2-9 0-16,0-10-1 16,0-11-5-16,0-9-7 15,0-8 4-15,0 0 9 16,0-5 30-16,-6-17-18 15,-3-4-8-15,2-4-2 16,2-1 8-16,5 2 0 16,0 2-10-16,19 4-6 15,13 2-30-15,4 5-13 0,7 6-40 16,3 5-8-16,-5 5-20 16,0 0-122-16</inkml:trace>
  <inkml:trace contextRef="#ctx0" brushRef="#br0" timeOffset="137898.37">4769 13808 642 0,'0'0'25'16,"0"0"-22"-16,0 0-1 16,0 0-2-16,-18 87 1 15,16-61 0-15,2-1-1 16,0-3 0-16,0-3-1 0,2-2-1 15,4-12-9-15,9-5-8 16,0-1 19-16,1-23 5 16,5-2-5-16,-6-3 0 15,-6 9 0-15,-6 8 25 16,-3 7 84-16,0 4-50 16,0 1-16-16,0 0-43 15,0 0-5-15,0 15-1 16,0 6 6-16,0 5-1 15,0 5 1-15,9 6-2 0,4 1-1 16,4 4-31 0,-2-3-56-16,-9-8-31 0,-6-10-239 15</inkml:trace>
  <inkml:trace contextRef="#ctx0" brushRef="#br0" timeOffset="138778.9">1847 14657 314 0,'0'0'205'0,"0"0"-103"16,0 0-2-16,0 0-8 16,0 0-52-16,0 0-28 15,-6-17-12-15,12 17 0 16,12 12 0-16,4 8 3 16,5 4-3-16,-3 5 0 15,4-3 0-15,-1-1-6 16,1-7-48-16,7-7-18 15,-1-8 25-15,-1-3-13 16,1-3 20-16,-8-15 4 16,-4-5 21-16,-9-2 15 0,-4-1 1 15,-9 2 37-15,0 3 38 16,-4 4 11-16,-8 9 9 16,6 3-40-16,0 5-10 15,6 2-46-15,-3 22-9 16,-2 13 5-16,2 16 3 15,3 10 1-15,0 6-7 16,5 1-4-16,10-1-29 16,3-8-64-16,-5-6-57 15,-1-14-127-15</inkml:trace>
  <inkml:trace contextRef="#ctx0" brushRef="#br0" timeOffset="139145.44">2482 15004 309 0,'0'0'304'0,"0"0"-117"16,0 0-123-16,0 0-63 15,0 0-1-15,0 0-10 16,2 0-9-16,-2 24 18 16,0 6-3-16,13 2-11 0,5 2-17 15,12 1 17-15,10-2 14 16,8-5-3-16,0-4 4 16,-5-6-3-16,-9-6 3 15,-16-7 1-15,-13-2-1 16,-5-3 1-16,0 0 32 15,-27 1-8-15,-16 4-24 16,-17 1-1-16,-3 0-27 16,2-1-54-16,10-5-36 15,20 0-187-15</inkml:trace>
  <inkml:trace contextRef="#ctx0" brushRef="#br0" timeOffset="139332.96">2781 14855 611 0,'0'0'131'0,"0"0"-77"16,0 0-54-16,0 0-77 16,0 0 24-16,0 0 49 15,68-14 2-15,-11 14-38 16,16-9-119-16</inkml:trace>
  <inkml:trace contextRef="#ctx0" brushRef="#br0" timeOffset="139778.36">3300 14986 666 0,'0'0'119'16,"0"0"-104"-16,0 0-15 16,0 0-2-16,0 0-12 15,0 0 14-15,52-3 2 16,-2-4-1-16,16-2 1 16,9 1-4-16,2-1-4 15,-2-2-49-15,-4 0 4 16,-12-1 17-16,-7-4-8 15,-15 0-3-15,-13-1 30 0,-12 0 15 16,-12 1 7-16,0 3-2 16,-15 3 11-16,-9 4 0 15,-2 1-3-15,4 5 21 16,6 0 17-16,7 0-3 16,3 0-27-16,-1 15-21 15,5 3-2-15,2 7-4 16,0 7 6-16,0 0 0 15,2 1 2-15,5-2-2 16,1-3-7-16,-5-5-31 0,-3-6 11 16,0-1-29-16,-8-4 1 15,-4-10-213-15</inkml:trace>
  <inkml:trace contextRef="#ctx0" brushRef="#br0" timeOffset="140177.26">4408 14509 662 0,'0'0'103'16,"0"0"-48"-16,0 0-44 0,0 0-11 15,0 0-11 1,0 0 11-16,15 45 0 0,-9-12 1 16,-3 10-1-16,-3 11-1 15,0 5 1-15,-6 2 2 16,-9-11 0-16,0-17 0 16,6-18-1-16,3-10 0 15,3-5 2-15,0 0 36 16,-5-19 32-16,4-11-56 15,3-11-11-15,1-2-4 16,0-2 0-16,4 5 0 16,23 9-12-16,9 7-46 0,10 8-26 15,2 9-30-15,-3 5 11 16,-2 2-122-16,-12 0-30 16</inkml:trace>
  <inkml:trace contextRef="#ctx0" brushRef="#br0" timeOffset="140478.53">4674 14747 586 0,'0'0'151'15,"0"0"-45"-15,0 0-53 16,0 0-52-16,0 0-1 16,0 0-1-16,-30 75-1 15,28-45 2-15,2-3-6 0,0-4-8 16,16 1-4-16,5-5 7 15,-2-2 10-15,2-4 1 16,-7-6 1-16,-2-2 1 16,-8-2 1-16,-2 1-2 15,-2 2-1-15,0 2 0 16,-16 2 1-16,-7-1 1 16,-4-2 3-16,-3-4-2 15,1 2-3-15,1-2 0 16,8-3-26-16,8 0-110 15,9-1-129-15</inkml:trace>
  <inkml:trace contextRef="#ctx0" brushRef="#br0" timeOffset="140667.38">4745 14701 697 0,'0'0'119'0,"0"0"-13"15,0 0-75-15,0 0-31 16,0 0-2-16,0 0 2 16,109-39 0-16,-63 32-9 15,1 2-15-15,2 0-14 16,-2-3-63-16,-5-4-167 16</inkml:trace>
  <inkml:trace contextRef="#ctx0" brushRef="#br0" timeOffset="144224.71">6873 11171 229 0,'0'0'115'0,"0"0"42"16,0 0-37-16,0 0-5 16,0 0-39-16,0 0-24 15,0 0-38-15,3-36-14 16,-3 44-13-16,0 20 11 15,-4 10 2-15,-9 13 0 16,-4 7 5-16,-4 4-3 16,3 0 2-16,-1-11-1 0,3-14-2 15,5-16 2-15,5-14-3 16,5-7 2-16,-2-4 18 16,3-24 40-16,0-18-57 15,0-15-3-15,3-4-9 16,10 0-5-16,3 5-7 15,3 7-7-15,3 6-12 16,3 11 12-16,3 7-21 16,4 12 32-16,-2 6 17 15,-4 11 0-15,1 0-3 16,-4 21 1-16,1 15 2 16,-1 11 0-16,-3 7 2 15,-2 2 3-15,-6 2-4 0,-3-2 0 16,-5-7 2-16,1-9-3 15,-1-13 0-15,2-17-17 16,-2-10 7-16,4-7 10 16,6-29 40-16,2-11-37 15,-1-3 0-15,-2 3 19 16,1 4 5-16,2 1-27 16,-1 4 0-16,12 2-60 15,0 6-70-15,1 3-32 16,0 5-28-16,2 5-28 15</inkml:trace>
  <inkml:trace contextRef="#ctx0" brushRef="#br0" timeOffset="144622.88">7455 11028 92 0,'0'0'108'0,"0"0"-57"16,0 0 13-16,0 0 70 15,0 0-14-15,0 0-50 16,-6 108 27-16,-10-55-47 16,1 7-17-16,-1 5-10 15,2 6-11-15,8 0-6 16,3-6 0-16,-1-11-6 15,2-19 4-15,2-16-4 16,0-13 0-16,0-6 8 16,0-5 51-16,0-24 17 15,0-21-69-15,0-15-7 16,13-7-13-16,4 0-14 16,1 5 0-16,-3 6-45 15,4 9 18-15,0 7 3 16,1 11 15-16,1 8 26 0,-2 11 10 15,-5 10 3-15,-4 5 4 16,5 6-7-16,-3 18-1 16,0 13 1-16,-9 7 3 15,-3 6 3-15,-2 0-5 16,-20-5 2-16,-2-8 0 16,-4-6-1-16,7-4-1 15,-3-8 2-15,-1-8 0 16,0-7 1-16,5-4 1 15,-1 0-2-15,12-9-3 0,6-8-109 16,3-6-254 0</inkml:trace>
  <inkml:trace contextRef="#ctx0" brushRef="#br0" timeOffset="145176.7">7865 11087 634 0,'0'0'154'16,"0"0"-43"-16,0 0-68 15,0 0-38-15,0 0-5 16,0 0-7-16,6 28 4 16,-6 11 3-16,0 9-2 15,0 5 2-15,-4 5 0 16,-3-3-2-16,2-4-3 16,5-5-13-16,0-10 2 15,0-11-8-15,15-8-12 16,1-13 28-16,7-4 2 15,5-17 6-15,8-21 5 16,1-11-3-16,2-9 2 16,-10 0 17-16,-9 0 11 15,-8 7-3-15,-11 5 6 0,-1 8-21 16,0 11 8-16,-1 10-9 16,-2 12-9-16,3 4-4 15,-3 1-9-15,2 1-13 16,-4 18 6-16,2 8 15 15,0 4 1-15,3 1-1 16,0-3-3-16,0-6-3 16,9-4 3-16,12-9-22 15,16-9 16-15,11-1-2 16,8-4-35-16,6-18-105 16,-6-9-63-16</inkml:trace>
  <inkml:trace contextRef="#ctx0" brushRef="#br0" timeOffset="145513.49">8513 11364 628 0,'0'0'128'16,"0"0"-47"-16,0 0-73 16,0 0-8-16,0 0 0 15,0 0 0-15,16-12 0 16,18 7 3-16,11-4-3 15,7 1 0-15,-1-3-12 16,-2 5-63-16,-10 1-52 16,-13 2-21-16,-19 3-164 15</inkml:trace>
  <inkml:trace contextRef="#ctx0" brushRef="#br0" timeOffset="145693.57">8441 11547 145 0,'0'0'454'16,"0"0"-354"-16,0 0 3 16,0 0-57-16,0 0-26 15,0 0-10-15,103-33-7 16,-49 19-2-16,4 1-2 16,1-1-37-16,4-1-148 15,-7-7-213-15</inkml:trace>
  <inkml:trace contextRef="#ctx0" brushRef="#br0" timeOffset="146222.37">9214 11298 168 0,'0'0'223'0,"0"0"-8"15,0 0-92-15,0 0-36 16,0 0-65-16,0 0-21 15,-16-9 2-15,36 9-3 0,16-2 6 16,15-3 9 0,10-5-5-16,6-2 1 0,6 0-2 15,-3-3-8 1,-4 1 1-16,-11 5-4 0,-15 1-2 16,-17 7-9-16,-17 1-22 15,-6 0 20-15,-8 0-49 16,-17 0-99-16,-3 1-185 15</inkml:trace>
  <inkml:trace contextRef="#ctx0" brushRef="#br0" timeOffset="146488.65">10009 10972 655 0,'0'0'182'0,"0"0"-83"16,0 0-67-16,0 0-32 16,0 0-2-16,0 0-2 15,-19 81 4-15,14-24 0 16,2 5 1-16,2 5-1 16,1-1 0-16,0-4-3 15,0-10-9-15,0-10-9 16,0-17-18-16,0-10-14 15,0-12-67-15,0-3-21 16,-3-24-191-16</inkml:trace>
  <inkml:trace contextRef="#ctx0" brushRef="#br0" timeOffset="146684.88">9736 10952 636 0,'0'0'71'15,"0"0"-3"-15,80-72-23 16,-42 55-13-16,7 5-18 16,7 5-5-16,1 7-7 15,2 0-2-15,-1 7-2 16,-7 17-31-16,-10 7-69 16,-21 6-52-16,-16 1-158 15</inkml:trace>
  <inkml:trace contextRef="#ctx0" brushRef="#br0" timeOffset="147087.33">9578 11686 338 0,'0'0'109'0,"0"0"-90"15,119-19-2-15,-56 9 2 16,5-4-12-16,3-1-7 15,-3 0-37-15,-13 3 2 16,-15 7 35-16,-17 4 26 16,-18 1 22-16,-5 0-14 0,0 0 37 15,-17 17-2-15,-4 6-48 16,-1 2-4-16,4 0-11 16,9-2-6-16,6-2 0 15,3-2-5-15,1-3 5 16,20-9-2-16,12-7 2 15,10-7 10-15,8-21 10 16,-3-6 12-16,-7-3-3 16,-15 1-5-16,-16 5 30 15,-10 6-28-15,-3 3-18 16,-30 8-7-16,-17 7-1 16,-14 7-9-16,-4 6-37 15,12 12-94-15,23 0-112 0,20-4-215 16</inkml:trace>
  <inkml:trace contextRef="#ctx0" brushRef="#br0" timeOffset="147370.12">10516 11335 583 0,'0'0'92'16,"0"0"-28"-16,0 0-38 15,0 0 4-15,0 0-19 16,83-38 8-16,-51 35-4 16,5-2-8-16,3 2-3 15,3 0-3-15,-2 0-1 16,-1 2-28-16,-7-1-54 15,-15 0-49-15,-9-4-105 16</inkml:trace>
  <inkml:trace contextRef="#ctx0" brushRef="#br0" timeOffset="147554.7">10629 11054 662 0,'0'0'188'15,"0"0"-96"-15,0 0-91 16,0 0-1-16,0 0-3 16,-8 85 1-16,8-23 2 15,0 19 0-15,-2 10-2 16,-7 7-34-16,0-9-71 16,2-24-185-16</inkml:trace>
  <inkml:trace contextRef="#ctx0" brushRef="#br0" timeOffset="148119.76">11184 10464 336 0,'0'0'78'0,"0"0"-12"0,122-34-5 15,-43 21-13-15,15-1-16 16,12-3-4-16,15-3-14 16,5-2 1-16,-3 3-5 15,-8 4-10-15,-18 2-6 16,-18 8-19-16,-22 4-45 15,-24 0-83-15,-29 1-145 16</inkml:trace>
  <inkml:trace contextRef="#ctx0" brushRef="#br0" timeOffset="148553.06">11253 10632 435 0,'0'0'151'15,"0"0"-29"-15,0 0-37 16,0 0-48-16,0 0-37 16,0 0-6-16,25 45 0 15,-25 19 0-15,0 21 6 16,-6 22 4-16,-15 19-3 15,-4 17-1-15,4 10 0 16,5-2 10-16,8-5-8 16,8-11 3-16,0-14-5 0,13-12 0 15,10-14-28-15,1-16-30 16,-1-10 13-16,2-14 41 16,0-12-9-16,3-13-46 15,2-7 15-15,-2-9 29 16,1-3 8-16,-4-6-27 15,-3-5 10-15,1 0 24 16,-1 0 4-16,0-3 14 16,7-9 15-16,4 0-17 15,3 0-1-15,2-1-10 16,4 0-5-16,-5 0-11 16,-2-6-184-16</inkml:trace>
  <inkml:trace contextRef="#ctx0" brushRef="#br0" timeOffset="149319.44">12222 10639 771 0,'0'0'38'0,"0"0"31"16,0 0-69-16,0 0-7 15,0 0 4-15,0 0-3 16,33 91 5-16,-33-47 1 16,0-4-1-16,0-7-14 15,0-12-17-15,6-11 7 16,4-10 23-16,1 0 2 16,4-15 2-16,-2-12 2 0,-1-4-1 15,-5-1-2 1,-7 2 6-16,0 5-2 15,-23 3 4-15,-10 10 11 0,-7 9-20 16,1 3 0-16,0 22 0 16,6 18-4-16,3 13-2 15,4 7 4-15,6 9 1 16,10 0-1-16,10-4 1 16,6-12-3-16,31-14-5 15,18-18 1-15,11-14 8 16,2-7 5-16,-2-7-5 15,-6-19-10-15,-8-6-27 16,-3-8-9-16,-4-4-24 16,-9 0 9-16,-12 1 20 0,-12 2 29 15,-12 3 12-15,-12 3 0 16,-12 6 1-16,0 9 53 16,9 8 73-16,11 8-17 15,2 4-82-15,2 0-28 16,0 24-24-16,0 12 24 15,0 15-4-15,0 9 4 16,0 3 2-16,0 0 0 16,3-5-4-16,12-13 0 15,-1-12-30-15,-1-15-1 16,-6-11 2-16,1-7-26 16,-2-1 5-16,-1-24-172 0</inkml:trace>
  <inkml:trace contextRef="#ctx0" brushRef="#br0" timeOffset="149489.4">12472 10611 762 0,'0'0'33'16,"83"-60"-3"-16,-30 44-22 15,7 3-4-15,2 3-3 16,2 8-1-16,-11 2-4 15,-9 0-70-15,-12 4-56 16,-14 4-109-16</inkml:trace>
  <inkml:trace contextRef="#ctx0" brushRef="#br0" timeOffset="149684.28">12449 10964 342 0,'0'0'167'0,"0"0"-102"16,0 0-22-16,0 0 0 15,80 0-26-15,-46-4-8 16,0-1-9-16,-1 0-1 0,1 2-59 16,-9-2-128-1</inkml:trace>
  <inkml:trace contextRef="#ctx0" brushRef="#br0" timeOffset="149871.45">12888 10942 651 0,'0'0'122'16,"0"0"-74"-16,0 0-26 15,0 0-21-15,-11 81 1 16,2-34-2-16,6 5-1 15,3 0-46-15,0-8-81 0,0-16-212 16</inkml:trace>
  <inkml:trace contextRef="#ctx0" brushRef="#br0" timeOffset="150601.15">11709 11615 199 0,'0'0'138'0,"-92"-30"8"16,68 23-47-1,16 1-12-15,8-1 12 0,39-1-82 16,36-6-15-16,39-3 3 15,42 0-4-15,35-2 7 16,31 1-3-16,20-4-2 16,11-6-2-16,-2 0 1 15,-19-2-2-15,-23 5 1 16,-24 4 11-16,-25 8 5 16,-30 8-16-16,-30 5-1 15,-39 0-24-15,-40 18-94 16,-23 2-97-16,-53-2-101 15</inkml:trace>
  <inkml:trace contextRef="#ctx0" brushRef="#br0" timeOffset="151257.42">11901 11801 488 0,'0'0'143'16,"0"0"-28"-16,0 0-55 16,0 0-31-16,0 0-29 0,0 0-4 15,2 28 3-15,-2 10 1 16,-7 8 0-16,-2 5 1 15,-1 2-1-15,-1-2-2 16,5-5-60-16,-3-10-62 16,0-14-168-16</inkml:trace>
  <inkml:trace contextRef="#ctx0" brushRef="#br0" timeOffset="151497.6">12264 11794 593 0,'0'0'25'15,"0"0"109"-15,0 0-73 16,0 0-56-16,0 0-5 16,0 0-7-16,9 18 7 15,-11 17 0-15,-8 11 1 16,-3 4 1-16,2 4 1 15,-1-3-3-15,0-5-44 16,1-10-85-16,-3-14-93 16</inkml:trace>
  <inkml:trace contextRef="#ctx0" brushRef="#br0" timeOffset="151692.95">12092 11952 709 0,'0'0'21'16,"0"0"69"-16,0 0-85 16,0 0-3-16,0 0-1 15,85-16 9-15,-54 17 3 16,7 5-9-16,9 1-4 16,5-1-5-16,-2-5-113 15,-6-1-127-15</inkml:trace>
  <inkml:trace contextRef="#ctx0" brushRef="#br0" timeOffset="152182.4">12580 11760 107 0,'0'0'510'0,"0"0"-409"0,0 0-64 16,0 0-36-16,0 0-1 15,93 18 2-15,-71 18 3 16,-5 5 4-16,-3 7-5 16,-5-1 1-16,-4-7-2 15,-1-8-2-15,-4-9 2 16,0-9-2-16,0-7-1 16,0-5 8-16,-9-2 6 15,-1 0 52-15,0-10-33 16,1-9-6-16,6-9-16 15,3-3-11-15,7-5 0 0,21 1-5 16,8 2-11 0,4 3-23-16,-1 6 2 0,-3 7-21 15,-6 6 10 1,-3 9-46-16,-11 2-22 0,-7 0-124 16</inkml:trace>
  <inkml:trace contextRef="#ctx0" brushRef="#br0" timeOffset="152389.38">13076 11896 670 0,'0'0'144'0,"0"0"-49"0,0 0-69 15,0 0-26-15,0 0-6 16,0 0 5-16,0 32 0 15,-5 0 1-15,-7 8-1 16,-3 2-37-16,0 1-44 16,0-8-97-16,2-9-172 15</inkml:trace>
  <inkml:trace contextRef="#ctx0" brushRef="#br0" timeOffset="152624.24">12608 12223 565 0,'0'0'86'0,"0"0"5"0,0 0-78 16,0 0-11-16,0 0 22 16,0 0 13-16,75 0-1 15,-35 0-6-15,10 0-12 16,7 0-13-16,4 0-5 15,3-2-4-15,0-5-26 16,-3 2-67-16,-10-6-168 16</inkml:trace>
  <inkml:trace contextRef="#ctx0" brushRef="#br0" timeOffset="152854.87">12492 12451 324 0,'0'0'289'16,"0"0"-279"-16,0 0 13 16,0 0-6-16,18 96-6 15,-18-56-1-15,0 2-5 16,0 0-2-16,-9-1-3 15,2-4-28-15,1-9-130 16</inkml:trace>
  <inkml:trace contextRef="#ctx0" brushRef="#br0" timeOffset="153397.25">12667 12521 740 0,'0'0'57'0,"0"0"-18"15,0 0-39-15,0 0-2 16,0 0 2-16,0 0 0 16,22 94 0-16,-16-72 0 15,-1 0 1-15,1-2 0 0,1-5 1 16,-2-4-2 0,0-4-5-16,-2-5-9 0,3-2-22 15,5-9 36-15,6-17 3 16,3-8-3-16,3-4 0 15,-3-2 0 1,-5 3 0-16,0 5 1 0,-8 6 0 16,1 4 2-16,-1 6-3 15,-1 4-2-15,-1 7 2 16,3 4 2-16,2 1-2 16,-1 0 0-16,-1 10-2 15,-1 11 1-15,-6 7-8 16,-1 5 8-16,0 6 1 0,0-2 1 15,0-1-1 1,5-7-16-16,10-10-48 16,10-13 15-16,2-6 26 0,6-3 23 15,-5-21 1-15,-7-2 33 16,-3-9 66 0,-5-3-17-16,-5 2-39 0,-5 1-5 15,-3 2-6-15,0 6 7 16,-14 7-12-16,-8 6-13 15,-7 9-15-15,-3 5-24 16,3 5-26-16,7 14-9 16,7 1-48-16,12-6-110 15</inkml:trace>
  <inkml:trace contextRef="#ctx0" brushRef="#br0" timeOffset="153649.06">13709 11841 525 0,'0'0'21'0,"29"75"25"15,-19-12 1-15,-4 13 2 16,-6 12-25-16,-10 6-13 15,-20 5-5-15,-13 6 4 0,-13-4-3 16,-9-1-7 0,-8-11-19-16,-2-21-142 0,-2-22-216 15</inkml:trace>
  <inkml:trace contextRef="#ctx0" brushRef="#br0" timeOffset="154147.32">11726 11794 613 0,'0'0'61'0,"0"0"-11"16,0 0-47-16,0 0 1 15,-47 95 1-15,40-22 23 16,1 16 12-16,6 14-14 15,0 7-16-15,24 2-3 16,7 1-7-16,8-14-14 16,6-13-61-16,4-22-68 15,3-27-64-15</inkml:trace>
  <inkml:trace contextRef="#ctx0" brushRef="#br0" timeOffset="154649.48">14020 11659 413 0,'0'0'246'0,"0"0"-74"0,0 0-143 15,0 0-29-15,0 0-3 16,7 99 3-16,-14-38-2 16,-8 6-20-16,0-11-74 15,4-17-257-15</inkml:trace>
  <inkml:trace contextRef="#ctx0" brushRef="#br0" timeOffset="155486.73">14382 10940 563 0,'0'0'201'0,"0"0"-93"16,0 0-65-16,0 0-26 15,0 0-12-15,0 0-5 16,32-12 5-16,0 12 2 16,13 0 0-16,10 0-2 15,11 0-4-15,7 0-1 16,7 0 0-16,-3 0-38 15,-8-2-39-15,-16-10-117 16,-18-8-204-16</inkml:trace>
  <inkml:trace contextRef="#ctx0" brushRef="#br0" timeOffset="155688.63">14745 10718 670 0,'0'0'107'16,"0"0"-44"-16,0 0-61 16,0 0 0-16,0 0 6 15,36 89 2-15,-22-32-7 16,-2 12 3-16,1 9-6 0,-3-1-28 16,-7-11-122-16,-3-19-250 15</inkml:trace>
  <inkml:trace contextRef="#ctx0" brushRef="#br0" timeOffset="156128.35">16036 10239 586 0,'0'0'152'15,"0"0"-35"-15,-3-90-53 16,-12 70-27-16,-3 9-20 16,-9 8-15-16,-4 3-2 15,-7 28-4-15,0 17 2 16,4 10-3-16,7 9 2 16,10 3-5-16,7 6 1 0,10 2 1 15,9-1-5 1,33-10-28-16,27-14-5 0,25-17 3 15,14-19-14-15,4-14-84 16,-3-3-179-16</inkml:trace>
  <inkml:trace contextRef="#ctx0" brushRef="#br0" timeOffset="156356.72">16591 10281 742 0,'0'0'67'0,"0"0"-22"16,0 0-45-1,0 0-4-15,-4 79 4 0,4-26 4 16,0 8 8-16,0 13-4 16,0 4-4-16,0 4-1 15,6-8-3-15,1-14-6 16,-2-20-63-16,5-17-64 15,-1-20-39-15,-1-6-232 16</inkml:trace>
  <inkml:trace contextRef="#ctx0" brushRef="#br0" timeOffset="156546.6">16599 10260 547 0,'0'0'69'0,"0"0"5"15,0 0-39-15,101-81-11 16,-59 68 5-16,7 3 1 16,5 3-20-16,6 4-8 15,-2 3-2-15,-4 0-25 16,-9 3-106-16,-15-1-183 16</inkml:trace>
  <inkml:trace contextRef="#ctx0" brushRef="#br0" timeOffset="156718.25">16605 10508 199 0,'0'0'396'0,"0"0"-390"16,0 0 43-16,0 0 8 16,89 9-27-16,-43-9-19 15,10 0-5-15,9-6-6 16,2-1-73-16,-9-4-84 15</inkml:trace>
  <inkml:trace contextRef="#ctx0" brushRef="#br0" timeOffset="157129.46">17164 10693 525 0,'0'0'205'16,"0"0"-124"-16,0 0-62 15,0 0-7-15,0 0-3 16,0 0-9-16,66-3 0 16,-52 27-4-16,-8 6-14 15,-4 4-17-15,-2-2 6 16,0 0 14-16,0-6 9 15,-5-5 4-15,0-4 1 16,2-5 1-16,3-5 0 0,0-4-7 16,0-3-10-1,0 0 17-15,14 0 8 0,7 0 40 16,6-11-18-16,12-3-5 16,6 3-9-16,10 1-13 15,4 0 0-15,3 5-3 16,-4 3-4-16,-7 2-22 15,-11 0-93-15,-12 0-47 16,-16 4-218-16</inkml:trace>
  <inkml:trace contextRef="#ctx0" brushRef="#br0" timeOffset="157876.56">15636 11232 505 0,'0'0'53'16,"0"0"38"-16,0 0-32 15,0 0-27-15,0 0 1 16,0 0-28-16,-45-35-4 16,98 36 7-16,35 11 10 15,45-1 10-15,44 0-14 16,46-3-7-16,34-5-6 15,27-3-1-15,16 0-24 16,7-17 10-16,-1-5 13 0,-5-5 2 16,-7 1 4-16,-25 1 16 15,-24 4-12-15,-40 6 1 16,-35 5-4-16,-40 4 1 16,-44 2-7-16,-35 4 2 15,-35 0-2-15,-16 0-16 16,-21 0 5-16,-34 6 3 15,-24 15-42-15,-12 1-58 16,2 1-51-16,11-6-149 16</inkml:trace>
  <inkml:trace contextRef="#ctx0" brushRef="#br0" timeOffset="158878.46">15561 11754 454 0,'0'0'147'0,"0"0"-7"15,0 0-62-15,0 0-37 16,0 0-41-16,0 0-3 16,-7-10 2-16,4 49 1 15,-1 9-3-15,-6 14 3 16,-2 1 0-16,-2 3-1 15,2-3-11-15,2-5-53 16,-3-7-33-16,2-12-43 16,5-18-231-16</inkml:trace>
  <inkml:trace contextRef="#ctx0" brushRef="#br0" timeOffset="159139.27">15887 11829 568 0,'0'0'35'0,"0"0"84"16,0 0-86 0,0 0-33-16,0 0-3 0,0 0 3 15,12 48 17-15,-9-7-2 16,-3 5-4-16,0 7-6 15,0-2-2-15,0-1-3 16,-10-3-3-16,-1-5-48 16,-4-8-59-16,-1-11-88 15</inkml:trace>
  <inkml:trace contextRef="#ctx0" brushRef="#br0" timeOffset="159341.5">15812 12062 681 0,'0'0'43'16,"0"0"-19"-16,0 0-24 15,97-8 7-15,-61 8 18 16,6 0 26-16,4 1-22 16,2 3-24-16,3 2-5 15,-10-6-63-15,-9 0-176 16</inkml:trace>
  <inkml:trace contextRef="#ctx0" brushRef="#br0" timeOffset="160326.69">16212 11673 461 0,'0'0'122'16,"0"0"-27"-16,0 0-92 16,0 0 9-16,70 75 5 15,-53-16-3-15,-5 3-6 16,-6-1-4-16,-3-12-1 0,-3-13 0 16,1-12-3-1,-1-9 0-15,0-8 0 0,0-6 2 16,0-1 7-16,0-3 57 15,0-17-19-15,0-11-42 16,0-5-4-16,9-3-1 16,5 0-2-16,4 3-4 15,4 0-4-15,8 8-22 16,4 5-15-16,3 3-20 16,-4 12 4-16,-2 7 11 15,-4 1-35-15,-6 0-156 16</inkml:trace>
  <inkml:trace contextRef="#ctx0" brushRef="#br0" timeOffset="160544.44">16595 11840 700 0,'0'0'71'15,"0"0"-71"-15,0 0-2 16,0 0 2-16,2 100 3 16,-2-59-2-16,-3 3 1 15,-4-4 0-15,1-1-2 0,1-6-75 16,-6-10-91 0</inkml:trace>
  <inkml:trace contextRef="#ctx0" brushRef="#br0" timeOffset="160774.37">16208 12201 110 0,'0'0'506'15,"0"0"-491"-15,0 0 10 16,0 0 19-16,0 0 21 0,109 17-17 15,-70-17-26 1,11 0-10-16,7 0-7 0,2 0-5 16,1 0-46-16,-7 0-146 15,-12 0-322-15</inkml:trace>
  <inkml:trace contextRef="#ctx0" brushRef="#br0" timeOffset="160998.56">16141 12484 398 0,'0'0'62'0,"0"0"23"0,0 0-44 15,30 100-25-15,-29-66-7 16,-1-1-4-16,0-2-3 15,-1-1-2-15,-9-6-14 16,0-5-108-16,0-6-201 16</inkml:trace>
  <inkml:trace contextRef="#ctx0" brushRef="#br0" timeOffset="161606.56">16284 12547 716 0,'0'0'158'0,"0"0"-82"0,0 0-76 16,0 0-15 0,0 0 13-16,0 0 2 0,10 62 0 15,-7-34 0 1,6-3-8-16,2-2-9 0,-1-4-1 16,3-8 5-16,0-4 0 15,-1-7 10-15,4 0 3 16,0-7 2-16,5-12-2 15,3-6 2-15,-1-6 4 16,0-1-5-16,-9-2 5 16,-7 2 2-16,-7 1-4 15,-1 4-4-15,-19 3-13 16,-3 7-20-16,6 7 13 16,8 5 13-16,9 0 6 0,0 3-30 15,22-5-53 1,12 4 72-16,9 0 12 0,-2 0 19 15,-2 3-2-15,-5 0-1 16,-2 6 3-16,-7 9-6 16,-6 2-10-16,-8 2-3 15,-8 6-5-15,-3-1-4 16,0 0-3-16,-2-6 4 16,-2-5-3-16,2-8 9 15,2-3-2-15,0-2 4 16,0 0 2-16,0 0 11 15,0-9 47-15,2-12-43 16,10-4-7-16,1-2 26 16,-1-3-8-16,-1-1 18 15,-1 2-21-15,-6 0 0 0,-2 3-2 16,-2 2-5-16,0 7-5 16,-15 5-13-16,-8 10-2 15,-5 2-44-15,0 0-27 16,4 14-45-16,7 0-48 15,10-8-251-15</inkml:trace>
  <inkml:trace contextRef="#ctx0" brushRef="#br0" timeOffset="161857.55">17158 11758 623 0,'0'0'77'16,"0"0"-76"-16,78 72 6 15,-53-8 11-15,-3 14 5 16,-10 12-7-16,-10 8-2 16,-2 8-12-16,-30 6-2 15,-15-1 6-15,-19-4-6 16,-7-10-8-16,-10-19-101 15,-3-22-70-15,-2-22-226 16</inkml:trace>
  <inkml:trace contextRef="#ctx0" brushRef="#br0" timeOffset="162289.98">15369 11704 706 0,'0'0'40'16,"-50"93"-34"-16,14-9 18 15,5 18 19-15,13 11-15 16,18 7-16-16,19 3-7 0,36-2-5 16,26-13-5-16,25-16-37 15,19-23-68-15,15-32-136 16</inkml:trace>
  <inkml:trace contextRef="#ctx0" brushRef="#br0" timeOffset="162823.42">17586 11764 251 0,'0'0'243'0,"0"0"-105"16,0 0-29-16,0 0-53 15,0 0-34-15,0 0-20 16,-46 54 2-16,23 15 14 16,4 11-2-16,6 12-11 15,11 4 0-15,2-1-4 0,13-6-1 16,23-9-27 0,13-14-33-16,19-18-50 0,13-21 3 15,8-25-128 1</inkml:trace>
  <inkml:trace contextRef="#ctx0" brushRef="#br0" timeOffset="163099.37">17732 11950 516 0,'0'0'121'16,"0"0"96"-16,0 0-135 15,0 0-38-15,0 0-41 16,0 0-3-16,12 6-4 16,-9 31 3-16,0 12 1 15,-3 6-14-15,0 5-25 16,0-8-65-16,0-14-108 15,8-16-224-15</inkml:trace>
  <inkml:trace contextRef="#ctx0" brushRef="#br0" timeOffset="163304.7">18059 11880 141 0,'0'0'637'0,"0"0"-544"15,0 0-51-15,0 0-42 16,0 0-3-16,0 0 3 16,-14 67 0-16,14-31-1 15,0 0-10-15,0 0-23 16,0-6-41-16,0-5-66 16,9-9-132-16</inkml:trace>
  <inkml:trace contextRef="#ctx0" brushRef="#br0" timeOffset="163489.6">17917 12022 708 0,'0'0'84'0,"0"0"-30"16,0 0-54-16,0 0 2 15,96-8 1-15,-49 8-1 16,10 0-1-16,3-2-1 15,2 2-21-15,-3-4-108 16,-7-6-69-16</inkml:trace>
  <inkml:trace contextRef="#ctx0" brushRef="#br0" timeOffset="163821.18">18514 11715 538 0,'0'0'72'16,"0"0"20"-16,79-3-30 15,-51 27-26-15,-4 8-10 16,-1 11-10-16,-6 4-7 16,-6-2-7-16,-10-6-1 15,-1-5-2-15,-6-5 2 16,-12-8 0-16,-6-5 0 15,2-7 2-15,6-6 1 16,2-3-2-16,7 0 5 0,2-17 3 16,5-8-2-16,3-4-7 15,27-2-1-15,9-2-13 16,10 3-19-16,-2 4-29 16,-3 6-46-16,-2 6-11 15,-8 4-125-15</inkml:trace>
  <inkml:trace contextRef="#ctx0" brushRef="#br0" timeOffset="164169.81">18783 11928 332 0,'0'0'349'0,"0"0"-232"0,0 0-78 16,0 0-31-16,0 0-5 15,0 0-3-15,83 9 0 16,-63 1 0-16,-2-1 0 16,-7 4 0-16,-4-1-2 15,-7 4-10-15,0-1-14 16,-3-1-3-16,-12-1 10 16,5-4-1-16,1-6 9 15,5 0 11-15,2-3 5 16,2 0 52-16,0 0 7 15,0-3-33-15,18-6-19 16,9 1-12-16,16-1-1 16,5 3-2-16,7 5-27 15,-5 1-32-15,-9 0-63 16,-13 0-18-16,-17 0-159 0</inkml:trace>
  <inkml:trace contextRef="#ctx0" brushRef="#br0" timeOffset="164389.43">18341 12157 331 0,'0'0'124'0,"0"0"-96"16,0 0 71-16,100 27-24 0,-38-22-6 15,16-1 8 1,4-4-37-16,5 0-6 0,-3 0-27 15,-9 0 3-15,-5 0-10 16,-14 0-13-16,-13 0-43 16,-18 0-114-16,-21 0-231 15</inkml:trace>
  <inkml:trace contextRef="#ctx0" brushRef="#br0" timeOffset="164587.41">18555 12347 554 0,'0'0'52'0,"0"0"-45"0,0 0 18 15,-25 108 1-15,16-58-11 16,-4 7-10-16,-2 3 19 16,2 0-18-16,0-7-6 15,4-9-47-15,3-15-111 16,6-13-214-16</inkml:trace>
  <inkml:trace contextRef="#ctx0" brushRef="#br0" timeOffset="165090.3">18679 12512 722 0,'0'0'78'0,"0"0"-78"15,0 0-31-15,0 0 29 16,0 0 2-16,2 92 2 15,-2-62 0-15,0-1-1 16,1 1 0-16,10-4-1 16,2-2 2-16,2-7 0 15,0-6-1-15,0-10-2 16,3-1-11-16,0-12 9 16,6-17 3-16,1-9 1 15,-1-8 0-15,-5 2 4 16,-5 0 7-16,-10 8-7 15,1 8-5-15,-4 11-2 16,-1 6 2-16,1 6-5 16,4 3 5-16,1 2-3 0,7 0-8 15,4 2 9-15,2 16 2 16,1 3 0-16,-4 8 0 16,-4 5 1-16,-6 0-1 15,-5-2 3-15,-1 0-3 16,0-4-15-16,0-6-51 15,2-5 1-15,17-11 23 16,11-6-28-16,5-11 69 16,5-20 1-16,-1-8 89 15,-4-5 7-15,-5-2 27 16,-9 0-69-16,-8 8 0 16,-13 5-11-16,0 12-28 0,-41 12-15 15,-26 9-28-15,-26 5-80 16,-10 12-121-16</inkml:trace>
  <inkml:trace contextRef="#ctx0" brushRef="#br0" timeOffset="165453.5">19324 11598 636 0,'0'0'3'0,"0"0"21"16,118-13 2-16,-60 32 11 15,6 19 5-15,-1 18 0 16,-8 20-10-16,-15 16-17 16,-22 14-10-16,-18 7-3 15,-19 11-2-15,-35 6 5 16,-18 3 6-16,-14-4-11 0,-11-6-28 16,3-19-64-1,7-21-149-15</inkml:trace>
  <inkml:trace contextRef="#ctx0" brushRef="#br0" timeOffset="165996.58">20129 10994 365 0,'0'0'177'16,"0"0"-95"-16,0 0 8 15,0 0-41-15,0 0-45 16,0 0-4-16,-58-16 0 16,82 16 8-16,20 0 35 15,15-1-9-15,9-8-16 16,3 1-18-16,-2-4-1 15,-7 0-26-15,-13-1-109 16,-17-5-16-16,-20-7-177 16</inkml:trace>
  <inkml:trace contextRef="#ctx0" brushRef="#br0" timeOffset="166184.28">20253 10783 613 0,'0'0'139'16,"0"0"-98"-16,0 0-41 16,0 0 1-16,0 0 1 15,16 114 11-15,-1-54 2 16,-1 18-10-16,-4 13-5 0,-6 2-35 16,-4-9-200-16</inkml:trace>
  <inkml:trace contextRef="#ctx0" brushRef="#br0" timeOffset="166967.46">21882 10419 603 0,'0'0'70'0,"0"0"6"16,0 0-70-16,-87-2-6 16,39 34 0-16,-2 16 1 15,2 10 0-15,5 8-1 16,10 5 0-16,9-1-1 16,14 2-3-16,10-4-23 15,16-10-43-15,32-17 57 16,25-20-66-16,16-21 9 15,17-11 39-15,6-23 31 16,-3-12 4-16,-6-3 3 16,-14-3 6-16,-17 0 7 0,-21 4 30 15,-20 2 24-15,-19 5 22 16,-12 8-11-16,0 3-36 16,-19 9-12-16,-4 7-28 15,3 11-6-15,3 3 10 16,1 16-13-16,-4 25 4 15,-3 14-4-15,1 12 0 16,6 2 0-16,6 2 0 16,4-4 0-16,6-6-2 15,0-10 0-15,0-13 1 16,0-15-10-16,3-14-16 0,6-9 22 16,9-7 2-1,10-23-51-15,3-11-137 0,-1-10-105 16</inkml:trace>
  <inkml:trace contextRef="#ctx0" brushRef="#br0" timeOffset="167120.17">22337 10502 519 0,'0'0'78'0,"0"0"79"16,86-89-77-16,-40 59-52 15,3 2-2-15,7 1-5 16,2 9-5-16,3 5-16 15,0 7-5-15,-7 6-58 0,-18 0-99 16,-27 17-68 0</inkml:trace>
  <inkml:trace contextRef="#ctx0" brushRef="#br0" timeOffset="167287.42">22247 10752 520 0,'0'0'123'0,"0"0"-36"16,0 0-46-16,90 0-25 16,-47-5-10-16,2-2-6 15,1-3-26-15,-3-2-88 0,-1-5-138 16</inkml:trace>
  <inkml:trace contextRef="#ctx0" brushRef="#br0" timeOffset="167699.99">22626 10762 688 0,'0'0'157'16,"0"0"-92"-16,0 0-54 16,0 0-2-16,85-49-3 15,-45 39-3-15,2 3-3 16,0 3-3-16,-9 4-18 15,-15 0-6-15,-11 0-11 16,-7 9-62-16,-16 8 61 16,-22 6 38-16,-2 3-2 0,0-3-17 15,10-3-2-15,13-3 21 16,7-5 0-16,10 0 0 16,0 0-1-16,6 0 2 15,17 1 25-15,5 1 35 16,5 2-22-16,-3-3-1 15,-7 2-20-15,-6-1-8 16,-9-2-4-16,-6 1-5 16,-2 1 1-16,-6 1 0 15,-20 1 6-15,-8 1 1 16,-13-3-1-16,-1 1 0 0,-4 2-7 16,4 0-4-16,8-10-105 15,9-7-349-15</inkml:trace>
  <inkml:trace contextRef="#ctx0" brushRef="#br0" timeOffset="168186.14">21030 11282 562 0,'0'0'74'0,"0"0"-39"16,0 0 4-16,0 0 18 16,0 0-26-16,0 0-12 15,145 19 20-15,-15-13-7 16,44-2-13-16,45-4-11 16,42 0-7-16,27-3-2 0,22-13-6 15,11-7 4 1,1 0-3-16,-13-2 1 0,-21 0 4 15,-38 1 2-15,-38 3 18 16,-45 4-6-16,-47 5 10 16,-41 7-14-16,-42 3-4 15,-26 2-5-15,-11 0-12 16,-38 20-46-16,-34 7 29 16,-29 4-103-16,-11-3-199 15</inkml:trace>
  <inkml:trace contextRef="#ctx0" brushRef="#br0" timeOffset="169482.5">21065 11879 250 0,'0'0'132'0,"0"0"11"15,0 0-48-15,0 0-18 16,0 0 2-16,0 0-26 16,-17-39-17-16,17 39-2 0,-2 0-22 15,2 0-12-15,-1 15-5 16,-5 16 2-16,-6 13 3 16,-9 9 0-16,-4 10 3 15,-7 5-3-15,1 0-22 16,0-4-42-16,2-8-70 15,6-17-107-15</inkml:trace>
  <inkml:trace contextRef="#ctx0" brushRef="#br0" timeOffset="169738.38">21288 11858 581 0,'0'0'69'16,"0"0"81"-16,0 0-73 15,0 0-71-15,0 0-6 16,0 0-4-16,0 48 3 16,0 1 1-16,-13 7 2 15,-1 5-2-15,-5 2 3 16,-1 0-3-16,-3-4-8 15,-3-8-65-15,3-13-84 16,3-16-126-16</inkml:trace>
  <inkml:trace contextRef="#ctx0" brushRef="#br0" timeOffset="169925.3">21111 12100 730 0,'0'0'49'16,"0"0"-47"-16,0 0 2 16,0 0-4-16,0 0 1 15,81 12-1-15,-61-6 0 16,7-2-8-16,4-4-93 0,4 0-71 16</inkml:trace>
  <inkml:trace contextRef="#ctx0" brushRef="#br0" timeOffset="170265.41">21555 11830 267 0,'0'0'405'0,"0"0"-293"16,0 0-103-16,0 0-8 15,0 0-2-15,23 88 1 16,-23-37 0-16,-11 2 3 16,-12-3 1-16,4-7-4 0,1-11-6 15,5-11 4 1,3-10-1-16,7-5 3 0,0-4 0 16,3-2 7-16,0-5 53 15,0-17-1-15,0-8-52 16,10-8-4-16,12-3-2 15,7 4-2-15,4 4-18 16,2 9-41-16,1 7-79 16,-2 7-154-16</inkml:trace>
  <inkml:trace contextRef="#ctx0" brushRef="#br0" timeOffset="170472.69">21701 12037 673 0,'0'0'155'15,"0"0"-108"-15,0 0-47 16,0 0-4-16,0 0 4 16,0 0 3-16,-21 103 1 15,2-54-1-15,0 2-3 16,-1-2-38-16,1-9-116 15,5-11-216-15</inkml:trace>
  <inkml:trace contextRef="#ctx0" brushRef="#br0" timeOffset="170687.16">21388 12373 443 0,'0'0'194'16,"0"0"-146"-16,0 0 0 16,0 0 8-16,0 0-5 15,86 3-21-15,-47-1-17 16,7 0-13-16,1 1-1 0,-1 0-46 16,-6-3-110-1,-10 0-95-15</inkml:trace>
  <inkml:trace contextRef="#ctx0" brushRef="#br0" timeOffset="170881.12">21421 12512 509 0,'0'0'36'0,"0"0"11"15,0 86-18-15,-2-52-12 16,2-2-12-16,-1 0-3 15,-3-4-2-15,-1-3 0 16,-5-5-34-16,-2-9-192 16</inkml:trace>
  <inkml:trace contextRef="#ctx0" brushRef="#br0" timeOffset="171365.4">21524 12596 718 0,'0'0'51'0,"0"0"-51"16,0 0-4-16,0 0 4 15,1 88 3-15,-1-65-3 0,-1-4 1 16,1-6-2 0,0-6-11-16,0-4-3 0,10-3 14 15,8-3 1 1,11-22 0-16,1-8-19 0,3-8 10 15,2-2 8-15,-8-2-16 16,-6 7-13-16,-7 8-23 16,-4 11 50-16,-6 8 3 15,-2 8 43-15,-2 3 5 16,0 0-48-16,0 4-10 16,0 15 7-16,3 5 3 15,0 0 0-15,2 1 1 16,1-3-3-16,2-5 2 15,2-1 0-15,4-4 0 16,2-8-3-16,8-4-12 16,4-5 7-16,2-19 8 0,0-5 6 15,-6-5 68-15,-8-1 13 16,-4-1-38-16,-7 5 1 16,-5 5-11-16,-2 6-16 15,-23 8-19-15,-16 12-4 16,-9 0-30-16,-2 10-34 15,11 10-65-15,16-2-25 16,15-9-175-16</inkml:trace>
  <inkml:trace contextRef="#ctx0" brushRef="#br0" timeOffset="171630.39">22410 11812 717 0,'0'0'10'16,"0"0"-7"-16,34 127 7 16,-32-49 22-16,-2 15-1 15,-21 13-12-15,-21 10-12 16,-18 0-6-16,-16-5 7 15,-13-14-8-15,-7-17-24 0,0-17-66 16,3-21-45 0,0-21-107-16</inkml:trace>
  <inkml:trace contextRef="#ctx0" brushRef="#br0" timeOffset="172012.94">20823 11844 534 0,'0'0'132'16,"0"0"-111"-16,0 0-5 16,-82 98 45-16,40-35-8 15,-1 12-26-15,5 8-12 16,11 4-12-16,14 2 3 15,13 6-6-15,0-6 0 16,29-8-35-16,18-17-102 0,16-27-28 16,19-18-243-16</inkml:trace>
  <inkml:trace contextRef="#ctx0" brushRef="#br0" timeOffset="172778.33">22819 11816 433 0,'0'0'178'16,"0"0"-132"-16,-65 81-11 15,26-18 38-15,0 18-19 16,10 10-29-16,8 7-17 15,9 11-5-15,12 0-3 16,0-6-10-16,10-9-63 0,17-23-76 16,11-21-53-1,8-22-66-15</inkml:trace>
  <inkml:trace contextRef="#ctx0" brushRef="#br0" timeOffset="173294.33">22858 12042 529 0,'0'0'142'16,"0"0"-10"-16,0 0-73 15,0 0-55-15,0 0-4 16,0 0-3-16,-4 60 3 16,-11-8 6-16,-5 4-6 15,1 3-6-15,-2-6-70 0,7-9-81 16,5-15-198 0</inkml:trace>
  <inkml:trace contextRef="#ctx0" brushRef="#br0" timeOffset="173527.48">23068 12010 602 0,'0'0'58'0,"0"0"30"15,0 0-87-15,0 0-1 16,0 0 7-16,-45 73 6 15,27-41-5-15,3 4-5 16,3 0-3-16,6-5-1 0,3-2-36 16,3-10-131-1,0-13-246-15</inkml:trace>
  <inkml:trace contextRef="#ctx0" brushRef="#br0" timeOffset="173690.14">22847 12157 596 0,'0'0'57'0,"0"0"-51"15,0 0-3-15,0 0 17 16,106 3 5-16,-69-1-25 0,8-1-17 16,-1-1-118-1,-6-3-244-15</inkml:trace>
  <inkml:trace contextRef="#ctx0" brushRef="#br0" timeOffset="174013.48">23250 11944 653 0,'0'0'19'15,"0"0"-17"-15,0 0-2 16,0 0 15-16,33 87 17 0,-31-56-11 15,-2 3-6 1,0 0-9-16,-5-2-6 16,-6-5 0-16,-1-7 0 0,3-8-34 15,2-6-3-15,1-6 17 16,2 0 20-16,2-6 18 16,2-17 13-16,0-4-27 15,10-7-3-15,11-2 21 16,4 3 10-16,1 9-6 15,7 5-13-15,2 6-13 16,-2 12-35-16,0 1-85 16,-8 6-23-16,-10 9-63 15</inkml:trace>
  <inkml:trace contextRef="#ctx0" brushRef="#br0" timeOffset="174343.86">23278 12194 568 0,'0'0'126'0,"0"0"-51"15,0 0-69-15,0 0-4 16,0 0-1-16,0 0-1 16,71 20-1-16,-71-1-1 15,0 0 0-15,-8 0-11 16,-6-2 7-16,-2-3-9 0,8-4-13 15,2-5 26 1,3-3 2-16,2-2 1 16,1 0 22-16,0 0 49 15,0 0-12-15,4-4-43 0,15-6-17 16,9 1-1-16,10 2-2 16,4 3-15-16,-1 2-4 15,-1 2-61-15,-12 0-15 16,-9 0-30-16,-11 0-138 15</inkml:trace>
  <inkml:trace contextRef="#ctx0" brushRef="#br0" timeOffset="174545.62">22996 12380 538 0,'0'0'35'16,"0"0"-14"-16,0 0 15 15,0 0-8-15,0 0 8 16,113 34 2-16,-63-34 11 16,8 0-21-16,2 0-17 15,1 0-11-15,-5 0-3 16,-4 0-134-16,-16 0-76 16</inkml:trace>
  <inkml:trace contextRef="#ctx0" brushRef="#br0" timeOffset="174740.54">23068 12601 261 0,'0'0'175'0,"0"0"-80"16,0 0-44-16,-28 92-20 15,23-67-22-15,2 0-2 16,3-2-4-16,-2 1 1 15,2-1-4-15,-1-3-2 16,-2-6-143-16</inkml:trace>
  <inkml:trace contextRef="#ctx0" brushRef="#br0" timeOffset="175243.33">23145 12731 824 0,'0'0'101'0,"0"0"-101"16,0 0-6-16,0 0 6 16,0 0 1-16,0 0-1 15,0 83-10-15,8-64-11 16,3-5 5-16,4-4 14 16,5-9-4-16,2-1 5 15,7-17 1-15,4-13 1 16,4-6-1-16,-5 4-23 15,-5 1-31-15,-9 6 2 0,-5 9 12 16,-6 4 40 0,-4 9 25-16,-2 3 8 0,-1 0-33 15,3 4-37-15,-1 10 32 16,1 2 2-16,0-1 2 16,4 1 1-16,0-2-1 15,6-1 1-15,0-2 0 16,5-1 2-16,1-4-2 15,-2-6-14-15,-1 0-30 16,-2 0 30-16,-1-4 14 16,-4-12 21-16,-3-6 61 15,-5 1-1-15,-1-7-18 16,0 3 1-16,-15 3-27 16,-5 5-13-16,0 7-24 15,2 8 0-15,4 2-6 0,1 7-20 16,6 12-29-16,4 3-25 15,3-5-121-15,0-7-301 16</inkml:trace>
  <inkml:trace contextRef="#ctx0" brushRef="#br0" timeOffset="175528.35">23878 11881 630 0,'0'0'20'0,"0"0"-15"16,78 92 28-16,-50-26 11 15,-3 15 8-15,-10 13-3 16,-12 18-27-16,-3 12-5 15,-29 2-11-15,-15 3-5 16,-12-10 1-16,-8-15 0 16,-3-13-2-16,0-21-73 15,0-21-63-15,3-20-176 16</inkml:trace>
  <inkml:trace contextRef="#ctx0" brushRef="#br0" timeOffset="176026.35">24440 11855 617 0,'0'0'147'0,"0"0"-64"16,0 0-83-16,0 0 1 15,-69 109-1-15,30-36 17 0,1 7-4 16,3 7-11-16,8 5-1 15,10 0-1-15,9 1-6 16,8-8-34-16,0-17-63 16,17-19-14-16,24-27-96 15</inkml:trace>
  <inkml:trace contextRef="#ctx0" brushRef="#br0" timeOffset="176313.61">24367 12173 599 0,'0'0'176'15,"0"0"-70"-15,0 0-55 16,0 0-22-16,0 0-23 16,0 0-6-16,1 7-5 15,-2 26 5-15,-10 9 0 16,-5 3 0-16,-1 3-34 16,-2-4-38-16,0-8-92 0,11-16-100 15</inkml:trace>
  <inkml:trace contextRef="#ctx0" brushRef="#br0" timeOffset="176532.84">24597 12126 611 0,'0'0'121'15,"0"0"-27"-15,0 0-94 16,0 0-1-16,0 0 1 15,0 0 0-15,-39 85 2 16,22-49-2-16,2-1 0 0,5-2-2 16,7-9-39-16,3-4-84 15,0-8 11-15,0-10-108 16</inkml:trace>
  <inkml:trace contextRef="#ctx0" brushRef="#br0" timeOffset="176725.02">24458 12266 583 0,'0'0'65'0,"0"0"-50"16,0 0 4-16,0 0 39 0,0 0-5 16,86-15-35-1,-54 11-18-15,0 3-16 0,1-5-93 16,-4-4-101-16,-6-4-266 15</inkml:trace>
  <inkml:trace contextRef="#ctx0" brushRef="#br0" timeOffset="177017.62">24861 12032 474 0,'0'0'87'0,"0"0"-47"0,0 0-31 15,0 0 8-15,0 0 1 16,43 75 33 0,-46-39-22-16,-18 1-14 0,-3-4-8 15,-1-8 0-15,5-8-5 16,2-6-1-16,6-6 2 16,5-5 2-16,0 0 2 15,7-4 51-15,0-11-17 16,0-7-34-16,14-1-5 15,13 0-2-15,6-1-19 16,4 7-12-16,-1 5-30 16,-3 4-51-16,-8 7-10 15,-7 1-105-15</inkml:trace>
  <inkml:trace contextRef="#ctx0" brushRef="#br0" timeOffset="177441.25">24920 12226 556 0,'0'0'115'0,"0"0"-62"16,0 0-47-16,0 0 9 15,0 0 1-15,0 0-5 16,66 2-10-16,-51 5-1 15,-1-1-11-15,-6 0-70 16,-8 2-23-16,0-2-49 0,0 0 30 16,-10-1 92-16,1-1 31 15,0-1 6-15,2 0 14 16,2 3 27-16,2-1-24 16,1 1 5-16,2 0 15 15,0 4 15-15,0 0-15 16,0 2-9-16,0-1 5 15,0 0-26-15,0 2 0 16,-3-2-1-16,-6 3-3 16,-5 3-2-16,-1-6-2 15,-3 2 5-15,0-5-10 16,-2-3-8-16,5-1-34 16,-1-4-33-16,2 0-10 15,1 0-125-15</inkml:trace>
  <inkml:trace contextRef="#ctx0" brushRef="#br0" timeOffset="177674.7">24606 12540 664 0,'0'0'174'0,"0"0"-143"16,0 0-16-16,0 0-7 15,0 0-6-15,0 0 9 0,116-11 0 16,-66 8-1 0,1 3-10-16,3 0-1 0,-5 0-30 15,-12 0-74-15,-10-1-107 16,-15-6-343-16</inkml:trace>
  <inkml:trace contextRef="#ctx0" brushRef="#br0" timeOffset="177854.47">24727 12642 191 0,'0'0'121'15,"0"0"42"-15,-81 97-106 0,43-49 6 16,-5 4 14 0,2 3-54-16,2-2-3 0,3-3-12 15,3-6-2-15,5-6-6 16,5-8-29-16,14-13-102 15,9-17-288-15</inkml:trace>
  <inkml:trace contextRef="#ctx0" brushRef="#br0" timeOffset="178339.21">24767 12775 784 0,'0'0'0'15,"0"0"-39"-15,0 0 39 16,0 0 4-16,0 0 1 0,-42 94-3 16,30-66 0-16,1 2-2 15,5-4-1-15,6-7 0 16,0-8-3-16,11-11-40 16,17 0 25-16,9-20 8 15,4-18-17-15,-2-6 28 16,-7 0 22-16,-6 6 51 15,-10 11 18-15,-9 10-53 16,-2 8 5-16,-3 6-13 16,-2 3-24-16,0 0-6 15,0 0-10-15,0 12 3 16,0 5 7-16,0 3 0 16,0 2-3-16,0-3-4 15,0-2-1-15,3-3-2 0,3-6-2 16,1-4-1-16,5-4 1 15,2 0 12-15,5-15 3 16,1-8 9-16,-3-1 1 16,-2-3 10-16,-6 2 0 15,-6-1-10-15,-3 4-8 16,0 4 5-16,0 5-3 16,-9 7-7-16,-6 6-5 15,-3 0-62-15,-4 0-104 16,3 2-104-16</inkml:trace>
  <inkml:trace contextRef="#ctx0" brushRef="#br0" timeOffset="178693.24">25272 11935 359 0,'0'0'44'16,"0"0"-27"-16,18 116 59 15,-27-46 22-15,-21 13-27 16,-8 9-26-16,-12 9-25 16,-2 6-11-16,-3-3-4 15,-3-3-5-15,3-11-5 16,-4-14-85-16,6-17-110 16,6-24-165-16</inkml:trace>
  <inkml:trace contextRef="#ctx0" brushRef="#br0" timeOffset="178917.35">24826 12901 447 0,'0'0'364'0,"0"0"-259"16,0 0-53-16,0 0-28 16,0 0-13-16,0 0-11 15,12 0-55-15,-9 7-74 16,-3-2-76-16,0-5-275 16</inkml:trace>
  <inkml:trace contextRef="#ctx0" brushRef="#br0" timeOffset="180430.86">11114 13600 488 0,'0'0'84'15,"0"0"74"-15,0 0-51 16,0 0-39-16,0 0-38 15,0 0-18-15,0-46-12 16,-12 87 0-16,-3 23 0 16,-9 17 0-16,-3 6-1 15,-2-2-14-15,-1-8-25 16,-2-7-43-16,6-11-39 0,3-18-98 16,10-25-147-1</inkml:trace>
  <inkml:trace contextRef="#ctx0" brushRef="#br0" timeOffset="180608.26">10966 13926 469 0,'0'0'69'0,"0"0"38"16,0 0-44-16,0 0-37 16,0 0 2-16,80-1-17 15,-54 15-8-15,3 2-3 16,2-1-3-16,5-1-85 15,2-11-39-15,0-3-280 0</inkml:trace>
  <inkml:trace contextRef="#ctx0" brushRef="#br0" timeOffset="180748.73">11672 13876 685 0,'0'0'77'16,"0"0"0"-16,0 0-77 15,0 0-6-15,0 0-58 16,0 0-49-16,33 46-90 16</inkml:trace>
  <inkml:trace contextRef="#ctx0" brushRef="#br0" timeOffset="180908.46">12364 13855 544 0,'0'0'33'16,"0"0"-27"-16,0 0 1 16,0 0-3-16,0 0-4 15,85 36-7-15,-51-31-197 16</inkml:trace>
  <inkml:trace contextRef="#ctx0" brushRef="#br0" timeOffset="181071.41">13265 13776 725 0,'0'0'100'15,"0"0"-48"-15,0 0-52 16,0 0-34-16,0 0-91 16,80 49-121-16</inkml:trace>
  <inkml:trace contextRef="#ctx0" brushRef="#br0" timeOffset="181220.22">13706 13727 606 0,'0'0'198'16,"0"0"-86"-16,0 0-69 0,0 0-43 16,0 0-6-1,0 0-101-15,28-3 11 0,-12 16-92 16,5-9-236-16</inkml:trace>
  <inkml:trace contextRef="#ctx0" brushRef="#br0" timeOffset="181722.11">13680 13193 432 0,'0'0'26'0,"89"-25"42"16,-28 12-11-16,14 1-12 16,4-1-18-16,9-2-9 15,-2-1-11-15,-5-1 2 16,-14 0-2-16,-12 3-3 15,-21 4-2-15,-14 5-1 16,-11 5-1-16,-9 0-14 16,0 18 9-16,-27 18 5 15,-8 17 1-15,-9 14 3 16,1 17 8-16,3 11 4 16,4 14-6-16,7 5-6 0,10 1-3 15,6-5 3-15,10-8-3 16,3-8-1-16,7-7 0 15,11-12 0-15,-3-12 0 16,-2-14 1-16,-7-14-1 16,-4-13-2-16,-2-11 2 15,0-6 0-15,-6-2 70 16,-17 2 21-16,-9 1-63 16,-6 8-26-16,-11 3-2 15,-3 6-26-15,-4 4-83 16,0-2-93-16,8-13-204 15</inkml:trace>
  <inkml:trace contextRef="#ctx0" brushRef="#br0" timeOffset="181886.17">14130 14396 937 0,'0'0'26'0,"0"0"-22"16,0 0-4-16,0 0-14 15,0 0-7-15,0 0-50 16,-18 17 1-16,0-3-92 16,-4-5-324-16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4:41:44.0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4845 2434 342 0,'0'0'94'16,"0"0"-6"-16,0 0-30 15,0 0 37-15,0 0-31 16,0 0-21-16,0 0 1 16,0 0-19-16,-2-74 12 15,2 74-17-15,0-2-3 16,0 2-11-16,0 0-6 15,0 0 0-15,0 24-16 16,-1 17 7-16,-5 20 3 16,-7 14 6-16,-2 7 1 0,-5 7 2 15,1-3-1-15,-1-5-2 16,6-16-2-16,5-18-1 16,4-17-4-16,3-16 3 15,2-10 4-15,0-2 0 16,0-2 4-16,0 0-1 15,0 0-3-15,0-11-1 16,0-9-113-16,4-7-126 16,-3-9-190-16</inkml:trace>
  <inkml:trace contextRef="#ctx0" brushRef="#br0" timeOffset="216.88">4508 2409 492 0,'0'0'59'16,"0"0"10"-16,56-101 23 15,-22 64-31-15,9 4-15 16,5-1-4-16,6 6-22 16,3 4-5-16,-3 7-15 15,1 10-5-15,-4 7-30 16,-3 3-82-16,-13 17-78 15,-23 1-161-15</inkml:trace>
  <inkml:trace contextRef="#ctx0" brushRef="#br0" timeOffset="650.33">4317 3109 93 0,'0'0'104'0,"0"0"-19"15,91 15 11-15,-31-14 7 16,13-1-38-16,7 0-8 16,2-4-32-16,2-11-10 15,-7-4 1-15,-8-4-9 16,-17 6-3-16,-17 4 6 16,-13 4-10-16,-15 7 6 15,-7 0 49-15,0 2 12 16,0 0-22-16,-13 0-41 0,1 0-4 15,-4 14-4-15,5 6 1 16,2 5 1-16,6 5 0 16,3 2 1-1,3-1-8-15,22-4-22 0,7-10 5 16,10-12 14-16,5-5 12 16,-1-8 1-16,-8-13 14 15,-11-4 0-15,-13-1 9 16,-9 1 9-16,-5 4-22 15,0-2 4-15,-19 5-8 16,-17 2-5-16,-13 3-2 16,9 7-4-16,10 4-17 15,16 2-10-15,14 0-62 16,11 2-113-16,21-1 7 0</inkml:trace>
  <inkml:trace contextRef="#ctx0" brushRef="#br0" timeOffset="867">5507 2691 707 0,'0'0'78'0,"0"0"-23"16,0 0-30-16,94-53-20 15,-40 42-5-15,2 4 0 0,0 4-4 16,2 3-48 0,-10 0-112-16,-11 0-185 0</inkml:trace>
  <inkml:trace contextRef="#ctx0" brushRef="#br0" timeOffset="1047.04">5485 2919 678 0,'0'0'118'0,"0"0"-55"0,0 0-44 15,0 0-9-15,124-41-5 16,-71 29-5-16,7-2-28 16,6-2-119-16,-4-2-218 15</inkml:trace>
  <inkml:trace contextRef="#ctx0" brushRef="#br0" timeOffset="1346.88">6240 2225 500 0,'0'0'113'0,"0"0"50"15,0 0-69-15,0 0-94 16,0 0-2-16,0 0-3 16,13 96 4-16,-13-23 2 15,-1 8-2-15,-16 0 0 16,-2-3-8-16,1-7-54 15,3-10-26-15,6-19-89 16,7-18-251-16</inkml:trace>
  <inkml:trace contextRef="#ctx0" brushRef="#br0" timeOffset="1917.95">6541 2552 745 0,'0'0'59'0,"0"0"-59"16,0 0 0-16,0 0 1 15,-22 101-1-15,22-57 0 16,0 3 0-16,11 2 0 16,12-9-7-16,10-11-11 15,7-16-10-15,3-13 28 16,3 0 0-16,-1-23 4 0,0-11 3 15,-11-5-1-15,-13-2-6 16,-14-1 0 0,-8 4-9-16,-35 1-43 0,-10 4-10 15,0 1 62-15,14 4 2 16,13 8 69-16,14 5-10 16,5 3-29-16,22 3-32 15,21-1 5-15,12 3-5 16,-1 5 2-16,-4 2 4 15,-9 0 3-15,-11 14-9 16,-11 7 0-16,-9 4-6 16,-7 6 5-16,-3 4-1 15,0 5 2-15,-6-1-1 0,-4-3-4 16,5-11-10-16,2-9-2 16,3-11-8-16,0-5 25 15,12-11 3-15,18-17 71 16,6-10-56-16,-3-2 21 15,-6 4 8-15,-13 1-19 16,-9 3-13-16,-5 2-4 16,-15 4-11-16,-22 4-7 15,-11 11-24-15,0 10-30 16,8 1-7-16,16 20 0 16,14 11-66-16,10 6-110 15</inkml:trace>
  <inkml:trace contextRef="#ctx0" brushRef="#br0" timeOffset="2114.65">7443 2774 384 0,'0'0'238'0,"0"0"-172"15,0 0-51-15,0 0-3 16,-44 97-8-16,33-49 0 15,3 8-4-15,1 0 0 16,6-7-82-16,1-16-235 16</inkml:trace>
  <inkml:trace contextRef="#ctx0" brushRef="#br0" timeOffset="3314.36">7751 2542 483 0,'0'0'116'16,"0"0"-44"-16,0 0-72 16,0 0-14-16,0 0 14 15,0 0 1-15,4 115 0 16,-8-65 7-16,-1 0-3 15,2-5-2-15,3-9-3 0,0-12-5 16,3-11 4-16,6-7 1 16,5-6 3-16,3-3 70 15,8-18 6-15,5-9-55 16,3-3-11-16,-1-4-12 16,-6 1 3-16,-9 3 0 15,-8 2-4-15,-8 3 0 16,-1 4-1-16,0 0 0 15,-13 4-1-15,-4 3 0 16,1 3 2-16,4 1 0 16,2 5 2-16,5 4 1 15,5 2-1-15,0 2 1 0,0 0 3 16,0-2-2 0,0 2 10-16,0 0-2 0,0-3-2 15,0 3-1-15,0 0 1 16,-1-2 2-16,-1-2-2 15,-2 1-9-15,1-2 7 16,0 5-5-16,0-3-2 16,1 3 0-16,1 0 2 15,1 0-1-15,-2 0-1 16,1 0-1-16,1 0 1 16,0 0-1-16,-3 0 0 15,3 0 0-15,0 0 0 16,0 0 0-16,0 0-3 15,0 0 3-15,0 0-8 16,0 0-15-16,0 3-9 0,9 6 24 16,10-1 1-16,18-4 6 15,16-4 1-15,18 0 3 16,10-16 0-16,0-2-2 16,-11 2 0-16,-15 3-1 15,-24 5 1-15,-16 4 3 16,-12 2 21-16,-3 2 4 15,0 0-24-15,0 0-5 16,0 0-3-16,-13 14-6 16,-10 15 2-16,-8 12 7 15,-3 2-1-15,8 5 1 16,8 0-10-16,14-10-7 0,4-6-11 16,12-15 0-16,16-12 27 15,7-5 1-15,12-10 3 16,-3-17 9-16,3-5 3 15,-14-1-2-15,-8 2-9 16,-13 3-1-16,-9 2 1 16,-3 4-1-16,0 3 0 15,0 5 1-15,-3 8 1 16,2 3-3-16,1 3-2 16,0 0-7-16,4 1-24 15,17 15 11-15,7 2 20 16,7-1 0-16,-1-2 1 15,-1-3 0-15,-3-2 0 0,-8-4-1 16,-8-3 2-16,-4 0-4 16,-5 1 4-16,2 0-4 15,-1-2 1-15,1 2 1 16,2-2-3-16,5-2 1 16,5 0-1-16,6 0 3 15,-3-2 2-15,4-8 0 16,-5-3 2-16,-7-3 20 15,-4-5 1-15,-3-1 3 16,-7-5-14-16,0-4-6 16,-23 1-8-16,-21-1 0 15,-14 2-5-15,-5 12-14 0,5 9-18 16,15 8-1 0,9 15-6-16,11 21-81 0,5 6-50 15,11-3-280-15</inkml:trace>
  <inkml:trace contextRef="#ctx0" brushRef="#br0" timeOffset="4312.56">10340 2167 566 0,'0'0'121'0,"0"0"-44"0,0 0-48 15,0 0-27-15,-96 29 0 16,74 19-1 0,-2 16 1-16,8 14 0 0,5 3-1 15,9-4-1-15,2-7-15 16,14-13-44-16,19-14-15 15,15-17-21-15,11-23-59 16,12-8 5-16,3-29 86 16,4-16-46-16,-8-6 109 15,-12-8 103-15,-20-1 11 16,-18 5 30-16,-20 2-48 16,0 7 15-16,-22 12-23 15,1 15-1-15,4 8 11 16,10 12-49-16,4 4-18 15,1 8-31-15,1 30-24 16,-5 26 24-16,3 13 0 0,3 5-2 16,0-3-17-16,0-10-14 15,12-12-3-15,2-10-18 16,-1-16-15-16,0-15-33 16,7-16-7-16,2-8-6 15,8-29-122-15</inkml:trace>
  <inkml:trace contextRef="#ctx0" brushRef="#br0" timeOffset="4483.28">10740 2148 566 0,'0'0'159'0,"0"0"-20"16,-3-81-88-16,4 71-30 16,17 1-18-16,9 3-3 15,15-2 0-15,10 0-1 16,9 4 2-16,3 4-3 15,0 0-10-15,2 1-63 16,-6 5-104-16,-13-6-184 16</inkml:trace>
  <inkml:trace contextRef="#ctx0" brushRef="#br0" timeOffset="4662.54">10566 2448 567 0,'0'0'100'16,"0"0"-92"-16,0 0 1 16,83 0 59-16,-34-1-24 15,9-5-30-15,11 0-14 16,8-3-34-16,2-13-155 16</inkml:trace>
  <inkml:trace contextRef="#ctx0" brushRef="#br0" timeOffset="6550.38">11186 2660 426 0,'0'0'140'0,"0"0"-44"0,0 0-68 15,0 0-14-15,0 0-8 16,0 0 0-16,-13 39 14 16,3-17-6-16,0 6-3 15,-5-1-9-15,3-1 0 16,0 2 1-16,0-3-3 16,-1 0-16-16,-1-5-79 15,4-6-173-15</inkml:trace>
  <inkml:trace contextRef="#ctx0" brushRef="#br0" timeOffset="6800.11">11457 2445 267 0,'0'0'141'0,"0"0"2"16,0 0-67-16,0 0 6 15,0 0-28-15,0 0-28 16,36-43-17-16,-15 43-9 16,4 0-22-16,-1 0-64 15,-2 0-95-15</inkml:trace>
  <inkml:trace contextRef="#ctx0" brushRef="#br0" timeOffset="6977.2">11333 2657 349 0,'0'0'197'0,"0"0"-147"16,0 0-15-16,0 0-24 15,108-9-11-15,-52-5-57 16,7-11-141-16</inkml:trace>
  <inkml:trace contextRef="#ctx0" brushRef="#br0" timeOffset="7226.86">12011 2170 611 0,'0'0'96'0,"0"0"25"16,0 0-71-16,0 0-38 16,0 0-9-16,94-61-3 15,-72 61-2-15,2 0 1 16,-6 6-16-16,-5 11-60 0,-12 6-50 15,-1-1-18 1,-16 3-30-16,-11-2 11 0</inkml:trace>
  <inkml:trace contextRef="#ctx0" brushRef="#br0" timeOffset="7410.17">12039 2317 161 0,'0'0'106'0,"0"0"4"16,0 0-18-16,0 0 24 15,-18 82-64-15,18-60 18 16,0 4-32-16,9 0-14 15,-3 2-16-15,-2-3-4 16,-4-2-1-16,0-1-3 16,-12-3-1-16,-13 0-14 15,-6-5-39-15,-5-3-54 16,1-7-83-16,0-4-113 0</inkml:trace>
  <inkml:trace contextRef="#ctx0" brushRef="#br0" timeOffset="7744.23">12318 2416 387 0,'0'0'206'16,"0"0"-81"-16,0 0-32 16,0 0-25-16,0 0-54 15,0 0-14-15,-19 21 0 16,8 6-1-16,1 5 0 15,8-2 0-15,2-2-1 0,1-6-17 16,20-8 2 0,9-9 12-16,3-5 5 0,1-11 4 15,0-18 4-15,-7-4 6 16,-4-5-1-16,-8-3 18 16,-11 2-16-16,-4 1-8 15,-6 3-7-15,-18 9-1 16,-1 12-4-16,5 14-11 15,9 3-42-15,11 27-137 16,0 6 10-16,15 1-114 16</inkml:trace>
  <inkml:trace contextRef="#ctx0" brushRef="#br0" timeOffset="7886.95">12619 2635 389 0,'0'0'123'15,"0"0"-29"-15,0 0-22 16,-90 79-39-16,64-43-28 16,-2 3-5-16,2 2 0 15,5-3-99-15,8-12-22 16</inkml:trace>
  <inkml:trace contextRef="#ctx0" brushRef="#br0" timeOffset="9896.26">12943 2294 620 0,'0'0'121'16,"0"0"-73"-16,0 0-48 15,0 0-1-15,-20 90 1 16,8-37 1-16,1-1 1 15,5-2-1-15,1-8 2 16,5-6-3-16,0-9-1 16,0-8-4-16,0-12 1 15,0-7 4-15,11-2 1 16,12-23 35-16,7-11-18 0,5-6-5 16,-6-3 6-16,-5-2-12 15,-6 0-5-15,-12 4-2 16,-5 6-3-16,-1 10-1 15,0 9 0-15,0 8-5 16,0 7 1-16,0 0 6 16,0 3 2-16,0 0-15 15,0 5-30-15,11 5 34 16,2 1 8-16,-2-1 3 16,2-1 0-16,-2 0 3 15,-5 3-3-15,0 1-1 16,-3 3 1-16,-2 0 0 15,-1-1-3-15,0 0 3 0,0 2 0 16,0 2 1 0,0-2-1-16,-4 2 0 0,1-7 0 15,3 0 0-15,0-4 0 16,0-4-12-16,9-3 11 16,0-1 1-16,1 0 3 15,-1 0 9-15,-2-5 23 16,-3 0 8-16,0-3-26 15,0 1-10-15,-2 3 1 16,2-4-8-16,-1 5 2 16,2-2-2-16,-4-1 0 15,4 3 2-15,-4-3-1 0,0 0 1 16,1 1 9 0,0 2 1-16,-1-3-9 0,-1-1 3 15,2-2-1-15,-1-2 0 16,1-3-1-16,-2-1 4 15,0-4-6-15,0-1-1 16,-12-2-1-16,-3 3-1 16,0 5 1-16,2 3 0 15,5 5 0-15,3 3 0 16,3 3 0-16,2 0 0 16,0 0 0-16,0 0-2 15,0 0-3-15,5 0-7 16,19 0 8-16,11 0 3 0,8 0 2 15,8-7 1 1,1 0-2-16,-2 0-2 0,-3 2-1 16,-11 0 1-16,-14 2-4 15,-10 3 5-15,-9 0 1 16,-3 0-12-16,0 0 3 16,0 13-13-16,0 11 12 15,-15 5 9-15,-4 6 1 16,-1 0 2-16,8-1-2 15,8-4 1-15,4-3-1 16,4-7-1-16,20-4-4 16,7-10-1-16,7-6 6 15,-2 0 3-15,1-7-3 16,-6-13 4-16,-7-6-2 0,-3 0 13 16,-6 1 10-16,-8-2-10 15,-3 2 3-15,-2 6-9 16,0 4-6-16,-2 2 8 15,1 7-7-15,1 0-1 16,-2 2-3-16,1 3 2 16,-1-2-2-16,0 2 1 15,0-7 2-15,0-2 5 16,2-2-6-16,2-5 0 16,-2 2 0-16,-2-2 1 15,0-1 1-15,0 4 4 16,0 1-5-16,-3 7-2 15,-2 0-1-15,-1 5-2 0,-1 1-3 16,-2 0-20 0,-2 4-5-16,1 10 12 0,-3 3 4 15,1-1-11-15,2-1 10 16,-1-3 5-16,6-5-5 16,1-7 15-16,4 0 1 15,0 0 8-15,0 0 24 16,0 0 4-16,0 0-14 15,0 0-13-15,0 0-7 16,0 0-3-16,0 0 0 16,-2 0 0-16,2 0 1 15,0 0-1-15,0 0 1 0,0 0-1 16,0 0 0-16,0 0 2 16,0 0-2-16,0 0 1 15,0 0 3-15,0 0-4 16,0 0 1-16,0 0 0 15,-1 0-1-15,1 0 0 16,0 0 0-16,-2 0-1 16,2 0 0-16,0 0 0 15,0 0-3-15,0 0-1 16,0 0 4-16,0 0 1 16,0-2 0-16,0-1 1 15,0 1-1-15,0 0 0 16,0 1 0-16,0 1 0 15,0 0 0-15,0 0 0 0,0-2 0 16,0 2 0-16,0 0-1 16,0 0-1-16,0 0 2 15,0 0-4-15,0 0 2 16,0 0 1-16,0 0 1 16,0-2 0-16,0-1 0 15,14-2-4-15,11 2-2 16,9-1 2-16,12 4-6 15,13 0-2-15,11 0 4 16,3 0-9-16,-2 0 1 16,-14 0-4-16,-20 0 20 15,-18 0 2-15,-11 0-1 16,-8 0-1-16,0 0 3 0,0 0-3 16,0 3-5-16,-17 14 5 15,-3 7 1-15,1 2 4 16,-2 0-3-16,6-3-2 15,3-5 1-15,6-7 0 16,6-7 0-16,0-4-1 16,0 0 8-16,0 0 31 15,0 0-6-15,0 0-11 16,0-12 3-16,2-2-16 16,4-1-7-16,-2 3-1 15,-3 3 0-15,-1 4 0 16,0 2 0-16,0 3-1 15,0-1 1-15,0 1-3 0,0 0 2 16,0 0-3 0,0 0-7-16,0 0-5 0,0 0-17 15,-5 6-61-15,-8 5-69 16,3-7-140-16</inkml:trace>
  <inkml:trace contextRef="#ctx0" brushRef="#br0" timeOffset="11141">15230 2135 333 0,'0'0'146'0,"0"0"-69"15,0 0 10-15,-108-9-28 16,63 35-34-16,-7 18-19 15,-5 23 2-15,-7 15-5 16,0 8-1-16,9 2-2 16,12-12-5-16,26-14-72 15,17-21 10-15,33-21 6 16,31-20 61-16,15-4 23 16,8-22 25-16,4-10-27 15,-2-6-4-15,-5-4-5 16,-8-3-12-16,-16 0-14 0,-17 1 7 15,-15-1 7-15,-18 1 5 16,-8 3 27-16,-2 3 17 16,0 9 17-16,-8 12 6 15,1 8-19-15,1 9-18 16,-3 4-35-16,-8 31-10 16,-11 22 2-16,-15 15 8 15,0 6-1-15,0-1 1 16,8-9-20-16,16-10-9 15,9-15-3-15,8-18 4 16,2-11 6-16,0-9-9 16,0-5 0-16,13-7 31 0,11-20-37 15,6-11-134 1,-1-8-76-16</inkml:trace>
  <inkml:trace contextRef="#ctx0" brushRef="#br0" timeOffset="11307.89">15366 2210 476 0,'0'0'162'16,"0"0"-32"-16,71-84-89 16,-31 60-15-16,3 4-16 15,2 3 2-15,0 6-8 16,-5 8-4-16,-1 3-1 16,-2 0-26-16,-8 9-102 15,-9 7-82-15,-12 0-175 16</inkml:trace>
  <inkml:trace contextRef="#ctx0" brushRef="#br0" timeOffset="11471.89">15135 2584 636 0,'0'0'41'0,"0"0"-41"16,0 0 0-16,0 0 0 15,129 11-7-15,-73-5-93 16,-1-6-140-16</inkml:trace>
  <inkml:trace contextRef="#ctx0" brushRef="#br0" timeOffset="11772.05">15476 2658 476 0,'0'0'134'16,"0"0"-133"-16,0 0 9 15,0 0 12-15,0 0 4 16,7 97-10-16,-1-73-4 16,-2-3-1-16,-4-1-5 15,0-2-1-15,-10 0-5 16,-16-1-25-16,-8-2-37 16,-3-1-49-16,6-5-2 15,11-3 106-15,8-6 7 16,11 0 51-16,1 0 57 0,0 0-12 15,1 0-16-15,25 0-61 16,11-10-12-16,18-5-7 16,11-2 5-16,4-2-11 15,-3-1 5-15,-6 0-47 16,-9-5-115-16</inkml:trace>
  <inkml:trace contextRef="#ctx0" brushRef="#br0" timeOffset="11973.89">15726 2512 684 0,'0'0'30'0,"0"0"-22"15,0 0-6-15,79-22 7 16,-43 20 3-16,4 0-8 15,3 2-4-15,6 0-48 16,-4 0-128-16</inkml:trace>
  <inkml:trace contextRef="#ctx0" brushRef="#br0" timeOffset="12146.81">15732 2654 752 0,'0'0'121'0,"0"0"-76"16,0 0-45-16,85-17-10 15,-24 15-48-15,11 1-113 16,1-7-185-16</inkml:trace>
  <inkml:trace contextRef="#ctx0" brushRef="#br0" timeOffset="12537.33">16106 2288 732 0,'0'0'123'0,"0"0"-68"15,0 0-55-15,0 0-10 16,0 0 9-16,2 109 0 15,2-55 1-15,3 0-6 16,6-8-29-16,3-9-17 16,5-11-22-16,1-11 7 15,1-15 39-15,-2 0 15 16,4-15-6-16,2-12 19 16,-3-5 5-16,-6-5 10 15,-4 0 47-15,-7 3-16 16,-6 4-3-16,-1 10 28 0,0 9 20 15,0 7-46-15,0 4-30 16,0 0-15-16,3 22-43 16,3 17 11-16,6 14 15 15,0 6-58-15,4 0-47 16,1-15-48-16,-1-15-348 16</inkml:trace>
  <inkml:trace contextRef="#ctx0" brushRef="#br0" timeOffset="12804.13">16648 2445 616 0,'0'0'186'15,"0"0"-99"-15,0 0-87 16,0 0-42 0,0 0 34-16,-36 94 4 0,36-52 2 15,0-6-9-15,3-12-19 16,12-11 11-16,3-13 19 15,-2 0 39-15,5-19 19 16,0-7-30-16,3-5-19 16,-8-2-6-16,-7 1 0 15,-9 0-3-15,0 3-3 16,-12 8-2-16,-6 11-50 16,6 10-42-16,8 2-103 15,4 18-91-15</inkml:trace>
  <inkml:trace contextRef="#ctx0" brushRef="#br0" timeOffset="12986.05">16989 2617 147 0,'0'0'532'0,"0"0"-504"15,0 0-21-15,0 0-7 16,0 0 5-16,-64 113-1 15,49-69-4-15,8 0-19 16,7-7-46-16,0-12-62 16,0-13-159-16</inkml:trace>
  <inkml:trace contextRef="#ctx0" brushRef="#br0" timeOffset="13886.92">17367 2471 701 0,'0'0'0'0,"0"0"-38"16,0 0 25-16,0 0 13 16,0 0 1-16,-93 100 1 15,71-68 2-15,4 0-4 16,11-4 1-16,7-4-1 15,0-9-1-15,6-5 1 0,17-6 5 16,9-4 0-16,8 0 12 16,6-9-1-16,-2-7 3 15,-3-5-14-15,-11-1 1 16,-6-2-6-16,-6 1 0 16,-6 0 4-16,-6 0 7 15,-6-2 25-15,0 1 4 16,-3 2-33-16,-8 5-5 15,2 6-1-15,2 6-1 16,3 4-14-16,-1 1-42 16,-1 0-25-16,1 6 67 0,1 2 11 15,4-3 2 1,0 1-12-16,0 0 9 0,8 1 4 16,12 1 4-16,6 1 9 15,9-2-8-15,3-2-3 16,-1-2-2-16,1-3-20 15,-10 0 15-15,-10 0 2 16,-9 0 3-16,-9 0 2 16,0 0 51-16,0 0 13 15,0 2-33-15,0 4-33 16,0 5-11-16,-2 6 11 16,-11 9 2-16,-1 6 1 15,5 0-3-15,5-1-1 16,4-3-6-16,0-12-13 0,13-11-1 15,11-5 17-15,9-8 4 16,3-19 11-16,5-6-9 16,-2-4 7-16,-3 1 12 15,-8 2 4-15,-4 8 4 16,-9 7 3-16,-3 8 0 16,-4 6-18-16,-1 5-14 15,0 0-3-15,1 3-2 16,-1 13-8-16,1 3 0 15,1 4 8-15,-3 4 4 16,0-2-1-16,-3-1-4 16,1-7-1-16,-1-7 5 15,0-9 2-15,1-1 2 16,3 0 6-16,11-12 36 16,4-12-37-16,8-7-7 0,-5 2 2 15,-4 1-2-15,-8 2 0 16,-8-3 0-16,-5 5 0 15,0 3 9-15,0 7-2 16,-3 6-7-16,-2 8-14 16,-2 10-121-16,-2 13-69 15,9 4-26-15</inkml:trace>
  <inkml:trace contextRef="#ctx0" brushRef="#br0" timeOffset="14088.99">18369 2723 851 0,'0'0'48'16,"0"0"6"-16,0 0-48 16,0 0-6-16,0 0-38 15,0 0 37-15,-47 77 1 16,17-28-24-16,-6-3-34 15,-7-2-85-15,5-13-17 16</inkml:trace>
  <inkml:trace contextRef="#ctx0" brushRef="#br0" timeOffset="14622.21">19055 2428 548 0,'0'0'133'0,"0"0"-11"16,0 0-29-16,0-73-39 15,0 71-52-15,-1 2-2 16,-10 5-4-16,-8 23-18 0,-8 12 21 15,-6 13 0-15,0 12-11 16,8 3-19-16,16-3-32 16,9-15-28-16,31-17 30 15,22-22 41-15,11-11 20 16,6-11 9-16,4-20-6 16,-5-9 16-16,-11-3 13 15,-8-2-12-15,-12 0 12 16,-10 3-9-16,-11 1 10 15,-10 3 3-15,-5 6 24 16,-2 11-21-16,0 9-7 16,0 9-19-16,0 3-13 15,0 16-22-15,-12 24-23 0,-15 16 45 16,-9 16-3-16,-1 4 2 16,7-6-3-16,12-10-10 15,14-21-16-15,4-13 4 16,0-13 16-16,0-9-11 15,3-4-17-15,10 0 8 16,5-12 11-16,8-19-209 16</inkml:trace>
  <inkml:trace contextRef="#ctx0" brushRef="#br0" timeOffset="14780.77">19553 2369 639 0,'0'0'93'0,"0"0"17"15,0 0-59-15,51-81-32 16,-25 71-16-16,3 5-2 16,4 3-2-16,5 2 1 15,0 2-18-15,4 16-54 16,-2-1-114-16,-8-6-164 16</inkml:trace>
  <inkml:trace contextRef="#ctx0" brushRef="#br0" timeOffset="14968.87">19418 2498 674 0,'0'0'201'16,"0"0"-137"-16,0 0-35 0,0 0-29 16,92-14 2-16,-40 11-3 15,5-2 1-15,0 1-28 16,-6-1-40-16,-10-1-104 15,-18-7-135-15</inkml:trace>
  <inkml:trace contextRef="#ctx0" brushRef="#br0" timeOffset="16400.46">14065 2363 87 0,'0'0'110'15,"0"0"-102"-15,0 0 11 16,0 0 18-16,0 0 10 0,0 0 9 15,31 14-4 1,-13-22 38-16,3-10-44 0,-4-2-10 16,-2-3-10-16,-3 3 19 15,-7 3-20-15,-5 2 20 16,0 3-29-16,0 5-3 16,-2 0-3-16,-7 1 5 15,5 4 4-15,1 2-10 16,1 0 11-16,2 0-14 15,0 0-6-15,0 0-8 16,0 8-4-16,2 6 9 16,11 1 3-16,2-1 0 0,6-4-30 15,0 0 0-15,-2-6-79 16,-11-3-178-16</inkml:trace>
  <inkml:trace contextRef="#ctx0" brushRef="#br0" timeOffset="16676.28">14245 2704 119 0,'0'0'553'15,"0"0"-427"-15,0 0-111 0,0 0-15 16,0 0-3-16,0 0-2 16,0 40 5-16,0-5 0 15,-9 4 3-15,-11 6-3 16,-12 3 5-16,-19 4-5 16,-17 2-15-16,-13-4-127 15,2-11-168-15</inkml:trace>
  <inkml:trace contextRef="#ctx0" brushRef="#br0" timeOffset="18005.98">18409 2498 286 0,'0'0'190'0,"0"0"9"0,0 0-91 16,0 0-26-16,0 0-27 15,0 0-29-15,-14-57 1 16,8 53-2-16,1 1-13 15,2 0-1-15,3 3-2 16,-5 0-9-16,-6 22-48 16,-3 14-14-16,1-5-144 15,7-14-369-15</inkml:trace>
  <inkml:trace contextRef="#ctx0" brushRef="#br0" timeOffset="18661.92">19665 2838 534 0,'0'0'101'0,"0"0"-81"15,0 0 14-15,96-19 19 16,-59 15-22-16,0 2-21 16,-4 2-9-16,-9 0 2 0,-10 0-3 15,-14 2-40-15,0 13-61 16,-20 2 23-16,-10 4-53 16,-5-1-62-16</inkml:trace>
  <inkml:trace contextRef="#ctx0" brushRef="#br0" timeOffset="18850.82">19757 2951 55 0,'0'16'52'15,"0"1"39"-15,0 4 45 16,0 0-46-16,0 1-20 16,0-1 12-16,2 1-49 15,4-3-12-15,-3 3-6 16,-3-5-9-16,0-3-1 16,0-4-1-16,0-3-2 15,-9-2 8-15,-7-2 3 16,-10 1-3-16,-5-4-10 0,-5 0-53 15,3 0-24-15,13-9-67 16,20-11-42-16</inkml:trace>
  <inkml:trace contextRef="#ctx0" brushRef="#br0" timeOffset="19085">20365 2660 407 0,'0'0'229'0,"0"0"-101"0,0 0-64 16,0 0-42 0,0 0-6-16,0 0-11 0,38-7-4 15,1 7-1-15,6 0-15 16,4 0-65-16,-7 0-130 15,-10 0-284-15</inkml:trace>
  <inkml:trace contextRef="#ctx0" brushRef="#br0" timeOffset="19232.37">20250 2813 70 0,'0'0'385'15,"103"-8"-347"-15,-36 1-38 16,10-5-52-16,1-3-196 16</inkml:trace>
  <inkml:trace contextRef="#ctx0" brushRef="#br0" timeOffset="19532.59">20817 2488 666 0,'0'0'125'15,"0"0"-125"1,0 0-13-16,0 0 13 0,1 83-1 16,11-40 2-16,0 3 5 15,3-2-2-15,-2-8 1 16,-3-7 4-16,-3-13-3 15,-7-3-4-15,0-5 1 16,0-1-2-16,-17-1 3 16,-12 0 8-16,-10-1-8 15,-7-3-4-15,1-2-98 16,5-2-140-16,16-18-194 16</inkml:trace>
  <inkml:trace contextRef="#ctx0" brushRef="#br0" timeOffset="19897.37">20877 2473 359 0,'0'0'165'16,"0"0"-53"-16,89-43-12 15,-56 36-51-15,0 7 1 16,-5 0-31-16,-1 5-10 16,-6 9-7-16,-5 5-2 15,-4 1-1-15,-9 5-6 16,-3 0 6-16,0 3-1 15,-16 0 2-15,1-3 2 16,-1-3-2-16,6-3-3 0,4-4-28 16,5-3 18-1,1-1-28-15,0-8 11 0,21-3 0 16,9-2 30-16,1-16 8 16,-3-3 22-16,-2-3 11 15,-6-2 19-15,-3-1-26 16,-2 2 10-16,-9 0-11 15,-6 4-9-15,0 2-21 16,-6 5-3-16,-10 6-6 16,-1 8-10-16,-2 3-32 15,4 23-105-15,4 1-8 16,11-3-167-16</inkml:trace>
  <inkml:trace contextRef="#ctx0" brushRef="#br0" timeOffset="20066.78">21422 2777 337 0,'0'0'174'0,"0"0"-112"16,0 0-25-16,0 0-9 16,-83 100-16-16,63-68-5 15,7-2-7-15,6-5-46 16,7-9-218-16</inkml:trace>
  <inkml:trace contextRef="#ctx0" brushRef="#br0" timeOffset="21132.85">21735 2510 128 0,'0'0'584'15,"0"0"-519"-15,0 0-65 16,0 0-23-16,0 0 21 16,0 78 2-16,0-31 2 15,0 3 0-15,10-5-2 16,8-11 2-16,4-13 2 16,5-12-4-16,3-9 7 0,1-1 16 15,2-23 21 1,3-7 3-16,-4-3-28 0,-5-3-12 15,-9 1-1-15,-14 3-6 16,-4-1-3-16,-17 1-7 16,-15 3-20-16,1 10 5 15,7 3 25-15,9 12 5 16,9 4-5-16,3 1-23 16,3 0-45-16,0 0 34 15,0 0 24-15,0 0 1 16,11 3 9-16,8 0 4 15,1 2 29-15,3-1-21 16,1 1-6-16,0 1-4 0,-4-1 0 16,-3 1-2-1,-2 2 0-15,-1-1-5 0,-4 3-5 16,0-2 5-16,-5 3 4 16,-1-3-1-16,-4-3-2 15,0-1 3-15,0-1 1 16,0-1 0-16,0 2 0 15,0 2-1-15,0 4 1 16,0 1 1-16,-7 4 0 16,-1 4 0-16,4 1 2 15,0 4-2-15,4-2 2 16,0-4-3-16,0-4 0 16,6 0 2-16,7-8 0 15,5 0 3-15,3-6 3 16,4 0 8-16,-1 0 11 15,0-6-8-15,-3-6 0 0,-2-4 3 16,-5-1 7-16,-1 0-9 16,-6-2 1-16,-4-3-6 15,-3 0-14-15,0-5-1 16,-9 2-4-16,-7-3 0 16,1 1 3-16,0 4 1 15,8 5 3-15,4 5-1 16,3 3-2-16,0 4-3 15,22 1-7-15,15 2-6 16,13 3-15-16,7 0 7 16,-2 0 13-16,-5 3 9 0,-11 5-1 15,-9 3 3-15,-9 0 0 16,-11 1 0-16,-4-1-4 16,-4 2 2-16,-2 1-11 15,0 1 6-15,-8 4 4 16,-7 1 3-16,0 2 0 15,6 2 3-15,8-3-3 16,1-1-4-16,6-4 3 16,15-6 1-16,8-7 0 15,6-3 0-15,1-2 14 16,1-15 6-16,-4-7 10 16,0-3-4-16,-6-2-8 15,-7 2 1-15,-6-2 1 16,-5-2-4-16,-9-1-4 0,0-2-8 15,-11 2 0-15,-14 5-4 16,-8 11-8-16,-6 14-37 16,-1 2-82-16,0 29-10 15,10 7-59-15</inkml:trace>
  <inkml:trace contextRef="#ctx0" brushRef="#br0" timeOffset="21377.92">23053 2759 535 0,'0'0'189'15,"0"0"-44"-15,0 0-65 16,0 0-69-16,0 0-11 15,0 0-13-15,3 27 6 16,0 12 5-16,-3 7-8 16,-8 5-32-16,-25-1-63 15,-11-8-127-15</inkml:trace>
  <inkml:trace contextRef="#ctx0" brushRef="#br0" timeOffset="22544.82">10620 3357 567 0,'0'0'137'0,"0"0"-8"0,0 0-56 16,0 0-51-16,0 0-22 16,-109-51-4-16,69 83 1 15,3 14 2-15,10 17-1 16,10 10-7-16,7 6-3 16,10-4-17-16,0-8-19 15,18-17-17-15,21-19 27 16,21-21 18-16,17-10 20 15,17-24-1-15,6-17-5 16,1-6 4-16,-5-7-13 16,-18-3 12-16,-18 5 3 15,-23 4 2-15,-23 9 28 16,-14 8 30-16,0 9 13 0,-4 6-30 16,-8 10-1-16,8 3-10 15,0 3-26-15,0 13-6 16,-4 24-11-16,-2 17 11 15,-2 10-1-15,0 2 1 16,1-4-3-16,4-12-2 16,6-12-14-16,1-14-12 15,0-10-7-15,0-12 7 16,3-2-36-16,19-19 17 16,8-18-246-16,0-10-56 0</inkml:trace>
  <inkml:trace contextRef="#ctx0" brushRef="#br0" timeOffset="22700.22">11102 3360 586 0,'0'0'60'15,"0"0"-33"-15,104-41 18 16,-62 28 8-16,5 3-3 16,2 5-29-16,2 3-20 15,5 2-1-15,-6 0-31 16,-11 2-119-16,-22 6-185 15</inkml:trace>
  <inkml:trace contextRef="#ctx0" brushRef="#br0" timeOffset="23127.82">10991 3717 459 0,'0'0'108'16,"0"0"-38"-16,86-7 4 15,-46-3 13-15,0-3-48 16,4-2-15-16,-1 2-15 16,-7 3-4-16,-11 4-3 15,-10 4-1-15,-8 2-1 16,-5 0-5-16,-2 4-14 16,0 11 1-16,0 7 17 15,-9 4 1-15,3 4 0 0,6 0 3 16,0 0-3-1,16-3 2-15,4-9-2 0,2-9 4 16,0-9-4-16,1 0 11 16,-1-17 24-16,2-7 5 15,-2-3-20-15,-2-1-13 16,-5 4 4-16,-8 8 5 16,-4 5-11-16,-3 8 3 15,0 3-8-15,0 0 0 16,0 18-27-16,0 12 11 15,0 11 14-15,5 7-7 16,8 2-8-16,4 2-17 16,3-4-27-16,-2-9-68 0,-9-10-94 15</inkml:trace>
  <inkml:trace contextRef="#ctx0" brushRef="#br0" timeOffset="23810.31">12154 3606 401 0,'0'0'114'0,"0"0"-98"16,0 0-8-16,88-11 9 15,-62 5 4-15,3 4 12 16,-5-1-2-16,0 3-16 16,-1 0-15-16,-6 0-8 15,-3 0-75-15,-6 0-120 16</inkml:trace>
  <inkml:trace contextRef="#ctx0" brushRef="#br0" timeOffset="24341.09">12167 3889 107 0,'0'0'322'15,"0"0"-140"-15,0 0-78 0,0 0-92 16,0 0-6 0,0 0-5-16,54 0 7 0,-12 0 0 15,5-2-2-15,4 0-6 16,3-1-1-16,3-1-62 15,7-8-61-15,8-8-190 16</inkml:trace>
  <inkml:trace contextRef="#ctx0" brushRef="#br0" timeOffset="25227.13">23171 2458 270 0,'0'0'131'16,"0"0"-59"-16,0 0 29 15,0 0-32-15,0 0-10 16,0 0-9-16,-42-5-29 16,42 5-17-16,0 0-2 15,0 0-2-15,0 0 1 0,0 0-1 16,0 3-8-1,0 8 3-15,0 6-6 0,0 0-117 16,9-8-121-16</inkml:trace>
  <inkml:trace contextRef="#ctx0" brushRef="#br0" timeOffset="26607.15">12835 3280 545 0,'0'0'89'15,"0"0"15"-15,0 0-18 16,0 0-81-16,0 0-5 16,0 0-17-16,11 26 11 15,-11 18 6-15,0 15 0 16,-12 12 5-16,1 8-5 0,4 0 5 16,4-4-5-16,3-9-15 15,0-15-21-15,12-14 13 16,1-15 11-16,2-15 12 15,2-7 0-15,10-9 2 16,4-20 4-16,6-9-2 16,-7-2-1-16,-12 1 0 15,-14 2 4-15,-4 4 2 16,-13 4-8-16,-11 3-1 16,2 5 4-16,5 7 10 15,10 8 8-15,2 2-1 16,5 4-21-16,0 0-6 0,11 0-11 15,18 0 11-15,15 0 6 16,11-1 0-16,2-5 0 16,-5-1 0-16,-17-2-2 15,-12 4 2-15,-13 1 0 16,-8 2 3-16,-2 2 4 16,0 0-7-16,0 0 0 15,0 3-9-15,1 16 6 16,5 4 3-16,5 4 0 15,8 2 1-15,8-1-1 16,4-6 0-16,4-6-2 16,-2-10 2-16,-3-6 0 15,-5-3 4-15,-1-17 19 0,-8-4 4 16,-1-4-4 0,-9-3-8-16,-6 2 8 0,-6-1-9 15,-25 2-14-15,-15 7-1 16,-2 8-19-16,3 13-26 15,17 2-11-15,20 25-73 16,8 3-128-16,30-2-151 16</inkml:trace>
  <inkml:trace contextRef="#ctx0" brushRef="#br0" timeOffset="26778.98">13852 3745 230 0,'0'0'402'0,"0"0"-359"16,0 0 4-16,0 0-40 16,-32 87-2-16,8-39 1 15,0 10-4-15,0 2-2 16,3-3-36-16,0-12-159 16</inkml:trace>
  <inkml:trace contextRef="#ctx0" brushRef="#br0" timeOffset="27872.29">14414 3480 381 0,'0'0'178'0,"0"0"-51"0,0 0-106 15,0 0-21-15,0 0 0 16,-60 102 1-16,32-46 2 16,8 5 0-16,8-8-3 15,12-9-14-15,0-10-38 16,15-15 39-16,9-12 2 16,5-7 11-16,6-10 86 15,4-16 5-15,0-9-54 16,-5-1-28-16,-7 0-3 15,-6 2-5-15,-14-2-1 16,-7 5-10-16,-1 1-8 16,-18 5-19-16,0 5 27 15,0 6 10-15,5 4 0 0,0 2 0 16,-1 3 0-16,1 3-3 16,5 0-1-16,5 1 4 15,2 1 1-15,2-2 3 16,0 1-2-16,0 1 4 15,0 0-3-15,0 0-3 16,0 0 0-16,0 0 0 16,0 0 0-16,0 0-2 15,0 0-9-15,0 0-20 16,0 8 23-16,12 4 6 16,12-1-5-16,12 0 7 15,18-6-2-15,16-4 2 0,8-1-22 16,6 0-14-1,-8 0-4-15,-11-3 33 0,-19-4 7 16,-17 3 0-16,-16 1 9 16,-10 2 44-16,-3 1 36 15,0-2-30-15,0 2-43 16,-12 0-16-16,-6 6-1 16,-3 16 0-16,-3 8 1 15,0 4-2-15,8 0-2 16,10-8-9-16,6-6-25 15,6-8 14-15,22-11 24 16,8-1 4-16,6-6 6 16,2-16 8-16,-4-3-4 0,-5 1 10 15,-7-2-12 1,-6 5-4-16,-6 6-4 0,-6 6 8 16,-7 5 3-16,0 4-15 15,3 0-5-15,0 4-10 16,5 14 2-16,2 5-7 15,0 4 13-15,5 0 4 16,1 1-5-16,-1-8 6 16,0-10 2-16,-4-10 2 15,2 0 5-15,1-10 33 16,2-14-3-16,1-7-28 16,-4-5 3-16,-7 2-6 0,-9-4-4 15,0-1 2 1,-29 3-4-16,-9 4-1 0,-6 14-12 15,8 14-41-15,12 4-15 16,11 26-68-16,13 10-7 16,6 1-125-16</inkml:trace>
  <inkml:trace contextRef="#ctx0" brushRef="#br0" timeOffset="28550.91">16184 3384 658 0,'0'0'96'0,"0"0"10"16,0 0-44-16,0 0-35 16,0 0-6-16,0 0-19 15,0-63-2-15,0 73-40 16,0 21-70-16,0 15 65 16,-7 9-51-16,-1-8-92 0,7-12-288 15</inkml:trace>
  <inkml:trace contextRef="#ctx0" brushRef="#br0" timeOffset="28756.1">16252 3752 636 0,'0'0'147'15,"0"0"-134"-15,0 0-13 16,0 0 0-16,21 94 2 15,-15-51-2-15,-4 5 3 16,-2-1 4-16,-3 1-7 0,-24 1-14 16,-14-7-107-1,-11-12-187-15</inkml:trace>
  <inkml:trace contextRef="#ctx0" brushRef="#br0" timeOffset="29355.15">16941 3422 486 0,'0'0'132'16,"0"0"-4"-16,0 0-66 15,0 0-58-15,-85-17-2 16,50 61-3-16,-8 14 2 15,1 12-1-15,4 5 0 16,16 5-2-16,19-7-25 16,5-12-29-16,41-18 19 0,20-18 1 15,14-18 36-15,8-7 4 16,2-15-4-16,-1-14 9 16,-7-9-3-16,-9-4-2 15,-14 1 5-15,-19 3 0 16,-12 1 13-16,-14 2 1 15,-11-2 20-15,0 3-8 16,-6 6 2-16,-4 7 15 16,5 12-5-16,2 9-24 15,-3 0-23-15,-3 23-38 16,-8 22 14-16,-3 16 24 16,2 11 0-16,3 3-7 15,6-3-34-15,7-14-10 0,2-17-21 16,0-15 0-16,4-16 16 15,12-10 20-15,4-3-26 16,4-23-200-16</inkml:trace>
  <inkml:trace contextRef="#ctx0" brushRef="#br0" timeOffset="29518.05">17515 3420 589 0,'0'0'39'0,"91"-50"-19"16,-35 35 1-16,1 3-13 16,-2 7-6-16,-12 5-2 15,-7 0-14-15,-13 6-106 0,-10 5-257 16</inkml:trace>
  <inkml:trace contextRef="#ctx0" brushRef="#br0" timeOffset="29937.12">17240 3866 389 0,'0'0'38'0,"0"0"-30"0,113 23 77 16,-56-17-43-1,2-5-23-15,1-1-19 0,-2 0-9 16,-2 0-18-16,-7-10-24 15,-9-1-53-15,-14 2 41 16,-12 2 18-16,-12-2 45 16,-2 5 7-16,-2-3 46 15,-5 5-18-15,0 2 41 16,2 0-36-16,-2 5-35 16,-4 19 0-16,-2 10 26 15,1 9 2-15,2 7-5 16,2 4-5-16,2-2-5 15,4-5-11-15,2-11 1 16,0-11 6-16,0-8 15 16,2-8 2-16,0-4-17 0,-2-5-3 15,0 0 0 1,0 0 17-16,-4 0 20 0,-16-8-48 16,-10-5-35-16,-1 1-79 15,6-5-40-15</inkml:trace>
  <inkml:trace contextRef="#ctx0" brushRef="#br0" timeOffset="30139.84">17932 3763 712 0,'0'0'48'0,"0"0"-3"0,0 0 0 15,0 0-23-15,0 0-19 16,0 0-3-16,119-47-4 16,-54 41-2-16,2 1-67 15,0-7-91-15,-9-5-322 16</inkml:trace>
  <inkml:trace contextRef="#ctx0" brushRef="#br0" timeOffset="30327.17">18301 3604 667 0,'0'0'118'16,"0"0"-76"-16,0 0-36 16,116-16-2-16,-70 16-1 15,3 0-3-15,0 7-79 16,-5 3-68-16,-9-1-187 15</inkml:trace>
  <inkml:trace contextRef="#ctx0" brushRef="#br0" timeOffset="30506.87">18263 3768 498 0,'0'0'151'16,"0"0"-150"-16,0 0 0 15,0 0 54-15,109 8-3 16,-48-8-41-16,3 0-11 16,-3 0-38-16,-6 0-117 15,-11-5-333-15</inkml:trace>
  <inkml:trace contextRef="#ctx0" brushRef="#br0" timeOffset="30872.73">18977 3573 392 0,'0'0'173'15,"0"0"2"-15,0 0-54 16,0 0-45-16,0 0-43 16,0 0-12-16,63-39-20 15,-21 30-2-15,11 4-3 16,15 2 2-16,2 3-6 16,-8 0-5-16,-9 13 3 0,-19 5-11 15,-14 9-7 1,-17 4-14-16,-3 13 17 0,-30 14 12 15,-21 11 8-15,-8 7 2 16,-1 2-35-16,10-10-104 16,20-22-61-16</inkml:trace>
  <inkml:trace contextRef="#ctx0" brushRef="#br0" timeOffset="31285.84">19170 3780 443 0,'0'0'281'0,"0"0"-201"16,0 0-74-16,0 0-6 15,0 0-2-15,139-37 2 0,-60 32 19 16,12-1 1-16,4-1-12 16,-2 2 7-16,-16-2-15 15,-20 4 0-15,-24 0 2 16,-17 0 1-16,-13 3 0 15,-3 0-2-15,0 0 0 16,0 0-1-16,0 0-5 16,-9 20-41-16,-7 8 22 15,0 11-4-15,5 2-7 16,11-1-19-16,1-9 7 16,25-13 17-16,8-15 30 15,0-3 19-15,-5-15 61 0,-2-11 23 16,-9-5-53-16,-2-4-34 15,-7-2-7-15,-9 0-8 16,0 4 4-16,-14 2 4 16,-14 7-9-16,-5 7-3 15,0 17-78-15,7 0-116 16,11 17-74-16,15 5-80 16</inkml:trace>
  <inkml:trace contextRef="#ctx0" brushRef="#br0" timeOffset="31487.12">20079 3849 657 0,'0'0'173'16,"0"0"-131"-16,0 0-42 0,0 0-12 15,0 0 4-15,10 99 7 16,-10-54-4-16,-6 4-25 15,-19-3-38-15,-5-8-237 16,5-13-45-16</inkml:trace>
  <inkml:trace contextRef="#ctx0" brushRef="#br0" timeOffset="32919.11">20565 3595 721 0,'0'0'67'0,"0"0"-67"16,0 0-55-16,0 0 54 15,-36 97 1-15,12-47 2 16,3 2-2-16,8 0-3 15,10-9-17-15,3-9-17 16,7-15 13-16,15-11 24 16,10-8 8-16,5 0 13 15,4-15 12-15,-1-7-9 0,-6-5-11 16,-6-4 13 0,-8-2-13-16,-8 2-6 0,-8-3-4 15,-4 4 0-15,0 2-2 16,-16-1-1-16,-1 5 0 15,1 4-2-15,1 8-4 16,5 7-5-16,2 1-45 16,4 4 21-16,2 0 8 15,1 0 7-15,1 0 2 16,0 0 4-16,0 0 4 16,0 0 10-16,0 0 1 15,0-1 5-15,0 1 18 0,0-2 19 16,0 2-5-1,0 0-9-15,0 0-19 0,0 0-10 16,0 0 0-16,0 0-2 16,0 0-4-16,0 0-6 15,0 0-4-15,0 0-10 16,20 4 23-16,13 4 3 16,15-4 3-16,13 3-2 15,13-4-1-15,3 0-16 16,2-3-22-16,-9 0 13 15,-9-2 20-15,-16-9 5 16,-17 2 7-16,-14-1 26 16,-10 3 54-16,-4 0-5 15,0 2-36-15,0 3-32 0,0 2-6 16,-7 0-8-16,-14 17-12 16,-12 13 9-16,-7 8 3 15,-3 9-3-15,5 3-5 16,16-3-22-16,15-8-35 15,7-10 22-15,14-15 40 16,13-8 3-16,9-6 6 16,3-10 9-16,4-19 7 15,-3-6 4-15,-4-3-9 16,-6-2-3-16,-6 4 0 16,-5 3-7-16,-2 8 1 0,-5 7 12 15,-2 8-20 1,-7 4-2-16,1 3 2 0,-3 3-6 15,3 0-12-15,2 9-56 16,3 13 46-16,1 5 22 16,1 5 3-16,3 3 2 15,-1-5-10-15,3-6-34 16,-1-7 13-16,0-11 29 16,-3-6 3-16,-2 0 5 15,5-3 35-15,2-17 40 16,5-7-75-16,0-2 4 15,-5-1 27-15,-6 1-30 16,-4-2 3-16,-7 1-7 16,0 2 2-16,0 1 13 15,-13 6-8-15,1 4 12 0,-1 5-14 16,-2 8-7 0,-3 4-3-16,-2 0-10 0,2 0-13 15,7 6-10-15,7-1-11 16,4 0 4-16,0-4 30 15,0 1 12-15,0-2 1 16,0 0 1-16,0 0 6 16,0 0 9-16,0 0 26 15,0 0 1-15,0 0-15 16,0 0-1-16,0 0-6 0,0 0-6 16,0 0-6-1,0 0-5-15,0 0-2 0,0 0-2 16,0 0 0-16,0 0 0 15,0 0 0-15,0 0 3 16,0 0-3-16,0 0 1 16,0 0 3-16,0 0 4 15,0 0-3-15,0 0-1 16,0 0-4-16,0 0 1 16,0 0-1-16,0 0 0 15,0 0-1-15,0 0 1 16,0 0 0-16,0 0 0 15,0 0 0-15,0 0-1 16,0 0 1-16,0 0-1 16,0 0-3-16,0 1-24 0,0 7-42 15,0 3-80 1,12 1 121-16,13-6-200 0,11-6-206 16</inkml:trace>
  <inkml:trace contextRef="#ctx0" brushRef="#br0" timeOffset="52151.16">3353 4389 54 0,'0'0'6'16,"0"0"-12"-16,0 0-32 16</inkml:trace>
  <inkml:trace contextRef="#ctx0" brushRef="#br0" timeOffset="53998.81">3640 4463 67 0,'0'0'76'16,"0"0"-1"-16,0 0-6 15,0 0-30-15,0 0 24 16,0 0 10-16,-48-58-16 16,43 45-15-16,2-2-8 15,1 1 0-15,-1-2-3 16,1 2 18-16,-1 3-22 16,2 0-6-16,-1 3 9 15,1 4 0-15,-1-3-8 16,2 4 13-16,-1 0-30 0,1 2 0 15,0 0 3-15,0-1-6 16,0 2 7-16,0 0-5 16,0 0-3-16,0 0 1 15,10 0-2-15,27 0-3 16,19 0 3-16,18 7 0 16,5 10-1-16,-1 7 0 15,-11 6 1-15,-19 4-3 16,-13 4 0-16,-14 3 2 15,-15 0 0-15,-6-2 1 16,0-6-1-16,-19-6 2 16,-1-7 0-16,-5-7 0 0,4-5 1 15,-1-8 2 1,1 0 2-16,0-6 12 0,2-12-1 16,5-5-4-16,8-4-3 15,6-3-10-15,5-5-1 16,23-2-6-16,14 1-7 15,7 2-11-15,2 3-8 16,7 9-20-16,-4 5-67 16,-10 4-70-16,-18 11-173 15</inkml:trace>
  <inkml:trace contextRef="#ctx0" brushRef="#br0" timeOffset="54275.01">4450 4679 764 0,'0'0'74'0,"0"0"-33"15,0 0-41-15,0 0-4 16,0 0 0-16,0 0 4 15,4 89 1-15,4-46-1 16,3 7 2-16,-3 2-1 16,7 2-1-16,-3-4-3 15,-2-6-65-15,-1-10-55 0,0-22-83 16,-4-12-202-16</inkml:trace>
  <inkml:trace contextRef="#ctx0" brushRef="#br0" timeOffset="54486.43">4759 4621 659 0,'0'0'28'0,"0"0"15"16,0 0-23-16,0 0-20 15,0 0 0-15,95-18-3 16,-47 18 8-16,7-4-4 0,4-2-1 15,4 6-9 1,-6-1-78-16,-14 1-81 0,-19 0-216 16</inkml:trace>
  <inkml:trace contextRef="#ctx0" brushRef="#br0" timeOffset="54665.92">4603 4930 606 0,'0'0'9'0,"81"-2"3"16,-19-12 38-16,10 0 7 15,4 0-31-15,8 2-15 16,2 2-11-16,5 3-14 0,-6-3-126 16,-16-6-329-16</inkml:trace>
  <inkml:trace contextRef="#ctx0" brushRef="#br0" timeOffset="56998.94">5759 4375 281 0,'0'0'126'0,"0"0"62"16,0 0-44-16,0-76-79 16,0 68-9-16,-1 5 8 0,-1 1-38 15,2 2-19-15,0 0-7 16,0 7-11-16,0 22 0 16,0 15 6-16,-3 12 3 15,-7 10 2-15,-8 5 2 16,3-3-2-16,-3-7-1 15,6-11-17-15,2-13-18 16,4-10-38-16,3-5-17 16,3-13-10-16,0-9-126 15</inkml:trace>
  <inkml:trace contextRef="#ctx0" brushRef="#br0" timeOffset="57360.76">5926 4534 446 0,'0'0'236'0,"0"0"-236"15,0 0-17-15,0 0 17 16,9 75 0-16,5-41 1 16,7 6 6-16,5-2-3 15,9-5-2-15,-2-9-2 16,1-13-2-16,-4-11 2 15,-4 0 8-15,1-21 28 16,-4-9-7-16,-8-3-10 0,-5-6 37 16,-9 3-43-1,-1-1-11-15,-16 7 0 0,-23 6-4 16,-14 6-20 0,-5 3 7-16,7 5 15 0,15 2 6 15,21 7-6-15,12 1 0 16,3 1-55-16,5 17-25 15,18 2-8-15,9-3-37 16,3-7-207-16</inkml:trace>
  <inkml:trace contextRef="#ctx0" brushRef="#br0" timeOffset="57551.69">6320 4349 659 0,'0'0'129'16,"0"0"-51"-16,0 0-32 15,0 0-46-15,0 0-2 16,0 0 1-16,97 7-39 16,-55 5-51-16,4-6-57 15,-5-6-200-15</inkml:trace>
  <inkml:trace contextRef="#ctx0" brushRef="#br0" timeOffset="57763.37">6656 4224 573 0,'0'0'177'0,"0"0"-84"16,0 0-93-16,0 0 1 15,0 0-1-15,-15 118 2 16,10-55 0-16,2 10 0 15,3 11-2-15,0 3 0 16,0-2-3-16,0-10-44 16,-4-17-72-16,1-14-2 15,1-25-210-15</inkml:trace>
  <inkml:trace contextRef="#ctx0" brushRef="#br0" timeOffset="57897.8">6775 4791 614 0,'0'0'105'16,"0"0"-97"-16,0 0-8 0,0 0-95 15,0 0 79-15,0 0-101 16,9 43-82-16</inkml:trace>
  <inkml:trace contextRef="#ctx0" brushRef="#br0" timeOffset="58420.21">7477 4483 363 0,'0'0'138'0,"0"0"-52"15,0 0-20-15,0 0-33 0,0 0-33 16,0 0-45-16,0 14 1 16,2 12-38-16,1-3-94 15</inkml:trace>
  <inkml:trace contextRef="#ctx0" brushRef="#br0" timeOffset="58631.55">7606 4875 795 0,'0'0'44'0,"0"0"-44"0,0 0-10 16,0 0 10-16,9 72 0 15,-6-28 5-15,-3 8-3 16,0 1 1-16,-2 3-3 16,-25-4-26-16,-12-2-76 15,-11-11-128-15</inkml:trace>
  <inkml:trace contextRef="#ctx0" brushRef="#br0" timeOffset="59008.84">7876 4550 665 0,'0'0'68'0,"0"0"30"16,0 0-47-16,0 0-3 15,0 0-45-15,0 0 0 16,116-22-3-16,-62 64 0 15,-5 9 0-15,-7 3 1 16,-14-8-1-16,-11-8-2 16,-13-9 2-16,-4-10 0 15,0-7-5-15,0-7 5 16,0-5 1-16,-1 0 1 16,-12-5 10-16,-3-19 1 15,2-12-9-15,4-7-2 16,9-11 0-16,1-2-2 15,18 3 0-15,15 12-4 0,9 15-7 16,10 13-38-16,4 11-62 16,2 2-42-16,-4 10-13 15,-9 13-127-15</inkml:trace>
  <inkml:trace contextRef="#ctx0" brushRef="#br0" timeOffset="59359.92">8489 4743 747 0,'0'0'73'0,"0"0"-62"16,0 0-11-16,0 0 0 16,0 0 2-16,0 0-2 15,82 56 1-15,-64-28-2 16,0 2 1-16,-11-3-5 15,-4 0-1-15,-3-5-18 16,0-4 3-16,-6-2 8 16,-6-7 11-16,0-1-2 15,5-4 4-15,5-3 7 16,2 1 39-16,0-1-19 16,0 0 0-16,0-1 0 15,0 0-17-15,20 0-10 0,16 0 0 16,23-5-10-1,7-4-20-15,4 4-54 0,-3-5-80 16,-15-4-146 0</inkml:trace>
  <inkml:trace contextRef="#ctx0" brushRef="#br0" timeOffset="59646.01">9090 4586 423 0,'0'0'9'0,"0"0"20"15,0 0 21-15,0 0-23 16,100-7-7-16,-67 7-11 16,4 0 0-16,0 5-4 15,-1 1-5-15,-6-4-128 16,-9-2-239-16</inkml:trace>
  <inkml:trace contextRef="#ctx0" brushRef="#br0" timeOffset="59808.63">9099 4700 723 0,'0'0'6'0,"0"0"-6"15,0 0 0-15,0 0 2 16,0 0 42-16,119 37-21 16,-56-28-15-16,8-1-8 15,-6-8-124-15,-9 0-238 16</inkml:trace>
  <inkml:trace contextRef="#ctx0" brushRef="#br0" timeOffset="65236.35">9877 4461 285 0,'0'0'155'15,"0"0"-77"-15,0 0-26 16,0 0 35-16,0 0-21 16,0 0 12-16,0 0-50 15,0-44 16-15,0 41-10 16,0 1-15-16,0 2 4 15,0 0-9-15,0 0 1 16,0 0-15-16,0 0 0 16,0 5-7-16,0 17-42 0,0 14 40 15,0 14 6-15,-6 9 3 16,-8-1 0-16,0-2 0 16,-1-11-2-16,3-6 2 15,3-8-18-15,0-3-9 16,2-8-18-16,2-3 7 15,2-3-25-15,-1-6-57 16,4-6-114-16,0-2-90 16</inkml:trace>
  <inkml:trace contextRef="#ctx0" brushRef="#br0" timeOffset="65538.66">10062 4475 503 0,'0'0'132'15,"0"0"-40"-15,0 0-41 16,0 0-5-16,0 0-30 16,0 0-13-16,0-12-3 15,0 13-10-15,0 19 4 16,0 11 5-16,0 10 0 15,-6 7 2-15,-4 5-1 16,0-5 1-16,2-1 2 16,2-6-3-16,4-4-2 15,2-4-1-15,0-7-42 0,0-2-14 16,0-12-51 0,2-12-112-16,10-3-136 0</inkml:trace>
  <inkml:trace contextRef="#ctx0" brushRef="#br0" timeOffset="65726.6">10243 4590 506 0,'0'0'121'0,"0"0"-27"15,0 0-48-15,0 0-29 16,0 0-17-16,0 0-50 0,14 9 11 15,2-1-25 1,4-6-84-16,3-2-210 0</inkml:trace>
  <inkml:trace contextRef="#ctx0" brushRef="#br0" timeOffset="65968.57">10611 4316 334 0,'0'0'354'0,"0"0"-180"16,0 0-117-16,0 0-49 0,0 0-8 15,0 0-6 1,0 0 6-16,1 89 1 0,-1-21 1 16,0 9 0-16,0 3-2 15,-5 0-9-15,0-10-48 16,1-3-23-16,-3-8-23 15,1-14-59-15,6-12-206 16</inkml:trace>
  <inkml:trace contextRef="#ctx0" brushRef="#br0" timeOffset="66135.8">10735 5034 776 0,'0'0'133'0,"0"0"-88"15,0 0-27-15,0 0-15 0,0 0-3 16,0 0-18-16,0 24-71 16,3-7 43-16,3-8-137 15,3-9-204-15</inkml:trace>
  <inkml:trace contextRef="#ctx0" brushRef="#br0" timeOffset="66702.92">11487 4659 408 0,'0'0'153'0,"0"0"-39"15,0 0-16 1,0 0-68-16,0 0 22 0,0 0-32 16,6-60-20-16,-6 64-50 15,0 20-56-15,0 9 59 16,0 2-170-16,0-9-64 15</inkml:trace>
  <inkml:trace contextRef="#ctx0" brushRef="#br0" timeOffset="66903.06">11655 4878 744 0,'0'0'1'0,"0"0"-1"15,0 0 0-15,11 75 3 16,-7-25 3 0,-4 13 3-16,0 5-3 0,-1-3-2 15,-26 3-4-15,-15-4-101 16,-16-12-117-16</inkml:trace>
  <inkml:trace contextRef="#ctx0" brushRef="#br0" timeOffset="67450.95">12188 4589 351 0,'0'0'144'0,"0"0"0"0,0 0-46 16,0 0-94-16,0 0-4 15,0 0 0-15,57 82 3 16,-47-33-1-16,-2 2 1 16,-3-3 4-16,-5-7-5 15,0-10 3-15,0-9-4 16,0-10 0-16,0-5 1 15,0-6 3-15,0-1 14 16,-1 0 53-16,-9-20-38 16,1-11-33-16,6-8-1 0,3-5 0 15,0 2 2 1,9 3 11-16,19 6 2 0,12 7-15 16,12 7-18-16,10 7-42 15,0 12-43-15,-2 0-63 16,-11 2-185-16</inkml:trace>
  <inkml:trace contextRef="#ctx0" brushRef="#br0" timeOffset="67934.46">12536 4917 775 0,'0'0'81'0,"0"0"-25"16,0 0-49-16,0 0-7 15,0 0-2-15,0 0 0 16,58 6 2-16,-14-1 0 16,1 3 0-16,-2 1-36 15,-7 2-15-15,-11 0-54 16,-12 0-1-16,-9-1-8 15,-4-2 7-15,-6 1 63 16,-16-2 44-16,-3 1 6 16,0 0 77-16,6-2 12 15,7-3-13-15,5 5-8 0,4 3-47 16,1 8-21-16,2 15-1 16,0 7-1-16,0 8 0 15,12 1 2-15,2-6-5 16,0-10 0-16,-5-12 2 15,-4-8-2-15,-4-11 1 16,-1-1 4-16,0-2 13 16,0 0 38-16,0 0 1 15,-12-5-14-15,-14-8-42 16,2-1-2-16,1 3-14 16,14 3-38-16,9-6-86 15,32-5-239-15</inkml:trace>
  <inkml:trace contextRef="#ctx0" brushRef="#br0" timeOffset="68232.82">13268 4809 387 0,'0'0'8'16,"0"0"-7"-16,0 0 39 15,95-13 9-15,-62 10-15 16,6 2-19-16,4 1-8 15,2 0-7-15,-5 0-79 16,-10 0-152-16</inkml:trace>
  <inkml:trace contextRef="#ctx0" brushRef="#br0" timeOffset="68405.95">13152 4959 602 0,'0'0'125'0,"0"0"-125"16,0 0-3-16,0 0 3 16,87 11 16-16,-22-10-1 15,9 1-15-15,7-1 0 16,-3-1-113-16,-7 0-135 16</inkml:trace>
  <inkml:trace contextRef="#ctx0" brushRef="#br0" timeOffset="69093.82">14126 4640 306 0,'0'0'142'16,"0"0"-9"-16,0 0-2 15,0 0-88-15,0 0 29 16,0 0-72-16,0-9-6 16,-5 43-3-16,-8 14 9 15,-2 14 0-15,0 10 6 16,6 3-6-16,4-4-21 0,5-5-62 15,0-18-106-15,0-20-66 16</inkml:trace>
  <inkml:trace contextRef="#ctx0" brushRef="#br0" timeOffset="69348.57">14384 4724 424 0,'0'0'184'0,"0"0"-82"0,0 0-25 16,0 0-53-16,83-59-13 16,-38 57-11-16,0 2-3 15,5 0-4-15,-8 11-18 16,-6 3-46-16,-13 3-16 15,-15-2-47-15,-8 0-87 16,-6-1 92-16</inkml:trace>
  <inkml:trace contextRef="#ctx0" brushRef="#br0" timeOffset="69572.69">14557 4796 81 0,'0'0'168'0,"0"0"-14"16,0 0-28-16,0 0-55 15,0 0-40-15,0 0-16 16,-33 61-2-16,33-27-5 0,3 7 7 15,13 3 0-15,-2 0-11 16,-1-10 2-16,-4-7-2 16,-6-10-4-16,-3-6-1 15,0-6 1-15,0-4-4 16,-25-1 4-16,-10 0 4 16,-8 0-4-16,1-6-2 15,8-7 0-15,13 1-1 16,18-1-22-16,5-4-100 15</inkml:trace>
  <inkml:trace contextRef="#ctx0" brushRef="#br0" timeOffset="69776.91">14927 4718 682 0,'0'0'140'0,"0"0"-36"16,0 0-62-16,0 0-37 16,0 0-5-16,0 0-48 15,7 6-50-15,20 12 3 16,10-8-70-16,0-10-343 16</inkml:trace>
  <inkml:trace contextRef="#ctx0" brushRef="#br0" timeOffset="69982">15238 4579 663 0,'0'0'148'16,"0"0"-111"-16,0 0-37 16,0 0-8-16,-1 96 5 15,-11-28 3-15,-3 16 6 16,-3 8-5-16,-1 2 3 15,1 2-4-15,-8-9-53 16,1-12-75-16,3-26-189 0</inkml:trace>
  <inkml:trace contextRef="#ctx0" brushRef="#br0" timeOffset="70117.64">15204 5216 909 0,'0'0'28'0,"0"0"-28"16,0 0-84-16,0 0-73 16,0 0 1-16</inkml:trace>
  <inkml:trace contextRef="#ctx0" brushRef="#br0" timeOffset="70664.57">16102 4713 527 0,'0'0'140'0,"0"0"-60"16,0 0-65-16,0 0-15 15,0 0-44-15,0 0-87 16,0 36 18-16,0-16-105 16</inkml:trace>
  <inkml:trace contextRef="#ctx0" brushRef="#br0" timeOffset="70881.68">16200 5028 779 0,'0'0'57'15,"0"0"-57"-15,0 0-2 16,42 90-1-16,-24-37 1 15,-4 11 1-15,-10 8 1 16,-4 3 0-16,-21-4-10 16,-15-6-63-16,-10-16-150 15,0-23-211-15</inkml:trace>
  <inkml:trace contextRef="#ctx0" brushRef="#br0" timeOffset="71414.93">16603 4806 574 0,'0'0'107'0,"0"0"-34"15,0 0-73-15,0 0 0 16,0 0 11-16,57 124 12 16,-45-62 2-16,-2 2-9 15,-4-6-5-15,0-12-7 16,-2-12 0-16,-2-15-1 16,-2-8-2-16,0-8 0 0,0-3 7 15,0-3 41 1,-12-18-10-16,-4-14-36 15,-2-5-2-15,7-7-1 0,10 0 1 16,1 1 8-16,21 7-2 16,19 6-7-16,15 12 0 15,17 10-29-15,17 9-65 16,8 2-96-16,-3 2-205 16</inkml:trace>
  <inkml:trace contextRef="#ctx0" brushRef="#br0" timeOffset="71730.07">17116 5064 434 0,'0'0'141'0,"0"0"-72"16,0 0-62-1,0 0 11-15,0 0-7 0,-19 89 1 16,28-63 0-16,16-1-4 16,8-6 4-16,6-9-2 15,4-8-10-15,-3-2 10 16,-2-3-7-16,-7-13 25 15,-9-4 18-15,-7 3-10 16,-8 3 17-16,-7 1-32 16,0 7 6-16,0 3-14 15,0 3-4-15,0 0-9 16,0 12-12-16,-5 17 5 16,-1 5 4-16,6 7 2 15,0 4 0-15,0 3-10 16,13 0-12-16,-1-4-28 15,-3-10-41-15,-3-16-59 0,-6-18-299 16</inkml:trace>
  <inkml:trace contextRef="#ctx0" brushRef="#br0" timeOffset="73069.86">17883 5051 495 0,'0'0'126'0,"0"0"-35"16,0 0 7-16,0 0-31 15,0 0-25-15,0 0-22 0,-3-2-20 16,15 1-1 0,6-1-13-16,9 2-31 0,1 0-17 15,-1 0-49-15,0 0-37 16,-7 0-106-16</inkml:trace>
  <inkml:trace contextRef="#ctx0" brushRef="#br0" timeOffset="73244.76">17847 5179 197 0,'0'0'153'15,"0"0"-137"-15,0 0 39 16,0 0 29-16,0 0-29 0,93 48-40 15,-35-43-13-15,13-5-2 16,7 0-76-16,2-12-164 16</inkml:trace>
  <inkml:trace contextRef="#ctx0" brushRef="#br0" timeOffset="73431.64">18530 4940 580 0,'0'0'152'0,"0"0"-127"16,0 0-25-16,0 0-8 0,-9 73 8 15,3-22 1 1,5 11 3-16,1 6-2 0,0-1-2 16,12-1-1-16,4-18-137 15,3-17-121-15</inkml:trace>
  <inkml:trace contextRef="#ctx0" brushRef="#br0" timeOffset="73712.46">18783 5009 721 0,'0'0'107'0,"0"0"-101"0,0 0-4 16,0 0-2-16,0 0 2 15,120 106-2-15,-75-59 2 16,-2-4 1-16,-7-6-3 16,-8-5 0-16,-8-10 2 15,-11-7-2-15,-3-6 0 16,-6-5-8-16,0-1-9 16,-30-3 14-16,-28 0-10 15,-23 0-27-15,-7-2-122 16,12-13-55-16,23-7-20 15</inkml:trace>
  <inkml:trace contextRef="#ctx0" brushRef="#br0" timeOffset="73871.62">18886 5082 251 0,'0'0'149'16,"0"0"27"-16,0 0-51 15,0 0-25-15,0 0-2 16,0 0-66-16,36-62-2 15,-22 59-30-15,11 1-4 16,13 2-18-16,11 0-33 16,4 0-60-16,2-7-121 15</inkml:trace>
  <inkml:trace contextRef="#ctx0" brushRef="#br0" timeOffset="74060.69">19222 4947 3 0,'0'0'662'0,"0"0"-642"15,0 0-20-15,0 0-5 16,0 0-10-16,0 0 12 16,63 53-31-16,-15-48-70 15,5-5-116-15</inkml:trace>
  <inkml:trace contextRef="#ctx0" brushRef="#br0" timeOffset="74277.26">19504 4696 673 0,'0'0'157'0,"0"0"-58"15,0 0-80-15,0 0-19 16,0 0-1-16,0 0-9 15,0 89 10-15,0-7 1 16,0 15 2-16,-3 9-3 16,-4-3-1-16,-7-9-60 15,-2-9-30-15,-8-16-53 16,5-20-117-16</inkml:trace>
  <inkml:trace contextRef="#ctx0" brushRef="#br0" timeOffset="74427.29">19534 5414 865 0,'0'0'41'15,"0"0"9"-15,0 0-50 16,0 0-2-16,0 0-37 16,0 0-23-16,18 47-38 15,-11-30-141-15</inkml:trace>
  <inkml:trace contextRef="#ctx0" brushRef="#br0" timeOffset="74943.63">20353 4970 505 0,'0'0'162'0,"0"0"-74"0,0 0-41 16,0 0-47-16,0 0-4 15,0 0-114-15,-5 50 45 16,16-27-176-16</inkml:trace>
  <inkml:trace contextRef="#ctx0" brushRef="#br0" timeOffset="75176.84">20360 5296 810 0,'0'0'79'15,"0"0"-79"-15,0 0 0 16,0 0 0-16,20 108 2 16,-4-42 5-16,-4 14-3 15,-11 10-3-15,-1 2-1 16,-17-5-2-16,-19-8-39 16,-15-18-74-16,-4-25-190 15</inkml:trace>
  <inkml:trace contextRef="#ctx0" brushRef="#br0" timeOffset="75841.91">20838 5010 443 0,'0'0'144'16,"0"0"-54"-16,0 0-7 15,0 0-65-15,0 0-18 16,0 0-2-16,39 71 2 0,-22-21 7 16,-2 3 1-16,0 4-2 15,-7-7 0-15,1-10 1 16,-5-12-6-16,0-12 6 15,-2-8-6-15,-1-5 2 16,-1-3 37-16,0 0 50 16,0-6-24-16,0-16-22 15,0-14-41-15,0-7-3 16,0-6 0-16,3 1-1 16,21 2-6-16,10 6 3 0,12 10-10 15,6 9-32-15,0 10-5 16,-2 9-27-16,-9 2-33 15,-12 0-179-15</inkml:trace>
  <inkml:trace contextRef="#ctx0" brushRef="#br0" timeOffset="77110.69">21251 5355 449 0,'0'0'126'0,"0"0"33"16,0 0-71-16,0 0-39 16,0 0-17-16,0 0-27 15,0 0-5-15,1-16-25 16,-1 40 3-16,0 5 22 0,0 12-1 15,0 1 0-15,0 1-10 16,0 0-16-16,11-6 1 16,5-6 14-16,-1-9 9 15,-4-7 3-15,-4-6 0 16,-5-5 0-16,-2-3-2 16,0-1-5-16,0 5 7 15,-12 1 4-15,-12 3 5 16,-7 1-5-16,-5 1 1 15,-2 0-5-15,-2-2-12 16,4-4-75-16,11-5-111 16,12 0-111-16</inkml:trace>
  <inkml:trace contextRef="#ctx0" brushRef="#br0" timeOffset="77299.86">21328 5378 562 0,'0'0'146'0,"0"0"-28"16,0 0-43-16,0 0-39 15,0 0-27-15,0 0-9 16,41-17-15-16,2 17-20 16,16 0-22-16,12 0-87 0,-2 0-130 15</inkml:trace>
  <inkml:trace contextRef="#ctx0" brushRef="#br0" timeOffset="77500.78">21894 5154 531 0,'0'0'94'0,"0"0"-47"15,0 0-47-15,0 0 0 16,79 6-1-16,-33 0-31 16,3-2-61-16,0-3-77 15,-7-1-147-15</inkml:trace>
  <inkml:trace contextRef="#ctx0" brushRef="#br0" timeOffset="77691.69">21879 5271 238 0,'0'0'178'0,"0"0"-178"15,0 0 0-15,0 0 19 16,0 0 25-16,80 39-18 16,-26-33-15-16,12-4-11 15,-1-2-27-15,-2-8-220 0</inkml:trace>
  <inkml:trace contextRef="#ctx0" brushRef="#br0" timeOffset="78731.28">22686 4898 515 0,'0'0'160'0,"0"0"-14"16,0 0-146-16,0 0-1 16,0 0-25-16,-13 90 26 15,-9-29 1-15,-3 4 2 16,-2-5-3-16,6-2-14 15,6-9-58-15,4-5-9 16,3-11-56-16,4-16-112 16</inkml:trace>
  <inkml:trace contextRef="#ctx0" brushRef="#br0" timeOffset="79122.72">22981 4902 529 0,'0'0'91'16,"0"0"-12"-16,0 0-79 16,0 0-11-16,0 0 11 15,0 91 7-15,-6-38-5 16,1 2 0-16,5-1 2 15,0-4-4-15,4-6-9 16,10-12-22-16,0-8-1 0,-2-9-9 16,-8-8 10-1,2-7 21-15,-1 0 10 0,2-7 62 16,2-13-55-16,-3-6 7 16,-6-3 11-16,0 0 12 15,-13 0-13-15,-7 4 3 16,2 6 21-16,8 7 5 15,5 7-8-15,4 5-45 16,1 6-72-16,0 16-98 16,9 8 90-16,18-7-132 15</inkml:trace>
  <inkml:trace contextRef="#ctx0" brushRef="#br0" timeOffset="79338.55">23266 4959 539 0,'0'0'239'16,"0"0"-110"-16,0 0-83 15,0 0-46-15,0 0-21 16,0 0-108-16,45 41 35 15,-4-24-22-15,3-11-259 16</inkml:trace>
  <inkml:trace contextRef="#ctx0" brushRef="#br0" timeOffset="79557.35">23657 4757 729 0,'0'0'140'16,"0"0"-80"-16,0 0-60 16,0 0-11-16,0 0 5 15,-4 129 6-15,-5-40 3 16,1 11 0-16,-1 9-3 16,1-2-16-16,-2-3-66 0,-6-12-44 15,-2-17-88 1</inkml:trace>
  <inkml:trace contextRef="#ctx0" brushRef="#br0" timeOffset="79721.98">23649 5609 921 0,'0'0'28'15,"0"0"26"-15,0 0-28 16,0 0-26-16,0 0-26 15,0 0-112-15,3 11-65 16,-3 1-91-16</inkml:trace>
  <inkml:trace contextRef="#ctx0" brushRef="#br0" timeOffset="101434.36">1996 6769 305 0,'0'0'135'0,"0"0"13"16,0 0-83-16,0 0-1 16,0 0-28-16,0 0 9 15,0 0-8-15,0 0-1 16,-12-59 0-16,12 56-26 16,0 1-1-16,0 2-3 15,0 0-6-15,0 0 0 16,0 0-5-16,12 8-1 15,13 14 4-15,10 12 2 16,4 14 0-16,1 10 1 16,-6 5-1-16,-1-1 1 15,-11-9 0-15,-7-13 2 16,-5-9-3-16,-7-9-4 0,-1-12 3 16,-2-6 1-16,0-4 5 15,0 0 1-15,-3 0 20 16,-21-16 7-16,-9-11-32 15,-8-8 0-15,2-2 0 16,3 0 3-16,14 4 0 16,13 5-4-16,9 3-8 15,6 3-5-15,27 0-30 16,10-3-28-16,11 4 13 16,2 4-17-16,-1 5-28 15,-7-1-48-15,-6 0-125 16</inkml:trace>
  <inkml:trace contextRef="#ctx0" brushRef="#br0" timeOffset="101674.69">2569 6880 600 0,'0'0'70'0,"0"0"-69"16,0 0-1-16,0 0 6 15,0 0 1-15,104 2-4 0,-70 5 0 16,0-1-3 0,3 3-9-16,-4-2-68 0,2-1-131 15</inkml:trace>
  <inkml:trace contextRef="#ctx0" brushRef="#br0" timeOffset="101852.33">2588 7070 561 0,'0'0'54'16,"0"0"-54"-16,0 0 7 15,85 30 5-15,-37-24 16 16,4-3-6-16,5-2-18 15,1-1-4-15,-3 0-45 0,-4-10-171 16</inkml:trace>
  <inkml:trace contextRef="#ctx0" brushRef="#br0" timeOffset="102204.98">3223 6774 544 0,'0'0'63'0,"0"0"-35"16,0 0-28-16,0 0 8 16,0 0 6-16,57 87 17 15,-36-36-5-15,0 4 0 16,-2-5-16-16,-4-3-6 16,-8-5 0-16,-3-7-1 15,0-3-6-15,-4-6-29 16,0-1-14-16,0-8-76 0,-9-9-142 15</inkml:trace>
  <inkml:trace contextRef="#ctx0" brushRef="#br0" timeOffset="102550.03">3577 6987 778 0,'0'0'59'0,"0"0"-40"15,0 0-19-15,0 0-22 16,0 0 21-16,0 0 1 16,12 99 3-16,-7-63 0 15,5-5-2-15,5-5-1 0,-3-10-15 16,0-11-1-16,7-5 16 16,4-10 5-16,6-20 5 15,1-10-8-15,1-6 0 16,-10 0-1-16,-12 2 7 15,-9 1 11-15,-11 5 17 16,-30 5-23-16,-12 9-12 16,-4 13-1-16,8 11-1 15,17 0-6-15,14 21-41 16,11 8-29-16,7 3-12 16,0 4 13-16,15-7-92 15,18-9-228-15</inkml:trace>
  <inkml:trace contextRef="#ctx0" brushRef="#br0" timeOffset="102747.02">3892 6742 800 0,'0'0'57'16,"0"0"-3"-16,0 0-54 15,0 0-13-15,0 0-49 16,0 0 5-16,82 22-50 0,-45-9-7 16,3-11-131-1</inkml:trace>
  <inkml:trace contextRef="#ctx0" brushRef="#br0" timeOffset="102965.49">4233 6595 708 0,'0'0'129'0,"0"0"-17"16,0 0-99-16,0 0-13 15,0 0-8-15,0 0 8 16,14 128 4-16,-1-55-3 16,-1 6-1-16,1 4 0 15,-5-1-35-15,-2-7-25 16,-3-9-64-16,0-14-44 0,4-17-67 15</inkml:trace>
  <inkml:trace contextRef="#ctx0" brushRef="#br0" timeOffset="103116.5">4408 7267 494 0,'0'0'396'16,"0"0"-303"-16,0 0-33 15,0 0-31-15,0 0-29 16,0 0-7-16,18-14-51 15,-2 39 29-15,-4 8-14 16,-7-1-108-16,-5-11-284 16</inkml:trace>
  <inkml:trace contextRef="#ctx0" brushRef="#br0" timeOffset="104299.17">2244 7721 223 0,'0'0'28'0,"119"-1"68"16,-19-4 31-16,33-4-31 16,35 1-42-16,29-2-8 15,18 0 3-15,1 3-39 16,-4 1-10-16,-12-2 0 15,-8 0-22-15,-7-3 10 16,-12-3-6-16,-19 0 7 16,-24 3 11-16,-26 1 0 15,-32 3 3-15,-29 4-2 0,-21 3-1 16,-17 0-3-16,-5 0-97 16,-30 7-84-1,-28-4-75-15</inkml:trace>
  <inkml:trace contextRef="#ctx0" brushRef="#br0" timeOffset="104697.7">1972 8336 561 0,'0'0'73'16,"0"0"20"-16,0 0-93 0,0 0 0 15,97-9 3-15,-49 9-3 16,7 0 0-16,2 0 0 16,-2 0-3-16,-4 0-58 15,-2 0-31-15,-9-6-154 16</inkml:trace>
  <inkml:trace contextRef="#ctx0" brushRef="#br0" timeOffset="106413.8">2072 8277 519 0,'0'0'123'0,"0"0"-43"15,0 0-45-15,0 0-35 16,0 0-1-16,0 0-5 0,-16-11 6 15,38-5 21-15,8-5 5 16,6-9-23-16,1-4 1 16,-4-2-4-16,-6-3-7 15,-9 7 4-15,-8 5 3 16,-7 5 0-16,-3 7-3 16,0 4 3-16,0 6 5 15,0 5 5-15,0 0-8 16,0 13-2-16,0 21-17 15,0 16 13-15,10 15 4 16,4 10 0-16,2 6 2 0,-2 1 5 16,-4-3-7-1,-3-12 1-15,-4-14 2 0,-1-15 1 16,-2-16-3-16,0-10 0 16,0-7 2-16,0-5 0 15,-9 0 18-15,-18 0 16 16,-11-14-35-16,-7-2 0 15,7-2-1-15,10 2-2 16,12 1 1-16,14 0-3 16,2-2-21-16,24-3-75 15,15-2 36-15,5 4 63 16,-3 3 3-16,-2 5 17 16,-3 5 3-16,-1 5 18 15,-1 0-32-15,-1 4-5 16,-1 12 0-16,-6 5-4 0,-4-1 0 15,-3-1 0-15,-8-2 0 16,-3-5 0-16,-5-3-2 16,-3-5-7-16,0-3-15 15,0-1 24-15,0-4 14 16,0-17-7-16,0-7-7 16,0-5-7-16,18 1 7 15,3 4 7-15,6 8 5 16,1 7 6-16,-3 8-12 15,5 5-6-15,0 0 0 16,7 16-2-16,-1 6 2 16,0 1 0-16,-6 2-1 0,1-3 1 15,-9-5 0 1,-5-6 0-16,-7-5-7 0,-2-6-3 16,-3-3 10-16,8-27 13 15,-1-13-13-15,1-15-15 16,-7-6 2-16,-3-3 13 15,-3-1 11-15,-9 2 28 16,-7 6 6-16,1 17 35 16,3 17-26-16,9 16-17 15,3 10-37-15,0 15-30 16,15 25-11-16,12 20 40 16,7 17 2-16,-1 9 1 15,-4 5-2-15,-2 3-1 16,-9-2 1-16,-3-6 7 15,-6-10-6-15,-7-14-1 0,-2-13 0 16,0-18 1-16,0-14-1 16,-3-17 0-16,-5-5 8 15,-8-31 5-15,-6-10-13 16,-5-13-7-16,3 4 5 16,3 6 0-16,9 3-17 15,10 6-15-15,2 3-30 16,5 3 35-16,20 5 5 15,8 4 11-15,3 2-6 16,4 0 17-16,3 5 2 0,-4-1 0 16,-6 2 2-1,-2 0 4-15,-10-3 0 0,-3-5 12 16,-6-1 8-16,-6-1-3 16,-3 1-7-16,-3 5 11 15,0 8 2-15,0 8-5 16,0 5-24-16,0 0 0 15,6 17-46-15,3 12 31 16,3 12 15-16,1 8-5 16,4 6 5-16,1 4 0 15,1-7 0-15,5-3-5 16,-6-13-35-16,4-9 7 16,-3-11 4-16,1-10-14 15,4-6 14-15,3-14 29 16,1-19-3-16,-2-6-1 0,-7-3 4 15,-6 3 59-15,-10 7-10 16,-3 9 12-16,0 11-4 16,0 9-16-16,0 3-38 15,0 0-3-15,0 17-30 16,0 9 26-16,0 7 4 16,-1 0 0-16,1-2 0 15,0-4-3-15,0-10-1 16,0-5 0-16,0-7-4 15,4-5 4-15,4 0 4 16,5-15 4-16,2-14 3 16,6 0-6-16,-11 2 2 0,-5 7 7 15,-5 11 2-15,0 4-7 16,0 5-1-16,0 0-4 16,0 0-8-16,15 14-26 15,7 8 30-15,9 6-2 16,10-2 6-16,2 1 0 15,0-10-8-15,-4-8-12 16,4-9 4-16,1-9 9 16,3-25 7-16,-1-15 1 15,-1-9-1-15,-9-4 0 16,-9 0 1-16,-17 2 1 16,-10 2-2-16,-6 3 18 15,-19 5 23-15,-2 13-3 16,5 13-16-16,12 14-22 15,6 10-2-15,3 7-26 0,1 29-56 16,-2 14 84-16,2 13 0 16,0 3 1-16,7 2-1 15,8-2-5-15,-1-5-17 16,-3-9-74-16,-4-12-2 16,-6-21-150-16</inkml:trace>
  <inkml:trace contextRef="#ctx0" brushRef="#br0" timeOffset="106662.52">4256 8201 744 0,'0'0'52'0,"0"0"32"0,0 0-83 16,97-53-1-16,-57 53 0 16,3 0-3-16,-6 5 3 15,-4 10 0-15,-7 4-5 16,-13 4-2-16,-8 2 3 15,-5 5-3-15,0 1 7 16,-5 3 0-16,-5 0 2 16,2-1-2-16,4 0 0 15,4-5-55-15,12-5-44 16,21-12-7-16,17-11-126 16</inkml:trace>
  <inkml:trace contextRef="#ctx0" brushRef="#br0" timeOffset="107228.38">4933 8257 709 0,'0'0'87'16,"0"0"-17"-16,0 0-50 16,0 0-20-16,0 0-8 15,0 0-2-15,-16 39 10 16,10-7 0-16,3 1 1 16,1 6-2-16,2-6 2 15,0-2-2-15,5-12 1 16,8-7 0-16,2-10 0 15,0-2 5-15,-2-11 1 16,2-16-1-16,-3-8-5 16,-3-3-18-16,-7 4-10 15,-2 4-2-15,0 9 14 16,0 5 8-16,0 1 8 0,0 5 0 16,0 7 38-16,3 0 0 15,8 3-27-15,3 6-11 16,11 14-2-16,2 8 2 15,1 6 1-15,1-1 0 16,-7-5-1-16,-4-4 0 16,-5-7 0-16,-2-5 1 15,-5-6 0-15,-3-4 0 16,0-2-1-16,4-3 5 16,1-19 0-16,-1-11-5 15,1-5-6-15,-4 2 6 0,3 3 0 16,-2 6 0-1,6 5 0-15,0 8-3 0,0 6 3 16,1 8-5-16,3 0 1 16,-2 4 3-16,5 18-4 15,0 9 1-15,0 4 3 16,0 3 0-16,-6-4-1 16,-2-4 1-16,-1-11 1 15,-3-4 0-15,-3-7 2 16,-3-4-4-16,0-2-9 15,0-2-79-15,-9-3-53 16,-13-23-405-16</inkml:trace>
  <inkml:trace contextRef="#ctx0" brushRef="#br0" timeOffset="107396.5">4743 7915 871 0,'0'0'0'16,"0"0"-62"-16,93 25 39 16,-66 7-39-16,-8 7 2 15,-1 3-4-15,-7-5-49 16,-5-9-167-16</inkml:trace>
  <inkml:trace contextRef="#ctx0" brushRef="#br0" timeOffset="108011.04">3185 8801 532 0,'0'0'86'16,"0"0"-84"-16,106-4-2 16,-18-2 39-16,24 0 12 15,20 1 20-15,22-4-34 16,12 1-16-16,13-2-10 16,3 1-9-16,-8 3-2 15,-11 0-1-15,-20 1 0 16,-22 2 1-16,-21 0 0 15,-26-2 0-15,-17 1 0 16,-26 2 0-16,-16-1-3 0,-13 3-24 16,-4 0-89-1,-34 0-49-15,-14 0-270 0</inkml:trace>
  <inkml:trace contextRef="#ctx0" brushRef="#br0" timeOffset="108777.41">5998 8194 696 0,'0'0'58'16,"0"0"34"-16,0 0-84 16,0 0-8-16,0 0 0 15,0 0 6-15,94 69-3 0,-55-24 0 16,-5 2-1-1,0 0 1-15,-6-10-3 0,0-11-3 16,-3-13-9-16,3-13 10 16,5 0 2-16,0-19 7 15,4-12 2-15,-10-2 4 16,-12-1 12-16,-9 5-2 16,-6 5 9-16,0 12-3 15,0 5-11-15,0 7-18 16,0 0-1-16,0 25-25 15,0 16 3-15,0 14 23 16,6 7-2-16,12 2 0 16,1-4-2-16,-2 0-7 15,-6-3-52-15,-6-5-82 0,-5-9-18 16,0-16-152-16</inkml:trace>
  <inkml:trace contextRef="#ctx0" brushRef="#br0" timeOffset="108946.73">6568 8696 868 0,'0'0'60'0,"0"0"-60"15,0 0 0-15,0 0-1 16,0 0 1-16,89 65 0 16,-64-39 0-16,-3-2-7 15,-2 3-45-15,-8-4-38 16,-6-6-67-16,-3-11-124 0</inkml:trace>
  <inkml:trace contextRef="#ctx0" brushRef="#br0" timeOffset="109177.72">6894 8545 432 0,'0'0'190'0,"0"0"-64"15,0 0-119-15,0 0-7 16,0 0 0-16,0 0 0 16,93-5 1-16,-59 12-1 0,5-4 5 15,7-2-1 1,-1-1 0-16,2 0-1 0,-6 0-3 16,-2 0-86-16,-15-6-101 15</inkml:trace>
  <inkml:trace contextRef="#ctx0" brushRef="#br0" timeOffset="109926.53">7781 8253 525 0,'0'0'269'16,"0"0"-190"-16,0 0-36 15,0 0-30-15,0 0-13 16,30-74-1-16,-6 68 1 16,1 1-2-16,-4 5-2 15,-4 0-25-15,-6 0-12 16,-7 0-31-16,-4 9-33 0,0 8 34 15,-15 5 48 1,-10 7-5-16,-5 0 23 0,2 0-12 16,7-4 10-16,8-2 7 15,8-5 2-15,5-1 25 16,0 0 13-16,0 2 11 16,7 3 19-16,8 4-24 15,5 4-22-15,-1 1-19 16,-7-5 0-16,-1-1-3 15,-11-4 2-15,0-9-1 16,0 0-2-16,-16-3 1 16,-3-5 1-16,-2-4-2 0,0 0-1 15,1 0-9 1,4-8 6-16,6-4 2 0,10 1-9 16,2-4-88-16,29-3-415 15</inkml:trace>
  <inkml:trace contextRef="#ctx0" brushRef="#br0" timeOffset="110111.57">8222 8160 818 0,'0'0'81'15,"0"0"-14"-15,0 0-53 0,0 0-14 16,0 0-60-1,0 0 12-15,43 14 7 0,-13 8-82 16,0-10-34 0,-2-12-235-16</inkml:trace>
  <inkml:trace contextRef="#ctx0" brushRef="#br0" timeOffset="110308.74">8577 7983 697 0,'0'0'67'15,"0"0"48"-15,0 0-115 16,0 0-6-16,0 91 5 16,0-19 1-16,0 11 0 15,-5 11 1-15,1 3 0 0,-2 0-1 16,-3-7-19-16,-5-11-90 16,-3-12 1-16,3-18-126 15</inkml:trace>
  <inkml:trace contextRef="#ctx0" brushRef="#br0" timeOffset="110441.97">8647 8748 325 0,'0'0'454'15,"0"0"-305"-15,0 0-90 16,0 0-55-16,0 0-4 16,0 0-73-16,33 5 32 15,-28 24-89-15,-5-6-69 16</inkml:trace>
  <inkml:trace contextRef="#ctx0" brushRef="#br0" timeOffset="111041.29">5871 9382 558 0,'0'0'70'15,"0"0"-68"-15,0 0 23 16,88 40 0-16,-57-12-2 0,-1 6-12 15,-3 2-7-15,-4-2 0 16,-4-4-3-16,-7-7-1 16,0-11-17-16,-2-7-23 15,5-5 30-15,3-14 10 16,7-15 6-16,1-10-5 16,-4 0 7-16,-7-2 21 15,-7 7 17-15,-7 9 12 16,-1 11-3-16,0 8-14 15,0 6-38-15,0 5-3 16,7 21-32-16,4 17 31 16,7 11 1-16,3 6 0 15,3 4 1-15,-1-5-1 0,-6-6-21 16,-7-3-88-16,-10-11-14 16,0-11-146-16</inkml:trace>
  <inkml:trace contextRef="#ctx0" brushRef="#br0" timeOffset="111340.96">6432 9712 758 0,'0'0'121'0,"0"0"-120"16,0 0 1-16,84-5-2 16,-49 19 0-16,-2 0 0 15,-6 1-2-15,-9 2 2 16,-12 2-10-16,-6 6-8 0,-3 3-23 15,-21 2-21-15,-8-2-44 16,2-3-39-16,6-8-60 16,10-6 115-16,5-8 90 15,5 0 165-15,2-3 113 16,2 0-95-16,0 0-114 16,18 0-62-16,16-5-6 15,15-1-1-15,11-3 0 16,6 1-3-16,-2-3-27 15,-1-1-70-15,-8-8-111 16</inkml:trace>
  <inkml:trace contextRef="#ctx0" brushRef="#br0" timeOffset="111548.47">7120 9641 734 0,'0'0'99'0,"0"0"-95"15,0 0-3-15,0 0 1 16,104 7 2-16,-56-6-4 16,2-1-5-16,3 0-117 15,-1-6-67-15</inkml:trace>
  <inkml:trace contextRef="#ctx0" brushRef="#br0" timeOffset="112524.83">8006 9382 247 0,'0'0'218'0,"0"0"-63"16,0 0-27-16,0 0-82 16,0 0-9-16,0 0-5 15,-27-58-5-15,27 58-19 16,0 0-8-16,0 9-14 16,0 19 8-16,4 16 6 15,2 9 0-15,2 4 2 0,-7-5-2 16,-1-7-15-1,3-11-5-15,0-9 5 0,3-9-7 16,1-9-2-16,2-7 24 16,5 0 1-16,4-20 17 15,4-10-9-15,-5-2 3 16,-3-2 6-16,-5 5 0 16,-4 6 20-16,-2 11 15 15,-3 6-24-15,3 6-23 16,-2 0-6-16,4 10-17 15,0 19-7-15,2 7 21 16,-1 7 1-16,3 2-3 0,4 2-9 16,4 1-25-1,1-4-16-15,1-7-83 0,-6-13-59 16,-5-14-256-16</inkml:trace>
  <inkml:trace contextRef="#ctx0" brushRef="#br0" timeOffset="112689.86">8401 9610 834 0,'0'0'39'0,"0"0"-23"16,0 0-16-16,0 0-15 16,89 21-15-16,-66-1-76 15,-7-3-38-15,-1-11-122 16</inkml:trace>
  <inkml:trace contextRef="#ctx0" brushRef="#br0" timeOffset="112891.59">8747 9378 611 0,'0'0'108'16,"0"0"45"-16,0 0-72 15,0 0-40-15,0 0-30 16,0 0-11-16,24-14-12 15,-12 52 10-15,-2 15 2 16,-1 7-4-16,-6 12-12 16,-3-3-31-16,0-2-39 0,0-14-82 15,0-18-159 1</inkml:trace>
  <inkml:trace contextRef="#ctx0" brushRef="#br0" timeOffset="113056.54">8988 9815 850 0,'0'0'80'16,"0"0"-3"-16,0 0-31 15,0 0-46-15,0 0-5 16,0 0-18-16,8 26 4 16,-8-6 6-16,0 8-22 15,-3-3-67-15,-13-8-122 16</inkml:trace>
  <inkml:trace contextRef="#ctx0" brushRef="#br0" timeOffset="114055.67">6141 10176 651 0,'0'0'60'0,"0"0"55"16,0 0-58-16,0 0-22 16,0 0-34-16,0 0-1 15,6-27-6-15,6 51 6 16,4 13 0-16,1 10 0 15,1 10 0-15,-6 1 0 0,-4-2 0 16,-3-8-1-16,3-10-6 16,1-10-26-16,4-12 6 15,9-9 7-15,4-7 19 16,14-9 1-16,2-22 5 16,1-10 1-16,-9-6 3 15,-14-1 38-15,-12 6-3 16,-5 9-4-16,-3 11-5 15,0 15 7-15,0 7-42 16,0 6 0-16,0 28-43 16,0 17 32-16,3 13 10 15,-1 8-1-15,1 1-12 0,2-1-9 16,-5-2-20-16,0-7-45 16,0-7 3-16,0-16-106 15,0-16-125-15</inkml:trace>
  <inkml:trace contextRef="#ctx0" brushRef="#br0" timeOffset="114438.33">6621 10752 693 0,'0'0'100'0,"0"0"-1"16,0 0-76-16,0 0-22 16,87-48 1-16,-62 48 0 15,-1 0-2-15,-2 0 0 16,-5 0-1-16,-6 3-2 0,-4 5-29 15,-7 5-40 1,0 3-34-16,-7 1 32 0,-10 1 15 16,3-3 8-16,4-4 27 15,7-4 19-15,2-5 5 16,1-2 23-16,0 0 48 16,0 0 11-16,0 2 24 15,0 1-35-15,3 10-49 16,13 5-16-16,2 7 0 15,-2 5-5-15,-7 1 1 16,-9-3-2-16,0 0-5 16,-22-5-2-16,-8-2-2 0,-4-4-15 15,10-6-11 1,3-8 5-16,12-3 30 0,7 0 4 16,2-10-4-16,22-7-97 15,21-5-179-15</inkml:trace>
  <inkml:trace contextRef="#ctx0" brushRef="#br0" timeOffset="114645.75">7351 10643 697 0,'0'0'131'0,"0"0"-75"15,0 0-52-15,0 0-4 0,0 0-8 16,0 0 8-16,37-3 0 16,0 8 2-16,12-2-2 15,7 1-16-15,3-4-128 16,-3 0-168-16</inkml:trace>
  <inkml:trace contextRef="#ctx0" brushRef="#br0" timeOffset="115140.73">8212 10524 541 0,'0'0'145'0,"0"0"-89"16,0 0-56-16,0 0-5 16,0 0 4-16,10 95-1 15,8-46 2-15,5 1-1 16,7-4 1-16,2-3-1 16,-6-7 1-16,-6-12 0 15,-8-9 2-15,-9-5-2 16,-3-5 2-16,-3 0 3 15,-21-1 8-15,-10-1-4 16,-18-3-3-16,-2 0-3 16,-3 0-4-16,7-12 1 0,15 1-6 15,19-6-49-15,16-6-139 16</inkml:trace>
  <inkml:trace contextRef="#ctx0" brushRef="#br0" timeOffset="115313.49">8329 10528 575 0,'0'0'96'15,"0"0"59"-15,0 0-111 16,0 0-44-16,0 0-9 16,0 0 7-16,97-6 0 15,-33 16-24-15,4 0-91 16,-7-9-125-16</inkml:trace>
  <inkml:trace contextRef="#ctx0" brushRef="#br0" timeOffset="115478.56">8663 10648 776 0,'0'0'103'0,"0"0"-58"16,0 0-45-16,0 0-13 15,0 0-27-15,0 0-27 16,103 14-123-16,-61-24-154 0</inkml:trace>
  <inkml:trace contextRef="#ctx0" brushRef="#br0" timeOffset="115669.98">9020 10423 750 0,'0'0'118'15,"0"0"-90"-15,0 0-28 16,0 0-13-16,4 89 13 16,-2-26 6-16,-2 11-6 15,0 12 4-15,0 1-4 16,0 0 0-16,-18-7-68 16,-5-16-106-16,7-20-246 15</inkml:trace>
  <inkml:trace contextRef="#ctx0" brushRef="#br0" timeOffset="115825.61">9218 11003 889 0,'0'0'54'0,"0"0"33"16,0 0-42-16,0 0-38 16,0 0-7-16,0 0-9 15,8-11-54-15,-8 37 12 16,-14 0-64-16,-8-5-123 15</inkml:trace>
  <inkml:trace contextRef="#ctx0" brushRef="#br0" timeOffset="116802.76">5913 11433 496 0,'0'0'86'0,"0"0"49"16,0 0-69-16,0 0-66 15,0 0-5-15,0 0 4 16,19 53 1-16,-8-5 8 15,-1 8 0-15,-1 8-4 16,0 1 1-16,3-4-4 16,1-12 0-16,8-14-2 0,3-13-4 15,6-19 5-15,6-3 0 16,1-20 5-16,0-16 2 16,-5-6-3-16,-10-3 8 15,-11 4 18-15,-8 12 25 16,-3 8-8-16,0 10-1 15,0 9-17-15,0 2-29 16,0 12-14-16,0 22-11 16,0 15 24-16,0 11 0 15,0 4 1-15,0 3-6 16,4-1-12-16,5-1-33 16,-8-2-14-16,-1-6-72 15,-10-15-156-15</inkml:trace>
  <inkml:trace contextRef="#ctx0" brushRef="#br0" timeOffset="117185.71">6359 12018 810 0,'0'0'28'16,"0"0"67"-16,0 0-88 15,0 0-7-15,0 0 0 16,0 0-1-16,66-1-1 15,-49 21 2-15,1 1 0 16,-3 1 0-16,0-1 0 16,-2-2-2-16,0-5-36 15,0-7 2-15,-4-5-9 0,3-2 8 16,-2-9 33-16,1-13-4 16,-2-2 8-16,-6 1 25 15,-3 3 45-15,0 7-3 16,0 6-7-16,0 7-18 15,0 0-39-15,0 1-3 16,0 24-28-16,10 9 27 16,2 10 1-16,3 0-1 15,-2 4-2-15,-2-4-19 16,-9 1-4-16,-2-2-22 16,0-5-57-16,-17-12-73 15,-7-12-426-15</inkml:trace>
  <inkml:trace contextRef="#ctx0" brushRef="#br0" timeOffset="118149.92">7289 11962 333 0,'0'0'108'0,"0"0"-86"16,0 0 34-16,0 0 14 15,83 0 0-15,-53 0-21 16,4 0-21-16,3-2-11 16,3 1-9-16,4-1-8 0,2 2-8 15,-3 0-72-15,-4-5-69 16,-15-4-245-16</inkml:trace>
  <inkml:trace contextRef="#ctx0" brushRef="#br0" timeOffset="118621.32">8581 11712 389 0,'0'0'210'0,"0"0"-75"15,0 0-104-15,0 0-31 16,0 0 0-16,0 0-1 16,-12 111 1-16,23-65 0 15,8 1 1-15,2-3 1 0,5-4-1 16,-1-8-2-16,-6-10 3 16,-8-10 1-16,-8-5-3 15,-3-5 1-15,0-1 1 16,-19-1 6-16,-16 0-5 15,-11 0-3-15,-3 0-7 16,-2 0-30-16,8 0-64 16,17-11-9-16,20-6-199 15</inkml:trace>
  <inkml:trace contextRef="#ctx0" brushRef="#br0" timeOffset="118800.98">8671 11729 570 0,'0'0'148'0,"0"0"-37"15,0 0-90-15,0 0-19 16,0 0-2-16,89-13 0 16,-54 26-46-16,-1-2-83 15,-6-9-142-15</inkml:trace>
  <inkml:trace contextRef="#ctx0" brushRef="#br0" timeOffset="118984.2">8983 11754 653 0,'0'0'149'0,"0"0"-88"15,0 0-61-15,0 0 2 16,0 0-4-16,0 0-13 15,80 24-54-15,-47-24-99 16,-3-15-204-16</inkml:trace>
  <inkml:trace contextRef="#ctx0" brushRef="#br0" timeOffset="119169.55">9299 11500 671 0,'0'0'165'16,"0"0"-122"-16,0 0-42 15,0 0 5-15,-18 108-1 16,7-35 7-16,1 11 0 16,3 11-7-16,4-2-4 15,-3-1 0-15,-4-3-1 16,-6-13-72-16,0-20-139 16,2-23-299-16</inkml:trace>
  <inkml:trace contextRef="#ctx0" brushRef="#br0" timeOffset="119311.6">9396 12097 819 0,'0'0'52'15,"0"0"17"-15,0 0-69 16,0 0-19-16,0 0 4 16,0 0-31-16,59 44-51 15,-54-27-62-15,-5-7-327 16</inkml:trace>
  <inkml:trace contextRef="#ctx0" brushRef="#br0" timeOffset="120499">5756 12603 613 0,'0'0'149'16,"0"0"-21"-16,0 0-81 0,0 0-47 16,0 0 0-16,0 0-2 15,57 37 2-15,-30 7 0 16,-2 8 0-16,3 4 0 16,-8 2-7-16,1-5-38 15,-2-8-7-15,4-13-23 16,2-12-10-16,11-16 35 15,1-4 28-15,3-20 9 16,-4-14 9-16,-8-6 4 16,-8-1 13-16,-13 2 82 0,-7 9 29 15,0 7-46-15,0 11-11 16,0 6-17-16,0 6-38 16,0 6-12-16,6 23-24 15,6 16 22-15,5 14-1 16,-4 7 3-16,2 1-3 15,-6 0-16-15,1-6-13 16,-7-3-37-16,-3-9-56 16,0-13-63-16,0-16-190 15</inkml:trace>
  <inkml:trace contextRef="#ctx0" brushRef="#br0" timeOffset="120735.67">6486 13121 702 0,'0'0'143'0,"0"0"-41"0,0 0-80 16,0 0-22-16,0 0 0 16,83 27 0-16,-53 1 0 15,1 3 0-15,-1-4-1 16,-3 2 1-16,0-1 0 16,-9-2-1-16,-5-2-3 15,-13-3-5-15,0-3-2 16,-10 1-5-16,-17-4 1 15,-6-1 0-15,-6-4-42 16,-7-5-51-16,-3-5-89 16,3-1-174-16</inkml:trace>
  <inkml:trace contextRef="#ctx0" brushRef="#br0" timeOffset="120929.84">6790 12975 582 0,'0'0'145'0,"0"0"-9"16,0 0-70-16,0 0-45 15,0 0-12-15,0 0-8 16,80-65-2-16,-33 65 0 16,17 0 0-16,9 0-39 15,0 1-56-15,-6 1-190 0</inkml:trace>
  <inkml:trace contextRef="#ctx0" brushRef="#br0" timeOffset="121165.3">7396 13116 483 0,'0'0'37'0,"0"0"-26"15,0 0 39-15,0 0-2 16,95 49 27-16,-37-46 5 16,17-3-34-16,8 0-14 0,7 0-19 15,2-6-7 1,-2-1-6-16,-10 2-41 0,-17 1-110 16,-24 0-45-16</inkml:trace>
  <inkml:trace contextRef="#ctx0" brushRef="#br0" timeOffset="122463.5">8640 12934 480 0,'0'0'119'15,"0"0"70"-15,0 0-94 16,0 0-17-16,0 0-52 15,0 0-24-15,0-36-2 16,0 56-7-16,0 13 7 16,0 9 1-16,0 6-1 0,0 3-2 15,0-5-17-15,0-5-5 16,0-10-44-16,3-12 45 16,11-9-27-16,7-10 26 15,8-3 24-15,2-21 7 16,0-7 4-16,-4-2 20 15,-8 1 2-15,-9 5 23 16,-7 8 5-16,-2 6-23 16,-1 7 4-16,0 6-29 15,0 0-13-15,0 17-18 16,0 13 9-16,0 14 8 16,0 7-5-16,-1 3-12 15,1 3-9-15,0-6-17 16,0-4-32-16,0-10-51 0,0-17-87 15,0-13-231 1</inkml:trace>
  <inkml:trace contextRef="#ctx0" brushRef="#br0" timeOffset="122630.22">9054 13140 860 0,'0'0'96'0,"0"0"-58"15,0 0-37-15,0 0-2 16,0 0-2-16,88-6-26 16,-65 22-30-16,-7-4-55 15,-7-12-140-15</inkml:trace>
  <inkml:trace contextRef="#ctx0" brushRef="#br0" timeOffset="122846.42">9557 12733 775 0,'0'0'71'0,"0"0"29"15,0 0-54-15,0 0-45 16,0 0-1-16,0 0-7 16,13 57 2-16,-13 15 5 15,-13 14 1-15,-7 12-1 0,-7 3-7 16,-2-1-37-16,-1-4-32 15,5-16-60-15,12-14-96 16</inkml:trace>
  <inkml:trace contextRef="#ctx0" brushRef="#br0" timeOffset="123001.04">9585 13575 951 0,'0'0'46'16,"0"0"12"-16,0 0-32 15,0 0-26-15,0 0-3 16,0 0-23-16,18-26-42 0,-15 36 11 16,-3-1-169-16,0-6-205 15</inkml:trace>
  <inkml:trace contextRef="#ctx0" brushRef="#br0" timeOffset="127858.22">11224 7057 250 0,'0'0'211'0,"0"0"-103"16,0 0-41-16,0 0-65 16,0 0-2-16,0 0-7 15,0 0 7-15,17 38 6 16,-10-4 34-16,1 5 0 15,-2 9-18-15,-1 6-8 16,-3 1 6-16,-2 1-8 16,0-4-2-16,0-4-7 15,0-10 0-15,-2-8-1 16,-1-9-2-16,1-6 2 16,0-10-1-16,1-2 2 15,-1-3 19-15,-2 0 76 0,-5-3-26 16,0-11-35-16,-8-9-33 15,0-2 1-15,5-2-2 16,4-3-2-16,8 0-1 16,0-4-6-16,13-6 2 15,19-6-10-15,11 0-6 16,2 6 0-16,-1 8 8 16,-7 11 6-16,-7 10-5 15,-7 6-16-15,-6 5-32 16,-1 0-48-16,-6 17 14 15,-2 7-7-15,-3 1-77 16,0-1-26-16</inkml:trace>
  <inkml:trace contextRef="#ctx0" brushRef="#br0" timeOffset="128116.74">11654 7512 542 0,'0'0'199'15,"0"0"-54"-15,0 0-56 16,0 0-45-16,0 0-37 16,0 0-7-16,-12 9-11 15,12 26 5-15,-3 11 6 0,0 6-2 16,-2 4-1-16,-1-5-11 15,4-2-18-15,-3-10-11 16,-2-9-43-16,1-12-105 16,0-12-162-16</inkml:trace>
  <inkml:trace contextRef="#ctx0" brushRef="#br0" timeOffset="128386.85">11975 7386 602 0,'0'0'121'15,"0"0"-14"-15,0 0-74 16,0 0-32-16,0 0 1 15,0 0-2-15,117-20 0 16,-78 20 0-16,2 0-7 16,-3 0-52-16,-3 4-55 15,-7 0-72-15,-14-4-244 16</inkml:trace>
  <inkml:trace contextRef="#ctx0" brushRef="#br0" timeOffset="128575.86">11984 7536 615 0,'0'0'35'0,"0"0"-30"15,0 0 5-15,0 0 42 16,0 0 8-16,0 0-8 16,101 6-37-16,-64-6-6 15,4 0-9-15,-2 0-42 16,-3 0-105-16,-13-6-194 15</inkml:trace>
  <inkml:trace contextRef="#ctx0" brushRef="#br0" timeOffset="143099.35">12730 7257 435 0,'0'0'119'15,"0"0"5"-15,0 0-29 16,0 0-30-16,0 0-6 15,0 0-24-15,0 0-3 16,2-70-23-16,-2 70-1 16,0 0-8-16,0 0-3 15,0 20-6-15,0 13 8 16,0 12 1-16,0 6 0 16,-2 6 0-16,-12-1 1 0,1-1-1 15,-5-3 0-15,3-6-9 16,2-5-23-16,2-10-44 15,5-9-9-15,6-16-95 16,7-6-200-16</inkml:trace>
  <inkml:trace contextRef="#ctx0" brushRef="#br0" timeOffset="143442.17">12951 7332 724 0,'0'0'137'15,"0"0"-124"-15,0 0-13 16,0 0-2-16,0 0 2 16,23 79 0-16,-11-45 0 15,3-1 0-15,5-3 1 0,3-9-1 16,1-4-2-16,0-10-10 16,-3-7-8-16,0 0 20 15,-1-17 1-15,0-11-1 16,-4-2 2-16,-7-6 7 15,-7 0 0-15,-2-3 20 16,-9-3-7-16,-15 2 2 16,-6 3-5-16,2 2-13 15,5 12-3-15,9 8 0 16,7 11-3-16,7 4-3 16,0 16-97-16,21 17 39 15,11 5-37-15,11-5-137 0</inkml:trace>
  <inkml:trace contextRef="#ctx0" brushRef="#br0" timeOffset="143611.82">13495 7393 581 0,'0'0'168'16,"0"0"-44"-16,0 0-69 15,0 0-45-15,0 0-10 16,91 0 0-16,-35 0 0 15,10 0-33-15,10 0-35 16,-3 0-77-16,-7-10-78 16,-19-4-222-16</inkml:trace>
  <inkml:trace contextRef="#ctx0" brushRef="#br0" timeOffset="143800.64">13804 7168 540 0,'0'0'214'0,"0"0"-94"15,0 0-46-15,0 0-43 16,0 0-31-16,0 0-9 16,-17 62 7-16,15 2 2 15,1 11 0-15,1 3 0 16,0 2-21-16,0-3-51 16,0-10-63-16,1-20-109 0,4-19-207 15</inkml:trace>
  <inkml:trace contextRef="#ctx0" brushRef="#br0" timeOffset="144258.56">14170 7250 769 0,'0'0'64'15,"0"0"5"-15,0 0-35 16,0 0-25-16,0 0-3 15,0 0-6-15,105-50 0 16,-76 50-1-16,4 3 1 0,-4 9-1 16,-3 1-11-1,-9 0-50-15,-8 0-8 0,-9 1-58 16,0 0 34-16,-7-5-8 16,-13-1 71-16,-1-2 24 15,6-3 7-15,5-3 93 16,5 3 38-16,4-3-20 15,1 0-47-15,0 0-7 16,0 7-36-16,0 10-20 16,0 11-1-16,9 9 0 15,7 0 0-15,-1-1 0 16,-2-5 3-16,-8-6-2 0,-5-5 0 16,0-4 1-1,-5-4-3-15,-8 0 1 0,-4-2-8 16,-2-3 5-16,-1-6-7 15,-3-1-7-15,4 0 12 16,10 0-15-16,9-12-61 16,7-8-107-16,27-5-300 15</inkml:trace>
  <inkml:trace contextRef="#ctx0" brushRef="#br0" timeOffset="144428.26">14695 7417 595 0,'0'0'157'0,"0"0"-2"16,0 0-83-16,0 0-33 0,0 0-26 15,0 0-13 1,63-17-11-16,-5 17-7 0,12 0-15 16,3-2-36-16,-3-2-128 15,-10-4-170-15</inkml:trace>
  <inkml:trace contextRef="#ctx0" brushRef="#br0" timeOffset="144600.89">14781 7474 604 0,'0'0'14'0,"0"0"-12"0,0 0 6 15,0 0 27-15,0 0 8 16,0 0 13-16,128 53-29 15,-68-48-27-15,8-5-47 16,4 0-141-16</inkml:trace>
  <inkml:trace contextRef="#ctx0" brushRef="#br0" timeOffset="144915.84">15514 7163 644 0,'0'0'127'16,"0"0"-7"-16,0 0-68 15,0 0-52-15,0 0-12 16,0 0 10-16,-9 102 2 16,-3-34 1-16,-5 7 1 15,2-2-2-15,4-4 0 16,7-6-48-16,4-14-3 16,0-15-65-16,0-20-99 15</inkml:trace>
  <inkml:trace contextRef="#ctx0" brushRef="#br0" timeOffset="145440.55">15781 7248 236 0,'0'0'494'15,"0"0"-360"-15,0 0-67 16,24-83-26-16,-18 75-11 16,7 3-20-16,9-1-10 15,13 3-5-15,8 0 4 0,2 3-8 16,-9 0-4-16,-13 0-1 16,-9 4 0-16,-8 4-21 15,-6 1-15-15,0 5-23 16,-10 1 48-16,-15 2 24 15,2 0-3-15,5-5 4 16,3-3 0-16,6-1 0 16,3 2 0-16,-1 2 10 15,2 5 8-15,1 2 2 0,1 9-2 16,1 3-6 0,1 6-6-16,1 2-3 15,0-2-3-15,0-4 5 0,0-9-4 16,0-6-1-16,0-9 1 15,-2-1-1-15,-5-6 0 16,-5 0 1-16,-8-2 5 16,-5 0-6-16,-8 0 1 15,-1-2 0-15,0-8-1 16,7 2 0-16,8 2-1 16,12 2-6-16,7 3-36 15,19-4-177-15,15-5-103 16</inkml:trace>
  <inkml:trace contextRef="#ctx0" brushRef="#br0" timeOffset="145630.14">16203 7178 789 0,'0'0'71'16,"0"0"37"-16,0 0-57 15,0 0-45-15,0 0-6 16,0 0-46-16,20 1 4 16,5 22-4-16,3-7-91 15,4-14-171-15</inkml:trace>
  <inkml:trace contextRef="#ctx0" brushRef="#br0" timeOffset="145845.46">16633 6936 878 0,'0'0'34'15,"0"0"37"-15,0 0-70 16,0 0-1-16,0 0-3 16,0 115 3-16,-4-34 1 15,-10 8-1-15,1 6 0 16,-4-4-11-16,-3-9-30 15,3-9-36-15,-3-12-101 16,6-20-77-16</inkml:trace>
  <inkml:trace contextRef="#ctx0" brushRef="#br0" timeOffset="146010.39">16665 7681 842 0,'0'0'125'0,"0"0"-38"15,0 0-43-15,0 0-35 16,0 0-9-16,0 0-28 16,14 1-48-16,-8 21 35 15,-1-5-109-15,-2-9-261 16</inkml:trace>
  <inkml:trace contextRef="#ctx0" brushRef="#br0" timeOffset="146923.41">11072 8274 538 0,'0'0'157'16,"0"0"-75"-16,0 0-61 15,84-17-8-15,-48 17 7 16,-2 15-4-16,-1 12-2 16,-3 9-7-16,-10 12-1 15,-7 5-3-15,-10-2-1 16,-3-4-2-16,0-11 1 16,-5-8 2-16,-4-11 2 0,1-6-5 15,4-5 2-15,-3-6 4 16,2 0 15-16,-2-10 44 15,1-16-56-15,4-9-8 16,2-6-1-16,8-1-1 16,18 3 0-16,12 5-2 15,9 5-16-15,3 11-37 16,0 11-12-16,-2 7-77 16,-12 0-47-16,-12 13-167 15</inkml:trace>
  <inkml:trace contextRef="#ctx0" brushRef="#br0" timeOffset="147256.42">11603 8553 655 0,'0'0'181'16,"0"0"-121"-16,0 0-48 16,0 0-11-16,0 0 0 15,0 0-2-15,87 33 0 16,-71-12 1-16,-7 2-3 15,-9 1-3-15,0 1 0 16,-1 1-10-16,-14-2 1 16,-3-3-10-16,1-3-4 15,3-4 1-15,5-5 25 16,4-3 3-16,5-4 1 16,0-2-1-16,0 3-2 15,0 2 2-15,15-1 7 0,10 1 21 16,11 0-15-16,10-4-1 15,8-1-5-15,9 0-4 16,4-4-1-16,2-10-2 16,1-2-22-16,-3-7-114 15,-13-7-214-15</inkml:trace>
  <inkml:trace contextRef="#ctx0" brushRef="#br0" timeOffset="147471.9">12268 8550 650 0,'0'0'89'15,"0"0"-79"1,0 0-10-16,0 0 9 0,94 10 22 16,-55-10-12-16,6 0-15 15,6 0-3-15,-1 0-1 16,0 0-52-16,-9-7-92 15,-17-1-185-15</inkml:trace>
  <inkml:trace contextRef="#ctx0" brushRef="#br0" timeOffset="147630.78">12304 8699 534 0,'0'0'45'0,"0"0"-10"15,85 12 0-15,-43-11 17 16,7-1-24-16,5 0-21 16,7 0-7-16,4-2-59 15,0-13-157-15</inkml:trace>
  <inkml:trace contextRef="#ctx0" brushRef="#br0" timeOffset="147901.6">12864 8364 819 0,'0'0'96'0,"0"0"-59"16,0 0-37-16,0 0-10 15,0 0 10-15,27 84 0 16,-21-32 0-16,1 4-1 16,-6 3 1-16,1-5-33 15,-2-2-63-15,0-10-36 16,1-16-56-16,10-14-190 0</inkml:trace>
  <inkml:trace contextRef="#ctx0" brushRef="#br0" timeOffset="148205.35">13196 8514 562 0,'0'0'307'0,"0"0"-196"15,0 0-111-15,0 0-2 16,0 0-2-16,0 0 4 16,0 90 0-16,0-52-3 15,6-4 2-15,14-7-12 16,3-6-5-16,1-12 0 15,3-9 7-15,7-6 11 16,7-22 7-16,0-11-3 0,0-6 3 16,-13 4-7-16,-17 0 11 15,-11 3 0-15,-14 5-5 16,-26 7-6-16,-11 12-2 16,3 14-26-16,13 0-34 15,20 19-64-15,15 8-33 16,15-1-49-16</inkml:trace>
  <inkml:trace contextRef="#ctx0" brushRef="#br0" timeOffset="148381.21">13742 8585 679 0,'0'0'190'0,"0"0"-96"16,0 0-85-16,0 0-9 0,0 0-15 15,0 0 14-15,72 5-1 16,-29-2-4-16,9-2-20 16,3-1-30-16,-1 0-73 15,-11-8-64-15</inkml:trace>
  <inkml:trace contextRef="#ctx0" brushRef="#br0" timeOffset="148570.48">13774 8364 760 0,'0'0'146'0,"0"0"-141"15,0 0-5-15,0 0-2 0,0 108 2 16,6-52 0-16,5 2 2 16,0 5-2-16,-3-1-8 15,-7-3-53-15,-1-14-130 16,0-18-210-16</inkml:trace>
  <inkml:trace contextRef="#ctx0" brushRef="#br0" timeOffset="149036.75">14202 8400 569 0,'0'0'153'0,"0"0"-32"16,0 0-80-16,0 0-41 16,0 0-1-16,0 0-4 15,3 42 5-15,-3-7 2 16,0 2-1-16,0-1 1 15,11-2-2-15,5-5-8 16,7-10-12-16,8-12-25 16,7-7 45-16,2-10 0 0,0-18 1 15,-1-8-1 1,-4-5 7-16,-10-1 3 0,-9 4 25 16,-10 5 3-16,-6 7 7 15,0 10 4-15,0 8-6 16,0 8-25-16,0 0-18 15,0 20-29-15,0 16 11 16,0 17 16-16,0 10 2 16,8 7-4-16,2 0-12 15,-7-2-17-15,-3-1-28 16,0-11-60-16,-19-19-85 16</inkml:trace>
  <inkml:trace contextRef="#ctx0" brushRef="#br0" timeOffset="150258.9">15037 8568 390 0,'0'0'111'15,"0"0"4"-15,0 0-89 0,0 0-23 16,0 0 9-16,100-8 8 15,-61 5-1-15,1 3-7 16,-1 0-5-16,-5 0-7 16,-7 0-27-16,-6 0-68 15,-15 0-170-15</inkml:trace>
  <inkml:trace contextRef="#ctx0" brushRef="#br0" timeOffset="150412.53">15074 8682 245 0,'0'0'67'16,"0"0"53"-16,0 0-47 0,0 0-11 15,112 37-18 1,-61-30-18-16,7-3-26 0,3-2-7 16,-4-2-169-16</inkml:trace>
  <inkml:trace contextRef="#ctx0" brushRef="#br0" timeOffset="150654.56">15772 8430 141 0,'0'0'609'0,"0"0"-557"0,0 0-50 15,0 0-2-15,2 81 2 16,-2-42-2-16,0 7 5 16,0 5-5-16,-6 1 6 15,-7 0-6-15,3-9-86 16,9-9-99-16,1-22-216 16</inkml:trace>
  <inkml:trace contextRef="#ctx0" brushRef="#br0" timeOffset="151021.36">15983 8489 819 0,'0'0'64'16,"0"0"-54"-16,0 0-10 16,0 0-3-16,0 0 3 15,40 90 0-15,-30-54-1 16,4-2-5-16,2-4-8 15,4-6-17-15,8-6-39 16,0-13-18-16,2-5 71 16,3-10 12-16,-2-16 3 15,-2-8 2-15,-7-2 8 16,-7 2 24-16,-5 4 34 16,-7 7 19-16,-3 10-14 15,0 7-18-15,0 6-23 0,0 0-30 16,0 14-18-16,0 15 6 15,0 12 11-15,9 4-5 16,4 2-6-16,-3-2 3 16,2-3-27-16,-4-4-24 15,-3-7-68-15,-2-13 13 16,-2-13-126-16</inkml:trace>
  <inkml:trace contextRef="#ctx0" brushRef="#br0" timeOffset="151188.2">16581 8596 877 0,'0'0'92'0,"0"0"-55"16,0 0-37-16,0 0-23 16,0 0-20-16,0 0-18 15,40 48-46-15,-22-40-93 16</inkml:trace>
  <inkml:trace contextRef="#ctx0" brushRef="#br0" timeOffset="151401.33">17070 8299 816 0,'0'0'120'0,"0"0"-62"0,0 0-58 15,0 0-5-15,0 0-1 16,-3 131 6-16,-6-58 0 16,-2 9-13-16,-1-1-31 15,-4-1-62-15,0-12-91 16,-1-21-159-16</inkml:trace>
  <inkml:trace contextRef="#ctx0" brushRef="#br0" timeOffset="151571.02">17162 8893 727 0,'0'0'144'0,"0"0"-34"16,0 0-66-1,0 0-44-15,0 0-3 0,0 0-12 16,17 20 6-16,-10 3-2 16,-2 2-24-16,-4 1-33 15,-1-7-66-15,0-11-51 16,2-8-236-16</inkml:trace>
  <inkml:trace contextRef="#ctx0" brushRef="#br0" timeOffset="152517.41">11089 9392 417 0,'0'0'151'16,"0"0"27"-16,21-78-69 16,13 64-68-16,5 8-29 15,6 6-7-15,2 9 3 16,0 22-3-16,-1 13-5 15,-4 11-1-15,-6 7 1 16,-8 0-1-16,-12-5-2 16,-12-12-12-16,-4-13-22 15,0-9 23-15,-3-11-1 16,-6-9-6-16,-2-3 21 16,2-6 11-16,-2-18 3 15,4-10 6-15,5-2-7 0,2-3 31 16,4 0-12-16,19 3-17 15,13 7-15-15,9 7-7 16,5 8-34-16,3 9-17 16,-1 5-67-16,-3 0-47 15,-13 15-144-15</inkml:trace>
  <inkml:trace contextRef="#ctx0" brushRef="#br0" timeOffset="152902.06">11764 9615 242 0,'0'0'430'16,"0"0"-283"-16,0 0-112 16,0 0-16-16,0 0 6 0,0 0-18 15,58 0-5 1,-33 0-1-16,4 0-1 0,-4 0-2 16,-5 0-16-16,-5 2-35 15,-8 0-40-15,-7 1-4 16,0 2 40-16,-1 2 50 15,-12-1 7-15,-1 3 13 16,0-2 21-16,4 2-7 16,6 0-11-16,4 4-7 15,0 7-3-15,9 6 14 16,15 7 6-16,3 4 3 16,2 1-17-16,-4-4-2 0,-6-2-6 15,-9-5 0-15,-9-1-3 16,-1-4 2-16,-4-1-1 15,-16-3-1-15,-2-5 4 16,1-4-2-16,0-4-3 16,4-5-4-16,8 0-3 15,9 0-25-15,0-1-86 16,22-15-235-16</inkml:trace>
  <inkml:trace contextRef="#ctx0" brushRef="#br0" timeOffset="153075.68">12483 9723 757 0,'0'0'98'0,"0"0"-33"16,0 0-65-16,0 0-17 16,0 0 12-16,81 3 1 15,-32 3-30-15,8 0-40 16,10-4-101-16,-4-2-310 15</inkml:trace>
  <inkml:trace contextRef="#ctx0" brushRef="#br0" timeOffset="153221.3">12635 9822 529 0,'0'0'138'0,"0"0"-138"0,0 0-4 16,0 0-2-16,94 50-15 15,-33-48-69-15,7-2-151 16</inkml:trace>
  <inkml:trace contextRef="#ctx0" brushRef="#br0" timeOffset="153430.21">13262 9547 635 0,'0'0'170'15,"0"0"-124"-15,0 0-46 0,0 0-1 16,-8 85 1 0,4-32 0-16,4 5 3 0,0 5-2 15,0 0-1-15,15-7 0 16,4-8-44-16,4-17-78 16,5-15 10-16,8-16-56 15,0-14-65-15</inkml:trace>
  <inkml:trace contextRef="#ctx0" brushRef="#br0" timeOffset="153699.18">13547 9766 332 0,'0'0'265'16,"0"0"-68"-16,0 0-60 15,0 0-96-15,0 0-41 16,0 0-15-16,1 6 11 16,14 26 3-16,5 0 2 0,3-2-1 15,0-3 0-15,-1-6-10 16,-2-7 7-16,-8-6-7 15,-1-8 8-15,-2-2 2 16,5-22 14-16,3-11-11 16,-1-5-1-16,-6-4 0 15,-10 3-1-15,-6 3 1 16,-24 6 3-16,-13 9-4 16,0 12-1-16,8 11-48 15,15 2-40-15,20 18-77 16,12 5-22-16,27-3-65 15</inkml:trace>
  <inkml:trace contextRef="#ctx0" brushRef="#br0" timeOffset="153892.19">13945 9799 609 0,'0'0'127'15,"0"0"28"-15,0 0-95 16,0 0-60-16,0 0 0 15,106-37-1-15,-45 32 1 16,11-3-4-16,-1-1-3 16,-3-3-22-16,-12-1-26 15,-13 0-48-15,-20 0-67 16,-19-6-278-16</inkml:trace>
  <inkml:trace contextRef="#ctx0" brushRef="#br0" timeOffset="154110.63">14072 9515 712 0,'0'0'102'0,"0"0"-4"16,0 0-51-16,0 0-36 16,0 0-11-16,0 0-3 15,10 38-3-15,-7 9 5 16,2 10 1-16,-4 9 0 15,-1 0-1-15,0 1-40 16,-1-6-32-16,-14-17-91 16,5-22-206-16</inkml:trace>
  <inkml:trace contextRef="#ctx0" brushRef="#br0" timeOffset="155597.44">14877 9578 500 0,'0'0'118'0,"0"0"-24"15,0 0-77-15,0 0-17 16,0 0-3-16,0 0 2 16,-19 3 1-16,13 9-1 15,-3 5 1-15,4-1 0 16,4 2-1-16,1-2-1 16,0-3-3-16,0-4 4 15,0-6 1-15,1-1 0 16,1 0 9-16,-2-2 30 0,0 0 27 15,2 0-21-15,-2 0-19 16,0 0-13-16,0 0-5 16,0 0-3-16,0 1-5 15,1-1 0-15,2 0-4 16,0 1 3-16,1 1 1 16,-2-1 0-16,1-1-1 15,-3 0 1-15,0 2 0 16,3-2 0-16,0 0 1 15,3 0 0-15,1 1-1 16,1 1 0-16,-2-2 0 0,0 0 0 16,-3 0 0-1,-2 0 0-15,-1 0 2 0,0 0-2 16,0 0 2-16,0 0-1 16,0 0 2-16,0 0 0 15,0 0 2-15,0 0-5 16,0 0 0-16,0 0-2 15,0 2-1-15,0-2 1 16,0 0-2-16,0 0-2 16,0 1 1-16,0 3 0 15,0 0 3-15,2 2 2 16,-1 4-1-16,2 2 0 0,-1 2 1 16,0 3-1-1,0 3 0-15,-1-1-4 0,-1 0-9 16,0-2 6-16,0-5 2 15,0-2 0-15,0-4 2 16,0-3 3-16,-3 0 1 16,-7 0 1-16,-3 1 5 15,-8 4 1-15,-6 2-3 16,-5 2-2-16,-2 1-2 16,2 0 0-16,2-3 0 15,9-1-8-15,8-5-8 16,8-3-28-16,3 1-16 15,2-2-50-15,6 0-116 16</inkml:trace>
  <inkml:trace contextRef="#ctx0" brushRef="#br0" timeOffset="155820.71">14909 9469 568 0,'0'0'4'0,"0"0"-2"15,113-12 10-15,-61 7 13 16,9-5 13-16,4-1 9 16,-1 0-12-16,-5 5-28 15,-7 0-7-15,-7 3-21 16,-9-3-111-16,-12-8-296 0</inkml:trace>
  <inkml:trace contextRef="#ctx0" brushRef="#br0" timeOffset="156061.13">15613 9663 670 0,'0'0'61'15,"0"0"-23"-15,101-24-30 16,-50 21-6-16,5 3-2 16,5 0-2-16,0 1-30 15,-8 10-65-15,-14-6-121 16</inkml:trace>
  <inkml:trace contextRef="#ctx0" brushRef="#br0" timeOffset="156231.87">15617 9859 682 0,'0'0'18'0,"0"0"-12"16,138 0-3-16,-61 2-3 15,6 1-25-15,0-3-99 16</inkml:trace>
  <inkml:trace contextRef="#ctx0" brushRef="#br0" timeOffset="156428.28">16430 9551 848 0,'0'0'63'0,"0"0"-63"16,0 0-11-16,0 86 11 0,0-33 0 15,0 6 1-15,0 5 1 16,0 4-2-16,-3-2-19 16,1-9-100-16,1-14-67 15,1-23-168-15</inkml:trace>
  <inkml:trace contextRef="#ctx0" brushRef="#br0" timeOffset="156729.27">16654 9696 776 0,'0'0'45'16,"0"0"22"-16,0 0-67 15,0 0-5-15,0 0 5 0,0 0-1 16,62 61-1-16,-42-25 2 15,2 1-2-15,-1-3-1 16,1-6 0-16,-1-6 0 16,-4-5 0-16,-6-6 3 15,-5-3 0-15,-2-5-2 16,-4 0-8-16,0-3 0 16,-20 5 10-16,-14-1 6 15,-6 1-6-15,2 0-13 16,5-2-13-16,14-1 0 15,7-2-9-15,8 0 2 16,4 0-75-16,0-18-250 0</inkml:trace>
  <inkml:trace contextRef="#ctx0" brushRef="#br0" timeOffset="156893.5">16724 9693 765 0,'0'0'107'0,"0"0"-42"16,0 0-49-16,0 0-16 16,80-25-4-16,-15 25-4 15,12 6-56-15,7 0-97 16,-4-6-243-16</inkml:trace>
  <inkml:trace contextRef="#ctx0" brushRef="#br0" timeOffset="157061.89">17278 9644 810 0,'0'0'89'0,"0"0"-50"16,0 0-39-16,0 0-52 16,0 0-6-16,0 0-64 15,78 52-49-15,-35-52-358 16</inkml:trace>
  <inkml:trace contextRef="#ctx0" brushRef="#br0" timeOffset="157246.4">17717 9420 157 0,'0'0'638'0,"0"0"-514"16,0 0-117-16,0 0-7 15,-12 79-1-15,-9 0 1 16,-5 16 0-16,0 15 1 15,-2 5-2-15,0 3-9 16,-5-2-55-16,0-13-73 16,5-24-79-16</inkml:trace>
  <inkml:trace contextRef="#ctx0" brushRef="#br0" timeOffset="157397.2">17658 10137 922 0,'0'0'48'15,"0"0"3"-15,0 0-32 16,0 0-19-16,0 0-3 16,0 0-20-16,36-11-22 15,-31 41 2-15,-5 0-119 16,0-4-114-16</inkml:trace>
  <inkml:trace contextRef="#ctx0" brushRef="#br0" timeOffset="158578.14">11308 10525 617 0,'0'0'129'15,"0"0"-67"-15,0 0-58 16,103-11 2-16,-60 39 5 15,-4 10-6-15,-11 13-5 16,-9 8-1-16,-9 0-1 16,-7-3 4-16,-3-8-4 15,0-15 1-15,0-10 1 16,0-12 3-16,0-5-3 16,-3-6 0-16,1 0 17 15,-1-15 46-15,-2-13-57 16,0-6 1-16,5-5-5 15,0 4 5-15,16 3-7 0,18 0-7 16,9 6-49-16,5 3-24 16,0 8-31-16,-9 6 4 15,-8 9-21-15,-12 0 39 16,-10 0-5-16,-9 9 1 16,0 1 62-16,0-5 31 15,0 1 66-15,0-2 5 16,0 3 43-16,0 4-11 15,0 9-40-15,0 8-2 16,2 7-43-16,9-1-10 16,5 2 0-16,5-4 1 15,3-5-4-15,4-9 2 16,-3-7-6-16,-4-7 3 16,-6-4-1-16,0-7 7 15,-1-16 31-15,-3-4-5 0,-3-2-23 16,-5-1 27-16,-3 7 5 15,0 6 3-15,0 9-8 16,0 5-10-16,0 3-30 16,0 10-1-16,0 17-22 15,1 12 21-15,15 10-1 16,10 10 1-16,7 6-5 16,3 1-6-16,-2-1-45 15,-13-6-75-15,-12-16-82 16,-9-14-280-16</inkml:trace>
  <inkml:trace contextRef="#ctx0" brushRef="#br0" timeOffset="159040.69">12767 10877 527 0,'0'0'58'0,"0"0"-20"16,80-2 11-16,-41-4 0 16,9 0-9-16,7-4-20 15,9 3-15-15,5 0-5 16,-9 2-65-16,-11 0-70 16,-22-2-287-16</inkml:trace>
  <inkml:trace contextRef="#ctx0" brushRef="#br0" timeOffset="159200.94">12829 10989 587 0,'0'0'50'0,"0"0"-9"0,106 3 37 16,-43-1-36-1,15-1-23-15,11 2-18 0,5 0-1 16,-4-1-69-16,-12-2-125 15</inkml:trace>
  <inkml:trace contextRef="#ctx0" brushRef="#br0" timeOffset="162442.24">13755 10621 323 0,'0'0'166'0,"0"0"-16"16,0 0-20-16,0 0-39 0,0 0-33 15,0 0-45 1,0 0-13-16,5-12-5 0,-2 37 1 16,-2 9 3-16,-1 9 0 15,0 7 1-15,-3 3 0 16,-10 2 2-16,-3 1-2 16,-2-4-39-16,0-2-41 15,2-13-81-15,5-14-156 16</inkml:trace>
  <inkml:trace contextRef="#ctx0" brushRef="#br0" timeOffset="162758.55">14008 10790 673 0,'0'0'139'0,"0"0"-107"15,0 0-32 1,0 0-11-16,0 0 6 0,0 0 5 15,6 107 0-15,-2-69-1 16,9-5-18-16,4-3-12 16,4-10-40-16,3-8 15 15,1-12 37-15,-2-2 19 16,3-25 3-16,1-7 16 16,-5-7 39-16,-3-3 2 15,-11-2 14-15,-8 0-42 16,0 3 12-16,-14 9-25 15,-10 7-14-15,4 15-5 16,1 12-18-16,11 5-105 0,8 20-36 16,6 3 20-16,26-2-71 15</inkml:trace>
  <inkml:trace contextRef="#ctx0" brushRef="#br0" timeOffset="162929.5">14567 10773 493 0,'0'0'216'16,"0"0"-81"-16,0 0-74 16,0 0-57-16,84-30-4 15,-20 30-1-15,15 1-29 16,6 7-13-16,-3-2-68 16,-11-4 24-16,-13-2-54 15,-13-3-89-15,-12-17 32 0</inkml:trace>
  <inkml:trace contextRef="#ctx0" brushRef="#br0" timeOffset="163088.36">15160 10561 151 0,'0'0'122'16,"0"0"71"-16,-102-64-18 15,85 60-16-15,10 4-95 16,4 11-64-16,0 21-4 16,3 17 3-16,0 9-2 15,4 7 3-15,16 6-1 16,4 0-15-16,4-2-60 15,-3-10-41-15,-2-15-63 16</inkml:trace>
  <inkml:trace contextRef="#ctx0" brushRef="#br0" timeOffset="163342.04">15329 10718 802 0,'0'0'54'15,"0"0"-54"-15,0 0-12 16,84 49 6-16,-51-13 1 16,1 3 0-16,3-3 5 15,-4-3 0-15,-5-4-3 16,-5-7 3-16,-7-5 0 16,-7-7 1-16,-6-7-1 0,-3-3 1 15,0 0 1-15,-8 0 2 16,-22 0-4-16,-14 0-37 15,-12 0-120-15,0 0-158 16</inkml:trace>
  <inkml:trace contextRef="#ctx0" brushRef="#br0" timeOffset="163546.59">15545 10655 538 0,'0'0'99'0,"0"0"-12"0,0 0-70 15,129-32-16-15,-64 32 1 16,10 0-4-16,6 0-54 16,-3 0-78-16,-9-2-182 15</inkml:trace>
  <inkml:trace contextRef="#ctx0" brushRef="#br0" timeOffset="163726.46">16177 10749 491 0,'0'0'120'0,"0"0"-89"0,0 0 0 16,123 2-17-16,-56-2-13 15,3 0-1-15,-2 0-98 16,-12 0-196-16</inkml:trace>
  <inkml:trace contextRef="#ctx0" brushRef="#br0" timeOffset="163905.25">16266 10914 296 0,'0'0'83'16,"0"0"-52"-16,0 0 74 16,107 34-31-16,-41-34-45 0,6 0-17 15,2 0-12-15,-4-4-16 16,-7-10-133-16,-8-7-256 16</inkml:trace>
  <inkml:trace contextRef="#ctx0" brushRef="#br0" timeOffset="164093.55">16728 10684 711 0,'0'0'125'16,"0"0"-90"-16,0 0-35 16,0 0-1-16,36 83-3 0,-30-33 4 15,-1 8 0-15,-5 7 0 16,0 1-14-16,0-2-62 15,-9-13-71-15,2-19-84 16</inkml:trace>
  <inkml:trace contextRef="#ctx0" brushRef="#br0" timeOffset="164389.11">17200 10747 777 0,'0'0'61'0,"0"0"-61"16,0 0-24-16,0 0 2 0,0 0 21 16,0 77 1-1,-9-37 3-15,3-1-3 0,4 1-9 16,2-6 0-16,0-6-6 16,17-6 1-16,1-7 14 15,0-6 2-15,-7-3 3 16,-6-3-1-16,-5-2 1 15,0 2 8-15,-5-2-1 16,-20 4-12-16,-12 1-54 16,-8 5-23-16,2-1 20 15,13-4-139-15,10-6-74 16</inkml:trace>
  <inkml:trace contextRef="#ctx0" brushRef="#br0" timeOffset="164560.05">17310 10790 662 0,'0'0'146'0,"0"0"-61"15,0 0-61-15,0 0-24 16,0 0-15-16,0 0-5 16,52 9 8-16,-18 5-28 15,4-5-98-15,2-9-111 16</inkml:trace>
  <inkml:trace contextRef="#ctx0" brushRef="#br0" timeOffset="164721.37">17700 10721 692 0,'0'0'148'0,"0"0"-88"15,0 0-48-15,0 0-12 16,0 0-47-16,0 0 13 15,37 75-102-15,-5-69-117 16</inkml:trace>
  <inkml:trace contextRef="#ctx0" brushRef="#br0" timeOffset="164905.37">18071 10539 785 0,'0'0'67'15,"0"0"-67"-15,0 0-4 16,-15 132 4-16,0-59 0 16,-1 13 0-16,0 9 5 15,-3 5-5-15,-4 4-27 16,0-4-119-16,-1-19-149 16</inkml:trace>
  <inkml:trace contextRef="#ctx0" brushRef="#br0" timeOffset="165053.16">18171 11192 1001 0,'0'0'6'0,"0"0"-6"16,0 0-24-16,0 0-3 16,0 0-5-16,0 0-95 15,67 56-108-15</inkml:trace>
  <inkml:trace contextRef="#ctx0" brushRef="#br0" timeOffset="166270.56">11299 11935 496 0,'0'0'93'0,"0"0"41"16,0 0-94-16,112-22-3 15,-74 30-15-15,-2 15-5 16,-6 9-14-16,-10 10-3 16,-7 2-2-16,-8-2 2 15,-5-3 0-15,0-6 4 16,0-11-4-16,-8-6 0 0,-2-7-4 16,0-8 4-1,0-1 7-15,-1-3 2 0,4-21-2 16,7-6-1-16,2-8-6 15,28-4-6-15,14 0-32 16,13 2-33-16,6 5-53 16,5 4-53-16,1 6-31 15,-3 4 47-15,-8 4 149 16,-14 5 12-16,-15 8 41 16,-14 4 53-16,-11 0-20 15,-4 0-18-15,0 15 48 16,-10 4-29-16,-11 6-17 15,0 6-25-15,-1 2-18 16,4 3-5-16,7 1-4 0,7 0-5 16,4-1 1-16,3-3-1 15,17-4 2-15,2-2-3 16,1-5 13-16,-2-4 14 16,-6-5 11-16,-5-4-11 15,-5-3-13-15,-5-3-2 16,0 1 6-16,0-1 28 15,-24 4-21-15,-13 3-15 16,-9 2-6-16,-1-4-4 16,4-2-8-16,11-1-43 15,13-5-68-15,12-2-182 16</inkml:trace>
  <inkml:trace contextRef="#ctx0" brushRef="#br0" timeOffset="166449.51">12030 11935 595 0,'0'0'71'0,"0"0"0"16,0 0-68-16,0 0-3 16,127-7 0-16,-69 7 1 15,4 0-2-15,0 0-36 16,-7 0-64-16,-10 0-202 15</inkml:trace>
  <inkml:trace contextRef="#ctx0" brushRef="#br0" timeOffset="166669.23">12795 11869 481 0,'0'0'174'0,"0"0"-62"16,0 0-70-16,0 0-40 15,105-26-2-15,-61 26-2 16,3 0-71-16,0 0-53 0,-11 0-115 16</inkml:trace>
  <inkml:trace contextRef="#ctx0" brushRef="#br0" timeOffset="166845.52">12722 12093 629 0,'0'0'17'16,"0"0"-6"-16,95 9 24 15,-42-9 2-15,11 0-16 16,3 0-10-16,5-6-11 0,-5-5 0 15,-5-1-75 1,-10-6-87-16</inkml:trace>
  <inkml:trace contextRef="#ctx0" brushRef="#br0" timeOffset="167766.62">13926 11705 670 0,'0'0'155'0,"0"0"-71"15,0 0-57-15,0 0-27 16,0 0-5-16,0 0 5 15,-14 100 2-15,7-41 0 16,-2 7-2-16,-2 0 0 16,1-4-20-16,-2-5-67 15,3-12-31-15,6-15-112 16,3-19-205-16</inkml:trace>
  <inkml:trace contextRef="#ctx0" brushRef="#br0" timeOffset="168069.79">14148 11896 762 0,'0'0'71'0,"0"0"-71"15,0 0-22-15,0 0 22 16,0 0-1-16,36 95 0 16,-18-61 1-16,6-5 2 15,5-7-1-15,6-6 5 16,1-12-4-16,-1-4 0 15,-2-11 2-15,-2-13-1 0,-8-9-1 16,-7-1 2 0,-10 0 0-16,-6 2-3 0,-10 0-1 15,-23 0 2-15,-13 7 3 16,-9 7-5-16,4 9-4 16,9 9-13-16,21 0-24 15,19 16-64-15,2 3-34 16,26 0-155-16</inkml:trace>
  <inkml:trace contextRef="#ctx0" brushRef="#br0" timeOffset="168248.05">14652 11897 589 0,'0'0'133'15,"0"0"15"-15,0 0-82 0,0 0-66 16,0 0-3-16,90 0 3 15,-28 4 0-15,7 1-1 16,1 0-30-16,-11-2-44 16,-15-3-71-16,-14 0-100 15</inkml:trace>
  <inkml:trace contextRef="#ctx0" brushRef="#br0" timeOffset="168428.19">14855 11708 701 0,'0'0'159'0,"0"0"-79"0,0 0-80 16,0 0-3-16,0 0 3 15,1 108 0-15,8-45 1 16,5 8-2-16,-4 1-4 16,-1 0-34-16,-7-6-70 15,-2-16-121-15</inkml:trace>
  <inkml:trace contextRef="#ctx0" brushRef="#br0" timeOffset="168835.87">15260 11740 597 0,'0'0'178'0,"0"0"-117"16,0 0-61-16,0 0-3 16,0 0 3-16,-5 90 1 15,3-41-1-15,2-5 1 16,0 0-1-16,19-6-4 16,10-14-33-16,8-9-55 15,7-15-8-15,0 0 0 16,-4-27-17-16,-2-9 77 15,-7-8 40-15,-7-4 39 0,-12 2 71 16,-12 3 6 0,0 7 23-16,-12 12-46 0,1 10-19 15,3 10-18-15,6 4-49 16,2 18-7-16,0 19-18 16,0 15 17-16,18 8-2 15,6 3-5-15,1 2-19 16,-5 0-44-16,-7-9-96 15,-9-14-172-15</inkml:trace>
  <inkml:trace contextRef="#ctx0" brushRef="#br0" timeOffset="169020.95">15854 11966 792 0,'0'0'22'15,"0"0"-22"-15,87-4 2 16,-41 6-1-16,8 3 2 16,2 2-3-16,-5-2 0 15,-5 1-25-15,-8-2-80 16,-8-4-83-16</inkml:trace>
  <inkml:trace contextRef="#ctx0" brushRef="#br0" timeOffset="169199.46">15939 12059 645 0,'0'0'58'0,"0"0"-55"16,0 0 2-16,82 26 44 16,-40-24-7-16,4-1-20 15,2-1-19-15,-2 0-3 16,-1 0-48-16,-9-9-128 15</inkml:trace>
  <inkml:trace contextRef="#ctx0" brushRef="#br0" timeOffset="169500.5">16819 11800 819 0,'0'0'52'15,"0"0"-4"-15,0 0-48 16,0 0-1-16,0 0 0 15,12 83 1-15,-3-33 1 0,3 4-1 16,-1 4-36 0,-1-2-66-16,-1-11-50 0,-2-19-225 15</inkml:trace>
  <inkml:trace contextRef="#ctx0" brushRef="#br0" timeOffset="169884.15">17106 11790 848 0,'0'0'62'15,"0"0"-41"-15,0 0-21 16,0 0 0-16,36 76-1 0,-23-33 1 16,-1 5 0-1,6 2-2-15,0-2-25 0,2-7-24 16,3-11-52-16,3-10-17 15,2-16 39-15,3-4-59 16,5-19 54-16,-2-15 62 16,0-8 24-16,-5-5 120 15,-8-2 13-15,-11 4-8 16,-7 7 23-16,-3 11-49 16,0 11-37-16,0 13-14 15,0 3-48-15,0 16-24 16,0 17 9-16,0 9 14 15,6 7 1-15,5 6-8 16,3-2-17-16,3-1-24 0,-2-6-54 16,-7-12-65-16,-3-14-33 15</inkml:trace>
  <inkml:trace contextRef="#ctx0" brushRef="#br0" timeOffset="170066.37">17708 11822 777 0,'0'0'87'15,"0"0"-58"-15,0 0-29 16,0 0-1-16,0 0-9 16,0 0-12-16,50 101-63 0,-36-81-62 15,2-13-189-15</inkml:trace>
  <inkml:trace contextRef="#ctx0" brushRef="#br0" timeOffset="170264.82">18153 11579 786 0,'0'0'107'15,"0"0"-23"-15,0 0-67 16,0 0-17-16,0 0-5 15,0 0 5-15,0 122 0 0,-6-43 2 16,0 8-2-16,4 2-6 16,-2-1-36-16,-5-6-32 15,0-14-71-15,3-21-169 16</inkml:trace>
  <inkml:trace contextRef="#ctx0" brushRef="#br0" timeOffset="170444.2">18332 12209 970 0,'0'0'21'15,"0"0"-18"-15,0 0-3 16,0 0-1-16,0 0 0 0,0 0-2 16,43 21-7-1,-36-5-26-15,0-2-9 0,-1-5-45 16,1-7-152-16</inkml:trace>
  <inkml:trace contextRef="#ctx0" brushRef="#br0" timeOffset="175050.49">16853 8736 29 0,'0'0'49'16,"0"0"3"-16,0 0-23 16,0 0-9-16,0 0 11 15,0 0-30-15,0 0 8 16,-4-40-7-16,4 37 7 15,0 0 3-15,0-1-3 0,1 3-9 16,2 1-1-16,-3 0-2 16,2 0-14-16,-1 0-9 15,-1 0 9-15,0 0 10 16,0 0 0-16,0 0 6 16,2 0-6-16,0 0-10 15,-2 0 4-15,1 0 7 16,1 0-7-16,-2 0 13 15,0 0 0-15,1 0 2 16,-1 0 9-16,0 0 12 16,2 0-9-16,-2 0-6 15,3 0-4-15,-3 0-2 16,0 0 2-16,0-2 11 0,0 1-9 16,0 0 5-16,0-1-11 15,0 1-1-15,0 1-1 16,0-2 1-16,0 2-1 15,0 0-9-15,0 0 3 16,0 0-8-16,-3 0-10 16,1 0 15-16,-2 0-4 15,0 0 7-15,1 0-3 16,0 3-1-16,2 1-6 16,-2-1-6-16,3 1 11 15,0 1-25-15</inkml:trace>
  <inkml:trace contextRef="#ctx0" brushRef="#br0" timeOffset="175103.52">16853 8736 22 0</inkml:trace>
  <inkml:trace contextRef="#ctx0" brushRef="#br0" timeOffset="175345.32">16853 8736 22 0,'-4'-29'21'0,"5"29"-2"0,-1 0 3 0,2 0-6 0,1 0 20 0,0 0-13 16,-1 0-8-16,-1 0-11 15,1 0-3-15,1 0 0 16,0 0-1-16,0 0 0 15,0 0 0-15,2 0 0 16,-2 0 1-16,3-6 2 16,-1 1-2-16,-1-1 0 15,1 2 12-15,-2 0 2 16,-1 0-4-16,0 2-1 16,0 2 3-16,-2-2-11 0,0 2 2 15,0 0-4 1,0 0-42-16,-4 0 27 0,-6 2-12 15,-2 3-38-15,1 0-2 16</inkml:trace>
  <inkml:trace contextRef="#ctx0" brushRef="#br0" timeOffset="175472.2">16866 8693 70 0,'0'0'47'0,"0"0"-7"15,0 0-12-15,0 0-24 0,0 0-4 16,80-36-13-1,-69 33-34-15,-2 0-13 0,2 1-9 16</inkml:trace>
  <inkml:trace contextRef="#ctx0" brushRef="#br0" timeOffset="178058.11">10907 6895 293 0,'0'0'82'0,"0"0"6"15,0 0 21-15,0 0-61 16,9-85 22-16,-8 69-19 15,1 2-7-15,-2 0-20 16,0 2 13-16,0-2-19 16,0 6 0-16,0 1 2 15,0 2-15-15,0 0-5 16,0 3 0-16,0 2-1 16,-3 0-2-16,-8 0-9 15,-11 0-15-15,-8 15 1 16,-10 9 24-16,-8 6-24 15,-5 8 1-15,-6 7 19 0,-5 7 2 16,-2 9 4-16,7 6 0 16,5 5-2-16,11 7-10 15,11 3 8-15,10-2-9 16,15-2 2-16,7-4 5 16,6-5-18-16,16-5-4 15,8-5 10-15,0-4 9 16,-3-5 4-16,1 1-7 15,-7-1 5-15,-3 3 5 16,-8 1-2-16,-8 1 2 16,-2-1 2-16,-11-2 0 15,-17-2 1-15,-8 1-1 16,-10-1 3-16,-4-6-3 16,-2-9 1-16,2-8 0 15,5-7 2-15,6-9 0 0,6-5-2 16,8-4 0-16,7-2 0 15,7 0 2-15,5 0-2 16,4-5-1-16,2-5-1 16,0-5-10-16,7 1-17 15,5 1 21-15,3 3 7 16,-2 0 2-16,5 5-2 16,2 5 0-16,5 0-1 15,3 2 1-15,5 14 0 16,0 7-1-16,1 5 1 0,-2 5-3 15,-7 3 1 1,-4 4-1-16,-5 2 2 0,-2 5-3 16,-4 3 4-16,0 3 1 15,1 3 0-15,-2 3-1 16,1 1 2-16,1 2-1 16,-1 4 0-16,2 5-1 15,0-1 4-15,0 4-2 16,3-3 1-16,0 3 2 15,3 4 1-15,-6 2 0 16,4-1-6-16,-5 4 3 16,-8-2 4-16,-3 3-2 15,0 2 0-15,0 6 0 16,0 5 8-16,-8 5-2 16,2-4-2-16,1-3-3 0,4-3 2 15,1-5-2 1,0-3-3-16,1-6 3 0,13-5-1 15,4-3-4-15,-1-3-1 16,4-3 6-16,-1-1-5 16,-5-5 1-16,-3-3 6 15,-6 3-7-15,-3 0 13 16,-3 1-1-16,0 0-6 16,0-4-2-16,0-4 2 15,0-3-6-15,-2 0 6 16,1 1-4-16,1 2 6 15,0 2-5-15,0-2-3 0,7 0-1 16,2 0 4 0,3-3-2-16,-1 0-1 0,-1 2-1 15,3 0 1-15,0 4 2 16,-2 1-1-16,-3 1-2 16,-5 5 2-16,1 4 0 15,-4 3-2-15,0 3 0 16,0 1 2-16,0-6-1 15,0-2-1-15,0-2 0 16,0-4 0-16,0-3 1 16,5-2 1-16,7-7-1 15,0-5 0-15,4-4 1 16,2-7-1-16,6-4-1 16,6-2 0-16,9-5-1 0,12-2 1 15,8-3 0-15,6-6 2 16,2-7 0-16,-1-1 0 15,1 0 0-15,-3-11 2 16,0-4-4-16,4-6 3 16,-1 2 1-16,-3 1-1 15,-4-1-3-15,-8 7-1 16,-12 1-1-16,-13 3-22 16,-11 3 5-16,-14 3-48 15,-2 2-77-15,-18 0-111 16</inkml:trace>
  <inkml:trace contextRef="#ctx0" brushRef="#br0" timeOffset="180225.16">17192 6677 187 0,'0'0'56'0,"0"0"-32"16,82-7 30-16,-43 4 13 16,6 1 0-16,2 2-27 15,3 0-10-15,-1 0 7 16,0 0-2-16,-5 0-1 16,-1 9-16-16,1 11-16 0,-3 9 0 15,-1 10-2 1,-7 14-4-16,-8 12-1 0,-13 8-1 15,-12 2 3-15,0 7 3 16,-19 1 2-16,-9 2 0 16,-5-2 0-16,0-2-2 15,5-3 1-15,4-2-1 16,3 5 0-16,6-1 0 16,0 3 0-16,6 5 0 15,-2 2 0-15,1-4 1 0,2 1-1 16,0-4 1-1,3-5-1-15,2-2 0 0,3-5 0 16,0-10 1 0,0-12 0-16,9-11-1 0,10-9 2 15,4-12-1-15,1-11 3 16,6-4 3-16,5-2 4 16,7-2-5-16,6-11-4 15,1-4-2-15,-3-1 0 16,-6-1-5-16,-2 2 1 15,-7 0-4-15,-2 3 2 16,-4 2 6-16,-7 1 1 16,-5 6-1-16,-7-1 2 15,-4 3 2-15,-2 3 19 16,0-2-6-16,0 2-17 16,0 0-1-16,0 0-5 15,-3 5-2-15,-8 7 7 0,1 2 0 16,0 2-3-16,0 1 4 15,6 4-1-15,1 3 0 16,3 3 0-16,0 4 0 16,0 1 0-16,0 4 1 15,0 0 0-15,6 1-2 16,3 1 2-16,4 1-1 16,-2-2 2-16,-1 4-1 15,4 4 0-15,-4 3 0 16,5 5 0-16,0 0 3 0,3 0-3 15,0-3 2 1,1 3 2-16,0-2 2 0,-1 2 1 16,2 0-7-16,-2 1 7 15,4 1 0-15,2 1 4 16,3 2-6-16,2 3 5 16,7 3-9-16,0 2 2 15,2-1-3-15,-1 1 1 16,0 1 3-16,-6 3-4 15,-2-1 1-15,-6 2 2 16,-4-3 1-16,-3-2-1 16,-4 4 1-16,-5 1 0 15,2 1 0-15,-4 0-4 16,-1-1 3-16,-2-1-2 16,-2 0-1-16,0 2 0 0,0 1 0 15,0 0 0 1,0 3 0-16,0 2 3 0,0 3-3 15,0-5 0-15,0-2 1 16,0-5-1-16,0 1 1 16,1-1 0-16,-1-1 0 15,0 3 2-15,0-2-2 16,-4 1 0-16,-11 0 0 16,-1 3-1-16,-4 1 2 15,0 3-2-15,0 9 1 0,0-2 1 16,2 1-2-1,4-2 2-15,3-10-2 0,2-5 1 16,-1-5-1-16,-2-6 0 16,-6-2 0-16,-2-10 0 15,-4-9 0-15,1-3 0 16,0-6 0-16,-2-5 0 16,4-3 0-16,-4-5-7 15,-1-4-20-15,-3-3-3 16,-6-4 0-16,-3-3 11 15,-1 0-9-15,3 0 28 16,8 0 5-16,8 0 31 16,7 0-15-16,5 0-13 15,5 0-4-15,-1 0-4 16,4 0-1-16,0 0-2 16,0 0-19-16,0 0-14 15,0 0 24-15,7 0 12 0,2-3 3 16,1 0-1-16,1-1-1 15,-2 2 2-15,-2 1-3 16,-4-3-128-16</inkml:trace>
  <inkml:trace contextRef="#ctx0" brushRef="#br0" timeOffset="188915.11">4421 5987 45 0,'0'0'23'0,"0"0"16"16,20-72-34-16,-8 52-3 15,2 3-2-15,0 3-1 16,1 0-8-16,-3 0-26 16,3-1 35-16,4-5 30 15,3-2-26-15,8-2-4 16,6-2-28-16,0-1 9 16,1 0-6-16</inkml:trace>
  <inkml:trace contextRef="#ctx0" brushRef="#br0" timeOffset="189068.04">4649 5436 48 0,'0'0'46'0,"0"0"-46"15,-99-46-12-15,61 34 5 16,-7 2-63-16</inkml:trace>
  <inkml:trace contextRef="#ctx0" brushRef="#br0" timeOffset="189315.21">3869 5313 25 0,'0'0'49'0,"-140"-3"-6"0,78 3 1 16,-1 0-20-1,3 0-12-15,-1 7-9 0,-3 1-2 16,6 2-1-16,-3-1 0 15,3-1 0-15,1-1 0 16,4-3 0-16,3 1 3 16,6-3-2-16,-2 0-1 15,3 1 0-15,3 0 0 16,4 2 0-16,3 1 0 16,2 2 0-16,1 2-18 15,2 0-53-15,4-2-23 16</inkml:trace>
  <inkml:trace contextRef="#ctx0" brushRef="#br0" timeOffset="192031.31">1190 5657 254 0,'0'0'83'0,"0"0"10"0,0 0 5 16,0 0-80-16,0 0-17 15,0 0 0-15,50-64-1 16,-32 62-1-16,-3 2 1 16,4 0-5-16,3 0 5 15,5 0-1-15,6 2 1 16,-2 5-3-16,-1 2 1 16,3-1-2-16,0 1 4 15,2-3-3-15,10 2 2 16,8-2 1-16,9-3 0 0,13 1-7 15,4-3 7 1,6 1 0-16,3-1 0 0,-3 1 0 16,-9-1 1-16,-3 0-1 15,-9-1 0-15,-5 2 2 16,3 1-1-16,2-1 0 16,8 0-1-16,8-1 1 15,7 1-1-15,2-2 0 16,2 0-1-16,3 0 0 15,2 0 1-15,-4 0 0 16,1 0 0-16,-4 0 1 16,-1 0-1-16,-1 0 0 15,-1-5 0-15,5 0 0 16,6 2 1-16,3 0-1 0,7 0 0 16,4-2-3-16,0 2 3 15,0 1 0-15,-3 1 0 16,-10-1-6-16,-1 1 4 15,-5 0 1-15,-2-2 1 16,-1-1 0-16,1 1 1 16,-2 0 2-16,0 0-3 15,0 1 0-15,1 1 0 16,2 1-1-16,2-3 1 16,-1-2-2-16,-1 2 2 15,-6 1-1-15,-1 1 1 16,-6 1 1-16,0 0-1 15,0-2 2-15,4 0-1 0,8 0-1 16,4-2 0-16,0 1 0 16,4-1 0-16,-6 0 0 15,0-2 1-15,3 1-2 16,0 2 2-16,1 3-1 16,1 0 0-16,1 0 0 15,-3 0 1-15,1 0-1 16,1 0 0-16,2 0 3 15,3-3-3-15,-2 0 0 16,4 0 1-16,3 0-1 16,4-2 1-16,0 3-1 15,4 1 0-15,-1 1 0 16,1-1 0-16,-1 1 0 16,3-3 1-16,1 1-2 0,5-1 1 15,1 3 0-15,1-4 0 16,6 3 0-16,-1 1 1 15,-2 0-1-15,-1 0 0 16,2 0 0-16,3 0 1 16,4 0-1-16,7 0 0 15,8-3 0-15,-1-3 0 16,1-1 0-16,-7 3 0 16,-7 3 3-16,-6 1 0 15,-3-2 3-15,-5 2-1 16,3-3-2-16,-2 1-2 15,3 1-1-15,1-1 4 16,-2 2-4-16,-4 0 0 0,-6 0 3 16,-2 0-3-16,0 0 0 15,1 0 0-15,2 0 3 16,-1 0-6-16,1-2 6 16,0-1-3-16,-3 1 1 15,-3 1-1-15,-4-1 3 16,-4 2 0-16,-2 0-1 15,-3 0-1-15,0 0 0 16,-1 0-1-16,0 0 0 16,-2 0-1-16,1-1 1 0,1-2 0 15,1 0 0-15,0 1 0 16,-2 1 1 0,-4-1 1-16,-2 2-2 15,-4 0 1-15,0 0 0 0,0 0 1 16,2 0-2-16,0 0-1 15,0 0 0-15,0 0 1 16,3-3 0-16,2 1 1 16,1 1 3-16,-3-1-2 15,0 2 0-15,3-1 0 16,-6 1-1-16,1-1 1 16,-3 1-1-16,-1 0-1 15,1 0 1-15,-4 0 1 16,0 0-1-16,-2 0-1 15,5 0 0-15,0 0 0 0,2 0 2 16,-2 0 0-16,-1 0 0 16,-3 0-2-16,0 2 0 15,-6 1 1-15,0 2-1 16,-1-2 0-16,-1 1 1 16,-3 0 1-16,2 0-2 15,-5-3 0-15,-1 2 0 16,2-3 4-16,-3 1-3 15,3 3 0-15,-1-3 0 16,1 1 0-16,-2 1-1 16,-2-1 2-16,-3 0 0 15,0 1-2-15,-4-1 1 16,-4-2-1-16,-3 0 0 16,-2 0 1-16,-3 0 2 0,-1 0-1 15,0 0 0-15,0 0 1 16,-1 0-1-16,3 0 0 15,-1 0-2-15,1 0 0 16,1 0 1-16,2 0-1 16,1 2-1-16,6 3 0 15,5 0 1-15,4 0-1 16,6 0 2-16,-1-2-1 16,7 0 1-16,3 0 0 15,3 2-1-15,2 3-2 16,-3-4 2-16,2 4 0 15,1-1 0-15,0 0 1 16,4 0 0-16,1 3-1 0,4 0 0 16,7 2 0-16,8-1-1 15,10 0 1-15,3 1-1 16,1-3 1-16,-7 1 0 16,-5 0 2-16,-4 2-2 15,-7-2 0-15,-3 0 0 16,-3 1 0-16,1 0-2 15,4 0 1-15,2 0 1 16,7 0 0-16,1-7 0 16,4 1 1-16,-1-2-1 15,-3-1 0-15,3 1 2 0,1 0-2 16,-3 3 0 0,5-1 2-16,0 3-2 15,4-1 0-15,7 3-3 0,2-3 4 16,-3 2-1-16,-2-2 0 15,-7-1 2-15,-7-2 0 16,-9-4-1-16,-9 0 0 16,-6 0 12-16,-6 0 14 15,-3 0-3-15,-1 0 3 16,-4 0-10-16,-5-4 1 16,-4-2-6-16,-1 1-5 15,-7-1-4-15,-4-2 5 16,-11 4-2-16,-12-2 7 15,-13 2-2-15,-7 1 7 0,-7 1 9 16,0 2-21 0,0 0-6-16,0 0-5 0,0 0-23 15,-23 0-62-15,-27 12 1 16,-24 3-11-16,-17-9-162 16</inkml:trace>
  <inkml:trace contextRef="#ctx0" brushRef="#br0" timeOffset="194943.42">1611 13551 16 0,'0'0'277'15,"0"0"-218"-15,0 0 12 16,0 0-13-16,0 0 3 15,0 0-13-15,0 0-8 16,0-12 3-16,3 5-26 16,17-3-7-16,8-1 2 15,9 1-3-15,8 2-7 16,7 4-2-16,9 4 1 16,6 0-2-16,7 0 2 15,9 0-2-15,13 5 2 16,7 2-3-16,13 0 5 15,13-3-4-15,9-1 2 0,10-1-1 16,10-1 0-16,-2 1 0 16,2 0 0-16,-7 1 0 15,-1 1-1-15,4 1 1 16,3-2 6-16,10 1-6 16,10-1-1-16,-1-3-1 15,2 0 1-15,-8 0 1 16,1 0 0-16,2 0 3 15,6 0-3-15,3-5 0 16,-1-2 0-16,-2 3 0 16,-9-2-2-16,4 2 2 15,-5-2 0-15,1-1 0 0,6-2-8 16,0-3 0-16,-4 0-4 16,-1-1 6-1,2-1 2-15,5-1 4 0,9 1-1 16,7 0 2-16,9 4-2 15,-3 1-2-15,0 1-7 16,4 0-21-16,2 1 5 16,8-1-7-16,8 0 11 15,-3 0-2-15,0 1-2 16,1-1 19-16,0-2 2 16,3-1 5-16,-1 1 4 15,-7-2 7-15,-5 2 1 16,-7 0-6-16,-8-4 0 15,-2 0-4-15,-7-3-2 16,-13 0 0-16,-15 0 3 0,-19 0-3 16,-15 2 2-16,-12 2 10 15,-12 2 2-15,-9 3 8 16,-11 1-8-16,-10 0-1 16,-8 7-7-16,-4-2-5 15,-9-1 0-15,-9 2 3 16,-12-2-3-16,-10 0 6 15,-10 1 6-15,-5-1 13 16,-3 0 46-16,0-6 13 16,0-2-75-16,-15-2-10 15,-11 1-9-15,-8 0-9 16,-9 4-1-16,-2 1-7 0,-1 2 17 16,7 3 9-16,5-3 4 15,7 3-3-15,8-1 2 16,8 0-3-16,6 3 1 15,5 0 0-15,0 0 2 16,0 0-3-16,0 0-2 16,0 0-3-16,3 0 3 15,8 8 2-15,7-2 0 16,7 3 1-16,8-2 3 16,16-2-4-16,17 0 2 15,8 0-1-15,14 0 4 16,8-3-4-16,7 0 2 15,10-2 6-15,5 0-4 16,4 0-2-16,7 0 4 16,6 0 7-16,11 0-10 0,11-3 3 15,9-3-4-15,8 1-3 16,5 2 2-16,4 0-4 16,4-1 4-16,4-3-2 15,9-1 0-15,3 1-3 16,-3 3 3-16,2 1 1 15,1 0-1-15,0 0 0 16,8-1-2-16,0 2-3 16,3-1 1-16,-2-3 1 15,-1 1 3-15,2-5 2 0,7 1-2 16,-1 0-1 0,-1-2 0-16,-3 3 1 0,-8-1 3 15,-2-1-3-15,-3 1-8 16,-1 0-9-16,-11 4 10 15,-7-1 5-15,-7 1-5 16,-11-1 7-16,1 0-2 16,-3 1 2-16,0-1 0 15,-2 0 0-15,-9-1 1 16,-6 1-1-16,-7 2 5 16,-5-1-5-16,-4 0 6 15,0 2-6-15,-2-1 4 16,3 2-3-16,-3-1 0 0,-2 1-1 15,-2 0 6 1,-4 1-3-16,1 0-2 0,2 1-1 16,0 0 0-16,6-1 0 15,3 1 0-15,4-2 0 16,6-1-1-16,-3 1 1 16,1-1 3-16,0-4-2 15,-7 1 2-15,-5-2 1 16,-3-1 7-16,-10 3 5 15,0-2-5-15,-5 4 1 16,-6-1-8-16,-2 1 4 16,-4 4-5-16,-7 0 4 15,-3 0-3-15,-1 0-2 16,1 0 6-16,-3 0-1 0,-9 0-6 16,-10 0 12-16,-10 0 1 15,-11-6-7-15,-7-1 13 16,-10-2-14-16,-6 3 3 15,-4 0-3-15,-9 2-6 16,-3 2 0-16,-5 2 3 16,-1 0-3-16,0 0-2 15,0 0-1-15,0 0-1 16,0 0-10-16,0 0-33 16,-15 0-60-16,-26 5 37 15,-20-5-94-15,-17-2-342 16</inkml:trace>
  <inkml:trace contextRef="#ctx0" brushRef="#br0" timeOffset="197440.25">1149 14570 599 0,'0'0'141'15,"0"0"-53"-15,0 0-51 16,0 0-34-16,0 0-3 16,0 0-8-16,0 0 4 15,3 53 4-15,-3-14 0 16,0 6 4-16,-6 2 1 16,-5-1-1-16,1-5 0 15,-2-7-3-15,3-15 2 16,4-12 0-16,1-7-1 15,1 0 8-15,0-24 37 0,2-12-39 16,1-14-8-16,0-2-51 16,3 1-17-1,10 5-6-15,4 5 14 0,3 7-25 16,7 4-15-16,3 9 100 16,1 7 0-16,2 12 54 15,0 2-24-15,3 23-15 16,2 17-8-16,-3 13-4 15,-7 6 1-15,-1 6-3 16,-6-5-1-16,0-7-3 16,-6-18-25-16,5-19-36 0,0-16 4 15,0-14 28 1,2-26-1-16,0-10-24 0,2-4 42 16,-6-3 15-16,-3 4 38 15,-2 1 67-15,-1 7-27 16,6 1-63-16,7 7-10 15,5 9-1-15,2 6 6 16,-1 12 13-16,2 10 7 16,-3 0-18-16,-4 24 14 15,-2 18 12-15,-9 13-3 16,-6 10-4-16,-6 9-7 16,0 5-9-16,-3-2-8 15,0-7-5-15,0-15 2 16,0-18-3-16,0-20-1 15,0-16 0-15,0-1 1 0,0-23 19 16,3-25-4-16,11-14-16 16,5-9-15-16,0-1-5 15,-2 6 17-15,-4 10-5 16,-4 8-8-16,6 5 4 16,4 4 11-16,7 4-16 15,0 7-10-15,1 9 27 16,-4 12 20-16,5 7-9 15,-4 11-8-15,2 21-3 16,-10 17-1-16,-16 11 1 16,0 0 2-16,-20-2-2 15,-11-10 1-15,4-9-1 0,-3-9 4 16,-1-7-4-16,3-8 0 16,-7-8-8-16,4-7-54 15,6 0-61-15,14-22-131 16</inkml:trace>
  <inkml:trace contextRef="#ctx0" brushRef="#br0" timeOffset="197839.17">2387 14533 514 0,'0'0'134'16,"0"0"1"-16,0 0-127 16,0 0-8-16,0 0 0 15,0 0 4-15,61 97 1 16,-45-63 1-16,-2 0-2 0,5 0 2 15,4-2-4 1,7-2 1-16,8-7 0 0,4-10-3 16,7-10-39-16,2-3-57 15,-3-16 7-15,-8-8-41 16,-9-8 41-16,-9-2 89 16,-9 0 6-16,-9-1 68 15,-4 2 42-15,0 0-56 16,-15 3 47-16,0 7-5 15,2 9-47-15,5 8-17 16,8 6-36-16,0 0-2 16,0 0-5-16,3 14-1 15,15 1 5-15,3 4 1 0,3-3-1 16,4-1 0-16,-4-4 0 16,0-4-14-16,-11-5-15 15,-3-2 5-15,0 0-55 16,-1 0 10-16,-6-20-35 15,-3-3-411-15</inkml:trace>
  <inkml:trace contextRef="#ctx0" brushRef="#br0" timeOffset="198030.09">3143 14633 492 0,'0'0'104'15,"0"0"-57"-15,0 0-8 0,0 0 28 16,0 0-25-16,0 0-31 16,60-17-1-16,-32 9-10 15,4 1 0-15,5 2-24 16,-1 4-80-16,-5-2-38 16</inkml:trace>
  <inkml:trace contextRef="#ctx0" brushRef="#br0" timeOffset="198223.08">3112 14824 692 0,'0'0'136'0,"0"0"-117"16,0 0-19-16,0 0 5 0,0 0 8 15,116 0-1-15,-58-5-8 16,8-3-4-16,4-3-2 15,-1-6-77-15,-8-6-153 16</inkml:trace>
  <inkml:trace contextRef="#ctx0" brushRef="#br0" timeOffset="199530.2">3847 14737 351 0,'0'0'90'0,"0"0"-9"16,0 0-28-16,0 0 4 16,0 0 30-16,0 0-31 15,25-15-21-15,-1 10 5 0,6-4-2 16,3 5-16-1,1-2-15-15,1 1-6 0,-1 0 2 16,-1 1-3-16,-6-1-3 16,-7 1-16-16,-6 3-10 15,-5 1-47-15,-9 0-52 16,0 0-50-16,-9 0-176 16</inkml:trace>
  <inkml:trace contextRef="#ctx0" brushRef="#br0" timeOffset="199812.32">4365 14335 539 0,'0'0'140'0,"0"0"15"0,0 0-68 15,0 0-63-15,0 0-24 16,0 0-5-16,4 12 2 16,5 24 3-16,0 14 0 15,-1 7 2-15,2 6-1 16,-3 2 2-16,-2 2-3 16,-5-1 0-16,0-3-34 15,0-8-46-15,0-19-100 16,6-22-195-16</inkml:trace>
  <inkml:trace contextRef="#ctx0" brushRef="#br0" timeOffset="200436.62">4776 14543 379 0,'0'0'323'16,"0"0"-258"-16,0 0-65 15,0 0 0-15,0 0 0 16,0 0 2-16,30 82 5 16,-25-55 3-16,1 5-3 0,4 2-2 15,5 2-3 1,3 1 2-16,1-6-3 0,2-7-1 16,-4-12 0-16,2-8-7 15,0-4 6-15,-1-19 1 16,2-13 4-16,-5-6-3 15,-8-3 3-15,-7 0-1 16,0 5 0-16,-6 6-3 16,-6 4 0-16,0 5 0 15,5 2-20-15,5 5 8 16,2 5-4-16,0 2 16 16,14 4-4-16,4 3 4 15,2 0 0-15,1 0 3 16,-3 17 6-16,-3 3-6 15,0 6-2-15,-6 5 0 0,-3 3-1 16,0 0 0 0,0-2 2-16,4-3-2 0,1-7 1 15,2-3-1-15,2-9 0 16,2-2 0-16,2-7 4 16,2-1-2-16,-1-9 1 15,3-13 3-15,-2-7-4 16,-6-5-1-16,-3-2 2 15,-6 2 8-15,-6-3 7 16,0 1 23-16,-6 4 9 16,-18 1-15-16,-6 11-14 15,3 7-15-15,5 9-6 0,10 4-2 16,4 6-33-16,0 16-52 16,8 7 13-16,0 3-55 15,30-6-162-15</inkml:trace>
  <inkml:trace contextRef="#ctx0" brushRef="#br0" timeOffset="200633">5640 14843 607 0,'0'0'181'0,"0"0"-125"16,0 0-52-16,0 0-4 0,0 0 0 15,0 0 0 1,5 69 0-16,-5-42 0 0,0 1 0 16,-8 5-34-16,-13-4-94 15,0-7-105-15</inkml:trace>
  <inkml:trace contextRef="#ctx0" brushRef="#br0" timeOffset="201571.24">5910 14537 385 0,'0'0'121'0,"0"0"-16"16,0 0-78-16,0 0-21 15,0 0-1-15,0 0 15 16,9 35 32-16,-4-12-27 15,-1 3-6-15,0 4-5 16,4 3-9-16,-1 1-2 16,5 2-2-16,2-7 2 15,3-4-2-15,2-8-2 16,1-9 1-16,5-8-16 16,5-1 5-16,-1-22-1 15,-4-6 9-15,-7-4 3 16,-9-2 3-16,-6 2 25 15,-3 1-8-15,-10 3-3 0,-13 6-16 16,-2 7-1-16,-1 7-30 16,0 2 3-16,2 3 2 15,3 2 11-15,4-1-6 16,10 0 20-16,2 2 1 16,5 1-1-16,0 0-8 15,5-4-8-15,13 1 10 16,7-3 2-16,7-2 2 15,2 2 2-15,3-3 0 16,2 4 0-16,-3 2-1 0,-5 2 1 16,-3 1 0-1,-7 0 0-15,-6 4 7 0,-3 10 13 16,-6 4 1 0,-4 3-6-16,-2 4-2 0,0-1-5 15,0 1-4-15,0-2-1 16,0 0-3-16,7-4 1 15,-1-3 3-15,6-7-3 16,1-3 0-16,11-6-1 16,9 0 0-16,9-14 0 15,4-13-20-15,-4-5 8 16,-12 1 9-16,-10 2 3 16,-9 3 17-16,-2 4 4 15,-3 4 1-15,1 2-11 16,-2 6-5-16,-1 6-3 0,0 1-2 15,6 3-1 1,-3 0-4-16,4 0 4 0,0 6 0 16,0 8-4-16,4 3 4 15,-2 1 2-15,-1 0-1 16,-1 1-1-16,4-4 1 16,-1-4 1-16,0-1-2 15,3-8 0-15,6-2 2 16,11 0-1-16,2-5 2 15,1-13 1-15,-5-5 2 16,-5-2 10-16,-11 0 19 16,-7-3 0-16,-9 1 4 15,0 5-9-15,-27 2-27 16,-9 10-3-16,-8 8-2 0,-6 2-17 16,3 3-32-16,5 15-16 15,12 0-45-15,12-3-70 16,11-5-348-16</inkml:trace>
  <inkml:trace contextRef="#ctx0" brushRef="#br0" timeOffset="202435">7536 14386 609 0,'0'0'156'0,"0"0"-79"15,0 0-41-15,0 0-11 16,0 0-18-16,0 0-7 15,0-53-3-15,0 61-6 16,4 15 7-16,1 9-1 16,-2 8 3-16,-3 7 1 15,0 2 2-15,0 1-1 16,-2 0-2-16,-8-3-27 16,-7-4-37-16,1-5-25 15,-5-11-48-15,6-14-189 0</inkml:trace>
  <inkml:trace contextRef="#ctx0" brushRef="#br0" timeOffset="202625.96">7308 14589 692 0,'0'0'58'16,"0"0"46"-16,0 0-90 15,0 0-14-15,0 0-4 16,0 0 4-16,34-19 0 15,-1 19 1-15,14 0 5 16,13-5-5-16,16-7-1 16,12-5-8-16,3-3-95 15,-3-4-93-15</inkml:trace>
  <inkml:trace contextRef="#ctx0" brushRef="#br0" timeOffset="203164.96">8100 13950 376 0,'0'0'126'0,"117"-25"-41"16,-42 14-12-16,9-3-2 16,11 2-23-16,0 2-39 15,-1 3-2-15,-9 5-7 16,-10 2-16-16,-12 0-74 16,-24 2-58-16,-26 5-251 15</inkml:trace>
  <inkml:trace contextRef="#ctx0" brushRef="#br0" timeOffset="203961.82">8150 14086 312 0,'0'0'75'0,"0"0"66"15,0 0-62-15,0 0-54 0,0 0-20 16,0 0 6-16,51 23 4 16,-44 14 16-16,-3 12-1 15,-4 9-5-15,0 13-6 16,0 13 1-16,0 13-11 15,0 10-3-15,0 14-4 16,0 7 1-16,-1-1-3 16,-5-3 0-16,-1-12-16 15,0-14-36-15,1-15-60 16,1-18 33-16,-1-9 36 16,-3-12 37-16,2-9 6 15,1-6 13-15,0-1 16 16,1-3-1-16,1 3-15 15,-5 6-6-15,3 5-3 16,-5 6-4-16,-5 2 40 0,-1 1-33 16,-2 0-7-16,1-7 93 15,5-12-75-15,7-11-14 16,3-12-2-16,3-3 1 16,0-3-3-16,0 0 1 15,0 0 1-15,12 0 1 16,6-7 5-16,1-5-7 15,5-4 1-15,1 4-2 16,2 1 0-16,3 1-2 16,4 3-13-16,5 2-5 15,4 1 3-15,5 1 10 16,4 0 4-16,5 3 0 0,3 0 2 16,-1-2-12-1,-1 0-11-15,-4-1-5 0,-6-4 9 16,-5 0 0-16,-4-1 20 15,-8-2 0-15,-7 3 2 16,-2 1-1-16,-2 2 3 16,-3 2-1-16,-4 2-3 15,-4-2 2-15,-5-1 0 16,1 3 4-16,-5-1 0 16,0 1-2-16,0 0 1 15,0 0 2-15,1 0-7 16,0 0-7-16,9 0-24 15,-3 0-123-15,-1 0-143 0</inkml:trace>
  <inkml:trace contextRef="#ctx0" brushRef="#br0" timeOffset="209313.2">8923 14375 19 0,'0'0'169'16,"0"0"-119"-16,0 0 4 15,0 0-31-15,0 0 18 16,0 0 35-16,0 0-38 15,2-23 17-15,-2 18 9 16,0 2-23-16,0-1 40 16,0 1-43-16,0-1 7 15,-3 1-21-15,3 1 10 0,-2 1-17 16,1-2 2 0,-1 0 12-16,0 2-13 0,-2-3-8 15,4 4 0-15,0 0-7 16,-2 0-1-16,2 0-1 15,0-3 0-15,0-3-1 16,2-5-2-16,19-6 1 16,12-7 0-16,12-2-2 15,7-1 3-15,4 2-1 16,4 4-2-16,-5 7 3 16,-9 9 0-16,-9 5-1 15,-11 3 0-15,-11 20-2 16,-15 7-8-16,0 8-8 15,-21 3 11-15,-10 1 6 16,-2-6-1-16,5-9-13 0,7-7 2 16,12-9 5-16,6-5-3 15,3-4-4-15,0-2-12 16,0 0 22-16,9 0 3 16,7 0 3-16,-1 0 3 15,0 0 5-15,-5 0 22 16,-2 0-21-16,1 0-5 15,-5 14-4-15,-2 8-1 16,-2 9 1-16,-8 5 1 16,-16-1 1-16,-2-2 4 15,0-9-6-15,4-6-12 0,10-7-34 16,4-6 6-16,8-5-51 16,3 0 28-16,24-25-101 15,12-6-124-15</inkml:trace>
  <inkml:trace contextRef="#ctx0" brushRef="#br0" timeOffset="209613.97">9552 14369 225 0,'0'0'169'16,"0"0"-2"-16,0 0-13 15,0 0-13-15,0 0-73 16,0 0-55-16,48-36-12 16,-48 45-1-16,0 10-6 15,3 6 6-15,5 3 1 16,4 2 1-16,3-1-4 15,8-2 1-15,2-7 1 0,8-11 7 16,5-9-7-16,3-4 3 16,3-21 0-16,-7-9 1 15,-9 1-4-15,-13-3 2 16,-12 5-1-16,-3 3 3 16,-9 4-1-16,-25 7-3 15,-9 6 0-15,1 7-2 16,9 4-1-16,20 4 3 15,13 14-58-15,13 5-1 16,32 0-37-16,19-2-24 16,12-8-200-16</inkml:trace>
  <inkml:trace contextRef="#ctx0" brushRef="#br0" timeOffset="209764.28">10283 14495 226 0,'0'0'268'0,"0"0"-133"16,0 0-28-16,0 0-42 15,0 0-32-15,-83 92-24 16,73-56-4-16,3 3-2 16,1 6-3-16,-4 2-17 15,-1-6-113-15,1-10-116 16</inkml:trace>
  <inkml:trace contextRef="#ctx0" brushRef="#br0" timeOffset="210910.42">10497 14333 747 0,'0'0'151'0,"0"0"-91"16,0 0-60-16,0 0-5 16,0 0 5-16,0 0-2 15,40 49 2-15,-28-20 2 16,5 1 1-16,3 1-3 15,4-3 0-15,1-3 0 16,2-7-6-16,0-7-4 16,-4-7-1-16,3-4 2 15,-4-3 9-15,1-16 2 16,-7-5 3-16,-2-1-2 0,-8-1 0 16,-6 1 6-16,0-1-4 15,-23 2-5-15,-13 2-4 16,-5 5-3-16,-4 3-16 15,8 3 3-15,10 3 19 16,13 1 1-16,7 2 4 16,6 3-3-16,1 1-1 15,0 1 0-15,0-2 1 16,0 1 4-16,0-1 7 16,0 2 1-16,0 0-2 15,0 0-8-15,0 0 4 0,-2 0-5 16,2 0 0-1,0 0 3-15,0 0-1 0,0 0 0 16,0 0-4 0,0 0 0-16,-1 0-2 0,1 0 2 15,-2 0-1-15,1 0 1 16,-2 0 0-16,-2 0 0 16,0 0 0-16,2 0 1 15,-2 0-1-15,5 0 0 16,0 0 2-16,0 0-4 15,0 0 2-15,0 0-3 16,7 0-12-16,16 0 2 16,18 2 13-16,17-2-1 15,16 0-11-15,7 0-9 0,0-10 0 16,-5 1 4-16,-13 1 17 16,-16-1 0-16,-15 4 3 15,-16 2 2-15,-10 3 8 16,-4 0 13-16,-2 0-12 15,0 1-14-15,-15 16-4 16,-11 10 4-16,-5 6 2 16,4 3 0-16,5 1-2 15,7-1 0-15,6-2-1 16,5-2 1-16,4-8-3 16,8-8-12-16,21-11 6 15,7-5 9-15,6-11 3 16,2-19-2-16,-8-4 0 0,-9-4-1 15,-15 5 1 1,-12 4-2-16,0 4 0 0,-5 5-7 16,-8 6-5-16,4 6 9 15,6 7 3-15,1 1 0 16,2 0 0-16,0 3-10 16,8 11 5-16,10 6 5 15,6 0 1-15,4 4 0 16,3-1 3-16,4 3-1 15,0-4 2-15,-2-2-3 16,-4-6-1-16,-6-4 0 16,0-10-27-16,-7 0-11 0,5-3 9 15,-4-14-18 1,-1-5 47-16,1-2 0 0,-1 1 19 16,6 0 28-16,-1-2-25 15,1 4-10-15,-2 3 15 16,-8 5 7-16,-6 6-11 15,-6 1-3-15,0 2 5 16,0 1-15-16,-23 0-10 16,-18 3 0-16,-21 0-2 15,-21 11-9-15,-12 5-50 16,-7-1-60-16,11-6-89 16</inkml:trace>
  <inkml:trace contextRef="#ctx0" brushRef="#br0" timeOffset="211777.15">9165 15009 241 0,'0'0'54'0,"-111"0"51"16,65 0-24-16,13 0-8 16,11 0-28-16,14 0 19 15,8 0 68-15,0 0-114 16,29 0-6-16,18-1 8 15,22-6 5-15,29-1 1 16,30-2-7-16,37 0-5 16,24-1-8-16,26 1-6 15,22-3 0-15,17-3 0 16,12-5-18-16,-5-1-2 16,-11-3 13-16,-28 2 6 15,-25 0 2-15,-27 5 1 0,-28 1 2 16,-29 4 5-1,-34 6 3-15,-30 7 0 0,-26 0-12 16,-16 0 1-16,-7 0-2 16,-16 3-18-16,-35 14-18 15,-23 3-63-15,-17 0-207 16</inkml:trace>
  <inkml:trace contextRef="#ctx0" brushRef="#br0" timeOffset="-213358.61">9517 15285 416 0,'0'0'159'15,"0"0"-74"-15,0 0 18 16,0 0-30-16,0 0-28 16,0 0 9-16,0 0-35 0,0-52 5 15,0 52-12 1,0 0-6-16,0 0 0 0,0 0-6 16,0 0-4-16,0 8-1 15,0 13 3-15,-5 12 1 16,-3 9 2-16,-3 8 0 15,0 4-1-15,-2 0-5 16,1 1-25-16,0-7-37 16,0-9-42-16,8-16-52 15,4-17-233-15</inkml:trace>
  <inkml:trace contextRef="#ctx0" brushRef="#br0" timeOffset="-213171.63">9749 15451 519 0,'0'0'236'15,"0"0"-126"-15,0 0-45 16,0 0-14-16,0 0-25 16,0 0-15-16,-3-18-11 15,3 18-20-15,0 0-48 16,0 1-49-16,0-1-103 15</inkml:trace>
  <inkml:trace contextRef="#ctx0" brushRef="#br0" timeOffset="-212941.69">9922 15230 816 0,'0'0'109'0,"0"0"-61"16,0 0-32-16,0 0-16 16,0 0-6-16,0 0 3 15,-4 85 3-15,-5-31 0 16,3 4 0-16,-4 5-9 16,-1-3-31-16,2-11-86 15,-1-11-198-15</inkml:trace>
  <inkml:trace contextRef="#ctx0" brushRef="#br0" timeOffset="-212592.78">10080 15344 830 0,'0'0'105'0,"0"0"-103"16,0 0-2-16,0 0-4 15,-4 83 4-15,-3-40 2 16,3 5-2-16,1-4 1 16,3-5-1-16,0-7-24 15,2-6-17-15,20-11 4 16,11-10-24-16,8-5 3 0,9-23-6 16,5-15 13-16,-7-9 23 15,-6-2 28-15,-18 2 78 16,-16 4 61-16,-8 8-73 15,-14 7-3-15,-25 9-25 16,-15 11-28-16,-7 8-10 16,2 10-2-16,15 17-42 15,17 5-66-15,14-2-68 16,13-7-188-16</inkml:trace>
  <inkml:trace contextRef="#ctx0" brushRef="#br0" timeOffset="-212359.59">10637 15154 473 0,'0'0'316'15,"0"0"-186"-15,0 0-76 16,0 0-47-16,0 0-7 16,91-14-2-16,-66 71-3 15,-4 18 3-15,-6 15 2 16,-15 13 1-16,-3 2 0 15,-30-2-1-15,-13-8-14 16,-8-13-29-16,-1-15-39 16,-3-15 6-16,-1-21-93 15,-2-25-382-15</inkml:trace>
  <inkml:trace contextRef="#ctx0" brushRef="#br0" timeOffset="-211925.94">9432 15173 160 0,'0'0'379'15,"0"0"-288"-15,0 0-4 16,0 0-12-16,0 0-27 15,-95-56-11-15,67 74-20 16,-9 23-15-16,-9 19 4 16,4 17 14-16,3 12-6 0,10 7-8 15,9 2-5 1,14 1 3-16,6-6-4 0,0-4 0 16,14-14-34-16,17-18-31 15,16-25-87-15,19-27-66 16</inkml:trace>
  <inkml:trace contextRef="#ctx0" brushRef="#br0" timeOffset="-211387.44">11178 15244 191 0,'0'0'391'16,"0"0"-233"-16,0 0-61 15,0 0-42-15,-7-72-5 16,5 70-29-16,2 2-1 16,-1 0-18-16,1 0-2 15,0 0-4-15,0 20 3 16,0 13-4-16,-2 10 5 0,-2 9 0 15,-4 1-6 1,-2-2-36-16,-2-12-90 16,-2-17-268-16</inkml:trace>
  <inkml:trace contextRef="#ctx0" brushRef="#br0" timeOffset="-210854.44">12409 14575 522 0,'0'0'165'0,"0"0"-74"16,0 0-42-16,0 0-32 16,0 0-17-16,0 0-1 15,-40-13 1-15,59 21 1 16,15-6 8-16,11-2 7 15,13 0-7-15,8 0-4 16,5-2-5-16,-4-6-11 16,-4-3-33-16,-17 0-51 15,-14 0 3-15,-19 1-99 16,-13 0-249-16</inkml:trace>
  <inkml:trace contextRef="#ctx0" brushRef="#br0" timeOffset="-210645.36">12506 14364 684 0,'0'0'168'16,"0"0"-100"-16,0 0-48 16,0 0-20-16,0 0-2 15,0 0 2-15,4 100 0 16,4-38 2-16,-4 8 0 0,-2 5-2 15,-1-6-71-15,1-16-147 16,-1-20-340-16</inkml:trace>
  <inkml:trace contextRef="#ctx0" brushRef="#br0" timeOffset="-210144.68">12928 14132 789 0,'0'0'99'15,"0"0"-48"-15,0 0-44 16,0 0-7-16,0 0 0 16,0 0 2-16,70 77-2 15,-42-34 0-15,-1 6 0 16,0 2 2-16,-2-2-2 16,1-4-1-16,-3-13-33 15,5-10-17-15,6-13-11 16,1-9 24-16,1-6-15 0,-3-21 2 15,-8-8 36 1,-7-3 13-16,-12-1 2 16,-6-1 57-16,0 7 30 0,-6 7-9 15,-2 10 7-15,3 12-26 16,5 4-59-16,0 13-8 16,0 20-4-16,9 13 10 15,1 8 0-15,-1 9-13 16,4 2-19-16,1-3-34 15,2-7-83-15,-2-15-132 16</inkml:trace>
  <inkml:trace contextRef="#ctx0" brushRef="#br0" timeOffset="-209844.98">13563 14420 898 0,'0'0'72'0,"0"0"-35"15,0 0-37-15,0 0-5 16,0 0 4-16,81 94-6 16,-61-50-5-16,3-1-10 15,2-8-13-15,-1-12-15 16,0-11 8-16,0-12-13 16,-4-1 42-16,3-26 11 15,-2-8 1-15,-3-6 0 16,-6-4-2-16,-12 1 3 15,-3 3 7-15,-33 4 4 0,-12 9-7 16,-7 13 0-16,8 13-4 16,15 2-46-16,22 22-35 15,10 11-16-15,0 5-117 16</inkml:trace>
  <inkml:trace contextRef="#ctx0" brushRef="#br0" timeOffset="-209663.62">14111 14664 860 0,'0'0'120'16,"0"0"-102"-16,0 0-18 0,0 0 0 16,-15 76-4-16,-8-29-1 15,-2 2-24-15,-2-1-22 16,3-7-47-16,0-13-82 15,6-15-382-15</inkml:trace>
  <inkml:trace contextRef="#ctx0" brushRef="#br0" timeOffset="-208441.39">14382 14347 710 0,'0'0'35'16,"0"0"26"-16,0 0-61 16,0 0-5-16,0 0 5 15,0 0 5-15,-59 104-3 16,42-63 2-16,4-1-3 16,5-4 0-16,7-3 1 15,1-2 0-15,6-9-2 16,19-8-4-16,8-12 4 15,5-2 0-15,6-16 3 16,-5-10-3-16,-8-6 0 16,-12-3 27-16,-11 0 9 15,-8-2 6-15,0 2-16 0,-18 6-21 16,-9 2-5-16,-6 9-3 16,5 7-35-16,1 6 12 15,5 0 18-15,2 4 0 16,4 1 7-16,3 0-3 15,3-1 2-15,6 1 1 16,1-2 2-16,3 2 1 16,0-1-2-16,0 1 1 15,0 0 1-15,0 0-2 16,0 0 1-16,0 0 0 16,0 0-1-16,0 0-2 15,0 0-2-15,0 0 3 16,0 0 0-16,15 0-4 15,7 0 5-15,8 0 2 0,6 0-1 16,8 0-1-16,8-2-1 16,4-3-7-16,2-4-1 15,-7 1 9-15,-8-1 1 16,-11 2-1-16,-12 4 16 16,-9 3 11-16,-6 0-19 15,-1 0-8-15,-3 10-3 16,-1 10 3-16,0 8-1 15,0 6 0-15,-9 5 1 16,-3 2 0-16,-1-4 2 16,7-9-2-16,3-9-2 0,3-10-1 15,0-6 0 1,0-3 3-16,6-1 1 0,12-19 9 16,3-9-7-16,3-5-3 15,-2 0 0-15,2 0-1 16,-3 1-3-16,-2 5-5 15,-1 6 4-15,-4 5 4 16,-5 6 1-16,-2 8 0 16,-4 3 0-16,-3 0-2 15,3 5-3-15,-3 12-3 16,0 7 5-16,0 3-2 16,-5 3 5-16,2 0 1 15,2-1 0-15,1-1-1 16,0-5 3-16,6-3-2 0,14-4-2 15,12-6 2-15,11-7 0 16,12-3-1 0,5 0-17-16,0-17-1 0,-7-5 8 15,-15-5 10-15,-11 1 0 16,-14 0 4-16,-10 0 12 16,-3 3-2-16,-15-1-9 15,-26 2-5-15,-18 2-3 16,-10 5 3-16,3 4-2 15,9 8-2-15,16 3 3 16,18 0-1-16,9 0-5 16,5 7-27-16,6 0 16 15,3-4-10-15,0-3 21 0,0 0-6 16,5 0 13 0,5 0 14-16,1 0 1 0,-4 0 1 15,-2-2 11-15,-4-2-5 16,2 1 7-16,-3 0-18 15,0 1-3-15,0 2-3 16,0 0-4-16,0 0-1 16,0 0-2-16,0 0-12 15,0 0-14-15,0 0 19 16,0 0 8-16,0 0-1 16,3 0-30-16,0 0-50 15,-3 2-22-15,0-2-317 16</inkml:trace>
  <inkml:trace contextRef="#ctx0" brushRef="#br0" timeOffset="-207395.53">12823 15015 254 0,'0'0'91'16,"0"0"71"-16,0 0-53 0,0 0-25 16,0 0-16-16,0 0-39 15,-58-24-21-15,58 24-5 16,8 0-1-16,33 0 5 16,33 0 27-16,43 0-4 15,42 0-5-15,36 0-13 16,22 0-8-16,9 0-2 15,0-3-2-15,-5-8-15 16,-7-1 8-16,-12 0 6 16,-12 2-2-16,-13 3-2 15,-20 1 3-15,-29 1-5 16,-26-2 2-16,-37 1 3 0,-32 2 2 16,-19 1 1-16,-14 0 18 15,0 0 6-15,-14-2-25 16,-19 5-2-16,-16 0-28 15,-12 6-23-15,-11 10-83 16,-7-3-190-16</inkml:trace>
  <inkml:trace contextRef="#ctx0" brushRef="#br0" timeOffset="-201070.6">13269 15336 339 0,'0'0'110'16,"0"0"7"-16,0 0-63 15,0 0 28-15,0 0-39 16,0 0 20-16,0 0-24 16,2-45-4-16,-2 45 3 15,0 0-16-15,0 0-6 16,0-3-7-16,0 3 3 15,0 0-12-15,0 0-2 16,0 3-1-16,0 14 1 16,-3 12 2-16,-4 9 0 15,2 6 0-15,1 2-18 0,2 1-27 16,0-2-31 0,2-9-94-16,0-13-185 0</inkml:trace>
  <inkml:trace contextRef="#ctx0" brushRef="#br0" timeOffset="-200901.52">13436 15518 828 0,'0'0'105'15,"0"0"-68"-15,0 0-37 0,0 0-2 16,0 0-58-16,0 0 9 15,17 15-114-15,-10-9-88 16</inkml:trace>
  <inkml:trace contextRef="#ctx0" brushRef="#br0" timeOffset="-200618.67">13609 15308 255 0,'0'0'340'0,"0"0"-202"16,0 0-86-16,0 0-39 16,0 0 7-16,0 0-14 15,0 34 23-15,0 4-10 16,0 11-7-16,0 3-4 15,-3 1-2-15,-1-1-6 16,-3-5-1-16,1-6-49 16,3-11-102-16,0-9-145 15</inkml:trace>
  <inkml:trace contextRef="#ctx0" brushRef="#br0" timeOffset="-200288.65">13771 15427 875 0,'0'0'88'0,"0"0"-81"15,0 0-7-15,0 0-6 16,0 0 6-16,-13 91 4 16,6-47-4-16,4 1-9 15,3-6-45-15,0-6-30 16,10-12-48-16,16-13 59 15,10-8 45-15,8-7-5 16,6-21 0-16,-1-11 12 16,-1-2 21-16,-12-4 86 15,-13 1 0-15,-15 4 6 0,-8 3-15 16,-9 2-17-16,-21 9-27 16,-9 5-20-16,-7 16-13 15,7 5-54-15,11 2-131 16,16 13-29-16,12-3-239 15</inkml:trace>
  <inkml:trace contextRef="#ctx0" brushRef="#br0" timeOffset="-200083.83">14323 15216 162 0,'0'0'716'16,"0"0"-645"-16,0 0-59 15,0 0-12-15,0 0-1 16,77 109 1-16,-70-27 0 16,-7 6 2-16,0 7 0 15,-15-2-2-15,-11-6-28 16,-6-9-63-16,-2-18-90 16,-3-17-79-16</inkml:trace>
  <inkml:trace contextRef="#ctx0" brushRef="#br0" timeOffset="-199638.79">13333 15148 757 0,'0'0'37'15,"0"0"31"-15,0 0-55 16,-101 0-9-16,70 25 0 16,1 11-3-16,-3 12 8 15,2 13 8-15,0 15 1 16,1 13 3-16,4 10-10 16,7 3-7-16,7 1 0 15,9-10-4-15,3-12-5 16,13-22-31-16,23-21-8 15,21-15 9-15,25-17-60 16,21-6-52-16,15-9-265 16</inkml:trace>
  <inkml:trace contextRef="#ctx0" brushRef="#br0" timeOffset="-199090.29">14819 15201 708 0,'0'0'138'0,"0"0"-33"16,0 0-52-16,0 0-19 15,0 0-30-15,-100-22-4 16,58 62-3-16,-8 15-2 15,9 9 5-15,9 14 0 16,9 8 0-16,17 2-2 16,6 0-6-16,0-10-37 15,22-13-22-15,13-19-44 16,8-19-12-16,10-18 13 16,5-9-170-16</inkml:trace>
  <inkml:trace contextRef="#ctx0" brushRef="#br0" timeOffset="-198755.63">14853 15291 747 0,'0'0'122'16,"0"0"-30"-16,0 0-82 16,0 0-10-16,0 0-8 0,0 0 8 15,-23 84 6-15,1-32-3 16,2 4-1-16,0 0 4 15,1-2-6-15,6-7-34 16,2-7-39-16,4-12-90 16,7-14-227-16</inkml:trace>
  <inkml:trace contextRef="#ctx0" brushRef="#br0" timeOffset="-198569.73">15015 15556 845 0,'0'0'72'0,"0"0"-65"15,0 0-7-15,0 0 0 16,0 0 2-16,0 0-2 16,-17 34-2-16,11-21-75 15,3-7-169-15</inkml:trace>
  <inkml:trace contextRef="#ctx0" brushRef="#br0" timeOffset="-198323.58">15229 15347 66 0,'0'0'811'0,"0"0"-713"16,0 0-51-16,0 0-37 15,0 0-10-15,0 0-8 16,-4 10 1-16,-8 31 7 16,-6 9 1-16,0 9-1 15,1 0-2-15,5-2-34 16,7-4-27-16,5-7-42 16,0-10-121-16,5-16-354 15</inkml:trace>
  <inkml:trace contextRef="#ctx0" brushRef="#br0" timeOffset="-198103.73">15405 15380 920 0,'0'0'75'15,"0"0"-52"-15,0 0-23 16,0 0-6-16,0 0 6 15,0 0 0-15,0 111 3 16,0-69-3-16,-4-1-1 16,2 0-17-16,1-2-28 15,1-5-40-15,0-10-137 0,0-11-327 16</inkml:trace>
  <inkml:trace contextRef="#ctx0" brushRef="#br0" timeOffset="-197790.75">15580 15207 857 0,'0'0'88'0,"0"0"-86"0,0 0-1 16,0 0-1-16,51 118 5 16,-32-51 1-16,-5 14-2 15,-1 3 3-15,-9 5-4 16,-4 0 2-16,0-11-5 16,-4-8-6-16,-7-15-19 15,-4-15-14-15,-5-13-9 16,-1-15-101-16,-11-12-187 15</inkml:trace>
  <inkml:trace contextRef="#ctx0" brushRef="#br0" timeOffset="-197263.86">15890 14679 646 0,'0'0'135'0,"0"0"-100"16,0 0-17 0,0 0 10-16,0 0-6 0,0 0-9 15,108-14 1-15,-56 8-9 16,3-1-4-16,1-2-1 15,-3-2-28-15,-10-1-45 16,-16-4-95-16,-17-4-250 16</inkml:trace>
  <inkml:trace contextRef="#ctx0" brushRef="#br0" timeOffset="-197069.92">15978 14447 810 0,'0'0'63'0,"0"0"-42"16,0 0-21-16,0 0-1 15,0 0 1-15,35 108 4 16,-23-54-2-16,-4 9-2 16,-5 6-28-16,-3-13-156 15,0-16-329-15</inkml:trace>
  <inkml:trace contextRef="#ctx0" brushRef="#br0" timeOffset="-196675.22">16613 14232 528 0,'0'0'73'0,"0"0"64"16,0 0-41-16,0 0-69 16,0 0-26-16,0 0 1 15,-46 82 8-15,27-32-1 16,4 3-6-16,12-2 0 16,3-7-3-16,8-6-9 15,14-10-1-15,3-8 2 16,5-9 5-16,-3-5 3 0,-5-3 4 15,-5-3-3-15,-10 2 0 16,-4-1 3-16,-3 4-4 16,0 5-3-16,-19 4 3 15,-11 7 9-15,-3 3-1 16,1 1-2-16,6 1-5 16,3-1-2-16,4-2-20 15,4-5-42-15,3-11-77 16,8-7-112-16</inkml:trace>
  <inkml:trace contextRef="#ctx0" brushRef="#br0" timeOffset="-196225.85">16640 14318 860 0,'0'0'43'0,"0"0"0"15,0 0-28-15,83-52-6 16,-45 44-5-16,1 2 0 16,-3 3-4-16,0 3 0 15,-10 0 0-15,-5 9-5 16,-7 5-18-16,-4 6 0 16,-7 4-1-16,-2 0 9 15,1 2 8-15,0 1-3 0,-2 0 5 16,0-1 2-16,0-3 3 15,0-2 0-15,0 1 2 16,6 3 1-16,3-3-3 16,10-3 5-16,6-6-4 15,10-9 0-15,7-4 4 16,5-4-4-16,0-19 1 16,-5-8-1-16,-7-9 1 15,-8-6 1-15,-11-2 14 16,-9 0-2-16,-7 0 1 15,-1 6-10-15,-28 6 10 16,-15 8-16-16,-13 15-2 16,-3 13-47-16,8 2-48 0,13 23-69 15,22 6-76 1</inkml:trace>
  <inkml:trace contextRef="#ctx0" brushRef="#br0" timeOffset="-196013.52">17571 14562 830 0,'0'0'67'16,"0"0"10"-16,0 0-57 0,0 0-20 15,0 0-3 1,0 0 3-16,-64 100 0 0,34-47 0 15,1 2-20-15,3 0-41 16,5-11-49-16,3-13-137 16</inkml:trace>
  <inkml:trace contextRef="#ctx0" brushRef="#br0" timeOffset="-194676.29">17866 14156 527 0,'0'0'76'0,"0"0"82"15,0 0-100-15,0 0-24 16,0 0-34-16,0 0-5 16,-26 53 3-16,2-9 2 15,1 8 5-15,4 2-1 0,8 1-4 16,10-3 5-16,1-9-5 15,10-12-9-15,20-13-11 16,11-15 9-16,6-3 11 16,3-16 2-16,-1-13-2 15,-9-8 5-15,-4-3-5 16,-15 4-2-16,-11 2 1 16,-10 2-1-16,-2 3-6 15,-21 3-28-15,-7 2-28 16,-2 4 47-16,3 4 16 15,5 6 1-15,3 3 13 16,5 3 3-16,2 4-5 16,5-1-7-16,6 1 4 15,3 0-4-15,0 0 12 16,0 0 17-16,0-3-9 0,5 1-10 16,4-1-2-16,-1 1-6 15,-4-1 1-15,-4 3 1 16,0 0-1-16,0 0-3 15,0 0 5-15,0 0-7 16,0 0 4-16,0 0-6 16,0 0 1-16,0 0 0 15,0 0 2-15,0 0-3 16,0 0 2-16,0 0-1 16,0 0 1-16,0 0 3 15,0 0 6-15,0 0-4 16,0 0-2-16,0 0-4 0,0 0-1 15,0 0-3-15,0 0-2 16,15 0 1-16,18 1-1 16,14 6-15-16,19 0-30 15,14-2-79-15,8-3 31 16,3-2 21-16,-4 0-76 16,-7-2 135-16,-12-10 18 15,-19 2 83-15,-17 1 19 16,-15 1-14-16,-16 3 56 15,-1 2-49-15,-11 3-64 16,-22 0-25-16,-9 11-5 16,-4 15-1-16,5 3 0 15,8 5-2-15,7 5 1 0,3 4-2 16,10 4 2-16,4 0-27 16,9-8-37-16,3-12-33 15,24-17 18-15,13-10 62 16,6-5 18-16,5-22 0 15,-8-6 1-15,-3-6 17 16,-12 2 33-16,-11-1 34 16,-9 6-60-16,-8 3-3 15,0 5-21-15,0 5-1 16,-2 4-1-16,-2 5 1 0,4 6 2 16,0 4 2-1,0 0-4-15,0 1-3 16,6 17 0-16,6 4 1 15,-2 5 1-15,2-4 0 0,-2-1 1 16,0-5 0-16,4 0 1 16,1 0-1-16,3-4 0 15,2-2-8-15,1-5-12 16,-1-2-36-16,-2-4 19 16,-1 0 7-16,-4 0 16 15,2 0 14-15,0-12 27 16,1-2 2-16,1-4 34 15,-1 1-11-15,-4-2-15 16,0 1-7-16,-5 1-5 16,-2 2-11-16,-5 2-6 15,0-1 4-15,0 2-12 16,-19 1-1-16,-19 2-1 0,-14 1-5 16,-15 5-20-16,-3 3-38 15,0 0-74-15,10 0-232 16</inkml:trace>
  <inkml:trace contextRef="#ctx0" brushRef="#br0" timeOffset="-193012.77">16320 14979 379 0,'0'0'96'15,"152"11"17"-15,-37-4-52 16,28-3-30-16,21-1-1 15,22-3-22-15,12 0 5 16,9 0 1-16,3 0-11 16,0-1 3-16,4-4 2 15,-12 1-6-15,-15 0-1 16,-29-2-1-16,-32 1 0 16,-37-1 4-16,-31 2 2 0,-30 1-3 15,-14 2 0-15,-14-2 27 16,0 2 11-16,-15-1-41 15,-27 2-12-15,-12 0-76 16,-13 0-81-16,-7 3-377 16</inkml:trace>
  <inkml:trace contextRef="#ctx0" brushRef="#br0" timeOffset="-190223.49">16541 15404 39 0,'0'0'34'16,"0"0"4"-16,0 0 30 16,0 0-24-16,0 0-4 15,0 0-40-15,0 0-6 16,0-7-47-16,0 7-23 0</inkml:trace>
  <inkml:trace contextRef="#ctx0" brushRef="#br0" timeOffset="-184203.94">16505 15378 198 0,'0'0'100'15,"0"0"49"-15,0 0-87 16,0 0 16-16,0 0-12 16,0 0-11-16,0 0 14 15,19-34-42-15,-19 31-15 0,0 0 7 16,0 1-8-1,0-2 20-15,0-1-24 0,0 1 15 16,0 1-2-16,0 2 8 16,0 1-11-16,0-1-7 15,0-1 1-15,0 2 0 16,0-1-5-16,0 1-1 16,0 0 0-16,0 0 0 15,0 0-2-15,0 0-3 16,0 0-2-16,0 0-2 15,0 14-2-15,-2 12 4 16,-2 11 1-16,-5 7 1 16,3 4 0-16,0-2-8 0,2 1-23 15,2-4-17-15,1-7-15 16,1-6-76-16,0-12 15 16,0-10-175-16</inkml:trace>
  <inkml:trace contextRef="#ctx0" brushRef="#br0" timeOffset="-183990.94">16640 15595 862 0,'0'0'91'0,"0"0"-65"15,0 0-25-15,0 0-1 16,0 0-1-16,0 0-35 16,0-2-16-16,2 10-87 15,1-2-84-15</inkml:trace>
  <inkml:trace contextRef="#ctx0" brushRef="#br0" timeOffset="-183651.64">16831 15347 575 0,'0'0'164'16,"0"0"-91"-16,0 0-65 16,0 0-4-16,0 0 17 15,0 0 2-15,-3 85-11 16,0-47 2-16,-3 5 2 16,1-2-11-16,-3 1-2 15,3-4 0-15,0-3-3 0,3-6-47 16,0-8-93-1,2-8-98-15</inkml:trace>
  <inkml:trace contextRef="#ctx0" brushRef="#br0" timeOffset="-183338.73">17009 15497 909 0,'0'0'89'15,"0"0"-79"-15,0 0-10 16,0 0 0-16,0 0 0 0,-54 85 0 16,48-55-1-16,4 0-11 15,2-6-2-15,0-4-15 16,11-8-5-16,14-9-6 16,8-3 8-16,6-6 17 15,7-20-16-15,-4-6 18 16,-2-7 13-16,-9 3 35 15,-12 0 7-15,-13 7-9 16,-6 2 5-16,-8 4 2 16,-22 6-22-16,-10 4-14 15,-9 11-4-15,2 2-7 16,7 7-43-16,16 12-79 16,12 1-133-16</inkml:trace>
  <inkml:trace contextRef="#ctx0" brushRef="#br0" timeOffset="-183115.25">17476 15276 788 0,'0'0'102'16,"0"0"-67"-16,0 0-35 15,0 0 0-15,37 96 4 16,-31-32 10-16,-2 8-6 15,-4 3 0-15,0-4-7 0,-8-4-1 16,-6-11-28 0,-4-6-38-16,-1-14-45 0,-8-12-68 15,-8-14-297 1</inkml:trace>
  <inkml:trace contextRef="#ctx0" brushRef="#br0" timeOffset="-182679.65">16531 15121 659 0,'0'0'109'16,"0"0"-47"-16,0 0-33 15,-90 23-10-15,49 13 3 16,-5 13 8-16,3 7-12 16,5 6-9-16,11 4-7 15,8 5 0-15,16 7-2 0,3 0 0 16,14-3 2-16,22-2-2 16,16-11-20-16,17-13-33 15,17-20-58-15,14-20-62 16,7-9-376-16</inkml:trace>
  <inkml:trace contextRef="#ctx0" brushRef="#br0" timeOffset="-182123.03">17863 15338 680 0,'0'0'139'16,"0"0"-34"-16,0 0-68 16,0 0-16-16,0 0 6 15,0 0-19-15,-37-62-8 16,7 81 0-16,-13 16 2 16,-6 13-1-16,-6 12 5 15,9 11-4-15,10 6-1 0,10 0-1 16,14-2 0-16,12-8-26 15,0-11-24-15,20-18-38 16,20-18-73-16,18-16 54 16,11-4-126-16</inkml:trace>
  <inkml:trace contextRef="#ctx0" brushRef="#br0" timeOffset="-181756.72">17959 15461 532 0,'0'0'147'0,"0"0"8"15,0 0-78-15,0 0-1 16,0 0-26-16,0 0-21 16,0-25-29-16,0 39-2 15,-5 16 2-15,-4 10 1 16,-2 9 1-16,0 0-2 0,2-1-8 15,-1-2-33-15,5-7-10 16,4-12-90-16,1-11-223 16</inkml:trace>
  <inkml:trace contextRef="#ctx0" brushRef="#br0" timeOffset="-181576.62">18130 15608 946 0,'0'0'83'0,"0"0"-46"0,0 0-37 16,0 0 0-16,0 0-7 15,0 0-18 1,-6 7-4-16,2 7-20 0,4-1-65 16,0-7-98-16,0-6-418 15</inkml:trace>
  <inkml:trace contextRef="#ctx0" brushRef="#br0" timeOffset="-181357.33">18359 15444 461 0,'0'0'468'0,"0"0"-389"0,0 0-73 16,0 0-6-16,0 0 0 15,0 0 0-15,-30 106 4 16,13-57 2-16,-3 6-6 16,4-1-6-16,0-4-56 15,7-6-97-15,2-15-94 16</inkml:trace>
  <inkml:trace contextRef="#ctx0" brushRef="#br0" timeOffset="-181139.76">18486 15483 857 0,'0'0'112'0,"0"0"-66"16,0 0-46-16,0 0-5 16,0 0 5-16,0 0 3 15,-53 96-3-15,38-57 1 16,3 2-1-16,2-2-17 15,4-5-6-15,6-1-25 16,0-11-59-16,0-9-119 16</inkml:trace>
  <inkml:trace contextRef="#ctx0" brushRef="#br0" timeOffset="-180789.25">18669 15305 846 0,'0'0'51'0,"0"0"-6"16,0 0-34-16,0 0-10 15,0 0 12-15,0 0 7 0,22-61-20 16,-22 96-1 0,0 13 1-16,0 20 1 0,0 10 1 15,-1 2 0-15,-10 0-1 16,-2-4 1-16,-2-7-1 16,-3-6-1-16,2-10-3 15,-1-13-4-15,2-8-18 16,-1-12-37-16,2-11-150 15,0-9-344-15</inkml:trace>
  <inkml:trace contextRef="#ctx0" brushRef="#br0" timeOffset="-180340.59">19101 15272 791 0,'0'0'89'0,"0"0"-38"0,0 0-19 16,0 0-13-16,0 0-14 16,0 0-5-16,-122 4 3 15,73 43-1-15,2 10-2 16,8 13 0-16,15 3 0 15,13 2-2-15,11-2-6 16,2-6-22-16,26-8-11 16,18-13-23-16,14-15-19 15,8-17-28-15,6-14 11 16,-7-4-166-16</inkml:trace>
  <inkml:trace contextRef="#ctx0" brushRef="#br0" timeOffset="-180055.07">19158 15408 853 0,'0'0'73'16,"0"0"-36"-16,0 0-22 16,0 0-9-16,0 0-6 0,0 0 0 15,-30 60 0-15,5-12 2 16,1 5-1-16,3-2-1 16,6-3-3-16,5-7-28 15,9-6-51-15,1-11-122 16,1-15-258-16</inkml:trace>
  <inkml:trace contextRef="#ctx0" brushRef="#br0" timeOffset="-179860.12">19303 15629 853 0,'0'0'78'0,"0"0"-51"15,0 0-25-15,0 0-2 16,0 0 0-16,0 0-1 16,-5 11-6-16,5-3-14 15,7-2-53-15,4-2-165 16</inkml:trace>
  <inkml:trace contextRef="#ctx0" brushRef="#br0" timeOffset="-179608.85">19573 15426 859 0,'0'0'51'16,"0"0"14"-16,0 0-50 0,0 0-15 15,0 0-3-15,0 0 1 16,-12 35 2-16,-6 4 1 15,0 6 3-15,-1 1-3 16,1-3-1-16,3-1-17 16,4-9-32-16,4-4-25 15,7-9-103-15,0-9-227 16</inkml:trace>
  <inkml:trace contextRef="#ctx0" brushRef="#br0" timeOffset="-179141.64">19735 15467 772 0,'0'0'31'0,"0"0"-23"16,0 0-1-16,0 0 23 15,82-23 5-15,-61 23-15 16,3 0-13-16,-3 0 1 15,-1 10-5-15,-4 0 1 0,-9 1-4 16,-5 1-1 0,-2 2-2-16,0 1-17 0,-6 2-43 15,-12 0-15-15,0-1 0 16,2-3 45-16,4-1 26 16,4-4 7-16,5 0 24 15,3-3 81-15,0 3-40 16,0 1-5-16,0 5-32 15,2 5-21-15,10 3-2 16,-3 2-3-16,-1 2-1 16,0-2 1-16,-7-4-1 15,-1-1 0-15,0 0-1 16,0 1 0-16,-1-3-1 16,-8-1-1-16,2-4-19 15,-5-2-7-15,0-5 0 0,0-4-14 16,0-1-62-1,5 0-26-15,5-9-60 16,2-9-48-16</inkml:trace>
  <inkml:trace contextRef="#ctx0" brushRef="#br0" timeOffset="-178898.61">20166 15387 878 0,'0'0'92'0,"0"0"-30"0,0 0-50 16,0 0-12-16,0 0-5 15,0 0 0-15,3 88 4 16,-23-21 2-16,-3 4-1 16,1 3 0-16,-3-3 4 15,4-4-4-15,-2-8-12 16,4-10-20-16,1-13-29 15,4-10-46-15,4-14-77 16,0-10-222-16</inkml:trace>
  <inkml:trace contextRef="#ctx0" brushRef="#br0" timeOffset="-178356.12">19170 15093 85 0,'0'0'148'16,"0"0"10"-16,0 0 9 15,0 0-68-15,0 0-6 16,0 0-67-16,-28-7-26 16,40 7-7-16,22 0 7 15,17 0 39-15,19 0 5 16,13 0-16-16,19 0-7 16,10 0-10-16,7 0 1 15,2 0-12-15,-6 0-2 0,-12-3-22 16,-11-4 10-1,-14-3-5-15,-22 2-1 0,-20 1 12 16,-20 3-2-16,-16 2 9 16,0 2-19-16,-23 0-127 15,-20 0-216-15</inkml:trace>
  <inkml:trace contextRef="#ctx0" brushRef="#br0" timeOffset="-177946.75">20510 14780 372 0,'0'0'110'16,"0"0"-45"-16,0 0 11 16,83-2-27-16,-41-2 33 15,8 3-40-15,9 1-29 16,2 0-13-16,-2 0-4 16,-1-2-55-16,-9-3-76 15,-14-7-114-15</inkml:trace>
  <inkml:trace contextRef="#ctx0" brushRef="#br0" timeOffset="-177751.59">20842 14578 700 0,'0'0'111'15,"0"0"-110"-15,0 0 1 16,0 0 29-16,-43 117-19 15,34-52 4-15,3 9-6 16,5 11-7-16,1 1-3 16,-2-13-138-16,2-19-428 15</inkml:trace>
  <inkml:trace contextRef="#ctx0" brushRef="#br0" timeOffset="-176594.82">21507 14236 481 0,'0'0'22'0,"-81"75"4"16,42-24 31-16,6 5-12 15,12 9-6-15,6 5 3 16,9 5-29-16,6 1-13 15,0-6-25-15,18-17-52 16,16-18-8-16,12-25 23 16,9-10 62-16,1-14 3 15,-5-20 13-15,-12-7 8 16,-16-2 8-16,-13 4 28 16,-10 2-23-16,-10 3-1 0,-23 3-19 15,-13 5 6-15,-3 7-23 16,1 6-12-16,14 8 0 15,16 3 9-15,12 2 3 16,6 0-19-16,13 12 1 16,20 3 6-16,16-8-15 15,11-5-4-15,7-2 31 16,-4 0 26-16,-8 0 13 16,-15 0 10-16,-14-3 7 15,-17 1-12-15,-9 2-5 16,0 0-31-16,-3 7-7 15,-17 14 2-15,2 4-2 16,2 7 2-16,5 0-1 0,5 3-1 16,5-2-1-1,1-3-33-15,1-10-27 0,19-15 6 16,8-5 54-16,5-12 3 16,4-18 33-16,-2-4 19 15,-9-4-7-15,-7-1-6 16,-12 3-6-16,-7-1-13 15,-1 3-3-15,-22 5-12 16,-7 8-7-16,-1 9-1 16,4 12-5-16,8 0-68 15,17 19-55-15,2 8-14 16,18 3-266-16</inkml:trace>
  <inkml:trace contextRef="#ctx0" brushRef="#br0" timeOffset="-176431.97">22292 14800 801 0,'0'0'112'0,"0"0"-63"16,0 0-40-16,0 0-5 16,-87 102-4-16,65-59 0 15,6-1-48-15,4-4-86 16,3-9-198-16</inkml:trace>
  <inkml:trace contextRef="#ctx0" brushRef="#br0" timeOffset="-174991.71">22517 14516 776 0,'0'0'49'16,"0"0"-22"-16,0 0-27 16,0 0 0-16,0 0 5 15,-29 75 9-15,18-34-4 16,3 6-1-16,7 6-7 16,1 1 2-16,3-8-3 0,20-8-1 15,5-14 0-15,9-14-13 16,2-10 13-16,3 0 0 15,-3-22 5-15,-1-7-5 16,-10-8 10-16,-11-1 8 16,-10 0 4-16,-7-1 12 15,-13 3-20-15,-18 3-10 16,-5 8-4-16,1 5-2 16,2 5-4-16,5 6-5 15,3 5 6-15,1 2-2 16,3 2-5-16,8 0-1 15,7 0 7-15,4 0 1 16,2 0-8-16,0-2-9 16,8-2-15-16,15-4 29 15,12-1 8-15,2-2 4 0,5 0-2 16,4 5-1-16,5 2-1 16,1 4 1-16,-1 0 2 15,-8 0 1-15,-10 0 8 16,-7 10-1-16,-7 4-1 15,-3 3-9-15,-6 3 0 16,-4 4 2-16,-4-2-3 16,-2-2-1-16,0-2 1 15,0-1 0-15,-3-2 1 16,0 2-1-16,1 0 1 0,2-1 0 16,0-5-1-16,0-2 1 15,4-7 1-15,5-2-1 16,2 0 3-16,1-14 1 15,2-8 1-15,-4-5-2 16,-2 1 5-16,-4 0 5 16,-2 5 2-16,-2-1-4 15,0 4-12-15,0 4-3 16,2 3-11-16,1 2-1 16,2 7 14-16,-2 0-3 15,3 2-1-15,0 0 0 16,4 0 3-16,1 11 2 15,-1 0 0-15,4 0 0 16,-1 2-2-16,2-3 2 0,-2 1 0 16,4 1 2-16,-2-2-2 15,3 2 0-15,-3 1 0 16,1 0 0-16,-1 2-5 16,1-1-3-16,1 1 4 15,-1-4 2-15,-1-3-1 16,0-3 6-16,-4-4-2 15,0-1 1-15,-3 0 5 16,-4 0 5-16,0-1 4 16,-4-5 2-16,0-1-8 15,0 1-4-15,0 1 1 16,0 4-7-16,0-1 0 16,0 1 0-16,0 1 0 15,0 0 0-15,0 0-4 0,0 0-6 16,-1 0-3-1,1 0 6-15,0 0 7 0,0 0 0 16,0-5 1-16,-1-1 5 16,-2 0-2-16,1 1-1 15,-2-2 4-15,2 2-4 16,-1 0 0-16,3 4-2 16,0-1 1-16,-2 2-2 15,2 0 0-15,0 0 0 16,0 0-1-16,0 0 1 15,0 0 0-15,0 0 1 16,0 0 2-16,0 0 6 16,0 0 0-16,0 0-4 15,0 0-3-15,0-3-2 0,0 3 1 16,0 0-1-16,0 0-1 16,0 0 1-16,0 0-1 15,0 0 1-15,0 0 1 16,0 0 0-16,0 0 2 15,0 0 0-15,0 0-1 16,0 0 0-16,0 0-2 16,0 0 2-16,0 0-1 15,0 0 2-15,-3 0-1 16,3 0 0-16,0 0-1 16,0 0-1-16,0-1 0 0,0 1 1 15,0 0-1-15,0 0 0 16,0 0 0-16,0 0 0 15,0 0-5-15,0 0-12 16,0 0-7-16,0 0-5 16,-5 0-36-16,0 0-116 15,1 0-211-15</inkml:trace>
  <inkml:trace contextRef="#ctx0" brushRef="#br0" timeOffset="-174229.07">23236 14579 608 0,'0'0'70'16,"0"0"4"-16,0 0-50 16,0 0 2-16,0 0-20 15,-85-36-2-15,58 36 6 16,-2 0-2-16,-3 10 8 15,2 7 1-15,4 2-5 16,6 7 4-16,8 7-7 16,7 8-7-16,5 11 2 15,7 4-4-15,20-7-8 16,17-11-63-16,13-15-45 16,8-14 50-16,3-9 29 15,-6 0 22-15,-7-20 15 0,-11-7 21 16,-11-5 13-16,-10 0-9 15,-8-3-10-15,-10-1-2 16,-5 1 9-16,-6 0-14 16,-21 3-2-16,-3 1 3 15,-4 8 2-15,-3 4 25 16,7 5-17-16,6 6-13 16,0 4-5-16,5 4-1 15,6 0 0-15,7 0-1 16,6 0-3-16,2 0-14 15,26 1 18-15,16 5-2 16,17-1 2-16,11 0-13 0,10-2-27 16,1 1-16-16,-10-2 46 15,-13 2 10-15,-21 1 4 16,-18-1 16-16,-15 3 26 16,-6 5-33-16,-14 6 20 15,-16 7 19-15,-7 6-41 16,-2 3-5-16,5 4-5 15,6 2-1-15,7-2 0 16,12-3-30-16,9-6-33 16,7-9-26-16,25-8-3 15,15-7-116-15,11-5 98 16,7 0 104-16,4-24 6 0,-1-5 56 16,-12-7 104-1,-14 2-23-15,-14-1-27 0,-17 3-15 16,-11 1-26-16,0-2-16 15,-25 1-25-15,-19 0-8 16,-12 4-7-16,-5 8-13 16,2 13-2-16,10 7-25 15,9 7-69-15,9 10-223 16</inkml:trace>
  <inkml:trace contextRef="#ctx0" brushRef="#br0" timeOffset="-173446.92">21097 15344 338 0,'0'0'118'0,"196"0"-15"15,-41 7-33-15,40 3-32 16,41 1-21-16,22 0-17 0,21-2-2 16,6-1-31-16,2-6 33 15,0 0 0-15,-11-2 7 16,-9 0-4-16,-19 0 7 15,-29-6 7-15,-24-1 27 16,-37-1 7-16,-37-1-7 16,-42 1-1-16,-40 1-13 15,-25 0-19-15,-14 4 27 16,-14-2-38-16,-30 2-29 16,-19 3-106-16,-10 0-119 15</inkml:trace>
  <inkml:trace contextRef="#ctx0" brushRef="#br0" timeOffset="-172229.95">21043 15666 398 0,'0'0'174'16,"0"0"-59"-16,0 0 0 15,0 0-52-15,0 0-11 16,0 0-7-16,2-26-24 16,-2 26-11-16,0 0-10 15,-3 0-2-15,-9 16-2 16,-5 8 4-16,-2 8 2 15,0 4-2-15,2 4 1 16,4 5-2-16,4 1-13 0,5 0-28 16,4-5-26-16,0-12-101 15,0-9-158-15</inkml:trace>
  <inkml:trace contextRef="#ctx0" brushRef="#br0" timeOffset="-172058.07">21170 15830 863 0,'0'0'83'0,"0"0"-21"15,0 0-52-15,0 0-10 16,0 0-5-16,0 0-15 0,0 10-1 16,0 8-33-1,0-1-55-15,0-8-72 0,0-6-170 16</inkml:trace>
  <inkml:trace contextRef="#ctx0" brushRef="#br0" timeOffset="-171832.22">21312 15645 854 0,'0'0'46'0,"0"0"34"15,0 0-71-15,0 0-9 0,0 0-2 16,0 0 2-16,-18 76-1 16,7-34 1-16,0 8-1 15,2 2-17-15,6 0-46 16,1-6-92-16,2-11-30 16,0-16-356-16</inkml:trace>
  <inkml:trace contextRef="#ctx0" brushRef="#br0" timeOffset="-171496.66">21440 15795 840 0,'0'0'80'0,"0"0"-61"0,0 0-18 15,0 0-1-15,0 0 2 16,-41 109-2-16,38-66-9 15,3-2-23-15,3-9-24 16,17-8-39-16,7-12 22 16,6-10 59-16,4-2-1 15,2-15 15-15,0-16 1 16,-6-9 17-16,-8-2 25 16,-8-4 32-16,-9 6-27 15,-8 3-17-15,0 3-1 16,-17 5-2-16,-10 6-4 15,-6 9-11-15,3 8-13 16,4 6-49-16,13 0-35 0,10 15-36 16,3 3-3-16,0-4-306 15</inkml:trace>
  <inkml:trace contextRef="#ctx0" brushRef="#br0" timeOffset="-171284.31">21846 15611 820 0,'0'0'81'16,"0"0"-34"-16,0 0-37 15,0 0-10-15,0 0 0 16,33 76 0-16,-33-17 0 0,-15 11 1 16,-14 5-1-1,-6 0-7-15,-7-7-62 0,3-11-65 16,3-17-29-16,2-14-22 15,-4-11-98-15</inkml:trace>
  <inkml:trace contextRef="#ctx0" brushRef="#br0" timeOffset="-170904.8">20747 15542 575 0,'0'0'64'0,"0"0"35"16,0 0-73-16,0 0 11 16,0 0 4-16,-102 106-17 0,77-54-4 15,4 9-14-15,9 11-1 16,9 6-5-16,3 0-54 15,14-8-108-15,21-16-85 16</inkml:trace>
  <inkml:trace contextRef="#ctx0" brushRef="#br0" timeOffset="-170249.99">22280 15618 603 0,'0'0'144'15,"0"0"-60"-15,0 0-38 16,0 0-25-16,-100-15-13 16,70 32-6-16,1 9-1 15,-1 6 0-15,1 8 0 16,8 10 4-16,3 10-2 15,11 12-1-15,7 3-2 16,0-2-16-16,27-10-84 16,10-19-101-16,11-17-148 15</inkml:trace>
  <inkml:trace contextRef="#ctx0" brushRef="#br0" timeOffset="-169947.92">22381 15820 729 0,'0'0'133'0,"0"0"-28"15,0 0-66-15,0 0-23 16,0 0-13-16,0 0-3 0,-7-27-6 16,-3 57 6-1,1 8 1-15,-1 9-1 0,2 4-11 16,5-1-28-16,3-8-68 16,0-12-119-16,1-15-316 15</inkml:trace>
  <inkml:trace contextRef="#ctx0" brushRef="#br0" timeOffset="-169765.52">22513 15925 883 0,'0'0'43'0,"0"0"-43"15,0 0-5-15,0 0-3 16,0 0-7-16,0 0-10 15,3 78-52-15,-1-66-52 16,3-8-55-16,1-4-182 16</inkml:trace>
  <inkml:trace contextRef="#ctx0" brushRef="#br0" timeOffset="-169518.83">22656 15784 913 0,'0'0'56'0,"0"0"-13"0,0 0-43 16,0 0-4-16,0 0 4 16,0 0-1-16,6 49 1 15,-6-8 0-15,0 4-10 16,0-1-23-16,-3 2-29 15,1-10-85-15,2-8-52 16,0-11-248-16</inkml:trace>
  <inkml:trace contextRef="#ctx0" brushRef="#br0" timeOffset="-169314.91">22905 15804 924 0,'0'0'46'16,"0"0"-42"-16,0 0-4 16,0 0-7-16,0 0 7 15,-6 87 1-15,-3-47-1 16,-1 1-1-16,4-3-25 16,0-2-27-16,3-6-71 15,3-10-55-15,0-9-186 16</inkml:trace>
  <inkml:trace contextRef="#ctx0" brushRef="#br0" timeOffset="-169049.46">22959 15686 746 0,'0'0'85'0,"0"0"-83"16,0 0 5-16,0 0-8 16,0 0 2-16,71 84 4 15,-50-26 4-15,-4 11 2 16,-7 6-1-16,-10-1-3 0,0-5-6 16,-10-10-1-1,-8-8-11-15,1-10-96 0,4-12-41 16,0-12-106-16</inkml:trace>
  <inkml:trace contextRef="#ctx0" brushRef="#br0" timeOffset="-168645.48">23384 15676 629 0,'0'0'126'16,"0"0"-31"-16,0 0-73 16,-104 33-17-16,71 2-1 0,3 5 1 15,7 9-3-15,8 9 2 16,9 6-4-16,6 1 0 15,0-1-28-15,21-11-75 16,6-13-127-16</inkml:trace>
  <inkml:trace contextRef="#ctx0" brushRef="#br0" timeOffset="-168323.33">23442 15859 634 0,'0'0'108'0,"0"0"-8"15,0 0-44-15,0 0-29 16,0 0-20-16,0 0-7 16,0 0 0-16,-36 78 1 15,17-32 3-15,3 0-1 16,5 0-6-16,5-5-12 0,6-9-53 16,0-10-122-1,3-13-352-15</inkml:trace>
  <inkml:trace contextRef="#ctx0" brushRef="#br0" timeOffset="-168127.1">23560 16038 662 0,'0'0'237'16,"0"0"-229"-16,0 0-4 15,0 0-4-15,0 0 0 16,0 0-42-16,3 61-117 16,4-56 18-16,-1-5-171 0</inkml:trace>
  <inkml:trace contextRef="#ctx0" brushRef="#br0" timeOffset="-167848.72">23736 15843 836 0,'0'0'26'16,"0"0"-17"-16,0 0-9 0,0 0-5 15,0 0 1-15,0 0-3 16,9 88 7-16,-24-46 8 15,0 5 6-15,-3-2-9 16,4-1 1-16,3-5-6 16,6-8-34-16,5-9-78 15,0-12-55-15,13-6-253 16</inkml:trace>
  <inkml:trace contextRef="#ctx0" brushRef="#br0" timeOffset="-167369.04">23954 15869 848 0,'0'0'76'0,"0"0"-28"15,0 0-43-15,0 0-5 16,0 0 0-16,0 0-3 15,62 11 0-15,-51 8-8 16,-5 2-19-16,-5 0-6 16,-1-1-22-16,0-3-42 15,-3-6 9-15,-4-2 55 16,4-4-1-16,0-2 37 0,1-2 1 16,1-1 51-1,1 2 25-15,0-2-11 0,0 1-24 16,0 4-10-16,0 3-22 15,0 5-3-15,0 2 2 16,0 2-9-16,-8 0 5 16,2 0-4-16,-1 0 0 15,2-3-1-15,2-4-3 16,1-3-12-16,1-5 1 16,1 0 10-16,0-2 2 15,0 0 2-15,0 0 14 16,-4 0 18-16,-3 1-6 15,-6 2-15-15,-4 1-11 0,-1 4-7 16,6 1-42 0,1-4-51-16,4 1-23 0,7-5-86 15</inkml:trace>
  <inkml:trace contextRef="#ctx0" brushRef="#br0" timeOffset="-167064.79">24248 15671 553 0,'0'0'7'16,"0"0"2"-16,80 2 7 15,-55 20 12-15,-4 7 7 16,-1 12 26-16,-9 7-3 16,-6 13-30-16,-5 5-5 15,-10 1-6-15,-17 1-14 16,-6-9 3-16,-2-3-6 16,4-6-8-16,5-9-61 15,6-10-78-15,7-13-217 16</inkml:trace>
  <inkml:trace contextRef="#ctx0" brushRef="#br0" timeOffset="-166021.78">23922 15848 95 0,'0'0'212'0,"0"0"-148"15,0 0 15-15,0 0-20 16,0 0 5-16,0 0-3 16,54-15-17-16,-47 12 15 0,-1-3 0 15,2 2-30-15,-1 0-9 16,4 4-17-16,-2 0-1 15,1 0-2-15,-2 0-3 16,0 0 3-16,-4 4-4 16,-2 6 1-16,-2 4-1 15,0 7 3-15,-7 2 0 16,-11 5 1-16,0-2 0 16,-1-2 4-16,6-1 0 15,1-7-3-15,4-5 0 16,3-2-1-16,2-5 1 15,1-1-1-15,2-1 0 16,0-2-2-16,0 0-11 0,0 0-8 16,0 0 10-1,3 0 11-15,4 0 0 0,2 0 0 16,-1 0 2-16,0 2-2 16,0 2 0-16,-4 2-3 15,1 4 3-15,1 4-1 16,-2 3 2-16,1 0-2 15,-1 3 1-15,-2 1 0 16,-2-4 0-16,0-2 1 16,0-2 0-16,0-7 1 15,-6 0 8-15,-3-3 17 16,-3-2 8-16,-6-1-6 0,0 0 6 16,-3 0-9-1,3 0-14-15,5-1-9 0,4 0-3 16,7 1-10-16,2 0-48 15,0 0-49-15,3-2-60 16,16-2-274-16</inkml:trace>
  <inkml:trace contextRef="#ctx0" brushRef="#br0" timeOffset="-162290.64">24649 15698 237 0,'0'0'50'16,"0"0"38"-16,0 0-63 16,0 0 50-16,0 0-38 15,0 0 24-15,0 0-16 16,0 0-26-16,-67 3-12 0,61 5 12 15,-2 2 4 1,2 5-7-16,-1 3 1 0,-2 10 26 16,1 8 1-16,-5 14-10 15,-2 14-5-15,-1 6-9 16,1 5-12-16,1-5-7 16,8-4 3-16,6-6-4 15,0-9-38-15,23-8-65 16,8-14 0-16,8-12 5 15,1-9-189-15</inkml:trace>
  <inkml:trace contextRef="#ctx0" brushRef="#br0" timeOffset="-161832.87">24625 15938 424 0,'0'0'139'0,"0"0"-122"16,0 0-9-16,0 0 17 15,0 0 54-15,0 0-14 16,-2 72-22-16,-6-45-8 16,-1 0-13-16,4 4-10 15,1-2-7-15,4-2-2 0,0-1-3 16,0-5-29-16,8-6-95 16,3-5-157-16</inkml:trace>
  <inkml:trace contextRef="#ctx0" brushRef="#br0" timeOffset="-161631.11">24777 16070 675 0,'0'0'71'16,"0"0"-31"-16,0 0-37 0,0 0 11 15,0 0-8-15,0 0-6 16,-7 25-1-16,12-16-91 16,3-2-117-16</inkml:trace>
  <inkml:trace contextRef="#ctx0" brushRef="#br0" timeOffset="-161393.68">24910 15874 143 0,'0'0'629'0,"0"0"-550"0,0 0-51 16,0 0-28-16,0 0 0 16,0 0 3-16,-26 70 8 15,22-25-5-15,-1 4-6 16,2 3-1-16,-1-8-66 15,4-13-102-15,0-12-254 16</inkml:trace>
  <inkml:trace contextRef="#ctx0" brushRef="#br0" timeOffset="-161081.57">25021 15908 442 0,'0'0'43'16,"0"0"-28"-16,0 0 34 15,0 0 32-15,0 0-55 16,0 82-10-16,7-52-2 16,-3-2 4-16,1-3-6 15,-2-6-3-15,-2-4-8 16,1-4 18-16,-2-8 1 15,0 0-1-15,0 1-17 16,0 1 3-16,-15 0 13 16,-6 2-5-16,-3-4-6 15,1-1-7-15,4-1-19 0,5 0-23 16,6-1-5-16,3 0-17 16,2 0-115-16</inkml:trace>
  <inkml:trace contextRef="#ctx0" brushRef="#br0" timeOffset="-160858.84">25015 15887 565 0,'0'0'125'15,"0"0"-11"-15,0 0-72 16,0 0-25-16,0 0-9 0,0 0-2 15,80-20-5 1,-53 20-1-16,-2-1-5 0,0 1-58 16,-4-3-75-16,-5-3-134 15</inkml:trace>
  <inkml:trace contextRef="#ctx0" brushRef="#br0" timeOffset="-160632.84">25209 15688 579 0,'0'0'77'0,"0"0"-74"16,0 0 4-16,0 0 59 0,30 116-18 16,-27-58-7-16,-3 10-25 15,0 0-3-15,0-7-8 16,0-5 1-16,-13-9-5 15,-7-5-1-15,-6-3-5 16,-3-5-40-16,-3-9-58 16,-3-11-190-16</inkml:trace>
  <inkml:trace contextRef="#ctx0" brushRef="#br0" timeOffset="-159175.89">8341 16643 699 0,'0'0'79'16,"0"0"7"-16,0 0-32 16,0 0-19-16,0 0-8 15,0 0-13-15,-34-62 2 16,32 62-9-16,2 0-7 15,0 2 0-15,0 21-8 16,0 12 6-16,-4 16 2 16,-2 9 1-16,-7 8 4 15,2-2-2-15,0-6-2 0,3-4-1 16,2-6 0-16,3-6-11 16,3-5-14-16,0-14-19 15,0-16-37-15,0-9-98 16,9-15-129-16</inkml:trace>
  <inkml:trace contextRef="#ctx0" brushRef="#br0" timeOffset="-158973.6">8195 16816 454 0,'0'0'97'15,"0"0"27"-15,0 0-20 0,0 0-79 16,0 0-15-1,0 0 10-15,36-8 21 0,3 8-5 16,10 0-15-16,8 0-15 16,5-2-6-16,4-5-32 15,-2-4-61-15,-8-5-96 16,-6-3-366-16</inkml:trace>
  <inkml:trace contextRef="#ctx0" brushRef="#br0" timeOffset="-158427.02">9049 16445 572 0,'0'0'83'16,"0"0"29"-16,0 0-60 16,0 0-23-16,0 0-16 15,83-58-5-15,-46 58 4 16,2 0 0-16,-1 13-6 15,0 9-4-15,-7 5-2 16,-10 5 0-16,-9 1-3 16,-8 5 3-16,-4 0 1 15,0 1 1-15,-8 0-1 0,-6-1 3 16,-2-4-4-16,-2-3 0 16,-3-4-32-16,0-7-63 15,3-10-96-15,-2-6-243 16</inkml:trace>
  <inkml:trace contextRef="#ctx0" brushRef="#br0" timeOffset="-158030.12">9136 16696 474 0,'0'0'57'16,"0"0"57"-16,0 0-33 16,50-73 4-16,-22 60-27 15,0 1-18-15,2 5-14 0,-2 2-2 16,-1 3-17-1,0 2-2-15,-6 0-3 0,0 0-2 16,-8 11 0 0,-3 1-4-16,-3 1-8 0,-7-1-2 15,1 2 10-15,-1-1 3 16,5 1 1-16,2 3 0 16,5-1 0-16,3-6-2 15,3 3 2-15,5-6-7 16,6-2-10-16,7-5-13 15,4 0-6-15,3-1-8 16,-4-15 3-16,-9-4 32 16,-12-2 9-16,-5-4 5 15,-11 1 40-15,-2 0 10 0,-3 0-9 16,-21 1-8 0,-9 7-11-16,-6 9-16 0,-4 8-9 15,6 0-2-15,11 15-15 16,17 9-69-16,9 0-49 15,2-2-156-15</inkml:trace>
  <inkml:trace contextRef="#ctx0" brushRef="#br0" timeOffset="-157851.93">10013 16702 666 0,'0'0'164'0,"0"0"-156"0,0 0 32 16,-45 77-20-16,25-45-12 16,0 4-4-16,1 0-4 15,3-3-4-15,0-2-69 16,3-10-132-16</inkml:trace>
  <inkml:trace contextRef="#ctx0" brushRef="#br0" timeOffset="-156829.92">10113 16498 687 0,'0'0'47'0,"0"0"-44"15,0 0 48-15,0 0-9 16,-13 95-9-16,10-64-16 16,3-1-7-16,0 1-7 15,10-4 4-15,16-3 0 16,4-2-5-16,4-6 5 16,7-7-6-16,1-6-1 15,4-3-6-15,-1-1-13 16,-2-19 6-16,-8-2 6 15,-13-5 7-15,-12 1 1 0,-10 1 6 16,0 0 5-16,-11 2-2 16,-9 1-2-16,-5 6-5 15,0 3 0-15,-1 3-6 16,1 3 1-16,4 2-10 16,-1 1 3-16,2 1 0 15,4 3 5-15,1-2-4 16,7 2 7-16,5 0 1 15,3-1 0-15,0 1 2 16,0 0 1-16,0-2-3 16,0 2-2-16,13-1 2 15,7 1 0-15,7-1 0 0,6 1-1 16,7 0 1 0,3 0 1-16,4 0-1 0,0-2-24 15,-2-1-14-15,6 1 4 16,1-4 6-16,-3 1 25 15,-4 1 3-15,-18 4 9 16,-12 0 23-16,-9 0-6 16,-5 3-24-16,-1 14 1 15,0 9 10-15,-3 3 10 16,-9 5 6-16,-2 2-11 16,3-2-6-16,3-2-4 15,2-3-7-15,6-8 1 16,0-8 1-16,0-10-2 15,9-3 1-15,11-11 5 16,-1-16-2-16,4-4 0 0,-4-9-1 16,-4 2-2-16,0 1-2 15,-5 4-2-15,2 2 0 16,3 6-18-16,-3 6 5 16,1 5 13-16,-4 7 2 15,-1 7 2-15,-2 0 2 16,1 12-3-16,-1 12 3 15,-3 5 6-15,-2 2-3 16,3 4 0-16,2 0-5 16,7-3 0-16,4-3 0 15,2-5-1-15,3-7-1 16,6-10-2-16,4-7-12 0,8-7 9 16,-2-17 4-16,-4-5 1 15,-6-2 2-15,-5-2-2 16,-10 0 11-16,-8-1 7 15,-5 1 2-15,-1 1-7 16,-22 3 0-16,-13 6-8 16,-13 10 2-16,-10 13-7 15,-2 0-13-15,11 15-44 16,15 9-39-16,17 4-75 16,10-6-154-16</inkml:trace>
  <inkml:trace contextRef="#ctx0" brushRef="#br0" timeOffset="-155981.91">9036 17132 454 0,'0'0'92'0,"0"0"-22"16,-85-29-11-16,69 19 11 16,4 6-22-16,6-3-13 15,3 4 5-15,3 3-12 16,0-2-12-16,0 2-13 15,16 0-1-15,17 0-3 16,15 0 2-16,16 0-2 16,23 0 3-16,18 0 0 15,19 0 2-15,21 0-2 16,11 0-1-16,16 0 0 0,20 0 1 16,20 0-1-16,25 0-1 15,22 0 0-15,17 0 2 16,14 0 0-16,11 0-2 15,7-3 0-15,-2-2-2 16,-4-2 2-16,-3 1 0 16,-13-5-1-16,-11 2 2 15,-11-1-1-15,-23-1 0 16,-23 3 3-16,-22-1-2 16,-35 1-1-16,-26 5 1 15,-35-3-1-15,-31 2 3 0,-29 0-3 16,-22 4 1-1,-15 0 2-15,-3 0 5 0,-10 0-3 16,-16 0-5-16,-9 7-4 16,-6 5-29-16,-1 3-32 15,-8-2-88-15,-4-5-185 16</inkml:trace>
  <inkml:trace contextRef="#ctx0" brushRef="#br0" timeOffset="-154910.8">8672 17358 381 0,'0'0'338'16,"0"0"-192"-16,0 0-62 15,0 0-52-15,0 0-8 16,0 0-14-16,-16-18-5 16,14 18-5-16,2 3-3 15,-1 14 3-15,-3 6 0 16,2 8 4-16,1 6 1 16,1 2-4-16,0 0 1 15,0 2-1-15,3-7-1 16,7-1-11-16,-1-5-40 0,3-16-122 15,1-5-282-15</inkml:trace>
  <inkml:trace contextRef="#ctx0" brushRef="#br0" timeOffset="-154737.07">8802 17536 739 0,'0'0'91'0,"0"0"-25"15,0 0-52-15,0 0-9 16,0 0-5-16,0 0 1 16,3 6-2-16,6 3-14 0,2-2-94 15,-2-7-140 1</inkml:trace>
  <inkml:trace contextRef="#ctx0" brushRef="#br0" timeOffset="-154495.44">9021 17355 748 0,'0'0'123'0,"0"0"-25"16,0 0-57-16,0 0-31 15,0 0-10-15,0 0 0 0,-21 34 1 16,21-3 0-1,0 3 1-15,0 0 0 0,0 0-2 16,2-2-13-16,7-2-39 16,1-10-118-16,-1-10-297 15</inkml:trace>
  <inkml:trace contextRef="#ctx0" brushRef="#br0" timeOffset="-154182.84">9179 17403 789 0,'0'0'86'16,"0"0"-5"-16,0 0-79 15,0 0-1-15,0 0 2 0,0 0 3 16,7 73 0 0,3-51-3-16,3-1-3 0,1-4-4 15,4-5-11-15,-3-9-33 16,-1-3-38-16,0 0-32 15,-1-3 30-15,-2-16-10 16,-5-1 80-16,-5-10 18 16,-1 0 45-16,-3 1 10 15,-20 0-16-15,-10 1-13 16,-5 9 10-16,5 5-10 16,13 9-22-16,14 5-4 15,6 2-120-15,3 7-160 16</inkml:trace>
  <inkml:trace contextRef="#ctx0" brushRef="#br0" timeOffset="-153963.03">9370 17195 522 0,'0'0'58'0,"0"0"70"16,0 0-83-16,0 0-10 15,0 0 19-15,17 99-4 16,-17-50-12-16,-5 5-17 16,-8 5-9-16,-2 0-8 15,-4-1-2-15,-4-7-2 16,-3-7-32-16,0-13-76 0,-8-10-111 16</inkml:trace>
  <inkml:trace contextRef="#ctx0" brushRef="#br0" timeOffset="-153573.6">8395 17232 611 0,'0'0'105'0,"0"0"-32"15,-93 89-12-15,64-47-17 16,8 8-8-16,12 6-13 16,9 4-13-16,6 1-3 15,24-3-5-15,11-2 1 0,4-11-3 16,7-8-9-16,8-8-57 16,7-15-144-16,5-14-293 15</inkml:trace>
  <inkml:trace contextRef="#ctx0" brushRef="#br0" timeOffset="-153100.93">9852 17293 519 0,'0'0'148'16,"0"0"-24"-16,0 0-56 16,0 0-31-16,-110 26-16 15,76 12 2-15,4 8-3 16,7 5-10-16,5 5-1 15,9 2-4-15,9-3-3 16,0-4-1-16,8-10-1 16,16-4-3-16,4-12-31 15,6-8-42-15,8-12-61 16,3-5-125-16</inkml:trace>
  <inkml:trace contextRef="#ctx0" brushRef="#br0" timeOffset="-152795.36">9954 17366 582 0,'0'0'111'0,"0"0"38"16,0 0-67-16,0 0-58 15,0 0-20-15,0 0 17 0,-23 86-5 16,17-40-10-16,5 1-4 16,1-5-1-16,0-6-1 15,0-5-6-15,0-4-27 16,0-10-75-16,9-9-146 15</inkml:trace>
  <inkml:trace contextRef="#ctx0" brushRef="#br0" timeOffset="-152600.89">10101 17523 614 0,'0'0'4'0,"0"0"42"0,0 0 39 16,0 0-40-16,0 0-25 16,0 0-13-16,12 39-7 15,-5-31-2-15,3-5-80 16,-1-3-168-16</inkml:trace>
  <inkml:trace contextRef="#ctx0" brushRef="#br0" timeOffset="-152385.56">10257 17433 476 0,'0'0'145'0,"0"0"11"0,0 0-65 15,0 0-29-15,0 0-39 16,0 0-23-16,0 16-12 15,0 1-69-15,0-2-90 16,1-6-235-16</inkml:trace>
  <inkml:trace contextRef="#ctx0" brushRef="#br0" timeOffset="-152171.74">10257 17433 695 0,'87'0'116'0,"-90"0"-8"16,0 0-101-16,-1 14 0 16,-4 11 19-16,-2 8-5 15,0 3-10-15,2 1-1 16,-1 0-9-16,3-4 0 16,2-2 0-16,-1-2-2 15,5-7-24-15,0-5-63 16,0-8-125-16,9-9-207 15</inkml:trace>
  <inkml:trace contextRef="#ctx0" brushRef="#br0" timeOffset="-151940.17">10410 17473 597 0,'0'0'112'0,"0"0"-23"16,0 0-71-16,0 0-10 15,0 0 5-15,0 0 24 16,0 30 1-16,-6-4 1 16,-1-1-16-16,-4 6-5 15,1 1-9-15,2 1-6 16,1-2-1-16,2-6-2 16,2-7-32-16,3-6-43 15,0-11-109-15,0-1-212 16</inkml:trace>
  <inkml:trace contextRef="#ctx0" brushRef="#br0" timeOffset="-151521.45">10671 17231 306 0,'0'0'70'0,"0"0"54"16,0 0-18-16,0 0-17 16,0 0-1-16,82 93 4 15,-82-33-26-15,-2 10-26 16,-20 5-15-16,-8-2-14 16,-3-5-8-16,-1-9-1 15,1-12-2-15,3-12-2 16,2-10-11-16,3-8-16 15,4-9-29-15,6-8-77 0,6 0-92 16,8-11-212-16</inkml:trace>
  <inkml:trace contextRef="#ctx0" brushRef="#br0" timeOffset="-151120.34">11038 17249 525 0,'0'0'64'15,"0"0"69"-15,0 0-45 16,0 0-8-16,0 0-32 16,0 0-29-16,0 0-8 15,-93 48 10-15,56 7-3 16,7 9-7-16,13-1-8 16,9 0 1-16,8-1-2 15,0-9-2-15,22-6 0 0,10-11-14 16,11-10-7-16,15-9 8 15,12-10 9-15,9-7-33 16,2 0-31-16,-5-24-114 16,-3-2-309-16</inkml:trace>
  <inkml:trace contextRef="#ctx0" brushRef="#br0" timeOffset="-150799.88">11275 17383 470 0,'0'0'118'0,"0"0"11"16,0 0-53-16,0 0-50 16,0 0 33-16,0 0-13 15,-58 100-12-15,55-54-14 16,3 0-12-16,0-2-4 16,7-3-1-16,10-7-3 15,2-5-9-15,4-12-63 16,2-13-134-16,2-4-333 15</inkml:trace>
  <inkml:trace contextRef="#ctx0" brushRef="#br0" timeOffset="-150604.9">11548 17532 708 0,'0'0'139'0,"0"0"-55"15,0 0-36-15,0 0-35 16,0 0-12-16,0 0 0 16,12 19-1-16,1-9 0 15,1-1-49-15,2-6-143 0,-4-3-317 16</inkml:trace>
  <inkml:trace contextRef="#ctx0" brushRef="#br0" timeOffset="-150320.9">11696 17357 747 0,'0'0'154'0,"0"0"-85"16,0 0-48-16,0 0-16 15,0 0-5-15,0 0 5 0,0 70 8 16,0-24-1-16,-6 5-5 16,-5 0-7-16,5-5 5 15,2-2-5-15,4-13-11 16,0-4-27-16,0-13-89 16,13-7-97-16,14-7-407 15</inkml:trace>
  <inkml:trace contextRef="#ctx0" brushRef="#br0" timeOffset="-149496.82">12057 17366 434 0,'0'0'113'16,"0"0"-23"-16,0 0-23 15,0 0-24-15,0 0-2 16,0 0-5-16,34-21-6 16,-25 21 2-16,-2 0-12 15,-2 0-8-15,1 8-11 16,-6 4 0-16,0 0-1 16,0 5-1-16,0-3-7 15,0 3-10-15,0 0-12 16,0-5 14-16,0 0 2 15,0-5 11-15,0-1 0 0,0-4 3 16,0 3 4-16,0-5 28 16,0 0 22-16,-3 3 4 15,-9-2-17-15,0 4-10 16,-2 5-14-16,3 0-17 16,2 1-2-16,-1-1 2 15,6-4 0-15,1 0-3 16,0-5-2-16,3 1-4 15,-1-2 9-15,1 0 1 16,0 0 0-16,0 0 0 0,0 0 3 16,0 0-4-1,0 0 0-15,0 0-2 0,0 0 2 16,0 0 0-16,0 0 0 16,0 0 0-16,0 0 1 15,0-3 2-15,-2 0-5 16,1 0 4-16,-1 0-2 15,1 0 0-15,1-2 1 16,0 3-2-16,0-4 4 16,0 2-3-16,0-3 0 15,0 5 0-15,0 1 0 16,0-3-1-16,3 1-1 16,4-1 1-16,6-1 0 15,3 1-3-15,3 1 3 16,0 3-2-16,1 0 2 15,-3 0 0-15,-3 0 0 16,-5 0 1-16,-4 12-3 0,-5 9 3 16,0 0 0-16,-6 9 0 15,-12 1 1-15,-3 2-1 16,-1-2 0-16,3-8 0 16,3-6 0-16,4-7 0 15,0-5 1-15,2-2-1 16,-2-3 2-16,-3 0 2 15,1 0-2-15,1 0 5 16,4 0-7-16,2 0 0 16,1 0-30-16,3-3-74 15,3-2-192-15</inkml:trace>
  <inkml:trace contextRef="#ctx0" brushRef="#br0" timeOffset="-149089.01">12369 17269 274 0,'0'0'260'0,"0"0"-132"16,0 0-25-16,0 0-75 16,0 0 5-16,0 0 19 15,59 108 2-15,-53-49-15 16,-6 3-14-16,0-2-8 15,-19 1-8-15,-5-10-4 16,-5-6-3-16,1-8 0 16,0-6-2-16,0-4 0 15,4-8-25-15,-3-9-38 0,7-5-104 16,5-5-214-16</inkml:trace>
  <inkml:trace contextRef="#ctx0" brushRef="#br0" timeOffset="-148670.87">12810 17273 532 0,'0'0'128'0,"0"0"-26"15,0 0-48-15,-95 50 0 16,68-8 0-16,1 12-14 16,4 3-19-16,12 7-15 0,7-2 5 15,3-4-8-15,7-7-1 16,16-13-2-16,6-7-11 16,11-14-13-16,4-9-31 15,8-8-79-15,-4 0-104 16,1-12-157-16</inkml:trace>
  <inkml:trace contextRef="#ctx0" brushRef="#br0" timeOffset="-148377.19">13021 17365 690 0,'0'0'110'0,"0"0"14"16,0 0-78-16,0 0-38 16,0 0 10-16,-62 73 10 15,41-25-9-15,2 0-9 16,5 3-8-16,7-2-1 15,6-9 2-15,1-1-3 16,0-12-18-16,14-7-32 16,4-11-70-16,3-9-200 15</inkml:trace>
  <inkml:trace contextRef="#ctx0" brushRef="#br0" timeOffset="-148174.86">13134 17573 558 0,'0'0'146'0,"0"0"-40"15,0 0-36-15,0 0-48 16,0 0-13-16,0 0-4 16,-3 0-1-16,10 0-2 15,3 2-2-15,2-2-26 0,-2 0-130 16,0 0-302-16</inkml:trace>
  <inkml:trace contextRef="#ctx0" brushRef="#br0" timeOffset="-147889.11">13410 17344 614 0,'0'0'134'0,"0"0"11"0,0 0-93 15,0 0-48 1,0 0-3-16,0 0 5 0,-5 70 19 16,-7-25-10-16,-3 2-7 15,5 0-5-15,-2-5-2 16,6-6-1-16,5-10 0 15,1-6-18-15,0-3-35 16,14-12-104-16,10-5-136 16</inkml:trace>
  <inkml:trace contextRef="#ctx0" brushRef="#br0" timeOffset="-147583.07">13689 17411 765 0,'0'0'81'16,"0"0"-28"-16,0 0-46 16,0 0-3-16,0 0 3 15,-38 87-4-15,47-54 1 16,18-3-3-16,6-4 1 16,2-6 2-16,3-4-3 15,-2-3-1-15,-2-4 4 16,-10-6-3-16,-11-1 3 15,-5-1 0-15,-8-1 1 16,0 3 1-16,-17-3-5 0,-6 3 1 16,-6 1-4-1,0 0 1-15,3-1-27 0,3-1-44 16,9-2-3 0,8 0-36-16,6 0-139 0</inkml:trace>
  <inkml:trace contextRef="#ctx0" brushRef="#br0" timeOffset="-147381.71">13800 17391 495 0,'0'0'224'0,"0"0"-97"0,0 0-80 15,0 0-39 1,0 0-6-16,0 0 0 0,99-31 1 15,-65 31-3-15,0 0-7 16,-2 0-60-16,-7 0-85 16,-2-5-173-16</inkml:trace>
  <inkml:trace contextRef="#ctx0" brushRef="#br0" timeOffset="-147139.81">14067 17181 643 0,'0'0'132'16,"0"0"-98"-16,0 0-4 0,0 0 42 15,47 110-22 1,-35-52-16-16,-3 6-5 0,-5 1-14 16,-4-1-7-16,0-2 0 15,-11-6-7-15,-9-8 0 16,-6-7 1-16,-1-4-2 15,2-4-18-15,-3-8-30 16,-4-8-98-16,1-9-193 16</inkml:trace>
  <inkml:trace contextRef="#ctx0" brushRef="#br0" timeOffset="-146210.31">13935 17611 134 0,'0'0'300'0,"0"0"-159"16,0 0-100-16,0 0-29 16,0 0-12-16,0 0 2 15,-14 3 0-15,13 4 8 16,-2 1 25-16,-3 0 22 16,-5 3-2-16,-1-2-15 15,-4 2-6-15,0 2-22 16,-4 0-7-16,2-2-3 0,-1-1 0 15,-2-2-2-15,3-4 0 16,2-1-7-16,4-3-19 16,7 0-4-16,5 0 18 15,0 0-9-15,9 0-63 16,6-4-6-16,6-2-52 16,-3 2-69-16</inkml:trace>
  <inkml:trace contextRef="#ctx0" brushRef="#br0" timeOffset="-145126.09">13909 17691 295 0,'0'0'55'0,"0"0"56"16,0 0-30-16,0 0-22 15,0 0-11-15,0 0 35 16,6-1-22-16,-9 1-29 16,-9 0-2-16,0 0 3 15,-5 0-12-15,0 4-11 0,1 6-8 16,-1-1 1-16,-1 2-3 16,0 5 1-16,-1-4-1 15,-3 5 1-15,-2-5 0 16,0 2-1-16,-3-4 0 15,0-2 0-15,0-2-1 16,4-3 0-16,5-1 2 16,9-2-1-16,4 0 0 15,4 0 0-15,1 0-1 16,0 0 0-16,0 0-2 16,0 0-7-16,0 0 0 15,0 0 6-15,0-4 4 16,0 3 0-16,-2-2 0 0,1 2-1 15,1-1-2-15,0 1-10 16,1 0-27-16,11 0-84 16,-1-6-229-16</inkml:trace>
  <inkml:trace contextRef="#ctx0" brushRef="#br0" timeOffset="-144012.53">11976 17357 324 0,'0'0'175'15,"0"0"-57"-15,0 0-26 16,0 0-22-16,0 0-37 16,0 0-26-16,27 0-7 0,-13-2 2 15,3 2-1 1,0 0 1-16,1-2-1 0,1 2 0 15,0 0-1-15,2 0-9 16,-1 0-130-16,-8 0-287 16</inkml:trace>
  <inkml:trace contextRef="#ctx0" brushRef="#br0" timeOffset="-142960.74">14430 17202 448 0,'0'0'105'16,"0"0"1"-16,0 0-23 16,0 0-34-16,0 0-1 15,0 0-8-15,-5-42 5 0,-13 55-28 16,-5 15-2-16,-6 12 13 16,-2 9-3-16,1 5-4 15,6 5-8-15,6 4-4 16,12 0-5-16,6-2-4 15,8-3 1-15,17-7-1 16,9-6-5-16,14-8-6 16,6-8 11-16,10-15-13 15,6-9 1-15,0-5-11 16,-4 0-22-16,-9 0-136 16,-17-16-435-16</inkml:trace>
  <inkml:trace contextRef="#ctx0" brushRef="#br0" timeOffset="-137797.83">14596 17336 496 0,'0'0'89'0,"0"0"-81"16,0 0-6-16,0 0 0 16,0 0-2-16,0 0 2 15,0 0-2-15,-4 11 2 16,4-10 0-16,0 0 11 16,0 0 12-16,0-1 6 15,0 0 35-15,0 0-13 16,0 0-18-16,0 0-7 0,0 0-7 15,0 0-5-15,0 0-2 16,0 0-4-16,0 0-5 16,0 0 1-16,0 0-4 15,0 0-1-15,0 0 0 16,0-1 1-16,0-1 2 16,0 0-3-16,0 1 4 15,0-2 1-15,0 3-5 16,0-1 0-16,0 1 2 15,0 0-3-15,0 0 1 16,0 0-2-16,0 0 1 16,0 0-2-16,0 0 2 15,0 8 0-15,0 9 0 0,0 4 0 16,0 6 0 0,-1 2-2-16,-3 2 0 0,2 5-8 15,-4-3-3-15,1 0-6 16,0-4 4-16,0-2-9 15,2-4 4-15,2-3-1 16,-2-7-18-16,3-6-6 16,0 0-4-16,0-7 42 15,0 0 7-15,0 0 1 16,0-5 0-16,9-6 1 16,-2 0 5-16,-1 2-3 15,-3-2-4-15,-3 5-90 16,0-1-408-16</inkml:trace>
  <inkml:trace contextRef="#ctx0" brushRef="#br0" timeOffset="-137535.91">14785 17592 657 0,'0'0'110'15,"0"0"-79"-15,0 0 11 16,0 0 10-16,0 0-32 0,0 0-7 16,0-5-5-1,0 5-2-15,0-2-6 0,0 2-1 16,3-1-54-16,4-4-129 15,-2-1-297-15</inkml:trace>
  <inkml:trace contextRef="#ctx0" brushRef="#br0" timeOffset="-137084.17">15018 17387 574 0,'0'0'141'0,"0"0"-18"16,0 0-54-16,0 0-22 16,0 0-20-16,0 0-11 0,-11-35-4 15,8 35-9-15,0 11-2 16,0 10 0-16,0 8 1 15,2 2 0-15,-2 3 0 16,-2 0 0-16,-2 2-2 16,2-3 0-16,0 0 0 15,0-6-19-15,2 0-21 16,0-5-77-16,1-7-123 16</inkml:trace>
  <inkml:trace contextRef="#ctx0" brushRef="#br0" timeOffset="-136667.15">15217 17370 594 0,'0'0'124'16,"0"0"-65"-16,0 0-35 16,0 0 49-16,0 0-32 15,0 0-21-15,-49 100-12 16,40-64 0-16,3 0-5 0,3 1-1 16,3-1-2-16,0-3-36 15,5-7-76-15,9-6-60 16,10-10-51-16,5-10 21 15,1 0-9-15,1-8 211 16,0-11 176-16,-2-4 27 16,-7-3-46-16,-7 2 2 15,-9 1-34-15,-6 6-40 16,-1 1-33-16,-25 7-24 16,-13 6-12-16,-9 3-13 15,-10 5-3-15,2 13-42 16,7 1-205-16,19-2-444 0</inkml:trace>
  <inkml:trace contextRef="#ctx0" brushRef="#br0" timeOffset="-136367.72">15540 17299 725 0,'0'0'111'0,"0"0"-48"15,0 0-60-15,0 0 5 0,0 0 24 16,53 107-11 0,-48-44-5-16,2 10-5 0,-4 11 11 15,-1 3-6 1,-2-6-13-16,-11-9-3 0,-17-12-4 15,-3-12-11-15,-4-8-14 16,3-14-3-16,0-12-67 16,1-12-139-16,-4-2-304 15</inkml:trace>
  <inkml:trace contextRef="#ctx0" brushRef="#br0" timeOffset="-135735.31">14768 16980 301 0,'0'0'158'0,"0"0"-68"16,0 0-10-16,0 0-20 15,0 0-3-15,0 0-9 16,18-41-3-16,-10 32 5 16,4 1-11-16,10-1-13 15,11 3-9-15,9 2-4 16,14 3-8-16,14 1-2 15,8 0-2-15,10 0-1 16,1 0-16-16,-1 0-30 16,-4 0-43-16,-9-5-30 15,-13-3-24-15,-10 2-142 0</inkml:trace>
  <inkml:trace contextRef="#ctx0" brushRef="#br0" timeOffset="-134934.75">15865 16497 709 0,'0'0'20'0,"0"0"8"0,0 0-12 16,0 0 22-16,0 0-21 15,0 0-12-15,-38-13-4 16,38 13-1-16,15 0 5 15,17 0 9-15,11 0 1 16,6-3-5-16,10-2-5 16,3-2 1-16,-1-1-5 15,-7-1 1-15,-12 0-2 16,-10 2 6-16,-12 0 2 16,-10 3 11-16,-5 1 3 15,-4 3-13-15,-1 0-9 16,0 20-3-16,0 11 3 15,-13 10-1-15,-4 11 1 16,-2 9-3-16,0 8 3 0,4 6 0 16,3 6 0-16,5 6 3 15,3 11-2-15,4 7-2 16,0 1-4-16,8-1 5 16,8-7 0-16,-3-9-16 15,-2-9 1-15,-6-9 12 16,-5-13-11-16,0-5 7 15,-7-9 6-15,-9-3 1 16,1-6 1-16,-3-2 22 16,3-9-14-16,-4-6-5 15,-3-1-2-15,-1-6-2 16,-5 1-5-16,-2-1-60 16,2-5-15-16,1-4-18 0,6-2 9 15,7 0-122-15</inkml:trace>
  <inkml:trace contextRef="#ctx0" brushRef="#br0" timeOffset="-134648.9">16710 17328 614 0,'0'0'337'0,"0"0"-293"16,0 0-19-16,0 0-24 16,0 0 0-16,105-56-1 15,-64 56-1-15,-1 0-4 16,0 0-9-16,-2 0-15 15,-5 5-43-15,-6 3-84 16,-9-5-159-16</inkml:trace>
  <inkml:trace contextRef="#ctx0" brushRef="#br0" timeOffset="-134464.04">16723 17473 670 0,'0'0'201'15,"0"0"-178"-15,0 0 31 16,102 15-34-16,-47-15-10 16,4 0-6-16,-2-7-3 15,2-5-1-15,-2-2 0 16,-4 3-41-16,-4 0-76 16,-13-5-167-16</inkml:trace>
  <inkml:trace contextRef="#ctx0" brushRef="#br0" timeOffset="-117485.91">19539 6904 237 0,'0'0'37'16,"0"0"4"-16,0 0 66 15,0 0-15-15,0 0-27 16,0 0-14-16,0 0-16 16,-5-9-3-16,5 4-3 15,-2 0 0-15,2 0 10 16,0-2-23-16,0 0 10 15,0-1-17-15,5-1-3 16,3 1 4-16,3-1-8 0,4-1 6 16,6 1-5-16,7-1-3 15,9 4 5-15,11 3-4 16,9 3-1-16,7 0 4 16,-2 5-2-16,-2 13 0 15,-11 7-1-15,-14 8-1 16,-12 11 0-16,-14 4-3 15,-9 5 1-15,-8 1 1 16,-22-2 2-16,-10-5 6 16,-5-8-7-16,2-11 0 15,6-8-1-15,8-9 1 16,10-7 0-16,8-4 1 0,7 0 0 16,4 0 7-16,0-3 24 15,0-6-4-15,23-5-24 16,14-2-4-16,11 2-3 15,10 2-7-15,12 0-17 16,9 2-1-16,7 2-23 16,4-1-102-16,-7-3-15 15</inkml:trace>
  <inkml:trace contextRef="#ctx0" brushRef="#br0" timeOffset="-117103.56">20380 6565 822 0,'0'0'35'0,"0"0"1"15,0 0-18-15,0 0 6 16,0 0-24-16,0 0-4 16,83-16 4-16,-16 21 0 15,11 5 2-15,-1 1-2 0,-9 2 0 16,-16 1 0 0,-18 3-1-16,-16 4-1 0,-14 4 2 15,-4 9-2-15,-10 7 2 16,-20 9 3-16,-7 2-3 15,-2-2 4-15,3-3-4 16,3-4-9-16,8-4-31 16,1-3-26-16,7-11-127 15,8-12-202-15</inkml:trace>
  <inkml:trace contextRef="#ctx0" brushRef="#br0" timeOffset="-116903.77">20387 6845 845 0,'0'0'85'0,"0"0"-43"15,0 0-42-15,0 0 3 16,91-27-3-16,-27 27 3 16,15 0-1-16,8 0-2 15,-2 0 0-15,-1 0-5 16,-10 0-16-16,-10 0-53 15,-10 0-117-15,-20-6-225 16</inkml:trace>
  <inkml:trace contextRef="#ctx0" brushRef="#br0" timeOffset="-116087.73">21248 7163 576 0,'0'0'135'16,"0"0"-7"-16,0 0-89 16,0 0 1-16,0 0 2 15,0 0-27-15,0-43-13 16,-1 43-4-16,-4 4-5 15,-4 21 6-15,-2 8 1 16,-3 9 1-16,0 1 2 16,1-2-3-16,2 0-5 15,2-7-26-15,1-2-30 16,1-6-88-16,4-13-23 16</inkml:trace>
  <inkml:trace contextRef="#ctx0" brushRef="#br0" timeOffset="-115655.35">21561 6793 776 0,'0'0'34'0,"0"0"67"15,0 0-69-15,27-75-11 16,-8 73-18-16,11 2-3 16,5 0 0-16,-1 12-1 0,-6 10 1 15,-2 11 0-15,-6 4-2 16,-6 4-1-16,-8 1-8 16,-6-6-19-16,-11 0-12 15,-10-3 16-15,-4-6-15 16,-3-1 17-16,4-5 21 15,0-5 2-15,4-5 1 16,6-5 1-16,6-1 8 16,5-5 27-16,3 2-21 15,0-2-7-15,0 0-3 0,11 0-5 16,16 0 18 0,11 0 4-16,13 0-19 0,9-7-3 15,4-2-49-15,-3 1-52 16,-7-2-79-16,-14-4-237 15</inkml:trace>
  <inkml:trace contextRef="#ctx0" brushRef="#br0" timeOffset="-114787.79">22059 6682 248 0,'0'0'34'15,"0"0"112"-15,0 0-59 16,0 0-7-16,0 0 27 15,0 0-49-15,-9-28 3 16,8 26-11-16,-1-1-31 16,2 2-3-16,0-1 19 15,0 1-29-15,11-1-6 0,17 2-2 16,10 0 2-16,3 0 0 16,1 0 1-16,-5 0 0 15,-5 0-1-15,-11 0 0 16,-6 0 1-16,-5 5-3 15,-7 9-2-15,-3 12 0 16,0 15 4-16,-21 18-2 16,-16 11 2-16,-7 5 1 15,1-4-1-15,7-10-5 16,13-13-28-16,7-9 9 16,6-13 13-16,3-5 2 15,1-4-25-15,0-6-46 16,-2-8-22-16,4-3-1 15,-1-9-154-15</inkml:trace>
  <inkml:trace contextRef="#ctx0" brushRef="#br0" timeOffset="-114580.72">21934 6953 594 0,'0'0'72'0,"0"0"102"15,0 0-99-15,0 0-70 16,0 0-5-16,0 0-3 15,15-17 3-15,22 17 10 16,11 0-2-16,6 0 3 16,-1 0-6-16,1-2-5 15,-6-7 1-15,-4-2-1 16,-8 0-31-16,-11 0-72 16,-9-1-104-16,-10 2-199 0</inkml:trace>
  <inkml:trace contextRef="#ctx0" brushRef="#br0" timeOffset="-113722.97">22637 6663 586 0,'0'0'48'0,"0"0"-8"15,0 0-14-15,0 0 62 16,95-42-20-16,-70 35-35 0,5 0-16 16,2 4 3-1,0 3-16-15,3 0-4 0,-4 10-1 16,-4 8 0-16,-8 2-16 16,-10 2-17-16,-9 3-1 15,0 0-16-15,-25 0 40 16,-12 0 7-16,-3-2 4 15,2-3 0-15,6-3 0 16,10-2 1-16,11-3-1 16,11-1-2-16,0 2 2 15,2 4 2-15,16 3 16 16,6 5-11-16,3 2-3 0,-2-1 4 16,-4-1-1-1,-5-3-2-15,-8-4 5 0,-6-2-9 16,-2-2 1-16,0-2 3 15,-5 3 4-15,-16-3 6 16,-9 3-5-16,-7-1-5 16,-11-2 4-16,-9 3-9 15,1-5-46-15,11-6-184 16,23-4-279-16</inkml:trace>
  <inkml:trace contextRef="#ctx0" brushRef="#br0" timeOffset="-113585.63">22796 7213 690 0,'0'0'111'0,"0"0"-37"16,0 0-16-16,0 0-13 15,0 0-18-15,0 0-27 16,-24 14-8-16,6-5-115 16,3-5-425-16</inkml:trace>
  <inkml:trace contextRef="#ctx0" brushRef="#br0" timeOffset="-101317.72">19810 7846 256 0,'0'0'187'15,"0"0"-102"-15,0 0-27 16,0 0 22-16,0 0-46 15,0 0 34-15,0 0-19 0,0 0-29 16,-28-46-5-16,28 41 15 16,0-2-5-1,0-2-4-15,0 2-8 0,0-1-8 16,0-2 7-16,0 1-4 16,0-1-4-16,0-3 3 15,20-3-7-15,6-2 0 16,11-1-2-16,2 2 2 15,-2 5 2-15,-4 3-2 16,-9 3 2-16,-5 6-2 16,-8 0 0-16,-1 3-2 15,-5 17-1-15,-5 6-3 16,0 6 5-16,-12 3-13 0,-12 1 13 16,-5-3-5-1,4-7-13-15,4-6 18 0,9-8-1 16,5-5 0-16,6-3 1 15,1-2-3-15,0-2-2 16,4 0 5-16,14 0 1 16,3 0 2-16,2 0-2 15,-4 4 1-15,-7 5-1 16,-1 4 0-16,-6 5-3 16,-5 9 2-16,0 2 1 15,0 3 1-15,-12-2-1 16,-3-2 2-16,1-4 4 15,0-7-4-15,0-3 4 16,-2-5-4-16,1-5-1 16,-4-4 3-16,-4 0-2 0,1-4 1 15,-4-11 1-15,6-5-4 16,10 1 0-16,10-1-5 16,14-1-96-16,25-4-351 15</inkml:trace>
  <inkml:trace contextRef="#ctx0" brushRef="#br0" timeOffset="-100835.91">20378 7690 100 0,'0'0'546'16,"0"0"-386"-16,0 0-93 15,0 0-52-15,0 0-2 16,0 0-7-16,57-39-5 16,-39 39 7-16,0 0-8 15,-5 6 1-15,0 11-2 16,-6 11-2-16,-7 7 1 15,0 6 2-15,-18 1 0 16,-5-2-10-16,-2-3-19 0,1-6-6 16,2-3-14-16,4-7 22 15,0-7 22-15,6-6 4 16,5-4 1-16,4-4 18 16,3 0 48-16,0 0-7 15,0 0-8-15,4-3-39 16,17-2-11-16,15-1-2 15,9-1 2-15,11 2-3 16,5 0 2-16,3 0-3 16,-4 2 2-16,-6 1-10 15,-17 2-22-15,-10 0-11 16,-21 0-132-16,-6 0-296 0</inkml:trace>
  <inkml:trace contextRef="#ctx0" brushRef="#br0" timeOffset="-100200">21097 8008 567 0,'0'0'129'0,"0"0"-9"15,0 0-58-15,0 0-32 16,0 0-26-16,0 0-4 15,0 0-9-15,0 31 8 16,0 11-3-16,-14 9 4 0,-4 4 8 16,-4 1-8-16,0-9 5 15,3-5-4-15,1-9-1 16,2-8-24-16,0-7-59 16,3-11-71-16,6-7-242 15</inkml:trace>
  <inkml:trace contextRef="#ctx0" brushRef="#br0" timeOffset="-99817.7">21537 7651 659 0,'0'0'73'16,"0"0"-5"-16,0 0-56 15,102-47 19-15,-72 46-15 16,-5 1-6-16,-4 1-1 15,-3 19-9-15,-6 10-3 16,-6 11 0-16,-6 8 1 16,-7 6 2-16,-18 2 0 0,-3-2 3 15,0-2 5-15,4-2-8 16,4-9-13-16,2-6-62 16,5-15-77-16,1-13-203 15</inkml:trace>
  <inkml:trace contextRef="#ctx0" brushRef="#br0" timeOffset="-99004.06">21399 7860 587 0,'0'0'48'0,"0"0"-47"15,0 0 14-15,0 0 64 16,102-2-6-16,-36 2-31 15,14 0-24-15,11-5-13 16,6-9 2-16,2-8-5 16,-5-2-2-16,-9-3-2 15,-15-1-13-15,-16 3 14 16,-21 2 1-16,-19 4 0 16,-11 5 22-16,-3 5 2 15,0 1-1-15,-8 8-3 16,-7 0-20-16,-9 6 0 15,-6 25-1-15,0 10-4 16,3 13 4-16,9 7 1 0,5 8 0 16,10 3 0-16,3-9-1 15,13-13-20-15,17-17-1 16,7-21-2-16,1-12 16 16,-1 0-11-16,-7-15 1 15,-11-9 18-15,-11-5 0 16,-8-3 0-16,0-2 7 15,-32 0 2-15,-20 1-2 16,-13 2 2-16,-3 9 12 16,16 7 14-16,23 8-6 15,19 7-21-15,10 0-8 16,7 16-25-16,34 9 21 0,29 0-3 16,35-7-7-16,19-8-27 15,2-10 5-15,-9 0 19 16,-21-10-50-16,-19-10 67 15,-24 0 27-15,-23 1 29 16,-21 3-2-16,-9 4-3 16,0-1-33-16,-8 3-13 15,-15 4 1-15,-5 6-2 16,-7 0-5-16,-1 16 2 16,7 14-1-16,5 8 0 15,10 11-6-15,7 0 5 16,7-2-5-16,10-7-9 15,25-16 9-15,15-15-1 0,4-9 7 16,1-5 5 0,-7-19-4-16,-11-6 2 0,-12-5 14 15,-11 2 7-15,-9-1-1 16,-5 1-11-16,-9 1-2 16,-20 2-6-16,-5 7-3 15,-1 6 6-15,4 11-7 16,7 6-3-16,5 0 1 15,6 17-36-15,3 12-9 16,6 6-54-16,4-3-91 16,0-7-191-16</inkml:trace>
  <inkml:trace contextRef="#ctx0" brushRef="#br0" timeOffset="-85899.15">19761 8620 494 0,'0'0'124'16,"0"0"-17"-16,0 0-32 16,0 0-11-16,0 0-13 15,0 0-33-15,0 0-1 16,1-16-8-16,-1 15-5 16,0 1 10-16,-1-2-12 15,-3 0-2-15,2 1 8 16,0-1-4-16,1 0 3 15,1 0 7-15,0-4-12 16,0 1 3-16,0-4-5 0,0-2-2 16,13-3 0-16,8-2 2 15,5 2 0-15,0 0 0 16,-2 3 0-16,-3 4 0 16,0 5 0-16,-5 2-5 15,-1 0 5-15,-2 14-7 16,-6 3-11-16,-7 9 16 15,0 5-9-15,-11 2 2 16,-10 2 0-16,-4-6 4 16,4-4 4-16,6-7-7 15,5-5 4-15,7-4-3 16,3-2-5-16,0 1 3 0,0-2-5 16,12 1 11-16,1 0 3 15,0-1 0-15,-2 2 1 16,-5-1-1-16,0 8 1 15,0 5-1-15,-6 6 0 16,0 7 1-16,-4 1-1 16,-12-4 3-16,-2-3-2 15,4-7 1-15,-1-6 0 16,3-5-1-16,1-7 2 16,1-2-3-16,-1 0 7 15,2 0 7-15,0-7-1 16,2-3-13-16,7-5-9 15,0 4-29-15,11-1-64 0,15 0-170 16</inkml:trace>
  <inkml:trace contextRef="#ctx0" brushRef="#br0" timeOffset="-85434.34">20450 8514 583 0,'0'0'182'0,"0"0"-73"16,0 0-72-16,0 0-37 15,0 0-4-15,0 0 3 16,0 46 1-16,-2-13 7 16,-8 10 8-16,-3 4-13 15,1 5 7-15,1 4-2 16,1 0-6-16,8-3 2 16,2-9-1-16,0-10-1 15,6-10-1-15,8-12-3 16,1-7 2-16,2-5-2 0,0 0 3 15,2-12 1 1,-4-9-1-16,-8-4 1 0,-7-1 2 16,0-3 0-1,-1 3 10-15,-12 3 3 0,1 6-5 16,1 8-7-16,-2 9-4 16,3 0-3-16,-2 21-41 15,-6 7-47-15,4 2-167 16</inkml:trace>
  <inkml:trace contextRef="#ctx0" brushRef="#br0" timeOffset="-84507.01">20575 8839 428 0,'0'0'149'0,"0"0"-5"15,0 0-70-15,0 0-55 16,0 0-15-16,0 0-1 0,0 3-3 16,0 13 8-16,0 6 14 15,-10 4-14-15,-6 3-3 16,-2 0 1-16,1-1-5 15,0-1 6-15,-3-3-7 16,1 1-40-16,3-11-113 16,7-7-172-16</inkml:trace>
  <inkml:trace contextRef="#ctx0" brushRef="#br0" timeOffset="-83977.06">20948 8574 551 0,'0'0'95'0,"0"0"77"16,0 0-97-16,0 0-50 15,0 0-14-15,0 0 6 0,95-46-10 16,-72 46-4 0,1 0-3-16,-1 17 0 0,-5 6 0 15,-7 7-5-15,-11 4-14 16,-2 0-4-16,-25 3 3 15,-5-4 1-15,-1-4 11 16,5-5-2-16,5-6 8 16,8-7-2-16,4-4 2 15,6-4 2-15,1-3 1 16,4 3 26-16,0-3 23 16,0 0-32-16,0 0-18 15,26 0 1-15,13 0-1 16,16 0 7-16,8 0-7 15,0-5 0-15,-5 0-1 16,-10-1-11-16,-10 2 10 0,-11 1-26 16,-9 2-3-16,-8-1-12 15,-8 2-58-15,-2 0-29 16,-6-4-204-16</inkml:trace>
  <inkml:trace contextRef="#ctx0" brushRef="#br0" timeOffset="-83435.1">21357 8483 532 0,'0'0'81'0,"0"0"82"16,0 0-95-16,0 0-19 15,0 0-29-15,0 0 13 16,40-50-22-16,-27 47-10 16,-1 0 5-16,5 1-3 15,2 2-2-15,4 0-1 16,0 5-1-16,0 6-5 16,-6 5-17-16,-3 0-4 15,-10 5 5-15,-4-1-1 16,0 2 9-16,-14-1 6 15,-7 1 4-15,-6-3 3 16,1-2-1-16,4-2 4 0,7-1 4 16,4 2-3-16,4 2 5 15,7 3-3-15,0 2-5 16,2 1 2-16,17-2-1 16,-1-1 1-16,2-6 3 15,-7-5-4-15,-4-5 0 16,-6-2-1-16,-3-1 0 15,0 0-1-15,-3 3 0 16,-16 2 1-16,-11-1 2 16,-2 3 0-16,-3-2-2 15,3 2 4-15,10-4-3 16,5 1-1-16,10-3 0 0,6-2-24 16,1-1-60-16,11 0-91 15,19-1-174-15</inkml:trace>
  <inkml:trace contextRef="#ctx0" brushRef="#br0" timeOffset="-80889.02">22036 8572 203 0,'0'0'54'0,"0"0"12"15,0 0 1-15,0 0 67 16,0 0-79-16,0 0 9 15,0 0-20-15,8-21 15 16,-8 17-21-16,0-3-1 16,0 3-16-16,0-4-6 15,-1-2 6-15,-6 0-3 0,-3-1-1 16,-2-4-8 0,-4 1 8-16,-6 2-8 0,-8 3-4 15,-1 6-5-15,-4 3-1 16,3 1-1-16,6 18 1 15,10 4 0-15,14 7-1 16,2 4-5-16,18 4 6 16,22 0-5-16,11-6-10 15,16-10-12-15,3-10 15 16,4-12 0-16,-6 0 11 16,-16-12-2-16,-10-6 4 15,-18-3 3-15,-12-1 3 16,-11 1 22-16,-1 1-3 0,-7 1-13 15,-14 4 7 1,-1 4-17-16,2 8 8 0,4 3-8 16,6 0-2-1,2 5 0-15,1 15-2 0,2 6 2 16,0 7-1-16,2 6 0 16,-1 6 1-16,-2 6 0 15,-1 3 0-15,-2 2 2 16,-6-2-2-16,-2-4 1 15,-5-4-1-15,-3-7-49 16,-1-9-111-16,2-15-311 16</inkml:trace>
  <inkml:trace contextRef="#ctx0" brushRef="#br0" timeOffset="-79954.95">20744 9096 462 0,'0'0'154'0,"0"0"-9"16,0 0-72-16,0 0-30 15,0 0-26-15,0 0-17 16,9-21-1-16,-3 28 0 16,-2 15-5-16,-4 5 4 15,0 7 0-15,-3 4 2 16,-19 3 4-16,-11 3-4 16,-11 1-4-16,-3-9-144 15</inkml:trace>
  <inkml:trace contextRef="#ctx0" brushRef="#br0" timeOffset="-78258.58">20601 8560 186 0,'0'0'81'0,"0"0"-27"15,0 0-4-15,0 0 66 16,0 0-26-16,0 0-59 16,-35-15 10-16,34 13-10 15,-3-1 15-15,2 1-7 16,-1 2-31-16,0 0-3 16,0 0-4-16,0 0 0 15,-2 0-1-15,-1 0 0 16,-1 9 1-16,-2 4-1 15,-1 1 0-15,2 2 0 16,-5 3 2-16,-1 2-1 0,-1 0 0 16,3 2-1-1,0-2 1-15,1-1 6 0,2 1-6 16,-1-1 3-16,0 1-1 16,4-1-1-16,0-2-2 15,2 2 2-15,4 0-2 16,-2-1 0-16,1 1 1 15,-1 0 2-15,1-1-1 16,-1-2-2-16,-1 0 0 16,3 0 0-16,0-3 0 15,0 0 2-15,0 0-2 16,6-1 3-16,5 1-2 0,-1-5 1 16,4-1-4-1,4-2 3-15,1-3-2 0,2-3 1 16,0 0-16-16,0 0 2 15,-2-9 13-15,-6-2 1 16,-1-2 6-16,-6-1 30 16,-1 1-5-16,-2-2 8 15,-3 3-16-15,0 1-2 16,0-1-13-16,0 0-8 16,1 2 0-16,1 0 0 15,1 1-4-15,-2 0-1 16,1 0 3-16,-1 0 2 15,-1-1-1-15,0-1 0 0,0 0 1 16,-1 0 0 0,-7 0 0-16,-4 2 4 0,-3-3-2 15,-1 5 11-15,-6-1-13 16,-2 6 1-16,0 2-2 16,-1 0 1-16,4 2-3 15,4 11-1-15,8 1-17 16,5 5 4-16,4-2-16 15,0 3-39-15,6-1-44 16,14-5-22-16,2-6-291 16</inkml:trace>
  <inkml:trace contextRef="#ctx0" brushRef="#br0" timeOffset="-59825.51">19680 9626 370 0,'0'0'184'0,"0"0"-97"0,0 0 16 16,0 0-47-16,0 0-8 15,0 0-4-15,0 0-37 16,-13-14 26-16,13 12-8 16,0-1-12-16,-2 0 7 15,2-1-13-15,0 1 6 16,-1-1-6-16,1-2 2 16,0 0-4-16,0-4-5 15,0-4 1-15,6-3-2 16,15-3 0-16,7-2 0 15,8-1 1-15,1 6-5 0,-1 4 3 16,-12 7 1 0,-6 5 0-16,-10 1 1 0,0 4-4 15,-6 18-7-15,-2 13-7 16,-14 10 4-16,-17 4 1 16,-10-3-10-16,1-8-23 15,12-9 15-15,5-12 13 16,13-9 16-16,6-4 0 15,4-3 2-15,0 1-2 16,7 0-6-16,14-2 8 16,6 0 7-16,0 0 0 15,-4 3-2-15,-6 3 2 0,-5 5-6 16,-6 1-1-16,-3 9 0 16,-3 3 1-1,0 8 7-15,-12 4-4 0,-9-2 2 16,-4-2 1-16,-5-6-7 15,-5-6 3-15,-2-6 2 16,-3-5-1-16,4-6 4 16,8-3-7-16,8 0 9 15,7-9 4-15,9-5-10 16,4-1-4-16,0-3-25 16,18-2-158-16,14-5-174 15</inkml:trace>
  <inkml:trace contextRef="#ctx0" brushRef="#br0" timeOffset="-59443.25">20083 9514 621 0,'0'0'113'0,"0"0"-7"16,0 0-58-16,0 0-35 16,0 0-13-16,0 0 0 15,8-11 1-15,12 11 10 16,6 0 7-16,5 3-8 0,2 0 2 16,1 3-7-16,0 1 0 15,-4 6-5-15,-6 1-1 16,-9 5 0-16,-8 10-1 15,-5 6-3-15,-2 10 3 16,-10 6 3-16,-17 6-1 16,-9-3 3-16,-1-4-3 15,5-8 3-15,6-6-3 16,13-9-6-16,2-5-30 16,5-7-22-16,3-12-174 15,3-3-338-15</inkml:trace>
  <inkml:trace contextRef="#ctx0" brushRef="#br0" timeOffset="-59252.16">20088 9819 658 0,'0'0'154'16,"0"0"-150"-16,0 0-4 15,0 0 0-15,0 0 9 16,0 0 14-16,125-2 2 15,-65 2-14-15,5 0-7 16,3-2-8-16,-2-7-7 16,-3-1-158-16,-7-6-224 15</inkml:trace>
  <inkml:trace contextRef="#ctx0" brushRef="#br0" timeOffset="-59086.34">20620 9856 475 0,'0'0'124'16,"0"0"-41"-16,-32 89-15 16,28-45-31-16,4 4-23 15,0 4-6-15,0-1 2 16,6-6-10-16,0-12-130 16,-1-18-145-16</inkml:trace>
  <inkml:trace contextRef="#ctx0" brushRef="#br0" timeOffset="-55829.62">21103 9564 274 0,'0'0'141'0,"0"0"-9"15,0 0-93-15,0 0 16 16,0 0 0-16,0 0 20 16,14-8-19-16,-13 6-22 15,-1-1-12-15,2 1 16 0,-1-3-21 16,-1 1 4 0,2-3-3-16,-1 0-13 0,1-4-1 15,-1-1 4-15,2-5-6 16,-2-4-1-16,-1-1-1 15,0 1 0-15,0 4-2 16,-11 1 0-16,-3 4 0 16,-2 5 1-16,-1 5-5 15,3 2 5-15,0 0-5 16,1 18-14-16,5 10 15 16,5 10 2-16,3 4-6 15,0 4 8-15,18 1-8 16,5-2 5-16,3-4 3 0,1-4-3 15,-2-4 4 1,-5-2 0-16,-10-4-1 0,-7-3 0 16,-3-2-2-1,-1-5 0-15,-18-3 2 0,-1-2 1 16,-1-4 1-16,1-3 4 16,4-5-5-16,-1 0 9 15,-2-9 11-15,0-10-3 16,7-5 4-16,8-8-15 15,4-1-3-15,22-7-3 16,21 0-16-16,11-1 7 16,4 0-4-16,3 5 5 15,-4 1-3-15,-3 4-20 16,-1 5 3-16,-6 5-52 0,-11 3-94 16,-14 1-165-16</inkml:trace>
  <inkml:trace contextRef="#ctx0" brushRef="#br0" timeOffset="-55607.99">21630 9394 587 0,'0'0'216'15,"0"0"-139"-15,0 0-75 16,0 0-2-16,0 0 0 15,-15 90-1-15,0-39 1 0,0 4 5 16,3-4-3-16,8-1-2 16,2-5 0-16,2-7-71 15,0-11-89-15,6-13-69 16</inkml:trace>
  <inkml:trace contextRef="#ctx0" brushRef="#br0" timeOffset="-55263.37">21998 9392 660 0,'0'0'123'0,"0"0"-110"0,0 0-13 15,0 0-11-15,0 0 10 16,0 0 2-16,42 111 1 15,-29-65 16-15,2 0 4 16,0-4-5-16,-3-2 0 16,0-5-13-16,-6-7 3 15,-5-5-5-15,-1-7 1 16,0-4 2-16,0-4-5 16,0-3 4-16,-9-1 3 15,-7-2-7-15,-9-2 8 16,-6 0-7-16,-4 0-1 0,1 0-34 15,4-2-48 1,9-9-84-16,14-4-266 0</inkml:trace>
  <inkml:trace contextRef="#ctx0" brushRef="#br0" timeOffset="-55028.8">22235 9349 696 0,'0'0'84'16,"0"0"-11"-16,0 0-51 0,118-42-9 15,-61 38 12 1,10 0-10-16,8-1-5 0,2 4-10 16,-2-2 4-16,-5 3-1 15,-9-4-3-15,-12 1-5 16,-10-1-23-16,-17 4-33 15,-18 0-94-15,-4 0-181 16</inkml:trace>
  <inkml:trace contextRef="#ctx0" brushRef="#br0" timeOffset="-37630.51">19898 10490 235 0,'0'0'195'0,"0"0"-86"0,0 0-5 16,0 0-11-16,0 0-25 15,0 0-37-15,0 0 3 16,-15-33 5-16,12 31-26 16,3-1 7-16,-3 1-4 15,3-1-7-15,-3 0 2 16,2 1-7-16,1 0 0 15,-2 2 1-15,2 0-3 16,-1 0 2-16,1-1-2 16,0-2 1-16,0-1-3 15,0-1-3-15,0-4 2 0,0 1 1 16,8-5-6 0,10 2 4-16,5-1 2 0,5 1-4 15,2 3 4-15,-3 3-2 16,-3 3 2-16,-3 2-1 15,-5 4-2-15,-4 13-1 16,-8 10-9-16,-4 5-6 16,-4 4 4-16,-18 0-24 15,-5-2 21-15,6-5 0 16,1-3-6-16,6-6 15 16,6-6-1-16,5-2 3 15,3-4-18-15,0 0 12 16,0-2 4-16,2 2 7 15,7-1 2-15,2 5 7 0,0 2-5 16,1 2 3-16,-2 5 3 16,-4 2-8-16,-3 2 3 15,-3 2-3-15,0-5 1 16,-7-4 3-16,-9-3-4 16,-4-5 9-16,-5 0 3 15,-5-6 2-15,-2-2-2 16,1-2-1-16,9 0-8 15,7 0 2-15,13-6-5 16,2-6-57-16,12 0-135 16,14-3-298-16</inkml:trace>
  <inkml:trace contextRef="#ctx0" brushRef="#br0" timeOffset="-37064.29">20644 10565 496 0,'0'0'107'0,"0"0"-38"15,0 0 3-15,0 0-29 16,34-82-21-16,-31 63-1 16,-3-1 0-16,0 6-9 15,-10 1-12-15,-20 6-1 16,-10 7-10-16,-4 0-12 16,-3 5-5-16,9 15 16 15,10 2 8-15,9 8-2 16,8 5 4-16,6 5-1 15,5 4 1-15,0-2 2 16,16-4-2-16,9-3 2 16,3-5 37-16,-4-3 1 15,-7-8-18-15,-7-3-13 16,-8-5-3-16,-2-1-2 16,0-1 0-16,-7-2-1 0,-17-2 7 15,-8-2-4-15,-7-3 5 16,2 0-8-16,4-5 2 15,11-9 2-15,13-3-3 16,9 0-4-16,6-6 1 16,25-1-19-16,10-4 5 15,11 4 4-15,6 0-2 16,6 2-13-16,9 1-59 16,-8 3-27-16,-11-2-191 15</inkml:trace>
  <inkml:trace contextRef="#ctx0" brushRef="#br0" timeOffset="-36878.04">20818 10796 684 0,'0'0'9'0,"0"0"15"16,0 81 26-16,0-44-22 15,0 4-22-15,0 2 2 16,0-2-7-16,0-4-1 16,0-3-49-16,0-17-120 15</inkml:trace>
  <inkml:trace contextRef="#ctx0" brushRef="#br0" timeOffset="-36546.38">21230 10648 798 0,'0'0'3'16,"0"0"-3"-16,0 0-10 16,0 0 10-16,1 99 1 15,4-63-1-15,6-2 2 16,5-4-2-16,7-12 2 0,9-11-2 15,2-7 2 1,7-8 0-16,2-20 4 0,-6-5-6 16,-7-2 2-16,-13 2 1 15,-17 2-3-15,-20 4 0 16,-37 7-3-16,-22 8-24 16,-10 10 11-16,13 2-25 15,19 6-40-15,26 16 21 16,25 0-174-16</inkml:trace>
  <inkml:trace contextRef="#ctx0" brushRef="#br0" timeOffset="-36015.43">21663 10502 604 0,'0'0'24'16,"0"0"15"-16,0 0 13 15,0 0 6-15,88-58-29 0,-66 49 4 16,0 1-17-1,-2 1-9-15,0 4-5 0,-6 3-1 16,-4 0-1-16,-5 0-14 16,-5 8-56-16,0 11-18 15,-12 4 4-15,-8 2-66 16,0 0-73-16,3-3 82 16,5 0 141-16,6-5 40 15,2-2 91-15,2-1 16 16,2 5-31-16,0 0-41 15,5 7-10-15,14 4 4 16,8 1-20-16,0-1-24 16,-6-4-12-16,-8-7-9 15,-7-4-4-15,-6-1 1 16,0-4 3-16,0-3-4 0,-13 0 5 16,-5-3 4-16,-8-1-7 15,-2-3 4-15,1 0-1 16,4 0-5-16,10-7-9 15,10-2-110-15,3-3-92 16</inkml:trace>
  <inkml:trace contextRef="#ctx0" brushRef="#br0" timeOffset="-35647.26">22303 10403 636 0,'0'0'79'0,"0"0"36"16,0 0-72-16,84-56-27 15,-64 56-13-15,-2 13-3 16,0 16-2-16,-6 7 1 16,-6 3-6-16,-6 4 7 15,0 1 0-15,-8-2 0 16,-7-4-10-16,-5-4-12 15,3-6 2-15,0-3-1 16,3-8 10-16,2-6-6 16,7-5 14-16,2-1 3 15,3-4 2-15,0-1 6 0,6 0 34 16,24 0-3-16,15 0-7 16,20-1-12-16,13-9-15 15,13 3 4-15,3-3-3 16,-4 4-2-16,-7 0-4 15,-11-2 0-15,-11 1-66 16,-20-3-171-16</inkml:trace>
  <inkml:trace contextRef="#ctx0" brushRef="#br0" timeOffset="-34867.41">19434 11236 107 0,'0'0'205'16,"0"0"-76"-16,0 0 24 15,0 0-112-15,-82-46 32 16,82 45 16-16,0-1-81 16,11 0-8-16,29 2 0 15,33 0 8-15,43 0 15 16,48 4 14-16,54 8-5 15,46 1-16-15,37 2-5 16,27-1-6-16,13-5-1 16,10-4-4-16,3-2 0 0,0-3 1 15,-10 0-1 1,-10 0 9-16,-18-5-4 0,-26 0 1 16,-32 1-5-16,-43 4 8 15,-47 0-2-15,-41 0-7 16,-46 0 5-16,-35 0 4 15,-30 0-8-15,-16 4-2 16,-3 6-20-16,-36 7-41 16,-23 9 36-16,-21-4-101 15,-4-8-165-15</inkml:trace>
  <inkml:trace contextRef="#ctx0" brushRef="#br0" timeOffset="-32453.46">19130 11765 141 0,'0'0'215'0,"0"0"-84"15,0 0-37-15,0 0 15 16,0 0-67-16,0 0 19 0,-23-2-16 16,23 0-28-1,0-1-9-15,0-1 0 0,13 1-6 16,4 0-2-16,8 1 0 15,7 0 1-15,5 1-2 16,11 0 3-16,1-2-2 16,5 0 0-16,-4 2-22 15,-9-2-19-15,-13 1-19 16,-14 2-11-16,-14 0-11 16,-3 0-72-16,-29 0-54 15</inkml:trace>
  <inkml:trace contextRef="#ctx0" brushRef="#br0" timeOffset="-32019.34">19045 11746 370 0,'0'0'104'0,"0"0"40"15,0 0-69-15,0 0-27 16,0 0-21-16,0 0-2 15,70-11-6-15,-40 11-11 16,0 8-1-16,2 4 1 16,-2 4-6-16,-4 1-1 15,-7 3-1-15,-6 0-7 16,-11 1-7-16,-2-1-30 16,-15 2 27-16,-18 0 11 15,-7-5-4-15,0 0 7 16,-2-4 6-16,2-3-3 0,10-4 10 15,10 2 17 1,10-2 7-16,9 2-29 0,1 5-2 16,1 1-3-16,23 5 3 15,10-1 4-15,12-2 15 16,12-4-13-16,13-6 3 16,4-4-4-16,8-2-2 15,-6 0-6-15,-8-6-2 16,-14-7-25-16,-15-2-36 15,-17-5-94-15,-20-2-243 16</inkml:trace>
  <inkml:trace contextRef="#ctx0" brushRef="#br0" timeOffset="-31570.52">19773 11719 587 0,'0'0'110'0,"0"0"13"16,0 0-123-16,0 0-3 16,0 0 3-16,-33 112 18 15,12-56 9-15,-1 4-14 16,5-2-2-16,7-5-1 16,7-13-9-16,3-12-1 15,0-14 0-15,0-11 1 0,0-3 6 16,0-5 36-1,13-21 0-15,4-13-43 0,5-12-7 16,-3-5-7 0,-2-4-9-16,-2 1-23 0,-3 4 18 15,2 10 10-15,2 10 13 16,0 12 5-16,0 13-3 16,1 7 3-16,-7 3-2 15,2 13-1-15,1 16 3 16,-5 7-6-16,-6 4 6 15,-2 2 0-15,0-3 1 16,-11-8-1-16,-6-4 0 16,3-10 0-16,-3-7 2 15,5-6-1-15,-2-4 1 16,1 0 4-16,3-2-6 16,7-10-24-16,3-5-126 0,10-3-235 15</inkml:trace>
  <inkml:trace contextRef="#ctx0" brushRef="#br0" timeOffset="-31169.47">20088 11739 539 0,'0'0'123'16,"0"0"15"-16,0 0-127 0,0 0-10 15,0 0-1 1,-5 87 10-16,3-38-1 0,2-1-4 15,0 5 9-15,10-4-9 16,7-2 0-16,1-9 3 16,2-10-7-16,-3-11-2 15,6-14-1-15,8-3-2 16,8-17 3-16,3-15-20 16,-2-6-28-16,-9-5 21 15,-10-1 18-15,-12 0 10 16,-9 5 10-16,-4 4 21 15,-17 9-4-15,-3 8-4 16,8 10-2-16,4 8-11 16,4 2-10-16,1 20-3 0,4 6 3 15,1 4-4 1,2 3 2-16,2-1 2 0,19-5-4 16,10-10-13-16,11-8-23 15,8-9-63-15,2-2 22 16,-2-18-220-16</inkml:trace>
  <inkml:trace contextRef="#ctx0" brushRef="#br0" timeOffset="-30976.49">20696 11933 493 0,'0'0'149'15,"0"0"-127"-15,0 0-21 0,0 0 6 16,95 0 25-16,-62 0-7 16,4 0-25-16,-4 0-3 15,-1 0-37-15,-7 0-28 16,-8 0-179-16</inkml:trace>
  <inkml:trace contextRef="#ctx0" brushRef="#br0" timeOffset="-30788.43">20681 12097 176 0,'0'0'569'0,"0"0"-459"16,0 0-69-16,0 0-26 0,0 0-14 16,94 0 5-16,-55 0-6 15,5 0-2-15,3 0-21 16,-1-1-103-16,-7-12-265 15</inkml:trace>
  <inkml:trace contextRef="#ctx0" brushRef="#br0" timeOffset="-5678.61">17658 17043 107 0,'0'0'161'0,"0"0"-106"0,0 0 56 16,0 0-42 0,0 0-7-16,0 0-24 0,0 0-7 15,0 0 0 1,9-66 41-16,-6 56-36 0,1-1 3 15,-3 2-11-15,1 3 3 16,-2 1-8-16,0 3-15 16,0 2-2-16,0-1-6 15,0 1 1-15,0 0 3 16,0 0 1-16,0-2-2 16,0 1-2-16,0 0 2 15,0-1-4-15,0-3 1 16,0 2 0-16,0-1 2 15,0-2-2-15,0 0 1 16,0-2-1-16,0-1 2 16,1 0-2-16,1 1 1 15,-1 0 1-15,1-1 8 0,-2 4 0 16,0 2-1-16,0 3 7 16,0 0-16-16,0 0-2 15,0 10-1-15,0 17-6 16,0 16 9-16,-2 14 0 15,-9 7 0-15,2 3 0 16,0-3 4-16,3-9-4 16,4-6 0-16,-2-10 2 15,4-11-5-15,0-10 3 16,0-9-6-16,0-6-6 0,0-3-27 16,0 0-7-1,0-14-90-15,4-11-365 0</inkml:trace>
  <inkml:trace contextRef="#ctx0" brushRef="#br0" timeOffset="-4979.78">17932 16861 282 0,'0'0'201'0,"0"0"-98"16,0 0-24-16,0 0-12 15,0 0-14-15,0 0-17 16,-9-7-11-16,9 7 1 16,0 0-9-16,0-2-13 15,11 2 1-15,15 0-5 16,9 0 3-16,6 0-2 16,4 0 2-16,0 0-2 15,-2 0 1-15,-2 0-2 16,-3 0 4-16,-5 0-1 15,-6 0-2-15,-8 0-1 16,-5 0 0-16,-8 0 0 16,-5 0 0-16,-1 0-3 0,0 5 3 15,0 13-4-15,0 10 4 16,-10 13 0-16,-6 5 3 16,2 6-2-16,-2-1 4 15,5-2-4-15,4-10 0 16,4 1 0-16,3-6-2 15,0-2 3-15,0-6-4 16,0-6 2-16,5-6-13 16,0-8-3-16,1-2-19 15,-1-4-19-15,4 0-42 16,-1-14-117-16</inkml:trace>
  <inkml:trace contextRef="#ctx0" brushRef="#br0" timeOffset="-4744.58">18005 17171 572 0,'0'0'90'0,"0"0"32"16,0 0-120-16,0 0 8 16,0 0 22-16,0 0-3 15,115-5-13-15,-70 4-6 16,7-7 3-16,5-1-2 15,7-4-10-15,-2 1 1 16,-2-5-2-16,-11 4-40 16,-11 2-19-16,-17 5-88 0,-20 2-178 15</inkml:trace>
  <inkml:trace contextRef="#ctx0" brushRef="#br0" timeOffset="-3481.5">18691 16861 441 0,'0'0'162'15,"0"0"-35"-15,0 0-68 16,0 0-30-16,0 0-2 15,0 0-11-15,2-34-11 16,11 29-1-16,4-1 4 16,5 1-3-16,2 5 3 15,3 0-3-15,-3 0-3 16,0 0 0-16,-1 11-2 16,-4 8 0-16,-6 6-2 15,-10 12 0-15,-3 11 0 16,-16 7-3-16,-19 1 2 15,-5-5-23-15,-1-8-28 16,0-9-5-16,5-9 2 16,2-11 44-16,4-2 13 0,9-5 15 15,10-7 23-15,7 0-10 16,4 0-9-16,0 0-17 16,6 0 7-16,15 0-2 15,5-10 9-15,4-1-2 16,3 2-11-16,3-1 3 15,-2 0 2-15,4 2-8 16,3 2 1-16,1 1-1 16,0 4-8-16,0 1-103 15,-13 0-34-15,-13 0-345 16</inkml:trace>
  <inkml:trace contextRef="#ctx0" brushRef="#br0" timeOffset="-3262.3">19173 17159 663 0,'0'0'167'0,"0"0"-161"16,0 0-5-16,0 0-2 15,0 0 1-15,5 85 0 16,-8-52 2-16,-8 1-2 15,-1 3-7-15,2 1 1 0,-1-4-139 16,1-7 34 0,2-8-342-16</inkml:trace>
  <inkml:trace contextRef="#ctx0" brushRef="#br0" timeOffset="-2516.14">19434 16789 344 0,'0'0'208'15,"0"0"-107"-15,0 0 4 16,0 0-35-16,0 0-23 16,0 0-15-16,-3-32-2 15,3 32-30-15,0 0-1 16,-3 17-6-16,1 20 3 16,-3 13 4-16,-1 19 1 15,-5 8 6-15,1 3-1 16,-1-2-6-16,1-12-1 15,-2-10-57-15,2-10-47 0,0-14-69 16,3-14-113 0</inkml:trace>
  <inkml:trace contextRef="#ctx0" brushRef="#br0" timeOffset="-2195.49">19752 16769 675 0,'0'0'164'0,"0"0"-98"15,0 0-40-15,0 0-26 16,0 0 0-16,0 0-7 15,0 42 7-15,0 4 5 16,-9 9 2-16,-4 11 2 16,-3 1-9-16,3-3 5 15,3-7-5-15,1-8-2 16,1-13-4-16,1-9-39 16,2-6-33-16,0-13-75 15,0-8-209-15</inkml:trace>
  <inkml:trace contextRef="#ctx0" brushRef="#br0" timeOffset="98.37">20028 16816 236 0,'0'0'82'0,"0"0"-37"16,0 0 46-16,0 0-39 15,0 0 7-15,0 0-30 16,46 0-8-16,-41 0 21 16,4-1 1-16,-3-6-4 15,1 2-20-15,0-2 8 16,-2-1-2-16,-1-1 3 15,1-4-7-15,-2 0-3 0,-3 1-7 16,1 0 0 0,-1-1 2-16,0 1-1 0,-3-2-3 15,-9 4-5-15,0 3-2 16,-4 4-4-16,-3 3 2 16,-2 0-2-16,-5 13 0 15,-1 10 0-15,1 0 1 16,3 5 0-16,5 1 1 15,5 3-3-15,7 2-13 16,6-5-4-16,0 1-2 16,4-8-16-16,16-7-17 15,5-9-4-15,3-6 32 16,2-4 5-16,0-15 5 16,-3-3-1-16,-9-4 8 0,-5 5 10 15,-10 1 24 1,-3 3 44-16,0 3 11 0,0 4-7 15,-4 3-29-15,0 2 2 16,1 5-16-16,3 0-22 16,-3 0-7-16,-1 19-7 15,-1 14 7-15,-3 14 0 16,-5 16 1-16,-6 8-1 16,0 5 0-16,0-1 1 15,-1-4-2-15,1 1-1 16,-2-5-29-16,2-12-37 15,-2-14-58-15,6-18-96 16</inkml:trace>
  <inkml:trace contextRef="#ctx0" brushRef="#br0" timeOffset="616.58">20419 17037 621 0,'0'0'195'16,"0"0"-106"-16,0 0-57 0,0 0-29 15,0 0-1-15,0 0-2 16,-14-18-5-16,17 18 5 16,17 0 2-16,10 0 10 15,6 0-2-15,6 0-2 16,7 0-8-16,1 0 0 15,4-4-12-15,-4-2-23 16,-8 3-23-16,-9 3-87 16,-15 0-88-16</inkml:trace>
  <inkml:trace contextRef="#ctx0" brushRef="#br0" timeOffset="964.39">21092 16748 577 0,'0'0'79'0,"0"0"60"0,0 0-63 16,0 0-40-16,0 0-6 16,0 0-30-16,-23-32-5 15,16 59 1-15,-3 9 4 16,0 13 1-16,-3 9 1 16,2 4 2-16,-1 4-4 15,3-4 0-15,0-6-9 16,5-17-45-16,4-11-114 15,0-15-126-15</inkml:trace>
  <inkml:trace contextRef="#ctx0" brushRef="#br0" timeOffset="1681.22">21273 16866 637 0,'0'0'18'0,"0"0"-15"16,0 0 16-16,0 0 37 15,0 98-10-15,0-56-30 16,0 2-7-16,0 2-2 16,0 0-6-16,18-7 6 15,4-5-7-15,4-11 0 16,4-10-5-16,4-13 4 0,2 0 1 15,3-17 0 1,-1-12 5-16,-5-7-4 0,-6-7 0 16,-14-4 10-16,-11-1 15 15,-2 4-10-15,-9 5-15 16,-14 13-1-16,-6 2-23 16,-10 7 2-16,0 2 8 15,5 1 13-15,9 6 9 16,11 1 3-16,8 6 1 15,3 0-13-15,3 1 0 16,0 0-1-16,11 0-5 16,14 0 6-16,13 0 2 15,9 0-1-15,4 0 0 16,1 6-1-16,-3 5-1 16,-3-2 1-16,-7 7 0 0,-9 1 0 15,-11 1-1 1,-11 3 1-16,-8 4 0 0,0 4-3 15,-5 7 6-15,-14 1-3 16,2-2 4-16,0-5-4 16,5-6-7-16,3-5-18 15,4-9-46-15,5-7 24 16,0-3 2-16,20 0 45 16,8-12 0-16,8-12 0 15,7-9 0-15,2-7 7 16,-2-6 17-16,-7-2 50 15,-15 4-1-15,-11 5-8 0,-10 6-11 16,-1 12-21 0,-25 5-24-16,-7 14-9 0,-5 2-23 15,2 1-19-15,9 19-22 16,11 5-34-16,13 6-40 16,3 0-126-16</inkml:trace>
  <inkml:trace contextRef="#ctx0" brushRef="#br0" timeOffset="1869.59">22225 17154 651 0,'0'0'169'0,"0"0"-168"15,0 0 3-15,0 0 0 16,-48 87-3-16,33-60 3 15,0-7-4-15,3 5-14 16,2-5-34-16,4-4-73 16,3-4-196-16</inkml:trace>
  <inkml:trace contextRef="#ctx0" brushRef="#br0" timeOffset="3244.9">22665 16879 779 0,'0'0'76'0,"0"0"-15"15,0 0-61-15,0 0-6 16,0 0 4-16,-31 75 2 16,16-30 1-16,1 4 2 15,4-2-4-15,0 0 1 16,3-10 0-16,7-6 0 16,0-9-13-16,0-6-10 0,11-13 12 15,11-3 6-15,4-2 5 16,2-20 4-16,-4-4-4 15,-4-4 5-15,-7 1-5 16,-10-4 6-16,-3-3-1 16,-3 0-3-16,-20 5-4 15,-3 2-8-15,0 10-8 16,0 5 15-16,6 3-1 16,4 5 4-16,2 3 2 15,6 1-2-15,4 2 2 16,4 0-2-16,0 0-3 15,0 0 3-15,0 0-3 0,0 0-1 16,18 0 4-16,7 0 1 16,10 0 4-16,4 0-3 15,7 0 0-15,6-2 0 16,-3-1-2-16,2 1-6 16,-6 0 5-16,-7 1-2 15,-8 1 3-15,-9 0 0 16,-6 0 3-16,-8 0-3 15,-4 0-6-15,-3 12 6 16,0 5-4-16,-1 6 0 16,-14 10 4-16,-3 3 1 15,0 4 12-15,-1-1-6 16,2-3-6-16,7-5 1 0,5-6-2 16,5-7-1-16,0-8 0 15,10-8 1-15,20-2 1 16,8-7 8-16,4-16 0 15,-5-5 1-15,-7-3-2 16,-9-6 9-16,-9 1 5 16,-6-2-11-16,-6 5-8 15,0 5-3-15,-3 3-12 16,-9 6-5-16,0 3 13 16,1 3 3-16,4 5-1 15,-1 5 2-15,3 2 0 16,0 1-2-16,1 0-1 0,-1 0 3 15,2 0-1 1,1 0 2-16,1 0 0 0,1 0 0 16,-2 0 4-16,1 0 7 15,-4-2-7-15,1-1 0 16,-2 3-3-16,0-4 3 16,-3 3-5-16,2 0 0 15,1 1-1-15,0 0-2 16,0 0 2-16,1 0 1 15,0 0 0-15,3 1 2 16,2-1-4-16,0 0 2 16,0 1-1-16,0-1-1 15,0 2-5-15,18 0 7 16,10 1 0-16,11 0-1 16,9 0 1-16,8 0-17 0,10 0 5 15,6-1 9-15,5-2-8 16,-7 2-12-16,-7-2 16 15,-8 0 6-15,-11 0 1 16,-12 0 2-16,-11 3 0 16,-8 3-2-16,-10 3-2 15,-3 10-1-15,-1 9 3 16,-21 11 0-16,-8 5 15 16,0 0-7-16,3-1-5 15,3-7 1-15,11-7-4 16,7-4 0-16,6-8-2 15,9-6-9-15,24-8 11 0,10-3 3 16,11-10 1 0,0-14 2-16,2-5-3 0,-12-1 2 15,-7-6 3-15,-12 1 2 16,-10-5 9-16,-12 0-3 16,-3-1 8-16,-13 4 2 15,-24 10-7-15,-9 10-10 16,-15 11-9-16,-12 6-21 15,-2 9-18-15,5 15-33 16,12 7-37-16,17 3-105 16,15-2-291-16</inkml:trace>
  <inkml:trace contextRef="#ctx0" brushRef="#br0" timeOffset="3388.66">23713 17048 527 0,'0'0'139'16,"0"0"-12"-16,0 0-127 16,0 0 0-16,0 0-118 15,0 0 18-15,-35 41-201 16</inkml:trace>
  <inkml:trace contextRef="#ctx0" brushRef="#br0" timeOffset="5976.46">839 16629 503 0,'0'0'96'15,"0"0"4"-15,0 0-76 16,0 0-14-16,0 0 6 16,0 0 7-16,-36 94 10 15,18-51-11-15,4 2-3 16,0-1 0-16,0-5-19 16,5-9 8-16,0-6-7 15,2-5 2-15,2-9-2 0,1-4 1 16,1-6 1-1,0 0 11-15,-7-5 16 0,2-19-15 16,0-10-15-16,-2-8-9 16,7-3-16-16,3 0-12 15,0 5 6-15,2 5-11 16,14 9 9-16,3 7 33 16,1 10 31-16,2 9-22 15,2 0-8-15,1 14 1 16,5 17 0-16,1 6 1 15,2 7 1-15,0 4 0 16,-3-3-4-16,-5-8-2 16,-5-11-6-16,-7-14-26 15,-1-12 3-15,-4 0 31 16,2-24 0-16,-1-13-43 16,-1-8-2-16,-1-3-2 0,3-3 6 15,1 2 15-15,2 1 10 16,2 5-53-16,3 5-9 15,-2 8 78-15,-5 10 78 16,-1 11 42-16,-5 9-42 16,-1 0-50-16,2 23-12 15,4 16-7-15,-2 15 38 16,1 9-8-16,-3 0-21 16,0 3-8-16,-2-7-3 15,-2-8-4-15,2-12 0 16,-2-17 2-16,-2-8-4 15,1-14-1-15,-1-2 9 16,0-23 17-16,2-15-24 0,-2-11-2 16,0-3-21-16,0-4 9 15,-9 0-11-15,0 4 13 16,0 2-3-16,6 4 8 16,3 6-39-16,0 9 31 15,13 8 13-15,-1 11 19 16,2 11 20-16,4 3-39 15,2 13-4-15,3 16-1 16,1 11 5-16,-8 3 4 16,-10-3 2-16,-6-5-3 15,0-7-1-15,-9-8 4 16,-1-6 16-16,2-5-13 16,-2-2 3-16,-3-3 4 15,-3 0 2-15,0-2-18 16,3-2-8-16,8 0-50 0,5 0-56 15,5-14-208-15</inkml:trace>
  <inkml:trace contextRef="#ctx0" brushRef="#br0" timeOffset="6411.56">1546 16449 669 0,'0'0'190'0,"0"0"-150"16,0 0-40-16,0 0-1 16,0 0 0-16,-5 100 1 15,7-54 4-15,12 2 0 16,3-1 2-16,1-1-6 16,-4-8 5-16,6-4-3 15,-4-10 0-15,1-14-1 16,-1-3-2-16,4-7-16 15,5-11 16-15,0-21-2 16,-1-12-22-16,-7-8-6 16,-10 0 28-16,-7 2 3 15,-7 6 7-15,-16 4 17 16,-5 9-6-16,0 8 5 0,11 12 1 16,8 8-2-16,3 3-22 15,6 11-4-15,0 16-2 16,0 7 6-16,6 6 0 15,9-2 0-15,8-4-2 16,2-8 2-16,6-7-20 16,8-14 11-16,5-5-2 15,5-5-31-15,-3-22-115 16,-7-10-200-16</inkml:trace>
  <inkml:trace contextRef="#ctx0" brushRef="#br0" timeOffset="6622.83">2099 16598 560 0,'0'0'35'0,"0"0"-26"16,0 0 4-16,0 0 27 15,0 0-11-15,0 0 2 16,45 14 9-16,-17-14-10 15,11-12-13-15,7-2-17 16,2 2-57-16,-5 2-91 16,-12 2-53-16,-17 8-197 15</inkml:trace>
  <inkml:trace contextRef="#ctx0" brushRef="#br0" timeOffset="6818.6">1962 16816 793 0,'0'0'116'16,"0"0"-116"-16,0 0-9 16,0 0 9-16,0 0 3 15,0 0 6-15,107-5-2 16,-71-7-1-16,1-1-6 16,1-1-7-16,3 2-46 15,-5-1-50-15,-9-1-74 16,-14 4-276-16</inkml:trace>
  <inkml:trace contextRef="#ctx0" brushRef="#br0" timeOffset="7291.46">2727 16312 606 0,'0'0'198'0,"0"0"-125"16,0 0-2-16,0 0-39 15,0 0-20-15,0 0-12 16,-23-21-9-16,23 47 3 0,6 18 4 15,2 11 2 1,4 5 2-16,-2 1 3 0,-4-5-5 16,-1-8 2-16,-2-9-2 15,-3-6-13-15,0-6-16 16,0-7-27-16,0-14-123 16,-6-6-264-16</inkml:trace>
  <inkml:trace contextRef="#ctx0" brushRef="#br0" timeOffset="7509.01">2580 16557 639 0,'0'0'67'0,"0"0"-28"0,0 0-38 16,0 0 3-16,0 0 48 15,0 0-12 1,80-3-16-16,-43 3 4 0,9-2-11 15,2-6-12-15,6-5-5 16,2 0-18-16,4-5-84 16,0-8-219-16</inkml:trace>
  <inkml:trace contextRef="#ctx0" brushRef="#br0" timeOffset="7874.09">3285 16201 644 0,'0'0'111'15,"0"0"-70"-15,0 0-9 16,0 0 0-16,0 0 0 15,0 0-24-15,0-17-6 16,29 15-2-16,12 1 0 16,6-1 0-16,0 2 3 15,-2 0-3-15,-2 0 0 16,-4 15 0-16,-6 9 1 0,-5 5-1 16,-10 5 0-1,-9 7 0-15,-9 3-1 0,0 1 2 16,0 0-1-16,-6-1 0 15,-5-4-9-15,4-6-18 16,1-4-42-16,-2-8-68 16,2-8-38-16</inkml:trace>
  <inkml:trace contextRef="#ctx0" brushRef="#br0" timeOffset="8077.97">3363 16450 669 0,'0'0'169'16,"0"0"-65"-16,0 0-67 0,0 0-13 16,0 0-24-16,0 0 0 15,-44-45-9-15,74 44 7 16,14-4 2-16,13-4 2 16,3-3-2-16,1 0 0 15,-1-4-16-15,-4-1-33 16,-2-4-58-16,-6-1-174 15</inkml:trace>
  <inkml:trace contextRef="#ctx0" brushRef="#br0" timeOffset="8491.59">3974 16111 686 0,'0'0'139'16,"0"0"-47"-16,0 0-64 16,0 0-23-16,0 0-5 15,0 0 1-15,67-66-1 16,-52 66 0-16,3 3-4 16,-3 15 3-16,-4 11-2 15,-8 7 3-15,-3 5 2 16,-3 7-2-16,-14 1 2 15,-7-3-2-15,4-3-5 0,1-9-11 16,1-5-14 0,6-8 0-16,5-5 0 0,1-9 7 15,3-2 14-15,3-3 6 16,0-2-4-16,3 0 2 16,13 0 5-16,7-7 13 15,9-3 9-15,1-4-15 16,5-1 6-16,8 3-9 15,3 0-4-15,4 1 0 16,0 5-19-16,-7-2-92 16,-7 1-197-16</inkml:trace>
  <inkml:trace contextRef="#ctx0" brushRef="#br0" timeOffset="8693.46">4558 16345 663 0,'0'0'164'16,"0"0"-164"-16,0 0 1 16,0 0-1-16,6 96 12 15,-6-57 2-15,0 1-6 16,-3 2-2-16,-1-3-3 16,-2-4-3-16,5-6-37 15,1-4-78-15,0-11-27 16,0-8-399-16</inkml:trace>
  <inkml:trace contextRef="#ctx0" brushRef="#br0" timeOffset="9150.49">4839 16012 611 0,'0'0'131'0,"0"0"-1"15,0 0-67-15,0 0-40 16,0 0-20-16,0 0-3 0,4 8-5 15,9 28 3-15,0 14 0 16,-1 9 2 0,-3 9 7-16,1 1-7 0,-4-4 0 15,-1-13-43-15,-4-13-51 16,-1-18-121-16</inkml:trace>
  <inkml:trace contextRef="#ctx0" brushRef="#br0" timeOffset="9459.4">5148 15938 432 0,'0'0'49'0,"0"0"69"15,0 0-25-15,0 0 26 16,0 0-96-16,0 0-18 16,6 21 0-16,-6 22 14 15,0 9 9-15,0 9-10 16,0 3-15-16,0-3 2 16,0-1 0-16,0-10-5 15,0-6 0-15,0-12-52 16,0-8-46-16,0-12-42 15,0-12-274-15</inkml:trace>
  <inkml:trace contextRef="#ctx0" brushRef="#br0" timeOffset="10022.38">5704 16096 421 0,'0'0'141'15,"0"0"18"-15,0 0-40 16,9-91-60-16,-9 64-17 0,0-1-27 16,0-2-2-16,-11 4-9 15,-11-1-2-15,-8 8-2 16,-11 4-4-16,-4 7 4 15,-4 7-2-15,2 1-3 16,4 17 5-16,7 14 0 16,8 5-3-16,13 6 2 15,10 1-8-15,5 0 0 16,9-1-3-16,14-7-6 16,7-10 3-16,7-12-3 15,5-13 7-15,-2-3 11 16,0-19 1-16,-8-6 2 15,-14-2 4-15,-8-1 4 0,-9 1 20 16,-1 6-9-16,0 4-1 16,0 11-4-16,-4 5-17 15,1 4 5-15,2 0-5 16,-2 16-11-16,3 18 11 16,-2 11-1-16,2 9 1 15,0 9 3-15,0 2-1 16,15 3-2-16,-1-2 1 15,0-8 0-15,-5-8-2 16,-1-11-12-16,-2-12-24 16,1-8-25-16,2-9-50 15,3-6-45-15,1-4-106 16,2 0-51-16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9T04:49:46.9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5006 2383 268 0,'0'0'145'16,"0"0"-59"-16,0 0-6 16,0 0-31-16,0 0 1 15,0 0 3-15,0 0-21 0,-10-85 6 16,8 70-9-16,1-4 4 16,1 2-12-16,0 0 5 15,-3 2-3-15,3 4-8 16,-2 1-2-16,2 3 3 15,0 1-8-15,0 2-6 16,0 3 7-16,0 1-8 16,0 0-1-16,0 17-6 15,0 20-1-15,0 24 3 16,0 28 3-16,0 12 1 16,-6 8 3-16,0-2-3 0,0-10 1 15,2-13-1-15,4-14 0 16,0-23-1-16,0-16 0 15,0-14-7-15,0-8 1 16,0-9-8-16,1 0 10 16,10-27 5-16,1-17-144 15,3-16-359-15</inkml:trace>
  <inkml:trace contextRef="#ctx0" brushRef="#br0" timeOffset="433.55">4993 2123 744 0,'0'0'34'0,"0"0"48"16,0 0-27-16,0 0-50 15,0 0-4-15,81 9-1 16,-39 38 0-16,6 9-1 15,-2 10 1-15,2-1 0 16,-9-8 0-16,-5-11-1 16,-7-14 1-16,-9-11-9 15,-9-11-21-15,-5-7-4 16,-4-3 9-16,0-8 25 16,0-21 30-16,-12-17-30 15,-7-12-7-15,-3-4 2 16,4 1 5-16,1 12 25 15,11 14 16-15,6 11-26 16,0 13-9-16,11 10-6 0,16 1-7 16,7 16 6-16,8 18 0 15,-5 14-1-15,-1 17-3 16,-2 13 4-16,-4 11 0 16,-2-2-2-16,-1-7-37 15,-8-14-69-15,-8-9-26 16,-11-20-128-16</inkml:trace>
  <inkml:trace contextRef="#ctx0" brushRef="#br0" timeOffset="1232.31">5756 2527 811 0,'0'0'48'0,"0"0"-48"16,0 0-5-16,0 0 4 15,63 92 1-15,-39-48 0 16,1 2 1-16,-1-3-1 16,-6-7 0-16,1-11-3 15,-7-8-4-15,-3-14-1 16,5-3 8-16,5-17 2 16,2-17 12-16,4-10-5 15,-7-7 7-15,-12-2 0 16,-6-2-6-16,-30-4-2 15,-26 0-7-15,-13 4-1 0,2 9-3 16,16 18 3-16,24 12 1 16,23 5-1-16,4 2-3 15,30-4-39-15,22-7 14 16,22-5 3-16,14-5 19 16,2-4 6-16,-8 5 2 15,-20 2-1-15,-20 7 21 16,-16 9 6-16,-16 6 6 15,-4 5 5-15,3 2-39 16,3 25-3-16,7 17 3 16,1 19-3-16,4 19 3 15,-2 10 0-15,2 0 0 0,-3-8-1 16,1-15-18 0,-6-18-3-16,-5-18 3 0,-6-16 8 15,-2-11 10-15,-3-6 1 16,0-6 36-16,-3-19-5 15,-21-6-29-15,-13-3 0 16,-13 6 1-16,-4 13 2 16,1 12 1-16,10 3-6 15,10 27-2-15,10 11 1 16,7 5-4-16,13 4 1 16,3-2-11-16,12-3-2 15,23-9 9-15,9-10 3 16,3-11-1-16,3-12 6 15,-4-3 8-15,-6-25-3 0,-1-11 10 16,-7-7 9-16,-6 2-8 16,-11 4 2-16,-10 8 7 15,-5 7-6-15,0 8-16 16,0 9-3-16,0 4-2 16,-2 4 0-16,2 4-21 15,0 19-21-15,0 6 37 16,15 8 6-16,14-1-8 15,4 2-3-15,11-9-16 16,1-12-22-16,-1-10-61 16,-3-7 1-16,-8-21-92 15</inkml:trace>
  <inkml:trace contextRef="#ctx0" brushRef="#br0" timeOffset="1397.56">6542 2179 757 0,'0'0'102'16,"0"0"-21"-16,0 0-73 16,0 0-8-16,100-30-12 15,-31 66-7-15,4 20-58 16,0 8-37-16,-9-2-145 16</inkml:trace>
  <inkml:trace contextRef="#ctx0" brushRef="#br0" timeOffset="1732.28">7090 2581 667 0,'0'0'139'16,"0"0"-65"-16,72-86-38 16,-31 52-26-16,7-7-6 15,4-2-3-15,-7 0 1 16,-13-1 0-16,-13 5 2 15,-8 3-2-15,-8 6 0 16,-3 8 4-16,0 8 9 16,0 3 0-16,0 8-12 15,0 3-3-15,-3 3-4 0,-2 25-34 16,-3 27 26-16,-1 31 12 16,6 20 0-16,1 12-1 15,2 5-6-15,0-11-31 16,0-10-11-16,3-19-30 15,-3-25-58-15,0-25 25 16,0-25 26-16,-13-8 17 16,-12-27-74-16</inkml:trace>
  <inkml:trace contextRef="#ctx0" brushRef="#br0" timeOffset="1947.54">7206 2870 61 0,'0'0'222'0,"-94"-115"7"16,63 69-126-16,13 11-44 15,18 7-25-15,0 11-10 0,31 2-7 16,12 0-11-16,11 4-1 15,14-1 8 1,9 1-7-16,2-3 7 0,-3-2-2 16,-10 1-2-16,-17 4 14 15,-22 5-6-15,-14 4-5 16,-9 2-12-16,-1 12-5 16,-3 17 0-16,0 11 4 15,-16 8-4-15,-9 4-25 16,2-4-71-16,7-14-42 15,13-21-319-15</inkml:trace>
  <inkml:trace contextRef="#ctx0" brushRef="#br0" timeOffset="2114.18">7650 2171 803 0,'0'0'31'16,"0"0"45"-16,0 0-45 15,0 0-31-15,0 0-41 16,0 0 16-16,83 102-14 16,-42-20-67-16,-2-7-129 15</inkml:trace>
  <inkml:trace contextRef="#ctx0" brushRef="#br0" timeOffset="2765.23">7916 2606 787 0,'0'0'52'16,"0"0"-3"-16,82-74-38 15,-40 51 3-15,0-2 2 16,1 0-13-16,-9 5 2 16,-13 4-2-16,-10 2-1 15,-11 2 16-15,-3 1-15 16,-24 5-3-16,-14 6-5 15,-14 6-1-15,-7 24-11 16,-1 7-7-16,6 8 9 16,12 5-11-16,18 1-24 15,16-4-21-15,11-2-4 0,30-15 14 16,28-13 31-16,22-17 13 16,14-17 17-16,2-22 33 15,-5-9-10-15,-11-7-7 16,-10-4 10-16,-13-6-10 15,-15-1 23-15,-15 1 5 16,-14 2 14-16,-10 12-17 16,-3 12 8-16,0 17-8 15,0 11-22-15,0 11-19 16,3 7-24-16,8 22-45 16,2 22 68-16,-1 20-2 15,-3 9 3-15,1 3 0 16,-1-8-10-16,0-16-8 15,1-12 3-15,-3-19-3 16,-1-11 13-16,-5-10 5 0,-1-7 13 16,0 0 83-16,0-15-45 15,-9-14-48-15,-13-7-1 16,-11-5-2-16,-8 7 0 16,0 9 0-16,5 9 0 15,8 13-2-15,8 3 0 16,2 21-16-16,5 14 3 15,0 8 8-15,5 3-3 16,8 0-4-16,0-9-10 16,22-6 9-16,14-14-1 15,8-12 6-15,6-5 5 0,1-2-61 16,-6-20-128-16</inkml:trace>
  <inkml:trace contextRef="#ctx0" brushRef="#br0" timeOffset="3696.99">9584 2409 839 0,'0'0'53'16,"0"0"-25"-16,0 0-28 16,0 0-47-16,0 0 43 15,-20 121 4-15,-7-54 1 16,-3-1 0-16,-1-5 1 16,6-16-2-16,9-21 1 15,8-17 0-15,2-7 1 16,6-7 27-16,0-23-3 15,0-12-26-15,5-8-3 16,12-4-20-16,4-4-26 0,5 4-29 16,1 8-15-1,2 10 37-15,0 16 56 0,-1 16 6 16,-4 4-4-16,-3 21-2 16,-2 18 0-16,-2 12 0 15,-4 8 3-15,8 6 6 16,1-8-2-16,10-13 0 15,5-10 2-15,-3-19 15 16,-3-13 6-16,-7-2 15 16,-3-22-7-16,3-16-21 15,4-13-17-15,4-10-41 16,-1-8-19-16,0-7 4 16,1-1 44-16,1 9 9 15,3 12 3-15,-2 18 16 16,3 15 0-16,-7 12-14 0,-7 11-2 15,-1 0 0 1,-9 14-2-16,-7 23 2 0,-6 18 0 16,0 12 6-16,-3 7 4 15,-15 5 1-15,-2-8 0 16,4-1 4-16,2-10 1 16,6-6-5-16,8-13 3 15,0-12-1-15,0-12-4 16,0-8-2-16,0-9 0 15,12 0 0-15,4-23 51 16,8-21-24-16,1-13-31 16,-1-12-3-16,-9-9-2 15,-6-7-6-15,-4-1-8 16,-1 6 3-16,1 10-2 0,10 19-2 16,7 17-6-16,3 9-30 15,3 14 34-15,-1 6 19 16,0 5 0-16,-3 17-4 15,-1 21 2-15,-6 16 2 16,-4 13 0-16,-4 4 2 16,-4-6 1-16,-5-17 0 15,0-15 2-15,0-13-4 16,-14-9 0-16,-4-8 8 16,-15-3-2-16,-5 0 7 15,-5-11 4-15,0-8-14 16,15-2-4-16,22-7-6 15,7-6-83-15,42-12-220 0</inkml:trace>
  <inkml:trace contextRef="#ctx0" brushRef="#br0" timeOffset="4097.19">10862 2176 260 0,'0'0'192'16,"0"0"-3"-16,0 0 7 16,0 0-120-16,0 0-72 15,0 0-4-15,0 0-7 16,46 68 6-16,-67 5 1 15,-1 12 1-15,2-3 0 16,6-7 0-16,9-13-1 16,5-9 1-16,0-14-1 15,22-12 0-15,10-17-1 0,11-10 1 16,12-20 3 0,8-22-3-16,-1-12-3 0,-6-13-9 15,-14-5 0-15,-14-3 10 16,-15 0 2-16,-11 6 2 15,-2 12 7-15,0 19 2 16,-9 12 13-16,3 16-8 16,3 7-12-16,3 3-4 15,-5 7-33-15,1 21 6 16,-1 14 27-16,1 10 1 16,4-1-1-16,0-7-1 15,18-13 0-15,12-14 2 16,8-10 0-16,10-7 3 0,10 0-1 15,7-12-3 1,5-14-70-16,-2-13-218 0</inkml:trace>
  <inkml:trace contextRef="#ctx0" brushRef="#br0" timeOffset="5045.27">5559 3258 275 0,'-83'-3'36'15,"2"0"6"-15,4 3-4 16,-2 0-23-16,4 3-11 16,8 5 3-16,13 1-4 15,11-4-2-15,15 2-1 16,11-3 5-16,9-1-5 16,8 2-2-16,0 0-18 15,0 0 14-15,22-1 6 16,24-1 5-16,29-3 38 15,38 0 22-15,47 0-17 0,49-3 14 16,41-6-17-16,39-1-10 16,29-1-18-16,22 0-8 15,17 5-7-15,8-3 2 16,8 3 0-16,-8 0-4 16,-5 1 0-16,-7 2 0 15,-16-4 0-15,-21-1-14 16,-23-2-1-16,-32-3-3 15,-34-4 16-15,-34-2 0 16,-39-2 2-16,-40 0 16 16,-41 1 31-16,-34 6 23 0,-23 0-1 15,-13 4-31 1,-3 3-33-16,0 4-5 0,-13 3-4 16,-14 0-48-16,-12 14-65 15,-9 6-72-15,2-8-257 16</inkml:trace>
  <inkml:trace contextRef="#ctx0" brushRef="#br0" timeOffset="5207.82">11162 3071 945 0,'0'0'19'16,"0"0"-9"-16,0 0-10 0,0 0-44 15,0 0-26-15,0 0-74 16,-2 70-182-16</inkml:trace>
  <inkml:trace contextRef="#ctx0" brushRef="#br0" timeOffset="59257.95">3293 4279 44 0,'0'0'30'0,"0"0"27"0,0 0-24 16,0 0 13-16,0 0-5 15,0 0-23-15,0 0-6 16,0 0 139-16,0 0-111 15,10-27-31-15,-10 27-2 16,0 0 6-16,0 0 13 16,0-2-1-16,0-1-8 15,0 0 2-15,0 1-7 16,0 1-6-16,0 1 1 16,0 0 3-16,0 0-6 15,0 0-4-15,0 0 3 16,0 0 2-16,0-3-5 15,0 3 21-15,0-4 7 0,0 0-27 16,0 0 3-16,0 2 43 16,0-4-20-16,0 4-23 15,0-2-3-15,0 1 6 16,0-1-4-16,0 1 6 16,0 1 9-16,0 2-12 15,0 0 11-15,0 0-14 16,0 0-3-16,0 0 0 15,0 0-3-15,0 0 0 16,0 0-8-16,0 7-15 0,0 16 13 16,0 10 13-1,0 6 1-15,-6 8 0 0,-8 1 2 16,1 1 1-16,-1-3-4 16,1-4 0-16,3-4-1 15,2-7-1-15,-2-6 2 16,4-5-2-16,0-6 1 15,3-2 1-15,0-6 1 16,1-1-1-16,2-4 1 16,0-1-1-16,0 0-2 15,0 0-12-15,0 0-20 16,0 0-68-16,11-11-221 16</inkml:trace>
  <inkml:trace contextRef="#ctx0" brushRef="#br0" timeOffset="59807.9">2969 4293 255 0,'0'0'84'16,"0"0"38"-16,0 0-28 16,0 0-49-16,0 0-2 15,0 0-11-15,-8-21 17 16,8 19-10-16,6-6-13 0,21-2-22 15,17-4 6-15,12-3 7 16,9 1-4-16,1-1-1 16,4 3-11-16,-4 3 1 15,-2 2 1-15,-7 4-3 16,-8-1-1-16,-9 6-2 16,-10 0-13-16,-9 0-29 15,-12 0-32-15,-9 11-42 16,0 8 9-16,-33 0-43 15</inkml:trace>
  <inkml:trace contextRef="#ctx0" brushRef="#br0" timeOffset="60157.68">2886 4871 231 0,'0'0'140'0,"0"0"-32"16,0 0-34-1,0 0-38-15,0 0-25 16,0 0-11-16,-13 1 0 0,29 4 6 15,11-5 20 1,9 0 19-16,9 0-14 0,10-2 5 16,5-10-26-16,7-4-9 15,6-1-1-15,0-3-7 16,2 2-57-16,-11 1-71 16,-12 1-83-16</inkml:trace>
  <inkml:trace contextRef="#ctx0" brushRef="#br0" timeOffset="60457.58">3507 4811 249 0,'0'0'108'0,"0"0"-83"0,0 0 43 16,0 0-19-16,-19 73 1 15,17-49-27-15,0-2-10 16,2 2-4-16,0 1-8 15,10-1 3-15,15-7-4 16,5-9 4-16,10-8-1 16,-3-3-1-16,-1-19 4 15,-6-7 17-15,-5 0 32 16,-11 0 11-16,-7 0-3 16,-7 6-25-16,-9 2-11 0,-25 3-20 15,-11 10-7 1,-7 8-24-16,0 0-26 0,13 7-36 15,20 7-20-15,19-4-88 16,5-3-110-16</inkml:trace>
  <inkml:trace contextRef="#ctx0" brushRef="#br0" timeOffset="60781.86">4086 4515 480 0,'0'0'82'15,"0"0"-15"-15,0 0-61 16,0 0-5-16,0 0 5 16,94-15-5-16,-60 15 5 15,2-3-4-15,4 2 3 16,2-3-2-16,1 4-3 16,-1 0-20-16,-5 0-66 15,-10-3-136-15</inkml:trace>
  <inkml:trace contextRef="#ctx0" brushRef="#br0" timeOffset="60967.41">4120 4715 467 0,'0'0'53'15,"0"0"-17"-15,0 0 30 16,0 0 2-16,115-2-27 15,-68-3-31-15,6 2-6 16,9 1-4-16,3-5-71 16,-7-4-102-16</inkml:trace>
  <inkml:trace contextRef="#ctx0" brushRef="#br0" timeOffset="66434.69">4925 4417 117 0,'0'0'86'0,"0"0"-54"16,0 0 12-16,0 0 8 15,0 0-13-15,0 0-17 16,0 0 1-16,11-50-8 0,-8 44-5 16,-3 0 20-16,3 1 3 15,-3 1 24-15,0-1-24 16,0 0 6-16,0 1 16 15,0-3-25-15,0 4 0 16,0-1-20-16,0-1 17 16,0 0-7-16,0 0 15 15,0 1-9-15,0-2-7 16,0 2 3-16,0 0-10 16,0 1-2-16,0 1 2 15,0 1 1-15,0 1-4 16,0 0-4-16,0 0-5 0,0 0-3 15,0 20-8-15,0 13 5 16,0 18 4 0,0 9 0-16,-3 9 2 0,-8 3 0 15,1-1 2-15,1-10-2 16,5-14 0-16,1-14-4 16,1-16-10-16,2-9-23 15,0-8-10-15,0 0-7 16,20-34 50-16,15-21-287 15</inkml:trace>
  <inkml:trace contextRef="#ctx0" brushRef="#br0" timeOffset="67101.18">5267 4448 553 0,'0'0'60'16,"0"0"-57"-16,0 0-3 16,0 0 5-16,3 88 24 15,5-51 20-15,5 3-30 16,5 6-14-16,10-2 11 16,4-6 7-16,2-11 0 15,5-12-19-15,1-13 3 16,2-2-5-16,1-14 9 0,-3-19-4 15,-2-7-3-15,-9-7 6 16,-9 0 2-16,-16 2 0 16,-4 6-6-16,-10 5-6 15,-19 4-5-15,-2 5-16 16,0 3-33-16,6 5-9 16,8 3 35-16,10 3 12 15,7 1 12-15,0-1-19 16,22 1-36-16,10-1 47 15,8 4 12-15,1 2 4 16,-2 3 6-16,3 2 4 16,-4 0 0-16,-7 8-2 15,-6 9-5-15,-7 6 8 16,-6 6-4-16,-6 4-8 0,-2 4 9 16,-3 3-4-1,1 3 1-15,2-2-3 0,1-3 1 16,8-6-4-16,2-8 1 15,6-14-3-15,7-10 5 16,11-4 5-16,6-26-1 16,4-6 2-16,-4-4 10 15,-8-1 10-15,-7 1-4 16,-13-2 14-16,-9 6-29 16,-8 3 22-16,-17 6-18 15,-31 9-15-15,-21 12-2 16,-10 6-36-16,2 8-28 0,17 11-8 15,26 7-4-15,23 2-1 16,11 1-36 0,26-2-100-16,26-5-70 0</inkml:trace>
  <inkml:trace contextRef="#ctx0" brushRef="#br0" timeOffset="67304.54">6539 4642 507 0,'0'0'24'0,"0"0"-21"15,0 0 3-15,-34 110 23 0,22-63-19 16,3-2-6-16,5-2 2 16,2-5-3-16,2-4 0 15,0-4-3-15,0-9-149 16,0-14-197-16</inkml:trace>
  <inkml:trace contextRef="#ctx0" brushRef="#br0" timeOffset="68448.83">6911 4361 682 0,'0'0'35'0,"0"0"-35"0,0 0-53 16,0 0 53-16,0 0 0 15,0 112 2-15,0-62-1 16,0 3 1-16,4 3 2 16,11-6-2-16,2-11-2 15,2-11-8-15,0-14-4 16,-1-11 12-16,6-3-4 15,1-12 4-15,5-18 8 16,-4-9-1-16,-7-4 17 16,-13 1 5-16,-6 2 2 15,-13 4-12-15,-25 1-12 16,-11 7 1-16,-3 6-7 0,6 7-2 16,13 5-3-1,12 5 4-15,13 3 3 0,7 0 5 16,1 2-8-16,0 0-6 15,0 0-12-15,0 0-22 16,0 0 25-16,5 0 11 16,14 0 4-16,0 0-5 15,7 0 5-15,2 0 3 16,0 0-2-16,-1 0 0 16,-3-5 1-16,-6 2-3 15,-3 0 2-15,-2 3-1 16,1 0 1-16,4 0-1 0,1 0 1 15,-1 0-3-15,1 0 2 16,0 4-1-16,-2 3 1 16,1 2 0-16,-3 1 0 15,0-3-1-15,-5 1 1 16,-4 2-2-16,1 0 0 16,-2 4 1-16,-2 2 0 15,-1 6 1-15,-2 3 0 16,3 6 0-16,-2 3 2 15,4 5-2-15,1 0 3 16,4-2-1-16,5-2 0 16,4-8-2-16,3-6 0 15,4-11 5-15,1-9-4 16,6-1 7-16,1-13 15 0,-4-10 17 16,-3-8-7-16,-6-2 7 15,-12-2 2-15,-7-2-27 16,-2 0-11-16,-2 6-4 15,-20 2-4-15,-6 6-28 16,0 5-10-16,1 6 1 16,9 2 31-16,8 7 9 15,5-1-2-15,2 3-33 16,3 1 28-16,0 0-22 16,3-2-30-16,22-2 27 15,13-1 33-15,8-1 2 16,9 1 1-16,-4 3 8 15,-2 2-3-15,-15 0 8 0,-8 3-5 16,-13 9-3-16,-5 7-7 16,-7 4 2-16,-1 5 0 15,0 4-1-15,-1 5 7 16,-10 3-4-16,2-4 0 16,4-5-4-16,5-6 0 15,0-8-1-15,8-12-1 16,15-5 1-16,7-8 1 15,10-18 4-15,1-9 3 16,3-7 4-16,-4 0 2 16,-6 4-2-16,-8 3-6 15,-14 7 9-15,-12 3-1 16,-11 1 8-16,-29 7-14 0,-11 4-8 16,-1 6 0-1,12 7-1-15,13 0-19 0,11 14-79 16,13 3 13-16,3-1-33 15,0 1-81-15</inkml:trace>
  <inkml:trace contextRef="#ctx0" brushRef="#br0" timeOffset="68606.01">8192 4509 542 0,'0'0'151'0,"0"0"-52"16,0 0-99-16,0 0-14 16,0 0-170-16,0 0-39 15</inkml:trace>
  <inkml:trace contextRef="#ctx0" brushRef="#br0" timeOffset="70963.75">9536 4154 181 0,'0'0'119'0,"0"0"17"16,0 0-33-16,0 0-21 16,0 0-17-16,34-75 3 15,-34 67-18-15,0 1-15 16,0 2-1-16,0 0-4 0,0 1-30 15,-10 4-2 1,-10 0 0-16,-13 4-1 0,-17 18 0 16,-16 12 3-16,-3 7 0 15,3 5 0-15,12 6 1 16,15 0-2-16,15 2 0 16,11-4-1-16,10-7 1 15,3-7-2-15,7-6-17 16,22-9 1-16,15-11-7 15,20-10 23-15,17 0-38 16,10-20-85-16,0-13-168 16</inkml:trace>
  <inkml:trace contextRef="#ctx0" brushRef="#br0" timeOffset="71196.7">9794 4124 565 0,'0'0'106'0,"0"0"-88"16,0 0-18-16,0 0 0 15,0 0 4-15,-19 102 7 16,11-54-3-16,4 3-5 16,-1 7 0-16,2-5-3 15,3-3-4-15,0-10-10 0,0-10-68 16,0-9-25-1,2-18-100-15</inkml:trace>
  <inkml:trace contextRef="#ctx0" brushRef="#br0" timeOffset="71384">9748 4070 611 0,'0'0'55'16,"0"0"-3"-16,0 0-41 15,0 0-4-15,103-71-4 16,-66 70-3-16,0 1 1 16,2 0 0-16,-3 0-1 15,0 3-20-15,-7 10-65 16,-9-2-79-16,-17 1-146 0</inkml:trace>
  <inkml:trace contextRef="#ctx0" brushRef="#br0" timeOffset="71553.95">9675 4325 559 0,'0'0'78'0,"0"0"-77"16,0 0 3-16,0 0-4 16,0 0 13-16,0 0-5 15,92 31-8-15,-54-20-1 16,2-1-85-16,-3-6-170 0</inkml:trace>
  <inkml:trace contextRef="#ctx0" brushRef="#br0" timeOffset="71747.19">10013 4528 371 0,'0'0'4'16,"0"0"36"-16,-29 82 20 15,19-41-35-15,1 6-17 16,1-2-2-16,3 1-4 16,1-10-2-16,1-8-47 15,3-14-130-15</inkml:trace>
  <inkml:trace contextRef="#ctx0" brushRef="#br0" timeOffset="71932.74">10313 4414 509 0,'0'0'31'15,"0"0"15"-15,0 0-42 16,0 0-4-16,0 0 0 16,0 0 2-16,69 6-2 15,-44-1-5-15,9-3-16 16,8-2-112-16,1-7-257 15</inkml:trace>
  <inkml:trace contextRef="#ctx0" brushRef="#br0" timeOffset="72114.39">10152 4525 592 0,'0'0'0'16,"0"0"-22"-16,0 0 22 15,89 13 31-15,-32-13-14 16,12-2-17-16,5-10-3 16,4-9-138-16,-6-9-288 15</inkml:trace>
  <inkml:trace contextRef="#ctx0" brushRef="#br0" timeOffset="72873.86">10871 4277 211 0,'0'0'132'16,"0"0"-32"-16,0 0 38 15,0 0-76-15,0 0 49 16,0 0-92-16,-26-56 14 15,26 48 8-15,0 2 1 16,0-4-40-16,8 4-2 16,12-3-1-16,9 4-8 15,7 1-12-15,-1 2-14 0,-1 2-28 16,-8 0 28 0,-9 0 0-16,-7 3 16 0,-7 0-17 15,-3 0 30-15,0 2 4 16,-4 5 2-16,-19 5 6 15,-5 8 24-15,-2 1-15 16,5 3-10-16,5-2-4 16,3 1-1-16,3 2 0 15,2-2 1-15,5-1-1 16,4-5 0-16,1-4-1 16,2-7 0-16,0-5-10 15,0-3 2-15,0-1 7 0,0 0-5 16,0 0 7-1,0 0 7-15,0 0 26 0,0 0 16 16,0 0-6-16,0 0-20 16,0 2-23-16,0 2-7 15,-6 4-3-15,-10 6 9 16,-3 0 1-16,-1 1 1 16,2-3 2-16,5-6-3 15,1-2 1-15,3-1-1 16,3-3-1-16,3 0 0 15,0 0-1-15,1 0-5 16,2 0 0-16,0 0 2 16,0 0-15-16,0 0-40 15,0 0-70-15,5 0-91 16,7 0 12-16</inkml:trace>
  <inkml:trace contextRef="#ctx0" brushRef="#br0" timeOffset="73377.65">11198 4335 74 0,'0'0'402'0,"0"0"-293"16,0 0 6-16,0 0-59 15,0 0-39-15,0 0-17 16,0 10-5-16,0 19 5 16,-5 5 1-16,-1 4 1 15,3-4 2-15,3-5-4 0,0-12-4 16,8-7 1 0,8-10 3-16,2 0 11 0,9-22 56 15,6-12-16-15,3-4-28 16,-3-1-8-16,-8 2 1 15,-11 6-7-15,-9 2-9 16,-5 9 0-16,-27 11-4 16,-16 9-30-16,-11 9-103 15,3 18-72-15,14 2-135 16</inkml:trace>
  <inkml:trace contextRef="#ctx0" brushRef="#br0" timeOffset="73594.73">11663 4534 650 0,'0'0'54'16,"0"0"52"-16,0 0-77 15,0 0-29-15,0 0-11 16,0 0 3-16,-13 50 6 15,-1-9 2-15,1 5-20 16,1 1-34-16,1-6-51 16,10-20-182-16</inkml:trace>
  <inkml:trace contextRef="#ctx0" brushRef="#br0" timeOffset="74592.69">12006 4246 440 0,'0'0'19'16,"0"0"-19"-16,0 0 0 16,0 0 26-16,-9 86-4 15,2-57-2-15,2 1-3 16,5 0-1-16,0-1-13 0,0-4 1 15,12-5-3-15,0-8 4 16,-1-8-3-16,2-4 0 16,1-2 14-16,6-19 33 15,1-6-27-15,-4-3 26 16,-4-1-13-16,-9 2-20 16,-4 4-13-16,0 4-2 15,-7 7-9-15,-8 2-24 16,0 2 11-16,0 3 8 15,3 4 10-15,1-1 4 16,4 1 2-16,3 2-1 16,2 0 0-16,2-1 2 15,0 2 4-15,0 0 7 16,0 0 2-16,0-1-4 0,0 1-3 16,0 0 11-16,0 0 8 15,0 0-11-15,0 0-16 16,0 0 4-16,-1 0-5 15,1 0 1-15,0 0-3 16,0 0-2-16,0 0-9 16,0 0-22-16,4 0 10 15,22 0 21-15,11 1 4 16,14-1 8-16,10 0-8 16,4 0 2-16,-6 0-2 15,-14 0 0-15,-17-1 6 0,-18 1-5 16,-6 0 4-1,-4 0 64-15,0 0-18 0,0 0-29 16,0 0-22-16,-8 7-7 16,-12 11-3-16,-4 8 2 15,1 5-2-15,4-1-17 16,6 2 14-16,9-6-4 16,4-2-10-16,4-10 3 15,25-8-6-15,4-6 30 16,5-6 0-16,1-18 7 15,-8-3-4-15,-10-3 2 16,-4 0 6-16,-12 5 7 16,-1 5 9-16,-4 7-1 15,0 6 3-15,0 4-5 16,0 3-19-16,0 0-5 0,0 0-1 16,0 6-11-1,0 13 9-15,3 6 3 0,1 3-1 16,3 3 1-16,2-2-5 15,2-5-3-15,5-7-10 16,-5-8-16-16,0-7-26 16,-1-2 60-16,0-8 37 15,2-11 8-15,-2-8-24 16,0-2 27-16,-7-3-27 16,-3 3 0-16,0 3-12 15,-8 9-5-15,-7 4-4 16,-1 9-14-16,-3 4-45 0,0 0-23 15,0 14 21-15,7 8-56 16,4 2-5-16,8-2-115 16</inkml:trace>
  <inkml:trace contextRef="#ctx0" brushRef="#br0" timeOffset="74823.85">12870 4255 724 0,'0'0'113'16,"0"0"-21"-16,0 0-58 0,0 0-19 15,0 0-15-15,0 0-27 16,7-13-30-16,7 41 18 15,2 3-72-15,-3-7-107 16</inkml:trace>
  <inkml:trace contextRef="#ctx0" brushRef="#br0" timeOffset="75025.93">12986 4550 820 0,'0'0'11'0,"0"0"-11"16,0 0-10-16,0 0 9 16,-11 99 1-16,-2-46 7 15,-6 2-4-15,-7 1-3 16,-8-2-8-16,-6-8-141 16,-3-17-237-16</inkml:trace>
  <inkml:trace contextRef="#ctx0" brushRef="#br0" timeOffset="75658.88">13443 4213 197 0,'0'0'481'16,"0"0"-331"-16,0 0-86 15,0 0-64-15,0 0-3 16,0 0 0-16,-59 59 5 16,41-12-4-16,8 4-6 15,10 1-26-15,13-7-12 16,29-8-12-16,19-15-19 15,12-17 48-15,2-5 5 16,-2-20 24-16,-11-13 6 16,-15-6 5-16,-11 0 15 15,-12-1 58-15,-11 2 13 0,-9 1-45 16,-4 2-28-16,-1 6 1 16,-14 12-10-16,4 6-12 15,4 10 1-15,3 1-4 16,-4 15-30-16,-2 16 9 15,-7 13 21-15,4 9 0 16,7 1 1-16,4 0-1 16,2-1-7-16,5-6-11 15,9-6-8-15,3-14-12 16,-4-11 3-16,-2-12-25 16,1-4-34-16,-1-24-138 15</inkml:trace>
  <inkml:trace contextRef="#ctx0" brushRef="#br0" timeOffset="75830.97">13734 4175 546 0,'0'0'12'16,"92"-48"25"-16,-33 28 34 16,7 5-5-16,1 1-34 15,-3 6-19-15,-7 3-13 16,-8 2-2-16,-11 3-26 15,-13 0-70-15,-10 0-91 16,-15 6-173-16</inkml:trace>
  <inkml:trace contextRef="#ctx0" brushRef="#br0" timeOffset="76011.05">13811 4323 702 0,'0'0'52'15,"0"0"-52"-15,0 0-7 16,0 0 7-16,0 0 3 16,0 0-1-16,121 19-1 15,-68-16-2-15,4-1-52 16,0-2-88-16,-5 0-285 16</inkml:trace>
  <inkml:trace contextRef="#ctx0" brushRef="#br0" timeOffset="76341.69">14108 4501 26 0,'0'0'839'16,"0"0"-835"-16,0 0-3 16,0 0-2-16,0 0 2 15,82 17 3-15,-57-4-4 16,-1 2 0-16,-9 2 0 15,-8 4-10-15,-7 4-43 16,0-2-19-16,-22 2-10 16,-7-7 55-16,0-5 0 15,2-3 13-15,6-8 14 0,6-2 11 16,6 0 75 0,5 0 54-16,4 0-60 0,0 0-74 15,0 0-6-15,25 0-33 16,11 0 17-16,19-2 4 15,9-8-35-15,3-3-48 16,-3-3-3-16,-11-10-230 16</inkml:trace>
  <inkml:trace contextRef="#ctx0" brushRef="#br0" timeOffset="76917.32">14583 4370 260 0,'0'0'14'0,"0"0"49"15,0 0 43-15,93-23-40 16,-61 18-17-16,5 2-40 16,0 2-9-16,0 1 0 15,-7 0-109-15,-14 0-102 16</inkml:trace>
  <inkml:trace contextRef="#ctx0" brushRef="#br0" timeOffset="77081.92">14547 4451 379 0,'0'0'49'15,"0"0"-41"-15,88 0 28 16,-38 0 16-16,10 0-41 15,7 0-11-15,0 0-92 16,-2-6-109-16</inkml:trace>
  <inkml:trace contextRef="#ctx0" brushRef="#br0" timeOffset="77609.03">15022 4195 614 0,'0'0'179'15,"0"0"-99"-15,0 0-80 16,0 0-7-16,0 0 6 0,0 0 0 16,27 80 2-16,-14-39 2 15,1 0-3-15,6-3-2 16,6-6-16-16,7-13-16 15,4-12 16-15,1-7 18 16,3-5 4-16,-10-18 2 16,-7-4-3-16,-4-3 17 15,-11 3 5-15,-8 2-1 16,-1 5 0-16,0 6-6 16,-3 9 4-16,0 3-21 15,0 2-1-15,-4 10-26 16,4 16-5-16,-5 9 29 0,7 2-4 15,1 2-16-15,0 2-8 16,18 0-60-16,1-7-39 16,-1-10-115-16</inkml:trace>
  <inkml:trace contextRef="#ctx0" brushRef="#br0" timeOffset="77870.01">15523 4378 556 0,'0'0'160'0,"0"0"-40"16,0 0-87-16,0 0-33 16,0 0-53-16,0 0 48 15,3 44 5-15,21-20 2 0,4-3-2 16,4-4 0-16,-1-9-1 16,-4-8-14-16,-6 0 15 15,-3-6 7-15,-5-13 3 16,-1-5 4-16,-5-2-8 15,-7-3-3-15,-1 0-2 16,-29 3-1-16,-12 9-16 16,-1 10-88-16,10 7-62 15,20 0-47-15,13 9-28 16</inkml:trace>
  <inkml:trace contextRef="#ctx0" brushRef="#br0" timeOffset="78049.77">15924 4543 795 0,'0'0'24'15,"0"0"21"-15,0 0-39 16,0 0-6-16,0 0-4 16,0 0 3-16,-49 109-46 15,40-68-63-15,2-10 25 16,4-13-309-16</inkml:trace>
  <inkml:trace contextRef="#ctx0" brushRef="#br0" timeOffset="79023.84">16112 4341 135 0,'0'0'302'15,"0"0"-299"-15,0 0-3 16,0 0 46-16,0 0 10 0,0 0-22 15,21 91-16-15,-11-62-5 16,7 2-9-16,-2 0 0 16,4-9 1-16,4-7-5 15,-5-8 2-15,3-7 5 16,-4 0 3-16,-2-17 14 16,0-4-3-16,-6-1-6 15,-7-4-8-15,-2-1 19 16,-11 0-13-16,-21-2-13 15,-6 1-28-15,1 4 10 16,6 8 18-16,9 4 2 16,14 7 27-16,5 3-18 15,3 2-11-15,0 0-4 16,0 0-14-16,0 0-23 16,0 5 40-16,0 0-2 0,4 2 3 15,3-5 4-15,4 1-3 16,3 0 2-16,0-3 0 15,3 0 1-15,5 0-1 16,5 0-2-16,4 0 0 16,4 0 1-16,4 0-2 15,-1 0-1-15,-1 0 1 16,-8 0 1-16,-8 0-1 16,-11 0 1-16,-4 0 1 15,-5 0-2-15,-1 10-2 0,0 7 2 16,-2 6 3-1,-15 3 7-15,1 4-4 0,7 1-6 16,2 0 0-16,7-4-7 16,0-5 1-16,7-5 2 15,15-13 0-15,7-4 4 16,4-7 9-16,1-21 3 16,-3-4 11-16,-2-2 21 15,-6 3-5-15,-2 3-36 16,-6 6-3-16,-2 5-1 15,-8 9 1-15,1 2 2 16,-2 6-2-16,0 0-4 16,1 3-4-16,3 14 6 15,-1 7 1-15,1 2 1 16,2 4 0-16,1 1 1 0,-1 1 0 16,3-3-1-1,1-9-1-15,-1-6 1 0,-1-9 4 16,3-5-3-16,5-12 9 15,3-18 24-15,1-2-2 16,-4-3-6-16,-7 0-8 16,-8 1 6-16,-5 3-7 15,-8 3-17-15,-23 8-4 16,-15 10-29-16,4 10-92 16,0 0-32-16,18 16-104 15</inkml:trace>
  <inkml:trace contextRef="#ctx0" brushRef="#br0" timeOffset="79311.17">17278 4303 492 0,'0'0'82'0,"0"0"59"16,0 0-73 0,0 0-64-16,0 0-4 0,0 0-40 15,0 0-3-15,36 22-12 16,-36 12-25-16,0-5-139 15</inkml:trace>
  <inkml:trace contextRef="#ctx0" brushRef="#br0" timeOffset="79521.24">17291 4646 750 0,'0'0'0'15,"0"0"-44"-15,0 0 37 0,0 0 4 16,0 0 3-16,0 0 3 16,0 79 2-16,0-43-2 15,0 2-3-15,-15 1-34 16,-11-7-53-16,-6-7-155 16</inkml:trace>
  <inkml:trace contextRef="#ctx0" brushRef="#br0" timeOffset="80087.72">17675 4321 506 0,'0'0'159'16,"0"0"-15"-16,0 0-55 15,0 0-49-15,0 0-40 16,0 0-8-16,-20 17-16 15,-7 20 24-15,-3 10 0 0,6 6-3 16,12 1-12-16,12 3-17 16,5-12-5-16,25-13 5 15,13-17 14-15,8-15 18 16,1-4 6-16,-2-27-6 16,-8-6 3-16,-8-6 2 15,-7 1-3-15,-9 4 15 16,-7 3 10-16,-10 1-11 15,-1 8 2-15,0 5 15 16,0 9-10-16,0 6 5 16,0 6-19-16,0 0-9 15,0 4-6-15,0 18-31 0,0 14 34 16,-6 9 3-16,-4 6 0 16,7 4 0-16,1-1 0 15,2-8-5-15,0-10-8 16,0-14-13-16,5-8 2 15,4-10-72-15,-5-4-34 16,1-11 19-16</inkml:trace>
  <inkml:trace contextRef="#ctx0" brushRef="#br0" timeOffset="80262.73">17838 4289 318 0,'0'0'283'0,"0"0"-231"15,100-57-11-15,-55 42 19 0,-3 5-1 16,2 3-30-16,0 4-19 16,-1 3-10-16,-4 0-2 15,-5 2-38-15,-4 8-81 16,-7-2-73-16,-9-4-266 16</inkml:trace>
  <inkml:trace contextRef="#ctx0" brushRef="#br0" timeOffset="80443.04">17860 4475 465 0,'0'0'4'0,"0"0"35"0,0 0 63 16,0 0-31-16,0 0-57 15,0 0-10-15,96 0-4 16,-53 0-2-16,8 0-59 15,3-2-198-15</inkml:trace>
  <inkml:trace contextRef="#ctx0" brushRef="#br0" timeOffset="80869.34">18169 4671 609 0,'0'0'69'0,"0"0"58"0,0 0-57 16,0 0-25-16,0 0-37 15,0 0-8-15,72-16-2 16,-34 16-2-16,-2 0 3 16,-4 0-30-16,-9 0-14 15,-9 8-78-15,-8 3 1 16,-6-2 14-16,0-1 24 15,0 0 39-15,-8-4 45 16,1-4 35-16,2 2 80 16,4-2-6-16,1 0-32 15,-2 10-55-15,0 5-22 16,-1 9 0-16,0 7 4 0,-2 3-4 16,-2 2 6-16,-2-4-4 15,-3-3 1-15,1-6 5 16,-3-8-6-16,5-7 0 15,-2-3 3-15,-4-3-5 16,0-2 7-16,-3 0-7 16,3 0-24-16,4-18-67 15,5-5-245-15</inkml:trace>
  <inkml:trace contextRef="#ctx0" brushRef="#br0" timeOffset="81072.69">18578 4582 818 0,'0'0'32'16,"0"0"6"-16,0 0-38 16,0 0-5-16,0 0 0 15,0 0-25-15,123-17-47 16,-71 17-86-16,-1-3-158 15</inkml:trace>
  <inkml:trace contextRef="#ctx0" brushRef="#br0" timeOffset="81236.73">18463 4717 440 0,'0'0'8'0,"0"0"5"15,0 0 28-15,0 0 46 16,106 17-46-16,-49-17-28 16,4-9-13-16,3-8-89 15,0-11-232-15</inkml:trace>
  <inkml:trace contextRef="#ctx0" brushRef="#br0" timeOffset="81652.64">19091 4381 459 0,'0'0'143'16,"0"0"12"-16,0 0-60 16,0 0-61-16,0 0-1 15,0 0-20-15,13-48-13 0,-13 48-5 16,0 16-63-16,0 12 39 16,0 9 29-16,0 7-5 15,11-1 5-15,7-2 2 16,1-6 0-16,4-6-2 15,-6-10 4-15,-8-9-3 16,-5-5 0-16,-4-3 0 16,0-2 5-16,-1 0-6 15,-28 3 0-15,-12-2 0 16,-14-1-21-16,-2 0-48 16,5-9-63-16,6-15-187 15</inkml:trace>
  <inkml:trace contextRef="#ctx0" brushRef="#br0" timeOffset="82055.66">19161 4342 347 0,'0'0'256'0,"0"0"-160"16,0 0 0-16,0 0-23 15,84-39-43-15,-64 39-26 16,0 3-3-16,-2 10-1 15,-6 1 0-15,-6 0-4 16,-6 2-14-16,0-1 2 16,0 1 14-16,-5-1-5 15,1 0-3-15,4-2-5 16,0-1-12-16,13-2-6 0,17-3 3 16,9-6 5-16,4-1-11 15,-4 0 30 1,-5-13 6-16,-10-4 38 0,-5-3 53 15,-5-2-11-15,-5-3-41 16,1-3-2-16,-7 2-19 16,-3 3-5-16,0 5-7 15,-2 6-6-15,-11 6-6 16,-2 4-20-16,-2 2-16 16,-2 0-18-16,2 19-35 15,6 6-27-15,11 4-30 16,0-5-96-16</inkml:trace>
  <inkml:trace contextRef="#ctx0" brushRef="#br0" timeOffset="82255.69">19687 4553 188 0,'0'0'444'16,"0"0"-347"-16,0 0-28 15,0 0-31-15,0 0-24 16,0 0-14-16,0 43-4 16,0-6 3-16,-11 10-1 15,-18 3-46-15,-8-5-48 0,-3-9-85 16,9-13-336 0</inkml:trace>
  <inkml:trace contextRef="#ctx0" brushRef="#br0" timeOffset="83350.96">20052 4405 390 0,'0'0'82'0,"0"0"5"16,0 0-50-16,0 0-22 16,0 0-15-16,0 0 0 15,3 26 5-15,-3-4 7 16,0 8-4-16,-3 4 6 15,3 4 1-15,0-1-8 16,0-8 1-16,10-8-4 16,7-12-2-16,3-9 1 15,0 0 2-15,2-14 7 0,0-13 32 16,-3-1-9-16,-5-1-4 16,-6-1-13-1,-8 2-8-15,0 0-3 0,0 6-7 16,-9 5-1-16,-3 3-1 15,0 5-6-15,3 1 5 16,3 3 1-16,3 4 1 16,3 1 1-16,-1 0 0 15,1 0 1-15,0 0 0 16,0-2 0-16,0 2 0 16,0 0-1-16,0 0 1 15,0 0-1-15,0 0 1 16,0 0 3-16,0 0-1 15,0 0 1-15,0 0-3 0,0 0 0 16,0 0-1-16,0 0-2 16,0 0-1-16,0 0-19 15,0 0-41-15,23 9 55 16,15-2 6-16,15 2 2 16,9-6-8-16,-1 1-1 15,-6-4-5-15,-19 0 3 16,-12 0 11-16,-14 0 4 15,-10 0 42-15,0 0 22 16,0 0-49-16,0 4-19 16,-1 5-12-16,-18 10-20 15,-7 6 32-15,-3 4-2 0,0 3-2 16,8-1-7-16,7-5-16 16,11-4-6-16,3-10-5 15,0-7 28-15,15-5 6 16,8-8 4-16,5-18 20 15,0-5 15-15,0-5-3 16,-3 3-8-16,0 3 2 16,-1 8-25-16,-4 7 7 15,-1 5-8-15,-8 6-2 16,-2 4 1-16,-3 0-1 16,2 0-3-16,1 8-2 15,0 10 3-15,1 3 1 0,0 4 0 16,1 0 2-1,-2-1 1-15,0-2-13 0,0-8-7 16,-3-5-4-16,0-6 5 16,1-3 19-16,1-3 13 15,4-16 4-15,4-3-11 16,1-5 16-16,-4-2 13 16,-6 4 0-16,-7-3-7 15,0 3 6-15,-7 2-25 16,-11 3-5-16,-7 8-4 15,-3 8-41-15,5 4-71 16,0 3 18-16,3 13-35 16,3 1-106-16</inkml:trace>
  <inkml:trace contextRef="#ctx0" brushRef="#br0" timeOffset="83567.9">21036 4353 131 0,'0'0'608'16,"0"0"-535"-16,0 0-21 16,0 0-23-16,0 0-29 15,0 0-3-15,-7-17-77 16,7 41-18-16,0 7 14 0,0-1-112 15</inkml:trace>
  <inkml:trace contextRef="#ctx0" brushRef="#br0" timeOffset="83751.58">21039 4665 541 0,'0'0'7'15,"0"0"-7"-15,0 0 29 16,30 98 28-16,-30-66-32 16,0 0-6-16,-21 5-7 15,-18 1-12-15,-15-4-33 0,-7-11-198 16</inkml:trace>
  <inkml:trace contextRef="#ctx0" brushRef="#br0" timeOffset="84283.77">21622 4335 128 0,'0'0'302'0,"0"0"-146"15,0 0-1-15,0 0-100 16,0 0-12-16,0 0-43 15,-3-14-12-15,-10 32 6 16,-2 9 3-16,-4 7 3 16,-1 7 0-16,7 5-2 15,10 2-57-15,3-4-34 16,28-10 14-16,17-12 10 16,13-15-87-16,6-7-110 15</inkml:trace>
  <inkml:trace contextRef="#ctx0" brushRef="#br0" timeOffset="84983.02">21952 4536 311 0,'0'0'177'0,"0"0"-103"16,0 0 33-16,0 0 8 16,0 0-70-16,0 0-30 15,0-8-15-15,0 8 0 16,0 6-10-16,0 13 10 16,-2 7 0-16,-3 5 0 15,0 1-24-15,5 0-2 16,0-8-9-16,12-6 8 15,7-10-11-15,6-8 34 16,4 0 4-16,-1-7 0 16,-1-14 8-16,-5-1 43 15,-8-7-2-15,-6 4 0 16,-7 1-11-16,-1 8 12 0,0 6-3 16,0 10-22-16,0 0-25 15,0 0-5-15,0 9-21 16,0 19-20-16,0 10 41 15,0 8-1-15,0 0-28 16,-3 2-30-16,-5-5-57 16,1-11-95-16</inkml:trace>
  <inkml:trace contextRef="#ctx0" brushRef="#br0" timeOffset="85285.33">22505 4420 499 0,'0'0'112'0,"0"0"-80"16,0 0-9-16,0 0 21 15,0 0-30-15,0 0-11 16,75-13 0-16,-56 13-3 16,1 0-1-16,2 4-54 0,3 5-37 15,-2-7-214-15</inkml:trace>
  <inkml:trace contextRef="#ctx0" brushRef="#br0" timeOffset="85466.73">22477 4550 218 0,'0'0'23'15,"0"0"16"-15,0 0 97 16,0 0-40-16,82 40-67 15,-39-30-17-15,8-1-12 0,0-8-50 16,-1-1-210-16</inkml:trace>
  <inkml:trace contextRef="#ctx0" brushRef="#br0" timeOffset="86197.97">23136 4305 587 0,'0'0'154'16,"0"0"-61"-16,0 0-37 16,0 0-56-16,0 0-16 15,0 0-64-15,-27 58 79 16,-4-4 1-16,-2 9 0 16,8 7 0-16,9-3-24 15,11-6 13-15,5-12 3 16,6-17-13-16,15-14 13 0,6-13 8 15,7-5 1-15,3-7 4 16,5-17 2-16,-8-6 4 16,-5-3-1-16,-14-7-7 15,-9-1 3-15,-6 1-6 16,-11 2-33-16,-10 13-35 16,4 10 25-16,10 9 24 15,5 4 19-15,2 2 0 16,0 0-9-16,16 0-37 15,15 0 46-15,10 0 5 16,5 2 30-16,-4 1-6 16,-9-1-6-16,-7 2-4 15,-11 1-11-15,-5-1-4 16,-5 4-4-16,-3 3-2 16,-2 4 0-16,0 3 1 0,0 6 1 15,-10 3 2-15,1 1-2 16,2 0-7-16,7-2-21 15,0-7 0-15,19-9-8 16,10-10 28-16,1 0 8 16,-1-17 13-16,-2-10 49 15,-5-6 37-15,-3-4-51 16,-5-2 22-16,-6 0-35 16,-8 2-5-16,0 4-3 15,-13 8-23-15,-15 9-4 0,-5 12-68 16,1 4-101-1,2 12 26-15,11 10-72 0</inkml:trace>
  <inkml:trace contextRef="#ctx0" brushRef="#br0" timeOffset="87490.82">23870 4696 244 0,'0'0'229'0,"0"0"-229"15,0 0-5-15,0 0 4 16,0 0 1-16,0 0 7 16,-61 70-5-16,42-53-2 15,0-3-70-15,1-2-76 16</inkml:trace>
  <inkml:trace contextRef="#ctx0" brushRef="#br0" timeOffset="88564.01">24060 4459 427 0,'0'0'109'15,"0"0"-71"-15,0 0-38 0,0 0 0 16,0 0-12-1,0 0 10-15,-2 41 2 0,-6-10 3 16,-3 5 3-16,3 3 1 16,4-3-7-16,1-3 0 15,3-9 0-15,0-8-8 16,0-10-2-16,0-3-3 16,0-3 13-16,9 0 22 15,3-16 29-15,4-4-46 16,-2-5-5-16,-1-1 8 15,-4-1 4-15,-2 1-6 16,-2 2 4-16,-4 5 2 16,-1 2-4-16,0 2-3 15,0 2-1-15,0 0-4 16,-3 0 1-16,-10 4-1 0,4-1-2 16,-1 5 1-1,2 1 2-15,4 3 1 0,2 1 2 16,2-2 7-16,0 2-7 15,0 0 0-15,0 0-1 16,0 0-2-16,0 0-1 16,0 0 1-16,0 0 0 15,0 0-2-15,0 0 1 16,0 0-1-16,0 0 1 16,0 0 1-16,0 0-1 15,0 0-5-15,0 0 2 16,0 0-4-16,0 0-14 15,11 0 13-15,11 0 6 16,8 4 2-16,6-2-5 0,7-1-1 16,5 1-11-16,-1-1 12 15,-6-1 4-15,-10 0 1 16,-12 0 2-16,-11 0 1 16,-5 0 18-16,-3 0-9 15,0 1-12-15,0 5-3 16,-6 4-13-16,-18 8 13 15,-11 7 3-15,-5 5 3 16,3 1-2-16,8-8-2 16,12-3-2-16,9-6-7 15,7-4-4-15,1-2 1 16,0-4-7-16,16-4 9 16,13 0 11-16,6-11 3 0,4-11 5 15,-3-5-2-15,-3 0 29 16,-4 1-3-16,-3 5-22 15,-7 4 10-15,-4 7 2 16,-9 6 6-16,-4 3 19 16,-1 1-21-16,4 0-26 15,0 0-17-15,2 13-3 16,0 5-11-16,-1 6 19 16,-1 5-3-16,-3 0-3 15,3 0-5-15,-1-6 9 0,2-9 0 16,-1-8 7-1,5-6 7-15,5 0 6 0,6-3 3 16,6-16 3-16,8-6 12 16,0-3 14-16,-8 2-18 15,-8-2 29-15,-9 6-11 16,-8 0-11-16,-2-3 6 16,-3 1-15-16,-21 2-16 15,-13 5-4-15,-21 8-2 16,-17 9-63-16,-1 2-136 15,12 12-121-15</inkml:trace>
  <inkml:trace contextRef="#ctx0" brushRef="#br0" timeOffset="89778.8">9496 5060 97 0,'0'0'363'0,"0"0"-207"15,0 0-41-15,0 0-40 16,0 0-24-16,0 0-24 16,-32-62-21-16,22 62-6 15,-8 15-7-15,-5 18 4 16,-10 9 1-16,-1 8-5 15,0 3-4-15,3-2-5 16,11-7-14-16,9-10-24 16,11-5 16-16,0-8-3 15,26-8 18-15,12-7 22 16,12-6-6-16,7-2-12 0,6-16-63 16,-5-9-212-16</inkml:trace>
  <inkml:trace contextRef="#ctx0" brushRef="#br0" timeOffset="90311.65">9858 5114 281 0,'0'0'122'16,"0"0"1"-16,0 0-12 15,0 0-38-15,0 0-35 16,0 0-14-16,-21-26-24 15,17 26-3-15,1 2-3 16,-3 12 6-16,-3 7 1 16,-4 3 0-16,0 6 5 15,-1 1-1-15,0 2-3 16,-1 4-2-16,0 1 1 16,5 0 3-16,1 1-3 15,5-5-1-15,4-2-7 16,0-6-46-16,0-9-62 0,13-10-80 15</inkml:trace>
  <inkml:trace contextRef="#ctx0" brushRef="#br0" timeOffset="90514.84">9864 5167 289 0,'0'0'83'15,"0"0"-12"-15,0 0 11 16,0 0 1-16,0 0-38 16,85-53-25-16,-53 46-18 15,6 1-2-15,-1 1-2 0,2 4-30 16,-4-2-78-16,-10-2-120 16</inkml:trace>
  <inkml:trace contextRef="#ctx0" brushRef="#br0" timeOffset="90685.15">9676 5314 342 0,'0'0'4'16,"0"0"117"-16,0 0-36 15,99 4-62-15,-47-4-10 0,9 0-13 16,3 0-5-1,-1-2-152-15</inkml:trace>
  <inkml:trace contextRef="#ctx0" brushRef="#br0" timeOffset="90977.18">10067 5431 469 0,'0'0'0'15,"0"0"0"-15,0 0 1 16,-5 75 3-16,5-46-4 16,21 0 12-16,6-2 2 15,6-6 8-15,-5-6 0 16,-5-3 10-16,-8-5-12 0,-9-2-7 16,-3-3-5-1,-3-1-7-15,0 5 3 0,-11 4 1 16,-20 5 5-16,-12 4-3 15,-2 1-6-15,2-6-1 16,13 0-14-16,12-9-49 16,15-5-196-16</inkml:trace>
  <inkml:trace contextRef="#ctx0" brushRef="#br0" timeOffset="91191.8">10356 5363 375 0,'0'0'48'0,"0"0"76"15,0 0-67-15,0 0-48 16,0 0 7-16,0 0-2 16,8-17-1-16,19 10-5 15,8 0-8-15,7 0-4 16,4 2-59-16,1-4-84 15,0-2-104-15</inkml:trace>
  <inkml:trace contextRef="#ctx0" brushRef="#br0" timeOffset="91376.49">10638 5283 520 0,'0'0'151'15,"0"0"-61"-15,0 0-70 16,0 0-20-16,0 0-3 16,99 0-49-16,-56 1-33 15,-7 3-91-15,-9-4-205 16</inkml:trace>
  <inkml:trace contextRef="#ctx0" brushRef="#br0" timeOffset="91549.77">10549 5453 467 0,'0'0'171'0,"0"0"-167"15,0 0-4-15,0 0 3 16,0 0 3-16,0 0 6 16,79 0-8-16,-31 0-4 15,5 0-21-15,4-3-147 16,-4-18-288-16</inkml:trace>
  <inkml:trace contextRef="#ctx0" brushRef="#br0" timeOffset="92075.69">11162 5167 551 0,'0'0'49'16,"0"0"-12"-16,0 0-12 16,0 0 10-16,102-58 36 15,-64 50-26-15,1 6-8 16,1 2-19-16,8 12-13 0,-3 18-3 16,-1 8-2-16,-7 13-1 15,-13 7-12-15,-13 3-42 16,-11 1-9-16,-2-1-33 15,-21-8-45-15,-7-16-74 16</inkml:trace>
  <inkml:trace contextRef="#ctx0" brushRef="#br0" timeOffset="92476.82">11289 5407 552 0,'0'0'6'0,"0"0"4"16,98-68 8-16,-55 49 30 15,1 6 15-15,2 3-30 16,-1 4-11-16,-2 6-2 16,-6 0-8-16,-7 0-12 15,-6 0 0-15,-9 5-1 16,-3 6-1-16,0 2 2 16,-4 1 0-16,6 1 0 15,-1-1-1-15,5-4 1 16,4-1 0-16,3-4 0 15,0-3 1-15,-3-2 1 16,-4 0-1-16,-4-6 2 16,-5-8 3-16,1-3 18 15,-6-1-3-15,-2-2 14 16,-2 2-5-16,0-2-1 0,0 1-10 16,-13 3-16-16,-3 4-3 15,-1 8-1-15,0 4-35 16,2 0-30-16,0 8-10 15,4 13 13-15,2 1-17 16,6 1-32-16,3-5-121 16</inkml:trace>
  <inkml:trace contextRef="#ctx0" brushRef="#br0" timeOffset="92674.02">12197 5458 506 0,'0'0'232'0,"0"0"-166"15,0 0-25-15,0 0-41 16,0 0-1-16,0 0 0 16,0 99 1-16,0-63-32 15,-5 0-94-15,-14-4-6 16,0-13-299-16</inkml:trace>
  <inkml:trace contextRef="#ctx0" brushRef="#br0" timeOffset="94010.74">12546 5274 388 0,'0'0'207'16,"0"0"-157"-16,0 0-50 16,0 0-3-16,0 0-5 15,0 0 5-15,0 43 3 16,0-18 7-16,0 5-6 15,7 4 2-15,7 1-1 0,8-4-2 16,7-8-2-16,3-10-33 16,6-12 22-16,2-1 12 15,-1-9-9-15,-6-10 10 16,-10-6 4-16,-9 2 40 16,-13-3 48-16,-1 1-43 15,-1-2-23-15,-22 1-2 16,-7 1-12-16,-3 5-12 15,5 10-12-15,8 2-8 16,6 5 2-16,11 3-4 16,2 0 15-16,1 0-6 15,0 0-17-15,0 0-16 0,4 0 14 16,11 3 32-16,4 2 2 16,6-5-1-16,6 3 1 15,7-3 0-15,1 0-1 16,0 0-1-16,0 0 1 15,-5-5-1-15,-3-3 0 16,-2 4 0-16,-10-3 1 16,-6 3 0-16,-8 0 4 15,-4 2 30-15,-1 0 30 16,0 1-40-16,0 1-22 16,0 0-3-16,0 0-11 15,0 15 0-15,-3 9 11 16,-7 7 0-16,0 3 2 0,1 0-4 15,7-2-1 1,2-3 0-16,0-6-7 0,6-7 3 16,15-9-4-16,3-7 11 15,7 0 5-15,3-17 4 16,-1-7 34-16,-2-5-9 16,-8 0 3-16,-7 1-13 15,-8 2-14-15,-5 4-5 16,-3 3-3-16,0 2-2 15,0 3-21-15,-8 3 2 16,-2 3 12-16,-2 0-1 16,5 3 5-16,-1 1 1 15,5 3 2-15,3-1 0 0,-2 0 0 16,2 2 2-16,0 0 1 16,0 0 4-16,0 0-6 15,0 0 0-15,0 0 0 16,-1 0 0-16,0-3 6 15,-5 3 1-15,-2-2 0 16,-1 1-7-16,-1-2-1 16,-3 1 1-16,1 1-1 15,4 0 0-15,4 1-1 16,2 0 0-16,2 0 1 16,0 0-2-16,0 0 0 15,0 0-2-15,0-2 3 0,0 2-5 16,0 0 6-1,9 0-4-15,17 0-5 0,21 0 9 16,17 0-2-16,17 0-8 16,4 0-11-16,0 0-4 15,-8 0 10-15,-15-5 15 16,-19-1 3-16,-18 1 5 16,-12 4 30-16,-8 1-2 15,-5 0-33-15,0 0-3 16,0 12-15-16,0 13 12 15,-3 6-1-15,-10 3 3 16,-1 0-4-16,1-1 2 16,4-4-22-16,5-7 21 15,4-6-4-15,0-11-18 16,7-5 25-16,11 0 1 0,3-18 18 16,0-6 21-16,-4-4-10 15,-8-2 16-15,-4-1-13 16,-5-2-14-16,0 0-7 15,-17 1 7-15,-7 1-9 16,1 7-3-16,4 7 1 16,6 11-7-16,7 6-3 15,2 8-58-15,2 19-90 16,2 2-12-16,2-8-199 16</inkml:trace>
  <inkml:trace contextRef="#ctx0" brushRef="#br0" timeOffset="94157.91">13817 5296 520 0,'0'0'285'16,"0"0"-257"-16,0 0-28 16,0 0 0-16,0 0-164 15,0 0-84-15</inkml:trace>
  <inkml:trace contextRef="#ctx0" brushRef="#br0" timeOffset="98105.61">3121 7531 280 0,'0'0'115'0,"0"0"-28"0,0 0-8 15,0 0-13-15,0 0 19 16,0 0-35-16,-23-56-16 16,23 51-13-16,0 2-7 15,0 0 6-15,0 3-15 16,0 0-5-16,0 0-10 16,5 0-39-16,24 0 14 15,15 0 35-15,20 5 0 16,21 0 0-16,18-4-8 15,18-1 8-15,19 0 0 16,15-11 2-16,15-6-1 16,15-1 0-16,3 3-1 15,6-1-1-15,1 4 0 16,2 1 1-16,6 0-2 0,9-1-13 16,4 0-1-16,2 0 11 15,-6-3 4-15,3 1 1 16,-4-7 0-16,7 1 6 15,7-2-6-15,-2 1 1 16,5 1-1-16,0 0 0 16,9-1 5-16,8-1-5 15,3 3 0-15,4 1 0 16,-4-3 3-16,0 1 2 16,1 1-5-16,-4 2 1 15,-8 3 0-15,-6 5-2 16,-12-4 3-16,-2 1 0 15,-4-1-2-15,-6-2 2 0,-3 1 2 16,0 3 6-16,1-2 8 16,10 1-14-16,12-2 2 15,3 1-5-15,4-2 3 16,-4 3-3-16,-1 1-1 16,2-1 0-16,-2 4 0 15,-7 0 0-15,-3 2-1 16,-9 1 2-16,-2 0 0 15,5 1 1-15,-4-1-2 16,-3 1 3-16,-7 1 2 16,-8-1 1-16,2 1-4 15,8 0-2-15,2 0 1 0,-1 3 0 16,-6-2-1-16,-8 2 1 16,-6 0 1-16,3 0-2 15,0 0 0-15,4 0-3 16,-3 0 3-16,-4 0 1 15,-3-2-1-15,-6 2 3 16,1-1-3-16,-2-2-3 16,1 2 1-16,-3-1 4 15,-5 2 0-15,-2-1 0 16,-2-1-1-16,8 2 0 16,3-2 0-16,4 1-1 15,6-1 5-15,-1 2-3 16,1 0-1-16,-2 0 1 0,3 0 0 15,4 3-4 1,0 1-1-16,-2-3 2 0,-6-1 1 16,-5 0 0-16,-12 0 4 15,-6 0-4-15,-5 0-3 16,-11 0 2-16,-3 0 1 16,-3 0 3-16,-10 0-3 15,-5 2 0-15,-1 2 0 16,-9 1 0-16,-5 0 4 15,-6-2-4-15,-14-3 2 16,-10 0-2-16,-15 0 1 16,-16-5 19-16,-18-2 14 0,-9 3 8 15,-10 1-29 1,0 0-10-16,-5 3-2 0,-1 0-1 16,0 0-1-16,0 0-3 15,0 0-4-15,0 0-9 16,0 0-6-16,0 0-14 15,0 0-43-15,0 3 9 16,0 8-10-16,-7 4-40 16,-7-4-115-16,1-5 2 15</inkml:trace>
  <inkml:trace contextRef="#ctx0" brushRef="#br0" timeOffset="98203.59">23144 6793 233 0,'0'0'139'0,"0"0"-25"16,0 0-85-16,0 0-29 15,-94 20-55-15,49 1-40 0,-3-2-94 16</inkml:trace>
  <inkml:trace contextRef="#ctx0" brushRef="#br0" timeOffset="99718.65">3133 7168 432 0,'0'0'153'15,"0"0"-48"-15,0 0-33 16,0 0-20-16,0 0-11 16,0 0-21-16,0-51-20 15,4 51-2-15,2 17-12 16,3 15 9-16,0 20 5 16,-3 12 0-16,-6 12 2 15,0 7 1-15,0-2 3 0,-6-4-6 16,-7-7-14-16,2-7-52 15,-2-5 14-15,-1-12-88 16,-5-8-78-16</inkml:trace>
  <inkml:trace contextRef="#ctx0" brushRef="#br0" timeOffset="102334.36">5910 7011 5 0,'0'0'355'0,"0"0"-273"16,0 0 21-16,0 0-23 15,0 0-63-15,0 0-2 0,13-61 8 16,-13 61 9-16,0 0-17 16,0 0-6-16,0 0-9 15,3 0 0-15,2 9-10 16,2 16 9-16,-2 16 1 15,-2 13-2-15,-3 13 2 16,0 14 4-16,0 3-2 16,0 3 1-16,0-2-3 15,4-10 0-15,5-8 0 16,-1-7 4-16,-2-10-6 16,0-7 4-16,-2-11-4 15,-1-9 1-15,-3-10-3 16,0-9 1-16,0-1 3 0,1-3 3 15,4-3-3 1,4-20-185-16</inkml:trace>
  <inkml:trace contextRef="#ctx0" brushRef="#br0" timeOffset="103215.28">8930 6766 409 0,'0'0'130'15,"0"0"-74"-15,0 0 4 16,0 0 2-16,0 0-27 16,0 0-16-16,-5-16-3 15,3 16-5-15,2 0-8 16,0 0-3-16,0 14-13 0,2 22 2 15,11 19 11 1,-3 17 1-16,-3 12 0 0,-2 9-1 16,-2 5 1-16,-3-1 2 15,0-3 0-15,0-12-2 16,0-9-1-16,0-11-2 16,0-12-3-16,0-11 4 15,0-16-2-15,0-10 2 16,0-6 2-16,2-7 2 15,1 0 7-15,7-1-10 16,11-22-136-16,10-13-517 16</inkml:trace>
  <inkml:trace contextRef="#ctx0" brushRef="#br0" timeOffset="104117.78">12673 6558 299 0,'0'0'134'16,"0"0"-32"-16,0 0-13 15,0 0-20-15,0 0-17 16,0 0-35-16,-16-27-17 16,16 43-14-16,0 15 4 0,0 22 10 15,0 19 1-15,0 21 1 16,0 14 1-16,-7 4-3 16,0 2 0-16,-1-12 0 15,-3-14 0-15,0-13 0 16,2-18-2-16,0-15-1 15,2-15 3-15,2-10 0 16,2-8 1-16,2-5 1 16,1-2-2-16,0-1-3 15,0 0-106-15,6-12-236 16</inkml:trace>
  <inkml:trace contextRef="#ctx0" brushRef="#br0" timeOffset="105065.2">16233 6479 305 0,'0'0'85'15,"0"0"54"-15,0 0-95 16,0 0 22-16,0 0 10 16,0 0-22-16,0 0-40 15,-23-68 13-15,23 68-13 0,0 6-14 16,0 24-30-1,0 23 27-15,0 18 1 0,0 15 1 16,-2 7 1-16,-7 1 0 16,-2-7 0-16,7-7-2 15,-2-10 1-15,3-11-5 16,1-9 4-16,0-8-7 16,-3-9 6-16,0-10-13 15,1-7-10-15,1-9-10 16,0 0-21-16,-3-6-17 15,2-1-84-15</inkml:trace>
  <inkml:trace contextRef="#ctx0" brushRef="#br0" timeOffset="107027.48">19263 6360 247 0,'0'0'122'15,"0"0"-21"-15,0 0-26 16,0 0 7-16,0 0-17 0,0 0-19 16,-3-46-21-16,3 46-25 15,0 5-11-15,10 22 7 16,6 16 0-16,-4 22 4 16,-5 20 0-16,-7 16 1 15,0 16 2-15,-10-2-3 16,-6-3-7-16,-5-15-8 15,0-15 6-15,2-15-2 16,2-15-7-16,7-15 3 16,3-16 9-16,4-11 6 0,3-6 0 15,0-4 8 1,0 0 32-16,0-11-40 0,0-11-36 16,17-14-357-16</inkml:trace>
  <inkml:trace contextRef="#ctx0" brushRef="#br0" timeOffset="108027.25">22978 6442 391 0,'0'0'91'0,"0"0"-13"15,0 0-45-15,0 0-10 16,0 0-23-16,0 0-3 16,6 32-6-16,-6 16 9 15,0 20 4-15,0 21 1 0,-3 20 4 16,-16 10-8-1,-7 2 11-15,-2-8-9 0,-2-9 2 16,3-16 1-16,6-13 1 16,0-16-5-16,8-12 0 15,3-8-2-15,1-13 3 16,1 1-4-16,1-9 1 16,1-7-62-16,6-11-169 15</inkml:trace>
  <inkml:trace contextRef="#ctx0" brushRef="#br0" timeOffset="108176.89">22849 7428 397 0,'0'0'420'16,"0"0"-392"-16,0 0 7 16,0 0-35-16,0 0-72 15,0 0-7-15,41-1-12 16,-21 10-130-16</inkml:trace>
  <inkml:trace contextRef="#ctx0" brushRef="#br0" timeOffset="109758.9">2166 6148 401 0,'0'0'181'0,"0"0"-76"0,0 0-1 15,0 0-29-15,0 0-32 16,0 0-41-16,-30-45-2 16,30 48-8-16,0 18-2 15,8 11 10-15,5 9 0 16,-1 8 1-16,-1 1-2 16,0-2-1-16,1-6-12 15,3-8-21-15,5-10-20 16,5-12 20-16,1-9-7 15,3-3-1-15,-1-17 35 16,-1-12 2-16,-4-8 6 0,-7-1 2 16,-8 1 44-1,-8 1 3-15,0 2 7 0,0 4 28 16,-6 11-55-16,0 5-8 16,1 11 8-16,5 3-28 15,0 1-1-15,0 26-19 16,0 18 6-16,0 18 13 15,0 5 0-15,0 5 0 16,0-5-2-16,-3 0-7 16,-4-3-20-16,-1-3-40 15,-4-4-11-15,-4-7-34 16,4-13-121-16</inkml:trace>
  <inkml:trace contextRef="#ctx0" brushRef="#br0" timeOffset="110142.9">2602 6657 445 0,'0'0'142'0,"0"0"-55"16,0 0-83-16,0 0-4 16,0 0-3-16,0 0 3 0,14 61 5 15,-9-25 1-15,4-4-4 16,9 2-2-16,0-9-3 16,4-9 0-16,6-9-8 15,2-7 11-15,3-18 2 16,3-15 4-16,0-7-1 15,-8-4 19-15,-9 4 18 16,-14 1 26-16,-5 4-26 16,-5 4-6-16,-23 8-20 15,-12 16-16-15,-11 7-31 16,-1 13-127-16,15 13-129 16</inkml:trace>
  <inkml:trace contextRef="#ctx0" brushRef="#br0" timeOffset="110991.42">5464 5950 470 0,'0'0'160'0,"0"0"-56"0,0 0-73 15,0 0-28-15,0 0-3 16,0 0 0-16,38 36 0 16,-21-5-1-16,-1 7 1 15,-3 6 0-15,-3-1 0 16,2-3 0-16,0-7-25 15,8-11-20-15,3-13 3 16,1-9 24-16,-1 0 18 16,3-17 0-16,-2-9 4 15,-5-3-2-15,-8-2 54 16,-10 4 23-16,-1 3 6 16,0 2-60-16,-3 9 11 15,-1 9-12-15,1 4-18 0,3 0-6 16,0 17-49-1,0 20 38-15,3 13 9 0,9 9 2 16,3 2-2-16,5 0-36 16,-3 0-50-16,-8-8-45 15,-6-12-107-15</inkml:trace>
  <inkml:trace contextRef="#ctx0" brushRef="#br0" timeOffset="111175.51">5990 6450 744 0,'0'0'117'15,"0"0"-29"-15,0 0-88 0,0 0-6 16,0 0-2-16,0 0 4 16,2 89 4-16,-2-41-12 15,0 5-54-15,-9-2-34 16,-6-12-198-16</inkml:trace>
  <inkml:trace contextRef="#ctx0" brushRef="#br0" timeOffset="111857.78">8043 6009 814 0,'0'0'85'15,"0"0"-69"-15,0 0-16 16,0 0-8-16,0 0 8 16,0 0 0-16,79 97 0 15,-51-55-4-15,-4-2-17 16,1-10-51-16,-2-10-20 15,1-9 4-15,0-11 62 0,-1 0 23 16,0-20 2-16,-4-5 1 16,-4-5 8-16,-12 2 90 15,-3 3-31-15,0 0 10 16,0 11 15-16,0 8-71 16,0 5-18-16,0 1-3 15,0 20-30-15,0 17 1 16,6 16 28-16,15 6-5 15,1 4-29-15,2-3-5 16,-6-2-95-16,-6-14-47 0,-5-18-210 16</inkml:trace>
  <inkml:trace contextRef="#ctx0" brushRef="#br0" timeOffset="112173.75">8634 6297 499 0,'0'0'82'16,"0"0"-53"-16,0 0-16 15,0 0 36-15,0 0-22 16,0 0-8-16,80 39 2 16,-73-22-20-16,-4 2-1 15,-3 1-1-15,0 4-8 16,-6-1-5-16,-5-1-70 0,3-4 13 15,1-5 3 1,0-5 68-16,2-3 5 0,5-5 13 16,0 0 163-16,0 0-59 15,0 0-59-15,7 0-46 16,29-2-17-16,22-6-16 16,18-1 5-16,11-2-45 15,-2 3-36-15,-12-5-50 16,-12-2-117-16</inkml:trace>
  <inkml:trace contextRef="#ctx0" brushRef="#br0" timeOffset="112872.63">11796 5903 553 0,'0'0'174'16,"0"0"-33"-16,0 0-88 16,0 0-53-16,0 0-14 15,0 0 14-15,49 58 1 16,-28-18-1-16,9 4 0 15,3 3 0-15,2-7-16 16,5-10-39-16,-1-13-20 16,4-13 49-16,-7-4 20 15,-3-7 0-15,-5-17 6 16,-8-5 6-16,-5-4-5 16,-9 2 57-16,-6 3-12 15,0 3-8-15,-9 7 17 16,1 10-36-16,1 6-14 0,3 2-5 15,2 23-50 1,-1 18 34-16,3 12 16 0,0 6-9 16,7 3 2-16,13-1-67 15,-5-11-52-15,0-14-179 16</inkml:trace>
  <inkml:trace contextRef="#ctx0" brushRef="#br0" timeOffset="113338.92">12456 6137 585 0,'0'0'53'15,"0"0"46"-15,0 0-6 16,102-48-59-16,-66 36-16 15,2 5-10-15,-5 4-6 16,-3 3-2-16,-9 0-3 16,-5 3-46-16,-8 11-39 15,-8 5-53-15,-3 2-9 16,-22 1 21-16,-5-2 70 16,3-5-8-16,7-5 67 15,9-5 61-15,8-2 132 0,0-2-54 16,3 1-14-1,0 1-46-15,0 9-54 0,0 5-24 16,9 7-1-16,4 3 4 16,0-1-4-16,1-1 0 15,-5-1 0-15,-5-6 0 16,-2-5-3-16,-2-4-5 16,0-3-2-16,0-1 2 15,-3-2 8-15,-12 2 2 16,-14 1-2-16,-11 3-1 15,-8 6-28-15,-4 0-131 16,6-3-150-16</inkml:trace>
  <inkml:trace contextRef="#ctx0" brushRef="#br0" timeOffset="113970.53">15441 5535 659 0,'0'0'142'15,"0"0"-6"-15,0 0-134 16,0 0-2-16,0 0-4 16,0 0 4-16,43 118 0 15,-26-61 0-15,3-1-15 16,3-11-32-16,4-11 1 15,7-12-17-15,0-11 38 16,1-11 10-16,-5 0 2 16,-5-14 13-16,-1-11 6 15,-5-5 6-15,-8 3 17 16,-7 0 31-16,-4 10 8 16,0 8-33-16,0 6-6 15,0 3-29-15,0 15-41 16,-4 21-12-16,-1 12 53 15,4 10-17-15,1 4-44 0,0 4 5 16,14-7-76-16,2-13-166 16</inkml:trace>
  <inkml:trace contextRef="#ctx0" brushRef="#br0" timeOffset="114287.98">15975 6000 606 0,'0'0'191'0,"0"0"-70"16,0 0-114-16,0 0-7 0,0 0-9 16,0 0 5-1,0 82 3-15,6-48-4 0,9 1 0 16,4-7-19-16,2-8-14 16,0-11-7-16,5-9 5 15,0 0 35-15,3-20 5 16,-2-6 3-16,-8-3 1 15,-6 3 17-15,-8 3 37 16,-5 11-31-16,0 3 13 16,0 9-1-16,0 0-39 15,0 16-67-15,0 14 46 16,0 10 14-16,4 9-14 16,11 2-25-16,6-1-60 15,5-13-169-15</inkml:trace>
  <inkml:trace contextRef="#ctx0" brushRef="#br0" timeOffset="114919.97">18655 5520 579 0,'0'0'169'15,"0"0"-45"-15,0 0-124 0,0 0-13 16,0 0 6-16,13 89 7 16,2-30 2-16,8 6-2 15,8-2 0-15,5-14-6 16,5-10-36-16,2-18-24 16,-6-14 18-16,-3-7 31 15,-2-12 14-15,-4-16 3 16,-3-8 2-16,-6-8 6 15,-9-3 21-15,-10-5-1 16,-3 5 14-16,-14 11-5 0,5 14 14 16,5 13-10-1,6 9-41-15,1 21-31 0,0 25-10 16,10 18 41-16,11 15 0 16,6 4-8-16,3 3-53 15,-7-11-70-15,-5-19-187 16</inkml:trace>
  <inkml:trace contextRef="#ctx0" brushRef="#br0" timeOffset="115252.67">19354 5857 566 0,'0'0'116'0,"0"0"-37"0,0 0-79 15,0 0-11 1,0 0 11-16,0 0 0 0,16 109 3 16,-10-68-1-16,3 0-2 15,2-7 0-15,-1-5 2 16,-1-7-1-16,-3-1-1 16,-2-6 0-16,-1-1 0 15,-3-2-1-15,0-5-11 16,0-1-15-16,-12-2 9 15,-10-4 15-15,-8 0 3 0,-3 0 2 16,-1-9-2 0,1-6 3-16,0-2-1 0,0 3-2 15,4-2-18-15,9-4-169 16</inkml:trace>
  <inkml:trace contextRef="#ctx0" brushRef="#br0" timeOffset="115435.45">19516 5802 498 0,'0'0'286'0,"0"0"-190"16,0 0-40-16,0 0-39 16,0 0-12-16,115-57-4 15,-66 57-1-15,12 0-2 16,5 10-44-16,1 1-80 0,-7-9-170 15</inkml:trace>
  <inkml:trace contextRef="#ctx0" brushRef="#br0" timeOffset="121530.74">1383 8339 337 0,'0'0'119'16,"0"0"-33"-16,0 0 1 16,0 0-16-16,0 0-21 15,0 0-33-15,0 0-17 0,0-25-10 16,0 44-2-16,0 17 12 15,-11 15 0-15,-9 14 39 16,-7 6-25-16,-6-1-1 16,3-3-6-16,-1-2-7 15,1-5 2-15,3-4-2 16,2-10-10-16,8-5-70 16,6-18-95-16,8-17-193 15</inkml:trace>
  <inkml:trace contextRef="#ctx0" brushRef="#br0" timeOffset="122216.37">1471 8606 416 0,'0'0'120'15,"0"0"-120"-15,0 0 0 16,0 0 19-16,0 0 14 16,3 92 2-16,-1-58 11 15,2-1-18-15,1 1-18 16,5-5-7-16,-1-4-1 16,3-9-2-16,3-7 0 15,-6-6 3-15,5-3-2 16,0-6 5-16,8-16 3 0,-1-7 2 15,-4-6 8-15,-4 0 28 16,-10-1-15-16,-3-1-19 16,0 5-10-16,-2 3 0 15,-8 8-3-15,1 6-14 16,3 3-36-16,0 5 19 16,1 4 27-16,5 2 0 15,0 0-13-15,0 1-43 16,8 0 5-16,13-3 53 15,14 0 1-15,11-3 1 16,6-2-6-16,0 5 2 16,-3 3 3-16,-8 0 1 0,-13 1 0 15,-12 15 0 1,-10 2 0-16,-6 6 0 0,-3 3 6 16,-16 4-2-16,-4 5 4 15,1-2 2-15,6-1-3 16,8-3-3-16,7-8-3 15,1-7-1-15,0-11 1 16,19-4 1-16,11-9 17 16,7-19 30-16,5-9-29 15,1-5 2-15,-7-2 32 16,-9 2-21-16,-12 0-9 16,-9 3 12-16,-6 5-8 0,-9 5-16 15,-21 11 0-15,-10 11-12 16,-6 7-26-16,10 4-57 15,9 20-2-15,13 8-17 16,10 7-6-16,4-6-162 16</inkml:trace>
  <inkml:trace contextRef="#ctx0" brushRef="#br0" timeOffset="122417.49">2299 8763 257 0,'0'0'451'0,"0"0"-379"16,0 0-50-1,0 0-22-15,0 0 0 0,-11 83 4 16,3-45-4-16,2 1 2 16,-2 2-1-16,-1-1-1 15,-3-5-64-15,-1-9-159 16</inkml:trace>
  <inkml:trace contextRef="#ctx0" brushRef="#br0" timeOffset="124095.48">2669 8503 400 0,'0'0'111'0,"0"0"17"15,0 0-96-15,0 0-32 16,0 0-8-16,0 0 5 16,-14 83-2-16,4-37 5 15,-5 7 5-15,3-2-5 16,3-5 7-16,6-10-7 16,3-10 0-16,0-7-7 0,0-8-3 15,18-11 8 1,9 0 2-16,3-14 2 0,10-11 3 15,-7-8-1-15,-6 1-1 16,-11 0 36-16,-12 1-7 16,-4 0 2-16,0 6 3 15,-14 3-36-15,-3 3-1 16,-2 8 0-16,4 2-8 16,3 7-16-16,4-1 7 15,2 3 16-15,2 0-2 16,0 0-31-16,2 0 34 15,2-1 4-15,0 1-4 16,0 0 1-16,0-2 0 16,0 2 2-16,0 0 0 15,0-1-1-15,0 1 2 0,0 0 0 16,0 0-3-16,0 0-1 16,0 0-11-16,11 0-18 15,18 0 12-15,12 0 15 16,15 0 2-16,13 0-16 15,11-6-16-15,2-9-17 16,-7-2 43-16,-20 2 6 16,-22 5 6-16,-19 3 24 15,-11 4 74-15,-3 1-10 16,0-1-47-16,0 3-44 16,-9 0-3-16,-10 8-8 15,-3 12 0-15,0 10-9 0,1 2 15 16,3 4 2-16,3-1-9 15,8-4-10-15,7-4 2 16,0-6-11-16,4-7 5 16,14-6 7-16,2-8 6 15,5 0 10-15,0-17 12 16,-1-7 14-16,0-1 3 16,-9 0-16-16,-5 0 7 15,-10 2 4-15,0 1-24 16,0 4-4-16,-19 2 4 15,-2 2-42-15,-1 3-3 16,4 0 30-16,3 5 9 16,6-2-3-16,6 4 9 0,3 2 3 15,0-1-3-15,0 0-19 16,6-1 10-16,10 0 9 16,-1 1 1-16,-5-2 1 15,-7 3 1-15,-3 2 43 16,0 0 3-16,0 0-20 15,0 0-8-15,0 0 7 16,0 0-8-16,0 0-13 16,0-1-4-16,-1 1-3 15,-3 0-1-15,4 0-3 16,-2 0 4-16,2 0-2 16,0 0-3-16,0 0-21 15,0 0-1-15,0 0 11 0,0 0 10 16,0 0 2-1,0 0 3-15,0 0 1 0,0 0 0 16,0 0-5-16,0 0 0 16,0 0-19-16,0 0 18 15,15 8 2-15,9-1 4 16,12 0 1-16,20-7 1 16,13 0-2-16,8 0 1 15,-2 0-1-15,-14-5 0 16,-15-2 0-16,-20 2 4 15,-13 0 6-15,-10 3 51 16,-3 2 2-16,0 0-31 0,0 0-17 16,0 0-15-1,-2 5-7-15,-13 17-19 0,-5 9 25 16,-5 6 1-16,4 3-3 16,6-1-4-16,6-1-7 15,9-2-13-15,0-6 6 16,12-10 0-16,7-6-10 15,4-12 0-15,2-2 31 16,1-9 3-16,0-13 0 16,-1-7 3-16,-8 0 18 15,-4-2-9-15,-11-1 22 16,-2 3-5-16,-13-6-31 16,-14 1 7-16,-6 1-8 15,-3 5 10-15,6 10 26 16,8 8-36-16,7 10-2 0,5 5-71 15,2 22-74 1,5 2 16-16,3-4-342 0</inkml:trace>
  <inkml:trace contextRef="#ctx0" brushRef="#br0" timeOffset="124233.57">3838 8588 575 0,'0'0'100'16,"0"0"-100"-16,0 0-6 16,0 0-108-16,0 0-33 0,0 0-185 15</inkml:trace>
  <inkml:trace contextRef="#ctx0" brushRef="#br0" timeOffset="133085.88">13602 2343 245 0,'0'0'144'16,"0"0"-37"-16,0 0-17 16,0 0-27-16,-3-77-23 15,3 65-5-15,0 0-10 16,0 2 9-16,0 2-9 16,0 1-2-16,0 3-8 15,0-1 14-15,0 4-23 16,0-1 3-16,0 2-6 0,0 0-3 15,0 0-1-15,0 0-2 16,0 0-5-16,7 0-26 16,5 14 17-16,6 9 17 15,5 8 0-15,5 9 1 16,-1 10-1-16,-3 7 0 16,-2 4-2-16,-10-5 2 15,-3-5 0-15,-6-5 1 16,-3-13-1-16,0-11 0 15,0-7-14-15,0-12 7 16,-12-3 7-16,0 0 7 16,-4-2-1-16,-2-14-1 15,-2-2-3-15,4-2 2 16,6-5 3-16,4-2 5 0,6-3-2 16,9-4 2-16,20-6-12 15,13-4 1-15,7-1-2 16,10 5-5-16,3 8-44 15,-1 6-31-15,-7 9-62 16,-18 4-87-16</inkml:trace>
  <inkml:trace contextRef="#ctx0" brushRef="#br0" timeOffset="133304.67">14186 2406 286 0,'0'0'359'0,"0"0"-227"15,0 0-71-15,0 0-20 16,0 0-19-16,0 0-22 16,10 0-28-16,23 0 0 15,16 11 2-15,12-2-67 16,1-2-72-16,-8-6-307 15</inkml:trace>
  <inkml:trace contextRef="#ctx0" brushRef="#br0" timeOffset="133487.09">14161 2584 645 0,'0'0'153'0,"0"0"-90"16,0 0-62-16,0 0-1 15,0 0 1-15,139-8 0 16,-61 1 0-16,5 2-2 16,0 0-21-16,-8-2-111 15,-14-1-197-15</inkml:trace>
  <inkml:trace contextRef="#ctx0" brushRef="#br0" timeOffset="133818.62">14834 2281 452 0,'0'0'143'16,"0"0"47"-16,0 0-83 16,0 0-42-16,0 0-41 15,0 0-24-15,-7-12-10 0,16 48 10 16,8 19 3-16,0 11-3 16,1 6-5-16,-5 3-11 15,-5-2-31-15,-4-6-19 16,-4-8-33-16,0-12-33 15,-6-16-96-15</inkml:trace>
  <inkml:trace contextRef="#ctx0" brushRef="#br0" timeOffset="134154.19">14982 2605 547 0,'0'0'135'0,"0"0"-41"16,0 0-33-16,0 0-46 15,0 0-15-15,0 0-10 16,39 4 8-16,-16 22 1 16,4 4 1-16,5 1 0 15,0-6 0-15,1-4-3 16,-4-11-5-16,-7-7 5 16,-3-3 3-16,2-11 4 15,0-14 5-15,-3-7 16 16,-3-4 1-16,-9-1 13 15,-6-1-26-15,-14-1-12 16,-35 0-1-16,-15 5-1 16,-2 11-3-16,14 10-13 15,24 13 17-15,19 0-2 16,9 20-115-16,0 13 56 0,22 4-35 16,20-1-4-16,17-11-110 15</inkml:trace>
  <inkml:trace contextRef="#ctx0" brushRef="#br0" timeOffset="134402.52">15310 2348 501 0,'0'0'145'15,"0"0"35"-15,0 0-93 16,0 0-38-16,0 0-15 16,0 0-25-16,20-55-9 15,-3 55-32-15,10 12-13 16,7 5-6-16,4 2-84 16,-1-9-69-16,-3-10-150 15</inkml:trace>
  <inkml:trace contextRef="#ctx0" brushRef="#br0" timeOffset="134634.93">15732 2051 617 0,'0'0'191'0,"0"0"-86"0,0 0-71 15,0 0-27-15,0 0-7 16,0 0-5-16,13 94 5 15,-6-21 3-15,3 20-2 16,5 9-1-16,3 3 0 16,1-9-34-16,-1-11-25 15,4-8-32-15,-2-18-44 16,1-23-139-16</inkml:trace>
  <inkml:trace contextRef="#ctx0" brushRef="#br0" timeOffset="134802.44">16123 2762 886 0,'0'0'62'15,"0"0"-3"-15,0 0-32 16,0 0-2-16,0 0-25 16,0 0-1-16,0-13-70 15,0 33-55-15,0 0 25 16,0-6-152-16</inkml:trace>
  <inkml:trace contextRef="#ctx0" brushRef="#br0" timeOffset="142509.4">12843 3163 147 0,'0'0'119'0,"0"0"-8"15,0 0 47-15,0 0-87 16,0 0-27-16,0 0 25 15,0 0-36-15,0-50 16 16,0 44-13-16,-5 2 8 16,1 1-24-16,-1-1-10 15,-2 4-3-15,-9 0-7 16,-11 2-5-16,-12 20 1 0,-3 7 3 16,-3 10-1-1,10 2 1-15,6 5-3 0,16 4 0 16,7 6-11-16,6-1-1 15,18-6-21-15,24-11 27 16,17-16 10-16,16-19 3 16,10-3-3-16,7-11-10 15,-1-14-79-15,-12-2-100 16,-16-2-122-16</inkml:trace>
  <inkml:trace contextRef="#ctx0" brushRef="#br0" timeOffset="142786.83">13151 3124 476 0,'0'0'153'15,"0"0"-21"-15,0 0-33 16,0 0-47-16,0 0-39 15,0 0-13-15,0-11-12 16,0 43 11-16,0 14 2 16,0 5 1-16,0 9 0 15,0 2-2-15,0-4-2 0,9-9-7 16,2-10-27 0,0-12-25-16,-1-9-31 0,6-18-93 15,1-4-100-15</inkml:trace>
  <inkml:trace contextRef="#ctx0" brushRef="#br0" timeOffset="142981.73">13241 3084 406 0,'0'0'59'0,"0"0"41"15,0 0-31-15,0 0-18 0,103-69 0 16,-61 57-10-1,4 1-20-15,0 4-7 0,2 5-9 16,-5 2-5-16,-3 0-4 16,-10 1-101-16,-16 7-163 15</inkml:trace>
  <inkml:trace contextRef="#ctx0" brushRef="#br0" timeOffset="143170.52">13013 3413 319 0,'0'0'107'0,"0"0"-39"15,0 0 14 1,0 0-5-16,124-3-34 0,-62 2-32 16,13 1-11-16,3 0-37 15,-4 1-107-15,-15 3-200 16</inkml:trace>
  <inkml:trace contextRef="#ctx0" brushRef="#br0" timeOffset="143574.78">13274 3601 613 0,'0'0'42'0,"0"0"-38"16,0 0 2-16,0 0 22 0,0 0 13 15,0 0 12-15,46-14-20 16,-10-2-24-16,4-5-2 16,4-6-3-16,-3-7-1 15,-4-5-2-15,-7-1 2 16,-9 4-6-16,-9 3-1 16,-10 6-1-16,-2 7 0 15,0 6 4-15,0 6 1 16,0 7 9-16,0 1-9 15,0 0-4-15,0 21-45 16,0 14 47-16,0 13-1 16,0 10 3-16,4 1 5 15,2-6-5-15,-1-14 2 16,-1-11 0-16,-4-6 1 16,0-10-6-16,0-3 1 0,-3-2-13 15,-15-5-5-15,-16 1 12 16,-8-2-56-16,0-1-51 15,14 0-117-15,25-9-41 16</inkml:trace>
  <inkml:trace contextRef="#ctx0" brushRef="#br0" timeOffset="143942.67">14135 3370 624 0,'0'0'92'15,"0"0"19"-15,0 0-61 16,0 0-12-16,0 0-34 16,0 0-4-16,-50-20-10 15,44 50 9-15,2 9 0 16,4 6-5-16,0-2-12 16,18-4-23-16,7-14 18 15,1-12-12-15,0-13 31 16,-3-2 4-16,-7-20 0 15,-6-4 0-15,-7-6 3 16,-3 1 8-16,0-1 25 16,-17 6-18-16,3 8 5 15,2 7-14-15,5 8 16 16,7 3-25-16,0 8-17 0,0 22-17 16,13 10 33-16,15 10-2 15,13 1-25-15,9-6-42 16,4-15-62-16,4-16-94 15,-5-14-109-15</inkml:trace>
  <inkml:trace contextRef="#ctx0" brushRef="#br0" timeOffset="144257.53">14439 3343 686 0,'0'0'97'0,"0"0"-76"16,0 0-21-16,0 0 0 0,9 77-1 15,7-29 2-15,2-3 1 16,-3-12 2-16,4-6-3 16,-10-15 4-16,-4-5-2 15,-4-7-3-15,-1 0 10 16,0 0 9-16,0-17 52 16,0-15-65-16,0-8-6 15,0-4-14-15,3 5 10 16,3 10 4-16,5 9 0 15,2 11-7-15,5 9-51 16,6 0-48-16,4 8-2 16,-1 14 14-16,-1 6-27 15,-1 3-10-15,-6 1-13 16,-8-8 43-16</inkml:trace>
  <inkml:trace contextRef="#ctx0" brushRef="#br0" timeOffset="144507.35">14745 3545 51 0,'0'0'188'0,"0"0"114"16,0 0-139-16,0 0-120 15,0 0-35-15,0 0-5 16,92-78-3-16,-53 50-1 16,-7-1 0-16,-7 3 2 15,-11 6 3-15,-12 0 15 16,-2 3 10-16,0 3 1 16,-2 2-14-16,-6 5 10 15,0 7-21-15,-2 0-5 0,-7 11-12 16,-1 17 6-16,-6 16 1 15,8 9-5-15,7 5-10 16,9-1-11-16,18-13 12 16,18-8-23-16,12-15-36 15,7-15 0-15,3-6-220 16</inkml:trace>
  <inkml:trace contextRef="#ctx0" brushRef="#br0" timeOffset="144941.75">15678 3413 608 0,'0'0'14'16,"0"0"0"-16,0 0 23 16,0 0 7-16,0 0 4 15,0 0 1-15,-14-58-38 16,14 58-11-16,0 20-15 16,0 11 15-16,0 2 1 15,0 1 2-15,4-7-1 16,0-5 1-16,-1-10-2 0,0-3 0 15,-1-6 4 1,-2-3-4-16,3 0 6 0,1-12 9 16,8-19 7-16,5-13-23 15,5-7 0-15,6-2-1 16,4 7 1-16,2 11-4 16,3 12 4-16,2 11-7 15,-2 12-41-15,-2 0-11 16,-3 7-15-16,-5 16-40 15,-5 4-96-15</inkml:trace>
  <inkml:trace contextRef="#ctx0" brushRef="#br0" timeOffset="145357.17">16078 3483 570 0,'0'0'88'16,"0"0"-54"-16,0 0-34 16,0 0-7-16,0 0 0 15,0 0 7-15,46-5 4 16,-18 5 1-16,0-8 0 0,-2-11 0 15,-3-7 7-15,-6 0 23 16,-4-1 12-16,-7 3-5 16,-6 1-24-16,0 5 4 15,-3 5-20-15,-7 4-2 16,2 4-5-16,0 5 1 16,4 2-24-16,-4 20 12 15,5 5 12-15,3 13-3 16,2 8 5-16,24 0-2 15,13-5-7-15,9-13-26 16,6-13-12-16,0-12-45 16,-5-5-85-16,-11-12-136 15</inkml:trace>
  <inkml:trace contextRef="#ctx0" brushRef="#br0" timeOffset="145556.93">16457 3350 653 0,'0'0'93'0,"0"0"-81"16,0 0-12-16,0 0-8 15,0 0 7-15,0 0 1 16,0 59 4-16,0-29-4 16,10 2 2-16,-1 3 3 15,3-4-3-15,-1-2-2 16,-4-7-91-16,-1-15-163 0</inkml:trace>
  <inkml:trace contextRef="#ctx0" brushRef="#br0" timeOffset="145748.66">16594 3021 768 0,'0'0'29'15,"0"0"25"-15,0 0-32 16,0 0-22-16,0 0-40 16,0 0 17-16,-10 117-10 15,10-45-80-15,3-7-29 0,15-12-292 16</inkml:trace>
  <inkml:trace contextRef="#ctx0" brushRef="#br0" timeOffset="146090.74">16635 3487 862 0,'0'0'15'0,"0"0"14"15,0 0-29-15,0 0-20 16,0 0 17-16,0 0 0 16,28 79 1-16,-9-58-12 15,-1-7-13-15,-6-6 4 0,-6-5 3 16,0-3 7-1,4-10 13-15,1-14 0 0,3-8 0 16,0-1 6-16,-2 4-1 16,-3 4 13-16,-5 11 16 15,-1 5 1-15,-1 7-30 16,-2 2-5-16,3 0-3 16,5 8-6-16,4 13 7 15,7 7-7-15,2 4-4 16,4 0-29-16,-1-6-46 15,0-5-10-15,0-9-2 16,0-12-144-16</inkml:trace>
  <inkml:trace contextRef="#ctx0" brushRef="#br0" timeOffset="146406.27">17017 3374 551 0,'0'0'180'0,"0"0"-84"16,0 0-70-16,0 0-26 15,0 0-2-15,0 0-1 16,0 63 2-16,4-29 2 16,-1-7 3-16,1-8-3 15,0-7 0-15,-1-7 1 0,-1-5-2 16,4 0 5-16,9-11 5 15,10-17 26-15,9-8-36 16,4-1-1-16,-7 4 1 16,-5 8-3-16,-2 9-27 15,-2 11-45-15,-2 5-61 16,-3 0-38-16,-1 7 6 16,-5 10-65-16</inkml:trace>
  <inkml:trace contextRef="#ctx0" brushRef="#br0" timeOffset="147039.66">17291 3485 485 0,'0'0'81'16,"0"0"-13"-16,0 0-2 15,0 0-41-15,0 0 13 0,42-80-15 16,-25 59-9 0,0-2-6-16,-7 3-4 0,-4 3 19 15,-6 5 8-15,0 1-11 16,0 6-7-16,0 5-5 15,-5 0-8-15,-9 13-44 16,-7 19 36-16,-4 11 3 16,5 10-27-16,13-1-34 15,7-7 0-15,14-15-28 16,24-17 57-16,5-13 30 16,2-2 3-16,-3-23-1 15,-8-5 4-15,-3-9 1 0,-2-3 10 16,-7 4 18-1,2 8 16-15,-9 9-9 0,0 12 2 16,-6 3-23-16,-2 6-14 16,-2 0-2-16,-2 23-3 15,-3 13 5-15,0 12 7 16,-15 2-3-16,-8 0-2 16,4-12 7-16,4-12-5 15,7-11 1-15,4-8-5 16,2-4 6-16,0-3-4 15,-1 0 12-15,3-3 80 16,-2-13-60-16,2-9-26 16,7-9-7-16,25-10-1 0,16-6-7 15,10-4 0 1,1-1-4-16,-3 10 11 0,-11 3 0 16,-10 9 15-16,-11 5 14 15,-5 9-11-15,-11 9 1 16,-3 6-4-16,-5 4-15 15,4 2-3-15,0 25-38 16,1 14 21-16,-5 21 15 16,0 8-4-16,0 1-3 15,-9-4-16-15,3-13-19 16,6-18 20-16,0-14-4 16,0-8-34-16,12-14 1 0,1 0-71 15,0-17-202 1</inkml:trace>
  <inkml:trace contextRef="#ctx0" brushRef="#br0" timeOffset="147204.49">17752 3275 716 0,'0'0'9'0,"0"0"-9"16,0 0-6-16,0 0 4 15,0 0 2-15,88-17 5 16,-39 17-2-16,6 0-3 15,7 8 0-15,3 1-62 16,-1-4-250-16</inkml:trace>
  <inkml:trace contextRef="#ctx0" brushRef="#br0" timeOffset="147838.7">18097 3483 852 0,'0'0'0'0,"0"0"-2"16,0 0 2-16,117-27-7 16,-66 18-6-16,-4-2 0 15,-7-2 8-15,-10-2 5 16,-12 1 1-16,-10-3 2 16,-8-2 6-16,0 2 13 15,-16 0-8-15,-4 7-2 0,2 8-12 16,-4 2-1-1,2 9-11-15,0 14-2 0,2 13 8 16,7 4 0-16,8 3-16 16,3-4-13-16,18-11-4 15,21-13-13-15,14-14 50 16,7-1 2-16,0-16 2 16,-6-14 0-16,-8-6-1 15,-9-6-1-15,-11-2 1 16,-7 1 11-16,-9 4 20 15,-4 6 18-15,-1 8 9 16,1 9-10-16,-2 10-33 0,-1 6-16 16,0 0-1-1,3 15-40-15,2 20 23 16,-1 13 7-16,-3 12-2 0,-1-3-32 16,-3-5 24-16,2-18 12 15,-1-14 8-15,-1-14 1 16,0-6 5-16,0 0 56 15,0-14 50-15,-1-13-88 16,-12-4-23-16,-1-1 1 16,-1 7 1-16,8 11 0 15,2 8-1-15,3 6-1 16,-2 0-6-16,-3 9-7 16,-6 18-5-16,-3 7 10 0,3 4-27 15,6-3-12 1,7-8-47-16,7-7 47 0,23-5 38 15,13-2 7-15,7-7-76 16,12-6-182-16</inkml:trace>
  <inkml:trace contextRef="#ctx0" brushRef="#br0" timeOffset="148539.66">19335 3367 947 0,'0'0'12'16,"0"0"-12"-16,0 0 3 16,0 0-3-16,0 0-1 15,0 0 1-15,-7-17-10 0,-3 37-8 16,-8 5 16-16,-2 2 2 16,0-2 0-16,3-4-4 15,9-6-17-15,7-5-15 16,1-3-13-16,0-7 28 15,5 0 21-15,16-4 5 16,2-17 3-16,3-4 10 16,-7 0-2-16,-4 6 12 15,-7 7 14-15,-4 5-30 16,-1 4 13-16,-3 0-20 16,2 3-5-16,-2 3-18 15,3 14-42-15,5 12 41 16,1 0 9-16,5 1 2 0,5-7-28 15,2-12 0-15,0-8 29 16,4-3 7-16,-1-9 6 16,4-19 31-16,1-10-3 15,-3-7-23-15,-4-4-11 16,-12 1 3-16,-10-2 1 16,-16 1-1-16,-31-2 5 15,-15 5-5-15,-4 10-3 16,14 15 9-16,10 21-8 15,11 3-1-15,3 31-6 16,-5 17 2-16,2 15 2 16,5 18 1-16,13 6-10 0,11 6-19 15,2-10-3-15,14-20-26 16,11-21 17-16,5-20 21 16,1-17 21-16,9-8 2 15,4-18 20-15,5-17 21 16,0-10-24-16,-4-7 3 15,-10-5 6-15,-8-1 5 16,-10 2-24-16,-4 8-7 16,-5 8 6-16,-4 11 2 15,-1 12 5-15,-3 10-15 16,0 5-4-16,0 2-37 16,0 10-139-16,-17 20 106 0,-6 5-42 15,-1 1-108 1</inkml:trace>
  <inkml:trace contextRef="#ctx0" brushRef="#br0" timeOffset="148836.91">20084 3275 639 0,'0'0'23'16,"0"0"-5"-16,0 0 57 15,0 0-32-15,0 0-7 0,0 0-16 16,-26-43-20-16,17 57-17 16,-9 12 6-16,-4 9 11 15,-3 10 3-15,3 2-3 16,4 0 0-16,6 0-8 15,3-3-58-15,3-3-48 16,6-13-110-16</inkml:trace>
  <inkml:trace contextRef="#ctx0" brushRef="#br0" timeOffset="149130.44">20368 3227 729 0,'0'0'12'0,"0"0"30"16,0 0-42-16,0 0-46 16,0 0 38-16,0 0 8 15,-18 111 1-15,18-51-1 16,9-2 2-16,16-7-2 16,5-15 0-16,-5-15 4 15,-6-7-4-15,-9-8 6 16,-7-3-1-16,-3-3 8 15,0 0 47-15,0 0 8 16,0-3-34-16,-17-6-34 16,-4 0-10-16,-6 5-16 15,-7 4-68-15,-3-2-49 16,6-5-90-16,16-7-36 0</inkml:trace>
  <inkml:trace contextRef="#ctx0" brushRef="#br0" timeOffset="149318.67">20447 3263 552 0,'0'0'97'0,"0"0"8"15,0 0-22-15,0 0-48 16,0 0-7-16,0 0-1 16,19-46-21-16,-5 46-6 0,14 0-5 15,9 0-1 1,11 13-30-16,9-2-46 0,2-6-76 15,1-5-272-15</inkml:trace>
  <inkml:trace contextRef="#ctx0" brushRef="#br0" timeOffset="149486.46">20676 3401 430 0,'0'0'166'0,"0"0"-166"16,0 0-2-16,0 0 2 16,0 0-5-16,107 16-24 15,-60-16-162-15</inkml:trace>
  <inkml:trace contextRef="#ctx0" brushRef="#br0" timeOffset="149702.53">21150 3103 624 0,'0'0'143'0,"0"0"-46"15,0 0-96-15,0 0-1 16,0 0-8-16,0 0 8 16,-44 134 3-16,19-50 0 15,-2 7-2-15,-1 7-1 16,-6-3-10-16,-1-7-84 15,0-14-65-15,12-25-108 0</inkml:trace>
  <inkml:trace contextRef="#ctx0" brushRef="#br0" timeOffset="149869.35">21363 3596 948 0,'0'0'13'0,"0"0"-3"15,0 0-9-15,0 0-1 16,0 0-9-16,0 0-37 0,-5 46 23 16,-9-9-33-1,-3-6-118-15,-2-9-184 0</inkml:trace>
  <inkml:trace contextRef="#ctx0" brushRef="#br0" timeOffset="158829.69">5185 8545 211 0,'0'0'78'0,"0"0"43"15,0 0-9-15,0 0-49 16,0 0-42-16,0 0 11 16,0 0-12-16,0 0-12 15,0-48 11-15,0 43-19 16,0-4 10-16,3 4-5 15,-1-3 26-15,2 3 5 16,-3-1-28-16,1 0 4 16,-1 1-7-16,4-2-2 0,-1-2 3 15,1 2 7 1,1-1-13-16,4 1 4 0,-2 0 7 16,-3-1-10-16,0 5 0 15,-2 0-1-15,0 2-1 16,1 1 1-16,4 0-5 15,1 0 0-15,3 7 2 16,-2 6-3-16,-1 6-3 16,-4 5 5-16,-3 3 4 15,-2 2 0-15,0-2 2 16,0-1 2-16,-11-4-2 16,-3-1 0-16,-1-4 3 15,2-5-2-15,1-2-2 16,6-5-1-16,3-3-4 0,2-2 3 15,1 0 1 1,0 0 8-16,0 0-7 0,0 0-1 16,0 0 0-16,7 0-2 15,6 2-7-15,1 11 7 16,1 6-4-16,0 5 2 16,1 5 4-16,-2 0 0 15,-4-5 0-15,-4-2-1 16,-6-2 1-16,0-3-6 15,-16 1 0-15,-14-4-15 16,-9-3 6-16,-7-4-23 16,-4-4-17-16,-3-3 36 15,1 0 3-15,7-4 11 0,10-7 5 16,18 0 7-16,17-1 12 16,9-1-19-16,25-2-55 15,12-4-49-15,6 0-51 16,4-3 103-16,-1 1 44 15,-3 0 8-15,-10 4 53 16,-8 3 29-16,-13 5 2 16,-9 2 3-16,-6 6-29 15,-5 1 2-15,2 0-34 16,-1 0-22-16,1 13-1 16,1 7 5-16,1 3-1 15,5 4-5-15,1-4 2 16,8-3-4-16,2-3 1 0,6-7 1 15,-3-10 2-15,1 0-1 16,3-16 2-16,1-15 5 16,0-6-1-16,0-5 2 15,-10 1 15-15,-10 0 2 16,-9 5 0-16,0 3-17 16,-25 5 11-16,-8 9-10 15,-4 11-12-15,1 8-1 16,8 12-25-16,9 20-46 15,11 7-32-15,8 1-43 16,0-6-178-16</inkml:trace>
  <inkml:trace contextRef="#ctx0" brushRef="#br0" timeOffset="159017.12">5843 8735 653 0,'0'0'114'0,"0"0"-108"16,0 0 21-16,-46 96-11 16,29-58-10-16,1 4-2 15,4-1 0-15,3 0-4 16,-2-5-54-16,4-9-120 16,-1-10-343-16</inkml:trace>
  <inkml:trace contextRef="#ctx0" brushRef="#br0" timeOffset="160408.61">6037 8570 610 0,'0'0'87'0,"0"0"-87"16,0 0-10-16,0 0 10 15,0 0 13-15,0 0 6 16,7 93-5-16,-4-74-3 16,4 2-3-16,1 0-3 15,4-4-4-15,3 0 5 0,0-5-1 16,-3-5-1 0,3-7-4-16,1 0-10 0,2-5 4 15,0-11-18-15,-6-2 24 16,-6-2 3-16,-6-2 8 15,-2 0 21-15,-19-3-10 16,-3 3-10-16,-2 2 14 16,5 3 14-16,3 6-10 15,6 6-22-15,5 1-4 16,4 4-4-16,3-2 0 16,0 2-4-16,0 0-4 15,0 0 6-15,0 0-6 0,0 0 8 16,0 0 0-1,0 0 1-15,0 0 6 0,-3-1 1 16,1-2 13-16,-4-1-14 16,-3 0-5-16,0-1 1 15,2 2-2-15,2 0 0 16,3 3 0-16,2 0-1 16,0 0 0-16,0 0-1 15,0 0-2-15,0 0-1 16,0 0 1-16,0 3 2 15,0 6 0-15,4 2-4 16,8 0 4-16,6-2-3 16,4-4 2-16,9-5 2 0,8 0-10 15,6 0 1 1,9-16-14-16,7-1-2 0,-6-5-5 16,-6 5 14-16,-19 7 3 15,-17 3 11-15,-8 4 2 16,-5 3 31-16,0 0 11 15,0 0-24-15,-2 0-17 16,-12 16 0-16,-4 12-2 16,-2 6 0-16,2 5 1 15,6-3 1-15,2 0 0 16,7-5 0-16,3-8-1 16,0-4-8-16,13-10-12 0,8-9 15 15,8 0 0 1,0-18 5-16,1-10 0 0,-3-3-3 15,-8-1 3-15,-8 4 0 16,-10-1 15-16,-1 4 2 16,-6 0 2-16,-13 3-6 15,2 5 1-15,1 4-10 16,5 6 6-16,4 2-10 16,0 2 2-16,5 1-2 15,2 2-2-15,0 0 0 16,0 0-3-16,0 0 4 15,0 0 1-15,0 0 0 16,0-1 2-16,0 0-1 16,-5-2 2-16,1-1-3 15,-1 3 1-15,-2-3 2 0,3 3-2 16,0 1 1-16,1-2-2 16,3 2-1-16,0 0 1 15,0 0-1-15,0 0 1 16,-3 0-3-16,3 0 2 15,0 0-2-15,0 0-1 16,0 0-2-16,3 3 3 16,14 6 3-16,10-4 0 15,9 2 0-15,9-7-4 16,12 0-7-16,2 0-6 16,1-8 0-16,-8-1-1 15,-19 0 3-15,-17 3 13 0,-7 2 2 16,-9 2 2-1,0-1 9-15,0 3-4 0,0 0-7 16,-3 15 0-16,-9 11 0 16,-3 4 1-16,1 3 0 15,3 0-1-15,4-3 0 16,6-6-1-16,1-7-1 16,0-9-19-16,11-8-22 15,11 0 43-15,2-10 4 16,0-14-4-16,-4-5 4 15,-4-2 0-15,-9 1 27 16,-7-1-15-16,0 2 12 16,-4 2-4-16,-16 2-12 0,-6 6-4 15,-7 7-8 1,-3 8-18-16,0 4-53 0,11 7-105 16,13 7-136-16</inkml:trace>
  <inkml:trace contextRef="#ctx0" brushRef="#br0" timeOffset="161325.55">8134 8068 597 0,'0'0'124'0,"0"0"-5"16,0 0-59-16,0 0-30 15,0 0-30-15,0 0-10 16,-14 13 7-16,13 26 3 15,-2 6 1-15,-1 4 1 16,2-1 3-16,-1-2-3 16,3-7-2-16,0-8-8 0,0-11-29 15,9-10-6-15,12-10 10 16,4-1 30-16,11-24-5 16,3-13-18-16,0-7 12 15,-7-7 14-15,-8 1 6 16,-12 1 26-16,-9 8 9 15,-3 11-1-15,0 12 13 16,0 11-16-16,0 8-27 16,0 0-10-16,0 18-11 15,0 18 9-15,0 10 1 16,0 7 1-16,0 2 0 16,-1 1 0-16,1-5-7 0,0-4-34 15,0-6-18-15,5-9-48 16,3-14-42-16,0-16-152 15</inkml:trace>
  <inkml:trace contextRef="#ctx0" brushRef="#br0" timeOffset="161626.98">8525 8197 582 0,'0'0'236'0,"0"0"-114"16,0 0-117-16,0 0-5 15,0 0-2-15,0 0 2 16,0 103 2-16,0-64 0 16,4-3-4-16,11-8-5 15,4-7-10-15,-1-12-1 0,2-9 8 16,2-5 10 0,-1-23 3-16,3-11 2 0,-5-5-4 15,-4-1 2-15,-10-3 2 16,-5 2 6-16,-6 4-6 15,-23 10 0-15,3 9-5 16,4 20-3-16,8 6-14 16,12 28-105-16,2 13 8 15,3-1-55-15,20-2-242 16</inkml:trace>
  <inkml:trace contextRef="#ctx0" brushRef="#br0" timeOffset="161821.74">8899 8389 154 0,'0'0'714'0,"0"0"-662"16,0 0-52-16,0 0-7 16,0 78 7-16,-7-34 2 15,-1 1-1-15,-2 3-1 16,-4 0-10-16,-4-2-46 15,-6-12-123-15,-4-12-349 16</inkml:trace>
  <inkml:trace contextRef="#ctx0" brushRef="#br0" timeOffset="163275.32">9156 8177 594 0,'0'0'132'0,"0"0"-56"15,0 0-75-15,0 0-1 16,0 0-8-16,0 0 6 16,0 55 2-16,-6-18 2 15,1 2-1-15,0 4 4 16,5-4-5-16,0-5 1 16,0-5-1-16,10-10-40 15,2-8-5-15,2-11 14 16,3 0 7-16,4-15 15 15,-1-17 9-15,-4-1 0 16,-5-4 21-16,-8 3 63 16,-3 1-32-16,0 3-19 15,-8 4-16-15,-3 6-4 0,-1 4-13 16,-1 5 0 0,1 3-1-16,-1 6-5 0,-1 1 0 15,2 1-1-15,-1 0 1 16,5 0 1-16,-1 0 2 15,2 3 1-15,4 0 2 16,0-1 0-16,3-2 0 16,-2 0 0-16,2 0 1 15,0 0-1-15,0 0 0 16,0 0 0-16,0 0-1 16,0 1 0-16,0 2-2 15,0 3-1-15,0-1 1 0,16 1-1 16,9-5-2-1,15-1-1-15,11 0-4 0,9-11-12 16,8-7-11-16,-4-3 25 16,-9 0 2-16,-15 8 7 15,-16 3 1-15,-15 4 45 16,-7 3 19-16,-2 3-49 16,0 0-16-16,0 0-3 15,-14 12 1-15,-7 13 2 16,-2 8 0-16,-1 8 0 15,4 3 0-15,1 3 2 16,5 0-2-16,6-2 1 16,5-9-1-16,3-5-5 15,0-10 2-15,11-14-5 16,3-7 8-16,7-2 5 0,5-22 1 16,-1-7 0-16,0-5-2 15,-7 1 2-15,-9 3 0 16,-6 2-3-16,-3 5-2 15,0 4-2-15,-12 3 0 16,-5 4 1-16,4 4-6 16,-3 2 2-16,2 4 1 15,1 1 3-15,1 3-1 16,6 0-1-16,-2 0 0 16,1 0 2-16,4 0 0 15,3 0 0-15,0 0 0 16,0 0 1-16,-2 0 7 0,2 0 4 15,-1 0-4-15,-2 0 4 16,0 0 0-16,1 0-10 16,-1 0-1-16,3 0-1 15,-1 0 0-15,-1 0 0 16,2 0-3-16,0 0 3 16,0 0-5-16,0 0-1 15,0 0 3-15,9 2 3 16,9 1 0-16,6-3-1 15,9 0 0-15,7 0-17 16,8 0-2-16,6 0-9 16,-4-6 8-16,-5-2 3 15,-7 3 8-15,-12-1 10 0,-8 3 2 16,-9 0 6-16,-4 3 5 16,-5 0 13-16,0 0-26 15,0 0 0-15,0 9-10 16,-6 11 4-16,-9 9 6 15,-8 5 0-15,0 3 0 16,0 3 0-16,4 1 0 16,3-3 4-16,15 0-4 15,1-7 0-15,11-4-1 16,16-10-8-16,14-10-5 16,12-7 14-16,9-10-1 15,4-19 1-15,-7-12 0 16,-9 1 3-16,-13 0 14 0,-16 3 18 15,-14 5 7-15,-7-3-31 16,-11 2 3-16,-19-1 3 16,-11 8-4-16,-9 11-11 15,-5 13-2-15,2 2-66 16,9 14-66-16,12 6 0 16,16 1-162-16</inkml:trace>
  <inkml:trace contextRef="#ctx0" brushRef="#br0" timeOffset="170334.99">11714 7850 574 0,'0'0'97'0,"0"0"51"15,0 0-117-15,0 0-31 16,0 0-5-16,0 0-3 15,0 0 0-15,-21 22 5 16,-2 13 3-16,-5 12 7 16,-2 8-2-16,0 1-4 0,5-1 5 15,10-10-5 1,5-11-1-16,10-10-9 0,0-12-19 16,3-9 14-16,22-3 14 15,15-12 8-15,5-15-6 16,6-4 1-16,-9 4-2 15,-11 6 15-15,-10 8 15 16,-11 4 12-16,-4 9-25 16,1 0-18-16,-3 6-1 15,-2 18-6-15,-2 8 6 16,-3 5 1-16,-20 2-1 16,-9-1 1-16,-1-2-7 0,-1-4-4 15,3-5-4 1,2-6 0-16,3-5-26 0,2-10-33 15,3-6-66-15,4-7-128 16</inkml:trace>
  <inkml:trace contextRef="#ctx0" brushRef="#br0" timeOffset="170831.61">11838 7853 392 0,'0'0'217'16,"0"0"-64"-16,0 0-78 15,0 0-61-15,0 0-13 0,0 0-1 16,77-39 0-16,-49 39 2 16,4 2-2-16,5 6 0 15,0-1 0-15,2 1 1 16,-3-1-1-16,-5-3 0 15,-6 3-1-15,-9-1-1 16,-6 1 0-16,-8 1-9 16,-2 6-1-16,0 5 2 15,-16 9 10-15,-6 10 3 16,-2 7 7-16,0 1-6 16,5 3 2-16,7-8-3 15,7-8-2-15,5-9 2 0,2-11-3 16,25-13 0-1,10 0 9-15,13-22 23 0,5-14-8 16,1-8-7-16,-8-4-6 16,-14-1 3-16,-13 3 4 15,-10 5 3-15,-11 5-9 16,0 5 1-16,-8 9 3 16,-12 5-16-16,2 10-4 15,-1 7-8-15,3 0-28 16,4 20-11-16,6 13-32 15,4 10-37-15,2-1-85 16</inkml:trace>
  <inkml:trace contextRef="#ctx0" brushRef="#br0" timeOffset="171003.53">12483 8194 616 0,'0'0'118'16,"0"0"-85"-16,0 0-25 15,0 0 13-15,-64 107 2 16,44-64-15-16,2 2-5 16,2-1-2-16,3 1-1 15,3-9-77-15,2-14-56 16,3-13-152-16</inkml:trace>
  <inkml:trace contextRef="#ctx0" brushRef="#br0" timeOffset="172447">12683 7998 549 0,'0'0'81'0,"0"0"26"15,0 0-107-15,0 0-10 16,0 0 8-16,0 0 2 15,0 70-2-15,2-34 2 16,-1-2 0-16,2-1 1 16,1 0 2-16,3-8-3 15,3-2 0-15,-1-8-1 0,1-6-33 16,-2-6 29 0,1-3-3-16,4 0 2 0,1-14-19 15,0-6-26-15,-1-6 29 16,-9 0 22-16,-4-4 12 15,-4 0 9-15,-13 1 7 16,-7 0 7-16,2 8 46 16,7 6-45-16,3 8-18 15,8 4-12-15,2 2-5 16,1 1 0-16,1 0-1 16,0 0-2-16,0 0-13 15,0 0-14-15,0 0-2 0,0 0 16 16,0 0 11-16,0 0 4 15,-3-2 5-15,-1 2 6 16,-4-3 16-16,-4 0-23 16,-2-2-4-16,-1 2 4 15,6 0 6-15,3 2-1 16,2 1-5-16,3 0-2 16,1 0-2-16,0 0-5 15,0 0-3-15,0 0 6 16,1 10 2-16,9-2-1 15,5 2 0-15,8-1 2 16,8-3 1-16,6-3-1 16,11-3-1-16,7 0-20 15,3-4-19-15,3-11 5 16,1-2-4-16,-10-1 29 0,-10 4 3 16,-16 0 6-16,-14 0 11 15,-8 5 57-15,-4 0-1 16,0 2-3-16,0 2-52 15,-8 5 1-15,-4 0-13 16,-1 8 0-16,-5 16-1 16,-3 10 1-16,2 4 0 15,2 3 1-15,2-2 1 16,6-7-2-16,6-3 0 16,3-6-3-16,0-9-10 0,9-5 5 15,9-4 5 1,2-5 3-16,3 0 5 0,3-16-5 15,-3-2-2-15,-3-2 1 16,-8-1 1-16,-6 3 4 16,-6-1-1-16,0 2-1 15,0 0 1-15,0 0-2 16,-12-2 1-16,3 2 1 16,0-2-2-16,-3 4 5 15,6 2-6-15,0 4 5 16,3 0 11-16,0 3-8 15,-1 2 4-15,4 1-3 16,-2 1-6-16,2 2-2 16,0 0 1-16,-1 0-2 15,-1 0 0-15,-1 0 0 0,3 0 0 16,0 0 0 0,0 0 0-16,0 0-2 0,0 0 0 15,0 0 0-15,0 0 1 16,0 0-2-16,0 0 0 15,0 0-1-15,0 0-5 16,0 0-7-16,0 0 11 16,11 0 5-16,7 0 0 15,7 0 1-15,6 0-2 16,5 0-2-16,0 0-4 16,-2 0 7-16,2-2-1 15,-3 1 1-15,-5-2 0 16,-7 1-1-16,-11 2 2 0,-7 0-1 15,-1 0 1-15,-2 0-1 16,0 8-1-16,0 11-5 16,0 11 3-16,-15 7 3 15,-1 5 0-15,-1 2 1 16,1-7 0-16,8-4-1 16,8-7-1-16,0-8-6 15,6-6 4-15,18-8-1 16,9-4 4-16,9-1 3 15,8-19-2-15,1-9 2 16,-8-3-3-16,-10-4 6 16,-10 4 13-16,-14-1 7 15,-9 0 5-15,0-2-4 16,-16 0-9-16,-19 5-8 0,-11 5-8 16,-5 11-1-16,2 12-1 15,7 2-11-15,9 17-34 16,11 13-67-16,13 2-86 15,9-6-112-15</inkml:trace>
  <inkml:trace contextRef="#ctx0" brushRef="#br0" timeOffset="176685.32">14858 7908 69 0,'0'0'7'15,"0"0"4"-15,0 0 2 16,95-43 4-16,-74 31 17 16,-4 0 2-16,-3 2-5 0,-1 0-20 15,-6 3 8 1,-1 0-5-16,-2 2 36 0,-2-1 4 16,-2 3-5-16,0 2-11 15,0 1-38-15,0 0-44 16,0 0-128-16,-5 1 80 15</inkml:trace>
  <inkml:trace contextRef="#ctx0" brushRef="#br0" timeOffset="177658.59">15200 7677 360 0,'0'0'134'15,"0"0"-24"-15,0 0 13 16,0 0-39-16,0 0-7 16,0 0-29-16,-7-61-27 15,6 61-18-15,-1 0-3 16,-8 8-9-16,-5 20-5 16,-12 16 14-16,-5 15 0 15,-7 10-1-15,1 7-2 0,7 3 3 16,6-2 2-16,8-11-1 15,8-12-2-15,8-15 1 16,1-14 0-16,0-8-4 16,17-14 4-16,12-3 1 15,16-24 4-15,10-15 0 16,-1-9-2-16,-7-6 0 16,-18 5 9-16,-16 3 5 15,-11 8-8-15,-2 8-4 16,-14 9-5-16,-17 7-6 15,-6 11-10-15,-2 3 0 16,8 0-5-16,15 13 0 16,14 5-38-16,2 0 3 15,10 0 17-15,22-7 13 16,23-9 18-16,16-2 3 0,16-13-7 16,1-11 12-16,-12 1 0 15,-22 4 1-15,-24 5 30 16,-17 8 15-16,-12 3 18 15,-1 3-28-15,0 0-36 16,-6 6-6-16,-12 18 5 16,-4 9 2-16,4 6 1 15,3 2-2-15,9-2 0 16,6-5-6-16,0-8-2 16,26-9 3-16,9-12 3 15,13-5 2-15,5-10 2 16,0-19 0-16,-7-10 5 0,-11-1 3 15,-16-1 23-15,-11 4 0 16,-8 2-8-16,-11 4-16 16,-22 7-8-16,-9 10-1 15,-1 11-6-15,14 3-30 16,10 14-35-16,19 13-24 16,0 4-21-16,32-1-86 15,17-9-223-15</inkml:trace>
  <inkml:trace contextRef="#ctx0" brushRef="#br0" timeOffset="177831.53">16017 8128 555 0,'0'0'82'16,"0"0"-49"-16,0 0 3 16,0 0-21-16,-61 85 6 15,44-52-14-15,-1 6-3 16,5-1-3-16,-3 5 0 15,-1 1-1-15,2-9-99 16,1-12-162-16</inkml:trace>
  <inkml:trace contextRef="#ctx0" brushRef="#br0" timeOffset="179257.43">16344 7915 481 0,'0'0'59'16,"0"0"-51"-16,0 0-7 16,0 0 23-16,0 0 0 15,0 98 9-15,0-57-20 16,0 3-5-16,7-2-2 15,7-5-1-15,-3-8-5 16,4-9 2-16,-4-10-2 16,-4-6 0-16,2-4 0 0,1 0 5 15,1-14 1 1,3-8-6-16,-3-6-4 0,-10-4 2 16,-1 0-2-16,-23-2 1 15,-17-1-4-15,-3 5 7 16,5 9 3-16,11 7 19 15,12 8 20-15,5 4-33 16,7 1-9-16,2 1-1 16,1 0-11-16,0 0 3 15,0 0-1-15,0 0-1 16,0 3 11-16,3-3 1 16,-2 0 5-16,-1 0 5 0,0 0 13 15,0 2-4 1,0-2-5-16,0 0 1 0,0 0 5 15,0 0-11 1,0 1-8-16,0-1 0 0,0 0-2 16,0 0-4-16,0 2-2 15,0-2 0-15,0 2 1 16,4 1 4-16,4 1 0 16,5 4 0-16,11-2 1 15,9 0 0-15,18-1 0 16,7-5-4-16,4 0-4 15,-3 0-15-15,-15-2-4 16,-11-4 14-16,-15-2 11 16,-10 2 2-16,-8 3 39 15,0-4 8-15,0 3-28 16,-6 3-19-16,-8 1-1 0,-1 0-1 16,-4 12 1-16,2 8 1 15,1 5-5-15,3 0 4 16,-1 3-1-16,5 0 0 15,3 0 2-15,5 2-1 16,1-6-2-16,0-5 2 16,0-6-4-16,6-8-3 15,1-4 8-15,7-1 8 16,0 0-3-16,6-14-1 16,0-7 0-16,2-6-3 15,-6-2 0-15,-8 2 0 0,-7 1 6 16,-1-1 22-16,0 3 0 15,-10 2-10-15,-5 5-16 16,0 5-2-16,0 4-1 16,3 4 0-16,2 2-7 15,5 2 2-15,2 0-4 16,1 0 7-16,2 0 0 16,0 0 2-16,0 0 2 15,0 0-2-15,0 0 0 16,0 0-4-16,0 0 3 15,-2 0 0-15,-3 0 0 16,1 0 1-16,-3 0 0 0,2 0 1 16,0 0-1-1,2 2 0-15,2-2 0 16,-1 1 0-16,2-1 1 0,0 0-2 16,0 0 1-16,0 0-2 15,0 3-2-15,0 0-1 16,9 2 5-16,14 0 0 15,8-1-1-15,10-1 2 16,10-2-2-16,6 0-3 16,0-1-12-16,-7 0-1 15,-13 0 1-15,-11-4 16 16,-14 0 3-16,-7 1-3 16,-4 0 5-16,-1 0-1 15,0 3-4-15,0 0-6 16,0 8-2-16,-14 16 6 0,-3 8 2 15,0 3 0-15,0 1 2 16,7 0-2-16,6-3 1 16,4-5-1-16,0-5 0 15,14-9 0-15,16-9 0 16,8-5 0-16,5-8 6 16,1-15 3-16,-3-9 6 15,-7-2 1-15,-11-4-3 16,-8 0 16-16,-12-1 4 15,-3 0-8-15,-9 0-6 16,-18 8-15-16,-14 11-4 16,-14 10-8-16,-9 10-79 15,-1 0-66-15,19 14-132 0,20 1-47 16</inkml:trace>
  <inkml:trace contextRef="#ctx0" brushRef="#br0" timeOffset="180225.25">17896 7771 129 0,'0'0'89'0,"0"0"-20"15,0 0-30-15,0 0 49 16,0 0-40-16,0 0 26 16,29-63-45-16,-14 55 2 15,10-2-12-15,8-1 3 16,10-2 12-16,3 1 4 15,8 3-11-15,6-4-6 16,-2 5-5-16,-3 4-2 16,-10 4-5-16,-12 0-5 15,-8 5-4-15,-9 15-4 16,-7 9-1-16,-7 12 2 16,-2 5 3-16,-5 13 5 15,-13 6 0-15,2 7 0 0,0 0-2 16,3-6-3-16,6-12-14 15,3-15-23-15,1-12-17 16,3-11-19-16,0-14-49 16,0-2-124-16</inkml:trace>
  <inkml:trace contextRef="#ctx0" brushRef="#br0" timeOffset="180639.52">18285 8049 73 0,'0'0'219'15,"0"0"-90"-15,-75-93 12 16,69 80-86-16,6 6-16 15,0 3 1-15,16-3-36 16,16 4-3-16,14-3 10 16,7-2 24-16,10 5 1 15,0-3-13-15,-4 4-19 0,-7-3 0 16,-14 2-2 0,-15 1-2-16,-12 1 0 0,-8 1 0 15,-3 0-2-15,2 3-6 16,1 11-2-16,2 8 5 15,1 5 5-15,5 7-2 16,5 6-7-16,5-2-23 16,5-5-9-16,8-12 13 15,6-13-1-15,3-8 24 16,5-9 5-16,-6-20 19 16,-8-9 43-16,-9-6 10 0,-5-1-28 15,-16-2-26 1,-4 3 5-16,-14 1-1 0,-28 4-12 15,-11 8-6-15,0 11-4 16,11 12-11-16,14 8-35 16,16 11-24-16,10 15-53 15,2 11 65-15,12 4-93 16,20 0-91-16</inkml:trace>
  <inkml:trace contextRef="#ctx0" brushRef="#br0" timeOffset="180815.06">19222 8081 796 0,'0'0'29'0,"0"0"-29"0,0 0-1 16,0 0-3-16,0 0 4 16,-43 87 0-16,25-47 1 15,-4 5 0-15,3 2-1 16,-1 2-59-16,2-8-55 15,6-12-169-15</inkml:trace>
  <inkml:trace contextRef="#ctx0" brushRef="#br0" timeOffset="182237.43">19587 7827 522 0,'0'0'120'0,"0"0"-26"16,0 0-94-16,0 0-2 16,0 0 2-16,0 0 0 15,-22 51 0-15,12-21 3 16,1 9-3-16,8 3 1 15,1 1 0-15,0-2-1 16,4-7-2-16,11-8 2 16,3-8-3-16,1-9-5 0,7-9 8 15,4 0 1 1,0-19 3-16,-3-5-2 16,-10-8 6-16,-8-2 23 0,-9-2 31 15,0 0-33-15,-10 2-10 16,-7 9-5-16,-2 4-10 15,-1 5-4-15,-1 3-2 16,1 6-6-16,1 1-9 16,2 2 6-16,6 4 1 15,-1 0 3-15,5 0-7 16,2 0-1-16,4 0 12 16,-1 0-1-16,2 0 1 15,0 0-6-15,0 0 0 16,0 0 9-16,0 0-1 0,0 0 0 15,0 0 1-15,0 0 0 16,0 0 0-16,0 3 1 16,0 4-3-16,0 0 3 15,6 2-2-15,20 2-7 16,14-4 4-16,14-1-1 16,10-4 5-16,6-2-7 15,-1 0-13-15,-2-3 10 16,-11-9 3-16,-9 1 6 15,-6 2-15-15,-15 2-16 16,-10 1 5-16,-11 5 27 16,-5 1 12-16,0-3 29 15,0 3-35-15,-12 0-4 16,-9 17-1-16,-4 7-2 16,-5 7 2-16,4 4 0 0,3 4-1 15,3 1 1-15,8-1 1 16,5-6-2-16,7-6-5 15,0-9 0-15,7-6 0 16,13-12 5-16,6 0 0 16,6-5 7-16,4-17-6 15,-5-1 2-15,-6-2-1 16,-10 2 4-16,-9 0 13 16,-6 5 16-16,0-2-21 15,-2 3-9-15,-15-3-5 0,0 2-4 16,-6 1-4-16,3-3 4 15,2 5 1-15,2-2 3 16,5 4 0-16,2 4 4 16,5-1 16-16,1 7 8 15,3 2-6-15,0 1-7 16,0 0-14-16,0 0-1 16,0 0-1-16,0 0-3 15,0 0-2-15,0 0-6 16,0 0 8-16,0 0 0 15,0 0 3-15,0 0 1 16,0 0 1-16,0 0-1 16,0 0 2-16,0 0-4 15,0 0 2-15,0 0-1 0,0 0-2 16,0 0-5-16,0 0 8 16,3 1 0-1,12 7 1-15,10-2 0 0,12 0 3 16,14-2-2-16,10-3-1 15,3-1 1-15,0 0-2 16,-6 0-3-16,-6-3-5 16,-11-5 3-16,-13 1 5 15,-11 3 3-15,-11 1 1 16,-6 3 10-16,0 0-14 16,0 0-5-16,-8 14-6 15,-15 12 11-15,-7 12 5 16,-1 8-2-16,1 2-2 0,7-2 0 15,8-3-1-15,14-10-1 16,1-7 1-16,10-10-1 16,22-14 1-16,9-2 2 15,7-11 3-15,9-18-4 16,-5-8 2-16,-10-3 2 16,-14 1 16-16,-16-1 15 15,-12 2 2-15,-2 0-14 16,-26 4-13-16,-9 9-2 15,-13 11-9-15,0 14-7 16,3 0-55-16,8 17-21 16,10 9-66-16,14 3-118 0,10-5-85 15</inkml:trace>
  <inkml:trace contextRef="#ctx0" brushRef="#br0" timeOffset="182369.49">20580 7974 562 0,'0'0'26'0,"0"0"-26"16,0 0-53-16,0 0 49 16,0 0-12-16,0 0-41 15,-87 41-64-15,74-41-138 16</inkml:trace>
  <inkml:trace contextRef="#ctx0" brushRef="#br0" timeOffset="187798.2">3000 9750 212 0,'0'0'99'15,"0"0"49"-15,0 0-20 16,0 0-31-16,0 0-32 16,0 0 13-16,0 0-27 15,-14-31-30-15,14 30-11 0,0 1 1 16,0 0-11-1,21 0-3-15,15 0 3 0,12 0 0 16,16 0 0-16,12 3-6 16,10-3 6-16,5 0 2 15,2-3 1-15,-9-11-3 16,-5-3-3-16,-5-2 2 16,-11 2-2-16,-11 5-26 15,-15 8-22-15,-26 4-75 16,-13 0-145-16</inkml:trace>
  <inkml:trace contextRef="#ctx0" brushRef="#br0" timeOffset="188047.96">3393 9800 576 0,'0'0'95'0,"0"0"42"15,0 0-66-15,0 0-42 16,0 0-11-16,0 0-18 16,26 24-5-16,-11 13 5 15,-3 12 0-15,-6 10 0 16,-6 10 1-16,0 5-1 16,-2 0-17-16,-7-2-53 0,8-11-35 15,1-17-113-15</inkml:trace>
  <inkml:trace contextRef="#ctx0" brushRef="#br0" timeOffset="188514.39">3804 10151 428 0,'0'0'180'0,"0"0"-32"16,0 0-108-16,0 0-40 15,0 0 0-15,0 0 8 16,16 8 7-16,2-5-10 15,4-1-2-15,3-2 1 16,4 0 7-16,5-10-2 16,-1-9 2-16,-3-9-4 15,-6 2 1-15,-8 1 3 16,-11 0 8-16,-5 8-8 16,0-3 0-16,-10 7-3 15,-13 4-5-15,-2 7-1 16,1 2-3-16,6 7 1 15,5 16-3-15,5 8 0 0,7 10-3 16,1 2-3-16,3 2-13 16,20-4-4-16,10-3-11 15,9-9-38-15,12-16-47 16,3-13-76-16,2-9-148 16</inkml:trace>
  <inkml:trace contextRef="#ctx0" brushRef="#br0" timeOffset="188813.59">4341 9970 709 0,'0'0'117'0,"0"0"-90"0,0 0-27 16,0 0-8-16,0 0 6 16,34 105 2-16,-25-58 1 15,0-3 6-15,0-5-4 16,0-9 3-16,-5-11-5 15,-1-8 4-15,-1-8-1 16,-2-3-1-16,0 0 3 16,0 0 50-16,0-20-4 15,0-9-46-15,0-8-6 16,0-5-2-16,12 0-3 16,16 1-10-16,8 10-29 15,4 5-9-15,2 11-17 16,1 10-60-16,-4 5-10 0,-3 0-127 15</inkml:trace>
  <inkml:trace contextRef="#ctx0" brushRef="#br0" timeOffset="189383.2">4787 10020 635 0,'0'0'175'0,"0"0"-175"16,0 0-14-16,0 0 14 16,6 109 2-16,-6-72 4 15,0-4-1-15,0-10-2 16,0-5 2-16,0-7-4 15,0-6-1-15,0-4-1 16,0-1-2-16,0-1 3 16,3-20 10-16,13-7-10 15,3-1-11-15,-2 3-16 16,-1 6-66-16,-2 6 39 16,-5 8 38-16,-2 4 15 15,-4 2-1-15,-3 3-4 0,0 14 5 16,0 5-2-1,0 5 2-15,0 6 1 0,0-1 0 16,8-2-1-16,1-10-91 16,7-12-55-16,-1-8 87 15,0-1 60-15,1-19 3 16,-2-8-1-16,2-4 46 16,0-3 39-16,0 6-40 15,0 4 51-15,-3 8-68 16,2 8-27-16,-3 9-3 15,-2 0-4-15,-1 0 2 16,-2 12-2-16,3 9 4 16,-1 2-1-16,-3 5 1 15,1 0-16-15,-1-3-55 0,3-8-130 16</inkml:trace>
  <inkml:trace contextRef="#ctx0" brushRef="#br0" timeOffset="189547.03">5331 10093 299 0,'0'0'219'16,"0"0"47"-16,0 0-153 16,0 0-98-16,0 0-15 15,0 0-30-15,15 14 30 16,-6 18 0-16,3 0-2 16,1 3-12-16,-2-1-23 0,-2-4-38 15,-6-12-84 1,-3-14-214-16</inkml:trace>
  <inkml:trace contextRef="#ctx0" brushRef="#br0" timeOffset="189711.57">5373 9769 820 0,'0'0'35'16,"0"0"-35"-16,0 0-36 15,0 0-19-15,0 0-42 0,36 109 17 16,-33-65-154 0</inkml:trace>
  <inkml:trace contextRef="#ctx0" brushRef="#br0" timeOffset="190612.18">5620 10071 756 0,'0'0'115'0,"0"0"-68"15,0 0-47-15,0 0-7 16,0 0-3-16,0 0 10 16,25 35 0-16,-20-9 0 15,-2-1 0-15,3 0-2 0,0-6-14 16,0-7-13-1,-1-7 13-15,7-5 0 0,0-3 8 16,5-19 7-16,3-5-8 16,-1 4 9-16,-4 2 14 15,-1 5 7-15,-2 6 6 16,1 6-20-16,-1 4-6 16,1 0-1-16,4 6-4 15,7 11-3-15,3 3-19 16,8 4-2-16,4-2-16 15,3-5-42-15,-2-8 17 16,-1-9-172-16,1 0 73 16,-3-19 118-16,-2-9 50 0,-10-3 49 15,-7 1 96-15,-11 5 55 16,-7 4-58-16,0 6 10 16,-14 8-132-16,-5 4-16 15,-1 3-2-15,-1 12-2 16,3 12-1-16,2 2-1 15,2 2-1-15,8 1 0 16,6 0 1-16,0 0-5 16,6-3-31-16,14-8-21 15,5-14 4-15,6-4 11 16,4-16 34-16,0-14 10 16,-1-1 0-16,-12-2 3 15,-7 5 61-15,-8 6 66 16,-6 10-72-16,1 3-26 0,-2 6-2 15,0 2-13-15,0 1-17 16,3 0-8-16,3 9-19 16,10 10 15-16,2 3 3 15,3 4-5-15,1 1-82 16,3-3 81-16,2-9-22 16,3-10-67-16,0-5 60 15,3-19-12-15,-3-13 4 16,-5-12 5-16,-1-7 28 15,-6-4 19-15,-7-1 32 16,-11 3-12-16,-2-1-13 16,-29 0-3-16,-11 0 13 0,0 4 74 15,8 6 119-15,13 13-94 16,11 14-27-16,8 11-62 16,2 6-27-16,2 15-42 15,18 23 10-15,9 16 31 16,5 16 0-16,-1 7 0 15,-6 5-18-15,-8 1-36 16,-10-5-37-16,-1-6 29 16,-4-10-61-16,5-18-116 15</inkml:trace>
  <inkml:trace contextRef="#ctx0" brushRef="#br0" timeOffset="191910.88">7333 9983 819 0,'0'0'51'16,"0"0"-51"-16,0 0-8 15,0 0 7-15,0 0 1 16,43 104 0-16,-25-62 2 16,1 0 8-16,1-1-4 0,4-2-4 15,-2-10 1-15,3-10 1 16,1-13-2-16,2-6 0 16,3-11 2-16,2-18 2 15,-6-9-3-15,-6 1-1 16,-8 3-2-16,-8 1-2 15,-5 5-7-15,0 4-1 16,-10 1 5-16,-9 6 5 16,3 3 1-16,3 6-1 15,-1 3 0-15,10 4-3 16,-1 1 2-16,5 0-38 16,0 0-23-16,23 1 12 15,22-1 45-15,20 0 4 16,16-4-12-16,-1-11-14 0,-13-1-15 15,-19 3 34-15,-23 2 8 16,-14 2 29-16,-11 1 66 16,0 2-16-16,0 3-23 15,0 1-24-15,0 2-8 16,0 0-24-16,-12 2-3 16,-6 18 3-16,-4 10 0 15,1 5-3-15,6-1-4 16,7-4-11-16,8-8 0 15,0-6-14-15,9-10 10 16,15-6 21-16,6 0 1 16,1-22 1-16,-3-6 0 0,-6-3 1 15,-10 3 26-15,-7 6-1 16,-3 5 14-16,-2 4-21 16,0 9 1-16,0 2-9 15,0 2-12-15,0 0-2 16,1 3-13-16,7 16 1 15,8 8 10-15,2 5 4 16,9 2-6-16,3-4-29 16,3-8 6-16,5-14-8 15,4-8-18-15,3-14 33 16,-2-21-2-16,-5-10 6 16,-9-1 7-16,-5-4 11 15,-9 1 9-15,-9 3 22 0,-6 0-19 16,-9 0-2-16,-22 2 10 15,-5-2 15-15,2 10 26 16,11 9 16-16,11 15-26 16,8 7-40-16,4 5-11 15,-3 15-45-15,-1 23 13 16,-1 18 30-16,1 15 2 16,4 6-1-16,0 0-9 15,14-3-14-15,7-12-8 16,8-10 1-16,-1-17 1 15,5-18 8-15,3-15 21 16,5-2 1-16,0-24 7 0,-1-12-3 16,-3-6-4-16,-10-2 1 15,-7 3-1-15,-3 10 2 16,-8 10 0-16,-3 8 26 16,-4 9 1-16,-2 3 4 15,0 1-25-15,0 0-8 16,0 3-35-16,0 21 14 15,0 4 18-15,0 5-1 16,0-2-26-16,0-6-24 16,7-8-31-16,8-13 41 15,4-4 44-15,3-10 12 16,0-14 7-16,-3-5 24 16,-4-1 11-16,-2 2-19 0,-4 6-9 15,-7 8 17 1,2 7 8-16,-2 4-23 0,-2 3-24 15,2 0-4-15,2 0-26 16,8 12-12-16,0 8 37 16,1 5-3-16,1 3-26 15,0-2-17-15,3-1-56 16,4-11 40-16,4-7-3 16,5-7-40-16,0-13-223 15</inkml:trace>
  <inkml:trace contextRef="#ctx0" brushRef="#br0" timeOffset="192211.22">9211 9922 711 0,'0'0'0'0,"0"0"-109"16,0 0 104-16,0 0-27 16,0 0 29-16,0 0 3 15,111-3 6-15,-78-14-2 16,-1-4-1-16,-6-2 4 15,-4 0-7-15,-8 3 0 16,-9 1 3-16,-5 3 9 16,-6 5 6-16,-18 2-9 15,-1 6 16-15,-4 3 23 16,0 0-13-16,-3 10-34 16,2 12-1-16,5 6-3 15,7 4-1-15,8 5 4 0,10-4 1 16,0-1-1-1,40-10-52-15,24-6 16 0,22-11-16 16,16-5-152-16</inkml:trace>
  <inkml:trace contextRef="#ctx0" brushRef="#br0" timeOffset="192910.36">10708 9757 548 0,'0'0'5'0,"0"0"8"16,0 0 22-16,0 0 20 15,0 0-10-15,-74 97 2 16,51-58 6-16,8 4-44 15,8-1-6-15,7-6 2 16,16-10-5-16,21-10 1 16,11-15-1-16,6-1 6 15,-2-17-2-15,-3-14-2 16,-13-9 3-16,-12-4-4 16,-16-3 4-16,-8-3-5 15,-10-6 1-15,-20 3-1 16,-4 2-1-16,-1 7-1 0,2 7 2 15,6 7-5-15,9 8-22 16,4 10-2-16,13 4-2 16,1 5-6-16,0 3-8 15,18 0-20-15,10 3 64 16,7 21 2-16,5 8-1 16,3 11 13-16,-5 11 1 15,-10 7 1-15,-13 9-3 16,-11 5-1-16,-4 4 0 15,-5 2-2-15,-7-3 4 0,11-4-10 16,1-4 2 0,13-10-3-16,15-9-2 0,2-15-28 15,7-12-21-15,-3-16-42 16,-1-8-93-16,-6-8 59 16,-7-26 125-16,-1-16 42 15,-13-11 65-15,-6-5 72 16,-9-3-21-16,-27 6-34 15,-5 5-51-15,0 13-43 16,2 12-16-16,2 10-14 16,7 6-6-16,6 4-9 15,8 7-2-15,11 3-2 16,5 3-23-16,9 0-140 16,24 0 110-16,13 0-106 15</inkml:trace>
  <inkml:trace contextRef="#ctx0" brushRef="#br0" timeOffset="193746.35">11891 9639 726 0,'0'0'93'0,"0"0"-59"15,0 0-34-15,0 0 0 16,-85 40 2-16,43-8-2 15,0 3-2-15,2 1-29 16,8-1-12-16,10-8-69 16,15-7-17-16,7-12-72 15,21-8 145-15,16-3 56 16,10-19 21-16,2-4 2 16,-7-2 59-16,-7 0 33 15,-14 3 8-15,-10 6 13 16,-8 5-67-16,-3 6-16 0,0 6-9 15,0 2-32-15,0 0-12 16,0 0-8-16,0 5-44 16,0 12 25-16,0 7 21 15,0 5-16-15,0-1-17 16,7-3-43-16,22-9-13 16,5-10 37-16,6-6 16 15,0-11 36-15,-1-15 6 16,-3-10 0-16,-2-5 2 15,-7-2 6-15,-8-3 41 16,-13 4-3-16,-6 5 21 16,0 9 41-16,-7 11 5 0,1 9-41 15,1 7-55-15,1 1-17 16,-5 18-45-16,0 14 24 16,-1 11 18-16,6 6-12 15,4 4 0-15,7-2-30 16,22-2-43-16,9-8-31 15,5-17-40-15,2-19-59 16,-3-5 73-16,1-22 145 16,-5-17 72-16,-2-9 39 15,-7-4 95-15,-13-4-97 16,-16-3 14-16,0 1-79 16,-19 5-20-16,-3 12 22 15,8 18 31-15,4 14-45 0,7 9-32 16,0 2-40-1,1 23-29-15,-1 18 69 0,0 15 3 16,3 5 0-16,0 7-3 16,8-4-6-16,17-8-73 15,5-12-57-15,3-22-101 16</inkml:trace>
  <inkml:trace contextRef="#ctx0" brushRef="#br0" timeOffset="194476.93">13228 9400 721 0,'0'0'153'16,"0"0"-92"-16,0 0-48 15,0 0-13-15,0 0-29 16,0 0 11-16,7 14 17 15,-7 37 1-15,0 10 0 16,0 6-7-16,0 1-13 16,7-6-55-16,19-18-37 15,11-17 39-15,8-20 20 16,4-7 49-16,-2-21 4 16,-6-13 38-16,-7-6 40 0,-5-5 29 15,-10-1-66 1,-5 5-5-16,-10 9-2 0,-4 10 25 15,0 14-17-15,0 8-35 16,0 0-7-16,0 6-19 16,0 18-13-16,-7 12 31 15,-1 5 1-15,1 5-4 16,5-1-20-16,2-2 7 16,0-7-21-16,15-10-4 15,5-9-2-15,0-14 21 16,3-3 23-16,-1-5 2 15,-1-15-2-15,-1-4 1 16,0 1 3-16,-2 0 37 16,-2 6-5-16,-2 3-20 0,-1 4 1 15,2 8-14-15,6 2-2 16,12 0-2-16,4 0 1 16,5 4-22-16,0 1-37 15,-2-2-34-15,-7-3 21 16,-6 0 33-16,-3-15 33 15,-14-2 6-15,-5-3 51 16,-5-2-8-16,-2-3-32 16,-17-2-10-16,-9 5 11 15,4 5 49-15,1 10 8 16,7 7-50-16,-4 2-19 16,2 20 0-16,4 5 0 15,4 7-3-15,10 5-1 0,0 6 4 16,15-1-3-1,26-5-26-15,13-10-75 0,17-15 4 16,4-14 17-16,1 0 31 16,-22-21-327-16</inkml:trace>
  <inkml:trace contextRef="#ctx0" brushRef="#br0" timeOffset="194696.59">13333 9508 426 0,'0'0'55'0,"0"0"-55"16,0 0 0-16,0 0 26 15,90 10 1-15,-32-10-21 16,11 2-4-16,9-2-2 15,8 0-17-15,6 0-132 16</inkml:trace>
  <inkml:trace contextRef="#ctx0" brushRef="#br0" timeOffset="195277.68">15004 9381 695 0,'0'0'0'16,"0"0"-36"-16,0 0 36 15,43 100 0-15,-26-61 1 16,2-3 2-16,4-11-2 16,0-11 0-16,3-12 1 15,-1-2 5-15,-1-12 1 16,1-14 7-16,-1-7-2 15,-9-4 1-15,-6 3 19 16,-9 1-1-16,0 5-4 16,-13 7-8-16,2 9 22 0,4 9-1 15,-1 3-41-15,0 12-20 16,-3 20 14-16,-5 14 5 16,3 12 1-16,7 12 0 15,5 3-1-15,1-3 0 16,17-9-28-16,18-16-28 15,16-19-25-15,7-19 31 16,5-7 2-16,3-26-43 16,-5-13-57-16,-6-8 130 15,-15-6 19-15,-15-3 82 16,-10 3 0-16,-10 1-33 16,-5 6 21-16,0 8 80 15,0 15-47-15,0 9-43 0,0 9-27 16,0 5-33-16,0 2-5 15,0 21-36-15,0 15 41 16,-5 11 0-16,0 6 1 16,2-1-1-16,3-2-6 15,0-7-28-15,0-4-31 16,16-13-124-16,0-17-151 16</inkml:trace>
  <inkml:trace contextRef="#ctx0" brushRef="#br0" timeOffset="195456.64">15626 9324 833 0,'0'0'4'16,"0"0"2"-16,0 0-6 16,82-56-10-16,-30 52 8 15,10 3 1-15,6-1 1 16,-1 2 0-16,-4 0 0 15,-10 0-33-15,-9 8-128 16,-13-3-173-16</inkml:trace>
  <inkml:trace contextRef="#ctx0" brushRef="#br0" timeOffset="195644.49">15599 9581 184 0,'0'0'17'0,"0"0"34"16,0 0-1-16,87 70-8 15,-35-64 8-15,8-6-16 16,1 0-34-16,-7-4-13 16,-11-10-148-16</inkml:trace>
  <inkml:trace contextRef="#ctx0" brushRef="#br0" timeOffset="196056.81">15829 9657 667 0,'0'0'0'0,"0"0"-17"16,0 0 17-16,0 0 0 16,0 0 0-16,0 0 21 15,113 42 31-15,-68-45-8 16,6-11-28-16,-2-3-12 15,-1-2-4-15,-8-1-6 16,-5-2-60-16,-9-1-14 16,-5-1-3-16,-7 0-27 15,-4 3 71-15,-4 3 39 16,-3 5 52-16,-2 7 35 16,1 5-48-16,-2 1-39 15,0 4 0-15,0 21-13 16,0 7 12-16,-12 7 1 15,-7 5 1-15,1-2 0 0,4-8 2 16,7-9-2-16,5-8 1 16,2-8 10-16,0-2 19 15,0-2-4-15,0 0-16 16,-1-1-3-16,-5 2-3 16,-6 4-1-16,-10 2-2 15,-7 4-2-15,-10 1-4 16,0-3-61-16,5-8-204 15</inkml:trace>
  <inkml:trace contextRef="#ctx0" brushRef="#br0" timeOffset="196212.33">16558 9769 949 0,'0'0'30'16,"0"0"-20"-16,0 0-10 15,0 0-49-15,0 0-11 16,0 0-67-16,-88 44-199 16</inkml:trace>
  <inkml:trace contextRef="#ctx0" brushRef="#br0" timeOffset="197008.44">3371 10819 374 0,'0'0'154'0,"0"0"-40"16,0 0-54-16,0 0-53 15,0 0-4-15,0 0 19 16,120-19 6-16,-64 15 19 15,19-2-22-15,20-1-11 16,13-1-6-16,12-6-8 16,9-3 0-16,-7-6-5 15,-13 3-29-15,-17 1-50 16,-30 5-69-16,-34 3-207 16</inkml:trace>
  <inkml:trace contextRef="#ctx0" brushRef="#br0" timeOffset="197182.76">4041 10812 488 0,'0'0'30'15,"0"0"32"-15,0 0-21 16,45 96-4-16,-17-58-10 16,6 8 6-16,4 4-22 15,-1 1-4-15,-10 4-7 16,-8-6-86-16,-8-11-205 15</inkml:trace>
  <inkml:trace contextRef="#ctx0" brushRef="#br0" timeOffset="197656.35">4746 10952 658 0,'0'0'180'15,"0"0"-106"-15,0 0-58 16,0 0-16-16,0 0-6 16,0 0 3-16,32 10 1 15,-22 20 2-15,5 8 1 16,0 6-1-16,4 4-13 16,1-2-30-16,7-4-31 15,1-9 1-15,7-8 8 0,3-11-8 16,2-9-29-1,-1-5-43-15,-4-4 51 0,-7-19 94 16,-5-8 6-16,-6-6 143 16,-8-7 1-16,-9-4-22 15,0-5 4-15,-19-5-67 16,-8 2-10-16,0 8-20 16,6 16 16-16,8 12-15 15,10 13-31-15,3 7-5 16,0 0-14-16,0 8-28 15,0 14 14-15,8 11 27 16,6 6 0-16,7 1 0 0,7 1 1 16,5-7-11-16,9-7-20 15,7-13-9-15,8-11-19 16,2-3-47-16,1-22-60 16,-6-13-302-16</inkml:trace>
  <inkml:trace contextRef="#ctx0" brushRef="#br0" timeOffset="197862.48">5743 10994 565 0,'0'0'167'0,"0"0"-57"16,0 0-72-16,0 0-17 15,0 0-21-15,0 0 0 16,104-22 0-16,-65 18-3 16,6 4-32-16,-3 0-82 15,1-3-129-15</inkml:trace>
  <inkml:trace contextRef="#ctx0" brushRef="#br0" timeOffset="198055.28">5640 11211 797 0,'0'0'15'0,"0"0"-15"15,0 0-1-15,0 0 1 16,0 0 7-16,82 15-3 16,-31-12 5-16,13-2-9 15,2-1-31-15,4 0-175 16,-6-20-345-16</inkml:trace>
  <inkml:trace contextRef="#ctx0" brushRef="#br0" timeOffset="202437.4">18904 5386 30 0,'0'0'38'15,"0"0"12"-15,0 0-1 16,0 0-18-16,0 0-31 15,81-64-54-15</inkml:trace>
  <inkml:trace contextRef="#ctx0" brushRef="#br0" timeOffset="202583.42">19173 5163 16 0,'0'0'0'0</inkml:trace>
  <inkml:trace contextRef="#ctx0" brushRef="#br0" timeOffset="203001.57">19263 5010 251 0,'0'0'87'16,"0"0"-16"-16,0 0-6 16,0 0-12-16,0 0-3 15,0 0 22-15,0-21-15 16,0 21-29-16,0 0-14 15,0 0-14-15,0 0 0 16,-3 7-12-16,-5 22-23 16,-2 14 35-16,1 14-11 15,3 9-51-15,6 2-85 16,0-7-49-16</inkml:trace>
  <inkml:trace contextRef="#ctx0" brushRef="#br0" timeOffset="203181.67">19289 5806 130 0,'0'0'25'0,"0"0"55"15,0 0-39-15,0 0 6 16,0 0-15-16,0 0 10 16,-14 32-22-16,14-21-7 15,0 6-10-15,0 5-3 16,8 5-17-16,9-3-185 15</inkml:trace>
  <inkml:trace contextRef="#ctx0" brushRef="#br0" timeOffset="203350.21">19273 6159 562 0,'0'0'107'15,"0"0"10"-15,0 0-117 16,0 0-8-16,0 0-104 15,0 0 91-15,36 82-24 16,-15-57-34-16,0-4-108 16,-6-6-29-16</inkml:trace>
  <inkml:trace contextRef="#ctx0" brushRef="#br0" timeOffset="203751.61">19130 6911 465 0,'0'0'180'15,"0"0"-64"-15,0 0-110 16,0 0-6-16,0 0-40 15,0 0 32-15,18 11 7 16,-12 0-15-16,-1-3-26 16,-2 1 10-16,-3 3-7 15,0 1-83-15,0-1-43 16,-1 3 7-16</inkml:trace>
  <inkml:trace contextRef="#ctx0" brushRef="#br0" timeOffset="204217.26">19440 6646 433 0,'0'0'134'16,"0"0"21"-16,0 0-81 16,0 0-73-16,0 0-1 15,0 0-8-15,2 10-9 0,-2 20 14 16,0 9 1-1,0 13-13-15,-11 6-16 0,-1 6-34 16,2-1-76-16,2-8-85 16</inkml:trace>
  <inkml:trace contextRef="#ctx0" brushRef="#br0" timeOffset="204382.58">19334 7397 116 0,'0'0'101'0,"0"0"-23"15,0 0-47-15,-36 77 6 16,27-61-8-16,5 0 0 0,2-1-5 16,2 0-13-16,0 2-5 15,0-3-6-15,0-2-43 16,8 1-124-16</inkml:trace>
  <inkml:trace contextRef="#ctx0" brushRef="#br0" timeOffset="204561.59">19151 7877 245 0,'0'0'12'15,"0"0"56"-15,-12 87 37 16,12-57 10-16,0-4-98 16,3 0-10-16,7 2-3 0,2 0-1 15,-1 3-2 1,-5-1-2-16,-6-3-158 0,0-4-14 15</inkml:trace>
  <inkml:trace contextRef="#ctx0" brushRef="#br0" timeOffset="204740.97">19037 8447 12 0,'0'0'130'16,"0"0"83"-16,-30 87-147 15,30-57-54-15,0-1-9 16,2 1 79-16,11-4-71 15,0-1-6-15,1-4-3 16,-3-3 1-16,0-4-3 16,-1-3-17-16,-3-1-32 0,-4-4-87 15,-1 0 28-15</inkml:trace>
  <inkml:trace contextRef="#ctx0" brushRef="#br0" timeOffset="204913.28">19058 8782 469 0,'0'0'142'15,"0"0"-26"-15,0 0-76 16,0 0-40-16,0 0-79 16,0 0 29-16,15-4-12 15,-13 11-110-15,1-5-59 0</inkml:trace>
  <inkml:trace contextRef="#ctx0" brushRef="#br0" timeOffset="205624.43">19351 7452 369 0,'0'0'97'16,"0"0"-17"-16,0 0-80 15,0 0 0-15,0 0-25 16,0 0 19-16,3 88 6 15,-14-29 3-15,-7 11-2 16,-2 10 6-16,3 11-4 16,2 4-3-16,5 2-5 15,3-5-76-15,7-8-98 16,0-10-85-16</inkml:trace>
  <inkml:trace contextRef="#ctx0" brushRef="#br0" timeOffset="205791.17">19218 8663 395 0,'0'0'22'0,"0"0"-12"16,0 0-3-16,0 0-4 15,0 0-1-15,0 0 0 16,-17 61-2-16,17-45-4 16,0 9-3-16,0 1 5 15,-3 1-18-15,2-7-143 16</inkml:trace>
  <inkml:trace contextRef="#ctx0" brushRef="#br0" timeOffset="205933.37">19127 8978 435 0,'0'0'71'16,"0"0"-58"-16,0 0-12 16,0 0 0-16,0 0-1 15,0 0-2-15,-12 67-82 16,12-56 5-16,0-4-82 15</inkml:trace>
  <inkml:trace contextRef="#ctx0" brushRef="#br0" timeOffset="212174.32">6508 11017 289 0,'0'0'130'16,"0"0"-25"-16,0 0-19 16,0 0 16-16,0 0-57 15,0 0 37-15,0 0-59 16,-16-56 23-16,13 50-18 16,1-3-12-16,1 3-1 15,1-1-9-15,0 0-6 16,0-1 0-16,3-4-1 15,16-5-2-15,11-3 2 16,3 0 1-16,-2 0-1 16,2 3 1-16,-6 5 0 0,-2 6 0 15,2 6-1-15,-3 0-4 16,0 20-2-16,-5 10-8 16,-10 9 6-16,-9 6-4 15,0 2-5-15,-15-4 3 16,-10-7 9-16,1-6-3 15,6-9 9-15,6-7 0 16,6-6 0-16,3-3-4 16,1-2-47-16,2-3-29 15,0 0 38-15,0 0 30 16,0 0 12-16,8 0 4 16,7 0-1-16,1 4-3 15,-4 3 1-15,-1 6-1 16,-5 2 1-16,-5 5-1 0,-1 4 6 15,0 1-4-15,-12 0 1 16,-7-1 7-16,-2-2-4 16,0-1-4-16,0-9 2 15,0 0-3-15,-2-7 1 16,0-5 2-16,-1 0-2 16,6 0-2-16,11-10-32 15,7-5-98-15,0-3-191 16</inkml:trace>
  <inkml:trace contextRef="#ctx0" brushRef="#br0" timeOffset="212525.52">6972 11059 630 0,'0'0'146'0,"0"0"-39"16,0 0-96-16,0 0-11 15,0 0-5-15,0 0 5 16,30 48-3-16,-14-18 3 16,4 1 0-16,5 1 0 15,3-6 0-15,5-6-2 16,3-9-1-16,2-8 1 16,3-3-4-16,-1-14 6 15,-5-13 5-15,-10-3-3 0,-7-2 0 16,-16 4 2-1,-2-1 20-15,-7 2-9 0,-21 1-8 16,-17 6 1-16,-7 7-8 16,-2 10 0-16,8 3-8 15,17 12-33-15,22 15-40 16,7 7-44-16,16 1 19 16,22-6-140-16</inkml:trace>
  <inkml:trace contextRef="#ctx0" brushRef="#br0" timeOffset="212714.5">7524 11337 313 0,'0'0'33'16,"0"0"127"-16,0 0-80 15,-28 88-59-15,14-52 7 16,2 0-21-16,-4 3-4 15,2-3-3-15,-1-3-21 16,3-8-76-16,-2-11-241 16</inkml:trace>
  <inkml:trace contextRef="#ctx0" brushRef="#br0" timeOffset="214040.18">7858 11097 601 0,'0'0'98'15,"0"0"-32"-15,0 0-66 16,0 0-10-16,0 0 8 16,0 0 1-16,-11 71-2 15,10-39 2-15,1 3 1 16,0 2 2-16,12 2-2 15,15-3-10-15,9-5 10 16,5-11 1-16,1-10-1 16,1-10-22-16,-8 0 7 0,-3-15-3 15,-5-10 18-15,-9-8 0 16,-3-1 0-16,-7-1 15 16,-8 2 13-16,-5 4-10 15,-28 1-13-15,-14 3-5 16,-9 5-12-16,7 4 12 15,12 6 0-15,13 6 0 16,12 1 0-16,9 2-1 16,2 1 0-16,1 0-10 15,0 0-5-15,0 0 12 16,0 0-1-16,0 0 5 16,0 0 4-16,0 0-4 0,0 0 5 15,0 0 33-15,-2-1 1 16,2-2-11-1,-3 3-15-15,2-3-4 0,-1 3-9 16,1 0 2-16,1 0-2 16,0 0 0-16,0 0-2 15,0 0 0-15,0 0 1 16,0 0-3-16,0 0 4 16,0 0-4-16,0 0-1 15,7 0 5-15,12 3 0 16,8 0 3-16,8-2-3 15,5-1 0-15,15 0-1 16,6 0-9-16,3 0-7 16,-2 0-46-16,-6-7 33 15,-11 1 6-15,-9 0 21 0,-16 2 3 16,-6 0 19-16,-11 1 50 16,-3 1 0-16,0 2-17 15,0 0-21-15,0 0-13 16,0 0-18-16,-8 15-5 15,-9 9 5-15,-5 6 0 16,2 4 0-16,4-1 0 16,2-2-1-16,5 0-1 15,9-5 1-15,0-1 1 16,0-9-7-16,12-2 4 16,2-11 3-16,2-3 2 15,0 0 0-15,2-3 4 0,-5-11 3 16,1-5 4-16,-6 0 3 15,-4-4-8-15,-4 6-8 16,0-3 0-16,0 2-1 16,-12-3-2-16,-9 1-8 15,-4-2-7-15,-3 3-6 16,5 2 7-16,1 5 11 16,6 2 0-16,11 4 6 15,0 3 2-15,5 0-2 16,0 2-5-16,0 1 0 15,0 0-3-15,0 0-7 0,10 0 12 16,11 0 1 0,5 3 4-16,2-1-3 0,4 1 3 15,-1-1-1-15,-3 1-1 16,-2 4 1-16,-2-3-1 16,-5 2 0-16,0 2 0 15,-1 0 0-15,0 1 0 16,-3 2 1-16,0 0-1 15,-6 0 0-15,0 3 0 16,-3-2-2-16,-2 3 1 16,0-1 0-16,0 3 1 15,0-2-1-15,1 2 0 16,-2-6-1-16,7-5-9 16,4-3-6-16,6-3 9 15,11-6 8-15,9-15 6 0,4-6-5 16,-2-2 4-1,-9-3 23-15,-9 1 3 0,-9-1 13 16,-13 2 9-16,-2 5-28 16,0 5-11-16,-30 8-14 15,-17 7-3-15,-20 5-20 16,-10 6-34-16,3 14-14 16,13 6-37-16,18-2-69 15,16-4-271-15</inkml:trace>
  <inkml:trace contextRef="#ctx0" brushRef="#br0" timeOffset="214212.36">8795 11107 532 0,'0'0'116'15,"0"0"44"-15,0 0-86 16,0 0-73-16,0 0-1 15,0 0-66-15,-47 10-22 16,37 2-48-16,1-6-193 16</inkml:trace>
  <inkml:trace contextRef="#ctx0" brushRef="#br0" timeOffset="-214045.97">7600 6704 465 0,'0'0'157'16,"0"0"-65"-16,0 0-33 15,0 0-26-15,0 0-4 16,0 0-11-16,0 0-8 16,0 0-5-16,0 0-2 0,0 0 3 15,0 0-1-15,0 0-5 16,0 0-3-16,0 4-80 15,0 9-154-15,0-1 11 16</inkml:trace>
  <inkml:trace contextRef="#ctx0" brushRef="#br0" timeOffset="-213538.12">10183 6551 447 0,'0'0'223'0,"0"0"-169"16,0 0-24-16,0 0-22 16,0 0-8-16,0 0 0 15,0 0 1-15,0 0-1 16,0 0-1-16,0 0-16 15,0 2-61-15,0 5-116 0,2 0 32 16,-2-6-77 0</inkml:trace>
  <inkml:trace contextRef="#ctx0" brushRef="#br0" timeOffset="-213033.31">14212 6399 567 0,'0'0'0'0,"0"0"-21"15,0 0-83-15,0 0 101 16,0 0 1-16,0 0 4 15,0 3-2-15,-2 6 0 16,-6 0 0-16,5-1-144 16</inkml:trace>
  <inkml:trace contextRef="#ctx0" brushRef="#br0" timeOffset="-212569.22">18038 6295 139 0,'0'0'85'16,"0"0"11"-16,0 0 16 15,0 0-38-15,0 0-28 16,0 0-3-16,24 1-37 16,-21-1-1-16,-3 0 4 0,0 0-9 15,0 4-23-15,-11 3-226 16,-7-4 42-16</inkml:trace>
  <inkml:trace contextRef="#ctx0" brushRef="#br0" timeOffset="-208613.59">9521 10585 319 0,'0'0'154'0,"0"0"-21"16,0 0-8-16,0 0-26 15,0 0-28-15,0 0-25 16,0 0-35-16,-24-57-11 16,12 68-5-16,-13 26 3 15,-9 26 1-15,-8 19 2 16,2 13-2-16,10 3 2 15,13 0-1-15,16-5 0 16,1-5-9-16,25-4-7 0,15-6-4 16,12-11-11-1,10-9-10-15,5-21-18 0,6-20-58 16,3-17-87-16</inkml:trace>
  <inkml:trace contextRef="#ctx0" brushRef="#br0" timeOffset="-207248.61">9807 10917 514 0,'0'0'44'0,"0"0"64"15,0 0-33-15,0 0-13 0,0 0-14 16,0 0-17 0,0 0 0-16,5-39-26 0,-5 39-5 15,0 14-10-15,0 14-1 16,0 12 11-16,0 5 0 15,-12 4 0-15,-2 1-5 16,0-3-13-16,-1-4-17 16,0-5-32-16,0-4 10 15,2-11-72-15,2-8-150 16</inkml:trace>
  <inkml:trace contextRef="#ctx0" brushRef="#br0" timeOffset="-207049.33">10020 11117 788 0,'0'0'106'16,"0"0"-44"-16,0 0-48 16,0 0-14-16,0 0-1 15,0 0-4-15,0 8-50 16,0 7-10-16,0 4-24 15,0-6-59-15,0-12-283 16</inkml:trace>
  <inkml:trace contextRef="#ctx0" brushRef="#br0" timeOffset="-206778.75">10295 10880 608 0,'0'0'145'16,"0"0"-28"-16,0 0-71 16,0 0-46-16,0 0-11 15,0 0 11-15,-9 97 3 16,9-44-3-16,-1 7 0 15,-8 1-6-15,-9 2-18 16,-3-5-50-16,0-11-43 16,10-15-151-16</inkml:trace>
  <inkml:trace contextRef="#ctx0" brushRef="#br0" timeOffset="-206449.42">10428 11054 760 0,'0'0'99'16,"0"0"-17"-16,0 0-82 16,0 0-5-16,0 0 2 15,0 0 3-15,36 60 0 0,-20-26 0 16,2 0 0 0,4-1-20-16,7-9-19 0,4-10-13 15,4-10 9-15,9-4 21 16,1-17 17-16,8-13 5 15,-6-8 2-15,-10-3 7 16,-13 0 38-16,-14 4 2 16,-12 1-15-16,-4 1 4 15,-37 6-27-15,-17 6-11 16,-7 12-6-16,6 11-48 16,19 0 6-16,18 11-44 15,14 7-71-15,6-1-73 16</inkml:trace>
  <inkml:trace contextRef="#ctx0" brushRef="#br0" timeOffset="-206165.52">10999 10718 733 0,'0'0'22'0,"0"0"-16"16,0 0-6-16,79 12 0 16,-50 25-1-16,-2 10 2 15,-5 12 6-15,-7 14 3 16,-6 4-8-16,-9 4 2 16,0 0-2-16,-14-4 1 15,-18-1 0-15,-10-7 5 0,-10-7-8 16,-8-10-9-16,-3-13-95 15,1-17-95-15,8-14-222 16</inkml:trace>
  <inkml:trace contextRef="#ctx0" brushRef="#br0" timeOffset="-205497.98">11395 10487 563 0,'0'0'212'0,"0"0"-131"16,0 0-17-16,0 0-51 15,0 0-13-15,0 0-3 16,19 5-1-16,-9 31 4 16,-1 14-1-16,-7 6-2 15,-2 4 3-15,-6 0 0 16,-13-9 3-16,4-6-3 15,7-13-39-15,6-9-17 16,2-14-2-16,5-9 20 0,19-3 37 16,8-22-2-16,3-11 6 15,-5-2-3-15,-12-1 32 16,-12-2 41-16,-2 8-23 16,-4 5 1-16,0 12-3 15,0 9-14-15,0 7-34 16,0 3-1-16,1 23-37 15,2 15 33-15,2 12 2 16,-2 6 1-16,-3 4-2 16,0 2-34-16,-3-2-27 15,-12-17-155-15</inkml:trace>
  <inkml:trace contextRef="#ctx0" brushRef="#br0" timeOffset="-205002.06">12224 11171 632 0,'0'0'89'16,"0"0"11"-16,0 0-70 0,0 0-24 15,0 0-6-15,0 0 3 16,69-18-3-16,-40 18 0 15,10-2 2-15,-1-3-1 16,2-1-1-16,3 1 0 16,-4 2-6-16,-7 3-94 15,-12 0-89-15,-20 0-305 16</inkml:trace>
  <inkml:trace contextRef="#ctx0" brushRef="#br0" timeOffset="-204829.29">12109 11405 481 0,'0'0'160'0,"0"0"-143"0,0 0 85 15,85-9-18-15,-31-2-49 16,8-2-7-16,10 0-15 16,8 6-13-16,5 2-4 15,-2-1-67-15,-7-5-168 16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2999C8-A394-D312-767F-06CD4AF6040A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9078C7-1E4D-C718-9D66-25FD7BDAFFCF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16FCFB-FFF0-4542-6B94-E1A2493DAA23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8958B3-B2C7-13A8-DB16-7F54FC89BCE9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50D2DBAB-718B-D54D-3015-1DC0BCFCE3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16AF42-8A98-B01A-A10C-340B2F23FA5E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0DC85B-FA5E-4296-0D01-97D5A8EC27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35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BE79BB-9523-5504-CA9F-434F09983C58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E49985-A61D-2213-851F-93B283EE8E98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1B29C1-D52B-BEE2-2C0F-3E06508CD090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1DB766-AF06-A391-BC69-FB3B149BA03E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D4C0B7BC-5223-71F6-8D59-3823508B72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9E42A6-BA40-ACAE-B3A9-8D236EF9B05A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FB86CD-03E5-2896-17D4-5463EE0D471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4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B1C0112A-B458-EC50-EC3F-310279B1F1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274FBD8-7AA4-7AC7-AD8B-4A41643EB636}"/>
              </a:ext>
            </a:extLst>
          </p:cNvPr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7A6B885E-F499-5744-DB1A-031EEA2161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69F9FA-11BC-5467-9D2C-5CCE871233E9}"/>
              </a:ext>
            </a:extLst>
          </p:cNvPr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379601-BF97-100D-E8D9-234727516FCA}"/>
              </a:ext>
            </a:extLst>
          </p:cNvPr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0C893D-53B2-F684-DAD5-F409D7A50C82}"/>
              </a:ext>
            </a:extLst>
          </p:cNvPr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098D80-D261-E730-A184-7C49CD0F5A50}"/>
              </a:ext>
            </a:extLst>
          </p:cNvPr>
          <p:cNvSpPr txBox="1"/>
          <p:nvPr userDrawn="1"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522D44-DAFD-B814-2556-B68D8F6AB5E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4223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DC5A1B-7DF9-CDD1-5385-017F25AFB51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0F1EF933-6E73-28EB-33A9-2805DDEA3E2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A15FA4-D01E-7D7B-6EDD-F8FB58B1FB57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0F31813-CF05-E6CB-3EA2-07BD07B538C7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DB54C4-FA59-15E1-666A-D28C31D14B13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DC3FFEF4-A1D9-3B32-C084-812F8AB585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A33249B9-2626-E605-E870-AD2932C9087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F0901D-AC3B-764E-7078-06D06718225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58E89D-6EE8-F36F-7D8B-7FCFB2D49B2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E0FABB-0422-AFC4-9724-026B28C4C85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CD4034BA-4F9D-0704-8A76-8758E77F85E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AE5E82F-A50D-ACCE-C086-06DB1882441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7B0B89-E7A2-1BEB-DD2E-2FCA33FCA06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8398209-54F5-C9CE-3A0C-CC814332C0C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696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F250C7A0-AA08-195E-1400-1F522C412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A868F35C-68E9-6E8D-D1E6-21389A3BB4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AD9F94-0383-104F-355B-DB27B25E57B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AD43A40-CC3F-4B5A-D095-5A8BD13C4FE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486F25-7F6E-E0F6-AF90-5E6C44FC804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D898E270-670D-8A46-7577-A58D879B15C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D6D4C1B-BAD1-AD54-BBCD-CC0CA113876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50E0D07-72E8-2769-9E53-654B7E5C8B2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7EB7C8-440E-2734-FD6B-591850BE0C1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A528D09-0088-066C-11D0-CA80184FF0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136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D7D2784F-84F4-44AA-6E5F-ABDDD1E6497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87D30A0-EC77-08E8-DEB7-78DDA7D26B1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EBE22D-3E08-2EA7-6F04-8376B6E22A5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3F63DCC-9FB2-795A-A1F0-DB99EB7BEC6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3EC840CE-C8F7-5FA9-08A1-FD516E00989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A47FE2C-E5D9-9A1A-36DE-6D668EE3B53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BECD02-5181-A6A8-2631-C1D68131034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F9D4DB-7469-EAFC-58BF-BF4F168304C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4" descr="Picture 7.png">
            <a:extLst>
              <a:ext uri="{FF2B5EF4-FFF2-40B4-BE49-F238E27FC236}">
                <a16:creationId xmlns:a16="http://schemas.microsoft.com/office/drawing/2014/main" id="{DE76622B-642A-25DF-7DBA-7E6266F41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F4D3FC-AB17-5A9D-C04A-42C17DEE6F3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2735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061B4C0B-29CB-76F1-792E-6718CB9773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3CF6869-58DE-FC9C-3C81-480B8C9D693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1186EFF-E5D5-1977-F87F-C9B84776EB6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46A262-7E72-BBB3-8919-3457804CFD4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3423631F-0C8A-45B0-FBC9-75A59230974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DDE8C9-8848-99E2-C651-3877C0A57EC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F2ACC64-F221-4B50-FB5E-5C08320801A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98B941-C125-0BC3-FE47-719A8360810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0D7B97ED-0A31-048C-C797-C813B1D7EE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647D4B-669D-6B75-A828-B823312AC87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844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DD0DFE4C-8078-FC85-A9E7-571520BE48B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CB3610-9E87-771A-FFA1-150C8F021B6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86057AE-3C4E-5289-D35C-09EBFA3AFB9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8DEB3D0-3E0A-7503-2D28-952A35D0702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3465EB47-CA26-D3D9-C28F-8F35E328482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0357FA-4C5E-6993-9558-C7DC44EF830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2CFC455-B5BD-0BDC-5F25-FF23C105E20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60F32A-390C-B663-16D8-C9CB3930F43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C40E7BB6-65AC-BD6B-B337-AC9E1A5141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37F5AD-8FED-0FE5-9395-316C1A85510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8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7627FEC7-1373-5D18-7BDF-46ECD28E0D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0732FC2-6D1A-BC69-688D-D181A3455F3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AFEBCE-60BC-7439-F2C8-F5182EE3797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55E533-E617-A5D4-ED94-006F5242BAB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E9953C3-2DBC-6B37-0586-DB8DFB159CD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3FED2F-4D07-D1CD-CC0A-508006D763B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652376-4128-9371-913C-64A9F2F278D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5898608-86AC-8076-9574-B362D895D90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60B026F9-877F-381C-819F-5A3DD099AC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750FA5-96E7-C894-4AE7-1E28D50D95F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292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F3EF1C22-4E09-D276-F9D1-347312302C9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18718A9-EC35-AD9C-D629-86717BBF5AE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EADD5B-3E5C-8E23-BCFD-3EE2590860E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947F106-8EC3-F016-03A8-83E98F53B0E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CAAF76F4-84A3-DFCB-DE3E-5722D31933E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FE9E1C-8861-C494-DDEF-D6A863AE42E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20AEFF-C499-0D10-C90C-01F5BFB7BE1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1DF101-4CEF-B943-23BE-BD9F92051BC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7B1A0FFA-DBC7-E102-6198-A035643D2E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92FEC8-C08F-80D2-C180-CE3D3911612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2908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2D5B86EE-97F7-823E-5490-8A3D2E58D4C7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342D3A5-696D-3FD3-084B-9F885FDF9F9C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0BD0B9-6720-7A19-BD9D-2D7F2B63A24A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FD5153-BF28-312E-187A-142A2DAFDC00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3A458BC6-6505-2E42-2619-AED3272541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D7BB8C-9606-E790-68F2-C2B387C111F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900" b="1">
                <a:solidFill>
                  <a:srgbClr val="101141"/>
                </a:solidFill>
              </a:rPr>
              <a:t>BITS </a:t>
            </a:r>
            <a:r>
              <a:rPr lang="en-US" altLang="en-US" sz="9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3738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E4483-CB01-6EA7-E5ED-9B90C2A4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7976DA-A9CD-899D-F5AA-DF9F268E80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C7856-9BE1-01EC-5C0F-A2D09937A2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A01C544-320C-4A73-B197-06D05FC95D32}" type="datetimeFigureOut">
              <a:rPr lang="en-US"/>
              <a:pPr>
                <a:defRPr/>
              </a:pPr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673AB-E9D5-7D73-C817-928D7EA3E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9B80E-31B5-B145-F464-80BC74AEF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65C7A079-9B47-45FF-9CDF-5D51140BD82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48" r:id="rId1"/>
    <p:sldLayoutId id="2147484949" r:id="rId2"/>
    <p:sldLayoutId id="2147484950" r:id="rId3"/>
    <p:sldLayoutId id="2147484951" r:id="rId4"/>
    <p:sldLayoutId id="2147484952" r:id="rId5"/>
    <p:sldLayoutId id="2147484953" r:id="rId6"/>
    <p:sldLayoutId id="2147484954" r:id="rId7"/>
    <p:sldLayoutId id="2147484955" r:id="rId8"/>
    <p:sldLayoutId id="2147484956" r:id="rId9"/>
    <p:sldLayoutId id="2147484957" r:id="rId10"/>
    <p:sldLayoutId id="214748495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customXml" Target="../ink/ink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.xml"/><Relationship Id="rId5" Type="http://schemas.openxmlformats.org/officeDocument/2006/relationships/image" Target="../media/image18.png"/><Relationship Id="rId4" Type="http://schemas.openxmlformats.org/officeDocument/2006/relationships/customXml" Target="../ink/ink12.xml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customXml" Target="../ink/ink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customXml" Target="../ink/ink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5">
            <a:extLst>
              <a:ext uri="{FF2B5EF4-FFF2-40B4-BE49-F238E27FC236}">
                <a16:creationId xmlns:a16="http://schemas.microsoft.com/office/drawing/2014/main" id="{8BBE8984-464D-2A8D-9327-749F8863B4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/>
              <a:t> M K Hamirwasia</a:t>
            </a:r>
          </a:p>
          <a:p>
            <a:pPr>
              <a:spcBef>
                <a:spcPct val="0"/>
              </a:spcBef>
            </a:pPr>
            <a:r>
              <a:rPr lang="en-IN" altLang="en-US"/>
              <a:t>WILPD</a:t>
            </a:r>
          </a:p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2A088C-472C-94C9-797C-5D913AB2F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581400"/>
            <a:ext cx="5334000" cy="762000"/>
          </a:xfrm>
        </p:spPr>
        <p:txBody>
          <a:bodyPr/>
          <a:lstStyle/>
          <a:p>
            <a:pPr>
              <a:defRPr/>
            </a:pPr>
            <a:r>
              <a:rPr lang="en-US" dirty="0"/>
              <a:t>                                     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Project Selection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Chapter 2, T1</a:t>
            </a:r>
            <a:br>
              <a:rPr lang="en-US" dirty="0"/>
            </a:br>
            <a:br>
              <a:rPr lang="en-US" sz="1800" dirty="0"/>
            </a:b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09F508-9EC8-5A56-5DA4-670F1BCA1C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IN" dirty="0">
                <a:latin typeface="Arial" charset="0"/>
                <a:cs typeface="Arial" charset="0"/>
              </a:rPr>
              <a:t>AE/DE/MM/ES/POM ZG523-Merged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IN" dirty="0">
                <a:latin typeface="Arial" charset="0"/>
                <a:cs typeface="Arial" charset="0"/>
              </a:rPr>
              <a:t>Project Management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dirty="0">
                <a:latin typeface="Arial" charset="0"/>
                <a:cs typeface="Arial" charset="0"/>
              </a:rPr>
              <a:t>Lecture No.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Content Placeholder 2">
            <a:extLst>
              <a:ext uri="{FF2B5EF4-FFF2-40B4-BE49-F238E27FC236}">
                <a16:creationId xmlns:a16="http://schemas.microsoft.com/office/drawing/2014/main" id="{C60E992B-5261-E227-CEC8-6BDA00582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algn="just" fontAlgn="base">
              <a:spcAft>
                <a:spcPct val="0"/>
              </a:spcAft>
              <a:defRPr/>
            </a:pPr>
            <a:r>
              <a:rPr lang="en-US" altLang="en-US" dirty="0"/>
              <a:t>Design of a Portfolio Management System should include:</a:t>
            </a:r>
          </a:p>
          <a:p>
            <a:pPr lvl="1" algn="just" fontAlgn="base">
              <a:spcAft>
                <a:spcPct val="0"/>
              </a:spcAft>
              <a:defRPr/>
            </a:pPr>
            <a:r>
              <a:rPr lang="en-US" altLang="en-US" sz="3600" dirty="0"/>
              <a:t>Classification of a Project</a:t>
            </a:r>
          </a:p>
          <a:p>
            <a:pPr lvl="1" algn="just" fontAlgn="base">
              <a:spcAft>
                <a:spcPct val="0"/>
              </a:spcAft>
              <a:defRPr/>
            </a:pPr>
            <a:r>
              <a:rPr lang="en-US" altLang="en-US" sz="3600" dirty="0"/>
              <a:t>Selection Criteria</a:t>
            </a:r>
          </a:p>
          <a:p>
            <a:pPr lvl="1" algn="just" fontAlgn="base">
              <a:spcAft>
                <a:spcPct val="0"/>
              </a:spcAft>
              <a:defRPr/>
            </a:pPr>
            <a:r>
              <a:rPr lang="en-US" altLang="en-US" sz="3600" dirty="0"/>
              <a:t>Sources of Proposals</a:t>
            </a:r>
          </a:p>
          <a:p>
            <a:pPr lvl="1" algn="just" fontAlgn="base">
              <a:spcAft>
                <a:spcPct val="0"/>
              </a:spcAft>
              <a:defRPr/>
            </a:pPr>
            <a:r>
              <a:rPr lang="en-US" altLang="en-US" sz="3600" dirty="0"/>
              <a:t>Evaluating Proposals</a:t>
            </a:r>
          </a:p>
          <a:p>
            <a:pPr lvl="1" algn="just" fontAlgn="base">
              <a:spcAft>
                <a:spcPct val="0"/>
              </a:spcAft>
              <a:defRPr/>
            </a:pPr>
            <a:r>
              <a:rPr lang="en-US" altLang="en-US" sz="3600" dirty="0"/>
              <a:t>Managing the Portfolio of Projects</a:t>
            </a:r>
          </a:p>
          <a:p>
            <a:pPr algn="just" fontAlgn="base"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28A51-46B0-47A9-25D6-3885F8ED0B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Design of a PORTFOLIO MANAGEMENT SYSTEM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C53F56-FDC9-1BD0-21C0-7E7535790096}"/>
                  </a:ext>
                </a:extLst>
              </p14:cNvPr>
              <p14:cNvContentPartPr/>
              <p14:nvPr/>
            </p14:nvContentPartPr>
            <p14:xfrm>
              <a:off x="4829040" y="1760040"/>
              <a:ext cx="4181400" cy="3245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C53F56-FDC9-1BD0-21C0-7E75357900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19680" y="1750680"/>
                <a:ext cx="4200120" cy="326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D49D1B-C9F4-94E8-4544-C8AE8045D88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6835DEF-5BC6-2E8B-85E1-143CB8369FB1}"/>
                  </a:ext>
                </a:extLst>
              </p14:cNvPr>
              <p14:cNvContentPartPr/>
              <p14:nvPr/>
            </p14:nvContentPartPr>
            <p14:xfrm>
              <a:off x="1460160" y="1518480"/>
              <a:ext cx="7679520" cy="3125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6835DEF-5BC6-2E8B-85E1-143CB8369F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0800" y="1509120"/>
                <a:ext cx="7698240" cy="3143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0DA21-824C-0F49-AE45-1AC29803562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21BEE0-9608-38A9-DBD2-4A4F4CDDAB0B}"/>
                  </a:ext>
                </a:extLst>
              </p14:cNvPr>
              <p14:cNvContentPartPr/>
              <p14:nvPr/>
            </p14:nvContentPartPr>
            <p14:xfrm>
              <a:off x="864000" y="1369800"/>
              <a:ext cx="7228080" cy="3676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21BEE0-9608-38A9-DBD2-4A4F4CDDAB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4640" y="1360440"/>
                <a:ext cx="7246800" cy="369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E18421-5119-5BE4-DE99-1F2D9FB13F5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Non-Financial Criteria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29C27-5DAE-94B1-3465-9E5C810172F2}"/>
              </a:ext>
            </a:extLst>
          </p:cNvPr>
          <p:cNvSpPr/>
          <p:nvPr/>
        </p:nvSpPr>
        <p:spPr>
          <a:xfrm>
            <a:off x="152400" y="1295400"/>
            <a:ext cx="8763000" cy="52625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en-US" sz="2400" dirty="0"/>
              <a:t>Long-term Survival (developing and maintaining core competencies) </a:t>
            </a:r>
          </a:p>
          <a:p>
            <a:pPr algn="just">
              <a:defRPr/>
            </a:pPr>
            <a:endParaRPr lang="en-US" alt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To capture larger market share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To make it difficult for competitors to enter the market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To develop an enabler product 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To develop core technology that will be used in next-gen products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To reduce dependency on unreliable suppliers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To prevent government intervention and regulation</a:t>
            </a:r>
          </a:p>
          <a:p>
            <a:pPr algn="just">
              <a:defRPr/>
            </a:pPr>
            <a:endParaRPr lang="en-US" altLang="en-US" sz="2400" dirty="0"/>
          </a:p>
          <a:p>
            <a:pPr algn="just">
              <a:defRPr/>
            </a:pPr>
            <a:endParaRPr lang="en-US" altLang="en-US" sz="2400" dirty="0"/>
          </a:p>
          <a:p>
            <a:pPr algn="just">
              <a:defRPr/>
            </a:pPr>
            <a:r>
              <a:rPr lang="en-US" altLang="en-US" sz="2400" dirty="0"/>
              <a:t>Less Tangible Criteria - Restore Corporate Image, Enhance Brand Recognition, CSR initiatives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043D7E5-462F-EEC7-9493-B6FB636E709D}"/>
                  </a:ext>
                </a:extLst>
              </p14:cNvPr>
              <p14:cNvContentPartPr/>
              <p14:nvPr/>
            </p14:nvContentPartPr>
            <p14:xfrm>
              <a:off x="3464280" y="2476800"/>
              <a:ext cx="5598000" cy="3852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043D7E5-462F-EEC7-9493-B6FB636E70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54920" y="2467440"/>
                <a:ext cx="5616720" cy="387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78384C97-93A3-13BE-7043-C640FCDE9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Checklist Models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/>
              <a:t>List of Questions to Review Potential Projects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/>
              <a:t>Determine Acceptance or Rejection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lvl="1" algn="just" fontAlgn="base">
              <a:spcAft>
                <a:spcPct val="0"/>
              </a:spcAft>
            </a:pPr>
            <a:r>
              <a:rPr lang="en-US" altLang="en-US"/>
              <a:t>Flexibility  in Selecting Different Projects With Some Variations in Questions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/>
              <a:t>Fails to Answer the Relative Importance or Value of Potential Projects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/>
              <a:t>Fails to Allow Comparison With Other  Potential Projects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/>
              <a:t>Room for Power Play, Politics, Manipulation</a:t>
            </a:r>
          </a:p>
          <a:p>
            <a:pPr lvl="1" algn="just" fontAlgn="base">
              <a:spcAft>
                <a:spcPct val="0"/>
              </a:spcAft>
              <a:buFont typeface="Arial" pitchFamily="34" charset="0"/>
              <a:buNone/>
            </a:pPr>
            <a:endParaRPr lang="en-US" altLang="en-US"/>
          </a:p>
          <a:p>
            <a:pPr lvl="1" algn="just" fontAlgn="base">
              <a:spcAft>
                <a:spcPct val="0"/>
              </a:spcAft>
              <a:buFont typeface="Arial" pitchFamily="34" charset="0"/>
              <a:buNone/>
            </a:pPr>
            <a:endParaRPr lang="en-US" altLang="en-US"/>
          </a:p>
          <a:p>
            <a:pPr lvl="1" algn="just" fontAlgn="base"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2400"/>
              <a:t>Multi-Weighted Scoring Models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F2BC8-969A-E24B-FA6C-512EDD59A9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TWO MULTI-CRITERIA SELECTION MODELS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956ACB-C7A8-6A7E-01CF-60671FD47798}"/>
                  </a:ext>
                </a:extLst>
              </p14:cNvPr>
              <p14:cNvContentPartPr/>
              <p14:nvPr/>
            </p14:nvContentPartPr>
            <p14:xfrm>
              <a:off x="285840" y="1056240"/>
              <a:ext cx="8355600" cy="4498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956ACB-C7A8-6A7E-01CF-60671FD477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480" y="1046880"/>
                <a:ext cx="8374320" cy="4517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AD64782B-70D9-A62D-43C3-6EE3870E0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6868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0D8A3B-5BC2-8921-A14C-9044B4B0FE62}"/>
                  </a:ext>
                </a:extLst>
              </p14:cNvPr>
              <p14:cNvContentPartPr/>
              <p14:nvPr/>
            </p14:nvContentPartPr>
            <p14:xfrm>
              <a:off x="537120" y="755640"/>
              <a:ext cx="5620680" cy="1338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0D8A3B-5BC2-8921-A14C-9044B4B0FE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7760" y="746280"/>
                <a:ext cx="5639400" cy="135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F1249915-AB91-E24B-533A-D84F2BE29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pitchFamily="34" charset="0"/>
              <a:buNone/>
            </a:pPr>
            <a:r>
              <a:rPr lang="en-US" altLang="en-US" sz="2800" b="1"/>
              <a:t>Multi-Weighted Scoring Models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r>
              <a:rPr lang="en-US" altLang="en-US"/>
              <a:t>CRITERION                                             WEIGHTAGE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A. STAY WITH CORE COMPETENCIES           2.0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B.  STRATEGIC FIT				           3.0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C. URGENCY				           2.0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D. 25% OF SALES FROM NEW PRODUCTS   2.5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E. REDUCE DEFECTS TO LESS THAN 1%     1.0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F. IMPROVE CUSTOMER LOYALTY                 1.0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G. ROI OF 18% +                                               3.0		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A8949-BF46-AD9B-7B75-FD55960D2B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Non-Financial Criteria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18DDF38-3453-0069-DCC5-E9FF19054E0D}"/>
                  </a:ext>
                </a:extLst>
              </p14:cNvPr>
              <p14:cNvContentPartPr/>
              <p14:nvPr/>
            </p14:nvContentPartPr>
            <p14:xfrm>
              <a:off x="172080" y="1870560"/>
              <a:ext cx="7363800" cy="4118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18DDF38-3453-0069-DCC5-E9FF19054E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720" y="1861200"/>
                <a:ext cx="7382520" cy="4136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EFBCC7AD-D51A-612C-4B98-D9794FD7F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IN" altLang="en-US"/>
              <a:t>Weightage     2      3     2     2.5   1    1   3</a:t>
            </a:r>
            <a:endParaRPr lang="en-US" altLang="en-US"/>
          </a:p>
          <a:p>
            <a:pPr fontAlgn="base">
              <a:spcAft>
                <a:spcPct val="0"/>
              </a:spcAft>
            </a:pPr>
            <a:r>
              <a:rPr lang="en-US" altLang="en-US"/>
              <a:t>PROJECT      A      B    C      D    E    F   G     WT. TOTAL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1                     1      8     2       6    0    6   5          66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2                     3      3     2       0    0    5   1          27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3                     3      0    10      0    0    6   0          32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4                     1     10     5     10   0    8   9        102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Highest Priority: Project 4, then Project 1.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Projects Screened Out : Projects 2 and 3,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    If criterion is; weighted total should be &gt; 50.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0A878-9B58-988C-ADA7-A71A4B6F3D3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CONTRIBUTION VALUES TO EACH CRITERION FOR EACH PROJECT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263267-BDB3-B4C9-CF45-568CB04E446B}"/>
                  </a:ext>
                </a:extLst>
              </p14:cNvPr>
              <p14:cNvContentPartPr/>
              <p14:nvPr/>
            </p14:nvContentPartPr>
            <p14:xfrm>
              <a:off x="264240" y="944280"/>
              <a:ext cx="8033040" cy="4978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263267-BDB3-B4C9-CF45-568CB04E44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4880" y="934920"/>
                <a:ext cx="8051760" cy="499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7FFB9F-F35D-25EA-4240-14A1B8E67F1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2166CC5-A678-31ED-DB49-F7DA7A63AA31}"/>
                  </a:ext>
                </a:extLst>
              </p14:cNvPr>
              <p14:cNvContentPartPr/>
              <p14:nvPr/>
            </p14:nvContentPartPr>
            <p14:xfrm>
              <a:off x="621000" y="710280"/>
              <a:ext cx="8212320" cy="5501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2166CC5-A678-31ED-DB49-F7DA7A63AA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1640" y="700920"/>
                <a:ext cx="8231040" cy="55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CACD535-DD59-F289-A932-5B250400617A}"/>
                  </a:ext>
                </a:extLst>
              </p14:cNvPr>
              <p14:cNvContentPartPr/>
              <p14:nvPr/>
            </p14:nvContentPartPr>
            <p14:xfrm>
              <a:off x="4231800" y="4321800"/>
              <a:ext cx="1047600" cy="1132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CACD535-DD59-F289-A932-5B25040061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22440" y="4312440"/>
                <a:ext cx="1066320" cy="115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C69EDE-C183-6301-A057-FF48EE43B5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47B1FFE-BCB8-CD86-4560-7D0A416000A5}"/>
                  </a:ext>
                </a:extLst>
              </p14:cNvPr>
              <p14:cNvContentPartPr/>
              <p14:nvPr/>
            </p14:nvContentPartPr>
            <p14:xfrm>
              <a:off x="2038320" y="1678680"/>
              <a:ext cx="6982560" cy="4715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47B1FFE-BCB8-CD86-4560-7D0A416000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28960" y="1669320"/>
                <a:ext cx="7001280" cy="47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BB8BE5-F5E2-FDAC-EBE7-E8CF85B4C5F9}"/>
                  </a:ext>
                </a:extLst>
              </p14:cNvPr>
              <p14:cNvContentPartPr/>
              <p14:nvPr/>
            </p14:nvContentPartPr>
            <p14:xfrm>
              <a:off x="2340720" y="752040"/>
              <a:ext cx="6030720" cy="2889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BB8BE5-F5E2-FDAC-EBE7-E8CF85B4C5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1360" y="742680"/>
                <a:ext cx="6049440" cy="29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74E21B6-470B-0763-C914-545864D094CD}"/>
                  </a:ext>
                </a:extLst>
              </p14:cNvPr>
              <p14:cNvContentPartPr/>
              <p14:nvPr/>
            </p14:nvContentPartPr>
            <p14:xfrm>
              <a:off x="6606720" y="1954440"/>
              <a:ext cx="835200" cy="2599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74E21B6-470B-0763-C914-545864D094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7360" y="1945080"/>
                <a:ext cx="853920" cy="261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89A44B-41AD-EA9C-60A3-E5E04D04AD39}"/>
                  </a:ext>
                </a:extLst>
              </p14:cNvPr>
              <p14:cNvContentPartPr/>
              <p14:nvPr/>
            </p14:nvContentPartPr>
            <p14:xfrm>
              <a:off x="2498040" y="1607040"/>
              <a:ext cx="1414440" cy="1545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789A44B-41AD-EA9C-60A3-E5E04D04AD3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88680" y="1597680"/>
                <a:ext cx="1433160" cy="156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EB5DE4-1766-861E-13D6-12E5F881A8B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79AAB4E-7654-402C-79DE-AB501A9A2288}"/>
                  </a:ext>
                </a:extLst>
              </p14:cNvPr>
              <p14:cNvContentPartPr/>
              <p14:nvPr/>
            </p14:nvContentPartPr>
            <p14:xfrm>
              <a:off x="1338840" y="1405800"/>
              <a:ext cx="7809840" cy="4763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79AAB4E-7654-402C-79DE-AB501A9A22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9480" y="1396440"/>
                <a:ext cx="7828560" cy="47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D988EA-248F-FE50-A46C-C12E30D0C0DF}"/>
                  </a:ext>
                </a:extLst>
              </p14:cNvPr>
              <p14:cNvContentPartPr/>
              <p14:nvPr/>
            </p14:nvContentPartPr>
            <p14:xfrm>
              <a:off x="-517320" y="769680"/>
              <a:ext cx="8569800" cy="3496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D988EA-248F-FE50-A46C-C12E30D0C0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526680" y="760320"/>
                <a:ext cx="8588520" cy="351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1">
            <a:extLst>
              <a:ext uri="{FF2B5EF4-FFF2-40B4-BE49-F238E27FC236}">
                <a16:creationId xmlns:a16="http://schemas.microsoft.com/office/drawing/2014/main" id="{DDDD76BE-4860-9C2B-A33C-23747CD09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457200" indent="-457200" fontAlgn="base">
              <a:spcAft>
                <a:spcPct val="0"/>
              </a:spcAft>
              <a:buFont typeface="Arial" pitchFamily="34" charset="0"/>
              <a:buAutoNum type="arabicPeriod"/>
              <a:defRPr/>
            </a:pPr>
            <a:r>
              <a:rPr lang="en-US" altLang="en-US" dirty="0"/>
              <a:t>Estimate the operating capacity and corresponding sales for the future years from the project’s operation.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AutoNum type="arabicPeriod"/>
              <a:defRPr/>
            </a:pPr>
            <a:r>
              <a:rPr lang="en-US" altLang="en-US" dirty="0"/>
              <a:t>Work out the operating costs, which should include: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dirty="0"/>
              <a:t>Direct material cost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dirty="0"/>
              <a:t>Direct </a:t>
            </a:r>
            <a:r>
              <a:rPr lang="en-US" altLang="en-US" dirty="0" err="1"/>
              <a:t>labour</a:t>
            </a:r>
            <a:r>
              <a:rPr lang="en-US" altLang="en-US" dirty="0"/>
              <a:t> cost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dirty="0"/>
              <a:t>Direct fuel or energy cost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dirty="0"/>
              <a:t>Indirect material cost (spares and consumables for facilities)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dirty="0"/>
              <a:t>Indirect </a:t>
            </a:r>
            <a:r>
              <a:rPr lang="en-US" altLang="en-US" dirty="0" err="1"/>
              <a:t>labour</a:t>
            </a:r>
            <a:r>
              <a:rPr lang="en-US" altLang="en-US" dirty="0"/>
              <a:t> cost (factory supervision, security, maintenance, quality control, warehouse or stores)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dirty="0"/>
              <a:t>Other overheads (rent, utilities)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84E62-2943-92AF-F56D-ECBCAF9FBF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r>
              <a:rPr lang="en-US" dirty="0"/>
              <a:t>Project Operating Cash Flows</a:t>
            </a:r>
          </a:p>
          <a:p>
            <a:pPr>
              <a:buFont typeface="Arial" charset="0"/>
              <a:buNone/>
              <a:defRPr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72EC000-25C3-DDC2-1D5D-CA9CE2375235}"/>
                  </a:ext>
                </a:extLst>
              </p14:cNvPr>
              <p14:cNvContentPartPr/>
              <p14:nvPr/>
            </p14:nvContentPartPr>
            <p14:xfrm>
              <a:off x="99360" y="1903680"/>
              <a:ext cx="4759200" cy="4184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72EC000-25C3-DDC2-1D5D-CA9CE23752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00" y="1894320"/>
                <a:ext cx="4777920" cy="4203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1">
            <a:extLst>
              <a:ext uri="{FF2B5EF4-FFF2-40B4-BE49-F238E27FC236}">
                <a16:creationId xmlns:a16="http://schemas.microsoft.com/office/drawing/2014/main" id="{CF4A5728-1E55-23DC-E787-33940F450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sz="2000" dirty="0"/>
              <a:t>Admin costs (salary and facility operational costs in office)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sz="2000" dirty="0"/>
              <a:t>Selling costs (packing, transportation, and distribution charges, sales commissions, advertising, salary of sales and marketing personnel)</a:t>
            </a:r>
          </a:p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2000" dirty="0"/>
              <a:t>3. Calculate interest and depreciation charges</a:t>
            </a:r>
          </a:p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2000" dirty="0"/>
              <a:t>4. Deduct the total operating costs (and depreciation and interest outgo) from the estimated sales to calculate the taxable income.</a:t>
            </a:r>
          </a:p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2000" dirty="0"/>
              <a:t>5. Work out tax on the taxable income and deduct it from the taxable income to calculate PAT. </a:t>
            </a:r>
          </a:p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2000" dirty="0"/>
              <a:t>6. Add back interest and depreciation to the profit after tax (PAT) to arrive at the profit before interest and depreciation but after taxes.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5EC3-8DF2-1367-6C9F-5C69C5AF4B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r>
              <a:rPr lang="en-US" dirty="0"/>
              <a:t>Project Operating Cash Flows</a:t>
            </a:r>
          </a:p>
          <a:p>
            <a:pPr>
              <a:buFont typeface="Arial" charset="0"/>
              <a:buNone/>
              <a:defRPr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D7894D-AD01-100D-E130-F6043A97144A}"/>
                  </a:ext>
                </a:extLst>
              </p14:cNvPr>
              <p14:cNvContentPartPr/>
              <p14:nvPr/>
            </p14:nvContentPartPr>
            <p14:xfrm>
              <a:off x="1889280" y="3101400"/>
              <a:ext cx="5756400" cy="2744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D7894D-AD01-100D-E130-F6043A9714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9920" y="3092040"/>
                <a:ext cx="5775120" cy="27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C7EDC8-2071-0672-3303-9A9992961E7F}"/>
                  </a:ext>
                </a:extLst>
              </p14:cNvPr>
              <p14:cNvContentPartPr/>
              <p14:nvPr/>
            </p14:nvContentPartPr>
            <p14:xfrm>
              <a:off x="1455840" y="5356800"/>
              <a:ext cx="7434000" cy="681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C7EDC8-2071-0672-3303-9A9992961E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6480" y="5347440"/>
                <a:ext cx="7452720" cy="69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9E4587-F469-4A45-BB5E-E8A043CB8C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CF1D899-249C-CBE0-B465-11CD19BCCB55}"/>
                  </a:ext>
                </a:extLst>
              </p14:cNvPr>
              <p14:cNvContentPartPr/>
              <p14:nvPr/>
            </p14:nvContentPartPr>
            <p14:xfrm>
              <a:off x="376560" y="905040"/>
              <a:ext cx="8704080" cy="5353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CF1D899-249C-CBE0-B465-11CD19BCCB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200" y="895680"/>
                <a:ext cx="8722800" cy="5372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ED567F-114A-CA78-3C70-8E97F27BEB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75B53EB-D9F8-84F1-92F4-1D1CE01E60D3}"/>
                  </a:ext>
                </a:extLst>
              </p14:cNvPr>
              <p14:cNvContentPartPr/>
              <p14:nvPr/>
            </p14:nvContentPartPr>
            <p14:xfrm>
              <a:off x="609480" y="452520"/>
              <a:ext cx="8255160" cy="5511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75B53EB-D9F8-84F1-92F4-1D1CE01E60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0120" y="443160"/>
                <a:ext cx="8273880" cy="553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95798182-2858-03A3-9F1A-FE47B0428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YEAR                                          CASH FLOW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      0					(-1,000,000)*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      1					     200,000 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      2					     200,000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      3					     300,000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      4					     300,000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      5  				                350,000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Discounting Rate = r = 10%	 	 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* Initial Investment (outflow)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B3DFB-9CF3-1A69-E1D0-EC00B04295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EXAMPLE 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E074CC4-CE18-5EA1-AA8A-BFFC5546EC15}"/>
                  </a:ext>
                </a:extLst>
              </p14:cNvPr>
              <p14:cNvContentPartPr/>
              <p14:nvPr/>
            </p14:nvContentPartPr>
            <p14:xfrm>
              <a:off x="3969360" y="975600"/>
              <a:ext cx="3807360" cy="4378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E074CC4-CE18-5EA1-AA8A-BFFC5546EC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60000" y="966240"/>
                <a:ext cx="3826080" cy="439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>
            <a:extLst>
              <a:ext uri="{FF2B5EF4-FFF2-40B4-BE49-F238E27FC236}">
                <a16:creationId xmlns:a16="http://schemas.microsoft.com/office/drawing/2014/main" id="{84E495D8-5807-09D6-35CB-F037CFC5E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NPV = - </a:t>
            </a:r>
            <a:r>
              <a:rPr lang="en-US" altLang="en-US" u="sng"/>
              <a:t>1,000,000 </a:t>
            </a:r>
            <a:r>
              <a:rPr lang="en-US" altLang="en-US"/>
              <a:t> +  </a:t>
            </a:r>
            <a:r>
              <a:rPr lang="en-US" altLang="en-US" u="sng"/>
              <a:t>200,000</a:t>
            </a:r>
            <a:r>
              <a:rPr lang="en-US" altLang="en-US"/>
              <a:t> + </a:t>
            </a:r>
            <a:r>
              <a:rPr lang="en-US" altLang="en-US" u="sng"/>
              <a:t>200,000</a:t>
            </a:r>
            <a:r>
              <a:rPr lang="en-US" altLang="en-US"/>
              <a:t> +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                 (1.10)</a:t>
            </a:r>
            <a:r>
              <a:rPr lang="en-US" altLang="en-US" baseline="30000"/>
              <a:t>0</a:t>
            </a:r>
            <a:r>
              <a:rPr lang="en-US" altLang="en-US"/>
              <a:t>         (1.10)</a:t>
            </a:r>
            <a:r>
              <a:rPr lang="en-US" altLang="en-US" baseline="30000"/>
              <a:t>1</a:t>
            </a:r>
            <a:r>
              <a:rPr lang="en-US" altLang="en-US"/>
              <a:t>       (1.10)</a:t>
            </a:r>
            <a:r>
              <a:rPr lang="en-US" altLang="en-US" baseline="30000"/>
              <a:t>2</a:t>
            </a:r>
            <a:endParaRPr lang="en-US" altLang="en-US"/>
          </a:p>
          <a:p>
            <a:pPr fontAlgn="base">
              <a:spcAft>
                <a:spcPct val="0"/>
              </a:spcAft>
            </a:pPr>
            <a:r>
              <a:rPr lang="en-US" altLang="en-US"/>
              <a:t>     (Initial Investment)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              </a:t>
            </a:r>
            <a:r>
              <a:rPr lang="en-US" altLang="en-US" u="sng"/>
              <a:t>300,000</a:t>
            </a:r>
            <a:r>
              <a:rPr lang="en-US" altLang="en-US"/>
              <a:t> + </a:t>
            </a:r>
            <a:r>
              <a:rPr lang="en-US" altLang="en-US" u="sng"/>
              <a:t>300,000  +</a:t>
            </a:r>
            <a:r>
              <a:rPr lang="en-US" altLang="en-US"/>
              <a:t>  </a:t>
            </a:r>
            <a:r>
              <a:rPr lang="en-US" altLang="en-US" u="sng"/>
              <a:t>350,000  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                (1.10)</a:t>
            </a:r>
            <a:r>
              <a:rPr lang="en-US" altLang="en-US" baseline="30000"/>
              <a:t>3</a:t>
            </a:r>
            <a:r>
              <a:rPr lang="en-US" altLang="en-US"/>
              <a:t>       (1.10)</a:t>
            </a:r>
            <a:r>
              <a:rPr lang="en-US" altLang="en-US" baseline="30000"/>
              <a:t>4           </a:t>
            </a:r>
            <a:r>
              <a:rPr lang="en-US" altLang="en-US" sz="3600" baseline="-25000"/>
              <a:t>(1.10)</a:t>
            </a:r>
            <a:r>
              <a:rPr lang="en-US" altLang="en-US" sz="2000" baseline="-25000"/>
              <a:t>5</a:t>
            </a:r>
            <a:endParaRPr lang="en-US" altLang="en-US" sz="2000" baseline="30000"/>
          </a:p>
          <a:p>
            <a:pPr fontAlgn="base">
              <a:spcAft>
                <a:spcPct val="0"/>
              </a:spcAft>
            </a:pPr>
            <a:endParaRPr lang="en-US" altLang="en-US" baseline="30000"/>
          </a:p>
          <a:p>
            <a:pPr fontAlgn="base">
              <a:spcAft>
                <a:spcPct val="0"/>
              </a:spcAft>
            </a:pPr>
            <a:r>
              <a:rPr lang="en-US" altLang="en-US" sz="3600" baseline="30000"/>
              <a:t> </a:t>
            </a:r>
          </a:p>
          <a:p>
            <a:pPr fontAlgn="base">
              <a:spcAft>
                <a:spcPct val="0"/>
              </a:spcAft>
            </a:pPr>
            <a:r>
              <a:rPr lang="en-US" altLang="en-US" sz="3600" baseline="30000"/>
              <a:t>[(-1000000)</a:t>
            </a:r>
            <a:r>
              <a:rPr lang="en-US" altLang="en-US" sz="3600"/>
              <a:t> </a:t>
            </a:r>
            <a:r>
              <a:rPr lang="en-US" altLang="en-US"/>
              <a:t>+ (181818.18 + 165289.2562 + 225394.44 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                     +  204904.04 + 217322.46)]                      </a:t>
            </a:r>
          </a:p>
          <a:p>
            <a:pPr fontAlgn="base">
              <a:spcAft>
                <a:spcPct val="0"/>
              </a:spcAft>
            </a:pPr>
            <a:r>
              <a:rPr lang="en-US" altLang="en-US" sz="3600" baseline="30000"/>
              <a:t> = - Rs.</a:t>
            </a:r>
            <a:r>
              <a:rPr lang="en-US" altLang="en-US" sz="3600"/>
              <a:t> </a:t>
            </a:r>
            <a:r>
              <a:rPr lang="en-US" altLang="en-US" sz="3600" baseline="30000"/>
              <a:t>5271.26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D1BE2-CECC-0486-B394-789222D8B1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Organization Strategy and Project Selection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B8CF386-A149-C963-B80C-5215B012B824}"/>
              </a:ext>
            </a:extLst>
          </p:cNvPr>
          <p:cNvCxnSpPr/>
          <p:nvPr/>
        </p:nvCxnSpPr>
        <p:spPr>
          <a:xfrm flipV="1">
            <a:off x="1143000" y="1981200"/>
            <a:ext cx="6096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0F3D180-1DE6-5141-AD9C-B67EB09C963E}"/>
                  </a:ext>
                </a:extLst>
              </p14:cNvPr>
              <p14:cNvContentPartPr/>
              <p14:nvPr/>
            </p14:nvContentPartPr>
            <p14:xfrm>
              <a:off x="689040" y="1330560"/>
              <a:ext cx="4761360" cy="4731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0F3D180-1DE6-5141-AD9C-B67EB09C96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9680" y="1321200"/>
                <a:ext cx="4780080" cy="475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AFEF57-35CD-FF36-9D79-C5CE029752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D8CDA8-C64E-8F6A-A149-224D000F7A4B}"/>
                  </a:ext>
                </a:extLst>
              </p14:cNvPr>
              <p14:cNvContentPartPr/>
              <p14:nvPr/>
            </p14:nvContentPartPr>
            <p14:xfrm>
              <a:off x="471960" y="786240"/>
              <a:ext cx="8632800" cy="472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D8CDA8-C64E-8F6A-A149-224D000F7A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2600" y="776880"/>
                <a:ext cx="8651520" cy="474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502275-7038-CD20-0567-B130E86FEB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C1DAF2-E735-5D3E-BA4C-A64CF31F21C5}"/>
                  </a:ext>
                </a:extLst>
              </p14:cNvPr>
              <p14:cNvContentPartPr/>
              <p14:nvPr/>
            </p14:nvContentPartPr>
            <p14:xfrm>
              <a:off x="239040" y="727920"/>
              <a:ext cx="9024480" cy="5772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C1DAF2-E735-5D3E-BA4C-A64CF31F21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680" y="718560"/>
                <a:ext cx="9043200" cy="5791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1BAF68-EC54-0D76-A66F-D493135242F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C3FF63-4319-389D-C57A-A588BF10964B}"/>
                  </a:ext>
                </a:extLst>
              </p14:cNvPr>
              <p14:cNvContentPartPr/>
              <p14:nvPr/>
            </p14:nvContentPartPr>
            <p14:xfrm>
              <a:off x="402480" y="738360"/>
              <a:ext cx="8506800" cy="3453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C3FF63-4319-389D-C57A-A588BF1096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3120" y="729000"/>
                <a:ext cx="8525520" cy="347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D49102-6438-72BB-A3C6-F90770F43B0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6D174E-5DF5-BEA5-2A73-0230DB1E3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algn="ctr">
              <a:defRPr/>
            </a:pPr>
            <a:r>
              <a:rPr lang="en-US" sz="9600" dirty="0">
                <a:solidFill>
                  <a:srgbClr val="00B050"/>
                </a:solidFill>
              </a:rPr>
              <a:t>Thank You!</a:t>
            </a:r>
          </a:p>
          <a:p>
            <a:pPr algn="ctr">
              <a:defRPr/>
            </a:pPr>
            <a:endParaRPr lang="en-US" dirty="0">
              <a:solidFill>
                <a:schemeClr val="accent4"/>
              </a:solidFill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755A5-71C8-F7DB-50F5-67A6A9AAB5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L-4: Project Selection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04A6ADA098944EB294D577DC80F0D1" ma:contentTypeVersion="29" ma:contentTypeDescription="Create a new document." ma:contentTypeScope="" ma:versionID="c93c7edd713cc600b0b4dbc647130759">
  <xsd:schema xmlns:xsd="http://www.w3.org/2001/XMLSchema" xmlns:xs="http://www.w3.org/2001/XMLSchema" xmlns:p="http://schemas.microsoft.com/office/2006/metadata/properties" xmlns:ns2="0192c144-0bc9-406b-ba7c-16be2358a8f1" targetNamespace="http://schemas.microsoft.com/office/2006/metadata/properties" ma:root="true" ma:fieldsID="4bc978bb8e5f0c007cbf3d6c31d4125f" ns2:_="">
    <xsd:import namespace="0192c144-0bc9-406b-ba7c-16be2358a8f1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92c144-0bc9-406b-ba7c-16be2358a8f1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3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3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0192c144-0bc9-406b-ba7c-16be2358a8f1">
      <UserInfo>
        <DisplayName/>
        <AccountId xsi:nil="true"/>
        <AccountType/>
      </UserInfo>
    </Student_Groups>
    <Distribution_Groups xmlns="0192c144-0bc9-406b-ba7c-16be2358a8f1" xsi:nil="true"/>
    <Math_Settings xmlns="0192c144-0bc9-406b-ba7c-16be2358a8f1" xsi:nil="true"/>
    <Templates xmlns="0192c144-0bc9-406b-ba7c-16be2358a8f1" xsi:nil="true"/>
    <AppVersion xmlns="0192c144-0bc9-406b-ba7c-16be2358a8f1" xsi:nil="true"/>
    <TeamsChannelId xmlns="0192c144-0bc9-406b-ba7c-16be2358a8f1" xsi:nil="true"/>
    <Invited_Teachers xmlns="0192c144-0bc9-406b-ba7c-16be2358a8f1" xsi:nil="true"/>
    <IsNotebookLocked xmlns="0192c144-0bc9-406b-ba7c-16be2358a8f1" xsi:nil="true"/>
    <Students xmlns="0192c144-0bc9-406b-ba7c-16be2358a8f1">
      <UserInfo>
        <DisplayName/>
        <AccountId xsi:nil="true"/>
        <AccountType/>
      </UserInfo>
    </Students>
    <Has_Teacher_Only_SectionGroup xmlns="0192c144-0bc9-406b-ba7c-16be2358a8f1" xsi:nil="true"/>
    <FolderType xmlns="0192c144-0bc9-406b-ba7c-16be2358a8f1" xsi:nil="true"/>
    <Teachers xmlns="0192c144-0bc9-406b-ba7c-16be2358a8f1">
      <UserInfo>
        <DisplayName/>
        <AccountId xsi:nil="true"/>
        <AccountType/>
      </UserInfo>
    </Teachers>
    <Self_Registration_Enabled xmlns="0192c144-0bc9-406b-ba7c-16be2358a8f1" xsi:nil="true"/>
    <LMS_Mappings xmlns="0192c144-0bc9-406b-ba7c-16be2358a8f1" xsi:nil="true"/>
    <NotebookType xmlns="0192c144-0bc9-406b-ba7c-16be2358a8f1" xsi:nil="true"/>
    <DefaultSectionNames xmlns="0192c144-0bc9-406b-ba7c-16be2358a8f1" xsi:nil="true"/>
    <Is_Collaboration_Space_Locked xmlns="0192c144-0bc9-406b-ba7c-16be2358a8f1" xsi:nil="true"/>
    <Teams_Channel_Section_Location xmlns="0192c144-0bc9-406b-ba7c-16be2358a8f1" xsi:nil="true"/>
    <CultureName xmlns="0192c144-0bc9-406b-ba7c-16be2358a8f1" xsi:nil="true"/>
    <Owner xmlns="0192c144-0bc9-406b-ba7c-16be2358a8f1">
      <UserInfo>
        <DisplayName/>
        <AccountId xsi:nil="true"/>
        <AccountType/>
      </UserInfo>
    </Owner>
    <Invited_Students xmlns="0192c144-0bc9-406b-ba7c-16be2358a8f1" xsi:nil="true"/>
  </documentManagement>
</p:properties>
</file>

<file path=customXml/itemProps1.xml><?xml version="1.0" encoding="utf-8"?>
<ds:datastoreItem xmlns:ds="http://schemas.openxmlformats.org/officeDocument/2006/customXml" ds:itemID="{498C471C-D069-47DA-BC98-48220BF3F0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92c144-0bc9-406b-ba7c-16be2358a8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85B1FF-57C7-4C48-894B-F3F68F8F32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135265-842B-4E40-B372-C2ACE4507B6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1950</TotalTime>
  <Words>693</Words>
  <Application>Microsoft Office PowerPoint</Application>
  <PresentationFormat>On-screen Show (4:3)</PresentationFormat>
  <Paragraphs>105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                                                        Project Selection  Chapter 2, T1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mukund chavan</cp:lastModifiedBy>
  <cp:revision>595</cp:revision>
  <dcterms:created xsi:type="dcterms:W3CDTF">2011-09-14T09:42:05Z</dcterms:created>
  <dcterms:modified xsi:type="dcterms:W3CDTF">2025-05-18T03:58:08Z</dcterms:modified>
</cp:coreProperties>
</file>