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91" r:id="rId5"/>
    <p:sldId id="492" r:id="rId6"/>
    <p:sldId id="620" r:id="rId7"/>
    <p:sldId id="631" r:id="rId8"/>
    <p:sldId id="633" r:id="rId9"/>
    <p:sldId id="632" r:id="rId10"/>
    <p:sldId id="592" r:id="rId11"/>
    <p:sldId id="593" r:id="rId12"/>
    <p:sldId id="594" r:id="rId13"/>
    <p:sldId id="595" r:id="rId14"/>
    <p:sldId id="596" r:id="rId15"/>
    <p:sldId id="618" r:id="rId16"/>
    <p:sldId id="597" r:id="rId17"/>
    <p:sldId id="598" r:id="rId18"/>
    <p:sldId id="599" r:id="rId19"/>
    <p:sldId id="600" r:id="rId20"/>
    <p:sldId id="601" r:id="rId21"/>
    <p:sldId id="602" r:id="rId22"/>
    <p:sldId id="603" r:id="rId23"/>
    <p:sldId id="604" r:id="rId24"/>
    <p:sldId id="605" r:id="rId25"/>
    <p:sldId id="606" r:id="rId26"/>
    <p:sldId id="607" r:id="rId27"/>
    <p:sldId id="608" r:id="rId28"/>
    <p:sldId id="609" r:id="rId29"/>
    <p:sldId id="610" r:id="rId30"/>
    <p:sldId id="611" r:id="rId31"/>
    <p:sldId id="612" r:id="rId32"/>
    <p:sldId id="613" r:id="rId33"/>
    <p:sldId id="614" r:id="rId34"/>
    <p:sldId id="615" r:id="rId35"/>
    <p:sldId id="616" r:id="rId36"/>
    <p:sldId id="617" r:id="rId37"/>
    <p:sldId id="634" r:id="rId38"/>
    <p:sldId id="635" r:id="rId39"/>
    <p:sldId id="446" r:id="rId4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2:51:45.481"/>
    </inkml:context>
    <inkml:brush xml:id="br0">
      <inkml:brushProperty name="width" value="0.05292" units="cm"/>
      <inkml:brushProperty name="height" value="0.05292" units="cm"/>
      <inkml:brushProperty name="color" value="#FF0000"/>
    </inkml:brush>
  </inkml:definitions>
  <inkml:trace contextRef="#ctx0" brushRef="#br0">5856 4319 161 0,'0'0'51'0,"0"0"14"0,0 0 2 16,0 0-7-16,0 0-14 0,12-66 16 16,-12 56-23-1,0 2 12-15,0 3-16 0,0 1-5 16,0-1 19-16,0 5-24 15,0 0 1-15,0 0-24 16,0 0-2-16,0 0 0 16,0 0-2-16,0 0 2 15,0 0 0-15,0 0 2 16,0 0 0-16,0 0-1 16,0 0-2-16,0 0 1 15,0 0-7-15,-3 20-17 16,-12 18 20-16,-8 16 4 15,-7 18 1-15,-6 12-1 16,-3 11 0-16,6-3 4 0,5-7-4 16,7-18-1-16,12-18-10 15,4-17-2-15,5-16-6 16,0-5 8-16,0-8 10 16,0-3 1-16,0 0 12 15,0 0-1-15,0 0-11 16,3-3-7-16,10-14-253 15</inkml:trace>
  <inkml:trace contextRef="#ctx0" brushRef="#br0" timeOffset="464.98">5843 4129 435 0,'0'0'30'0,"0"0"18"15,0 0-25-15,97-54-17 16,-64 47-4-16,4 6 0 16,-3 1-2-16,-4 11-1 15,-10 18-3-15,-10 14-6 16,-10 12 10-16,-18 10 11 15,-21 4-1-15,-7-3-2 16,-2-5-6-16,2-10 4 16,4-13-1-16,12-13-5 15,11-12 0-15,10-6 0 0,5-7 4 16,3 0 22-16,-3 0 42 16,-1 0-23-16,4 0-19 15,0-1-19-15,1-2-1 16,0 3-6-16,0 0-9 15,0 0-16-15,0 17 5 16,7 13 13-16,2 10 7 16,-3 9 1-16,3 2 1 15,4 7-2-15,8-3-48 16,16-2-24-16,7-10-36 0,5-15-163 16</inkml:trace>
  <inkml:trace contextRef="#ctx0" brushRef="#br0" timeOffset="831.65">6232 4754 631 0,'0'0'72'15,"0"0"-72"-15,0 0-24 16,0 0 24-16,0 0 2 15,55 103 2-15,-38-68 0 16,2 1-1-16,2-5 2 16,0-2-3-16,6-11-2 0,1-9 0 15,5-9 0-15,1-9 1 16,-2-14 5-16,-6-6-3 16,-8 0 6-16,-12-1-3 15,-6-1 37-15,-9 0-8 16,-28 2-19-16,-11 0-15 15,-7 8 8-15,9 6-1 16,10 8-8-16,11 7-1 16,7 0-1-16,3 6-30 15,4 15-68-15,5 3 21 0,6 0-77 16,0-6-140 0</inkml:trace>
  <inkml:trace contextRef="#ctx0" brushRef="#br0" timeOffset="1137.95">6903 4374 650 0,'0'0'92'15,"0"0"-37"-15,0 0-52 16,0 0-3-16,0 0-11 16,0 0 9-16,0 118-5 0,-1-40 5 15,-24 0 2-15,4-1 8 16,-2-7 1-16,7-10-4 16,6-7-5-16,8-12-3 15,2-12-18-15,0-12-18 16,0-9-19-16,0-8-6 15,12-7 0-15,4-25-109 16</inkml:trace>
  <inkml:trace contextRef="#ctx0" brushRef="#br0" timeOffset="1347.99">6659 4289 592 0,'0'0'53'15,"0"0"33"-15,42-72-64 16,7 59-21-16,16 0 0 16,10 5-2-16,2 5 0 15,-5 3 1-15,-8 0-8 16,-13 0-3-16,-12 2-43 16,-15 15-9-16,-20 5-54 15,-7 4-114-15</inkml:trace>
  <inkml:trace contextRef="#ctx0" brushRef="#br0" timeOffset="1580.55">6578 4959 505 0,'0'0'71'0,"0"0"-24"15,0 0-8-15,0 0 40 16,0 0-55-16,94-37-21 16,-67 31 0-16,6 4-3 15,4 1-4-15,9 1-49 16,5 0-36-16,0 0-80 16,-5 0-234-16</inkml:trace>
  <inkml:trace contextRef="#ctx0" brushRef="#br0" timeOffset="1879.29">7482 5075 583 0,'0'0'118'0,"0"0"-118"15,0 0-17-15,0 0 0 16,0 0 17-16,0 96 4 16,-12-59 10-16,-3 2-5 15,-4 2-4-15,-1 5-4 16,-8 0-1-16,-1-3-97 15,1-10-251-15</inkml:trace>
  <inkml:trace contextRef="#ctx0" brushRef="#br0" timeOffset="2446.76">8282 4434 78 0,'0'0'577'16,"0"0"-423"-16,-51-88-100 15,39 75-39-15,9 8 15 16,-1 2-17-16,4 3-13 16,0 5-5-16,0 24-14 0,0 24 2 15,-1 27 17-15,-8 21 0 16,-7 11 0-16,-5-1 1 15,2-16 2-15,1-17-3 16,4-17-5-16,4-19-35 16,3-15 25-16,2-11-21 15,2-13-35-15,2-3-23 16,1-20 36-16</inkml:trace>
  <inkml:trace contextRef="#ctx0" brushRef="#br0" timeOffset="2779.8">8146 4282 556 0,'0'0'117'0,"0"0"-69"16,42-75-21-16,-19 75-20 15,10 0-7-15,12 17-5 16,4 14 2-16,0 10-2 15,-5 1 4-15,-8 1 0 16,-10-3-3-16,-6-3 0 16,-8-3 1-16,-5-6-17 15,-7-5-9-15,0 1 8 16,-24-5-6-16,-12-4 27 0,-10-3-1 16,-9-8 2-16,-4-3 6 15,7-1 0-15,6 0 16 16,14 10-18-1,15 7-5-15,14 6-78 0,3 0-117 16,20-9-100-16</inkml:trace>
  <inkml:trace contextRef="#ctx0" brushRef="#br0" timeOffset="3995.48">8793 4548 577 0,'0'0'36'16,"0"0"35"-16,0 0-71 0,0 0-13 15,0 0 11-15,0 0-1 16,-30 118 3-16,21-60 0 16,-5 3 14-16,-3 4 29 15,-2 1-16-15,-1 1 0 16,2-10-20-16,5-7 3 15,4-15-6-15,3-14-2 16,2-9 0-16,3-8-1 16,1-4 6-16,0-4 13 15,0-25 58-15,1-19-78 0,14-16-7 16,0-8 3 0,-1-2-9-16,-2 3-3 0,-6 5-2 15,-1 6 1-15,-2 6 10 16,3 8-30-16,2 11 34 15,3 13 3-15,4 6-10 16,0 11 9-16,9 5-3 16,2 0 2-16,6 1 1 15,-1 17 1-15,-1 8-1 16,-7 6-3-16,-3 8 3 16,-14 4-4-16,-6-1-25 15,-10-6-55-15,-22-8 60 16,-3-4-12-16,-1-11-12 15,3-8 27-15,11-4 22 16,5-2 2-16,11 0 48 16,5 0 38-16,1 0 7 15,0 0-95-15,10 0-38 0,19 4 38 16,7 6 2-16,5 4 5 16,-5 6-7-16,-3 3-1 15,-6 9-1-15,-4 3 2 16,-9 3-1-16,-11 1 0 15,-3-7-1-15,-6-2 4 16,-18-8 4-16,-4-5 1 16,0-5-3-16,-1-5 6 15,-3-5-2-15,6-2 9 16,-1 0 8-16,5 0-7 16,5 0-17-16,8-4-1 15,6-1-3-15,3-1-45 0,3-3-43 16,27-2-106-16,16-6 26 15,14-6 73-15,4-7 53 16,5-9 45-16,-2-8 51 16,-1-9 13-16,0-3 84 15,-3-3-78-15,-9 1-4 16,-11 5-21-16,-17 9 46 16,-14 9 29-16,-9 14-53 15,-3 9-23-15,0 9-26 16,0 6-12-16,0 0-6 15,-3 20-13-15,-19 28-23 16,-12 24 36-16,-6 16 2 16,0 7 2-16,8-8-1 0,17-12-3 15,15-11-1-15,0-19 1 16,10-14-1-16,4-12 1 16,-6-14 1-16,-5-5 2 15,2 0 29-15,9-32 28 16,7-18-60-16,2-20-6 15,2-12-12-15,-7-5-4 16,-8-5-13-16,-1 1 7 16,-2 7 3-16,6 12 0 15,2 16 9-15,7 20-12 16,2 15 11-16,1 13 13 16,-1 8-5-16,-3 2-2 0,3 21 11 15,-1 13 2-15,3 9 4 16,-5 2-2-16,-4 0 0 15,-3-10-2-15,-8-9-2 16,-3-8 13-16,-3-5-4 16,-5-3-5-16,-23-3 3 15,-22 1 10-15,-10-2-8 16,-7-1-1-16,2-2-8 16,10-2-1-16,12 1-3 15,11 4-51-15,15 1-79 16,12-7-115-16</inkml:trace>
  <inkml:trace contextRef="#ctx0" brushRef="#br0" timeOffset="4144.95">9548 4780 574 0,'0'0'99'16,"0"0"17"-16,0 0-48 15,0 0-29-15,0 0-35 16,0 0-4-16,-5 7-28 15,-6 15-65-15,-4 2 0 16,1-12-195-16</inkml:trace>
  <inkml:trace contextRef="#ctx0" brushRef="#br0" timeOffset="6077.72">5412 5247 113 0,'0'0'176'0,"0"0"-95"16,0 0 25-16,0 0-22 16,0 0-5-16,0 0-24 15,-15-9 7-15,15 9-17 16,0 0-20-16,0 0-12 15,0 0-13-15,3 0-2 16,31 0-5-16,23 0-5 16,29 4-1-16,23 6 11 0,16-1-8 15,13 1 2-15,5-4-6 16,3-3-15-16,-4-2 8 16,-14-1-3-16,-10 0-3 15,-15 0-12-15,-15 0 16 16,-15 0 10-16,-16 0 7 15,-20 0 6-15,-18 0 4 16,-11 0-2-16,-8-1 18 16,0-2 40-16,0 0-27 15,-4 3-33-15,-16 0-59 16,-10 0-62-16,-6 0-105 16</inkml:trace>
  <inkml:trace contextRef="#ctx0" brushRef="#br0" timeOffset="6222.85">6903 5353 560 0,'0'0'68'0,"0"0"-68"16,0 0-24-16,0 0-225 15,0 0 108-15</inkml:trace>
  <inkml:trace contextRef="#ctx0" brushRef="#br0" timeOffset="7508.21">5468 5721 53 0,'0'0'71'0,"0"0"-9"15,-38 80-12-15,32-51-24 16,3-3-5-16,3-5-5 16,0-6-4-16,0-4-8 15,0-7 5-15,0-4 3 16,17 0 36-16,3-24 83 0,7-7-76 16,-3-8-29-1,-9-2 8-15,-10 4 3 0,-5 2-18 16,-8 6-11-16,-15 4-6 15,-5 6-2-15,2 7 1 16,6 3-1-16,8 6 0 16,3 3-2-16,9 0-1 15,0 0-18-15,6-3-11 16,23-6 13-16,13-3-15 16,15-5-5-16,4-3 17 15,-4 3 5-15,-10-4 17 16,-9 6 1-16,-16 4 12 15,-11 3 39-15,-5 5 37 16,-6 3-48-16,0 0-41 0,0 27-24 16,0 13 18-16,-20 24 6 15,-7 17 7-15,-5 12-1 16,-4 4-1-16,0-5-2 16,2-7-3-16,2-10-20 15,4-8-27-15,1-11-12 16,6-12-35-16,7-13-82 15</inkml:trace>
  <inkml:trace contextRef="#ctx0" brushRef="#br0" timeOffset="7807.8">5828 6138 646 0,'0'0'226'0,"0"0"-167"16,0 0-59-16,0 0-2 15,0 0-6-15,0 0 4 16,-1 50 4-16,-7-20 1 16,2-2-1-16,6-8-35 15,0-3 12-15,0-7-15 16,3-7 5-16,18-3-11 16,1-3 22-16,4-19 0 15,-1-5-12-15,-6 0 34 16,-11 1 39-16,-8 4 38 15,-5 2-20-15,-31 4-53 16,-14 10 4-16,-8 6-8 0,2 0-17 16,12 21-65-16,14 5-70 15,14-4-135-15</inkml:trace>
  <inkml:trace contextRef="#ctx0" brushRef="#br0" timeOffset="13435.7">13274 4769 428 0,'0'0'78'0,"0"0"-70"0,0 0-8 16,0 0-8-16,0 0-17 16,0 0 23-16,-18 81 2 15,-10-18 29-15,-13 2 55 16,-11 8-39-16,-6 0 13 16,0-7-36-16,7-9-8 15,12-16-13-15,18-15 7 16,11-15-8-16,9-7 1 15,1-4 56-15,0-13 58 16,11-29-55-16,22-21-60 16,17-20-32-16,10-8 12 15,6 3-4-15,-1 4-1 16,-5 11-22-16,-7 13-5 0,-6 10 21 16,-7 14 21-1,-6 17 10-15,-6 13 0 0,-9 6-1 16,-9 17-11-16,-10 19 4 15,0 8 8-15,-13 4 4 16,-15-1-3-16,-3-7 4 16,1-9 0-16,3-7 1 15,2-7-6-15,1-2 9 16,3-5-8-16,-1-1 3 16,8-6 0-16,1 2 0 15,5-2-2-15,2 2-2 16,3 4-2-16,0 3-6 0,3 9-19 15,0 4 18 1,5 6 8-16,11 5 0 16,5 3 1-16,4 3-20 0,-1-4-85 15,2-9-109 1</inkml:trace>
  <inkml:trace contextRef="#ctx0" brushRef="#br0" timeOffset="13751.76">13527 5068 851 0,'0'0'24'15,"0"0"-24"-15,0 0-5 16,0 0-14-16,0 0 19 16,-4 99 2-16,16-55-1 15,3-6-2-15,1-7-12 0,5-12-18 16,4-13 17-16,1-6 14 15,0-1 9-15,-3-22-1 16,-1-4 7-16,-8-7 6 16,-11-4-1-16,-3-1 5 15,-18 0-21-15,-16 5-4 16,-6 4-5-16,8 12-1 16,10 9-1-16,11 8-16 15,11 1-5-15,0 11-184 16,0 14 82-16,18-2-6 15,15-10-196-15</inkml:trace>
  <inkml:trace contextRef="#ctx0" brushRef="#br0" timeOffset="14005.16">14114 4819 618 0,'0'0'124'16,"0"0"-15"-16,0 0-64 15,0 0-42-15,0 0-3 16,0 0-34-16,-20 31 17 16,17 33 17-16,-3 10 2 15,0-3-1-15,2-9 1 16,1-8-2-16,0-11 3 16,3-11-2-16,0-8-1 15,0-10-17-15,0-6-10 0,0-8-55 16,-2-3 35-16,2-30 19 15,-2-16-516-15</inkml:trace>
  <inkml:trace contextRef="#ctx0" brushRef="#br0" timeOffset="14203.68">14070 4613 637 0,'0'0'47'15,"8"-78"87"-15,-4 60-102 16,8 4-21-16,9 3-8 15,12 3-3-15,10 4-4 0,6 4 3 16,-4 1-5 0,-4 21-22-16,-3 6-19 0,-14 6-8 15,-12 5-27-15,-12 8-5 16,-30 4-70-16,-25 2 2 16</inkml:trace>
  <inkml:trace contextRef="#ctx0" brushRef="#br0" timeOffset="14404.02">13754 5324 669 0,'0'0'155'0,"0"0"-60"16,0 0-65-16,0 0-20 16,0 0-9-16,0 0-1 0,115-70-1 15,-66 66-8-15,6 3-20 16,2 1-4-16,-2 0-30 15,2 0-50-15,-5 1-32 16,-6-1-77-16,-8 0-107 16</inkml:trace>
  <inkml:trace contextRef="#ctx0" brushRef="#br0" timeOffset="14605.78">14442 5037 649 0,'0'0'41'0,"0"0"34"16,0 0-45-16,0 0-30 15,0 0 1-15,0 0-1 16,118-9 0-16,-68 9-18 16,-5 6-43-16,-3-3-28 15,-11-1-44-15,-4-2-155 16</inkml:trace>
  <inkml:trace contextRef="#ctx0" brushRef="#br0" timeOffset="14794.64">14251 5201 279 0,'0'0'55'15,"0"0"-40"-15,0 0 45 0,0 0 89 16,0 0-59-16,91 31-36 15,-38-31-20-15,9 0-24 16,5 0-10-16,1 0-4 16,4 0-83-16,-3-8-142 15</inkml:trace>
  <inkml:trace contextRef="#ctx0" brushRef="#br0" timeOffset="16099.93">15641 4707 553 0,'0'0'33'0,"0"0"-33"15,-61 81 0-15,12-14 2 16,-11 12 19-16,-1 2-9 16,6-6-4-16,10-19-3 15,18-18-5-15,12-19 0 16,11-11 0-16,4-6 1 16,0-2 78-16,0-5 70 15,10-24-87-15,18-16-62 0,13-14-20 16,6-8-1-16,4-2-15 15,3 1-19-15,-4 4-31 16,0 9 23-16,-7 8 39 16,-6 8 20-16,-5 15 4 15,-7 9 2-15,-2 13 5 16,-4 2-4-16,-3 17-3 16,-4 21 0-16,-3 11 2 15,-3 7 0-15,-3 6 5 16,-2 0-4-16,-1-2-1 0,0-6 2 15,0-2-1 1,-10-11-1-16,-9-5 0 0,-2-11-1 16,-5-8 0-16,0-6 9 15,-4-5-6-15,-1-6-3 16,-1 0-1-16,2-7-17 16,2-18 5-16,4-4 5 15,1-7 7-15,1-7 9 16,3 1 15-16,4-1 23 15,4 6 0-15,7 7-7 16,4 7-37-16,0 11-3 16,13 5-6-16,20 5 2 15,15 2-27-15,7 5 28 16,7 17-6-16,3 6 6 16,-8 1 3-16,-8 1 0 15,-12 1 0-15,-10-3-2 0,-10-1 0 16,-4-4 1-16,-5-2 1 15,-3-4 1-15,-2-3-1 16,-2-6 0-16,-1-1-8 16,2-6-34-16,1-1 13 15,6 0 29-15,9-20-9 16,2-11 6-16,2-6 3 16,-4-4 22-16,-5 7 51 15,0 5-1-15,-2 11-38 16,-3 9-16-16,-2 9-15 15,2 0-3-15,1 15-7 0,1 12 3 16,1 9 2-16,-5 2 2 16,-4 3 0-16,-2-2 1 15,0-3-1-15,3-8-2 16,1-7-11-16,4-4-48 16,-1-8-34-16,-1-9-92 15,-1 0-134-15</inkml:trace>
  <inkml:trace contextRef="#ctx0" brushRef="#br0" timeOffset="16500.7">16330 4970 761 0,'0'0'90'16,"0"0"-69"-16,0 0-21 15,0 0-9-15,0 0 9 16,-6 108 3-16,-6-67-1 16,-1-6 0-16,4-7-2 15,1-9 1-15,4-7-1 16,0-4 0-16,3-5-11 16,-1-3-14-16,0 0 25 15,2-11-4-15,0-12-5 16,0-9-29-16,4 0-13 15,7 2 44-15,5 9 3 16,-2 7-1-16,1 9-1 0,-2 5 1 16,-1 0 3-16,1 4-6 15,-2 14 6-15,-1 6-3 16,-1 5 4-16,-1 2 1 16,-1 0 4-16,5-1-4 15,1-3-3-15,1-3-51 16,0-14-123-16,-4-10-213 15</inkml:trace>
  <inkml:trace contextRef="#ctx0" brushRef="#br0" timeOffset="17365.33">16605 5006 669 0,'0'0'102'15,"0"0"-9"-15,0 0-93 16,0 0-26-16,0 0 26 15,-11 82 4-15,1-41-3 16,-2 1-1-16,9-6-4 16,3-6 2-16,0-10-5 15,0-8-5-15,8-7-2 16,6-5 14-16,7-7 0 16,6-14 8-16,4-7-6 15,-1 0 0-15,-6 1 3 16,-6 5 4-16,-11 9 8 15,-4 6 0-15,-1 5 12 0,-2 2-7 16,1 0-22-16,2 0-8 16,3 13-16-1,3 7 7-15,7 5 17 0,6 2-1 16,9-4-19-16,16-5-3 16,18-9-4-16,11-9 10 15,4 0 10-15,-2-17 7 16,-13-4 8-16,-13 1-4 15,-16-1 9-15,-13 4 10 16,-14 2 6-16,-9 1 14 16,0 4-29-16,-11 3-14 15,-7 6-2-15,-4 1-3 16,-5 7-10-16,-1 16 2 0,1 3 4 16,4 6 0-1,6-2-1-15,11-5-12 0,6-8 3 16,16-11-22-16,32-6 41 15,16-6 4-15,2-13 15 16,-6-5 17-16,-15 3 5 16,-16 1-26-16,-13 1 27 15,-5 5-10-15,-11 1-27 16,0 4-5-16,0 3 0 16,0 4-2-16,0 2 1 15,0 0-19-15,-9 11-36 16,-5 12 50-16,0 6-4 15,5 0-2-15,9-4-17 0,4-9-13 16,29-12 21-16,19-4 21 16,11-14 9-16,4-17-4 15,3-14 4-15,-6-7 4 16,-6-9-11-16,-10-4 3 16,-11-3-5-16,-8 0 16 15,-16-2-5-15,-10-2 3 16,-3 6 8-16,-6 20-2 15,-6 19-10-15,6 21-5 16,0 9-5-16,-5 35-31 16,-9 22 18-16,-9 21 13 15,-3 15 0-15,3 3 1 0,6-7 2 16,16-10-2 0,7-12-1-16,13-11-2 0,18-6-2 15,2-15-49-15,1-20-166 16</inkml:trace>
  <inkml:trace contextRef="#ctx0" brushRef="#br0" timeOffset="18730.95">18969 4716 524 0,'0'0'76'15,"0"0"-26"1,0 0-45-16,0 0-5 0,-91-40-2 16,49 49 2-16,5 14-4 15,7 12-2-15,9 13 0 16,12 6 4-16,9 10 2 16,0 0 1-16,7-5-1 15,17-10 0-15,3-9-4 16,0-7 4-16,-9-10 0 15,-12-7 0-15,-6-6 0 16,-24-5 0-16,-31-3 0 16,-26-2 10-16,-14 0-6 15,8 0-4-15,20-7-2 16,24 0 2-16,29 7 0 16,18-3 0-16,52-2-9 0,40 1-36 15,31-7 21 1,12 0 24-16,-2-2 10 0,-18 0 13 15,-23 2 16-15,-34 2 0 16,-31 5 37-16,-22 1 14 16,-9-4 0-16,-6-3-64 15,-24 2-26-15,-17 2-7 16,-7 3 5-16,1 3-16 16,9 3 8-16,16 14-10 15,14 3-16-15,13 3 7 16,1 4 3-16,19-5 6 15,23-6-2-15,13-9 7 0,7-7 11 16,1-2 4-16,-5-15 4 16,-10-4-1-16,-12-1 18 15,-11 0 7-15,-13 0 14 16,-12 5 13-16,0 1-28 16,-13 6-24-16,-1 5-3 15,1 5-2-15,4 0-4 16,1 15-28-16,4 9 17 15,4 5-1-15,4 1 2 16,28 0-2-16,18-7-9 16,18-12 0-16,9-11 5 15,5 0 5-15,-8-19 17 16,-15-7 3-16,-20 5-1 0,-21 4 11 16,-12 7 37-16,-6 4-4 15,0 5-42-15,-2 1-4 16,-14 7-10-16,-5 16 7 15,0 6 0-15,11 1 1 16,5 0-2-16,5-4 1 16,8-3-3-16,22-9-2 15,14-10 6-15,6-4 2 16,2-13 5-16,3-15-5 16,-3-10-36-16,5-3-15 15,-7-5-7-15,-9 3 27 16,-13 8 31-16,-12 9 15 15,-10 12 59-15,-4 7 6 16,-2 7-34-16,0 0-46 0,0 15-13 16,0 13 6-16,0 11 7 15,-6 2 1-15,-3 0-1 16,5-7-1-16,4-7-29 16,0-11-43-16,14-16-27 15,6-9-385-15</inkml:trace>
  <inkml:trace contextRef="#ctx0" brushRef="#br0" timeOffset="18880.78">20289 4685 685 0,'0'0'0'0,"0"0"-23"0,61 98 11 15,-37-26-35-15,-11 6-43 16,-1-5-102-16,-2-9-129 15</inkml:trace>
  <inkml:trace contextRef="#ctx0" brushRef="#br0" timeOffset="19779.68">20468 5170 606 0,'0'0'143'16,"0"0"-36"-16,0 0-53 15,0 0-54-15,0 0-4 16,0 0-10-16,-9 9 0 15,21 11 14-15,0-6 0 0,4 0 0 16,1-8-15 0,5-4 12-16,9-2 3 0,4-2 4 15,6-13-4-15,-2-4 0 16,-3-1 0-16,-5-2-2 16,-6 3 3-16,-10 5-1 15,-4 5 0-15,-4 3 0 16,-2 4 0-16,1 2-3 15,3 0-26-15,1 0-38 16,5 5 26-16,5 4 11 16,-2-2 6-16,1-4 17 15,-6-3 7-15,-2 0 9 16,-5-6 61-16,-3-10 1 0,-2-1-27 16,-1 0-11-1,0 5-6-15,0 3-4 0,0 5-12 16,0 4-10-16,0 0-1 15,-4 10-18-15,-13 25-8 16,-10 18 26-16,-3 12 0 16,-1 13 0-16,4 0 0 15,5-2 0-15,7-4 2 16,6-4-1-16,7-9 2 16,2-13-3-16,0-17 0 15,0-15 3-15,0-9-2 16,0-5 3-16,0 0 3 0,0 0 12 15,-7-14 3 1,-5-3-22-16,-6 2-7 0,-1 3-15 16,-1 6-2-16,3 2 15 15,8 0 1-15,4 4 2 16,2-3 5-16,3-3 1 16,0-10-1-16,18-8-1 15,22-8-1-15,17-11 3 16,15-4 2-16,10-7-2 15,3-2-2-15,0 2 2 16,-6 3 0-16,-11 1-4 16,-9 5-4-16,-9 5-2 15,-8 2 8-15,-4 2 2 16,-10 5-1-16,-4 4 1 16,-11 6 0-16,-6 8 2 0,-4 7 5 15,-3 4 0 1,0 2-7-16,0 0-6 0,0 5-54 15,0 19 32-15,-7 5 28 16,0 12 0-16,1 4 2 16,1 2 1-16,5 1-2 15,0-6-1-15,0-8 3 16,0-10 0-16,2-12-3 16,-2-5-2-16,0-7 2 15,0 0 13-15,0 0 16 16,-11 0-18-16,-23 0-7 15,-20 0-4-15,-12 0-41 0,-4 0-87 16,15 0-68-16</inkml:trace>
  <inkml:trace contextRef="#ctx0" brushRef="#br0" timeOffset="20799.62">15750 5392 160 0,'0'0'57'16,"0"0"27"-16,0 0-3 15,0 0-14-15,0 0-24 16,0 0-10-16,-40 0 11 15,40 0-18-15,0 0-26 0,0 0-1 16,0 0-8 0,13 7 9-16,24 1 2 0,23 4 8 15,33-3-10-15,36 2 4 16,34 0-1-16,41 1 0 16,42 0 0-16,43-2-5 15,31 4 2-15,15 1-5 16,13 0-11-16,-3 2-40 15,-2 0 20-15,-18 6 36 16,-22 1 3-16,-30 1 6 16,-29 1-7-16,-24-4 7 15,-28-4 7-15,-34-3 24 16,-30-6 8-16,-29-4 0 0,-29-1-6 16,-26-2 27-1,-20-1-30-15,-16-1-12 0,-7 2-1 16,-1-2-10-16,0 0-11 15,0 0-5-15,0 3 0 16,0 1-3-16,0 6-49 16,3 5-139-16,5-3 58 15,2-12-313-15</inkml:trace>
  <inkml:trace contextRef="#ctx0" brushRef="#br0" timeOffset="20958.6">20738 5818 797 0,'0'0'75'15,"0"0"-36"-15,0 0-39 16,0 0-63-16,0 0-212 16,0 0-27-16</inkml:trace>
  <inkml:trace contextRef="#ctx0" brushRef="#br0" timeOffset="21806.83">16093 5750 495 0,'0'0'154'16,"0"0"-54"-16,0 0-84 16,0 0-16-16,0 0-51 15,0 0 44-15,0 0 7 16,-10 104 1-16,-6-51 0 15,-4 3 6-15,-7 3-2 16,-1 1-2-16,-2-5-3 16,0-9-14-16,3-11-71 15,5-15-108-15,8-16-179 0</inkml:trace>
  <inkml:trace contextRef="#ctx0" brushRef="#br0" timeOffset="22030.25">15824 5644 629 0,'0'0'60'0,"0"0"26"16,0 0-69-16,0 0-15 15,0 0-4-15,129-31-1 16,-62 31 3-16,-1 0-2 15,-5 2-25-15,-8 7-31 0,-11 4-20 16,-18 1-31-16,-14-2-138 16</inkml:trace>
  <inkml:trace contextRef="#ctx0" brushRef="#br0" timeOffset="22478.23">15510 6107 563 0,'0'0'53'0,"0"0"-20"16,0 0 19-16,115 4 24 15,-49-4-41-15,11 0-13 16,3-1-17-16,-1 0-2 16,-8 1-2-16,-8 0-1 15,-19 2-3-15,-14 15 3 0,-14 6-6 16,-15 7-10-16,-1 4 14 15,-19 2-4-15,-9 0 5 16,1-6-2-16,9-9-17 16,5-6 11-16,9-10 8 15,4-5 1-15,0 0 9 16,8-8 17-16,27-18-7 16,12-10-19-16,4-8-43 15,-2 0-4-15,-4 1-4 16,-9 7-8-16,0 5 39 15,-8 13 20-15,-12 11 39 16,-4 7 9-16,-4 0-48 0,5 11-1 16,-1 12 0-16,-1 7 1 15,-4 4 1-15,-4 6 0 16,-2-2-1-16,1-2-1 16,2-9-64-16,4-12-113 15,5-13-137-15</inkml:trace>
  <inkml:trace contextRef="#ctx0" brushRef="#br0" timeOffset="22776.54">16701 6001 590 0,'0'0'226'0,"0"0"-125"16,0 0-101 0,0 0-11-16,0 0 1 15,0 0 8-15,19 120 2 0,-19-70 0 16,0-3 4-16,1-7-3 15,1-9-1-15,3-9-5 16,0-9-8-16,2-11-3 16,11-2 16-16,11-22 8 15,9-16-8-15,1-8 0 16,-5-6-3-16,-8 0 1 16,-9 6-7-16,-3 9 2 15,-3 10 6-15,5 11-4 16,-2 12-52-16,2 4-84 15,-3 6-2-15,-1 16-36 0,-3 3-46 16</inkml:trace>
  <inkml:trace contextRef="#ctx0" brushRef="#br0" timeOffset="23475.55">17037 6199 494 0,'0'0'159'15,"0"0"-47"-15,0 0-66 16,0 0-18-16,0 0-6 15,0 0-13-15,53-64 7 16,-39 45-1-16,-3-1-11 16,-5 0-4-16,-4 3 1 15,-2 4 1-15,0 3-2 16,0 10 0-16,-8 0-15 0,-7 5-49 16,-6 19 24-16,-1 7 26 15,2 4-7-15,9 5 7 16,9-3 8-16,2 1 1 15,13-6-1-15,17-10 1 16,12-12 5-16,10-10 0 16,4 0 9-16,5-21 4 15,1-9-3-15,-4-5-4 16,-9-4-5-16,-11-1 4 16,-13 2 4-16,-9 3-9 15,-8 6-10-15,-7 10 10 16,-1 7 1-16,0 9 35 15,0 3-30-15,0 2-6 16,0 23-25-16,0 12 24 0,0 14 1 16,0 6 3-16,-1 0 0 15,-7-4-3-15,-1-14 1 16,-1-12 2-16,6-12-2 16,-1-9 1-16,2-5 0 15,3-1 2-15,-3 0 18 16,0-1 34-16,-1-14-40 15,4-7-16-15,0-8-19 16,19-3-36-16,20-1-17 16,13 0 29-16,11 2-35 15,4 0 37-15,-2 2-11 0,-4 1 23 16,-8 1 29 0,-7-2 3-16,-10 4 26 15,-11-2 34-15,-11 6 43 0,-10 5 16 16,-3 8-69-16,-1 6-22 15,0 3-29-15,0 4-2 16,-5 24-61-16,-20 19 46 16,-7 17 15-16,-1 7 3 15,3 7-1-15,14-3-2 16,10-9-26-16,6-12-41 16,0-13-38-16,10-18-23 15,4-17-132-15</inkml:trace>
  <inkml:trace contextRef="#ctx0" brushRef="#br0" timeOffset="24724.61">17802 6176 455 0,'0'0'135'16,"0"0"-102"-16,0 0-32 15,97-7 5-15,-40 16 21 16,1 4 24-16,-4 3 5 15,-8 2-10-15,-4 3-25 16,-8 4-8-16,-7 3-7 16,-8 1-5-16,-4 1-1 15,-10-4 0-15,-5-6 0 16,0-5 0-16,0-6-8 0,0-3 0 16,0-6 4-1,0 0 4-15,0-6 24 0,0-18-13 16,6-3-11-16,14-4-12 15,9 4-22-15,4 4 1 16,-2 5-30-16,-3 11 56 16,-10 4 7-16,-4 3-1 15,-7 0-3-15,-2 15-8 16,-4 9 11-16,-1 2 1 16,0 4 1-16,0-6 1 15,0-3-1-15,-3-10 2 16,3-7 0-16,0-4-3 15,0 0 13-15,0-9 69 16,5-14-47-16,14-8-35 0,5-3-10 16,-5 1-14-16,-1 8 13 15,-7 8 11-15,-5 8 1 16,-4 8 6-16,1 1-7 16,0 1-2-16,2 16-6 15,3 9 7-15,2 2 1 16,5 6 0-16,4 0 0 15,4-4 2-15,5-4-1 16,2-9 1-16,11-10-1 16,1-7 4-16,6 0 3 15,0-21-4-15,-2-6-2 16,-6-2 2-16,-13 0 1 16,-12 1 13-16,-15 0-2 0,0 6 0 15,-4 3 3-15,-8 10-5 16,2 6-12-16,-3 3-2 15,0 13-19-15,-5 17 19 16,3 9-1-16,3 7 0 16,11 2 1-16,1 1 0 15,7-3-1-15,25-3 1 16,15-13-2-16,14-13-2 16,8-13 4-16,5-4 2 15,-1-12 0-15,-4-14 0 16,-7-4 1-16,-16 2-3 15,-21 5 2-15,-16 6-2 16,-9 8-1-16,0 4 1 0,0 5-6 16,0 0 3-16,-5 11-45 15,-5 10 43-15,-5 3 4 16,6 2 0-16,4-2 1 16,5-1-1-16,0-6 1 15,14-9-10-15,20-8 3 16,11 0 7-16,3-20 7 15,-4-5-4-15,-6-4 5 16,-10-1 0-16,-10 0 0 16,-8 5-6-16,-5 5-2 15,-5 7 1-15,0 7 7 16,0 6-4-16,0 0-4 0,0 8-73 16,0 14 29-16,0 6 36 15,6 2-30-15,10-3-14 16,8-8 9-16,9-9-19 15,0-10 38-15,1-2 24 16,-1-26 3-16,0-11 1 16,-3-6 1-16,-1-5 3 15,-9-4-2-15,-11-2 14 16,-9-4 13-16,0 2 37 16,0 9 68-16,-8 11-47 15,4 18-39-15,3 14-25 16,-1 6-27-16,2 26-30 15,-6 21-16-15,-2 23 46 0,-5 8 3 16,1 2-1-16,3-1-2 16,5-6 1-16,4-8-1 15,0-13 0-15,12-13-4 16,1-16-15-16,3-12-14 16,2-7-28-16,5-4-43 15,2-24-99-15</inkml:trace>
  <inkml:trace contextRef="#ctx0" brushRef="#br0" timeOffset="24918.84">19516 6183 812 0,'0'0'21'0,"0"0"-20"15,0 0-1 1,111 8 4-16,-51-4 0 0,9-4-1 15,6 0 0-15,-3 0-3 16,-4 0 0-16,4 0-8 16,-1 0-118-16,7-4-134 15</inkml:trace>
  <inkml:trace contextRef="#ctx0" brushRef="#br0" timeOffset="25789.77">21700 5436 544 0,'0'0'141'0,"0"0"-64"16,0 0-77-16,0 0-61 15,0 0 61-15,0 0 6 16,-88 75 2-16,43-44 0 16,-1-5-1-16,9-6-5 0,7-8-2 15,15-5 2 1,6-4-2-16,5-1-28 0,4-2-19 15,0-5 47-15,10-16-78 16,8-8-156-16,4-5 7 16,-7 2 195-16,-5 6 32 15,-7 6 191-15,-1 9 12 16,-1 6-78-16,1 4-23 16,-2 1-87-16,3 1-15 15,1 20-43-15,7 11 43 16,6 2 0-16,12 0 0 15,9-5-2-15,9-4-7 0,5-6-34 16,3-13-57-16,8-6-179 16</inkml:trace>
  <inkml:trace contextRef="#ctx0" brushRef="#br0" timeOffset="26005.97">22022 4959 805 0,'0'0'51'0,"0"0"-38"15,0 0-13-15,0 0-18 16,-16 86 18-16,13-17 2 0,0 8-2 16,3 6-1-1,0-2-1-15,16-8-40 0,9-9-40 16,7-16-21-16,5-20-75 15,-1-22-195-15</inkml:trace>
  <inkml:trace contextRef="#ctx0" brushRef="#br0" timeOffset="26805.91">22259 5252 796 0,'0'0'10'16,"0"0"-20"-16,0 0-44 0,0 0 33 15,0 0 21 1,0 107 2-16,0-62-2 0,0-3 0 16,3-7 4-16,5-12-1 15,-1-9-1-15,0-7 3 16,-3-4-2-16,5-3 32 16,11-7 45-16,8-16-49 15,7-10-27-15,-1-6-4 16,-7-1-6-16,-12 0-3 15,-9-3 5-15,-6 1 3 16,0 4 2-16,-12-1 0 16,-10 4-1-16,-3 5 0 15,0 6-1-15,-3 4 0 0,3 9 0 16,6 6-4 0,5 2-2-16,6 3 5 0,4 0 0 15,4 0-11-15,0 0 3 16,0 0 1-16,0 0 2 15,0 0 3-15,0 3 3 16,0 1 1-16,0-1 0 16,0 1 0-16,0 1 0 15,0-1 0-15,3 1-3 16,7 3-1-16,9-4 2 16,10 2 2-16,11 1 0 15,7 0 0-15,9 2 0 16,7 1-11-16,3-2-22 15,5-1-16-15,-1-3-7 0,-1-4 22 16,-8 0 26-16,-10 0 8 16,-17-6 2-16,-15 1 32 15,-11 3 46-15,-8 2-7 16,0 0-50-16,0 0-23 16,0 0-7-16,-6 8-51 15,-18 13 18-15,-12 13 40 16,-10 11 2-16,1 6 2 15,5 10-4-15,18-2-1 16,19-9 1-16,10-9-4 16,42-15 4-16,15-15 5 15,14-11 5-15,7 0 12 16,-3-23 8-16,-12-10-3 0,-12-6-8 16,-19-5-9-1,-14-2-4-15,-17-4-5 0,-8-4 2 16,-23-2 2-16,-26 3-1 15,-15 10-4-15,-1 14-2 16,5 19-25-16,12 10-57 16,16 19-9-16,11 9-125 15,19-2-136-15</inkml:trace>
  <inkml:trace contextRef="#ctx0" brushRef="#br0" timeOffset="26949.04">23365 5227 566 0,'0'0'51'16,"0"0"72"-16,0 0-42 16,0 0-71-16,0 0-10 15,0 0-99-15,-84-20-10 16,47 45-15-16,7-8-127 16</inkml:trace>
  <inkml:trace contextRef="#ctx0" brushRef="#br0" timeOffset="28706.01">13079 4705 68 0,'0'0'132'0,"0"0"-49"16,0 0-21 0,0 0-42-16,0 0 23 0,0 0 5 15,0 0 12-15,47-37 10 16,-39 31-63-16,-2-1-3 15,2 1 0-15,3 2-4 16,4 2-8-16,7 1-24 16,7 1-14-16,5 0-15 15,6-5-8-15,-1-1 10 16,0-1 6-16,-5-4-7 16,-2-3-40-16</inkml:trace>
  <inkml:trace contextRef="#ctx0" brushRef="#br0" timeOffset="28898.86">13374 4643 311 0,'0'0'165'16,"0"0"-66"-16,0 0-42 15,0 0-57-15,0 0-29 16,0 0-215-16,0 0-8 16</inkml:trace>
  <inkml:trace contextRef="#ctx0" brushRef="#br0" timeOffset="52679.96">7915 5470 185 0,'0'0'46'16,"0"0"-14"-16,0 0-13 0,0 0 22 16,0 0 10-16,0 0-19 15,0 0 18-15,0 0-12 16,0 0 7-16,-9-17-17 16,9 17-1-16,0 0-18 15,0 0-8-15,0 0 1 16,0 0-4-16,0 0-1 15,0 0-2-15,20 0 2 16,19 0 3-16,21-3 0 16,22-3 2-16,25 0 4 15,25-1 2-15,20 0-1 16,19-1-2-16,4-1-3 16,-6 1-1-16,-10-1-1 0,-19-1 0 15,-16 2-15-15,-20 2-15 16,-21-4-4-16,-20 3 23 15,-22-1 11-15,-20 3 2 16,-17 3 1-16,-7 2 4 16,-38 0-7-16,-22 0-233 15</inkml:trace>
  <inkml:trace contextRef="#ctx0" brushRef="#br0" timeOffset="53480.19">8142 5568 682 0,'0'0'64'0,"0"0"27"15,0 0-91-15,0 0-3 16,0 0-4-16,0 0 7 15,23 38 1-15,3-1-1 16,2 5 2-16,5-1-2 0,-3-1 0 16,0-10-50-16,2-13-34 15,1-8 11-15,1-9 6 16,-3-4-14-16,-6-18 42 16,-9-9 39-16,-9-8 4 15,-7-4 35-15,0 0 43 16,-12 3 2-16,-16 4 0 15,0 6 7-15,4 12-45 16,9 10 1-16,9 6-10 16,6 2-37-16,0 22-10 15,3 24 1-15,13 26 9 16,10 15 0-16,2 8 4 16,3 1-4-16,-4-11-2 0,-2-8-2 15,-6-17-1-15,-8-13-4 16,-6-19-7-16,-5-12 3 15,0-9 1-15,0-5 12 16,-2-2 0-16,-23 0 7 16,-12-9-5-16,-14-10-2 15,0-1-1-15,8-4-9 16,16 4-9-16,14 7 8 16,13 1-38-16,7-1-143 15,26-2-123-15</inkml:trace>
  <inkml:trace contextRef="#ctx0" brushRef="#br0" timeOffset="54145.49">8690 5954 185 0,'0'0'47'0,"0"0"33"16,0 0 36-16,0 0 5 16,85-68-36-16,-71 44-7 15,-8 3-4-15,-6-2-22 16,0 1-22-16,-8 0-14 0,-17 5-12 16,-5 10-4-16,0 7 0 15,0 2-4-15,8 17 1 16,5 9-5-16,8 1-8 15,5 7 5-15,4-2-18 16,13-3-4-16,18-6-4 16,7-9 6-16,7-11 0 15,3-5 13-15,4-7 4 16,-2-12 5-16,-5-3 9 16,-12-2 0-16,-9 1 0 15,-10-1 2-15,-9 4 2 16,-5 2 36-16,0 1 11 15,-16 7-24-15,-1 3-16 0,4 7-4 16,6 0-7-16,2 12-5 16,0 8 2-16,5 3-19 15,0-1-4-15,17 0 14 16,5-5 2-16,2-5-5 16,2-7-33-16,2-5 30 15,-1 0 13-15,-2-17 5 16,-7-5 1-16,-9 1 0 15,-6 2 40-15,-3-1 51 16,0 1-52-16,-6 2 24 16,-9 3-48-16,3 8-5 15,6 4-8-15,2 2-3 0,4 3-7 16,0 20-55 0,0 12 49-16,4 4 9 0,14 1 4 15,5-6-19-15,5-5-13 16,2-6-28-16,2-11-46 15,6-9 21-15,3-3-132 16</inkml:trace>
  <inkml:trace contextRef="#ctx0" brushRef="#br0" timeOffset="54679.28">9499 5766 547 0,'0'0'164'0,"0"0"-160"16,0 0-4-16,0 0-1 16,0 0 1-16,13 86 2 15,-13-58 6-15,0-3-7 16,0-5 0-16,0-6-1 16,0-4-17-16,0-6-42 15,0-4-2-15,6 0 6 16,5-8 40-16,5-17-179 15,6-7-6-15,2-7 189 16,5-5 11-16,-1-6 128 16,6 2 14-16,3 0-20 15,1 2-39-15,1 9-48 16,-1 6-13-16,-3 6-10 0,-3 6-6 16,-11 4-4-16,-6 7 2 15,-6 4 0-15,-6 0 4 16,-3 4 10-16,3 0-18 15,-1 6-10-15,4 14 4 16,3 9 6-16,0 7 0 16,0 3 1-16,-4 4-1 15,0 1 2-15,-4-1 4 16,2 1-4-16,0-2 7 16,-1-5-3-16,-2-4-6 15,0-8 4-15,0-8 0 16,0-6-1-16,0-3-2 0,-9-1 1 15,-15 3 11 1,-12 4-8-16,-8-2-5 0,0 2-4 16,8 0-83-16,14-6-55 15,20-5-239-15</inkml:trace>
  <inkml:trace contextRef="#ctx0" brushRef="#br0" timeOffset="54829.53">9992 5981 548 0,'0'0'68'0,"0"0"15"16,0 0-36-16,0 0-26 15,0 0-21-15,0 0-63 0,-83-15-73 16,75 24-158 0</inkml:trace>
  <inkml:trace contextRef="#ctx0" brushRef="#br0" timeOffset="55565.55">8983 5782 332 0,'0'0'57'0,"0"0"-18"16,0 0-39-16,0 0 0 15,0 0-30-15,0 0-19 0,-54-8-86 16</inkml:trace>
  <inkml:trace contextRef="#ctx0" brushRef="#br0" timeOffset="56409.95">9387 5732 219 0,'0'0'75'0,"0"0"3"0,0 0 13 15,0 0-32 1,86-8-26-16,-68 20-13 0,1 7-10 16,-3 8-5-16,-2 0 2 15,-6 3 0-15,-8 2-5 16,0-3-1-16,0-1 0 16,-6-6 0-16,-4-5 8 15,1-6-7-15,3-5-1 16,1-3 1-16,5-3 5 15,0 0-2-15,0 0 20 16,0 0 22-16,-2 0 8 16,0 0-6-16,-2-12-34 15,-1-4-12-15,3-7 1 0,2-2 9 16,0-6-6 0,10-2-1-16,10 2-4 0,8-1 0 15,4 2-4-15,2 5-5 16,2 3-26-16,-5 8-9 15,-7 8-66-15,-6 4-19 16,-11 2-102-16</inkml:trace>
  <inkml:trace contextRef="#ctx0" brushRef="#br0" timeOffset="56569.57">9636 5760 226 0,'0'0'133'0,"0"0"-44"0,0 0-25 15,0 0-64-15,0 0-106 16,0 0-65-16</inkml:trace>
  <inkml:trace contextRef="#ctx0" brushRef="#br0" timeOffset="60708.29">10823 5588 162 0,'0'0'149'0,"0"0"-44"16,0 0-54-16,0 0 2 15,0 0 21-15,0 0-36 16,36-74 14-16,-33 66-30 16,-1 3 21-16,-1 2-19 15,-1 1-5-15,0 2-2 16,0 0-6-16,0 0-11 15,0 0 0-15,0 0-7 16,0 7-8-16,-14 15 6 16,-11 7 7-16,-9 8 2 15,-5 4 0-15,-4 4 2 16,1-1-2-16,-2 0 0 0,3-10 2 16,5-8-2-1,8-6 2-15,6-5 0 0,6-4-2 16,5-5 0-16,2 1 2 15,3 0-2-15,1-6-2 16,5 1-5-16,0-2-3 16,0 0-12-16,0 0 10 15,25 0 12-15,17 0 1 16,15-2 0-16,7-7 0 16,0 0 0-16,-4 4 3 15,-9 0-3-15,-6 3-1 16,-11 2 0-16,-7 0 0 15,-7 0-4-15,-9 0-8 0,-6 0-24 16,-2 0 5-16,-3 0 3 16,0 0 16-16,0 0 3 15,0 0-6-15,-2 4-5 16,-13 1-8-16,-3 1-64 16,0 0-117-16</inkml:trace>
  <inkml:trace contextRef="#ctx0" brushRef="#br0" timeOffset="61572.68">11348 5499 528 0,'0'0'58'16,"0"0"-16"-16,0 0-38 15,0 0-4-15,0 0 0 16,0 0 0-16,-101 58 0 15,78-27 2-15,5 1-4 16,4-3 2-16,5 0 0 16,4-7-2-16,5-3-22 15,0-8 19-15,0-3-7 16,14-5 8-16,8-3 4 16,3 0 0-16,5-9 0 15,1-6 2-15,-6 8-2 16,-6 4 3-16,-2 0 16 0,-9 3-7 15,0 3-11 1,-2 14-1-16,-1 6 0 0,-5 4 0 16,0 1 0-16,-10 2-1 15,-13 0 0-15,-3 0 2 16,-1-5 0-16,2-5-1 16,4-4 1-16,3-6 1 15,3-3 1-15,4-4-1 16,2-1 9-16,-2-2 23 15,0 0 15-15,-6 0-31 16,3-7 23-16,-1 0-31 16,6-3-10-16,3 6-5 15,6 1-36-15,0-4-75 0,0-2-133 16</inkml:trace>
  <inkml:trace contextRef="#ctx0" brushRef="#br0" timeOffset="61857.56">11297 5472 428 0,'0'0'14'15,"0"0"16"-15,0 0-21 16,0 0-1-16,0 0 34 15,111-26 10-15,-65 21-10 0,4 0-3 16,-1-2-7 0,-2 2-7-16,-5 0-15 0,-5 2-7 15,-7-1-3-15,-9 4-10 16,-9 0-50-16,-9 0-12 16,-3 4-40-16,-12 9-19 15,-21 2 46-15,-10-1-176 16</inkml:trace>
  <inkml:trace contextRef="#ctx0" brushRef="#br0" timeOffset="62044.89">11455 5680 499 0,'0'0'69'0,"0"0"-36"16,0 0-33-16,0 0-46 16,0 0-151-16,0 0 76 15</inkml:trace>
  <inkml:trace contextRef="#ctx0" brushRef="#br0" timeOffset="140943.98">4933 7621 252 0,'0'0'99'16,"0"0"-30"-16,0 0 5 15,0 0-1-15,0 0-31 16,0 0 0-16,0 0 33 16,0-73-37-16,0 64 7 0,0 2-20 15,0 2-11 1,0 2-6-16,0 0-3 0,0 3-2 16,0 0-2-16,0 0 0 15,0 0-2-15,0 0 0 16,0 0 1-16,0 0-3 15,0 0-1-15,0 15 0 16,-3 9-2-16,-5 15 3 16,-8 10 2-16,-5 9 1 15,-4 7 0-15,-4-3 2 16,1-5 0-16,6-8 1 16,0-11-3-16,8-9 0 15,2-13 2-15,6-6-2 16,3-10 1-16,2 0 1 15,1-20 12-15,0-17-12 0,6-13-2 16,13-8-9 0,2-2-5-16,3 2-4 0,-2 7 5 15,0 7 0-15,1 6-4 16,-1 12 9-16,2 6 2 16,0 6 2-16,6 11 2 15,6 3 0-15,-2 3-6 16,7 26 4-16,-3 10 3 15,-7 11 1-15,-4 5-4 16,-4 6 5-16,-9-7-1 16,-6-8 0-16,-5-11 1 15,2-11-2-15,-1-11-2 16,-3-6 1-16,1-7 2 16,-2 0 0-16,1 0 3 0,4-16-3 15,2-9-3-15,2-8-31 16,3-6 19-16,2-6 14 15,-1-1 1-15,-1-1 6 16,6 0 10-16,1 7-3 16,8 4-6-16,6 3-7 15,4 7-17-15,3 2-44 16,-2 2-8-16,-1 3-51 16,-6 4-50-16,-7 4 34 15,-9 2 53-15,-9 4 44 16,-6 2 39-16,0 0 1 15,0 0 38-15,0 1 23 16,-6 2 25-16,-1-3-11 0,4 3 64 16,0 0-12-16,-2 0-72 15,-2 18-45-15,-2 17 15 16,-2 15 31-16,1 9-23 16,0 10-1-16,-2-2-3 15,2-1-11-15,-1-4-9 16,2-6-7-16,1-5-1 15,2-7 2-15,2-12-1 16,1-12-2-16,1-12 1 16,1-8-1-16,1 0 10 0,0-11 47 15,0-24-15 1,3-16-43-16,13-11 0 0,1-6-18 16,-1 1-11-1,-1 3-6-15,-3 3 9 0,-3 8 0 16,0 7-1-16,6 7-1 15,0 11 17-15,4 6 2 16,3 11 8-16,-2 6-3 16,1 5 4-16,-2 0-3 15,-3 16-1-15,-1 10 3 16,-6 4 0-16,-6 0 2 16,-3 2 0-16,0-1-1 15,-18-2 4-15,-6-6 3 16,-1-5 0-16,-5-3 2 15,-3-3 2-15,-2-1-4 0,-1 0-5 16,0-2-1 0,5-1-1-16,11-3-10 0,4 2-61 15,10-5-114-15,6-2-234 16</inkml:trace>
  <inkml:trace contextRef="#ctx0" brushRef="#br0" timeOffset="141610.35">5898 7470 531 0,'0'0'79'16,"0"0"-69"-16,0 0-8 16,0 0 3-16,0 0 23 15,49 86 12-15,-32-55 5 16,-2 5-22-16,-4 3-5 16,-5 5-10-16,-4 2-2 15,-2-5-3-15,0-3 0 16,0-5-2-16,0-5 0 15,0-6-1-15,3-4-1 16,3-7-15-16,6-4-20 0,1-5 11 16,5-2-6-1,6 0 11-15,-4-13-1 0,8-7-3 16,-6-4-6-16,-1-3 20 16,-6-5 10-16,-3 0 1 15,0-4 17-15,1-4-13 16,-1-2 24-16,-1 2-7 15,-5 5-7-15,-5 3-4 16,-1 6-6-16,0 0-4 16,0 3 2-16,0 5-2 15,-1 3 1-15,-5 5 5 16,-2 2 13-16,5 4 12 0,-3 2-14 16,3 2-3-16,3 0-11 15,-3 0-4-15,-3 7-6 16,-1 13 5-16,-5 6 1 15,3 3 1-15,6 2 1 16,1 2 1-16,2-2 1 16,0-1 0-16,8-6 0 15,14-4 0-15,11-10-1 16,10-7 0-16,20-3-2 16,7 0-1-16,-7-18-143 15,-21-6-460-15</inkml:trace>
  <inkml:trace contextRef="#ctx0" brushRef="#br0" timeOffset="142075.84">4779 8347 340 0,'0'0'113'0,"0"0"-34"15,0 0-25-15,0 0-29 16,0 0-9-16,111-44 17 16,-43 32 9-16,12 0 13 15,9-1-25-15,11 0-21 16,1 3-7-16,-1-2-2 15,0-1 3-15,-8 2-6 16,-14 3 3-16,-17 2-14 0,-17 6-16 16,-19 0-30-16,-13 0 10 15,-12 4-12-15,-21 10 14 16,-31 4-20-16,-23 2-135 16</inkml:trace>
  <inkml:trace contextRef="#ctx0" brushRef="#br0" timeOffset="142276.52">4627 8503 287 0,'0'0'133'0,"0"0"-33"16,0 0-38-16,0 0-45 0,0 0 37 16,0 0 50-1,130 14-43-15,-48-20-28 0,15-8-19 16,17-1-10-16,6 3-4 15,11-1-3-15,9-3-96 16,-1-5-139-16</inkml:trace>
  <inkml:trace contextRef="#ctx0" brushRef="#br0" timeOffset="142437.19">5916 8356 576 0,'0'0'56'0,"0"0"-28"16,0 0-28-16,0 0 0 16,0 0-15-16,0 0-37 15,15 0-79-15,3 0-112 16</inkml:trace>
  <inkml:trace contextRef="#ctx0" brushRef="#br0" timeOffset="145076.31">7740 7674 424 0,'0'0'102'0,"0"0"-35"0,0 0-37 16,0 0-17 0,0 0-7-16,0 0-6 0,27-17-5 15,-5 34 5-15,5 8 4 16,0 13 17-16,-5 10 5 15,-6 11-2-15,-8 14-12 16,-6 8 0-16,-2-1-10 16,0-9 0-16,0-17 0 15,-5-21 1-15,4-15-2 16,-1-10 5-16,2-8-4 16,0-5 47-16,0-24 58 15,0-13-101-15,0-12-4 16,0-8 1-16,-3 1 0 0,-1 4-2 15,4 10-1 1,0 10 0-16,19 10-6 0,17 7-35 16,9 9-12-16,5 4-24 15,-2 7-16-15,-6 0-2 16,-16 16-132-16,-13 5-100 16</inkml:trace>
  <inkml:trace contextRef="#ctx0" brushRef="#br0" timeOffset="145539.44">8169 8045 673 0,'0'0'112'0,"0"0"-71"16,0 0-41-16,0 0-15 15,0 0 10-15,86 0 5 16,-36 4 2-16,7-3-2 15,1-1-3-15,5 0 3 16,1 0-8-16,0 0 0 16,-6 0 4-16,-6-3-3 15,-16-5 1-15,-10-3 5 16,-14-2 1-16,-9-3 7 16,-3-4-5-16,-8-3-2 15,-18-1-4-15,-4-1-3 16,4 8 7-16,5 8 6 15,8 3 4-15,8 5 5 16,5 1-15-16,0 0-6 16,0 4-28-16,0 15 14 0,9 7 20 15,5 7-1-15,-2 3 1 16,-2 1 0-16,-4 1 0 16,-6-3 0-16,0-4 5 15,0-6-4-15,-13-5 0 16,-1-4 3-16,-2-7-1 15,2-4 2-15,5-3-5 16,1-2-2-16,8 0-42 16,0-16-107-16</inkml:trace>
  <inkml:trace contextRef="#ctx0" brushRef="#br0" timeOffset="146122.32">9303 7727 638 0,'0'0'102'16,"0"0"2"-16,0 0-75 15,0 0-29-15,0 0-10 16,0 0 7-16,11 34 2 16,-9 2-2-16,-2 3 3 15,0 6 1-15,0 2 1 16,0 4 0-16,0-2 1 15,0-9-3-15,0-10 0 16,2-13-9-16,-2-8-20 0,0-9-18 16,0 0 33-16,-13 0 14 15,-17-12 7-15,-9-3-7 16,-1 2 1-16,6 3 38 16,11 7 21-16,7 3-13 15,7 0-41-15,-1 22-6 16,-1 9 0-16,0 8 0 15,4 2-4-15,7 0-6 16,0-3-13-16,4-8-21 16,13-11 13-16,2-7 12 0,11-12 9 15,7-8 10 1,14-25 7-16,9-8-2 16,-1-7 0-16,-6 2 8 0,-13 7 18 15,-16 10-2-15,-11 10 3 16,-8 6-9-16,-2 8 8 15,-3 3-12-15,0 2-19 16,0 0 0-16,3 0-9 16,0 10-37-16,1 14 39 15,3 5 6-15,1 3 0 16,-3-1-1-16,1-4-19 16,-2-6-28-16,4-4-7 15,6-9-61-15,6-8 39 16,6-11-74-16</inkml:trace>
  <inkml:trace contextRef="#ctx0" brushRef="#br0" timeOffset="146271.4">9591 7764 842 0,'0'0'67'0,"0"0"-1"15,0 0-66-15,0 0-8 16,0 0-102-16,0 0 6 15,55 52-63-15,-53-18-183 16</inkml:trace>
  <inkml:trace contextRef="#ctx0" brushRef="#br0" timeOffset="146721.23">9597 8299 602 0,'0'0'39'0,"0"0"-37"16,0 0-1-16,0 0 29 16,0 0 50-16,0 0-15 15,0 4-18-15,4-4-7 16,9 0-27-16,11-18-12 16,13-10-1-16,7-6-17 15,4-7-14-15,3-6-15 16,-8-1-49-16,-3 1-6 0,-13 7 70 15,-7 10 31 1,-9 9 0-16,-3 8 2 0,-4 5 26 16,-4 8 29-16,0 0-5 15,0 0-52-15,0 14-11 16,-12 14 8-16,-10 11 3 16,-6 13 5-16,-2-1-5 15,3-2 0-15,5-6 2 16,7-14-1-16,5-9-1 15,5-11 0-15,3-6 1 16,2-3 3-16,-2 0 14 16,-3 0 37-16,-7-5-6 0,-6-9-48 15,-5-3-1 1,1 2-35-16,3 4-41 16,11 1-3-16,8-1 4 0,14 0-253 15</inkml:trace>
  <inkml:trace contextRef="#ctx0" brushRef="#br0" timeOffset="148353.87">10398 7939 695 0,'0'0'91'0,"0"0"-2"15,0 0-54-15,0 0-28 16,0 0-7-16,0 0-6 15,-54-6 5-15,30 45 0 0,-1 7 1 16,-2 7-2 0,0 0 1-16,4 0-2 0,2-4-2 15,10-3-30-15,8-8 6 16,3-10-10-16,24-10-29 16,21-16 25-16,21-2 31 15,14-26 11-15,3-10 1 16,-13 2 14-16,-16 3 78 15,-24 8 6-15,-16 5-19 16,-11 4-31-16,-3 3-21 16,0 3-11-16,0 5-15 15,0 3-1-15,0 0-6 0,0 0-26 16,-3 14-13 0,-8 9 35-16,-1 5 10 0,-3 7-1 15,2 4 1-15,3 0-1 16,7-2-5-16,3-4 2 15,0-11-7-15,6-10-2 16,14-7 4-16,7-5 9 16,7-2 3-16,2-17-1 15,-2-6-2-15,-8 1-4 16,-18-3 4-16,-8 1 0 16,0 5-1-16,-17 3-2 15,-7 4-8-15,-6 1-14 16,-4 1-27-16,-2 1-18 15,0 0 44-15,6 0 20 16,5 3 6-16,7 5 1 0,9 1 0 16,8 1 14-16,1-1 14 15,0 1-14-15,0-1-6 16,7 2-8-16,11 0 7 16,0 0-1-16,-3 0-2 15,-4 0-2-15,-7 0-2 16,-2 0 1-16,-2 0-1 15,0 0-1-15,0 0 5 16,0 0 3-16,0 0 12 16,0 0 6-16,0 0-4 0,0 0-14 15,0 0-4 1,0 0-2-16,0 0-1 0,0 0-1 16,0 0-2-16,0 0-5 15,11 0-10-15,13 11 17 16,15 4-2-16,15-3 2 15,10-2-1-15,9-6-5 16,6-4-8-16,-6 0-6 16,-8 0 19-16,-17-8 1 15,-19 2 13-15,-16-1 24 16,-12 2 22-16,-1 1-17 16,0 0-24-16,0 2-16 15,0 2-2-15,0 0-1 16,0 0-6-16,0 6-28 15,0 10 21-15,0 7 13 0,0 4-10 16,0 0-17-16,10 0-20 16,6-6 0-16,3-8-19 15,1-8-9-15,1-5 25 16,4-8 27-16,2-17 20 16,0-5 1-16,-6 0 3 15,-6 4 2-15,-9 9 54 16,-3 10 31-16,-3 4-28 15,0 3-59-15,3 1-9 16,0 15-28-16,4 4 36 16,-3 5 0-16,2 3 0 15,7 0 0-15,4-1-16 0,5-6 14 16,1-7-7-16,-1-11 6 16,-1-3-9-16,-1-9 10 15,4-15 2-15,-1-4-2 16,-2 1-17-16,-7 6 14 15,-7 6 6-15,-3 7 57 16,-4 6 22-16,0 2-39 16,0 0-23-16,0 0-16 15,2 0-1-15,1 0-3 16,0 8 2-16,5 5 0 16,-4-3-1-16,-1-2-1 15,0-4-19-15,-3-4 0 16,1 0 22-16,5-1 6 15,-1-16 3-15,7-3-9 16,1 0 0-16,-2 6 1 0,-4 6 4 16,-1 5 4-16,3 3-8 15,2 0-1-15,5 3-1 16,2 15-1-16,7 5 1 16,3 4-2-16,2 3-5 15,-1-5-38-15,-1-2-29 16,2-14 39-16,1-9 7 15,6-2 27-15,1-28-2 16,-2-7 4-16,-6-7 27 16,-8-4-5-16,-7-4 15 15,-8-1-26-15,-7-4-4 16,-1 5 12-16,-17 6 20 0,4 8 46 16,4 12-9-16,5 10-14 15,4 12-25-15,1 4-37 16,0 14-12-16,0 26-41 15,0 16 49-15,0 14 3 16,0 4-2-16,0-5-12 16,0-5-4-16,3-11-26 15,6-9 13-15,1-13-25 16,-1-14-36-16,2-14-1 16,-2-3 42-16,-2-20-24 15,1-22-315-15</inkml:trace>
  <inkml:trace contextRef="#ctx0" brushRef="#br0" timeOffset="148519.25">11693 7925 819 0,'0'0'61'0,"0"0"-17"16,0 0-44-16,0 0-11 15,0 0-3-15,0 0 13 16,113-14 0-16,-40 20-33 15,12 0-31-15,11-6-98 16,11-1-261-16</inkml:trace>
  <inkml:trace contextRef="#ctx0" brushRef="#br0" timeOffset="149535.51">12844 8063 450 0,'0'0'98'15,"0"0"-38"-15,0 0-52 16,97 8 4-16,-70 14-2 15,1 5 41-15,1 4-21 16,-4 8-17-16,1 3-3 16,-10 3 3-16,-1 0-11 15,-9-3 1-15,-6-9-3 16,0-6 3-16,0-9-2 16,-6-7 2-16,-3-8-2 0,-3-3 3 15,-9-11 13-15,-3-17-5 16,2-8-12-16,10-7-6 15,12 2 0-15,0 4-35 16,30 5-23-16,9 3 16 16,7 7 20-16,3 2 28 15,-3 6 21-15,-7 7 12 16,-5 4 21-16,-8 3-37 16,-7 0-12-16,-7 7-5 15,-7 7-2-15,-2 2 0 16,-3 2-2-16,-3 2-1 15,-14 0-2-15,-2-2 6 0,2-4 1 16,2-2-5 0,5-4-10-16,4-3-15 0,3-4 6 15,3-1-36-15,0 0 35 16,4-3 22-16,9-10 4 16,0 0-1-16,0-1 39 15,-4 4 72-15,-4 3-55 16,-1 4-6-16,2 3-12 15,0 0-38-15,6 9-23 16,3 8 13-16,0 3-7 16,0 0-6-16,0-3 0 15,2-5-14-15,2-7 22 16,0-5 15-16,1-1 4 16,2-22-1-16,3-10 6 0,0-7-5 15,-6-8 5-15,-8-4 23 16,-11-6-20-16,0-7 17 15,-6 1-7-15,-10 4 36 16,2 14-5-16,4 20-18 16,4 12-3-16,3 11-14 15,3 3-18-15,0 7-24 16,0 29-20-16,0 23 43 16,0 19 0-16,0 10 0 15,10 0-5-15,1-10-19 16,10-11-20-16,11-11 0 15,6-15-31-15,-1-14-41 16,-4-17-24-16,-11-10-288 0</inkml:trace>
  <inkml:trace contextRef="#ctx0" brushRef="#br0" timeOffset="149851.28">13799 8250 784 0,'0'0'58'0,"0"0"-28"16,0 0-30-16,0 0-2 16,0 0-6-16,94-12 6 0,-66 5-7 15,-1-1-4 1,-5-5 10-16,-5 0 3 0,-7-2 0 16,-8 3 3-16,-2-1-1 15,-2 2 4-15,-13 3-4 16,-3 3-3-16,-1 5 1 15,1 0 0-15,-1 21-1 16,1 7 1-16,7 9-6 16,7 9-5-16,4 2 10 15,0-3-7-15,18-6-15 16,26-12-2-16,15-10 16 16,5-9-33-16,-3-8-82 15,-15-2-136-15</inkml:trace>
  <inkml:trace contextRef="#ctx0" brushRef="#br0" timeOffset="150062.66">13545 7964 262 0,'0'0'148'0,"0"0"-129"16,0 0-13-16,0 0 0 15,84-28 13-15,-32 20 22 16,11-1-3-16,14-2-19 16,7 5-2-16,7 1-15 15,-3 5-2-15,3 0-124 0,-3 0-234 16</inkml:trace>
  <inkml:trace contextRef="#ctx0" brushRef="#br0" timeOffset="150584.19">14442 8415 512 0,'0'0'138'16,"0"0"-61"-16,0 0-59 15,80-18-17-15,-26 14 3 16,13 0-4-16,9 1 3 16,6 2-3-16,0-2 1 15,-9-1-2-15,-10 1-12 16,-13-3-3-16,-13-2 10 15,-14-1-3-15,-13-4 2 16,-10-3 6-16,0 1-5 16,-13 0-10-16,-10 5-6 15,-1 3 6-15,9 5 16 16,3 2-3-16,7 0 2 0,2 6-14 16,3 10 9-16,0 3 1 15,0 2 5-15,0 1 2 16,8 2 7-16,8-1 4 15,-1-1 8-15,1-2 0 16,-3-5-6-16,-6-4-11 16,-7-2-3-16,0-1-2 15,-15 2-2-15,-10-2-24 16,5 1-52-16,10-9-125 16</inkml:trace>
  <inkml:trace contextRef="#ctx0" brushRef="#br0" timeOffset="151833.35">15905 8071 609 0,'0'0'28'0,"0"0"-24"15,0 0-4-15,0 0 1 16,0 0 6-16,0 0 30 16,24-39-26-16,-24 42-11 15,0 12-9-15,-3 6 9 0,-3 3 2 16,1 1-2 0,5-7-35-16,0-5 1 0,0-7-5 15,0-6 30-15,0 0 9 16,6 0 2-16,-4-9 2 15,-2-7 0-15,0-1 2 16,-8 2 23-16,-11 3 2 16,-3 9-5-16,-2 3-13 15,-5 15-13-15,-2 17-1 16,-2 7 0-16,8 8-1 16,9 7-5-16,11 4-25 15,5 1 8-15,21-7-12 16,27-12-14-16,25-13 2 15,24-15 6-15,16-12 21 16,-3-2 6-16,-4-21-12 0,-23-11 27 16,-20-3 12-16,-23 1 83 15,-20 0-5-15,-20 4 11 16,0 1-25-16,-24 4-45 16,-10 5-18-16,1 11-11 15,1 11-1-15,6 2-1 16,1 24-11-16,-2 13-9 15,3 6 0-15,3 4 2 16,11 0-6-16,10-9-13 16,0-8-4-16,34-15-6 15,17-9 47-15,14-8 3 16,0 0 17-16,-10-16-11 0,-13-7-1 16,-16-2 13-16,-8-5 2 15,-16-1 3-15,-2-2-21 16,-35-1-5-16,-17 3-25 15,-4 4 1-15,6 11 24 16,10 8 4-16,16 3 1 16,14 5-5-16,10 0-3 15,3 0-16-15,30-4 19 16,14 1 1-16,10-4 3 16,2-5-4-16,-2-3-9 15,-6 0-3-15,-5 0-16 16,-7 0 10-16,-8 4-3 15,-8 2 21-15,-8-1 4 0,-7 7 0 16,-6 1 21 0,-1 2 16-16,-1 0-10 0,0 0-31 15,0 0-1-15,0 15-7 16,0 13 7-16,0 11-1 16,0 9 2-16,0 3-3 15,0-2 2-15,0-3 1 16,0-2 1-16,0-8 3 15,-7-4 2-15,-3-5-3 16,-3-4 6-16,2-8-4 16,0-5 1-16,4-6 1 15,-3-4 3-15,-1 0 9 0,-1 0 8 16,-3-9-4 0,5-3-6-16,0 1-3 0,8 1-11 15,2 2-3-15,1 2-4 16,26 2-46-16,22-2-23 15,17-3 20-15,17-3-11 16,4-9-29-16,-9-6 59 16,-15-11 34-16,-13-7 53 15,-19-5 50-15,-12 0-1 16,-9-2-30-16,-10 4-17 16,0 3-6-16,-7 12 9 15,-4 11-26-15,3 12-12 16,4 10-20-16,-5 6-4 15,-5 24-45-15,-9 19 41 16,-7 17 7-16,3 8-3 0,0 4-5 16,14-3-32-16,10-11-10 15,3-14-11-15,6-18-48 16,11-19-47-16,-1-13-193 16</inkml:trace>
  <inkml:trace contextRef="#ctx0" brushRef="#br0" timeOffset="152016.06">16925 8193 544 0,'0'0'71'0,"0"0"-47"16,0 0-14-16,0 0-10 0,0 0 0 16,0 0 6-16,61-25 2 15,-7 25 0-15,9 0-8 16,8 9-6-16,10 0-31 15,5-7-103-15,1-2-280 16</inkml:trace>
  <inkml:trace contextRef="#ctx0" brushRef="#br0" timeOffset="152782.04">17932 8332 462 0,'0'0'0'0,"0"0"0"16,0 0 0-16,-28 80 6 15,20-50 6-15,2 3-1 0,5-2-3 16,1-3-7 0,1-5 0-16,19-8 3 0,8-8 36 15,8-7 8-15,1 0-16 16,0-22-9-16,1-9-12 15,-7-8 7-15,-7-3-13 16,-14-3-1-16,-10 0-1 16,0-2 4-16,-18 2 6 15,-4 3-1-15,0 6-7 16,4 2-5-16,7 9 0 16,11 3-26-16,0 6-31 15,17 2-25-15,17 3-9 16,5 2 91-16,1 4 4 15,-6 2 47-15,-6 3 13 16,-4 0-25-16,-5 17-16 0,-5 13-16 16,-3 15-7-16,-10 14 6 15,-1 18 7-15,-17 10-2 16,-13 10 0-16,3 1 1 16,2-3-9-16,10-6 2 15,6-7 3-15,9-9-1 16,0-12-2-16,0-14-5 15,0-14-8-15,0-16 0 16,1-11-52-16,1-6 59 16,5-6 1-16,-2-21 7 15,-1-12-7-15,-4-11 1 16,-3-6 7-16,-16-4 61 0,-10-3-52 16,-2 3 4-16,-4 4 8 15,6 7-4-15,9 12 1 16,13 9-26-16,7 3 0 15,24 8-43-15,27 1-115 16,22-1-41-16</inkml:trace>
  <inkml:trace contextRef="#ctx0" brushRef="#br0" timeOffset="152972.4">19145 8110 599 0,'0'0'15'16,"0"0"-7"-16,-88-9-8 16,43 34 0-16,-9 7 1 15,-4 6-1-15,0 4 0 16,8 2-2-16,15-1-5 16,21-3-30-16,16-7-71 15,47-9-99-15</inkml:trace>
  <inkml:trace contextRef="#ctx0" brushRef="#br0" timeOffset="153747.98">19497 8364 314 0,'0'0'147'15,"0"0"-1"-15,0 0-52 0,-15-78-63 16,-11 69 0 0,-2 8 4-16,-4 1-32 0,-8 10-3 15,-4 15-4-15,-1 5-9 16,9 0-8-16,12-1-15 15,20-7-33-15,4-8 19 16,30-5 31-16,20-7 19 16,11-2 6-16,1-5 7 15,-7-12 3-15,-15-3 4 16,-14-2 48-16,-10 3-15 16,-7 0-23-16,-8 2-6 15,-1 3-5-15,0 3-14 16,0 8 3-16,-5 3-8 15,-4 0 0-15,-4 6-49 0,-4 16 10 16,3 8 24-16,11 2-32 16,3 0 4-1,33-7 13-15,18-8 22 0,9-9 6 16,-1-8 0-16,-8 0-4 16,-11-14 5-16,-9-8 1 15,-8-4 1-15,-10-2 9 16,-2-2 14-16,-5 5 47 15,-3 5-31-15,0 6 14 16,-3 7-30-16,0 7 5 16,0 0-29-16,-6 27-3 0,-27 24-30 15,-19 21 27 1,-12 20 5-16,-8 3-1 0,2 1 2 16,7-6 0-16,11-9 9 15,12-15-8-15,12-18-1 16,11-16-2-16,9-17-2 15,8-15 4-15,0-5 18 16,14-27 64-16,17-21-70 16,9-13-12-16,5-10-2 15,-3-5-13-15,-3 0-19 16,-5 8-6-16,0 9-14 16,7 11 22-16,2 13-20 15,0 11 1-15,-3 12 51 16,-7 11 35-16,-5 6-4 15,-8 10-25-15,-5 16-6 0,-5 7-1 16,-8 2 1-16,-2 0 0 16,0-9 0-16,-13-4 2 15,-7-8-2-15,-4-6 3 16,-1-6-1-16,-2-2 6 16,2 0-5-16,2-14 4 15,2-1-7-15,5 1-28 16,10 4-124-16,6 5-142 15</inkml:trace>
  <inkml:trace contextRef="#ctx0" brushRef="#br0" timeOffset="154063.83">20069 8561 382 0,'0'0'87'15,"0"0"51"-15,0 0-48 16,102-96-30-16,-75 63-30 15,-1 1-17-15,-6 1 4 16,-7 7 4-16,-7 4 2 16,-6 8 2-16,0 5-8 15,0 4-14-15,0 3-3 16,0 0-3-16,-7 8-34 16,-11 19 19-16,-3 13 15 15,-1 10-11-15,4 5-4 16,18-5-17-16,8-12-12 15,42-16 22-15,17-12 25 16,5-10-3-16,-7-5-4 16,-8-19-18-16,-11-10-3 0,-10-3-26 15,-6-8-98-15,-14-10-157 16</inkml:trace>
  <inkml:trace contextRef="#ctx0" brushRef="#br0" timeOffset="154189.59">20198 7914 764 0,'0'0'60'16,"0"0"-60"-16,0 0-95 15,0 0 7-15,78 72-38 16,-50-36-84-16</inkml:trace>
  <inkml:trace contextRef="#ctx0" brushRef="#br0" timeOffset="154947.85">20621 7945 817 0,'0'0'67'0,"0"0"-67"16,0 0-5-16,18 73-24 15,-12-1 29-15,-6 14 0 16,0 7 0-16,-12-4-24 0,10-11-35 15,2-15 9-15,25-19 11 16,10-20 23-16,10-17 16 16,6-7 2-16,7-24 7 15,3-19 37-15,-2-7-1 16,-12-2 17-16,-14 2-10 16,-13 9-9-16,-12 12-10 15,-5 10-3-15,-3 10-4 16,0 5-22-16,0 4-4 15,-4 0-30-15,-20 19-19 16,-9 12 41-16,-10 13 0 16,3 4-11-16,10-4-20 15,15-8 13-15,15-11-4 16,0-9 28-16,24-8 2 16,9-6 3-16,4-2 4 0,-3 0 7 15,-3-12-1-15,-5-3-2 16,-7-1 2-16,-5 3 2 15,-6 4-5-15,-4 5 2 16,-3 0-3-16,-1 4-9 16,0 0-9-16,0 3-47 15,0 13 25-15,2 4 6 16,11-1-20-16,14-2-10 16,15-9 39-16,13-8 7 15,6-2 2-15,-3-21 7 16,-5-11 2-16,-9-7 2 15,-8-7-1-15,-9-7 9 16,-8-4-1-16,-7-4-7 0,-7-7 19 16,-5 3 49-16,0 6 19 15,0 15-23-15,0 18-41 16,0 17-11-16,0 8-12 16,0 3-4-16,0 11-46 15,0 25-57-15,-11 21 103 16,-2 15 0-16,-1 9 0 15,5 6 3-15,4-1-1 16,5-2-1-16,0-6-1 16,0-11-22-16,0-14-21 15,0-12-33-15,-6-14-35 16,-7-16-53-16,-1-11-141 0</inkml:trace>
  <inkml:trace contextRef="#ctx0" brushRef="#br0" timeOffset="155165.57">20745 8020 542 0,'0'0'67'0,"0"0"17"16,-67-73-48-16,64 71-23 15,3 2 16-15,0 0-25 16,26 0-1-16,27 4-6 15,22 7 3-15,10 3-6 0,3-2-49 16,0 0-42-16,-12-10-44 16,-17-2-88-16</inkml:trace>
  <inkml:trace contextRef="#ctx0" brushRef="#br0" timeOffset="156528.91">19140 8170 32 0,'0'0'23'0,"0"0"0"0,0 0-9 16,0 0 13-16,0 0 27 16,0 0 88-16,-5 0 34 15,4 0-90-15,-2-2-57 16,0 2-24-16,-1 0 2 16,3-3-1-16,-4-1-1 15,0 3-3-15,-1-2 10 16,-4 2-7-16,-2 1-4 15,-3 0-1-15,-7 0 0 16,-5 1 0-16,-3 7 0 16,0 1 1-16,2-1-1 15,3 0 0-15,3 1 0 0,5-1-1 16,-1 4 0 0,4 1-2-16,1 1 3 0,0 3 0 15,1 0 0-15,-2-1 0 16,3 1 0-16,3-5 1 15,-2 1-1-15,4-2 0 16,2-2-1-16,4 1-1 16,0 0 1-16,0 5-2 15,0-2 1-15,4 1 1 16,3-3 1-16,0 0 0 16,-2 0 1-16,0 0-1 15,2 0 1-15,-1 0-1 16,4 0 3-16,1 0-3 15,5-2-3-15,8-3 3 16,4-3 4-16,5-3-2 0,-1 0 2 16,-3 0 3-1,-2-6 1-15,-3-3 36 0,-5 2 11 16,-2 2-23-16,-1 1-14 16,-1 1-16-16,0 0 0 15,-3 1-1-15,4 0-2 16,-5 0 2-16,-2 1-1 15,-1 0 0-15,-3-1 2 16,0 0-2-16,-1-2 2 16,1 1 16-16,-2 0-5 0,1 0-3 15,2-2-2 1,-5 4 10-16,2-1-13 0,-1 2-4 16,-2-3 1-16,0 3-4 15,0 0 2-15,0 0-4 16,0 0-13-16,-16 0-108 15,-4 3-5-15,1 3-80 16,7 0-94-16</inkml:trace>
  <inkml:trace contextRef="#ctx0" brushRef="#br0" timeOffset="177723.99">15750 9104 103 0,'0'0'139'16,"0"0"-2"-16,0 0-35 16,0 0 5-16,0 0-38 15,0 0 18-15,0 0-23 16,0-79-4-16,0 73-10 15,-1 4-22-15,1 2-15 16,0 0-13-16,-2 2-9 16,-3 19-14-16,-1 14 16 15,-4 8 6-15,-2 7 1 0,2 0-1 16,2-5-2 0,2-8-9-16,5-4-2 0,1-10 2 15,0-9 8-15,0-4-3 16,0-7-11-16,0-3 8 15,13 0-10-15,4-3-1 16,8-16-90-16,3-1 19 16,-4 3 61-16,-3 0 27 15,-9 9 4-15,-5 2 18 16,-4 6 23-16,0 0-30 16,3 1-11-16,5 16 22 15,5 6-10-15,7 6 26 0,3 0-23 16,6 1-2-1,2-4-5-15,2-5-4 0,-5-6 0 16,-2-10-4-16,-3-5-1 16,-2-5-44-16,1-22-27 15,1-8-24-15,-7-6-60 16,-2-4 56-16,-4 2 100 16,2-1 0-16,2 3 32 15,5 7 43-15,5 0-21 16,0 7-4-16,5-1 13 15,1 8-4-15,2 8-2 16,-4 5-14-16,-3 7-29 16,-4 0-3-16,-10 13-11 15,-6 13 1-15,-8 12-2 16,0 8 2-16,-19 5 4 0,-14 2-2 16,-6-2 5-16,-5-6 3 15,9-5-9-15,9-9 0 16,7-9 2-16,9-8-2 15,7-6-2-15,3-6 4 16,0-2 4-16,0-4 14 16,15-21 1-16,11-12-23 15,7-8-36-15,2-4-4 16,-5 2 21-16,-5 3 19 16,-7 7 5-16,-3 8 9 15,-3 9 14-15,-3 8 3 16,1 6-15-16,5 6-16 0,3 0-3 15,3 14 1-15,6 12 1 16,1 10 0-16,4 9 0 16,-2 3 1-16,-5 3 0 15,-8-3-1-15,-9-7 0 16,-8-2-41-16,-9-6-61 16,-24-12-49-16,-8-14-276 15</inkml:trace>
  <inkml:trace contextRef="#ctx0" brushRef="#br0" timeOffset="178190.83">16329 9363 609 0,'0'0'6'16,"98"0"2"-16,-34 0 20 0,10 0 8 15,12 0-12-15,11 0-8 16,10-10-9-16,-2-4-3 15,-10 1-4-15,-18-3 0 16,-21 3 6-16,-16 2 7 16,-16 3 14-16,-12 3 11 15,-9 0 17-15,-3 5-16 16,0 0-22-16,0 0-17 16,0 0 0-16,0 0-12 15,7 1-32-15,1 9 39 0,1 4 5 16,3-5-1-16,3-1-7 15,-3-4 0-15,1-4 6 16,-4 0 2-16,-3-9 4 16,-3-8 2-16,-3-2 0 15,0 1 2-15,-21 2 14 16,-8 4-15-16,-2 7-1 16,-5 5-6-16,1 12-4 15,5 19 4-15,6 7-1 16,9 7-3-16,9 5 1 15,6 1 3-15,2 0-8 16,20-3-3-16,11-8-8 16,10-10-14-16,11-12-24 15,13-15-40-15,4-3 4 16,-2-30-191-16</inkml:trace>
  <inkml:trace contextRef="#ctx0" brushRef="#br0" timeOffset="178523.21">17713 9350 23 0,'0'0'519'0,"0"0"-309"15,0 0-93-15,0 0-66 16,0 0-51-16,0 0-5 16,36-40 2-16,-19 57 0 15,0 5 3-15,-5-2-4 16,-3-1-20-16,-3-4-4 16,1-7-27-16,-1-1 12 15,-3-7 38-15,-3 0 5 16,0-4 76-16,0-11-65 0,0 1-10 15,-7 2 21-15,-5 4-3 16,0 6-9-16,-5 2-10 16,-1 1 0-16,-4 18-5 15,-3 12 4-15,4 7-2 16,6 4 2-16,5-1 0 16,7 2 1-16,3-2 0 15,0-6-4-15,16-4-7 16,14-10-22-16,15-13-26 15,10-8-13-15,5 0-61 16,-10-15-248-16</inkml:trace>
  <inkml:trace contextRef="#ctx0" brushRef="#br0" timeOffset="178923.63">16015 9702 267 0,'0'0'69'0,"0"0"17"16,0 0-39-1,0 0-16-15,0 0 13 0,0 0-6 16,-9 19 2-16,33-11 2 16,19-1 17-16,25 0 14 15,26-1-41-15,30 0-21 16,25-1-4-16,22 0-2 16,11 2-5-16,-6 1 1 15,-10 1-1-15,-26 3 1 16,-28-2-1-16,-27 0 2 15,-32 1-2-15,-23-1-2 16,-30 3-13-16,-15 1-108 16,-50 3 78-16,-34-6-30 0,-24-5-243 15</inkml:trace>
  <inkml:trace contextRef="#ctx0" brushRef="#br0" timeOffset="179172.41">16002 9927 307 0,'0'0'140'15,"0"0"-113"-15,0 0 2 16,0 0 40-16,113 7-31 16,-53-5-5-16,13 1-3 15,16-1 7-15,18 4 18 16,13 0-12-16,16 8-22 0,6 0-16 15,1 2-4-15,-3 1-2 16,-9 0-35-16,-13 0-54 16,-18-5-23-16,-18-4-228 15</inkml:trace>
  <inkml:trace contextRef="#ctx0" brushRef="#br0" timeOffset="179312.54">17744 10107 568 0,'0'0'80'16,"0"0"-3"-16,0 0-24 16,0 0-53-16,0 0-2 15,0 0-119-15,-28-1-8 0,22 1-172 16</inkml:trace>
  <inkml:trace contextRef="#ctx0" brushRef="#br0" timeOffset="209492.9">6009 9818 238 0,'0'0'24'0,"0"0"6"16,0 0 30-16,0 0 23 15,0 0-31-15,0 0 12 16,0 0-30-16,0 0-11 16,98 34 4-16,-81-1-2 15,3 9 5-15,-6 9-23 16,-3 5-2-16,-6-1 2 0,-5-5 0 16,0-8 2-1,0-13-5-15,0-10-3 0,0-9-1 16,0-9 1-16,0-1 6 15,-5 0 65-15,-2-14 18 16,-3-13-74-16,-1-8-14 16,8-4-1-16,3-4-2 15,0-1 2-15,23 3-2 16,11 2 1-16,6 5-3 16,8 8-14-16,4 9-19 15,0 7-20-15,-1 8-20 16,-9 2-36-16,-14 2-121 15</inkml:trace>
  <inkml:trace contextRef="#ctx0" brushRef="#br0" timeOffset="209942.83">6519 10054 663 0,'0'0'92'0,"0"0"-92"15,0 0-2-15,0 0 2 16,0 0 2-16,113 18 1 16,-46-16-3-16,16-2 3 15,7 0-3-15,-2 0-22 16,-9-7-16-16,-10-6-4 16,-8-1 21-16,-15 2 5 0,-15 1 12 15,-13 0 3-15,-15 2 0 16,-3-3-1-16,-19 2-29 15,-15-1-7-15,-4-2 24 16,4 4 14-16,9 3 0 16,11 1 21-16,9 4 7 15,5 1-26-15,0 0-2 16,5 6 0-16,12 9 4 16,0 7-3-16,0 4 12 15,-2-1 4-15,-3 1-3 16,-3-1 3-16,-2-4-2 15,-5-2-4-15,-2-2-6 16,0-2 3-16,0-1 0 0,-21 1-8 16,-6 2-11-1,-3-7-63-15,6-7-224 0</inkml:trace>
  <inkml:trace contextRef="#ctx0" brushRef="#br0" timeOffset="210907.76">7891 9919 506 0,'0'0'46'0,"0"0"11"0,0 0-32 16,0 0-21-1,0 0-3-15,0 0-2 0,38 12 2 16,-27 2 1-16,7-1-2 15,3-4 1-15,4-6 1 16,-3-3 0-16,-2 0 0 16,-11-9 3-16,-5-8-1 15,-4-2 45-15,-3 1-23 16,-22 1-10-16,-9 5-1 16,-8 9 9-16,-3 3-3 15,5 8-19-15,4 16-2 16,9 8 0-16,9 7 0 15,12 2 0-15,6 4-4 0,5 1 1 16,18 1-5 0,10-2-29-16,11-7-20 15,11-10 30-15,12-16-18 0,9-12-7 16,-1-9-5-16,-7-16 46 16,-17-6 11-16,-19 1 16 15,-13 5 34-15,-15 2 25 16,-4 8 33-16,-4 2-63 15,-11 5-35-15,0 6-10 16,3 2-2-16,0 2 1 16,5 17-4-16,2 8 4 15,5 4 0-15,0 6-1 0,0 2 1 16,15 1-1 0,10-4 2-16,5-5 0 0,5-9-1 15,2-12-1-15,0-10 2 16,5 0 5-16,-3-16 0 15,-5-13-1-15,-7-8 5 16,-11-6 11-16,-10-1-18 16,-6 6-2-16,-12 6-4 15,-15 8-44-15,-1 7 7 16,6 5 5-16,7 4 29 16,13 4 5-16,2 2 0 15,5 2-13-15,17 0 12 16,8 0 3-16,5 3 14 15,-3 10 15-15,-1 6 2 16,-4 6-12-16,-7 6-8 16,2 7-2-16,-1 3-6 15,-4-1 1-15,-1-9-1 0,-7-11-3 16,-5-8-7-16,-1-6-13 16,0-6-10-16,3 0 9 15,6-22 15-15,3-14-33 16,4-9-6-16,1-5 28 15,-2 5 17-15,-2 6 7 16,-1 11 2-16,-2 13 6 16,-2 5 6-16,-2 10-12 15,-2 0-9-15,2 1-3 16,0 14 2-16,1 3 1 0,-2 4 0 16,-1 2 3-1,1-1 4-15,-1 0-1 0,1-3-3 16,1 2 1-16,-5-3-4 15,-1-2-16-15,-3-3-50 16,0-3-144-16,0-5-129 16</inkml:trace>
  <inkml:trace contextRef="#ctx0" brushRef="#br0" timeOffset="211307.31">9030 10338 277 0,'0'0'165'0,"0"0"-56"16,0 0-50-16,96-44-16 15,-62 27-18-15,4-2-18 16,-5-2-2-16,-4 0 2 16,-8-2 7-16,-2-2 14 0,-5 0-17 15,-4 0-6-15,-7 3-5 16,2 1 0-16,-4 3-2 16,-1 6-9-16,2 5 2 15,-2 6 2-15,1 1-1 16,4 0-45-16,0 0 20 15,4 6 29-15,-1 11 3 16,-1 7-3-16,3 4 4 16,-3 9 9-16,2 2 10 15,0 2 4-15,-1-2 19 0,-4-6-10 16,-2-6-12 0,-2-8-7-16,0-2 8 0,-17-3 10 15,-1-3-12-15,0-2-10 16,6-4-7-16,4-3 0 15,6-2 1-15,2 0-3 16,6-7-3-16,26-17-60 16,16-10-130-16,12-7-60 15,4-2 2-15</inkml:trace>
  <inkml:trace contextRef="#ctx0" brushRef="#br0" timeOffset="211490.76">9708 10132 150 0,'0'0'89'0,"0"0"53"15,64-96 2-15,-61 66-41 16,-3 4 11-16,0 2-45 15,0 12-24-15,0 7-32 16,-2 5-13-16,-4 3-23 0,-4 23-12 16,-7 13 33-16,-4 14-1 15,-1 12 3-15,-2 11 5 16,6 8 0-16,9-2-5 16,9-5-35-16,0-13-107 15,15-21 25-15,0-24-97 16</inkml:trace>
  <inkml:trace contextRef="#ctx0" brushRef="#br0" timeOffset="212523.28">9576 10232 515 0,'0'0'30'16,"0"0"14"-16,121-17 10 15,-66 9 13-15,8 0-13 16,1-1-32-16,3-2-7 16,-1 1-11-16,-9 1 0 15,-7 1-1-15,-16 3-2 16,-10 2 3-16,-13 2-3 16,-7 1-1-16,-4 0-2 15,0 0 0-15,0 0-3 16,0 0 4-16,-9 8-5 15,-11 14 6-15,-4 7 6 16,4 4-6-16,4 0 0 16,10-4 0-16,6-2 0 0,0-7-3 15,16-6-33-15,20-6 0 16,7-8 9-16,3 0-37 16,-4-18 21-16,-13-4 16 15,-10-3 27-15,-13 1 3 16,-6 4 21-16,0 3 9 15,0 8 25-15,-5 2-52 16,-4 7 1-16,1 0-7 16,-1 12-2-16,2 9-3 15,1 4 3-15,6 3-2 16,0-2 3-16,13-2-6 16,10-7 5-16,10-8-7 0,3-6 9 15,0-3 2-15,3-8-2 16,-6-12 2-16,-3-2-2 15,-5-3 2-15,-11 8-4 16,-6 5 4-16,-5 4-2 16,-3 5 1-16,0 3-1 15,0 0-5-15,0 6-4 16,0 11 2-16,-4 5 7 16,0 5-1-16,4-1-4 15,0-5 4-15,5-6-7 16,16-5 8-16,4-9 1 15,6-1 0-15,1-2-1 16,-5-14-3-16,-8-1 1 0,-6 0 2 16,-4 3 6-16,-4 3 0 15,-2 5 2-15,-1 1 5 16,-1 4 7-16,-1 1 7 16,0 0-9-16,2 0-18 15,0 0 0-15,7 12-13 16,5 6 13-16,4 2 0 15,4-2 0-15,7-3-29 16,5-6 5-16,9-4 6 16,2-5-18-16,-1 0-5 15,-3-13 35-15,-5-8 6 16,-5-6 7-16,-1-6 4 0,-5-6 10 16,-6-1-20-1,-10-2 2-15,-7-1 1 0,-2 3-3 16,0 3 70-16,0 2 66 15,-2 12-41-15,1 9-47 16,1 8-34-16,0 6-15 16,-2 9-18-16,-2 21-25 15,-4 15 37-15,-4 14 5 16,2 10-4-16,2 2 0 16,6-4-12-16,2-11-3 15,0-9 2-15,4-10 0 16,2-12-22-16,0-5-53 0,0-13 0 15,1-7-101 1,1-10-140-16</inkml:trace>
  <inkml:trace contextRef="#ctx0" brushRef="#br0" timeOffset="212703.15">10585 10069 643 0,'0'0'0'16,"0"0"-25"-16,0 0 25 16,89 40 0-16,-31-31 6 15,15-1-2-15,15-4 3 16,10-2-7-16,1-2-79 16,-6-2-278-16</inkml:trace>
  <inkml:trace contextRef="#ctx0" brushRef="#br0" timeOffset="213622.07">11838 10113 139 0,'0'0'640'0,"0"0"-616"15,0 0-11-15,0 0-13 0,0 0-5 16,0 0-9-16,17-31-15 15,-3 50 28-15,7 9 2 16,1 2-1-16,2-1 1 16,-5-5 6-16,-1-4 5 15,-6-4-3-15,0-7-3 16,-5 2 4-16,0-2-2 16,-1-1-5-16,-2 1-2 15,0 4 0-15,-4 1 0 16,0 1-1-16,0 4 0 15,0-2 1-15,0 0-1 0,-4-1 0 16,-3-3 1 0,-1-3-2-16,0-3 2 0,2-5-1 15,1 0 0-15,0-2 5 16,-1 1-2-16,-1 3-3 16,-2-1-3-16,3 0-11 15,1-1-15-15,2-1 17 16,2 1 8-16,-1-2 4 15,1 0-2-15,1 0 4 16,0 0-2-16,0 0 1 16,0 0 10-16,0 0 32 15,0 0-17-15,0 0-18 16,0 0-8-16,0 0-2 16,0 0-3-16,0 0 1 0,0 0 4 15,0 0 1-15,0 0 0 16,-2 0 5-16,1 0 3 15,-1 0-9-15,1 0 7 16,1 0 0-16,0-2-5 16,0 2-2-16,0 0-2 15,-2 0 1-15,2 0-7 16,0 0-8-16,0 0-7 16,0 0-1-16,0 0-15 15,0-3 12-15,0-3 11 16,0-5-59-16,11-8-192 15</inkml:trace>
  <inkml:trace contextRef="#ctx0" brushRef="#br0" timeOffset="214322.37">11960 9908 625 0,'0'0'7'16,"0"0"-2"-16,83-30-5 15,-59 30 5-15,-5 0 17 16,-5 0 4-16,1 14-8 0,-5 13-8 16,-2 10 12-1,-4 13 1-15,-4 11-2 0,0 11-5 16,-12 5-10-16,-7-2 4 15,1-11-6-15,5-16 1 16,4-18-5-16,4-16-5 16,5-9-1-16,-1-5 6 15,1 0 10-15,0-15 4 16,0-12-12-16,0-14 0 16,0-9-2-16,-2-4 0 15,-20-1 1-15,-13 7 1 16,-4 12 3-16,0 13 0 15,1 15-5-15,4 8-2 0,0 4 0 16,1 22-4 0,0 8 1-16,3 12 5 0,9 9-1 15,11 6-2-15,10-1 2 16,0-5 0-16,22-10 0 16,23-7-1-16,14-14-1 15,19-11-41-15,13-13-48 16,10-3 9-16,1-22 9 15,-8-8 26-15,-12-2 24 16,-21-2 24-16,-22 0 12 16,-21-2 52-16,-18-3 28 15,-3 2 1-15,-23-1-60 16,2 13-7-16,8 11 41 16,7 14-36-16,8 3-31 0,1 2-3 15,0 21-3 1,0 12 6-16,0 4 0 0,0 5-1 15,1-5 0-15,11-6-5 16,6-4-10-16,4-5-20 16,5-1-8-16,6-9-34 15,0-8-51-15,-3-6-356 16</inkml:trace>
  <inkml:trace contextRef="#ctx0" brushRef="#br0" timeOffset="214466.95">12600 9871 871 0,'0'0'19'0,"0"0"6"0,0 0-25 16,0 0-75-16,0 0-59 16,96 41-33-16,-80 11-159 15</inkml:trace>
  <inkml:trace contextRef="#ctx0" brushRef="#br0" timeOffset="-214591.97">12546 10536 595 0,'0'0'0'16,"0"0"-1"-16,0 0 1 15,0 0 1-15,0 0 11 16,0 0 61-16,54-1 30 15,-20-20-58-15,6-6-28 16,5-5-11-16,1-4-6 16,-7 0 0-16,-11-3-7 15,-7 5-33-15,-9 1-15 16,-7 7 6-16,0 4 8 16,-3 8 20-16,-2 5 18 15,0 6 3-15,1 3 7 16,1 0-7-16,1 19-4 15,0 15 4-15,0 11-1 16,-1 7 1-16,-1-2 0 0,-1-6 1 16,0-11-1-16,0-9 3 15,0-9 4 1,0-5 5-16,-8-3 10 0,-6-1 3 16,-1-6-3-16,-6 0-15 15,0 0-7-15,-2 0-2 16,7-11-62-16,12-5 4 15,4-2-44-15,34 1-102 16,13 1-21-16</inkml:trace>
  <inkml:trace contextRef="#ctx0" brushRef="#br0" timeOffset="-213061.57">13019 10425 14 0,'0'0'20'0,"88"-24"74"16,-61 12 46-16,-10 1 51 16,-11 0-57-16,-4 1-25 0,-2 1-14 15,0 4-59-15,0 2-6 16,-9 3-13-16,-9 2-17 15,-4 16-6-15,-1 11 5 16,1 4-1-16,7 5 2 16,8 4-6-16,5 1-28 15,2-3-55-15,18-8-7 16,22-11 2-16,12-14 8 16,2-7-8-16,-1-10 21 15,-9-15 73-15,-8-6 39 16,-9-2 123-16,-11 6-38 15,-10 1 4-15,-6 3-42 0,0 6-49 16,0 8-11 0,-1 4-15-16,-4 5-11 0,-2 1-5 15,-4 20 3-15,-3 11 2 16,0 6 0-16,-1 7 0 16,2 2 0-16,2-2-7 15,10-9-13-15,1-10-2 16,10-9-3-16,15-13 25 15,1-4 2-15,0-4 1 16,0-17 0-16,-4-6 2 16,-6-5-1-16,-9-3-4 15,-7 0 2-15,0 3-4 16,-10 3 0-16,-10 8 1 16,-1 4 1-16,0 6-1 0,2 4 1 15,-2 3-2-15,2 4-5 16,4 0-16-16,4 0-16 15,7 4-16-15,4 0 8 16,0-1 26-16,0-3 15 16,18 0 6-16,2 0 5 15,0 0-1-15,-4 0 25 16,-4-4 13-16,-4 1 9 16,-3-1-23-16,0 4-5 15,-3 0-2-15,-2 0-3 16,0 0 0-16,0-2 2 15,0 1 2-15,0-2-5 0,0 0-5 16,0-3-12 0,0 2 0-16,-5 2 0 0,-1-1 0 15,3 1 0-15,3 2 0 16,0 0 0-16,0 0-1 16,-2 0-1-16,0 0-2 15,-3 2 0-15,2 5-1 16,-1 3 5-16,4-3-11 15,0 6-1-15,0-4-5 16,18 1 9-16,17-1 4 16,13-2 4-16,6-5 2 15,6-2-2-15,-5 0 0 16,-10 0 0-16,-9-7 1 16,-13-4-1-16,-11 0 11 0,-8 3 27 15,-4-1-18-15,0 5-15 16,0 2-5-16,0 2-3 15,-8 0-1-15,-8 13-3 16,1 7 5-16,-1 2-9 16,6 2-4-16,3-1 2 15,7-3-4-15,0-7-3 16,11-10 1-16,16-3 19 16,6 0 1-16,3-15 2 15,-3-4-3-15,-3-3 0 16,-8 5 0-16,-7 0 1 15,-6 7 3-15,-3 3 3 0,-5 5 8 16,-1 2 1-16,0 0-16 16,0 0-3-16,0 5-2 15,0 13 5-15,-1 4-1 16,-5 0 0-16,6-2 0 16,0-6-14-16,0-7 8 15,10-6 5-15,4-1 2 16,3-1 2-16,3-14-2 15,1-2 0-15,-3 1 0 16,-5 2 0-16,-4 4 3 16,0 0-3-16,-5 3 0 15,0 4 2-15,-1-1 4 16,-2 3-2-16,1 1-3 16,1 0-1-16,2 0-1 15,4 3 0-15,2 5-1 0,-1-1-3 16,1 3-2-16,-2-4 3 15,1-1-1-15,0 1-4 16,3 0 3-16,1 4-12 16,4 0-15-16,5-1-10 15,0 1-6-15,6-2 10 16,2-2 8-16,2-5 17 16,1-1 13-16,1-1 1 15,-6-16 1-15,-2-5 23 16,-4-9 1-16,-4-7 22 15,-4-8 25-15,-9-8-33 16,-1-4 14-16,-5 3 1 0,0 12-15 16,0 15-5-16,0 15-22 15,0 12-12 1,0 1-6-16,0 17-48 0,0 22 20 16,0 12 27-16,-8 10 4 15,1 3 3-15,7 0-2 16,0-4 0-16,13-4-1 15,9-9-2-15,-1-12-14 16,-7-15-5-16,-7-11-7 16,-7-9-54-16,0-5-17 15,-10-24-8-15</inkml:trace>
  <inkml:trace contextRef="#ctx0" brushRef="#br0" timeOffset="-212883.67">13955 10249 772 0,'0'0'34'0,"0"0"-34"16,0 0-1-16,0 0-3 15,0 0 4-15,112 36 0 16,-55-20 5-16,5-6-3 16,4 1 1-16,2-3-3 15,4 1-1-15,2-6-106 16,-1-3-143-16</inkml:trace>
  <inkml:trace contextRef="#ctx0" brushRef="#br0" timeOffset="-211927.83">15128 10428 767 0,'0'0'13'16,"0"0"-10"-16,0 0-3 16,100 24-2-16,-72 2-2 15,-6 6 2-15,-6 4 2 16,-5 3 1-16,-8-1 2 16,-3-4 4-16,0-5-4 15,0-8-1-15,-3-7 1 16,-7-8 3-16,3-5-2 0,-3-1 1 15,-1-1 7 1,2-20 9-16,3-6-15 16,6-5-6-16,8-4-29 0,30 4-46 15,14 2-44-15,8 5-43 16,1 4 59-16,-4 2 103 16,-8 2 42-16,-13 3 91 15,-18 5-2-15,-8 4 14 16,-9 5-76-16,-1 0-68 15,0 1-1-15,-22 18-22 16,-11 8 22-16,-6 4 1 16,2-3 0-16,13 0-1 15,8-2 0-15,11-2-9 0,5-7-15 16,8-2-1 0,22-10 15-16,7-5 10 0,8 0 0 15,-5-17 1 1,-5-8 1-16,-9-1 15 0,-9 2 4 15,-11 2 1-15,-5 7 0 16,-1 6-17-16,0 2 1 16,0 4-6-16,0 3-3 15,0 0-11-15,-1 12-20 16,-5 12 32-16,1 7 2 16,3 4 0-16,2 0-8 15,17-8-10-15,19-10 5 16,10-16 5-16,4-1-19 15,2-29 15-15,-3-13 12 0,-6-13-3 16,-10-8 3-16,-15-5 0 16,-17-5 28-16,-1 0-3 15,-16 4 6-15,-4 12 20 16,3 19 6-16,6 17-17 16,6 13-22-16,1 8-18 15,-3 14-23-15,-5 26-5 16,-4 29 28-16,3 14 0 15,7 9 3-15,6 1-6 16,3-12 2-16,20-8-19 16,2-10-15-16,4-15-38 15,-4-19-88-15,-2-18-163 16</inkml:trace>
  <inkml:trace contextRef="#ctx0" brushRef="#br0" timeOffset="-211609.96">16113 10681 587 0,'0'0'68'16,"0"0"6"-16,0 0-54 16,0 0-8-16,0 0 4 15,95-24-2-15,-73 18 14 16,0-2-2-16,-1 0-18 16,-3-1 0-16,0-6 6 15,-4 0 4-15,-3-5 1 16,-3-1-10-16,-6-3-3 15,-2 0 2-15,0 1-5 16,-8 6 1-16,-4 9 2 0,0 8-6 16,-7 0-3-16,-6 24-7 15,-4 7 2-15,4 10 5 16,7 1-1-16,10 0 0 16,8-5-13-16,0-6 4 15,26-8 8-15,9-4-1 16,4-6 3-16,0-8-48 15,-7-5-105-15,-7-9-130 16</inkml:trace>
  <inkml:trace contextRef="#ctx0" brushRef="#br0" timeOffset="-211384.83">15986 10285 892 0,'0'0'0'0,"0"0"-1"16,0 0-7-16,111-29 8 16,-48 29 1-16,6 0 3 15,-1 0-3-15,-1 0 1 16,-6 9-2-16,-4-2 0 16,-4 3-7-16,-9-1-64 15,-14-1-62-15,-15-3-46 16,-15-2-228-16</inkml:trace>
  <inkml:trace contextRef="#ctx0" brushRef="#br0" timeOffset="-210245.64">5650 10910 485 0,'0'0'53'0,"0"0"41"16,0 0-51-16,0 0-40 16,0 0 0-16,108-13 19 15,-58 27 19-15,1 11 11 16,-3 8-36-16,-5 13-9 16,-3 12-6-16,-10 6 1 15,-12 6 1-15,-9-5-1 0,-9-10-2 16,0-14-6-16,0-19-19 15,-9-12 25-15,2-10 0 16,-2-3 7-16,-4-22 21 16,0-12-24-16,4-9 9 15,5-3 1-15,4-1-11 16,1 2 26-16,25 4-16 16,14 5-13-16,14 9-18 15,0 10-17-15,-1 8-41 16,-4 9-37-16,-8 3-26 15,-11 0-162-15</inkml:trace>
  <inkml:trace contextRef="#ctx0" brushRef="#br0" timeOffset="-209813.49">6502 11222 783 0,'0'0'46'0,"0"0"-24"16,0 0-22-16,0 0-8 16,0 0 8-16,85 4 0 15,-33-4 2-15,14 0 0 16,13 0-2-16,12-3 4 16,6-1-4-16,-6 2-1 0,-6-3-6 15,-15 0-24-15,-21-1-36 16,-22-2 0-16,-22-3 31 15,-5 1 9-15,-32-6-42 16,-20 0 19-16,-11 1-14 16,1 0 53-16,10 1 11 15,20 2 110-15,17 6 7 16,14 4 10-16,1 2-123 16,8 11 2-16,20 14-6 15,4 6 2-15,4 6 0 16,-4-2 4-16,-7-1 0 15,-3-1-4-15,-8-5 0 0,-7-3-1 16,-7 1 4-16,-7 1-5 16,-26-1-3-16,-9-5-88 15,-4-12-171-15</inkml:trace>
  <inkml:trace contextRef="#ctx0" brushRef="#br0" timeOffset="-208963.74">8046 11139 838 0,'0'0'34'16,"0"0"9"-16,0 0-43 16,0 0-7-16,0 0 6 15,0 0 2-15,104 111 0 16,-66-50 6-16,-2 7-3 15,-1-3-2-15,-8-5 2 0,-1-10-3 16,-3-12-1-16,-5-12 0 16,-4-16-12-16,0-10 0 15,6-6 12-15,8-27 5 16,4-13-5-16,-4-14-12 16,-10-6 9-16,-17 1 3 15,-1 9 0-15,-10 12 0 16,-4 18 0-16,7 11 0 15,2 11 0-15,5 3 0 16,0 1-4-16,6 0-33 16,20 0 24-16,14 6 8 15,14 1 2-15,5 0-11 16,4-4-39-16,-2-3 15 16,-8 0 30-16,-10 0 7 0,-17-3 2 15,-14-1 8 1,-12-3 53-16,0 2 3 0,-4-3-27 15,-10 3-32-15,-3 5 7 16,0 0-13-16,-1 20 0 16,2 9-1-16,4 12-1 15,7 9-1-15,5-1-9 16,3-1-17-16,23-11-5 16,11-16-39-16,8-16 19 15,4-5 33-15,-6-14 3 16,-7-22 18-16,-12-6 7 15,-8-5 31-15,-13 0 37 0,-3 5-32 16,-4 11-16-16,-11 10-1 16,5 8-9-16,4 9-5 15,3 4-12-15,1 4-12 16,-1 18-1-16,3 15 11 16,0 10 2-16,0 7 0 15,3 1 1-15,9-5-1 16,7-10-18-16,7-13-41 15,3-13-61-15,4-14 11 16,2 0-246-16</inkml:trace>
  <inkml:trace contextRef="#ctx0" brushRef="#br0" timeOffset="-208565.06">9325 11210 908 0,'0'0'37'15,"0"0"-31"-15,0 0-6 16,0 0 0-16,66 109 0 16,-55-52 2-16,-1 2-1 15,-5-9 1-15,5-16-2 16,-2-13 1-16,-2-13 0 16,-2-5 1-16,-1-3 0 15,4 0 4-15,4-14-3 16,7-9-3-16,-2-4-4 0,1-2-46 15,-2-1-45-15,1 0-56 16,6 4-14-16,3 1-71 16,5 3 186-16,2 1 50 15,-5 3 74-15,-3 1 19 16,-5 8 52-16,-9 2-91 16,-5 4-22-16,2 3-26 15,-5 0-6-15,-2 5-2 16,0 15 2-16,0 6-1 15,-2 8 1-15,-9 7 1 16,6 5 4-16,3 1-3 16,2-2-2-16,6-13-20 15,12-13-244-15</inkml:trace>
  <inkml:trace contextRef="#ctx0" brushRef="#br0" timeOffset="-208393.81">9648 10958 864 0,'0'0'35'0,"0"0"-35"16,0 0-38-16,88 24-63 15,-56 21-50-15,-3 1-153 16</inkml:trace>
  <inkml:trace contextRef="#ctx0" brushRef="#br0" timeOffset="-207399.42">10104 11324 620 0,'0'0'166'0,"0"0"-81"15,0 0-37-15,0 0-46 16,0 0-2-16,0 0-3 15,-84 69 3-15,61-23-3 16,7 1-10-16,9-10-21 16,7-9 8-16,2-12-16 15,23-14 5-15,7-2 37 16,4-12 13-16,1-16-6 0,-4-7-1 16,-5-3 23-1,-7 0-5-15,-9 3 2 0,-8 6-4 16,-4 5 6-16,0 12-16 15,0 4 4-15,0 5-8 16,0 3-8-16,0 8-3 16,0 21-24-16,5 15 24 15,14 7 2-15,10 3-16 16,7-7-4-16,8-14-34 16,3-16-61-16,6-17 70 15,1-4 43-15,2-28 3 16,-5-12 2-16,-12-11 8 15,-8-6 2-15,-12-3-4 16,-16 3-1-16,-3 1 1 0,-25 2 9 16,-11 8 24-16,1 9 30 15,10 13 18-15,11 14-36 16,8 11-31-16,4 3-22 16,-1 25-33-16,-1 23 30 15,-3 17 3-15,2 11 2 16,2 2-2-16,3-2 0 15,0-8-9-15,1-13-8 16,14-21-5-16,2-14-19 16,4-16 17-16,1-4 13 15,6-18 11-15,5-14 0 16,3-6-7-16,-5 1 6 16,-7 9 1-16,-10 10 21 0,-7 10 15 15,-1 8-9-15,-3 0-23 16,1 7-4-16,-2 14-4 15,-2 9 3-15,0 5 2 16,-3 1 1-16,-13-3 1 16,-4-7-3-16,-1-7 0 15,-1-7-1-15,-3-7-1 16,-4-5 2-16,0 0 0 16,6 0 0-16,8 0-1 15,8-5-12-15,7-1-6 16,0 1 4-16,12-2-35 15,23-1-57-15,10-3 74 0,10-6 21 16,8-10 12-16,7-6 0 16,1-10 5-16,-7-10 37 15,-9-2 17-15,-14-1-18 16,-11 2-1-16,-9 1-29 16,-6 3 2-16,-11 5 14 15,-4 7-1-15,0 13 1 16,0 12 1-16,0 7-9 15,0 6-19-15,-6 10-2 16,-8 28-28-16,-6 22 30 16,-8 18 0-16,1 12 0 15,8-1 0-15,14-9-15 16,5-13-21-16,25-18-3 16,7-16-39-16,-1-18-138 15</inkml:trace>
  <inkml:trace contextRef="#ctx0" brushRef="#br0" timeOffset="-207081.18">11402 11396 949 0,'0'0'5'0,"0"0"-5"16,0 0-2-16,86-42 0 15,-54 32-11-15,-4 1-12 16,-4-7 10-16,-9 2 2 15,-3-4 13-15,-8 0 0 16,-4-1 0-16,0 1-1 0,-10 0-1 16,-13 4-1-16,-5 6-1 15,-6 8 3-15,-3 2-1 16,1 21-1-16,6 12 1 16,6 7-1-16,8 11 3 15,12-2 0-15,4-1 1 16,14-8-1-16,22-12 2 15,12-7 1-15,4-9-1 16,-1-4-2-16,-5-6 0 16,-9-4-177-16,-6-2-289 15</inkml:trace>
  <inkml:trace contextRef="#ctx0" brushRef="#br0" timeOffset="-206334.43">12579 11450 478 0,'0'0'77'0,"0"0"-43"16,0 0-33-16,0 0 2 0,0 0 3 16,85 47 17-1,-27-33-7-15,9-2-11 0,4-5-4 16,4-4 1-16,1-3 0 15,-1 0-1-15,-10-2-1 16,-15-6 0-16,-19-1 0 16,-15 1 0-16,-10 2 11 15,-6 3 26-15,0 3-9 16,0 0-28-16,-13 6-1 16,-8 14 0-16,0 10 0 15,3-1 1-15,4 1-12 16,7-5-23-16,7-7-10 0,5-5-2 15,22-10 5 1,9-3 27-16,5-3 15 0,0-19 1 16,-4-9-1-16,-4-6 5 15,-8-1 44-15,-7 5 9 16,-9 6-19-16,-5 11 31 16,-2 7-37-16,-2 8-23 15,0 1-10-15,2 7-13 16,1 17 7-16,1 8 6 15,2 5 0-15,0 4-16 16,0-1-55-16,4-7-25 16,10-15-219-16</inkml:trace>
  <inkml:trace contextRef="#ctx0" brushRef="#br0" timeOffset="-206084.62">13929 11510 499 0,'0'0'2'16,"104"0"3"-16,-32 10 38 15,19-1-4-15,17-2-16 16,15-3 10-16,13-4-12 16,2 0-6-16,-5 0-9 15,-9 0-6-15,-13-1-6 16,-15-7-18-16,-17 0-11 15,-19 2-16-15,-24-2-53 0,-21 0-74 16,-15 0-73-16</inkml:trace>
  <inkml:trace contextRef="#ctx0" brushRef="#br0" timeOffset="-205930.91">15283 11507 709 0,'0'0'110'0,"0"0"-47"16,0 0-63-16,0 0-79 15,0 0-30-15,0 0-33 16,-51 32-280-16</inkml:trace>
  <inkml:trace contextRef="#ctx0" brushRef="#br0" timeOffset="-37416.3">5383 12618 287 0,'0'0'71'15,"0"0"-27"-15,0 0-20 16,0 0-18-16,0 0-5 16,0 0 0-16,0 0-1 15,0 0 5-15,2-54 15 16,-2 50 15-16,0 0 3 15,0 2-8-15,0 1-15 0,0 1-9 16,0 0-3 0,0-2-2-16,0 1 2 0,0-2 7 15,0-2-4-15,0-2 5 16,0-2 13-16,0-1 5 16,0-1-3-16,3-2-6 15,3 1 6-15,-3 0-4 16,0 4 11-16,0 3-9 15,-3 3-11-15,0 2-5 16,0 0-8-16,0 0-3 16,0 8-5-16,0 25 3 15,-3 20-1-15,-14 20 6 16,-8 16-2-16,0 10 2 16,-5 7 6-16,5-1-5 15,3-8 3-15,2-15-4 0,4-12 4 16,6-17-3-16,4-12 2 15,3-14-2-15,3-11-1 16,0-8 0-16,0-7 1 16,0-1 0-16,11-12-1 15,10-15-110-15,1-5-106 16,-10-3-298-16</inkml:trace>
  <inkml:trace contextRef="#ctx0" brushRef="#br0" timeOffset="-36799.53">5454 12550 481 0,'0'0'50'0,"0"0"21"16,0 0-14-16,0 0-46 15,0 0-10-15,0 0 14 16,68-27 9-16,-42 42-11 15,3 14-2-15,6 8-3 16,3 5-1-16,-2 4-2 16,-2-2-1-16,-5 0-1 15,-11-2-1-15,-6-6-1 16,-8-10 2-16,-1-2-2 16,-3-10-1-16,0-6-1 15,0-5-3-15,0-3-4 16,0-3 6-16,2-16-2 15,-2-6-29-15,0-3 24 0,1-5 5 16,5-1 1-16,7-4-13 16,7-1-10-16,7-1 16 15,4 5 8-15,2 6 1 16,-3 10 1-16,-6 9 3 16,-8 10 5-16,-7 5 5 15,-9 24-12-15,0 15 23 16,-5 15 16-16,-20 15-1 15,-5 10-10-15,-1 6-6 16,7-1-13-16,6-4-5 16,12-12-1-16,6-11-2 15,0-13-2-15,12-20-67 0,10-20-78 16,7-9-137 0</inkml:trace>
  <inkml:trace contextRef="#ctx0" brushRef="#br0" timeOffset="-35997.52">6168 13046 601 0,'0'0'55'15,"0"0"-49"-15,-24 94 39 16,18-46 3-16,3 3-24 16,3 0-9-16,0-3-5 15,3-7-3-15,15-11-5 16,3-11 2-16,7-17-3 0,11-2 7 15,10-30-5 1,5-10-3-16,-6-4-13 0,-14-1 13 16,-18 0-2-16,-16 3 1 15,-10-2-1-15,-26 5 1 16,-9 1 1-16,2 8-1 16,9 6 1-16,16 5 1 15,12 2-1-15,6 0-4 16,27-3-49-16,25-6-51 15,17-5 24-15,14-4 36 16,8-9 18-16,6-4 26 16,-1-3 14-16,-10 4 52 15,-13 3 35-15,-28 14 20 16,-19 10-59-16,-15 11-4 0,-9 9-41 16,-2 8-17-16,0 21-6 15,0 17 2-15,-8 16 4 16,-5 10 1-16,0 7 0 15,8 1 4-15,2-5-3 16,0-12-1-16,0-15 1 16,0-14-2-16,-2-14 0 15,1-11-5-15,3-6-6 16,-5-3-8-16,-6-3 19 16,-9-14-4-16,-13-5-6 15,-4 1 3-15,-8 4 6 16,0 8 1-16,4 9 6 15,8 0 8-15,7 18-12 0,12 6-2 16,7 6 0 0,8 4-2-16,0 2 1 0,9 0 1 15,17-4-1-15,8-4 0 16,11-13-7-16,10-9-12 16,11-6-2-16,5-11-24 15,-4-16-31-15,-6-6 28 16,-14-4 49-16,-16 4 0 15,-12 1 7-15,-14 7 69 16,-5 8-1-16,0 6-28 16,0 6-31-16,0 3-9 15,0 2-7-15,0 5-13 16,0 14-5-16,0 9 15 0,0 5 3 16,9 3 0-16,0 0-3 15,0-2-7-15,0-9-54 16,4-14-115-16,8-11-306 15</inkml:trace>
  <inkml:trace contextRef="#ctx0" brushRef="#br0" timeOffset="-35848.34">7342 12704 539 0,'0'0'385'0,"0"0"-385"15,0 0-43 1,91-11-80-16,-78 34-144 0</inkml:trace>
  <inkml:trace contextRef="#ctx0" brushRef="#br0" timeOffset="-35301.55">7700 12547 908 0,'0'0'22'0,"0"0"23"15,0 0-45-15,0 0-15 16,-33 98 11-16,-9-10 4 16,-13 21 1-16,3 10 2 15,7 7-2-15,8-3 1 0,16-5-2 16,3-10 1-16,9-13-1 15,9-14-7-15,0-20 0 16,11-18-11-16,15-16-2 16,12-20-6-16,5-7-7 15,0-26-8-15,-4-19 14 16,-5-13 27-16,-16-2 2 16,-15-4 7-16,-3 0 0 15,-27 8-9-15,-9 7 0 16,-1 9-3-16,7 10 1 15,6 6-2-15,11 8-23 0,13 3-30 16,3 4 1-16,39 6-53 16,17-1 48-16,14 2 54 15,4 0 7-15,2-1 16 16,-11 0 23-16,-16 0 9 16,-16-1 13-16,-18 3 35 15,-9 1-37-15,-9 0-45 16,0 0-13-16,-12 13-1 15,-7 10 7-15,-8 2 0 16,-1 3-4-16,1 0 3 16,5-2-6-16,6-4-2 15,12-11-88-15,4-11-105 16,18-22-222-16</inkml:trace>
  <inkml:trace contextRef="#ctx0" brushRef="#br0" timeOffset="-35169.24">8074 12732 775 0,'0'0'0'15,"0"0"-61"-15,0 0 4 16,-25 77-18-16,10-39-183 16</inkml:trace>
  <inkml:trace contextRef="#ctx0" brushRef="#br0" timeOffset="-34502.46">8362 13201 252 0,'0'0'28'0,"0"0"6"15,0 0 66-15,86-19-1 16,-60-1-20-16,-2-8-15 15,-5-2 17-15,-8-2 6 16,-7-3-47-16,-4 4 15 16,-13 5-29-16,-16 10-26 15,-6 13 1-15,-7 3-5 16,-4 15 4-16,4 16-1 0,10 8-7 16,12 4-7-1,17 5-7-15,3 3-1 16,19-3-14-16,25-7-31 0,19-16-1 15,18-16-16-15,6-9-21 16,5-18-24-16,0-18 75 16,-6-8-49-16,-9-7 20 15,-17-3 61-15,-21-3 23 16,-19 3 125-16,-15 4 12 16,-5 8-8-16,0 12 37 15,0 13-25-15,-3 9-69 16,0 8-45-16,0 4-27 15,-2 23-15-15,-5 17 15 0,-1 15-1 16,-1 7 1 0,7 2-1-16,5-4-7 0,0-9-2 15,0-12-16-15,7-14 3 16,-4-14 15-16,-2-11-26 16,-1-4 34-16,0-7 14 15,-11-17 5-15,-18-5-17 16,-8-5 2-16,-6 2 7 15,0 9-4-15,11 9 36 16,8 13-24-16,8 1-18 16,1 12-1-16,0 16-3 15,7 4 1-15,4 5 1 16,4-1 1-16,7-2-4 16,26-7-9-16,18-8-25 0,13-12-57 15,5-7-73-15,-2-17-331 16</inkml:trace>
  <inkml:trace contextRef="#ctx0" brushRef="#br0" timeOffset="-33203.22">10019 13026 650 0,'0'0'150'16,"0"0"-113"-16,0 0-34 16,0 0 0-16,-59 114 1 15,42-69 0-15,5-7-4 16,5-10 0-16,5-16 1 15,2-11 1-15,0-1 24 16,0-10 34-16,14-22-40 16,7-11-20-16,7-6-13 15,-4-2-18-15,0 5-16 16,-9 8-13-16,-3 11 30 0,-3 12 30 16,2 7 15-1,-2 8 2-15,-1 9-17 0,1 20 0 16,3 10-2-16,-2 9 2 15,-1 3 2-15,7 0 1 16,8-10-3-16,11-13 4 16,3-12-2-16,1-15 2 15,-2-1-2-15,-2-19 1 16,2-15-3-16,-4-9-8 16,1-6-15-16,-5-1-10 15,-3 3 16-15,1 4 17 16,0 9-56-16,0 5 23 15,1 10 18-15,-4 4 7 0,-3 6 4 16,-8 6 4-16,-8 3 21 16,-2 0-5-16,-3 0-10 15,0 11-4-15,0 14 33 16,0 14 9-16,-13 9 6 16,-1 8-12-16,3 5-18 15,0-1-2-15,6-1-1 16,5-4-11-16,0-8-3 15,8-10 2-15,11-13-3 16,5-14 11-16,-4-10 8 16,2-15 8-16,-3-20-9 15,-1-14-15-15,-3-8-5 0,-12-7-5 16,-3-6-23 0,-6-2-13-16,-13 3-8 0,1 7 14 15,9 11 21-15,7 13 13 16,2 13 1-16,6 8 9 15,12 13 4-15,4 4-12 16,-1 4 2-16,3 21-2 16,0 8 3-16,-1 4-4 15,0 4 5-15,-3-2 0 16,-8-6 1-16,-8-6-2 16,-4-5-3-16,-10-8 3 15,-16 0 2-15,-3-6-4 16,-4-6 3-16,-2-2 1 15,6 0-4-15,9-4-2 16,10-5-5-16,10-5-14 0,20-3-62 16,24-4-106-1,17-5 61-15,10 0 111 0,4-2 15 16,-2 2 78-16,-7 1 6 16,-15 4 22-16,-14 5-39 15,-15 4-11-15,-10 8-12 16,-9 4-21-16,-1 0-23 15,-2 9-7-15,0 22 1 16,-20 16 6-16,-6 11 1 16,-7 8 4-16,1 4-2 15,7-1 0-15,8-3-3 16,13-6 0-16,4-11 0 0,12-15-6 16,19-20-14-16,15-14 14 15,7-11 6-15,10-26-6 16,2-15-3-16,-7-9 3 15,-11-4-6-15,-12 1 5 16,-15 4 1-16,-17 11 6 16,-3 11 3-16,-7 14 11 15,-12 10-3-15,1 11 4 16,-3 3-15-16,-2 7-4 16,2 21 4-16,-2 10 0 15,4 7 0-15,5 5 0 16,14-5 0-16,3-7 0 15,35-9 1-15,17-14-3 0,11-4 1 16,5-11-42-16,2 0-111 16,-7-26-171-16</inkml:trace>
  <inkml:trace contextRef="#ctx0" brushRef="#br0" timeOffset="-32221.87">5652 13526 180 0,'0'0'58'0,"0"0"18"16,0 0-2-16,0 0-14 15,-82-1-9-15,60 1-15 16,-2 0-9-16,2 0-17 16,0 3 0-16,5 1 3 15,3 1 7-15,5-3-3 16,3 1-5-16,2-1-6 15,2 0-3-15,2 0-3 0,0 4-7 16,21 4 7-16,28 1 9 16,29 1 15-16,41 2 18 15,38 2-14-15,31 1-6 16,32 2-8-16,23 1-2 16,23 1-3-16,22 3-7 15,16-1-1-15,13 2 0 16,11 0-1-16,6 1 2 15,0-2-2-15,-3-1 0 16,-11-2 5-16,-17-2-2 16,-16-1 13-16,-23-2 3 15,-27-3 3-15,-22 0-9 0,-27-2-7 16,-24-4-4-16,-30-2 2 16,-31-5-3-16,-33 0 1 15,-28 0 0-15,-23 0-2 16,-13 0-1-16,-6 0-11 15,-2 0-48-15,-15 5-110 16,-1 3-54-16</inkml:trace>
  <inkml:trace contextRef="#ctx0" brushRef="#br0" timeOffset="-32068.23">11459 14025 721 0,'0'0'76'0,"0"0"-63"0,0 0-13 16,0 0-141-16,0 0 68 15,0 0-208-15</inkml:trace>
  <inkml:trace contextRef="#ctx0" brushRef="#br0" timeOffset="-13373.78">8244 14473 313 0,'0'0'34'16,"0"0"29"-16,0 0-15 16,0 0-10-16,0 0 22 15,0 0-20-15,0 0 6 16,0 0 20-16,0-55-26 16,0 53-10-16,0-1 10 15,0 1-32-15,0 1-5 16,0 1 3-16,0 0-3 15,0 0-1-15,0 0 3 0,0 0 1 16,0 0-5-16,-3 0-1 16,-5 10-12-16,-9 20 5 15,-11 15 7-15,-11 11 4 16,-7 9 5-16,-1 3-1 16,7-5-2-16,7-10-1 15,12-16-5-15,10-16 3 16,3-13-1-16,8-8 0 15,0 0 1-15,0-17 11 16,0-17 23-16,24-17-37 16,12-9-40-16,10-4-13 15,0 3-11-15,1 5 32 0,-3 6 18 16,-5 10 3 0,-1 7-7-16,-3 10 1 0,-7 10 17 15,-8 11 24-15,-4 2 7 16,-5 10-19-16,-1 22-11 15,-3 12 18-15,-4 14 5 16,-3 6 9-16,0 3-10 16,-1-2-15-16,-5-4-1 15,0-9-4-15,2-14-1 16,1-11 2-16,1-15-4 16,2-7 0-16,-3-5-5 15,-2 0-56-15,-5-25 0 16,-5-14-323-16</inkml:trace>
  <inkml:trace contextRef="#ctx0" brushRef="#br0" timeOffset="-13213.2">7970 14592 618 0,'0'0'122'16,"0"0"-91"-16,0 0-31 15,0 0-2-15,0 0 1 16,0 0 1-16,86 44 9 15,-35-33-8-15,3-3-1 16,2-1-86-16,-2-7-18 16,-9 0-242-16</inkml:trace>
  <inkml:trace contextRef="#ctx0" brushRef="#br0" timeOffset="-13003.84">8654 14629 694 0,'0'0'33'0,"0"0"20"15,0 0-53-15,0 0-5 16,0 0 1-16,0 0-4 16,30 1 3-16,-4 1 5 15,8-1-57-15,0 0-31 16,-3 1-79-16,-6-2-215 15</inkml:trace>
  <inkml:trace contextRef="#ctx0" brushRef="#br0" timeOffset="-12824.26">8474 14866 377 0,'0'0'282'0,"0"0"-266"16,0 0 32-16,100 0 5 15,-47 0-29-15,7 0-14 16,4-5-9-16,5-6-1 16,7-2-92-16,-1-3-107 15</inkml:trace>
  <inkml:trace contextRef="#ctx0" brushRef="#br0" timeOffset="-12341.06">9360 14595 881 0,'0'0'15'15,"0"0"7"-15,0 0-22 16,0 0-3-16,-27 107 3 16,5-32 4-16,0 3-3 15,2 0 4-15,5-10-3 16,7-8-2-16,6-12 1 0,2-7-1 15,0-18 0-15,0-13 1 16,0-10 1-16,0-10 5 16,4-29 37-16,12-20-44 15,4-22-2-15,2-13-11 16,-3-4-12-16,-3 3-10 16,0 13-2-16,-1 20 12 15,6 22 13-15,-1 14 12 16,0 15 4-16,1 11 10 15,0 0-11-15,-3 23 3 16,4 11-5-16,-1 12 1 16,-9 10 4-16,-3 7-2 15,-6-3 1-15,-3-7-2 16,0-16 0-16,-15-15-3 0,-6-12 0 16,-9-8 8-16,-7-2 2 15,-4-2-3-15,-2-18-1 16,5-4-5-16,8 2-1 15,14-2-33-15,16 11-42 16,7 2-131-16,29 5-230 16</inkml:trace>
  <inkml:trace contextRef="#ctx0" brushRef="#br0" timeOffset="-12024.73">9907 14434 746 0,'0'0'41'0,"0"0"58"16,0 0-66-16,0 0-33 15,0 0-10-15,0 0 9 16,-64 91 1-16,28-32 2 15,-1 15-2-15,5 8 3 16,2 4 1-16,6 1-4 16,3-7 2-16,4-10-2 15,13-9-7-15,4-15-27 16,31-12-4-16,30-18-14 16,27-13-26-16,21-3-31 0,18-22-361 15</inkml:trace>
  <inkml:trace contextRef="#ctx0" brushRef="#br0" timeOffset="-11586.36">10359 14687 758 0,'0'0'119'0,"0"0"-75"0,0 0-32 16,0 0-12-16,0 0-7 15,0 0 6-15,-36 71 1 16,28-22 1-16,2 2 0 15,3 4 0-15,0-1-1 16,3-6-21-16,0-9-84 16,1-18-141-16</inkml:trace>
  <inkml:trace contextRef="#ctx0" brushRef="#br0" timeOffset="-11358.86">10685 14587 962 0,'0'0'56'0,"0"0"-41"15,0 0-15-15,0 0-9 16,0 0 7-16,-3 98 2 16,0-36 0-16,1 5 2 15,2-2-2-15,0-6-21 16,0-13-14-16,2-10-28 15,1-11-77-15,-3-19-107 16</inkml:trace>
  <inkml:trace contextRef="#ctx0" brushRef="#br0" timeOffset="-11186.89">10574 14804 839 0,'0'0'29'16,"0"0"-22"-16,92-9-5 15,-47 9 2-15,3 0 1 16,3 2 0-16,1 1-5 16,5 4-7-16,1-5-43 15,-5-2-131-15,-10 0-204 16</inkml:trace>
  <inkml:trace contextRef="#ctx0" brushRef="#br0" timeOffset="-10809.06">11140 14548 879 0,'0'0'36'0,"0"0"-18"16,0 0-18-16,80 36-1 16,-56 8 0-16,-3 10 2 15,1 5 2-15,-1 2-2 16,-4-2 1-16,-3-12 0 15,-9-13 0-15,-5-10-2 16,0-11 0-16,0-9-1 16,0-4-2-16,-2-1 3 15,-5-23 11-15,2-15-11 16,2-8-2-16,3-10-7 0,11-1-9 16,20 6-8-16,14 5-5 15,10 10-5-15,6 8-7 16,-1 9 43-16,-5 9 2 15,-4 7 7-15,-8 4 0 16,-7 4-9-16,-6 14-4 16,-13 10-42-16,-17 2-88 15,-5 4-103-15</inkml:trace>
  <inkml:trace contextRef="#ctx0" brushRef="#br0" timeOffset="-10611.02">10887 14953 748 0,'0'0'21'0,"0"0"-13"16,0 0-1-16,91 31 17 16,-36-22 11-16,11-4-12 15,8 0-10-15,4 0-4 16,1-2-5-16,2 4-4 15,-7-5-66-15,-14-2-161 16</inkml:trace>
  <inkml:trace contextRef="#ctx0" brushRef="#br0" timeOffset="-10406.49">11019 15153 878 0,'0'0'31'16,"0"0"-29"-16,0 0-2 16,35 104 6-16,-29-65-1 15,-3 3-2-15,-3 0-3 16,0-2-48-16,0-5-48 16,-4-10-92-16,1-11-360 15</inkml:trace>
  <inkml:trace contextRef="#ctx0" brushRef="#br0" timeOffset="-9876.95">11365 15229 709 0,'0'0'153'16,"0"0"-94"-16,0 0-59 16,0 0-3-16,0 0 3 15,0 0 1-15,0 90 0 16,-7-58 0-16,6 0-1 15,1-2-13-15,0-5-11 16,12-5-4-16,10-11 0 16,4-9 3-16,1 0 19 15,1-23-36-15,-3-13 14 16,-5-6 12-16,-13-1 9 0,-7 2-16 16,-1 7-57-16,-20 10-134 15,3 9 94-15,5 7 120 16,10 7 83-16,3 1 26 15,0 4-75-15,16 13 8 16,5 10 32-16,6 4-38 16,0 3 8-16,-4 2 22 15,1-2-24-15,-5 0-26 16,1-6-5-16,-5-5-4 16,-3-7-2-16,-6-6-4 15,-2-4-2-15,4-6-6 16,-2 0-2-16,4-16 9 15,6-7-55-15,1-5 24 0,1-5 7 16,0 2 24-16,0-2 11 16,-1 0 26-16,-3 5 3 15,-5 3-7-15,-3 7 5 16,-6 2-21-16,0 7-3 16,-23-1-14-16,-23 7-3 15,-18 3-47-15,-11 0-102 16,3 0-148-16</inkml:trace>
  <inkml:trace contextRef="#ctx0" brushRef="#br0" timeOffset="-9508.36">12271 14441 688 0,'0'0'48'16,"0"0"2"-16,100 6-19 0,-73 33-22 15,-10 18-7-15,-13 29 3 16,-4 22 6-16,-18 13 5 16,-21 8-7-16,-15-1 24 15,-8-14-24-15,-6-13-2 16,5-20-5-16,5-24-2 16,13-21-5-16,9-18-24 15,9-14-4-15,8-4-43 16,9-25-162-16</inkml:trace>
  <inkml:trace contextRef="#ctx0" brushRef="#br0" timeOffset="-8975.96">12729 14466 576 0,'0'0'97'15,"0"0"-64"-15,0 0-33 0,0 0-4 16,0 0 2-16,0 0 2 16,58 34 16-16,-25-34-2 15,5-7 2-15,1-17-7 16,-1-8 4-16,-2-9-8 16,0-5-1-16,-9-2-4 15,-8-2 0-15,-12-1 1 16,-7 4-1-16,0 2 10 15,-11 7 26-15,-3 10 3 16,0 10 20-16,7 11-40 16,-3 7-19-16,-3 15 0 15,-4 26-5-15,-7 15 4 16,3 15-2-16,9 5 0 16,9-1 2-16,3-5 0 0,2-6 0 15,8-10-4-15,1-7-15 16,-7-13-22-16,-4-10-50 15,0-15-74-15,0-9-342 16</inkml:trace>
  <inkml:trace contextRef="#ctx0" brushRef="#br0" timeOffset="-8795.61">12638 14231 933 0,'0'0'2'0,"0"0"-4"0,0 0-1 16,0 0 3-16,0 0 0 16,121 18 1-16,-67-12-1 15,-4077 2 0-15,8167-1-18 16,-4087-2-62-16,3-5-135 16</inkml:trace>
  <inkml:trace contextRef="#ctx0" brushRef="#br0" timeOffset="-6494.03">14082 14945 404 0,'0'0'72'16,"-65"109"5"0,33-51-44-16,4-7-23 0,10-7-4 15,5-15-5-15,7-14 3 16,4-11-3-16,2-4 7 15,2-14 129-15,21-20-80 16,9-18-57-16,7-10-16 16,1-11-21-16,-1-2-20 15,-2-1-18-15,-3-2 38 16,-2 4 2-16,5 5 24 16,3 14 11-16,-1 16 39 15,-3 14-5-15,-5 13 10 0,-7 12 5 16,-5 0-15-16,-7 26-34 15,-1 12 0 1,-4 14 13-16,-6 14 4 0,-1 9 4 16,0 1-1-1,-14-4 0-15,0-8-7 0,-2-9-4 16,1-6-4-16,2-10-1 16,1-6-2-16,1-11-2 15,2-7-10-15,2-7-34 16,-1-8-58-16,-2 0 8 15,-2-8-163-15</inkml:trace>
  <inkml:trace contextRef="#ctx0" brushRef="#br0" timeOffset="-6297.14">14041 14943 641 0,'0'0'135'15,"0"0"-42"-15,0 0-41 16,0 0-47-16,0 0-5 15,0 0-8-15,1-15 8 16,32 29 1-16,16-3-1 16,11-2-13-16,10-4-21 15,2-3-25-15,-1-2-50 16,-2 0-27-16,-8-4-195 16</inkml:trace>
  <inkml:trace contextRef="#ctx0" brushRef="#br0" timeOffset="-5961.87">14892 14908 143 0,'0'0'439'16,"0"0"-413"-16,0 0-24 0,0 0 1 15,87 20-2-15,-54-20 0 16,1 0 2-16,-1 0 11 15,-3 0-10-15,-4 0-4 16,-8 0-8-16,-12 5-67 16,-6 1-145-16</inkml:trace>
  <inkml:trace contextRef="#ctx0" brushRef="#br0" timeOffset="-5763.92">14801 15144 699 0,'0'0'141'0,"0"0"-100"16,0 0-33-16,0 0-3 15,0 0-2-15,107 0-2 16,-74 0-1-16,3 0-1 16,0-1-26-16,0-1-43 15,1-1-89-15,-1-1-222 16</inkml:trace>
  <inkml:trace contextRef="#ctx0" brushRef="#br0" timeOffset="-4915.82">15593 14682 516 0,'0'0'99'16,"0"0"24"-16,0 0-57 16,0 0-16-16,0 0-27 15,0 0-10-15,8-12-10 16,-8 24-3-16,0 13-5 15,0 15 1-15,-6 13 4 16,-15 8 4-16,-6 1-4 16,0 1 9-16,2-2-6 15,6-4-3-15,8-6-9 16,6-7-32-16,5-14-91 0,0-19-90 16</inkml:trace>
  <inkml:trace contextRef="#ctx0" brushRef="#br0" timeOffset="-4279.03">15859 14825 724 0,'0'0'14'15,"0"0"-14"-15,0 0 0 0,-27 105 0 16,22-60 1-1,4 0-1-15,1 3 7 0,0-1-7 16,0-4 0-16,16-8-1 16,10-8-2-16,7-11-18 15,5-15-27-15,6-1 13 16,-2-14-2-16,-4-13 8 16,-8-8 29-16,-15-5 22 15,-15-3 5-15,-2-4 12 16,-31 3-2-16,-8 2-23 15,-4 9 0-15,6 8-14 16,9 7-21-16,11 7-6 16,9 5 12-16,6 3 15 15,4 3 0-15,4 0-9 0,16 0 9 16,10 0 0 0,6 1 2-16,6 7 0 0,7-3 6 15,-2 4 4-15,3 2-5 16,-7 3-2-16,-5 5 16 15,-8 1-9-15,-8 2 6 16,-7-1-13-16,-9 1-3 16,-6 4 0-16,0 1 1 15,0 6 2-15,0 1 1 16,0 0-6-16,1-2-17 16,8-6-41-16,12-6 11 15,9-13-28-15,10-7 35 0,7-7 40 16,-1-16 33-16,-5-10 7 15,-9-4 17-15,-13-6 18 16,-9 0-12-16,-10 0-9 16,-11 1-16-16,-30 3-21 15,-21 6-17-15,-19 6-1 16,-8 10-49-16,8 10-100 16,11 7 21-16,18 1-138 15</inkml:trace>
  <inkml:trace contextRef="#ctx0" brushRef="#br0" timeOffset="-3299.41">17012 14584 590 0,'0'0'133'0,"0"0"-37"0,0 0-67 16,0 0-29-16,0 0-5 16,0 0 2-16,-60 61 6 15,29-4-2-15,-1 12 7 16,3 10 8-16,3 9-5 15,7 1-6-15,8 2 3 16,11-5-8-16,2-11 0 16,28-17-73-16,20-16-49 15,16-14-3-15,12-19-135 16</inkml:trace>
  <inkml:trace contextRef="#ctx0" brushRef="#br0" timeOffset="-2773.72">17134 14780 585 0,'0'0'122'16,"0"0"16"-16,0 0-94 15,0 0-44-15,0 0-5 16,0 0 2-16,8 41-3 16,-8-4 5-16,-8 9 1 15,-9 6 0-15,3 6 6 16,-2-2-6-16,3-2-5 16,6-10-85-16,7-18-89 15,0-16-339-15</inkml:trace>
  <inkml:trace contextRef="#ctx0" brushRef="#br0" timeOffset="756.05">17391 14990 43 0,'0'0'483'0,"0"0"-391"15,0 0-83-15,0 0-5 0,0 0 18 16,0 0 19-16,3 3 4 16,-3-3-19-16,0 1-23 15,0 3-3-15,0 6-62 16,0 0 4-16,-3 0-75 15,-3-6-273-15</inkml:trace>
  <inkml:trace contextRef="#ctx0" brushRef="#br0" timeOffset="1051.8">17738 14689 789 0,'0'0'72'16,"0"0"20"-16,0 0-64 16,0 0-28-16,0 0-7 15,5 84 5-15,-5-24 2 16,-9 8 0-16,0 3 0 15,0-1 0-15,-2-6-2 16,1-8-25-16,3-11-32 16,-1-9-20-16,2-14-44 15,2-12-175-15</inkml:trace>
  <inkml:trace contextRef="#ctx0" brushRef="#br0" timeOffset="1397.03">17843 14909 800 0,'0'0'53'16,"0"0"-53"-16,0 0-5 15,0 0 5-15,6 106 0 16,-6-63 2-16,0 2 0 0,0-4-2 15,0-6-18-15,2-10-45 16,13-10-24-16,6-13 40 16,2-2 44-16,7-11 3 15,0-16 1-15,-4-8 7 16,-6-1 28-16,-10-5 54 16,-10 4-24-16,0 0-9 15,-27 1-31-15,-15 3 10 16,-19 9-36-16,-9 11-11 15,0 13-77-15,14 0-61 16,15 16-102-16</inkml:trace>
  <inkml:trace contextRef="#ctx0" brushRef="#br0" timeOffset="1861.25">18281 14601 855 0,'0'0'56'15,"0"0"-13"-15,0 0-43 16,100 44-3-16,-79 18 1 15,-9 17 1-15,-12 10 0 16,0 13 2-16,-9 4-1 16,-16-2 4-16,-5-8-2 15,-3-16-2-15,-2-17-9 16,3-21-20-16,2-15-5 0,1-11 15 16,0-11-17-16,2-5-104 15,6-3-188-15</inkml:trace>
  <inkml:trace contextRef="#ctx0" brushRef="#br0" timeOffset="2927.75">18706 14243 437 0,'0'0'171'0,"0"0"-35"16,0 0-63-16,0 0-40 15,0 0-17-15,0 0-16 16,6-14 0-16,-6 14-1 15,0 3-3-15,0 18 0 16,-3 9 4-16,-13 11-1 16,-1 10 0-16,-2 5-86 15,-2-2-96-15</inkml:trace>
  <inkml:trace contextRef="#ctx0" brushRef="#br0" timeOffset="3339.01">18906 15042 544 0,'0'0'85'15,"0"0"-64"-15,0 0-15 16,0 0-5-16,0 0 19 16,107-8 3-16,-72 8-17 15,-2 0-2-15,-1 0-4 16,-3 0-7-16,-6 0-53 0,-6 3-61 16,-10 2-144-16</inkml:trace>
  <inkml:trace contextRef="#ctx0" brushRef="#br0" timeOffset="3543.02">18730 15224 426 0,'0'0'190'0,"0"0"-188"15,0 0 0-15,0 0 0 16,0 0 3-16,87 27-2 0,-50-26 1 15,8-1-3-15,4 0-1 16,0 0-15-16,-1-1-43 16,-5-7-151-16</inkml:trace>
  <inkml:trace contextRef="#ctx0" brushRef="#br0" timeOffset="6174.2">19691 14802 283 0,'0'0'165'0,"0"0"-65"15,0 0-34-15,0 0-36 16,0 0 79-16,0 0-52 16,0 0-19-16,9-19-22 15,-9 23-11-15,0 9-5 16,0 12-6-16,0 11 3 16,-14 10-4-16,-5 9 7 15,-4 5 2-15,-1 2 4 16,1-2-6-16,2-5-8 0,7-9-61 15,5-9-9-15,4-11-1 16,5-12 26-16,0-11-72 16,0-3 90-16,14-6-140 15</inkml:trace>
  <inkml:trace contextRef="#ctx0" brushRef="#br0" timeOffset="6636.33">20052 14766 423 0,'0'0'56'0,"0"0"58"0,0 0-64 15,0 0-29-15,0 0-16 16,0 0-1-16,6 27-2 16,-12 4 18-16,-8 11 6 15,-4 5 15-15,-1 9-19 16,1 4-10-16,-4-1-5 16,2-3-2-16,4-7-5 15,1-12-17-15,6-10-22 16,6-10-23-16,3-8-3 15,0-7 3-15,6-2-122 16</inkml:trace>
  <inkml:trace contextRef="#ctx0" brushRef="#br0" timeOffset="7056.92">20372 14979 539 0,'0'0'10'15,"0"0"-7"-15,0 0 0 16,-89 24 12-16,47 0 16 16,8 6-10-16,4 4-12 15,6 4-2-15,9 3 0 0,9-4-4 16,6 0-2-1,0-5 1-15,7-5-2 0,20-8-7 16,11-9-15-16,14-9-33 16,11-1-9-16,4-8 11 15,1-14 26-15,-6-6 27 16,-15-4 26-16,-17 1 63 16,-18-2-2-16,-12 2 2 15,-7 0-31-15,-26-2-18 16,-12 6-24-16,-4 4-10 15,0 9-6-15,7 8-1 16,7 6-30-16,5 0-64 16,10 8-110-16,5 4-255 15</inkml:trace>
  <inkml:trace contextRef="#ctx0" brushRef="#br0" timeOffset="7202.9">20580 15095 777 0,'0'0'117'0,"0"0"-94"15,0 0-23-15,0 0-103 16,0 0-25-16,0 0-219 16</inkml:trace>
  <inkml:trace contextRef="#ctx0" brushRef="#br0" timeOffset="12758.93">14591 15276 82 0,'0'0'68'15,"0"0"20"-15,0 0-76 0,0 0-2 16,0 0 1-16,0 0-6 15,0 0-5-15,-11-2-7 16,11 2-12-16,0 0 17 16,-1 0 2-16,-1 0 2 15,1 0 8-15,-5 0-3 16,3 0-5-16,0 0 8 16,0 0 13-16,2 0 7 15,-2 0 4-15,3 0-15 16,-2-2 0-16,2-1 19 15,0 0-6-15,0 0 1 16,0 2-27-16,0-3 15 16,2 1-19-16,5 0 0 0,-2 1 1 15,-1 0-3 1,-1 2 4-16,-3-1-3 0,0-1 12 16,1 0 13-16,-1-1 20 15,0-4 2-15,0 3-19 16,0-2-14-16,0 2 22 15,0-2-17-15,0 5 19 16,0-1-25-16,0 2-7 16,0 0-7-16,0 0 0 15,0 0-4-15,0 0-2 16,2 0 3-16,-2 3 3 16,0 4-1-16,0 5-4 0,0 0 5 15,0 6-3 1,0 2 3-16,0 3 6 0,0 1-4 15,0-2 0-15,0-4-1 16,-2-4 1-16,2-6 1 16,-1-2-2-16,1-5 1 15,0-1-1-15,0 0 3 16,0 0 4-16,0 0 1 16,0 0 5-16,0 0-6 15,0-6-6-15,0 2-2 16,0-1-11-16,0 5-16 15,0-3-58-15,0 3 2 16,0 0 42-16,0 0 9 16,0-1 1-16,0 1-7 15,0-1 18-15,0-2 19 0,0 2 1 16,1-2 17 0,1 1 24-16,-1-1 7 0,1 3-11 15,-1-3-24-15,2 3-13 16,-2 0-33-16,-1 0-32 15,0 3-177-15</inkml:trace>
  <inkml:trace contextRef="#ctx0" brushRef="#br0" timeOffset="14806.16">13495 15761 495 0,'0'0'134'15,"0"0"-22"-15,0 0-88 16,0 0-21-16,0 0-3 16,0 0 13-16,-65 39 16 15,38-12-15-15,2 4-7 16,2-2 4-16,3 1-6 15,4-5 2-15,4-4-5 16,1-5 2-16,5-5-2 16,3-1-1-16,0-8-1 15,3-1 1-15,0-1-1 16,0 0 0-16,0 0 5 0,0-14-1 16,11-14-4-16,11-10-8 15,10-8-3-15,3-3 5 16,8-1-12-16,2 4-4 15,0 4-39-15,-2 6 21 16,-5 8 15-16,-8 10 14 16,-8 9 11-16,-9 8 1 15,-5 1 0-15,-2 1-2 16,-2 20 0-16,-2 9 1 16,-2 8 1-16,0 9 12 15,0 6 1-15,0 7 8 16,-2 0-4-16,-5-2-5 0,-1-12-8 15,-2-7-1-15,1-12 0 16,1-11-4-16,3-6-2 16,0-8-46-1,1-2-66-15,-1-10-65 0</inkml:trace>
  <inkml:trace contextRef="#ctx0" brushRef="#br0" timeOffset="14998.29">13325 15831 606 0,'0'0'113'0,"0"0"-111"15,0 0 7-15,0 0 33 0,0 0-21 16,113 72-9-16,-58-56-6 16,8-4-6-16,1-5-127 15,-4-7-38-15,-8 0-169 16</inkml:trace>
  <inkml:trace contextRef="#ctx0" brushRef="#br0" timeOffset="15398.15">13926 16121 622 0,'0'0'34'16,"0"0"-26"-16,0 0-7 15,0 0 0-15,0 0 0 16,0 0-1-16,37 51 2 16,-37-27-5-16,-9 6 0 15,-13 1 3-15,-5 3-6 16,1-3-15-16,4-4-14 15,4-6 10-15,6-6 7 16,6-8 14-16,5-2 4 16,1-5 0-16,0 0 1 15,1 0 12-15,11 0 0 16,4 0-1-16,3-2 18 0,4-2-7 16,6-1-13-16,6 2 1 15,7-3-11-15,3 4-12 16,6-3-37-16,-2 1-26 15,-1-1-86-15,-6-1-116 16</inkml:trace>
  <inkml:trace contextRef="#ctx0" brushRef="#br0" timeOffset="15648.76">14235 15995 830 0,'0'0'68'0,"0"0"-68"16,0 0-12-16,0 0 12 16,0 0 2-16,108 5-2 15,-60-5-7-15,0 0-11 16,2 0-26-16,-3 2-57 15,-6-1-4-15,-11 2-133 16</inkml:trace>
  <inkml:trace contextRef="#ctx0" brushRef="#br0" timeOffset="15848.85">14261 16218 622 0,'0'0'112'0,"0"0"-55"16,0 0-42-16,0 0-8 16,0 0 15-16,91 9-10 15,-40-9-4-15,3-9-3 16,5-3-5-16,-1 0-3 16,2 0-83-16,-3 1-61 15,-5 2-151-15</inkml:trace>
  <inkml:trace contextRef="#ctx0" brushRef="#br0" timeOffset="16880.62">19659 15556 41 0,'0'0'560'0,"0"0"-486"16,0 0-19-16,0 0-23 15,0 0-14-15,0 0-10 16,-2-19 0-16,10 16 8 15,13 2-8-15,7-3 1 16,8-1 4-16,9 3-3 16,6 2-5-16,7 0-5 0,3 0 3 15,-1 0-3 1,-6 0 0-16,-1 0-4 0,-13 2 0 16,-8 3-20-1,-12-1-6-15,-12-1-16 0,-8 1-44 16,-19 1 9-16,-23 0-80 15</inkml:trace>
  <inkml:trace contextRef="#ctx0" brushRef="#br0" timeOffset="17065.27">19503 15633 131 0,'0'0'505'16,"0"0"-455"-16,131-8-37 15,-64 6-2-15,8 2 5 16,1 0-15-16,3 0 2 16,-2 0-3-16,-6 3-13 15,-1 3-40-15,-5-5-110 16</inkml:trace>
  <inkml:trace contextRef="#ctx0" brushRef="#br0" timeOffset="17229.17">20408 15632 862 0,'0'0'69'0,"0"0"-69"16,0 0-43-16,0 0-95 15,0 0-125-15</inkml:trace>
  <inkml:trace contextRef="#ctx0" brushRef="#br0" timeOffset="18311.48">15352 15855 216 0,'0'0'80'16,"0"0"65"-16,0 0-19 15,0 0-43-15,0 0 9 16,0 0-45-16,1-7-26 16,-1 7-13-16,0 18-2 15,0 10 3-15,-6 9-3 16,-7 11 6-16,-5 2-6 15,0 0 1-15,0 2-5 16,-2-6-2-16,7-5-19 0,-2-7-57 16,9-10-39-16,3-12-29 15,3-12-238 1</inkml:trace>
  <inkml:trace contextRef="#ctx0" brushRef="#br0" timeOffset="18628.74">15704 15877 288 0,'0'0'175'16,"0"0"-76"-16,0 0-31 15,0 0 6-15,0 0-28 16,0 0-35-16,-8 31 8 16,-5-1-7-16,-2 8 8 15,-6 6 10-15,-3 2-8 16,-1 1-12-16,4-2-3 16,0-2-2-16,5-4-2 15,7-9-3-15,7-5-36 16,2-7-64-16,0-9-59 15</inkml:trace>
  <inkml:trace contextRef="#ctx0" brushRef="#br0" timeOffset="18962.29">15830 16053 828 0,'0'0'85'0,"0"0"-25"15,0 0-60-15,0 0-1 16,0 0-12-16,0 0 10 16,-16 60-2-16,1-25-8 15,3 4 2-15,2 0-20 16,4-1-29-16,6-5-55 16,0-10-6-16,16-10-109 15,17-11 46-15,9-2 142 16,11-23 42-16,2-12 108 15,-4-5 23-15,-9-1 35 0,-11 3-66 16,-16 6-7-16,-15 2-9 16,0 4-38-16,-31 7-19 15,-22 9-26-15,-19 7-1 16,-3 3-103-16,1 5-154 16,17 10-95-16</inkml:trace>
  <inkml:trace contextRef="#ctx0" brushRef="#br0" timeOffset="19594.07">16502 15707 765 0,'0'0'112'0,"0"0"-57"15,0 0-55-15,0 0-1 16,-91 51 1-16,49 2 0 15,3 19-2-15,6 14 2 16,10 7 2-16,8 5 2 16,12-4-4-16,3-11-14 15,18-9-64-15,28-20-91 16,18-15-19-16,22-15 26 16,8-15-24-16</inkml:trace>
  <inkml:trace contextRef="#ctx0" brushRef="#br0" timeOffset="20644.4">16706 15884 216 0,'0'0'28'16,"0"0"-11"-16,0 0-10 15,0 0 19-15,0 0 44 16,0 0-14-16,15-25 33 16,-13 21 6-16,-2-1-54 15,1 0 37-15,0 4 5 16,-1 0-65-16,0 1-14 15,0 0-4-15,0 16-4 16,-1 21-3-16,-17 14 7 16,-3 11 0-16,-4 4 13 15,0-8-5-15,8-4-2 0,4-11-2 16,7-14-2-16,4-9-2 16,2-13 0-16,0-3 1 15,0-3 1-15,0-1 2 16,8 0-4-16,5-12-38 15,-1-6-95-15,0-2-90 16</inkml:trace>
  <inkml:trace contextRef="#ctx0" brushRef="#br0" timeOffset="21092.22">17097 16131 643 0,'0'0'79'15,"0"0"-57"-15,0 0-22 16,0 0-47-16,0 0-5 16,0 0-10-16,-5 19-169 15</inkml:trace>
  <inkml:trace contextRef="#ctx0" brushRef="#br0" timeOffset="23443.95">11787 14623 508 0,'0'0'72'0,"0"0"-67"16,0 0-4-16,0 0 2 16,0 0 2-16,0 0 5 15,0 3 20-15,0-3 16 16,0 0 34-16,0 0-10 15,0 0-21-15,0-1-23 16,0-8-20-16,-2 2-5 0,-2-3 3 16,-2 0-4-1,3-1 0-15,1-5 0 0,2-5-1 16,0-8 1-16,8-8-4 16,14-10-10-16,8-7-6 15,4-7-13-15,3-1 0 16,-5 1 0-16,-8 8 30 15,-4 9-1-15,-7 13 4 16,-8 8 14-16,-5 12 7 16,0 4-10-16,0 7-6 15,-8 0-5-15,-6 0-2 16,-2 11 1-16,4 3 1 16,4-1-2-16,1-1-1 15,6-2 0-15,1-2 2 16,0-6-9-16,0 0 6 0,0-2-4 15,8 0 8-15,6 0 1 16,7-2 1-16,5-3-2 16,10-2-22-16,6 2-24 15,12-3 11-15,10-2 11 16,15-6 18-16,13-3 6 16,19-5 13-16,13-2 6 15,11-1 15-15,8 0-24 16,0-1-10-16,-4 2-8 15,-9 0-21-15,-15 4-27 16,-19 3 32-16,-23-1-32 16,-19 3-38-16,-25-1 85 15,-19 1-7-15,-10-3 16 0,-14 0 14 16,-21 1-1 0,-10 0 3-16,-7 2-16 0,0 0 0 15,10 3-3-15,14 3 3 16,13 4 24-16,15 2-18 15,0 3-6-15,15 0-47 16,13-1 28-16,4-1 19 16,-1 1 27-16,-3 1 28 15,-2 2-10-15,-5 0-5 16,-3 0-16-16,-6 9 1 16,-3 8-14-16,-5 7 30 15,-4 10-31-15,0 7 2 0,-10 5-4 16,-5 0-5-16,-2-6 2 15,4-7-3-15,4-7 1 16,-2-7-3-16,1-8-2 16,1-4-28-16,-3-5-9 15,3-2 9-15,6 0-25 16,3 0-78-16</inkml:trace>
  <inkml:trace contextRef="#ctx0" brushRef="#br0" timeOffset="24039.17">14170 13387 629 0,'0'0'175'16,"0"0"-97"-16,0 0-51 15,0 0-27-15,0 0-2 16,0 0 2-16,-19 89 1 16,19-37 0-16,0 4 0 15,0-2-1-15,10-8-5 16,4-14-11-16,-1-13-10 16,-5-8 22-16,-5-10 0 15,-3-1 4-15,0 0 8 16,-20-17 1-16,-14 0-9 0,-14-3 1 15,-8 6 0-15,-6 8 8 16,9 6 8-16,12 9-7 16,15 16-10-16,12 12-3 15,11 5 2-15,3 5 0 16,15 0-3-16,18-5-9 16,12-6-18-16,7-14-12 15,5-13-42-15,2-9-7 16,1-8 17-16,-2-23 20 15,-9-8-12-15,-13-6 41 0,-9 1 26 16,-18 1 49 0,-9-1 6-16,-2 5-18 0,-20 5 7 15,0 7 24 1,10 12 42-16,3 7-41 0,7 8-33 16,2 0-36-16,0 12-8 15,5 19 8-15,11 10 1 16,6 4 2-16,2-4-3 15,6-10-28-15,1-10-49 16,4-11-10-16,-2-10-45 16,-11-3-315-16</inkml:trace>
  <inkml:trace contextRef="#ctx0" brushRef="#br0" timeOffset="24197.84">14448 13240 919 0,'0'0'21'0,"0"0"2"16,0 0-23-16,0 0-103 15,0 0 8-15,19 96-124 16,-17-49-245-16</inkml:trace>
  <inkml:trace contextRef="#ctx0" brushRef="#br0" timeOffset="24606.76">14388 13889 750 0,'0'0'4'0,"0"0"-3"16,0 0-1-16,0 0 2 16,0 0 6-16,0 0-4 15,103-11 3-15,-60-9-3 16,5-4-4-16,0-5-20 15,-7-5-11-15,-6-7 9 16,-8-2 1-16,-12-1 6 16,-7 4 7-16,-6 5 8 15,-2 9 1-15,0 9 1 16,0 6 17-16,0 5 29 16,0 3 0-16,0 3-11 15,0 7-37-15,0 23 2 16,-3 13-2-16,-6 7 0 0,1-1 0 15,6-6 0-15,2-13 0 16,0-8 1-16,0-5-1 16,-3-5 5-16,-4-4-4 15,-4-2 0-15,-6-6-1 16,-8 0-12-16,-3 0-109 16,-4-7-53-16,5-12-243 15</inkml:trace>
  <inkml:trace contextRef="#ctx0" brushRef="#br0" timeOffset="24848.91">15015 13445 646 0,'0'0'11'0,"0"0"-11"15,0 0-2-15,0 0 2 16,0 0-2-16,-56 89 2 16,46-39 2-16,2 7-1 15,1 1 1-15,3-7-2 16,4-10-2-16,0-10-36 16,11-14-28-16,16-7-76 15,9-10-17-15</inkml:trace>
  <inkml:trace contextRef="#ctx0" brushRef="#br0" timeOffset="25920.98">15214 13716 241 0,'0'0'192'0,"0"0"-12"16,-4-73-71-16,-6 61-5 15,0 7-59-15,4 5-43 16,-1 8-2-16,-1 17 0 16,-3 10 0-16,-4 11 0 15,1 0 0-15,-2 4 0 16,7-6 0-16,9-10-1 15,0-7-21-15,22-13 3 16,16-14 16-16,-1 0 2 0,0-9-12 16,-4-18 7-1,-9-6 1-15,-5-4 2 0,-8-4-1 16,-10 1 4-16,-1-1 0 16,-3 3 1-16,-13 6 0 15,-7 4 19-15,-5 8-8 16,-3 9-2-16,-7 5-10 15,-1 2 0-15,0 4-2 16,9 0-1-16,10 0-1 16,5 0 4-16,8 0-1 15,4 0 1-15,3 0 1 16,0 0 1-16,0 0 0 16,0 0 2-16,0 0-1 15,0 0-3-15,0 0 1 16,0 0-1-16,0 0 1 0,0 0 0 15,3 0 4-15,6 0 0 16,3 0 1-16,3 0 1 16,10 0-4-16,6 0 0 15,9-1 0-15,8-2-2 16,2-2-1-16,3-3 0 16,-4-1 1-16,-5 1-1 15,-11 3 0-15,-10 0 1 16,-6 2 20-16,-10 1 3 15,-2 2-20-15,-2 0-4 0,0 5-2 16,-2 10 2 0,1 5 1-16,-2 10-1 0,0 2-1 15,1 4-14 1,1-4-14-16,3-11-1 0,5-7-2 16,0-11-4-16,6-3 36 15,1-12 0-15,2-16 2 16,4-8-2-16,-5-1 5 15,1 3 3-15,-5 10 5 16,-4 9-1-16,-3 5 3 16,-1 8-4-16,-1 2-7 15,-1 0-3-15,0 17-2 16,-2 10 2-16,1 9-1 16,3 3 0-16,3-3 0 15,6-7 1-15,5-12-1 0,3-8-3 16,3-9 3-1,-1 0 1-15,-5-15-1 0,0-8 0 16,-4-8-11-16,-3 4 2 16,-4 4-9-16,-5 6 1 15,-3 8 17-15,-1 7 1 16,0 2 0-16,0 0-1 16,2 0-5-16,2 11 4 15,-1 6-1-15,0 0-1 16,0-4 3-16,3-7 0 15,3-6 2-15,2 0-1 16,-1 0-1-16,2-9-1 0,-1-7-20 16,4 0-17-16,-1 2 13 15,2 2 13-15,-1 7 3 16,2 4 8-16,1 1 0 16,4 0 1-16,7 6-1 15,5 14 0-15,8 4 1 16,12 0-10-16,4-4-11 15,4-8-59-15,0-10-20 16,-8-2 68-16,-5-17-38 16,-6-15-69-16</inkml:trace>
  <inkml:trace contextRef="#ctx0" brushRef="#br0" timeOffset="26116.9">16664 13273 642 0,'0'0'159'0,"0"0"-100"0,0 0-57 15,0 0 0-15,0 0-3 16,-51 93 1-16,35-26 0 16,6 12 0-16,8 4 1 15,2-7-2-15,20-12-2 16,10-16 2-16,0-14-5 16,-8-12-16-16,-8-10-34 15,-6-11-30-15,-2-1-6 16,-5-19-225-16</inkml:trace>
  <inkml:trace contextRef="#ctx0" brushRef="#br0" timeOffset="26309.76">16206 13381 898 0,'0'0'11'15,"0"0"15"-15,0 0-21 16,0 0-2-16,0 0-3 15,0 0 0-15,137-23 0 16,-66 23-1-16,14 0-20 16,1 0-25-16,4 0-84 15,-4 0-42-15,-4-8-366 16</inkml:trace>
  <inkml:trace contextRef="#ctx0" brushRef="#br0" timeOffset="27637.89">17410 13322 643 0,'0'0'24'0,"0"0"82"16,0 0-77-16,0 0-25 16,0 0 1-16,0 0 5 15,109 17 8-15,-82 16 7 16,-4 4-7-16,-5 7 0 15,-8 1-9-15,-8 1-1 16,-2-5-5-16,0-5-1 16,-2-9 3-16,-6-12-3 15,6-7-2-15,-1-8 1 16,0 0 0-16,0-21 7 16,-2-14-8-16,5-5-10 15,0-6-10-15,20 1 1 16,16 1-33-16,12 5 22 0,9 5-45 15,1 5-20-15,-4 7 37 16,-7 6 58-16,-11 7 2 16,-15 5 43-16,-12 2 14 15,-6 2 2-15,-3 0-52 16,0 6-5-16,-12 12 9 16,-6 5 2-16,0 3-8 15,3-1-5-15,6 0-1 16,8-3 1-16,1-2-1 15,0-6-1-15,19-3-6 16,7-10-13-16,4-1 3 0,-2-3 14 16,-3-17 2-1,-6-3 5-15,-8-5 8 0,-10 1 19 16,-1 4-4-16,-3 0 13 16,-14 8-5-16,-2 5-18 15,5 6-6-15,3 4-12 16,5 4-1-16,3 17-1 15,3 7 2-15,0 10-5 16,5 4-2-16,23-5-4 16,20-11-23-16,16-17 12 15,8-9 9-15,1-12-5 16,-12-22-1-16,-7-11-12 16,-13-7-15-16,-10-5 38 0,-11-1 8 15,-17 0 1 1,-3-1-1-16,-21 1 0 0,-13 0 20 15,-8 2 27-15,2 6 22 16,3 14-7-16,12 14-29 16,8 16-28-16,2 6-5 15,1 31-1-15,-2 19 0 16,6 20 1-16,10 7 0 16,1 3 0-16,29 2 0 15,13-8 0-15,8-7-12 16,4-9-34-16,2-12-33 15,-8-13-46-15,-9-17-91 0</inkml:trace>
  <inkml:trace contextRef="#ctx0" brushRef="#br0" timeOffset="27985.67">18714 13443 718 0,'0'0'0'16,"0"0"-1"-16,106-27-10 16,-65 15-6-16,-5-3 2 15,-9 1 0-15,-9-3 0 16,-8-3 13-16,-10 1 2 16,0 0 15-16,-13 2 2 15,-15 5-4-15,-4 5-7 0,0 7 12 16,0 0 7-1,2 14-21-15,4 12-4 0,3 8 1 16,8 3-1-16,14 6 0 16,1-2 0-16,39-3 1 15,23-6 11-15,25-7-2 16,14-6-9-16,-1-8-1 16,-9-11-80-16,-18 0-44 15,-15-18-340-15</inkml:trace>
  <inkml:trace contextRef="#ctx0" brushRef="#br0" timeOffset="28201.64">18668 12989 786 0,'0'0'9'0,"0"0"10"16,0 0-2-16,0 0-14 15,80-44 0-15,-19 38 2 16,15 6-1-16,13 0 2 16,10 0-6-16,9 2 0 15,0 8-55-15,-6-3-143 16,-11-4-401-16</inkml:trace>
  <inkml:trace contextRef="#ctx0" brushRef="#br0" timeOffset="28687.74">16053 13819 364 0,'0'0'124'16,"0"0"10"-16,0 0-42 15,-91-33 19-15,86 32-58 16,4-1-32-16,1 2-20 16,1 0 0-16,29 0 0 15,26 0 32-15,28 2-12 0,28-2-11 16,33 0-1-16,25-6-5 15,19-9-1-15,9-2-3 16,-7 0 0-16,-13 5-20 16,-23 3-21-16,-19-1-26 15,-27-2-90-15,-24-4-107 16</inkml:trace>
  <inkml:trace contextRef="#ctx0" brushRef="#br0" timeOffset="28860.19">17819 13646 793 0,'0'0'62'0,"0"0"-14"0,0 0-22 16,0 0-26-16,0 0 0 16,0 0-47-16,-26 34-39 15,5-23-109-15,-1-6-325 16</inkml:trace>
  <inkml:trace contextRef="#ctx0" brushRef="#br0" timeOffset="32887">17071 16160 397 0,'0'0'199'15,"0"0"-85"-15,0 0 21 16,0 0-55-16,0 0-28 16,0 0-14-16,0 0-8 15,0-17-2-15,0 12-10 16,0 4 2-16,0 0-16 16,0 1-4-16,0 0-4 15,0 0-19-15,0 0-26 16,0 9-17-16,0 8-11 15,6-7-107-15,4-7-162 0</inkml:trace>
  <inkml:trace contextRef="#ctx0" brushRef="#br0" timeOffset="33147.14">17405 15979 363 0,'0'0'528'16,"0"0"-452"-16,0 0-64 15,0 0-12-15,0 0-7 16,0 0 7-16,13 87 6 16,-9-40-4-16,-2 2-1 15,-2 2-1-15,0-4-6 0,0-5-37 16,0-8-39-16,2-9-76 15,3-13-107-15</inkml:trace>
  <inkml:trace contextRef="#ctx0" brushRef="#br0" timeOffset="33480.25">17667 16168 714 0,'0'0'203'16,"0"0"-147"-16,0 0-55 0,0 0-1 16,0 0-11-16,0 0 8 15,28 43-6-15,-7-13-6 16,3-1-11-16,2-9-21 16,1-8 4-16,-1-9-32 15,1-3 54-15,-3-5-15 16,-4-16-2-16,-8-8 20 15,-6-5 18-15,-6 2 12 16,-9-2 25-16,-24 3 35 16,-14-1-21-16,-2 7-19 15,11 8-5-15,14 9-13 16,18 8-14-16,6 6-40 16,14 16-43-16,10 4-46 15,5-4-280-15</inkml:trace>
  <inkml:trace contextRef="#ctx0" brushRef="#br0" timeOffset="33744.89">18033 15901 634 0,'0'0'9'15,"87"24"15"-15,-42 20 40 16,-9 9-22-16,-8 12-21 0,-9 6-6 16,-8 1 4-16,-11 0-7 15,0-2 1-15,-20-9-5 16,-9-7-1-16,-10-9-4 16,1-9-3-16,-5-9-9 15,0-7-49-15,5-9-81 16,10-11-231-16</inkml:trace>
  <inkml:trace contextRef="#ctx0" brushRef="#br0" timeOffset="34346.1">18484 15623 660 0,'0'0'102'0,"0"0"18"0,0 0-67 15,0 0-28 1,0 0-18-16,0 0-7 0,0-33 0 15,0 34 0-15,0 16-6 16,-10 12 3-16,-6 12 3 16,0 10 1-16,-4 7-1 15,4 3 1-15,0-3-1 16,2-3-13-16,0-11-54 16,6-15-132-16,1-14-423 15</inkml:trace>
  <inkml:trace contextRef="#ctx0" brushRef="#br0" timeOffset="35065.32">18653 16179 552 0,'0'0'101'0,"0"0"33"16,0 0-70-16,0 0-44 15,0 0 28-15,0 0-22 16,34-48 0-16,-15 41-12 0,4 3-9 15,1 2-3-15,4 2-1 16,0 0-1-16,-3 0-13 16,-2 0-31-16,-8 8-26 15,-9 3-108-15,-6 0-78 16</inkml:trace>
  <inkml:trace contextRef="#ctx0" brushRef="#br0" timeOffset="35228.96">18600 16336 706 0,'0'0'138'0,"0"0"-108"15,0 0-21-15,103 0-2 16,-61 0-4-16,3 0-3 16,4 0-13-16,0 0-103 15,-6 0-85-15</inkml:trace>
  <inkml:trace contextRef="#ctx0" brushRef="#br0" timeOffset="35505.03">19255 16036 738 0,'0'0'178'16,"0"0"-132"-16,0 0-46 15,0 0-19-15,0 0 18 16,-22 100 1-16,3-45 0 16,2 3 0-16,-1-2 3 15,4-5-3-15,3-7-6 16,2-8-31-16,9-7-54 15,0-15-144-15</inkml:trace>
  <inkml:trace contextRef="#ctx0" brushRef="#br0" timeOffset="35910.86">19458 16084 916 0,'0'0'17'16,"0"0"-15"-16,0 0-2 15,85 12 0-15,-54 11 0 16,-1 6 0-16,-4 2-2 16,-9 1 2-16,-11 4-1 0,-6-2 0 15,0 0-1 1,-17-2-9-16,-9-4-15 0,-2-6-10 15,-1-5-3 1,5-6-15-16,8-7 35 0,7-4 19 16,5 0 3-16,4 0 43 15,0 0 11-15,9-3-32 16,18 2-23-16,4-3-2 16,6 2 2-16,5-1-1 15,-1 3 0-15,6 0 1 16,-1 0-2-16,0 0-1 15,-8 0-35-15,-9 0-53 0,-10-8-22 16,-9-5-127 0</inkml:trace>
  <inkml:trace contextRef="#ctx0" brushRef="#br0" timeOffset="36150.18">20072 16026 918 0,'0'0'83'15,"0"0"-26"-15,0 0-29 16,0 0-28-16,0 0-11 16,0 0 2-16,-1 50 5 15,-12 8 3-15,-4 9 1 0,-2 2-3 16,0-2 1-16,5-4-19 15,-1-8-20-15,3-12-29 16,-6-16-167-16</inkml:trace>
  <inkml:trace contextRef="#ctx0" brushRef="#br0" timeOffset="38535.63">20410 16170 449 0,'0'0'117'0,"0"0"-93"16,0 0-24-16,0 0 7 16,0 0 6-16,98-10 13 15,-62 5-3-15,0 0-2 16,5 0-9-16,-3 5-5 15,-6-2-7-15,-5 2-18 16,-9 0-43-16,-13 0-78 0,-5 2-145 16</inkml:trace>
  <inkml:trace contextRef="#ctx0" brushRef="#br0" timeOffset="38722.99">20386 16347 369 0,'0'0'130'0,"0"0"-83"16,0 0 42-16,0 0-13 15,80 0 15-15,-53 0-49 16,4 0-21-16,5 0-21 16,2 0-10-16,0 0-108 0,1 0-123 15</inkml:trace>
  <inkml:trace contextRef="#ctx0" brushRef="#br0" timeOffset="38994.84">21112 16012 874 0,'0'0'33'16,"0"0"-1"-16,0 0-32 0,0 0-4 15,-33 75 2-15,5-22 4 16,-3 8-1-16,-1 4-1 16,1-2-4-16,6-5-23 15,4-9-65-15,10-13-84 16,8-15-258-16</inkml:trace>
  <inkml:trace contextRef="#ctx0" brushRef="#br0" timeOffset="39591.86">21215 16191 680 0,'0'0'128'0,"0"0"-128"15,0 0-15-15,0 0 9 16,0 0 3-16,-2 73 3 16,-5-34 0-16,-2 3 3 15,-1-2 1-15,5-6-1 16,5-5-3-16,0-12-5 16,5-5-16-16,14-10 21 15,6-2 7-15,2-10-7 16,1-14-4-16,-6-5-10 15,-6-5 13-15,-7-2 0 16,-6 1-5-16,-3 3 6 0,0 2-18 16,0 1-10-1,-12 4-16-15,1 5 27 0,6 5 17 16,5 3 13-16,1 2 4 16,18 6 10-16,7 4 0 15,4 0 3-15,0 4-7 16,4 16-16-16,-3 6-6 15,-4 3-1-15,-6 4 0 16,-5 2-1-16,-7 0-17 16,0-1-9-16,-3 1 8 15,1-8-9-15,4-3 0 16,-1-11-16-16,4-7-66 16,1-6 7-16,-2 0 44 15,2-14 24-15,-3-11 35 0,1-5 61 16,-2-6 62-16,-5-3-18 15,-6-2 15-15,0 1 6 16,-9 6-73-16,-11 9-37 16,-1 11-16-16,2 8 0 15,1 6-9-15,3 0-24 16,1 14-57-16,5 8-25 16,5-1-52-16</inkml:trace>
  <inkml:trace contextRef="#ctx0" brushRef="#br0" timeOffset="39924.1">22062 15821 848 0,'0'0'27'16,"0"0"-8"-16,0 0-19 16,0 0 0-16,-101 99-3 15,59-29 2-15,-4 13 1 0,2 6 0 16,7 5 1-16,13-5-1 15,13-12-1-15,11-13-17 16,26-13-37-16,29-14-31 16,22-13-11-16,12-14-177 15</inkml:trace>
  <inkml:trace contextRef="#ctx0" brushRef="#br0" timeOffset="40336.04">22273 16124 593 0,'0'0'81'0,"0"0"80"15,0 0-75-15,0 0-37 16,0 0-25-16,0 0-24 15,6-18-4-15,-9 41-2 16,-9 10 6-16,-3 13-1 16,3 3 3-16,0 2-4 15,3-3 1-15,5-4-42 16,4-8-63-16,0-14-96 16,0-15-311-16</inkml:trace>
  <inkml:trace contextRef="#ctx0" brushRef="#br0" timeOffset="40508.86">22462 16295 936 0,'0'0'25'16,"0"0"-12"-16,0 0-13 15,0 0-18-15,0 0-66 16,0 0-12-16,22 25-44 15,-12-18-57-15</inkml:trace>
  <inkml:trace contextRef="#ctx0" brushRef="#br0" timeOffset="40722.94">22673 16170 901 0,'0'0'62'0,"0"0"-42"0,0 0-20 16,0 0-3-16,0 0 2 16,-78 96-1-16,57-51 2 15,6 2-10-15,4-5-46 16,10-6-29-16,1-10-95 16,0-14-240-16</inkml:trace>
  <inkml:trace contextRef="#ctx0" brushRef="#br0" timeOffset="41006.19">22747 16246 813 0,'0'0'135'16,"0"0"-135"-16,0 0-17 16,0 0 10-16,0 0 5 15,-8 89 1-15,0-55 1 16,5-3-11-16,3-6-11 15,0-11-15-15,11-5 11 16,7-9 19-16,2 0 7 16,-1-12 2-16,1-18-2 15,-3-4-2-15,-6-6-27 16,-7-1 21-16,-4 0 5 16,-8 2 6-16,-13 12 3 15,2 8 0-15,6 16-6 0,5 3-30 16,7 0-358-16</inkml:trace>
  <inkml:trace contextRef="#ctx0" brushRef="#br0" timeOffset="41289.02">22923 15947 522 0,'0'0'96'0,"0"0"-82"0,37 85 7 15,-37-22 22-15,0 12-15 16,-3 5-12-16,-15 2 4 16,2-5-3-16,-5-9-8 15,0-8-6-15,-2-11 3 16,-2-9-3-16,1-10-3 15,-1-6-27-15,0-8-40 16,0-10-78-16,2-6-316 16</inkml:trace>
  <inkml:trace contextRef="#ctx0" brushRef="#br0" timeOffset="41707.12">23263 15712 712 0,'0'0'11'15,"0"0"44"-15,113-33 0 16,-80 33-28-16,-3 2-26 0,-7 15 0 16,-4 6-1-16,-9 7-6 15,-9 2 2-15,-1 6 3 16,-5 4-2-16,-15-2 1 16,-5-5 1-16,-2-7-1 15,4-8-6-15,9-6-6 16,4-9 6-16,8-5 8 15,2 0 3-15,5 0 12 16,25-13 16-16,17-3-24 16,11-1-4-16,5 7-1 15,-1 2-2-15,-2 8-15 16,-11 0-55-16,-10 0-41 16,-19 1-125-16</inkml:trace>
  <inkml:trace contextRef="#ctx0" brushRef="#br0" timeOffset="41865.86">23706 15927 806 0,'0'0'45'0,"0"0"-17"16,0 0-28-16,0 0-43 15,0 0-5-15,0 0-68 16,-15 63-116-16</inkml:trace>
  <inkml:trace contextRef="#ctx0" brushRef="#br0" timeOffset="46957.77">20818 15109 219 0,'0'0'47'0,"0"0"-14"16,0 0-9-16,0 0 0 16,0 0 27-16,0 0 1 15,0 0-2-15,0 0 18 16,0 0 0-16,0 0-8 15,0 0-35-15,0 0-2 16,0 0-9-16,0 0-4 16,0 0-7-16,0 0 7 15,0 0-4-15,0 0-6 16,0 0-33-16,0 6-119 16,-7-4-28-16</inkml:trace>
  <inkml:trace contextRef="#ctx0" brushRef="#br0" timeOffset="47815.68">20906 15115 114 0,'0'0'11'15,"0"0"-11"-15,0 0-18 16</inkml:trace>
  <inkml:trace contextRef="#ctx0" brushRef="#br0" timeOffset="49588.89">15290 16461 78 0,'0'0'202'0,"0"0"-150"15,0 0-6 1,0 0 18-16,0 0 20 0,0 0 8 15,-18-16-50-15,13 12 2 16,-2-1 12-16,2 2-3 16,-3-2-27-16,-1 2-5 15,5 3-2-15,-2-3-17 16,3 3-1-16,1 0-1 16,2 0-2-16,0 0 2 15,0 0-5-15,0 0-2 16,15 0 7-16,12 3 1 15,10 5-1-15,7 1 0 16,6 1-10-16,3-1-21 16,5-1-2-16,3-1-20 0,0-3 17 15,-3-3 20 1,-3-1 10-16,-9 0 6 0,-8 0 2 16,-13-2 19-16,-11-4 35 15,-5 2 6-15,-5 0-15 16,-4 4-21-16,0 0-19 15,0 0-3-15,0-3 0 16,0 2 4-16,-3-4-8 16,-4 1 0-16,-2 0 1 15,1 1 1-15,1 3-2 16,1 0 0-16,-2 0-19 16,0 5-107-16,-3 4-40 0</inkml:trace>
  <inkml:trace contextRef="#ctx0" brushRef="#br0" timeOffset="49763.1">15788 16524 753 0,'0'0'130'15,"0"0"-81"-15,0 0-49 16,0 0-3-16,0 0-210 15,0 0 92-15,0-1-166 16</inkml:trace>
  <inkml:trace contextRef="#ctx0" brushRef="#br0" timeOffset="51546.91">13261 16760 518 0,'0'0'107'0,"0"0"-24"15,0 0-29-15,0 0-35 16,0 0-8-16,0 0 14 15,-101 101 31-15,69-45-18 16,-4 7-18-16,1-1-8 0,-3-5-3 16,2-8-5-1,2-7-1-15,2-10-2 0,6-10 0 16,5-8 0-16,13-11 3 16,5-3-3-16,3-17 6 15,6-20-7-15,20-18-3 16,8-20-9-16,7-5-7 15,4-1-21-15,4 7-17 16,2 14-19-16,3 14 23 16,-2 9 51-16,-1 17 2 15,-8 11 4-15,-7 9 43 16,-9 7-2-16,-11 23-26 0,-8 8-3 16,-5 11 1-1,-3 9-3-15,0 7-7 0,0-2 0 16,0-4-5-16,-6-9-1 15,-3-13-1-15,-2-7-2 16,-1-7-67-16,-4-11-52 16,1-8-83-16,-3-4-222 15</inkml:trace>
  <inkml:trace contextRef="#ctx0" brushRef="#br0" timeOffset="51720.87">12989 17072 635 0,'0'0'177'16,"0"0"-80"-16,0 0-88 16,0 0-6-16,0 0-3 0,0 0 5 15,133 7 1-15,-68-2-6 16,7-2-1-16,-1 0-32 16,-8-2-74-16,-12-1-105 15</inkml:trace>
  <inkml:trace contextRef="#ctx0" brushRef="#br0" timeOffset="52312.07">13527 17330 170 0,'0'0'496'16,"0"0"-365"-16,0 0-92 15,0 0-27-15,0 0-4 16,0 0 18-16,68-33 0 0,-43 26-6 16,2 4-10-16,-2 1-8 15,-3 2-2-15,-5 0 0 16,-5 2-2-16,-9 8-11 16,-3 3-23-16,-2 4 11 15,-20 3 14-15,-6-1 0 16,2-1-2-16,1 1 8 15,8-5 5-15,9 2 0 16,5-2-2-16,3 1 1 16,0 1 1-16,7 1 3 15,9 0-1-15,5 3 0 16,-3 1 4-16,2-1-3 16,-11-6-2-16,-6 0-1 15,-3-4 2-15,-11-4 0 0,-19-2 1 16,-9-2-2-16,-5-2 4 15,-1 0 1-15,8 0 17 16,11-6-1-16,10 0-11 16,16-1-11-16,2-2-23 15,32-4-174-15,12-4-321 16</inkml:trace>
  <inkml:trace contextRef="#ctx0" brushRef="#br0" timeOffset="52554.11">14196 17179 666 0,'0'0'98'16,"0"0"-68"-16,0 0-27 15,0 0 0-15,0 0 1 16,0 0 21-16,36-5 0 15,-7 5-17-15,4 0-1 16,4 0-7-16,-4 0-5 16,-6 0-73-16,-14 5-51 15,-13 3-133-15</inkml:trace>
  <inkml:trace contextRef="#ctx0" brushRef="#br0" timeOffset="52745.2">14094 17377 551 0,'0'0'69'0,"0"0"13"16,0 0 12-16,0 0-50 15,0 0-6-15,0 0-9 16,102 27-3-16,-72-27-8 16,5 0-17-16,0 0-1 15,-1-1-36-15,-10-2-96 16,-14 3-222-16</inkml:trace>
  <inkml:trace contextRef="#ctx0" brushRef="#br0" timeOffset="54942.12">14903 17034 300 0,'0'0'145'0,"0"0"-34"16,0 0-39-16,0 0-27 16,0 0 24-16,0 0-32 15,0-33-5-15,0 33-19 16,0 0-10-16,0 11 1 16,0 10 22-16,0 2 0 0,0 5 3 15,0 8 2-15,-6 4-17 16,-3 4-8-16,0 3-2 15,2-1-3-15,3 0-1 16,4-5-1-16,0-2-36 16,0-10-62-16,9-12-107 15,8-16-343-15</inkml:trace>
  <inkml:trace contextRef="#ctx0" brushRef="#br0" timeOffset="55476.93">15210 17163 690 0,'0'0'94'0,"0"0"-64"0,0 0-24 16,0 0 0-16,0 0 22 16,6 86 1-16,1-52-16 15,2 2-6-15,5-3-2 16,0-2-1-16,4-10-3 15,2-6-1-15,5-11 0 16,2-4-3-16,5-15-7 16,-1-14-13-16,-4-10-25 15,-4-7-50-15,-7 1 56 16,-2 3 20-16,-2 4 6 16,3 9 1-16,2 4 11 15,0 6 4-15,3 9 4 0,-4 3 29 16,4 7 23-16,-4 0 11 15,0 11-30-15,-4 14-2 16,-2 8-11-16,-2 5-15 16,-5 3 2-16,-1 4-6 15,-1-1-2-15,-1-5-1 16,3-3-1-16,5-8-1 16,5-9-14-16,5-10-19 15,12-9-4-15,7-7 19 16,5-20 10-16,-3-12 4 15,-5-4 4-15,-7-1 4 16,-13 1 8-16,-12 3 27 16,-2 2 4-16,-33 4-13 0,-14 8-17 15,-8 10-11-15,2 10-2 16,10 6-27-16,15 3-31 16,16 18-17-16,9 3-64 15,3-4-160-15</inkml:trace>
  <inkml:trace contextRef="#ctx0" brushRef="#br0" timeOffset="55758.76">16223 16947 657 0,'0'0'79'0,"0"0"-34"16,-97 47-12-16,49 2 3 16,0 11-7-16,1 8 1 15,9 9-9-15,13 0-12 16,13 2-3-16,12-2-3 16,10-7-1-16,28-10-2 15,19-14-1-15,17-15-38 16,17-15-59-16,18-16-98 0,6 0-321 15</inkml:trace>
  <inkml:trace contextRef="#ctx0" brushRef="#br0" timeOffset="56069.78">16384 17179 624 0,'0'0'138'0,"0"0"-8"0,0 0-64 15,0 0-42-15,0 0-24 16,0 0-2-16,-6 23 2 15,-8 14 1-15,-4 6 1 16,2-1-1-16,6 0 1 16,2-2-1-16,5-4-2 15,3-5-32-15,0-6-90 16,0-13-275-16</inkml:trace>
  <inkml:trace contextRef="#ctx0" brushRef="#br0" timeOffset="56241.59">16573 17310 905 0,'0'0'74'15,"0"0"-8"-15,0 0-55 16,0 0-11-16,0 0-4 16,0 0 4-16,21-3-13 15,-13 20-35-15,2-5-64 16,-1-8-199-16</inkml:trace>
  <inkml:trace contextRef="#ctx0" brushRef="#br0" timeOffset="56458.84">16858 17188 524 0,'0'0'409'0,"0"0"-340"16,0 0-66-16,0 0-3 15,0 0 5-15,-71 90 1 16,46-49-4-16,5-3 4 16,6-1-6-16,4-8-4 15,5 2-11-15,5-6-36 16,0-9-167-16,0-9-308 16</inkml:trace>
  <inkml:trace contextRef="#ctx0" brushRef="#br0" timeOffset="56759.54">16979 17283 961 0,'0'0'81'16,"0"0"-81"-16,0 0-5 16,0 0 5-16,0 0 3 15,-33 94-3-15,23-68-2 16,10 1 2-16,0-6-12 15,8-3-20-15,24-9-4 16,13-9-10-16,11 0 0 16,4-12-59-16,-9-16 48 15,-16-2 52-15,-12-1 5 16,-17-1 22-16,-6 1 55 0,-12 4-25 16,-24 1-19-16,-10 13-15 15,-2 6-18-15,8 7-27 16,12 0-38-16,10 3-67 15,10 11-142-15</inkml:trace>
  <inkml:trace contextRef="#ctx0" brushRef="#br0" timeOffset="57040.26">17568 17096 892 0,'0'0'33'0,"0"0"12"0,0 0-45 16,0 0 0-16,0 0-1 15,33 97 1-15,-28-38 0 16,-1 8 4-16,-3 5 7 16,1-1-5-16,-2-4-5 15,0-12 1-15,-5-5 3 16,-19-7-5-16,-8-7-12 15,-13-8-34-15,-3-6-66 16,-3-12-109-16,1-10-347 16</inkml:trace>
  <inkml:trace contextRef="#ctx0" brushRef="#br0" timeOffset="57956.54">17887 17026 353 0,'0'0'200'16,"0"0"-79"-16,0 0 14 15,6-73-80-15,-3 54-17 16,-1 4-7-16,-1-1-7 15,4 1-19-15,1 1 5 16,7 1-3-16,4 1-5 16,8 1-2-16,5 6-2 0,4 4 0 15,3 1 0-15,-4 0 2 16,-6 9-1-16,-12 5-5 16,-5 5-4-16,-10-1 4 15,0 1 1-15,-6 0 0 16,-12 1 2-16,-2-2 3 15,0-2 1-15,4-2 0 16,10-3 0-16,1 0-1 16,5 0 0-16,0 0-7 15,2 0-8-15,10 1 11 16,-2-4 3-16,-2-2 1 16,-1-1 1-16,-5 0 0 0,-2-1-1 15,0 1 0-15,0 1 0 16,0 3 0-16,-12 1 0 15,-8-1 0-15,-4-4 3 16,-1 0-1-16,0-2 3 16,7 0-4-16,5-3-2 15,8 4-6-15,5 0-59 16,6 2-164-16,22 1-309 16</inkml:trace>
  <inkml:trace contextRef="#ctx0" brushRef="#br0" timeOffset="58184.9">18502 17365 806 0,'0'0'99'15,"0"0"-36"-15,0 0-52 16,0 0-11-16,0 0 1 15,0 0 0-15,42-16 0 16,-5 16-1-16,0 0 0 16,2 1-21-16,-5 9-77 15,-7-4-136-15,-18 2-395 16</inkml:trace>
  <inkml:trace contextRef="#ctx0" brushRef="#br0" timeOffset="58373.77">18259 17565 822 0,'0'0'102'15,"0"0"-86"-15,0 0-7 16,86 5-6-16,-39 3-2 16,9-5-1-16,8 1-1 15,5-2-57-15,-1-2-88 16,-5 0-132-16</inkml:trace>
  <inkml:trace contextRef="#ctx0" brushRef="#br0" timeOffset="60355.29">19070 16638 326 0,'0'0'149'15,"0"0"-21"-15,0 0-58 16,0 0 34-16,0 0-60 16,0 0-14-16,-13-17 8 15,11 16-16-15,1 1-1 16,1 0-2-16,0-2-7 16,0 2-4-16,6-1-6 15,16 1-2-15,11 0-1 16,14 0 1-16,12 0 1 15,9 0-1-15,13 0 0 16,3 0 0-16,2 0 0 0,-9 0-5 16,-11 0 0-1,-15 0 2-15,-20 0 0 0,-16 0-6 16,-13 0-24-16,-2 4-48 16,-33 7 11-16,-16 0-55 15,-14-5-231-15</inkml:trace>
  <inkml:trace contextRef="#ctx0" brushRef="#br0" timeOffset="60604.13">19070 16719 594 0,'0'0'110'15,"0"0"-41"-15,0 0-34 0,0 0 9 16,0 0 1-16,99 0-11 15,-53-3-8-15,11 0-14 16,11 3-6-16,5 0-3 16,8 0-3-16,-2 0 0 15,-2 0-5-15,-8-1-19 16,-9-2-9-16,-14 0-17 16,-13-1-76-16,-17-2-73 15</inkml:trace>
  <inkml:trace contextRef="#ctx0" brushRef="#br0" timeOffset="60773.82">19853 16730 910 0,'0'0'92'15,"0"0"-41"-15,0 0-20 16,0 0-28-16,0 0-3 15,0 0-82-15,0-3-13 16,-19 21-220-16</inkml:trace>
  <inkml:trace contextRef="#ctx0" brushRef="#br0" timeOffset="61686.14">19207 17248 485 0,'0'0'129'0,"0"0"5"16,0 0-43-16,0 0-14 16,0 0-32-16,0 0-11 0,8-61-12 15,-8 61-8-15,0 0-14 16,0 8 0-16,0 18-1 15,0 14 0-15,0 12 1 16,0 5-2-16,-3 1 2 16,-11-3-41-16,-2-7-37 15,1-9-96-15,7-17 12 16</inkml:trace>
  <inkml:trace contextRef="#ctx0" brushRef="#br0" timeOffset="62055.72">19587 17212 866 0,'0'0'46'16,"0"0"-8"-16,0 0-35 16,0 0-2-16,0 0-1 15,92 46 2-15,-79-16-1 16,-5 3-1-16,-7-2-1 15,-1-3-9-15,0-4-9 16,-14-5-7-16,-6-5 7 16,3-2 3-16,-3-5 9 15,-4 1 7-15,1-3 0 16,1-2 0-16,6-2 0 0,7-1 3 16,7 0 0-1,2 0 23-15,0 0 13 0,8 0-24 16,20-1-13-16,15-2-1 15,9 0 0-15,8 1 0 16,2 2-1-16,-2 0-17 16,-4-3-66-16,-10-6-108 15,-9-5-227-15</inkml:trace>
  <inkml:trace contextRef="#ctx0" brushRef="#br0" timeOffset="62295.33">20122 17199 666 0,'0'0'86'15,"0"0"10"-15,0 0-43 16,0 0-19-16,0 0-23 16,0 0-10-16,15-12 0 15,-15 40 24-15,-3 12-5 16,-12 7-7-16,-2 8-6 15,-2 2-3-15,4-1-3 16,-4 0-1-16,4-9-29 16,-2-11-124-16,1-16-466 15</inkml:trace>
  <inkml:trace contextRef="#ctx0" brushRef="#br0" timeOffset="62635.01">20365 17060 809 0,'0'0'119'16,"0"0"-70"-16,0 0-49 0,0 0-2 16,-34 73 2-1,7-11 3-15,-1 13-3 0,2 10 3 16,8 2-1-16,12 0 2 16,6-4-2-16,21-11-2 15,28-16-2-15,23-13-34 16,25-15-14-16,13-17-54 15,8-11-151-15</inkml:trace>
  <inkml:trace contextRef="#ctx0" brushRef="#br0" timeOffset="63001.32">20618 17249 710 0,'0'0'135'0,"0"0"-58"0,0 0-73 15,0 0-2-15,0 0 10 16,-13 96 2-16,-1-47-4 16,0 2-6-16,5-4-4 15,2-7 0-15,6-4-28 16,1-14-76-16,0-8-128 15</inkml:trace>
  <inkml:trace contextRef="#ctx0" brushRef="#br0" timeOffset="63184.23">20797 17462 835 0,'0'0'71'0,"0"0"-25"15,0 0-46-15,0 0-6 16,0 0-31-16,0 0-81 16,30 11-84-16,-25-11-387 15</inkml:trace>
  <inkml:trace contextRef="#ctx0" brushRef="#br0" timeOffset="63400.86">21024 17319 801 0,'0'0'130'0,"0"0"-43"0,0 0-51 16,0 0-36-16,0 0-7 16,0 0 7-16,-22 65 0 15,11-16 0-15,1-3-12 16,0 4-29-16,5-6-42 15,5-11-121-15,0-10-184 16</inkml:trace>
  <inkml:trace contextRef="#ctx0" brushRef="#br0" timeOffset="63717.2">21221 17374 959 0,'0'0'67'0,"0"0"-61"16,0 0-6-16,0 0-5 16,0 0 5-16,0 0 1 15,-40 95-1-15,31-61-4 16,3-1-11-16,6-4-19 16,0-4-9-16,6-11-36 15,16-6 12-15,8-8 20 16,3 0-4-16,1-22 30 15,-4-6 21-15,-8-3 15 16,-14-5 70-16,-8 2-13 16,-5-4-21-16,-28 6-22 0,-4 6-9 15,4 10-13-15,8 15-7 16,10 1-6-16,4 17-147 16,4 7-52-16</inkml:trace>
  <inkml:trace contextRef="#ctx0" brushRef="#br0" timeOffset="64118.76">21442 17198 522 0,'0'0'85'16,"0"0"29"-16,109-3-14 15,-78 26-43-15,-6 13-16 16,-5 12-19-16,-13 10 3 16,-7 9-21-16,-4 1-1 15,-26 1-1-15,-8-4 1 0,-3-7-3 16,4-12-6-16,7-10-25 16,12-11-57-16,6-9-23 15,7-11-21-15,5-5-201 16</inkml:trace>
  <inkml:trace contextRef="#ctx0" brushRef="#br0" timeOffset="64850.36">21731 16944 480 0,'0'0'106'0,"0"0"-39"16,0 0 11-16,0 0-20 16,32-75-8-16,-6 60-16 15,3 2-8-15,2 4-1 16,-4 5-10-16,0 4-15 16,-4 0 0-16,-6 5-31 0,-5 7-20 15,-12 1-37-15,0 4-10 16,-10-1 45-16,-10 2 1 15,1 2 2-15,7-2 22 16,3 2 27-16,9-4 1 16,0-2 0-16,0-5 35 15,4 1 24-15,8 0 26 16,2 3 6-16,2 2-43 16,-2 4-29-16,-3 1-12 15,-6-1-4-15,-5-3-4 16,0-2 1-16,-9 0 0 15,-11-2 1-15,1-4 0 16,-2-3 0-16,0-2 0 0,-4-3 1 16,0 0 2-16,4 0 3 15,3 0 16-15,9 0-5 16,1 3-18-16,8 11-45 16,0 2-80-16,18-2-137 15</inkml:trace>
  <inkml:trace contextRef="#ctx0" brushRef="#br0" timeOffset="65061.88">21903 17374 800 0,'0'0'108'0,"0"0"-84"16,0 0-15-16,0 0-2 15,100 0-7-15,-56 0 2 16,-2 6-2-16,-5 0 0 16,-5 2-32-16,-10-8-65 15,-10 3-95-15,-11-3-303 16</inkml:trace>
  <inkml:trace contextRef="#ctx0" brushRef="#br0" timeOffset="65265.58">21724 17568 870 0,'0'0'66'0,"0"0"-62"16,0 0 3-16,0 0 9 16,95 10-4-16,-56-9-7 15,4 1 0-15,6 1-5 16,-1-2-16-16,3-1-42 15,-4 0-135-15,-3 0-345 16</inkml:trace>
  <inkml:trace contextRef="#ctx0" brushRef="#br0" timeOffset="65976.33">22499 17159 540 0,'0'0'139'0,"0"0"8"16,0 0-110-16,0 0-21 16,0 0-14-16,0 0 0 0,-22 89 6 15,6-40-5-15,-1 6 1 16,-2 4-3-16,4-4-1 16,2-6-30-16,4-6-102 15,7-11-130-15</inkml:trace>
  <inkml:trace contextRef="#ctx0" brushRef="#br0" timeOffset="66664.45">22884 17263 501 0,'0'0'133'16,"0"0"-56"-16,0 0 3 16,0 0-57-16,98-65 6 15,-65 54-21-15,2 5-3 16,-1 4-2-16,-4 2-3 15,-6 0 0-15,-9 1-15 16,-11 14-23-16,-4 2-41 16,-6 2 12-16,-19 2-32 15,-8-3-53-15,2-3-12 16,4-3 60-16,9-7 104 0,6 0 83 16,7-1 42-1,5 1-34-15,0 4-46 0,0 6 17 16,5 3 25-16,10 7 2 15,1 5-37-15,5 1-36 16,-8 4-5-16,-2 1 5 16,-11-2-7-16,0-4-5 15,-6-7 0-15,-10-6-4 16,-3-7 2-16,-1-5 3 16,-4-5 6-16,-6 0 18 15,-1 0-12-15,0-3-8 16,1-8 1-16,3 0-3 15,6 1-7-15,12 1-9 16,9 1-110-16,8-1-351 16</inkml:trace>
  <inkml:trace contextRef="#ctx0" brushRef="#br0" timeOffset="67230.59">23360 17268 606 0,'0'0'57'0,"0"0"47"15,0 0-40-15,0 0-34 16,0 0 7-16,85-66-13 16,-49 59-9-16,0 2-10 15,-2 3-2-15,-6 2 0 16,-7 0-3-16,-9 0-1 16,-7 7-3-16,-5 6-38 15,0 6-17-15,-21-2-12 16,-9 2-38-16,-5-4-15 15,1 0-69-15,6-6 130 16,5 0 63-16,10-4 31 0,7 0 134 16,6 2-74-16,0 6-31 15,5 4-17-15,12 8 30 16,4 3-18-16,0 3-24 16,-3 2-16-16,-5-2-2 15,-2-3-8-15,-7-1-1 16,-4-4-2-16,0-6-2 15,0-4 1-15,-6-6 2 16,-11 0-3-16,-3-7 1 16,-4 0-1-16,-4 0 3 15,1-12-2-15,2-5 6 16,4 0-5-16,13 5-2 0,8 0-34 16,5-1-142-1,21 0-436-15</inkml:trace>
  <inkml:trace contextRef="#ctx0" brushRef="#br0" timeOffset="67480.73">23989 17239 699 0,'0'0'139'15,"0"0"-57"-15,0 0-27 16,0 0-35-16,0 0-17 15,0 0-3-15,-41-31-5 0,27 67 5 16,-2 7 3 0,-2 10-3-16,-1 1 5 0,-2 1-3 15,0 2 0-15,-2-4-1 16,0-1-1-16,3-6-10 16,0-5-39-16,5-10-113 15,5-11-147-15</inkml:trace>
  <inkml:trace contextRef="#ctx0" brushRef="#br0" timeOffset="67618.69">23951 17752 521 0,'0'0'54'0,"0"0"-54"16,0 0-218-16</inkml:trace>
  <inkml:trace contextRef="#ctx0" brushRef="#br0" timeOffset="68070.67">24175 17741 397 0,'0'0'121'16,"0"0"-49"-16,0 0-37 15,-84-53-19-15,72 49-2 16,5-3 20-16,4 4 4 15,1 3 57-15,2 0-42 16,0 0-12-16,0 0-22 16,0 0-19-16,16 0-27 15,10 3-24-15,8 5-125 16,5-2-232-16</inkml:trace>
  <inkml:trace contextRef="#ctx0" brushRef="#br0" timeOffset="68218.8">24425 17706 847 0,'0'0'69'15,"0"0"-16"-15,0 0-26 16,0 0-27-16,0 0-16 16,0 0-128-16,21 0-81 15</inkml:trace>
  <inkml:trace contextRef="#ctx0" brushRef="#br0" timeOffset="68354.71">24814 17766 638 0,'0'0'31'16,"0"0"-31"-16,0 0-90 0,0 0-93 15,0 0-96 1</inkml:trace>
  <inkml:trace contextRef="#ctx0" brushRef="#br0" timeOffset="68495.78">24814 17766 624 0,'93'0'154'16,"-93"-3"-50"-16,-6 3-104 15,-9 3-13-15,-3 12-162 16,-1-1-208-16</inkml:trace>
  <inkml:trace contextRef="#ctx0" brushRef="#br0" timeOffset="77104.08">3986 15778 210 0,'0'0'99'0,"0"0"46"16,0 0-77-16,0 0 3 15,0 0-25-15,0 0-30 16,0 0-12-16,4-42 0 15,-4 40-3-15,0-1-1 16,0-1 1-16,0 1 6 16,0 0 8-16,0 0 10 15,0 0 7-15,0 0-7 16,0 0 6-16,0 1-5 0,0 0 1 16,0 2-7-16,0 0 6 15,0 0-13-15,0 2-13 16,-4 20-7-16,-2 10 7 15,-6 17 8-15,3 11-1 16,-2 10-5-16,1 0 2 16,4-2-2-16,0-9 0 15,3-11-2-15,3-10-1 16,0-12-28-16,0-9-36 16,3-17-52-16,9-3-41 15,4-35-178-15</inkml:trace>
  <inkml:trace contextRef="#ctx0" brushRef="#br0" timeOffset="77296.87">4095 15537 641 0,'0'0'23'15,"0"0"53"-15,0 0-31 16,0 0-20-16,0 0-13 15,107-67-8-15,-53 58-1 16,5-2-3-16,2 5-13 16,-8 3-108-16,-12-1-106 15</inkml:trace>
  <inkml:trace contextRef="#ctx0" brushRef="#br0" timeOffset="77487.11">4031 15859 687 0,'0'0'31'0,"0"0"-7"15,0 0 50-15,0 0-39 16,108 18-22-16,-67-18-7 16,5 0-6-16,5-2-16 15,5-16-115-15,-5-6-113 16</inkml:trace>
  <inkml:trace contextRef="#ctx0" brushRef="#br0" timeOffset="77853.31">4402 15778 796 0,'0'0'90'0,"0"0"-86"16,-3 72 8-16,3-21 15 15,0 7-13-15,16-2-7 16,5-9-5-16,3-7 0 15,8-11 0-15,3-9-2 16,1-9-4-16,4-8-16 16,1-3-6-16,-3-8-21 15,-3-15-80-15,-10-4-16 16,-10-5-22-16,-6-6 4 16,-9-4 139-16,0-4 22 15,-12-3 157-15,-13 4 32 0,-2 6-14 16,6 14-36-16,3 11-68 15,12 9-22-15,4 5-30 16,2 0-19-16,0 0-9 16,3 15 6-16,17 8 3 15,4 0 0-15,6 5 2 16,10-6-2-16,2-4-11 16,7-3-21-16,3-11-54 15,-1-4-144-15</inkml:trace>
  <inkml:trace contextRef="#ctx0" brushRef="#br0" timeOffset="78051.12">5167 15787 900 0,'0'0'42'0,"0"0"-36"16,0 0-6-16,0 0-1 15,0 0 1-15,81-10 0 16,-50 3-1-16,-1-1-32 16,0 4-52-16,-6 4-102 15,-16 0-222-15</inkml:trace>
  <inkml:trace contextRef="#ctx0" brushRef="#br0" timeOffset="78226.09">4994 16102 851 0,'0'0'99'16,"0"0"-68"-16,0 0-25 15,119-18 1-15,-50 9-6 16,7-1-1-16,2 1-8 16,-2 2-41-16,-6-4-117 15,-4-4-261-15</inkml:trace>
  <inkml:trace contextRef="#ctx0" brushRef="#br0" timeOffset="78704.5">5722 15744 833 0,'0'0'98'16,"0"0"-14"-16,0 0-42 15,0 0-42-15,0 0-11 16,0 0 11-16,0 100-1 15,-3-28 1-15,-3 4 1 16,0-3-1-16,3-5 0 16,1-10-1-16,1-9-5 15,1-12 0-15,0-16-3 16,-1-12-2-16,1-9 6 0,0-14 5 16,10-25 2-16,11-14-2 15,3-14 2-15,0-9-2 16,-5 1 0-16,-1 0-2 15,-3 8-2-15,-3 14-19 16,7 16-3-16,-2 11 21 16,-2 13 5-16,1 6 0 15,-2 7 8-15,2 7-7 16,0 19-1-16,1 11 0 16,-7 13-2-16,-10 5 2 15,0-1 0-15,-15-5-3 16,-4-17-26-16,-1-13-8 15,-4-9 3-15,-2-10 21 0,-6 0 13 16,-4-15 1 0,2-8 1-16,4 0 22 0,8 2-10 15,19 8-14-15,3 2-55 16,28 1-469-16</inkml:trace>
  <inkml:trace contextRef="#ctx0" brushRef="#br0" timeOffset="79155">6199 15770 834 0,'0'0'98'0,"0"0"-33"15,0 0-57-15,0 0-8 16,0 0-1-16,0 0 1 15,-16 63 1-15,19-24 1 16,0 2 0-16,6-2-2 16,-3-1 0-16,4-2-11 15,5-6-26-15,2-10-24 16,9-5-53-16,7-12-1 16,3-3 36-16,4-13-94 15,-4-15 173-15,-8-6 8 16,-11-6 67-16,-7-2 43 0,-10-1 1 15,0 2-8 1,-1 4-55-16,-11 12-10 0,4 11-15 16,5 6-18-16,1 7-7 15,1 1-6-15,1 0-5 16,0 16-9-16,0 13 12 16,0 8-1-16,0 4 0 15,0-7-14-15,14-8-19 16,11-11 16-16,11-12 1 15,4-3-42-15,5-6-87 16,-6-21-293-16</inkml:trace>
  <inkml:trace contextRef="#ctx0" brushRef="#br0" timeOffset="79451.39">7000 15529 804 0,'0'0'117'0,"0"0"-76"15,0 0-34-15,0 0-7 16,0 0-5-16,0 0 5 16,-86 16 0-16,48 30 0 15,-2 12 2-15,6 14-2 16,1 11-2-16,17 4 0 0,10 0-3 15,6-7-17 1,37-5-3-16,32-9-3 16,28-8 12-16,28-7 14 0,12-14-85 15,3-12-24-15,-5-12-482 16</inkml:trace>
  <inkml:trace contextRef="#ctx0" brushRef="#br0" timeOffset="79958.63">7223 15833 689 0,'0'0'125'16,"0"0"-9"-16,0 0-57 15,0 0-35-15,0 0-24 16,0 0-3-16,-8 39 3 16,7 9 0-16,-1 8 3 15,1 4-3-15,1-2-19 16,0-9-56-16,0-18-169 16,3-18-322-16</inkml:trace>
  <inkml:trace contextRef="#ctx0" brushRef="#br0" timeOffset="80172.55">7530 15799 910 0,'0'0'41'16,"0"0"-33"-16,0 0-8 15,0 0 0-15,0 0-1 16,-20 88 3-16,10-44-3 0,3 4 3 15,5 2-4 1,2-3 2-16,0-4-35 16,0-8-54-16,0-10-74 0,0-13-107 15</inkml:trace>
  <inkml:trace contextRef="#ctx0" brushRef="#br0" timeOffset="80348.82">7399 16048 834 0,'0'0'109'16,"0"0"-56"-16,0 0-45 16,0 0-8-16,0 0 0 15,0 0 1-15,98 0-1 0,-46 8-3 16,5-2-19 0,1-3-29-16,6-3-68 0,-7 0-146 15</inkml:trace>
  <inkml:trace contextRef="#ctx0" brushRef="#br0" timeOffset="80750.87">7980 15827 910 0,'0'0'32'16,"0"0"17"-16,0 0-46 15,0 0-3 1,102-7 0-16,-68 53-2 16,-4 13 2-16,-7 9 0 0,-6 0-1 15,-2-5 0-15,-9-8-6 16,-3-18-13-16,-2-13 0 16,-1-12 15-16,0-10 5 15,0-2 0-15,0-7 11 16,0-20 0-16,-1-8-7 15,1-9-4-15,7-6 0 16,19-5 2-16,7-2-4 16,3 3 2-16,8 3-6 15,-1 10-12-15,-4 12-1 16,0 12-2-16,-8 14 3 0,-6 3-8 16,-11 16-11-16,-14 22-124 15,-6 10 10-15,-31 3-251 16</inkml:trace>
  <inkml:trace contextRef="#ctx0" brushRef="#br0" timeOffset="80954.04">7758 16281 840 0,'0'0'77'0,"0"0"-54"15,0 0-23 1,0 0-1-16,0 0 1 16,0 0 3-16,121 19 1 0,-52-16-1 15,11 1-3-15,6-1-28 16,1-3-115-16,-15 0-174 16</inkml:trace>
  <inkml:trace contextRef="#ctx0" brushRef="#br0" timeOffset="81126.78">7935 16419 852 0,'0'0'21'16,"0"0"-20"-16,8 81 2 0,8-47-2 15,1 0-1-15,4-4-76 16,1-8-97-16,2-10-271 15</inkml:trace>
  <inkml:trace contextRef="#ctx0" brushRef="#br0" timeOffset="81350.79">8219 16458 964 0,'0'0'41'0,"0"0"-36"15,0 0-2-15,0 0-3 16,5 99 0-16,12-69-6 0,7-5-15 16,9-10-14-1,2-10-6-15,3-5-10 0,-2-3-12 16,-2-23-44-16,-8-6-24 16,-9-4-161-16</inkml:trace>
  <inkml:trace contextRef="#ctx0" brushRef="#br0" timeOffset="81599.95">8490 16456 280 0,'0'0'187'0,"0"0"-113"16,0 0 24-16,0 0-40 15,0 0-13-15,81 84-30 16,-59-67-12-16,-1-4-3 16,-2-2 0-16,1-9-53 15,-2-2-19-15,1 0-60 0,2-17-70 16,-3-9 169-16,0-3 33 15,-8-3 85-15,-4-2 38 16,-6-2 18-16,0 2-25 16,-15 0 26-16,-22 3-54 15,-10 9-54-15,-6 14-23 16,1 8-11-16,7 10-11 16,11 16-56-16,10-1-130 15,15-5-256-15</inkml:trace>
  <inkml:trace contextRef="#ctx0" brushRef="#br0" timeOffset="81932.73">8729 15565 979 0,'0'0'3'16,"0"0"16"-16,0 0-18 15,97-32-1-15,-46 75 0 16,1 23 0-16,-4 26 0 16,-7 19 0-16,-10 14 12 0,-15 9-6 15,-13-5 4-15,-3-7-8 16,-20-10 0-16,-17-14 2 15,-6-15-2-15,-2-15-2 16,3-16-11-16,6-12-14 16,8-13-17-16,3-13-51 15,4-14-119-15</inkml:trace>
  <inkml:trace contextRef="#ctx0" brushRef="#br0" timeOffset="82683.96">9156 15738 707 0,'0'0'58'16,"0"0"8"-16,0 0-52 15,0 0-13-15,0 0 1 16,0 0 0-16,0-9 0 16,9 9 6-16,-1-4-2 15,1-5 2-15,-1-5 4 16,5-8-5-16,2-9-7 15,1-7-7-15,1-2-17 16,-4 2 1-16,-5 3 2 16,-7 7 15-16,-1 9 6 15,0 9 0-15,0 6 8 16,0 4-2-16,-7 1-6 16,-6 22-4-16,-4 8 4 0,2 10-1 15,3 9 1-15,3 4 4 16,5 2-1-16,4-4 0 15,4-11 1-15,17-11-4 16,6-13-1-16,3-9-31 16,-2-8-76-16,-4-5-24 15,-4-24-343-15</inkml:trace>
  <inkml:trace contextRef="#ctx0" brushRef="#br0" timeOffset="82850.79">9112 15591 830 0,'0'0'10'0,"0"0"-10"15,0 0-1-15,0 0 1 16,108 0 3-16,-52 2-3 16,5 3-17-16,4-4-124 15,-6-1-212-15</inkml:trace>
  <inkml:trace contextRef="#ctx0" brushRef="#br0" timeOffset="83000.79">9600 15679 870 0,'0'0'24'16,"0"0"6"-16,0 0-30 15,0 0-33-15,0 0-11 16,0 0-94-16,6 50-154 15</inkml:trace>
  <inkml:trace contextRef="#ctx0" brushRef="#br0" timeOffset="84713.73">4729 17028 621 0,'0'0'28'15,"0"0"-26"-15,-45 75 14 16,24-32 36-16,4 6-14 15,4-3-8-15,1 7-3 16,5 2 11-16,1 9-15 16,1-2-2-16,-1 2-16 15,-3-7-4-15,-1-8 3 16,-2-10-2-16,4-15-1 0,1-12 0 16,1-9 1-16,3-3 8 15,-1-15 35-15,4-19-32 16,0-20-13-16,3-8-1 15,13-10-3-15,2-1-15 16,5 0-17-16,11 2-20 16,5 4-28-16,7 10 7 15,2 8 58-15,-2 18 19 16,-12 11 3-16,-10 20 29 16,-11 3-7-16,-11 33-23 15,-2 15 8-15,-3 12 13 16,-15 7-11-16,-6-5-8 0,2-7-1 15,1-13 1 1,4-15-4-16,1-13 1 16,1-7 0-16,-3-8 4 0,-3-2 5 15,1 0-3-15,6-7-7 16,14-6 0-16,0-1-125 16,22-3-293-16</inkml:trace>
  <inkml:trace contextRef="#ctx0" brushRef="#br0" timeOffset="85229.72">5264 17106 707 0,'0'0'98'16,"0"0"18"-16,0 0-85 16,0 0-24-16,0 0 0 15,0 0 1-15,-30 84 8 16,29-45-9-16,1 4 2 16,0 4-9-16,4-3 1 15,9-1 1-15,8-7-1 0,3-9 4 16,5-10-5-1,5-8-6-15,2-9 0 0,1 0-1 16,2-16 0-16,-7-14 2 16,-2-11 4-16,-7-4 0 15,-4-4 1-15,-11-2 0 16,-8 3 0-16,0 4 0 16,-14 8 0-16,-5 13 0 15,2 9 0-15,3 10 1 16,5 4-1-16,1 1-3 15,-2 17 2-15,5 11 0 16,4 3 1-16,1 4 0 16,3-5 0-16,18-3 0 15,2-6-3-15,6-6 2 16,2-7-4-16,5-9-46 0,1 0-40 16,2-17-94-1,-3-13-216-15</inkml:trace>
  <inkml:trace contextRef="#ctx0" brushRef="#br0" timeOffset="85392.58">5779 17145 793 0,'0'0'87'0,"0"0"-43"16,0 0-32-16,0 0-9 15,0 0 0-15,0 0-3 16,107 3 0-16,-59-3-6 0,4 0-62 15,-1 0-116 1,-5 0-161-16</inkml:trace>
  <inkml:trace contextRef="#ctx0" brushRef="#br0" timeOffset="85581.63">5843 17481 560 0,'0'0'42'16,"0"0"-12"-16,0 0 27 16,85 2-20-16,-40-2-27 15,16-4-10-15,10-6 0 16,7-4-42-16,11-4-100 16,4-6-388-16</inkml:trace>
  <inkml:trace contextRef="#ctx0" brushRef="#br0" timeOffset="85899.83">7098 16967 636 0,'0'0'36'16,"0"0"83"-16,0 0-75 15,0 0-18-15,0 0-10 0,0 0-15 16,-22 27 0-16,22 38 1 16,0 8 22-16,0-4-9 15,0-2-9-15,0-12-3 16,6-9-3-16,-1-9 1 16,-1-7 1-16,-1-12-1 15,-1-8-2-15,-1-8-11 16,-1-2-29-16,0-12 27 15,1-19-161-15,1-13-66 16,-2-8-127-16</inkml:trace>
  <inkml:trace contextRef="#ctx0" brushRef="#br0" timeOffset="86048.55">7103 16970 424 0,'0'0'42'0,"0"0"41"16,81-3-24-16,-47 3-22 15,5 0-10-15,-4 0-12 16,-2 0-14-16,-4 0-1 16,-11 0-44-16,-10 0-147 15</inkml:trace>
  <inkml:trace contextRef="#ctx0" brushRef="#br0" timeOffset="86563.02">7091 17186 513 0,'0'0'94'0,"0"0"-21"16,0 0 12-16,0 0-33 16,118 41-9-16,-70-41-17 15,3-9-20-15,-1-10-4 16,-5-4-2-16,-2-8-1 16,-10-6-32-16,-3-6-42 15,-12 1 24-15,-11 3 17 16,-7 8 29-16,0 9 5 15,-10 13 24-15,2 6 12 16,2 3-6-16,5 8-19 16,1 18-10-16,0 11 19 15,0 4 5-15,0 1-7 16,10 0-7-16,8-5-1 16,0-3 0-16,0-8-7 0,-2-6 1 15,1-11-4 1,-1-6 0-16,1-3-1 0,3-17-4 15,0-19 4-15,1-7-6 16,-8-10 6-16,-5 1-1 16,-8 3 4-16,0 6-1 15,-8 12 14-15,-5 16-2 16,4 10 1-16,6 5-3 16,-2 2-11-16,2 23 1 15,3 9 1-15,0 7-2 0,0-1 3 16,0-3 1-1,5-8-2-15,4-8-2 0,4-7 0 16,8-8 1-16,6-6-1 16,9 0-37-16,7-12-49 15,-1-7-128-15,-5-3-252 16</inkml:trace>
  <inkml:trace contextRef="#ctx0" brushRef="#br0" timeOffset="86946.51">6854 17536 489 0,'0'0'59'0,"-112"0"50"15,76 0-35-15,11 0-7 16,4 0-35-16,7 0 0 16,6 0-5-16,5 0 0 15,3 0-13-15,4 5-13 16,29-1 1-16,24-1 3 16,29-3 2-16,31 0-2 15,29-9 6-15,24-10-9 16,28-3 1-16,11-1 0 15,3 0 0-15,-6 5-3 0,-17 3-3 16,-22 4-12-16,-33 7-7 16,-37 4-10-16,-42 0-49 15,-41 15-80-15,-20 3-177 16</inkml:trace>
  <inkml:trace contextRef="#ctx0" brushRef="#br0" timeOffset="87718.79">7039 17756 538 0,'0'0'144'15,"0"0"-6"-15,0 0-58 16,0 0-26-16,0 0-21 0,0 0-24 15,-9-23-9-15,6 42-3 16,0 10 3-16,0 9 2 16,0 4-1-16,3 3 0 15,0 1-1-15,0-3-8 16,14-3-46-16,6-9-59 16,4-11-70-16,3-15-180 15</inkml:trace>
  <inkml:trace contextRef="#ctx0" brushRef="#br0" timeOffset="88060.07">7448 17746 415 0,'0'0'110'0,"0"0"9"16,0 0-24-16,0 0-3 15,0 0-55-15,0 0-17 16,-2-42-8-16,-1 42-12 16,0 16 2-16,-4 11-1 15,2 12 17-15,-1 8-4 16,0 3-4-16,5 5-10 15,-1-3 6-15,2-2-6 0,0-6-19 16,0-11-53-16,0-10-31 16,8-19-17-16,-2-4-44 15,0-18-17-15</inkml:trace>
  <inkml:trace contextRef="#ctx0" brushRef="#br0" timeOffset="88238.48">7292 17850 219 0,'0'0'126'0,"0"0"73"16,0 0-166-16,0 0-31 16,0 0 26-16,0 0 45 15,50-6 4-15,-12 6-14 16,6-5-37-16,2-4-18 0,2-1-8 16,-2 0-15-16,-4-3-88 15,-11-1-54-15,-12-3-277 16</inkml:trace>
  <inkml:trace contextRef="#ctx0" brushRef="#br0" timeOffset="88692.98">7613 17694 613 0,'0'0'69'16,"0"0"12"-16,0 0-76 16,0 0 54-16,0 0 5 15,94 55-8-15,-76-21-19 16,-3 7-15-16,-4 4-9 0,-1-6-2 15,-4-5-11 1,-3-9 3-16,1-11-2 0,-4-6-1 16,0-8 1-16,0 0 3 15,0-5-1-15,-11-14-3 16,-2-10 0-16,-1 1-3 16,6-2-5-16,5 2-1 15,3 2-3-15,9 2-25 16,20 4-35-16,8 0 0 15,7 1-1-15,3 2 25 16,2 1 30-16,0-1 16 16,-1 0 2-16,-7 0 5 15,-11 1 40-15,-13 6 41 16,-8 5-30-16,-6 3-21 16,-3 2-1-16,0 4-20 0,-21 19-11 15,-6 11 2-15,-6 10 11 16,2 8-5-16,3 2-1 15,4 1-8-15,2-3 2 16,8-3-4-16,2-3 3 16,3-2-3-16,6-15-5 15,3-10-32-15,0-17-78 16,18-6-113-16</inkml:trace>
  <inkml:trace contextRef="#ctx0" brushRef="#br0" timeOffset="88881.27">8185 17760 824 0,'0'0'69'0,"0"0"-26"0,0 0-40 15,0 0 3-15,0 0 3 16,-43 103 5-16,26-67-7 16,0-4-2-16,3-1-4 15,2 1 1-15,3 1-2 16,6 1-16-16,3-12-95 15,0-10-125-15</inkml:trace>
  <inkml:trace contextRef="#ctx0" brushRef="#br0" timeOffset="89324.85">8273 17869 896 0,'0'0'77'0,"0"0"-71"0,0 0-4 16,0 0 0-16,0 0-2 15,0 0 0-15,9 76 6 16,-9-61-5-16,3-1 0 16,-2-1-1-16,2-6-13 15,1-7-37-15,4-3-35 16,3-23 10-16,10-8-6 16,2-3 40-16,-2 4 27 15,-2 11 14-15,-4 7 49 16,-1 11 37-16,-4 4-9 0,5 0-42 15,0 19-6-15,3 5-7 16,3 5-4-16,8 5-8 16,4-1-5-16,2-2 0 15,-4-6-3-15,-4-5 1 16,-12-8-2-16,1-11-1 16,-7-1-2-16,-1-28 2 15,0-11 3-15,-5-11-3 16,-3-3 0-16,-1 4 0 15,-22 6 0-15,0 16 3 16,1 14-1-16,2 11 1 16,1 2-3-16,-4 19-27 15,5 11-59-15,5 6-76 16,10-4-52-16</inkml:trace>
  <inkml:trace contextRef="#ctx0" brushRef="#br0" timeOffset="89575.15">8930 17636 742 0,'0'0'25'16,"0"0"70"-16,0 0-47 15,0 0-31-15,91 12-1 16,-80 39 4-16,-7 16-5 15,-4 11-4-15,-12 6-7 0,-24 3-1 16,-11 4-2-16,-9-5-1 16,-3-7-4-16,-5-13-25 15,-6-20-30-15,-11-16-53 16,-10-21-128-16</inkml:trace>
  <inkml:trace contextRef="#ctx0" brushRef="#br0" timeOffset="90127.64">6750 17665 452 0,'0'0'145'0,"0"0"-82"16,0 0 74-16,0 0-65 16,-20 87-21-16,7-44-10 15,4 11-19-15,2 8-9 16,7 7-3-16,4 12-7 16,29 3-2-16,22 1-2 0,18-7 0 15,19-17-22-15,22-25-55 16,20-24-121-16,21-12-157 15</inkml:trace>
  <inkml:trace contextRef="#ctx0" brushRef="#br0" timeOffset="90806.99">9299 17852 369 0,'0'0'167'15,"0"0"-67"-15,58-72-22 16,-42 41 17-16,-2-3-68 0,2-2-17 15,-2-3-3 1,-1 0-7-16,-7-1 0 0,-6 5-1 16,0 7-1-16,-15 6-1 15,-7 10-6-15,3 6 4 16,5 6 2-16,5 0 1 16,2 20-1-16,3 7 3 15,4 8 5-15,0 6 3 16,11 2-2-16,7 3-3 15,6-3 0-15,-2-7-3 16,6-8 0-16,-1-12-54 16,0-12-64-16,-4-4-39 15,-6-14-236-15</inkml:trace>
  <inkml:trace contextRef="#ctx0" brushRef="#br0" timeOffset="90981.22">9269 17532 793 0,'0'0'18'16,"0"0"-17"-16,0 0 16 15,0 0 23-15,116 38-9 16,-62-30-14-16,4-5-12 16,2-2-5-16,-2-1-1 15,-3 0-111-15,-7-9-201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00:44.800"/>
    </inkml:context>
    <inkml:brush xml:id="br0">
      <inkml:brushProperty name="width" value="0.05292" units="cm"/>
      <inkml:brushProperty name="height" value="0.05292" units="cm"/>
      <inkml:brushProperty name="color" value="#FF0000"/>
    </inkml:brush>
  </inkml:definitions>
  <inkml:trace contextRef="#ctx0" brushRef="#br0">6225 2776 381 0,'0'0'99'0,"0"0"-4"0,0 0-12 15,4-80-10-15,-4 71-21 16,0-1-18-16,0 0 8 16,0 0 1-16,-4 1-20 15,1 2 13-15,0 3-10 16,0 2-6-16,1 2-5 16,1 0-15-16,1 5-4 15,-2 20-9-15,-1 19 11 16,-4 19-3-16,-11 15-1 15,0 3 3-15,-6 0 0 16,2-14 1-16,4-16-3 16,6-19-1-16,4-14 2 15,5-10 3-15,-1-8 1 0,4 0 1 16,0-22 8-16,0-14-9 16,0-17-1-16,7-9-24 15,6-3 12-15,6 0 4 16,-8 5 3-16,3 9 2 15,-2 12 3-15,-1 11-11 16,-1 15-4-16,-4 8-11 16,3 5 6-16,4 7-46 15,2 20 66-15,6 16 1 16,3 9-3-16,1 4 4 0,9 1-2 16,3-10 1-1,6-11-1-15,-2-11 1 0,-8-9 6 16,-12-9-6-16,-8-7 0 15,-3 0 1-15,3-14 5 16,-3-13-6-16,2-7-23 16,-7-5-29-16,-1 0 24 15,-4 0 2-15,0 4 26 16,0 6 1-16,0 11 5 16,0 9-4-16,0 7-2 15,3 2-8-15,12 8 7 16,3 13 1-16,2 9 0 15,-6 5 2-15,-5 5 0 16,-3 2 9-16,0 0-1 16,-1 1-5-16,-5-2-2 0,0 0 1 15,0-2-4 1,0-6-64-16,0-13-284 0</inkml:trace>
  <inkml:trace contextRef="#ctx0" brushRef="#br0" timeOffset="781.6">6823 3034 579 0,'0'0'0'0,"0"0"-2"16,0 0 2-16,52 100 10 0,-30-69-3 15,1-4-2-15,4-6-4 16,6-10 7-16,2-11-2 15,8-2 9-15,6-25 5 16,-2-9-11-16,-3-5-9 16,-14-1-26-16,-15-1 0 15,-15-1 16-15,-4 0-12 16,-36-1 17-16,-11 2 5 16,0 5 4-16,11 8 51 15,16 8 5-15,15 5-27 16,9 5-23-16,0 0-10 15,17 0-5-15,20 0-13 0,18-5-10 16,6-5 12 0,-1 3 16-16,-8-2 17 0,-16 4 34 15,-15 6-2-15,-12 4 21 16,-8 7-20-16,-1 0-35 16,0 7-15-16,0 21-44 15,-4 23 44-15,-8 21 0 16,3 12-3-16,3 3-1 15,6-4-2-15,0-14-32 16,0-14 11-16,7-19 9 16,-4-16-2-16,-1-12 3 15,-2-8 12-15,0 0 5 16,0-13 67-16,-18-10-67 16,-13-1-3-16,-15 3 1 0,-15 4-2 15,0 6 4-15,9 9 1 16,15 2 2-16,17 10-3 15,10 13-11-15,8 5 2 16,2 3-41-16,10 0 23 16,19-1 20-16,12-8 3 15,9-6-15-15,10-12 0 16,7-4-14-16,5-16-15 16,2-19-47-16,-6-7 49 15,-13-3 46-15,-18 1 48 16,-16 6 42-16,-18 9-21 15,-3 6 22-15,-9 7-13 16,-12 9-62-16,5 7-16 0,2 1-4 16,1 22-36-16,1 11 20 15,3 4-4-15,0 6-16 16,9 1 5-16,0-7-15 16,6-14-97-16,21-14-258 15</inkml:trace>
  <inkml:trace contextRef="#ctx0" brushRef="#br0" timeOffset="946.9">7592 2623 719 0,'0'0'182'15,"0"0"-134"-15,0 0-48 16,0 0-74-16,0 0 11 0,114 84-64 15,-70-39-40-15,4-12-190 16</inkml:trace>
  <inkml:trace contextRef="#ctx0" brushRef="#br0" timeOffset="1465.18">8098 2602 630 0,'0'0'119'15,"0"0"33"-15,-31-92-66 16,29 83-52-16,2 4-17 16,0 5-17-16,0 10-14 15,0 29-53-15,0 26 67 0,0 31 2 16,0 20-2 0,-16 12 0-16,-16 2 0 0,-5-8-8 15,3-10 0-15,6-16 6 16,8-23-4-16,7-29 6 15,7-23 4-15,0-18 0 16,0-3 2-16,-4-28 19 16,2-19-25-16,6-15-1 15,2-8-24-15,0-6-35 16,8 6-4-16,-3 6 52 0,-5 14 12 16,0 14 5-1,0 14 12-15,0 14 11 16,5 8-28-16,6 0-6 0,4 5-14 15,15 11 20-15,10-2 2 16,12-4-1-16,15-6 4 16,5-4 4-16,1 0 6 15,-12 0-6-15,-19-8-8 16,-23 2 10-16,-10 3 7 16,-9 3 34-16,0 0-36 15,0 0-14-15,0 0-2 16,-10 9-34-16,-11 12 0 15,-2 6 4-15,3 0-49 16,11-6-75-16,9-14-49 0,3-7-183 16</inkml:trace>
  <inkml:trace contextRef="#ctx0" brushRef="#br0" timeOffset="1631.26">8328 2648 811 0,'0'0'46'0,"0"0"-46"16,0 0-15-16,0 0-80 15,-2 121 40-15,2-54-101 16,0-9-276-16</inkml:trace>
  <inkml:trace contextRef="#ctx0" brushRef="#br0" timeOffset="2251.21">8704 3018 587 0,'0'0'49'16,"0"0"-18"-16,0 0 32 16,88-59-29-16,-75 44 5 15,-3-1-15-15,-7 0 8 16,-3-2-7-16,-6 1 2 15,-23 2-27-15,-13 5-2 0,-3 8-9 16,2 2-5 0,4 13 6-16,11 12-5 0,10 6-8 15,8 5-24-15,10-2 1 16,8 2 15-16,28-8 31 16,21-8 4-16,16-13 4 15,15-7-4-15,7-7 4 16,-5-19-5-16,-9-8-3 15,-14-6-13-15,-14-4-4 16,-14 0 6-16,-12-2-5 16,-13 1 16-16,-14-2 4 15,0 4 38-15,0 7 43 16,-8 14-7-16,3 11-20 16,4 11-54-16,1 0-4 15,0 25-86-15,0 16 86 0,-6 13 1 16,-6 10-1-16,3 1-2 15,3-5-10-15,6-12-18 16,0-12 6-16,0-16 12 16,3-12 3-16,-1-8 9 15,-2 0 16-15,0-14 41 16,-8-13-55-16,-14-10-2 16,-10-2 0-16,-5 0 0 15,6 9 3-15,8 10 49 16,13 9 21-16,8 11-49 15,2 0-24-15,0 24-45 16,0 13 40-16,0 8 5 16,12 2-4-16,15-1-21 0,15-8-11 15,16-7 3 1,5-15-90-16,2-15-150 0</inkml:trace>
  <inkml:trace contextRef="#ctx0" brushRef="#br0" timeOffset="3529.08">10277 2880 443 0,'0'0'64'0,"0"0"40"16,0 0 9-16,0 0-8 15,0 0-86-15,0 0-19 16,12 3-19-16,-33 28 19 16,-6 3 0-16,2-4 4 15,6-10-1-15,8-6 0 16,5-9 1-16,3-5-3 15,3 0 28-15,0 0 29 16,0-13 1-16,0-10-24 16,0-8-35-16,15-5-8 0,12 0-19 15,3 2-5-15,0 8-5 16,0 7 13-16,-4 13 20 16,-2 6 1-16,-6 12 3 15,-1 22-10-15,-8 12 1 16,-6 8-5-16,-2 1-4 15,6-9 4-15,5-10 5 16,11-16 5-16,1-15 4 16,8-5 8-16,5-10 5 15,6-17-4-15,6-9-6 16,-1-7-2-16,-1-4-2 16,-5-7 0-16,-2 0-4 15,-8 3 3-15,-4 4 2 0,-9 11 14 16,-11 15 26-16,-1 13 0 15,-5 8-26-15,-2 6-14 16,0 25-81-16,-11 20 80 16,-16 13 1-16,-8 9 1 15,3-1 0-15,13-8-1 16,14-12 0-16,5-11 0 16,2-14 5-16,7-13-3 15,-6-7 3-15,0-7-1 16,0 0 36-16,4-25 22 15,8-13-52-15,6-18-10 16,-1-7-12-16,2-7-11 0,-3-8-20 16,-2 5 12-16,0 6 25 15,-1 14-9-15,1 16 7 16,-3 16 8-16,-1 9 0 16,-1 12 0-16,4 0-1 15,3 17-6-15,9 17 3 16,-3 10-2-16,-7 6-6 15,-6 1 1-15,-8-5 0 16,-4-11 1-16,0-10 6 16,-9-8 3-16,-13-7-2 15,-6-6 3-15,-2-4 2 16,-1 0 11-16,1-4 8 16,10-7 0-16,9-2-17 0,11 1-4 15,26-7-1-15,34-1-48 16,15-7-1-16,8 4-4 15,-9 0 40-15,-12 6 14 16,-20 4 23-16,-16 5 43 16,-13 3 19-16,-12 5-6 15,-1 0-49-15,0 0-23 16,0 0-7-16,0 0-5 16,0 19-13-16,-6 10 18 15,-5 5-3-15,0 9 2 16,5 1 2-16,6-3-2 15,0-7 0-15,18-12-12 0,14-10 3 16,6-12 10-16,8 0 0 16,-4-25 7-1,-2-8-5-15,-2-7 5 0,-12-4-7 16,-8 0 2-16,-11 0-2 16,-7 3 1-16,0 8 1 15,-1 10 0-15,-4 12 14 16,4 8-13-16,1 3-3 15,-2 6-21-15,2 17-38 16,0 9 57-16,0 2 2 16,13-3 0-16,16-6-5 15,17-5 5-15,17-6 5 16,9-3 0-16,9-2-1 16,-5-8-4-16,-11-1-109 15,-17-7-236-15</inkml:trace>
  <inkml:trace contextRef="#ctx0" brushRef="#br0" timeOffset="4446.72">6745 3398 349 0,'0'0'162'0,"0"0"-73"16,-100-60-32-16,68 46-27 15,2 2-9-15,7 4-2 16,7 1-6-16,8 2 14 15,5 4 60-15,3 1-52 16,0 0-35-16,0 0-9 16,20 0-9-16,29 1 18 15,42 6 3-15,49 0-2 16,60-1 2-16,55-2-2 0,45-3 1 16,43-1 1-1,19 0-3-15,9 0-1 0,-3 0-5 16,-25 2-10-16,-29 2 3 15,-36 1 10-15,-41 1 2 16,-37 1-13-16,-27-5 4 16,-30-1 5-16,-28-1 5 15,-31 0 0-15,-34 0 8 16,-25-3 6-16,-18-4 30 16,-7-2 11-16,0 0-15 15,0-5-40-15,-7 3 1 16,-4 4-3-16,0 7-3 15,-5 0-77-15,-1 10-155 16,3 0-150-16</inkml:trace>
  <inkml:trace contextRef="#ctx0" brushRef="#br0" timeOffset="4600.04">11046 3416 819 0,'0'0'49'16,"0"0"-49"-16,0 0-28 16,0 0-211-16,0 0 54 15</inkml:trace>
  <inkml:trace contextRef="#ctx0" brushRef="#br0" timeOffset="6127.35">7098 2965 288 0,'0'0'166'0,"0"0"-95"0,0 0-52 15,0 0-3-15,0 0 63 16,0 0-41-16,10-41-16 16,-10 38-4-16,0 3 1 15,-1 0-19-15,-16 0-2 16,-13 0 0-16,-9 0-1 15,-5 8-1-15,-6 1 0 16,4-2 2-16,1-1-2 16,12 2 0-16,5 3-4 15,10 3-7-15,12 5-110 16,6-4-17-16,17-5-25 16</inkml:trace>
  <inkml:trace contextRef="#ctx0" brushRef="#br0" timeOffset="6292.44">6917 3040 360 0,'0'0'158'16,"0"0"10"-16,0 0-166 15,0 0-2-15,0 0-216 16,0 0-36-16</inkml:trace>
  <inkml:trace contextRef="#ctx0" brushRef="#br0" timeOffset="36978.73">6038 4618 100 0,'0'0'63'16,"-68"-75"-53"-16,44 55-7 0,10 8-3 16,10 5-26-16,4 6-124 15</inkml:trace>
  <inkml:trace contextRef="#ctx0" brushRef="#br0" timeOffset="38695.11">4737 4129 67 0,'0'0'133'16,"0"0"-69"-16,0 0 3 15,0 0-4-15,0 0-34 16,0 0 9-16,22-53-6 16,-19 44 4-16,-2 1 0 15,-1 0-11-15,2 4 9 16,-2 2 12-16,0 2-29 16,0-3-4-16,0 3-4 15,0 0 3-15,0-4-2 16,0 0 8-16,0 0 5 15,-2-3-3-15,1-3 10 16,-2-2 11-16,1 2-24 0,2-2 0 16,0 0-7-16,0 1 2 15,0 5-5-15,0 2 0 16,0 3 6-16,0 1-12 16,-3 0-1-16,3 14-9 15,-3 22 3-15,-6 14 4 16,-6 17 2-16,-7 9-1 15,-1 4 1-15,-5-1 0 16,-2-5 1-16,0-9-1 16,4-12 0-16,13-12 0 15,2-12 2-15,5-15-2 16,3-9 1-16,1-2-1 16,2-3 3-16,0 0-1 0,0 0 1 15,0 0-1-15,0 0-2 16,0-3-12-16,0-12-49 15,12-14-221-15,11-10-272 16</inkml:trace>
  <inkml:trace contextRef="#ctx0" brushRef="#br0" timeOffset="39045.11">4444 3939 344 0,'0'0'35'15,"0"0"73"-15,0 0-20 16,-2-73-17-16,2 57-32 15,0 3 5-15,0-2-13 16,9 1-2-16,13 2-13 16,13 1-11-16,15 6-4 15,6 5-2-15,8 0 1 16,-3 8-13-16,0 9-38 16,-10 3-22-16,-5 1-3 15,-13-1-23-15,-16-1-20 0,-14-2-13 16</inkml:trace>
  <inkml:trace contextRef="#ctx0" brushRef="#br0" timeOffset="39311.36">4105 4509 345 0,'0'0'36'0,"0"0"-17"0,0 0 0 15,0 0-9 1,-7 84 2-16,7-64 22 16,13-2-11-16,6-1-7 0,7-5-4 15,14-4 36-15,11-5 2 16,16-3-25-16,0 0-9 16,8-11-8-16,-4-3-7 15,-2-2-1-15,-5-1-24 16,-7 3-44-16,-12-1-92 15,-16 1-152-15</inkml:trace>
  <inkml:trace contextRef="#ctx0" brushRef="#br0" timeOffset="39654.21">5127 4389 238 0,'0'0'203'15,"0"0"-99"-15,0 0-66 0,0 0-29 16,0 0 8 0,85-14-4-16,-42 10 3 0,0 0 2 15,2-2-11-15,0 4-6 16,-2 0-1-16,-4 2-39 16,-11 0-58-16,-14 0-122 15,-14 3-54-15</inkml:trace>
  <inkml:trace contextRef="#ctx0" brushRef="#br0" timeOffset="39850.07">5090 4543 273 0,'0'0'153'0,"0"0"-151"16,0 0 11-1,0 0 42-15,0 0 42 0,0 0-34 16,34 10-12-16,-4-10-22 15,13 0-23-15,8 0-2 16,10 0-8-16,9-3-37 16,-5-11-114-16,-3-4-300 15</inkml:trace>
  <inkml:trace contextRef="#ctx0" brushRef="#br0" timeOffset="40243.85">5813 4076 192 0,'0'0'301'0,"0"0"-176"16,0 0-39-16,0 0-81 15,0 0-5-15,0 0-10 16,6 5 10-16,-2 14 4 16,-2 7 5-16,-2 4 9 15,0 6-4-15,0 6-5 0,-12 6-7 16,-4 3 3-16,-1 4-2 15,-2-2-2-15,-1 1 0 16,-1-3 1-16,2-4-2 16,3-7-3-16,1-13-83 15,12-16-70-15,3-11-271 16</inkml:trace>
  <inkml:trace contextRef="#ctx0" brushRef="#br0" timeOffset="41010.39">6034 4299 643 0,'0'0'72'16,"0"0"14"-16,0 0-75 15,0 0-11-15,0 0-8 16,0 0 5-16,0 34-1 15,3-1 8-15,1 8-4 16,5 5 1-16,-3 4 0 16,2 0 0-16,5-4-1 15,-1-12-6-15,4-8 3 16,2-17-24-16,8-9 16 0,5 0 7 16,6-16 3-16,-2-11-9 15,-10-2-2-15,-10-4 12 16,-15-1 7-16,0 0 20 15,-27 2-24-15,-3 3 1 16,-1 3 1-16,1 4 20 16,6 3-15-16,9 5-8 15,3 3 2-15,8 7 9 16,2 1-6-16,2 1-4 16,0 1-3-16,0-1-3 15,21-3-1-15,10 1-27 16,10-1 13-16,2 2 7 15,2 3-8-15,-8 0-5 16,-7 0-7-16,-5 0 7 0,-6 0-12 16,-3 0 19-16,-3 6 13 15,-3-2 2-15,1 3 1 16,-1-1 1-16,-1 3 0 16,0 1-1-16,-3 2 0 15,0 4-1-15,-5 6 1 16,-1 7 1-16,0 5 7 15,0 7-2-15,0 3-4 16,2-5 1-16,7-6-2 16,5-10 3-16,6-12-2 15,4-11 2-15,7 0 14 16,5-17 8-16,9-16 1 16,-2-9-16-16,-5 0-8 15,-16 0 8-15,-10 2 29 0,-12 2-4 16,-12 0-34-16,-16 3 20 15,-7 6 0-15,5 11 5 16,5 12-10-16,4 6-16 16,8 0-9-16,2 20-36 15,1 11-35-15,1 5 13 16,7 1-58-16,2-3-344 16</inkml:trace>
  <inkml:trace contextRef="#ctx0" brushRef="#br0" timeOffset="41200.15">6915 4640 662 0,'0'0'0'0,"0"0"-35"16,0 0 35-16,0 0 4 15,-48 99 9-15,25-63-2 16,-1 2-7-16,-1-1 0 15,3-3-4-15,3-1-10 16,3-10-156-16</inkml:trace>
  <inkml:trace contextRef="#ctx0" brushRef="#br0" timeOffset="42308.8">7464 4342 539 0,'0'0'138'15,"0"0"-14"-15,0 0-43 16,0 0-45-16,0 0-36 0,0 0-2 16,-3-4-16-16,-15 36 18 15,-10 7 0-15,-2 5 0 16,2 10 1-16,5 1-2 16,11 0 1-16,11-7 0 15,1-13-5-15,21-13-8 16,20-12 7-16,12-10 5 15,14-8 2-15,0-17-2 16,-1-8-6-16,-16-3 6 16,-15-5 1-16,-17 2 1 15,-13 1 3-15,-5 4 8 16,-14 4-12-16,-19 4-1 16,-2 9-3-16,9 4-12 0,5 7 16 15,12 3-1-15,3 3-3 16,1 0-30-16,2 0-15 15,-1 5 31-15,4 2-18 16,4-2 35-16,20-2 1 16,18-1 4-16,7-2 1 15,7 0-5-15,5 0 2 16,-6 0-2-16,-3-5 0 16,-10 2 1-16,-14-2-1 15,-9 2 1-15,-11 2 4 16,-7 1 8-16,-1 0 9 15,0 0-5-15,-9 4-14 16,-14 18-3-16,-10 13 0 16,-3 13 2-16,6 5 1 0,6 4 1 15,15-5-4-15,9-12-2 16,5-12 1-16,23-12 1 16,12-10 7-16,11-6 1 15,3-10-1-15,0-11 5 16,-13-2-8-16,-11-4-3 15,-16 1 6-15,-14-7-7 16,0-3-1-16,-18 1-12 16,-12 0-3-16,-6 7 8 15,5 3 6-15,5 9 2 16,10 4 2-16,10 7-2 16,4 2 0-16,2 3 0 15,12 0-5-15,18 0 2 0,12 0 3 16,7 0 0-16,-1 10 3 15,-5 5-3-15,-7 4 1 16,-6 1-1-16,-8 3 0 16,-10 1 0-16,-6 1-5 15,-3 4 5-15,-3-4-2 16,0-1 2-16,0-4 0 16,0-6 0-16,0-5-2 15,0-4-26-15,9-5 18 16,15 0 10-16,9-17 6 15,1-14 26-15,-1-4-4 16,-5-2-13-16,-7-1 5 0,-12 4 0 16,-9 1 5-1,-13 2-18-15,-41 3-7 0,-22 7-7 16,-10 9-27-16,14 9 7 16,18 3 4-16,20 8-16 15,10 16-42-15,10 2-36 16,8 1-68-16,6-7-106 15</inkml:trace>
  <inkml:trace contextRef="#ctx0" brushRef="#br0" timeOffset="42461.9">8393 4475 589 0,'0'0'157'15,"0"0"-15"-15,0 0-64 16,0 0-72-16,0 0-6 15,0 0-78-15,-49 23 6 16,36 4-88-16,5-10-357 16</inkml:trace>
  <inkml:trace contextRef="#ctx0" brushRef="#br0" timeOffset="45554.36">9901 4260 147 0,'0'0'336'15,"0"0"-253"-15,0 0 24 16,0 0-31-16,0 0-13 16,3-75-32-16,-4 67 0 15,-6 4 6-15,2 1-13 0,-1 3-3 16,-2 0-20-16,-8 0-1 15,-12 18-17-15,-11 18 5 16,-13 17 12-16,4 8 0 16,2 6-3-16,6 6-7 15,10-1-3-15,14-4-17 16,11-11-25-16,5-17 23 16,38-17-22-16,22-15 37 15,23-8-1-15,22-14-115 16,6-23-313-16</inkml:trace>
  <inkml:trace contextRef="#ctx0" brushRef="#br0" timeOffset="45761.17">10290 4232 590 0,'0'0'82'0,"0"0"63"15,0 0-122-15,0 0-23 16,0 0-2-16,0 0-2 15,-62 69 1-15,49-7 6 16,2 11-3-16,5 5 0 16,6-2 1-16,2-7-1 15,22-18-15-15,4-19-80 16,3-15 8-16,1-17-63 16,-3-7-184-16</inkml:trace>
  <inkml:trace contextRef="#ctx0" brushRef="#br0" timeOffset="45957.52">10127 4062 614 0,'0'0'103'16,"100"-50"-83"-16,-32 33-1 16,5 6 17-16,6 5-23 15,-1 4-10-15,-1 2-1 16,-3 0-2-16,-8 5-12 15,-12 6-39-15,-18-2-80 16,-23 0-98-16,-13-6-101 16</inkml:trace>
  <inkml:trace contextRef="#ctx0" brushRef="#br0" timeOffset="46152.36">10056 4319 62 0,'0'0'74'0,"0"0"-16"16,0 0 25-16,0 0 41 16,0 0-7-16,83 27-42 15,-37-27-13-15,-1-10-23 16,10-1-22-16,6 2-17 16,12 2-46-16,6-1-147 15,-6-2-155-15</inkml:trace>
  <inkml:trace contextRef="#ctx0" brushRef="#br0" timeOffset="46593.25">10290 4758 347 0,'0'0'140'0,"0"0"-48"16,0 0-48-16,83-70 20 16,-52 44-36-16,5-9 4 15,4-2-23-15,-4 2-4 16,-10 1 14-16,-7 8 10 0,2 4-22 16,-2 5 8-16,-1 7-15 15,3 5-9-15,-2 3-17 16,1 2-30-16,3 0 11 15,1 11-1-15,-6 7 29 16,-6 6 5-16,-11 4 0 16,-1 2 7-16,0-3 3 15,-16 6 2-15,-6-1 12 16,-7 1 3-16,1 2 12 16,0-6-17-16,2-2-5 15,7-10-2-15,5-5-2 16,5-7 2-16,4 1-2 15,0-5 1-15,4 1-2 16,-3-2 4-16,0 0-4 0,4 0-55 16,0-12-228-16</inkml:trace>
  <inkml:trace contextRef="#ctx0" brushRef="#br0" timeOffset="46804.26">11072 4487 516 0,'0'0'98'0,"0"0"-26"16,0 0-18 0,0 0-54-16,0 0-40 0,0 0-43 15,21-21 77-15,16 33 3 16,6-4-110-16,-2-5-141 15</inkml:trace>
  <inkml:trace contextRef="#ctx0" brushRef="#br0" timeOffset="47003.22">10765 4730 408 0,'0'0'141'0,"0"0"-136"16,0 0 28-16,100 0-5 16,-37-3-23-16,10-2-5 15,-1-4-40-15,-1-6-261 16</inkml:trace>
  <inkml:trace contextRef="#ctx0" brushRef="#br0" timeOffset="48608.73">10783 4445 135 0,'0'0'150'16,"0"0"-96"-16,0 0-24 15,0 0 25-15,0 0 33 16,0 0-31-16,-11-16-39 0,11 16-16 15,0 0 2-15,0 0 5 16,-1 0-2-16,0 0 1 16,-2 0-4-16,-2 12-3 15,-7 8 6-15,-9 17 26 16,-6 10-18-16,-3 8 23 16,-1 7-22-16,4 0-10 15,7-1 1-15,3-2-6 16,1-5 0-16,6-5 2 15,3-7-3-15,1-11-2 16,5-11 2-16,-1-9 0 16,2-6 2-16,0-5 2 15,0 0 7-15,-2 0 37 16,-3-7 43-16,3-13-69 16,-1-4-20-16,1-5-1 0,2 2-1 15,0-2-2-15,0 3-5 16,10-1-16-16,8-2-11 15,1-2 19-15,4-2-1 16,3-7 13-16,-1-1-5 16,-2-4 8-16,-6 1 9 15,0 2-8-15,-5 5 12 16,0 4-3-16,-3 9 16 16,1 4-23-16,-1 3-1 15,-1 3 3-15,-2 2 5 0,-1 1-10 16,-1 5 1-1,-2 2 9-15,-2 4 6 0,0 0-10 16,0 0-6-16,0 0 0 16,0 0-3-16,2 0-2 15,1 7-12-15,-1 16 12 16,2 11 3-16,-4 15 2 16,0 11 0-16,-7 6 0 15,-13-1 1-15,0-4 0 16,0-10-1-16,-1-7-1 15,7-10 1-15,3-9 1 16,5-9-1-16,3-5-3 16,3-9-40-16,0-1-26 15,0-1-37-15,0-8-23 16</inkml:trace>
  <inkml:trace contextRef="#ctx0" brushRef="#br0" timeOffset="49369.82">11532 4260 375 0,'0'0'123'15,"0"0"-35"-15,0 0-37 16,0 0-15-16,0 0 22 15,31-80-36-15,-10 68 20 16,6 1-28-16,4 3 7 16,0 2-17-16,2 4-4 15,-6 2 0-15,-8 5-5 16,-10 15-30-16,-9 3-10 16,-6 6-17-16,-25 5 57 15,-14 0-29-15,0-1-5 0,4-5 7 16,10-5 0-16,14-5 28 15,7-6 3-15,10 2 2 16,0 1 2-16,0 5 26 16,0 4 12-16,11 6-17 15,-3 2-13-15,-3 5-3 16,-5-2 1-16,0 0-4 16,0-9-4-16,-2-3 4 15,-13-6-4-15,-7-5 0 16,-3-5 5-16,-2-5-3 15,1-2-1-15,7 0 4 16,4-4-3-16,15-8 6 16,3-2-9-16,37-3-39 15,23-5-77-15,11-1-156 16</inkml:trace>
  <inkml:trace contextRef="#ctx0" brushRef="#br0" timeOffset="49651.16">11998 4492 225 0,'0'0'222'16,"0"0"63"-16,0 0-172 15,0 0-64-15,0 0-13 16,0 0-28-16,-16-39-8 16,4 42 0-16,-4 16-1 15,-2 10 2-15,2 8-1 16,5 6 0-16,9-3-5 16,2-5-7-16,13-11-10 0,13-11 5 15,9-13 17 1,1 0 0-16,2-21 7 0,-7-11-3 15,-6-4 5-15,-8-4-2 16,-11 2 4-16,-6 1-11 16,-6 6 0-16,-16 9-1 15,2 8-2-15,7 11-14 16,7 3-61-16,6 17-151 16,0 10 126-16,10 3-147 15</inkml:trace>
  <inkml:trace contextRef="#ctx0" brushRef="#br0" timeOffset="49803.23">12280 4743 617 0,'0'0'104'0,"0"0"-104"0,0 0 0 16,-53 76-2-16,28-34 2 15,1 6-71-15,9-1 18 16,10-12-120-16,5-14-179 15</inkml:trace>
  <inkml:trace contextRef="#ctx0" brushRef="#br0" timeOffset="50683.59">12583 4392 529 0,'0'0'107'0,"0"0"-107"0,0 0-2 16,0 0-17-16,0 0 19 16,-10 86 2-16,1-40 4 15,4 3-4-15,5-1 1 16,0-7 4-16,15-7-4 16,8-12 7-16,4-8 6 15,-1-8 16-15,3-6 5 16,-4 0 2-16,-4-6 6 15,0-9-20-15,-2-6 23 16,-4-4-45-16,-1-3 0 16,-8-2-2-16,-6-1-1 15,0-1-4-15,-14 3-11 16,-7 5-1-16,-1 7 11 0,2 5 3 16,1 5-24-16,3 4-11 15,5 1 2-15,4 2 26 16,7 0 6-16,0 0-6 15,0 0-32-15,18 2 36 16,10 1 5-16,11 2 4 16,4-1-1-16,2-3 6 15,-2 3-8-15,-1-4 1 16,-2 3-2-16,-10-1-2 16,-9-1 2-16,-11 1 0 15,-8-2-6-15,-2 1 6 16,0 1 2-16,0 1 2 0,-6 8-1 15,-14 6 8-15,-2 8-1 16,0 7-7-16,4 3 1 16,3-1-4-16,8-1 0 15,7-10 0-15,0-7-2 16,17-14 2-16,13-2 17 16,6-14 52-16,7-18-46 15,5-4-14-15,-6-3-8 16,-5 2-1-16,-3 4-2 15,-7 10 0-15,-6 6-3 16,-6 6 5-16,-8 9 4 16,1 2 0-16,2 0-4 15,4 0-1-15,-2 5 1 0,-2 13-5 16,-4 6-1 0,-2 6 1-16,1 6 3 0,0-1 2 15,3-7 3-15,0-9-3 16,-1-8 1-16,2-7 2 15,3-4 0-15,2 0 4 16,3-12 13-16,-1-10 11 16,-2-6-4-16,-3-4-11 15,-10-2-6-15,-1 0-5 16,-6 1 7-16,-16 6-12 16,-7 7-2-16,3 13-8 15,2 7-36-15,0 9-100 0,5 12-31 16,5-1-186-1</inkml:trace>
  <inkml:trace contextRef="#ctx0" brushRef="#br0" timeOffset="51071.96">13774 4350 581 0,'0'0'68'16,"0"0"79"-16,0 0-81 15,0 0-48-15,0 0-18 16,0 0-117-16,3-12 61 0,-3 42-16 15,0 2-54-15,0-3-245 16</inkml:trace>
  <inkml:trace contextRef="#ctx0" brushRef="#br0" timeOffset="51280.07">13729 4806 820 0,'0'0'83'0,"0"0"-83"16,0 0-7-16,0 0 0 15,0 0 7-15,9 119 2 16,-5-58-1-16,-4 3-1 0,-1-3-55 16,-28-9-48-16,-12-14-100 15,-10-15-206-15</inkml:trace>
  <inkml:trace contextRef="#ctx0" brushRef="#br0" timeOffset="51866.07">14281 4253 508 0,'0'0'89'0,"0"0"-27"16,0 0-34-16,0 0-26 16,-93 15-2-16,69 13-2 15,5 6 0-15,4 6 2 16,6 7 0-16,7 14 1 0,2 0-2 15,26-7-2-15,25-15-35 16,20-22 7-16,14-15-8 16,9-2-13-16,0-28-33 15,-4-11-58-15,-14-11-62 16</inkml:trace>
  <inkml:trace contextRef="#ctx0" brushRef="#br0" timeOffset="52047.96">14816 4381 53 0,'0'0'122'15,"1"-85"28"-15,-18 49-12 16,-9 6 2-16,7 10 10 15,4 10-47-15,9 9-47 16,3 1-32-16,-2 10-24 16,-5 19-30-16,-2 10 30 15,-5 14 0-15,-3 5 0 16,4 12 0-16,8-5-1 16,8-8-22-16,0-10-30 0,12-19-16 15,6-12-50-15,-1-11-31 16,3-5-149-16</inkml:trace>
  <inkml:trace contextRef="#ctx0" brushRef="#br0" timeOffset="52228.95">14834 4163 642 0,'0'0'70'0,"90"-26"-5"16,-41 18-42-16,0 6-13 15,0 2-3-15,0 0-7 16,-9 7-8-16,-3 9-64 16,-11-6-96-16,-12 0-275 15</inkml:trace>
  <inkml:trace contextRef="#ctx0" brushRef="#br0" timeOffset="52406.88">14546 4434 590 0,'0'0'23'0,"0"0"-18"15,0 0-5 1,0 0 67-16,111 0-6 0,-60 0-61 16,5 0 0-1,3 0-91-15,-3 0-88 0</inkml:trace>
  <inkml:trace contextRef="#ctx0" brushRef="#br0" timeOffset="52780.77">14856 4766 795 0,'0'0'89'0,"0"0"-55"15,0 0-30 1,0 0-4-16,0 0-1 0,93-23 1 16,-65 37 0-16,-3 4-2 15,-5 6-1-15,-11 2-39 16,-9 4-8-16,-2 1-37 16,-20-1 19-16,-6-4 48 15,4-4 2-15,8-8 17 16,7-6-2-16,4-3 3 15,5-4 1-15,0-1 15 16,0 0 33-16,5 0-13 16,21 0-18-16,13 0-4 15,10-6-7-15,6 1-4 16,-2 0 4-16,-4 4-7 0,-3-1-6 16,-5 2-95-16,-10-6-85 15</inkml:trace>
  <inkml:trace contextRef="#ctx0" brushRef="#br0" timeOffset="53546.98">15369 4437 518 0,'0'0'81'16,"0"0"-2"-16,0 0 1 15,0 0-8-15,0 0-27 0,0 0-24 16,26-28-21 0,17 28 0-16,15 0-6 0,5 0-39 15,-3 5-77-15,-10 2-92 16,-17-6-267-16</inkml:trace>
  <inkml:trace contextRef="#ctx0" brushRef="#br0" timeOffset="53697.66">15429 4509 363 0,'0'0'207'0,"0"0"-203"0,0 0-1 16,0 0 5-1,127 16-8-15,-67-15-20 0,1-1-209 16</inkml:trace>
  <inkml:trace contextRef="#ctx0" brushRef="#br0" timeOffset="54162.79">15970 4217 456 0,'0'0'111'0,"0"0"19"0,0 0 0 16,0 0-80-16,0 0-48 15,0 0-2-15,-10 0-8 16,10 30 8-16,0 12 1 15,0 7-1-15,0 2 2 16,0 2-1-16,0-6-1 16,0-5-28-16,2-13-50 15,16-10 41-15,8-14 13 16,10-5 15-16,8-17-25 16,3-16-14-16,-2-9 13 0,-5-1 13 15,-14 2 22 1,-10 4 37-16,-8 7 7 15,-8 5 75-15,0 8-52 0,0 9 11 16,0 8-48-16,0 0-30 16,0 17-53-16,0 14 25 15,-2 9 27-15,-1 9-2 16,3 3-29-16,0 2-38 16,18-6-13-16,9-10-15 15,5-16-127-15,-2-19-23 16</inkml:trace>
  <inkml:trace contextRef="#ctx0" brushRef="#br0" timeOffset="54430.27">16476 4451 436 0,'0'0'270'0,"0"0"-128"0,0 0-63 16,0 0-79 0,0 0-22-16,0 0-1 0,-26 41 15 15,34-7 2-15,9 0 6 16,10-7-13-16,1-10 12 15,5-11-1-15,-2-6 2 16,-1-9 7-16,-5-13-3 16,-6-4 2-16,-6-3 2 15,-9 2 7-15,-4 0-2 16,-4 5-2-16,-23 5-6 16,-3 8-5-16,0 9-65 15,8 3-23-15,7 20-31 0,6 7-39 16,5 1-176-1</inkml:trace>
  <inkml:trace contextRef="#ctx0" brushRef="#br0" timeOffset="54605">16784 4746 749 0,'0'0'119'16,"0"0"-35"-16,0 0-84 15,0 0-2-15,0 0-6 16,-89 111-29-16,69-65-17 16,2 1-52-16,6-11-5 15,2-17-253-15</inkml:trace>
  <inkml:trace contextRef="#ctx0" brushRef="#br0" timeOffset="55445.12">17074 4335 596 0,'0'0'81'16,"0"0"-58"-16,0 0-23 16,0 0-10-16,-12 82 10 15,2-26 2-15,1 10-2 16,3 5 1-16,6-3-1 0,10-11-11 15,25-17-25-15,8-16-9 16,5-17 29-16,2-7 16 16,-6-11 3-16,-1-18 16 15,-12-5 16-15,-8-7 22 16,-10-4-12-16,-13-2-37 16,-1-6 2-16,-32 3-8 15,-12 4-1-15,2 10 2 16,8 13 0-16,15 11-2 15,11 10 0-15,4 2-1 16,2 0-13-16,3 11-25 16,0 1 5-16,14 2 14 0,25-3 16 15,13-2 3-15,10 0 5 16,0-2 1-16,-9 1-2 16,-11-3-4-16,-12-1 0 15,-12-3 5-15,-11 2-5 16,-7-1-3-16,0 3-1 15,0 1 1-15,-6 8 3 16,-10 6 1-16,-5 7 15 16,1 5-9-16,3 4-1 15,8 0-4-15,9-3-2 16,0-10-2-16,25-11 2 16,9-9 3-16,3-3 1 15,7-18-4-15,-4-16 1 0,-4-4-1 16,-6-5 2-1,-6 1 0-15,-5 4 1 0,-3 9-4 16,1 7 2-16,-2 8-2 16,9 6 2-16,1 6 0 15,0 2 7-15,-1 0 1 16,-2 18-5-16,-4 7-4 16,-1 4 0-16,-2 6 1 15,-3 3-1-15,-4-2 0 16,1-4 0-16,-4-6 1 15,0-6-1-15,-1-8 0 16,-1-7 2-16,0 0-1 0,1-5 3 16,2 0 37-16,3-14 46 15,3-11-77 1,3-9 12-16,-4-7-17 0,-11-3-3 16,0-2-2-16,-24 1-2 15,-19 6-3-15,-9 11 2 16,-5 15-35-16,7 13-62 15,9 4-37-15,10 15-153 16</inkml:trace>
  <inkml:trace contextRef="#ctx0" brushRef="#br0" timeOffset="55849.08">18312 4378 607 0,'0'0'157'0,"0"0"-53"16,0 0-46-16,0 0-33 15,0 0-23-15,0 0-2 16,0-17-97-16,0 47 30 16,0 0-88-16,6-5-224 15</inkml:trace>
  <inkml:trace contextRef="#ctx0" brushRef="#br0" timeOffset="56077.63">18252 4722 733 0,'0'0'67'15,"0"0"-67"-15,0 0-2 16,0 0-1-16,0 0 3 16,0 0 0-16,40 102-1 15,-37-59 1-15,-3 3 0 16,-8 0-1-16,-22 7 1 15,-10-5-60-15,-3-13-170 16</inkml:trace>
  <inkml:trace contextRef="#ctx0" brushRef="#br0" timeOffset="56709.95">18800 4336 84 0,'0'0'496'16,"0"0"-337"-16,0 0-65 15,0 0-45-15,0 0-49 16,0 0-9-16,-50 39 8 15,20 7-3-15,3 11 4 16,8 11 0-16,13-1 0 16,6-5-24-16,22-17-8 0,24-16 4 15,20-20 6-15,13-9 9 16,10-9 0-16,1-19-13 16,-11-7-2-16,-17-8 6 15,-18 0 22-15,-10-2 0 16,-16-1 32-16,-14 4 10 15,-4 4 21-15,-1 9-16 16,-13 8-14-16,7 12 15 16,3 9-14-16,-1 0-34 15,-1 18-24-15,-6 19-5 16,-9 18 29-16,-1 15 0 16,1 3 2-16,3 0-2 15,7-10-5-15,11-13-25 0,0-12 1 16,3-13-3-1,10-10-22-15,6-10-30 0,5-5-24 16,3-18-347-16</inkml:trace>
  <inkml:trace contextRef="#ctx0" brushRef="#br0" timeOffset="56875.77">19263 4342 667 0,'0'0'35'15,"0"0"59"-15,91-60-35 16,-41 50-53-16,7 4-3 16,-2 4 5-16,-1 2-8 0,-1 4-2 15,-2 13-71 1,-1-3-103-16,-7-5-298 0</inkml:trace>
  <inkml:trace contextRef="#ctx0" brushRef="#br0" timeOffset="57062.02">19189 4562 128 0,'0'0'209'16,"0"0"-133"-16,0 0 49 0,0 0-80 15,0 0-31 1,81 11-11-16,-54-4-3 0,4 2-31 15,5-2-124-15</inkml:trace>
  <inkml:trace contextRef="#ctx0" brushRef="#br0" timeOffset="57528.54">19426 4813 761 0,'0'0'84'0,"0"0"-40"0,0 0-13 15,0 0-11-15,0 0-15 16,0 0-2 0,71-24-3-16,-28 23-2 0,2 1-4 15,-7 0-8-15,-6 0-13 16,-13 0-16-16,-10 0-33 15,-9 7-47-15,0 4 28 16,-24 2 14-16,-8-1-18 16,2 1 23-16,4 0 46 15,10-3 30-15,7 0 28 16,5-3 30-16,1 5 0 16,1 3 17-16,1 4-14 15,1 7-16-15,0 4-25 0,0 4 5 16,0-1-9-16,0-4 1 15,0-2-9-15,0-7-2 16,-9-4-2 0,-5-6 3-16,-5-2 0 0,-11-5 4 15,-9-3-8-15,-3 0 3 16,3 0-3-16,8-4 0 16,12-1-3-16,19-3-99 15,11-9-357-15</inkml:trace>
  <inkml:trace contextRef="#ctx0" brushRef="#br0" timeOffset="57731.26">19970 4617 717 0,'0'0'39'0,"0"0"11"16,0 0-50-16,0 0 0 15,0 0 0-15,0 0 0 16,62-11 10-16,-23 22-10 16,1 4-4-16,-2-5-166 15,2-7-214-15</inkml:trace>
  <inkml:trace contextRef="#ctx0" brushRef="#br0" timeOffset="57909.8">19753 4788 817 0,'0'0'36'15,"0"0"-36"-15,0 0 0 16,81 11 0-16,-23 1 1 16,6 4-1-16,6-2-79 15,3-8-152-15</inkml:trace>
  <inkml:trace contextRef="#ctx0" brushRef="#br0" timeOffset="58511.44">20419 4414 611 0,'0'0'150'16,"0"0"-67"-16,0 0-83 16,0 0-33-16,0 0 31 15,0 0 2-15,-10 93 0 16,7-58 2-16,3-1-2 15,0-7 1-15,20-9-1 16,14-6 4-16,11-8-4 0,3-4-15 16,-5 0 1-1,-4 0 0-15,-15 0 14 16,-12 0 2-16,-4 0 1 0,-8 0 0 16,2 8-3-16,-2 7-13 15,0 5 13-15,0 5-1 16,0 2-2-16,-10-1 2 15,-2-1 0-15,-2-4 2 16,-2-4-1-16,-5-2 1 16,-9-6-1-16,-6 1 9 15,-4-5-6-15,3-4-3 16,1-1-65-16,12-1-101 16,8-18-330-16</inkml:trace>
  <inkml:trace contextRef="#ctx0" brushRef="#br0" timeOffset="58924.48">20766 4450 164 0,'0'0'475'16,"0"0"-362"-16,91-33-65 15,-51 30-22-15,1 3-10 16,-1 0-7-16,-9 0-1 15,-5 10-7-15,-7 5-1 16,-11 4-4-16,-5 1-2 16,-3 5-25-16,-8-2-2 15,-17 4 24-15,-1 0 5 16,2 0 3-16,3 3-17 0,11-2-10 16,8-2-11-16,2-4 18 15,20-6-1-15,16-13 20 16,8-3 2-16,1-8 24 15,-2-16 59-15,-4-8-11 16,-6-4-15-16,-5-4-15 16,-5-6-14-16,-8 4-14 15,-8 4-4-15,-7 4-8 16,-4 7-2-16,-17 5-4 16,-6 12-13-16,-1 10-38 15,-2 6-51-15,1 24-37 0,6 6-99 16</inkml:trace>
  <inkml:trace contextRef="#ctx0" brushRef="#br0" timeOffset="59118.11">21324 4741 651 0,'0'0'150'0,"0"0"-51"15,0 0-63-15,0 0-36 16,0 0-1-16,0 0 1 16,-76 109 0-16,46-55-20 15,-1 1-60-15,5-11-49 16,7-18-259-16</inkml:trace>
  <inkml:trace contextRef="#ctx0" brushRef="#br0" timeOffset="60207.27">21849 4587 358 0,'0'0'87'16,"0"0"-82"-16,0 0-2 15,0 0 6-15,0 0 7 16,-64 93-5-16,56-56 1 16,2 0-5-16,5-3 5 0,1-6-6 15,12-8 10-15,18-8 31 16,6-10-1 0,7-2-11-16,0-3-16 0,-3-20-1 15,-8-4-2-15,-7-2-3 16,-15-4-2-16,-10-3-2 15,-7-6-8-15,-21 1-1 16,-2 4-10-16,6 11 10 16,8 12 3-16,12 10 2 15,4 4 8-15,0 0-13 16,4 0-37-16,26 13-59 16,20 1 96-16,13 0 7 15,5-3-1-15,-5-5-5 0,-9 0 1 16,-17-6 4-1,-13 0 9-15,-14 0 37 0,-8 0 34 16,-2 0-18-16,0 0-36 16,0 0-27-16,0 0-5 15,0 1-12-15,-11 20-37 16,-5 9 49-16,1 7 1 16,4 7-1-16,7 2-12 15,4-5-13-15,13-10-2 16,16-16 4-16,2-10 23 15,-1-5 8-15,1-9 21 16,-2-11 6-16,-3-10-27 16,-4-1-8-16,-8-7 0 15,-9-2-6-15,-5-5-9 16,0 1 10-16,-11 5-6 0,0 10 5 16,3 10 6-16,5 8 1 15,3 7-1-15,0 4 0 16,6 0-30-16,21 0 0 15,11 13 30-15,9 4 0 16,2 4 0-16,0 3 0 16,-3 1 0-16,-4 2 0 15,-9-2 0-15,-9 0 0 16,-11-5-2-16,-8 1 2 16,-5-4-10-16,0 3 5 0,-7-1 2 15,-7 0 3 1,-2-4 4-16,8-6-4 0,5-3-7 15,1-4 7 1,2-2 0-16,0 0 79 0,17-9 11 16,14-9-83-16,2-6-4 15,-1-3 11-15,-4-1 6 16,-7-6 18-16,-7-2-22 16,-8-3-5-16,-6-3 2 15,0 2-11-15,-31 4-2 16,-26 6-21-16,-21 11-32 15,-9 18-92-15,8 1-62 16,21 10-108-16</inkml:trace>
  <inkml:trace contextRef="#ctx0" brushRef="#br0" timeOffset="60373.68">22747 4643 529 0,'0'0'128'16,"0"0"-7"-16,0 0-35 16,0 0-34-16,0 0-52 15,0 0-54-15,-25 17-135 16,22 5 1-16</inkml:trace>
  <inkml:trace contextRef="#ctx0" brushRef="#br0" timeOffset="61739.19">9925 5252 388 0,'0'0'170'0,"0"0"-63"16,0 0-7-1,0 0-13-15,0 0-22 0,0 0-36 16,-36-49-15-16,20 49-12 15,-11 0-2-15,-10 20-1 16,-12 11 0-16,-6 12 0 16,-2 6 1-16,7 5-7 15,7 1-9-15,12 1-9 16,11-5-52-16,16-9 60 16,7-10-21-16,37-14-11 15,21-16 43-15,16-2 6 16,8-20-49-16,-2-10-64 0,-11-2-71 15,-17-2 41-15,-16 2 52 16,-15-1 91-16,-5 2 92 16,-12 3 21-16,-5 1 57 15,-2 4-32-15,0 3-3 16,0 6-19-16,0 6-70 16,-5 4-18-16,2 4-28 15,-4 9-5-15,-6 17-10 16,-1 14 15-16,-4 7-2 15,5 5-4-15,0 1 4 16,3-4-13-16,6-2-13 16,2-10-27-16,2-5-10 0,-3-11-62 15,3-16-102 1</inkml:trace>
  <inkml:trace contextRef="#ctx0" brushRef="#br0" timeOffset="61930.58">9998 5220 706 0,'0'0'30'0,"0"0"6"16,99-70-8-16,-47 56-6 16,8 2-16-16,1 3 2 15,0 5-5-15,-1 4-3 0,-1 0-31 16,-9 3-113-1,-13-1-189-15</inkml:trace>
  <inkml:trace contextRef="#ctx0" brushRef="#br0" timeOffset="62119.42">9648 5461 740 0,'0'0'52'0,"0"0"-52"16,0 0-7-16,0 0 7 16,0 0 11-16,119 17 3 15,-49-4-14-15,2-4-54 0,4-9-224 16</inkml:trace>
  <inkml:trace contextRef="#ctx0" brushRef="#br0" timeOffset="62654.54">10298 5600 459 0,'0'0'251'16,"0"0"-91"-16,0 0-92 15,0 0-39-15,0 0-29 16,0 0-9-16,12 32 2 15,-3 4 7-15,3 5 5 16,-3-1-5-16,1-5 1 16,1-8-1-16,1-8-11 0,-1-7-7 15,0-7 11-15,1-5-1 16,7-6 8-16,4-19 2 16,-1-5-1-16,-2-2 0 15,-8 4 3-15,-7 4 1 16,-3 12 17-16,-2 5-9 15,0 7-1-15,0 8-12 16,0 18-34-16,-12 11 34 16,2 5-1-16,2 3-5 15,5 0-13-15,3 0 3 16,0-1-21-16,14-3-52 16,7-11-73-16,2-13-210 15</inkml:trace>
  <inkml:trace contextRef="#ctx0" brushRef="#br0" timeOffset="62841.35">10826 5521 627 0,'0'0'59'0,"0"0"-33"16,0 0-22-16,0 0 3 15,104-5 1-15,-63 14-8 16,4 3 0-16,4 2-85 0,0-6-124 16</inkml:trace>
  <inkml:trace contextRef="#ctx0" brushRef="#br0" timeOffset="63025.96">10692 5747 808 0,'0'0'0'15,"0"0"-2"-15,0 0 2 16,0 0 0-16,137 52-14 16,-68-38-75-16,6-8-41 15,-1-6-374-15</inkml:trace>
  <inkml:trace contextRef="#ctx0" brushRef="#br0" timeOffset="63854.39">11764 5404 579 0,'0'0'131'0,"0"0"-16"15,0 0-61-15,0 0-54 16,0 0-18-16,0 0 17 16,-34 102 2-16,16-38 0 15,2 7 0-15,-1 3-1 0,10-4 0 16,7-13-1-1,0-11-9-15,14-17-25 0,11-12-4 16,8-12 22-16,7-5 14 16,2-14 3-16,-2-17 2 15,-5-6-1-15,-13-4 2 16,-15-7 11-16,-7 1 17 16,-13 0 5-16,-11 7-36 15,4 16 0-15,5 10 3 16,11 9-1-16,4 5-2 15,0 0-16-15,19 0-25 16,20 11 41-16,18-4 0 16,14-4 1-16,7-3 0 15,-4 0-1-15,-14-2 3 0,-21-2-1 16,-20 2 2-16,-14 1 20 16,-5 1-9-16,0 0-15 15,0 3-15-15,-8 15 6 16,-8 9 9-16,-2 5 1 15,0 6 0-15,9 4-1 16,9-6-5-16,5-10-25 16,27-12 17-16,14-14 13 15,2 0 0-15,-2-26 6 16,-4-8 26-16,-10-9 3 16,-7-5-13-16,-11 1 1 15,-13 4 1-15,-1 4-10 16,-16 8 6-16,-14 11-20 0,0 13-4 15,3 7-32-15,6 17-88 16,11 16-38-16,10 7-39 16,1-2-58-16</inkml:trace>
  <inkml:trace contextRef="#ctx0" brushRef="#br0" timeOffset="64007.48">12749 5839 627 0,'0'0'150'15,"0"0"-36"-15,0 0-60 16,0 0-22-16,0 0-32 16,0 0-7-16,-57 58 6 0,20-13-2 15,0 8-30-15,-1 7-52 16,2-8-79-16,10-17-285 16</inkml:trace>
  <inkml:trace contextRef="#ctx0" brushRef="#br0" timeOffset="64852.07">13098 5542 606 0,'0'0'103'15,"0"0"-28"-15,0 0-75 0,0 0-19 16,0 0-19-16,0 0 36 15,-19 95 4-15,3-39-2 16,2 5 3-16,8-2-3 16,6-8 0-16,1-10-3 15,24-14 2-15,11-14-11 16,6-13 6-16,3-1 6 16,2-26 4-16,-5-4 8 15,-6-8-5-15,-11 1 7 16,-12-3 10-16,-13-1-18 15,-13 1-6-15,-21 5-15 16,-3 7-7-16,5 13 21 0,12 12 0 16,9 4-1-1,4 0-13-15,1 0-29 0,3 7 38 16,3 3-15-16,6-4 8 16,25 0 12-16,15-6 1 15,15 0 7-15,8 0-4 16,3 0-3-16,-7-6 0 15,-12 0 4-15,-19 1-2 16,-15 0 38-16,-14 2 9 16,-5 2-1-16,0 1-38 15,0 0-10-15,-12 14-10 16,-14 15 10-16,-6 10 0 16,-1 6 0-16,9-3 4 0,15-6-3 15,9-11-1 1,0-11 3-16,21-11-1 0,10-3 1 15,11-12 7-15,3-13-7 16,1-6-3-16,-4 1-8 16,1-3-65-16,-6 4-21 15,-4 2 43-15,-5 4 51 16,-5 6 0-16,-7 4 6 16,-5 6 64-16,-4 4 19 15,-6 3-31-15,1 0-58 16,-2 15-16-16,0 14 10 15,0 10 5-15,0 7 1 16,-3-1 4-16,1-6-2 16,2-13 1-16,0-11-2 15,5-9 2-15,20-6 3 0,10-1 4 16,8-20 9-16,3-12-2 16,-7-5-9-16,-8-3 13 15,-11-5-11-15,-14 5-10 16,-6 2 0-16,-6 6-5 15,-29 11-7-15,-9 14-40 16,-1 8-112-16,6 0-51 16,11 10-143-16</inkml:trace>
  <inkml:trace contextRef="#ctx0" brushRef="#br0" timeOffset="65187.33">14414 5550 624 0,'0'0'145'16,"0"0"-30"-16,0 0-72 16,0 0-20-16,0 0-12 15,0 0-11-15,1-18-12 16,9 43-139-16,2 7 82 15,3-1-135-15</inkml:trace>
  <inkml:trace contextRef="#ctx0" brushRef="#br0" timeOffset="65402.13">14475 5917 809 0,'0'0'45'15,"0"0"-45"-15,0 0-1 16,0 0 1-16,0 0 0 16,0 0 0-16,22 100-1 15,-22-50 1-15,-15 7 0 16,-27 1-4-16,-16-5-87 16,-6-13-126-16</inkml:trace>
  <inkml:trace contextRef="#ctx0" brushRef="#br0" timeOffset="65952.13">15238 5458 681 0,'0'0'169'16,"0"0"-55"-16,0 0-83 16,0 0-6-16,0 0-25 15,0 0-3-15,-13-8-51 0,-25 53 50 16,-11 14 4-16,1 10 0 15,13 0-6 1,19-8-30-16,16-15 17 0,23-17 9 16,30-12 6-16,18-13 4 15,11-4-3-15,5-10-36 16,-5-13-70-16,-12-7-70 16,-12-2-99-16,-15-5 68 15,-13-2 182-15,-15 0 28 16,-7 0 157-16,-8 6 17 15,0 4 33-15,0 8-46 16,0 10-36-16,0 5-72 16,0 6-8-16,-7 1-45 15,-6 23-23-15,-15 12 6 0,-7 20 17 16,-3 4 2-16,6 4-2 16,13-6-1-16,6-12 1 15,11-5 0-15,2-10-5 16,0-9-38-16,0-8-39 15,2-13-22-15,13-1-18 16,9-20-185-16</inkml:trace>
  <inkml:trace contextRef="#ctx0" brushRef="#br0" timeOffset="66122.87">15654 5446 611 0,'0'0'35'0,"0"0"56"0,0 0-75 15,98-27-7-15,-67 27 23 16,3 0-10-16,0 0-17 16,0 2-5-16,-2 10-3 15,-4 3-61-15,-3-7-76 16,-5-3-243-16</inkml:trace>
  <inkml:trace contextRef="#ctx0" brushRef="#br0" timeOffset="66311.36">15586 5629 328 0,'0'0'223'0,"0"0"-218"0,0 0 16 16,0 0-1-16,0 0-3 16,0 0 50-16,75 0 13 15,-28 0-52-15,5 0-17 16,6 0-11-16,2-8-108 15,-6-6-224-15</inkml:trace>
  <inkml:trace contextRef="#ctx0" brushRef="#br0" timeOffset="66901.75">15830 5907 635 0,'0'0'104'0,"0"0"-97"0,0 0-7 16,0 0-6-16,0 0 4 16,0 0-2-16,-22 35 8 15,16-16-3-15,2-2 1 16,4 0-1-16,0-3-1 15,0-3-36-15,20-9 19 16,13-2 16-16,8 0-10 16,-3-13-28-16,-6 2 38 15,-13 3 1-15,-8 2 34 16,-7 6 28-16,0 0-49 16,-2 8-13-16,-1 18-1 15,-1 6 0-15,0 2-1 16,0 3 1-16,0-6 1 0,-8-7-2 15,2-9 1-15,0-4 1 16,-5-5 11-16,-8 2-2 16,-8 0 1-16,-10 0-3 15,-4-5-3-15,0-1 1 16,3-2-5-16,8 0-29 16,17 0-88-16,13-8-162 15</inkml:trace>
  <inkml:trace contextRef="#ctx0" brushRef="#br0" timeOffset="67090.41">16166 5915 528 0,'0'0'150'0,"0"0"3"15,0 0-77-15,0 0-64 16,0 0-12-16,0 0-18 15,44-29-11-15,0 29-8 16,5-3-29-16,1-2-39 16,-1-6-127-16</inkml:trace>
  <inkml:trace contextRef="#ctx0" brushRef="#br0" timeOffset="67282.92">16668 5682 606 0,'0'0'97'0,"0"0"-78"16,87-9-19-16,-38 10-1 16,7 12-71-16,-3-1-49 15,-3-4-132-15</inkml:trace>
  <inkml:trace contextRef="#ctx0" brushRef="#br0" timeOffset="67443.22">16570 5894 389 0,'0'0'18'16,"0"0"10"-16,115 14-3 15,-49-10-25-15,13-4-151 16</inkml:trace>
  <inkml:trace contextRef="#ctx0" brushRef="#br0" timeOffset="67999.28">17246 5531 486 0,'0'0'75'16,"0"0"37"-16,0 0-17 15,0 0-67-15,0 0-23 16,0 0-1-16,70-42-4 16,-15 42 4-16,3 0-3 15,-4 0 1-15,-6 0 4 16,-10 0 1-16,-8 2 3 16,-10-2 5-16,-13 1-10 15,-4 3-5-15,-3 6-4 16,0 12-8-16,-15 11 11 15,-18 15-1-15,-10 16 1 0,-6 6-6 16,3 0-25-16,4-6-24 16,9-14-22-16,12-14 25 15,14-13-57-15,7-17-59 16,0-6-130-16</inkml:trace>
  <inkml:trace contextRef="#ctx0" brushRef="#br0" timeOffset="68415.89">17300 5735 493 0,'0'0'83'0,"0"0"-21"15,118-43-59-15,-49 31 12 0,8 0 16 16,6 1 12 0,4-2 3-16,-7 5-13 0,-8 1-18 15,-23 4-13-15,-19 3-1 16,-17 0 1-16,-11 0-2 15,-2 0-11-15,0 0-2 16,-21 0-4-16,-9 1 6 16,-9 16 10-16,-5 10 0 15,0 9-18-15,4 10-4 16,8 0-18-16,15 0-7 16,17-5-11-16,27-15-40 0,29-10 99 15,13-16 0 1,0 0 34-16,-10-17 14 0,-7-11-13 15,-10-5 11-15,-9-4-18 16,-12-4-9-16,-11 1-1 16,-10-1 7-16,-4-1 8 15,-22 8 0-15,5 10-19 16,4 12-2-16,5 12-12 16,1 10-127-16,5 21-37 15,6 6-44-15</inkml:trace>
  <inkml:trace contextRef="#ctx0" brushRef="#br0" timeOffset="68598.65">18276 5914 648 0,'0'0'121'16,"0"0"-19"-16,0 0-77 15,0 0-25-15,0 0-16 16,0 0 15-16,-59 74 1 15,30-26 0-15,3 3-43 16,2-3-72-16,5-9-110 16</inkml:trace>
  <inkml:trace contextRef="#ctx0" brushRef="#br0" timeOffset="69547.46">18665 5604 546 0,'0'0'17'0,"0"0"-17"16,0 0 0-16,0 0 0 15,0 0 0-15,-74 100 2 16,55-55 1-16,10 2 3 15,9-4-6-15,0-4 1 16,18-7-1-16,7-13 7 0,11-6-1 16,-4-11 3-16,2-2 4 15,-5-3 5-15,-3-16 0 16,-7-5-7-16,-2-3-3 16,-12-9-4-16,-5-5-2 15,-1-4-2-15,-20 3-2 16,-1 6-1-16,2 14 2 15,7 9-1-15,6 6-53 16,5 5-11-16,2 2-22 16,0 0-11-16,22 0 99 15,12 2 20-15,12 3 12 16,7 1 10-16,-2-2-9 16,0 1 7-16,-7-5-6 15,-12 2 3-15,-12 0-26 16,-9-1 5-16,-9 1-1 0,-2-2-1 15,0 4-3-15,-9 4-8 16,-17 9 8-16,-8 7-5 16,3 10-1-16,1 5-4 15,6 4-1-15,13 3 0 16,11-6-2-16,2-6-8 16,32-13 10-16,14-9 6 15,10-12 0-15,2 0 4 16,-3-17 0-16,-11-10 5 15,-12-4-9-15,-12-6 14 16,-11-1 5-16,-10 4-20 16,-1 2 1-16,0 6-6 0,0 7-21 15,-3 9 9-15,2 5 12 16,1 3 14-16,0 2 19 16,17 0-33-16,21 0 1 15,7 12 3-15,5 0-1 16,-5 5 6-16,-5-3-1 15,-7 5-1-15,-10-2-7 16,-8 5 0-16,-8-2-3 16,-2 3-1-16,-5 2 0 15,0-1 4-15,0 0 0 16,0-2 0-16,0-6-5 16,0-8-8-16,4-8 13 15,11 0 0-15,6-14 37 0,9-13-8 16,4-10-9-1,-3-10 2-15,-4-4-14 0,-10-7 4 16,-11 0 9-16,-6 7 1 16,0 7-4-16,-6 8 8 15,-8 12-14-15,-2 9-12 16,-8 11-5-16,-10 4-22 16,-11 19-63-16,-10 17-24 15,4 7-31-15,21-1-163 16</inkml:trace>
  <inkml:trace contextRef="#ctx0" brushRef="#br0" timeOffset="69717.14">19965 6000 872 0,'0'0'66'0,"0"0"-27"16,0 0-39-16,0 0-140 16,0 0-197-16</inkml:trace>
  <inkml:trace contextRef="#ctx0" brushRef="#br0" timeOffset="74059.76">2724 5538 25 0,'0'0'31'16,"0"0"22"-16,0 0 23 15,0 0-20-15,0 0 26 16,0 0-15-16,-6-39 13 16,6 32-36-16,-2 1 15 0,-1 2-37 15,1 0-6 1,2 2-3-16,0 1 9 0,0 1 10 16,0-1 9-16,0 1 4 15,0-2-1-15,0 0-14 16,0 2-5-16,0 0-13 15,0 0-12-15,16 0-2 16,17 6 0-16,10 14 2 16,3 9-5-16,-3 11 2 15,-5 15 1-15,-13 7-4 16,-8 6-1-16,-14-2 1 16,-3-8 0-16,-5-12 4 15,-13-12 2-15,3-10-10 0,0-10 10 16,-1-9 0-16,-1-5 4 15,-1 0 4-15,-2-9 7 16,0-12 4-16,0-7-14 16,6-8 0-16,5-3-3 15,9-4-2-15,12-8 0 16,25-3-8-16,18 1-24 16,14 2-2-16,4 7-30 15,-1 13-20-15,-13 11 6 16,-21 11-23-16,-25 5-112 15</inkml:trace>
  <inkml:trace contextRef="#ctx0" brushRef="#br0" timeOffset="83350.69">3427 5768 186 0,'0'0'82'0,"0"0"25"16,0 0-48-16,0 0-43 16,0 0 3-16,0 0 21 15,0 0 18-15,0 0-25 16,0 0 5-16,0 0-12 15,0-1 12-15,0 0-10 16,0 0-17-16,0-1-4 16,0 2-2-16,0 0-5 15,0 0 0-15,0 0-4 16,0 0-4-16,1 0 0 16,20 0 8-16,13 0 1 0,12 0 4 15,4-1-2 1,0 1-1-16,-2 0-1 0,-5 0-1 15,-8 0-22-15,-7 0-56 16,-10 4 1-16,-17 4-57 16,-1 2-106-16</inkml:trace>
  <inkml:trace contextRef="#ctx0" brushRef="#br0" timeOffset="83548.34">3404 5958 163 0,'0'0'60'0,"0"0"-12"15,82 0 40 1,-45 0 16-16,4 0-58 0,-1 0-36 16,3 0-10-16,-1 3 0 15,-6 7-13-15,-6-3-66 16,-7-2-86-16</inkml:trace>
  <inkml:trace contextRef="#ctx0" brushRef="#br0" timeOffset="83867.96">4137 5660 494 0,'0'0'37'16,"0"0"138"-16,0 0-116 16,0 0-26-16,0 0-26 15,0 0-7-15,7-3-2 16,2 33 1-16,-3 10-1 15,-3 7 2-15,-3 2 0 16,0 2 0-16,-14 0 0 16,1-3-19-16,1-3-37 15,-3-7-63-15,9-12-108 0</inkml:trace>
  <inkml:trace contextRef="#ctx0" brushRef="#br0" timeOffset="84233.58">4335 5746 387 0,'0'0'389'0,"0"0"-378"16,0 0-11-16,0 0-14 15,0 0 14-15,0 79 0 16,2-37 0-16,8 2-2 15,-1-1-14-15,6-7-23 0,9-9-29 16,7-13 49-16,7-12 10 16,6-2 9-16,1-22-2 15,-1-11 2-15,-6-6 0 16,-10-5 13-16,-10-1 44 16,-18 0 11-16,-3 0-27 15,-37 1-7-15,-8 5-21 16,-1 8-6-16,10 9 2 15,12 18-4-15,11 4-5 16,4 12-17-16,1 19-69 16,1 10-4-16,5 0-88 0</inkml:trace>
  <inkml:trace contextRef="#ctx0" brushRef="#br0" timeOffset="84421.88">4737 5513 621 0,'0'0'42'0,"0"0"12"16,0 0-53-16,0 0-1 15,82 0-28-15,-59 19-53 0,-2-3-101 16,-2-10-231-16</inkml:trace>
  <inkml:trace contextRef="#ctx0" brushRef="#br0" timeOffset="84633.11">5069 5392 786 0,'0'0'82'0,"0"0"-32"15,0 0-50-15,0 0-6 16,-5 108 6-16,-7-27 4 0,-7 11-3 16,-5 3-2-1,0-2-4-15,-3-5-40 0,-1-8-35 16,0-13-95-16,7-21-195 16</inkml:trace>
  <inkml:trace contextRef="#ctx0" brushRef="#br0" timeOffset="84791.16">5282 6056 796 0,'0'0'32'0,"0"0"66"16,0 0-89-1,0 0-9-15,0 0-208 16,0 0 39-16</inkml:trace>
  <inkml:trace contextRef="#ctx0" brushRef="#br0" timeOffset="99228.05">2439 6653 440 0,'0'0'95'0,"0"0"47"16,0 0-92-16,0 0-33 16,0 0 8-16,0 0-1 15,0 0-3-15,0 0 5 16,0-32-3-16,0 30 6 15,3-2-6-15,0 1-2 16,-3 0-14-16,3 1-7 16,3 2 0-16,6 0-4 15,4 8 3-15,11 13 1 16,3 6 0-16,1 9 0 16,-4 3 0-16,-8 5-2 15,-11 6-3-15,-5 3 4 0,-3-5-1 16,0-6 1-16,-12-11 0 15,0-12-1-15,5-7-2 16,2-9 5-16,5-3-1 16,-3 0 5-16,-5 0 6 15,-3-2 23-15,-8-8-18 16,-3-7-14-16,3-3 1 16,7-1 0-16,9-4-1 15,3-8 3-15,6-7-5 16,30-8-7-16,19-6-5 15,12 4-23-15,2 3 2 16,-8 8-13-16,-10 9 4 16,-20 11-59-16,-17 7-48 0,-14 6-275 15</inkml:trace>
  <inkml:trace contextRef="#ctx0" brushRef="#br0" timeOffset="100234.16">3098 6411 125 0,'0'0'97'16,"0"0"-24"-16,0 0 7 15,0 0 8-15,0 0-20 16,0 0 7-16,3-44-19 15,-1 37 6-15,-2 0-17 16,0 0-14-16,0 2 22 16,0 0-28-16,0 3-2 15,0 1 2-15,0-1-13 0,0 2-3 16,0 0-5 0,0 0 4-16,0 0-8 0,0 0-1 15,0 0-3-15,0 12-7 16,0 12 8-16,-15 13 3 15,-2 8-1-15,-8 2-1 16,-6 6-8-16,-9 5-60 16,-1-12-41-16,5-13-216 15</inkml:trace>
  <inkml:trace contextRef="#ctx0" brushRef="#br0" timeOffset="101658.65">3404 6721 236 0,'0'0'184'16,"0"0"-38"-16,0 0-70 15,0 0-2-15,0 0-48 16,0 0 4-16,52-26-22 16,-17 19 3-16,3 5 0 15,3 0-8-15,-2 2-2 16,-5 0-1-16,-2 7-19 16,-7 7-81-16,-8 1-35 0,-9-2-83 15,-8-3-37-15</inkml:trace>
  <inkml:trace contextRef="#ctx0" brushRef="#br0" timeOffset="101843.5">3333 6978 305 0,'0'0'118'15,"0"0"-115"-15,0 0 56 16,0 0 10-16,0 0-28 15,105 14 0-15,-66-10-29 16,2 2-12-16,-4 0-5 0,2-6-125 16,-11 0-303-16</inkml:trace>
  <inkml:trace contextRef="#ctx0" brushRef="#br0" timeOffset="102723.28">4359 6558 597 0,'0'0'151'0,"0"0"-49"15,0 0-44-15,0 0-31 16,0 0-27-16,0 0-9 16,0 3 9-16,-3 28 0 15,-12 11 0-15,-3 6-1 16,-9 10 1-16,2 2 0 15,-2-2-1-15,7-7-25 16,-2-11-38-16,6-5-6 16,1-13-59-16,7-15-146 15</inkml:trace>
  <inkml:trace contextRef="#ctx0" brushRef="#br0" timeOffset="103198.51">4717 6565 776 0,'0'0'21'0,"0"0"10"16,0 0-31-16,0 0-2 15,0 0 2-15,-106 93 0 16,83-47 0-16,3 4-1 15,10-2 1-15,9-8-4 16,1-9-19-16,1-14 0 16,19-12-26-16,10-5 27 0,10-13 17 15,3-16 2 1,-4-2 1-16,-7 2 2 0,-10 3 84 16,-12 9-6-16,-1 7-26 15,-6 7-15-15,-3 3-23 16,2 0-14-16,-1 5-9 15,1 23 5-15,-2 12 1 16,0 6 0-16,-5 1 3 16,-13-6 2-16,-4-8-2 15,1-7 3-15,-7-4-2 0,-7-2 0 16,-5-4 0 0,0-6-1-16,-4-7-1 0,0-3-3 15,0 0 2-15,3-2-3 16,11-11-20-16,12-1-14 15,18-7-31-15,11-7-135 16</inkml:trace>
  <inkml:trace contextRef="#ctx0" brushRef="#br0" timeOffset="103403.71">4779 6568 760 0,'0'0'35'0,"0"0"-32"15,0 0-1-15,0 0-2 0,0 0 4 16,111 0-3-16,-67 10-1 16,-2 2-26-16,-2-4-94 15,-6-5-67-15</inkml:trace>
  <inkml:trace contextRef="#ctx0" brushRef="#br0" timeOffset="103880.69">5167 6619 558 0,'0'0'5'0,"0"0"-3"16,0 0 0-16,-52 94 39 15,40-58-25-15,3-3-2 16,8-8-2-16,1-8-6 16,0-9 4-16,0-8 3 15,17 0 31-15,10-22 62 16,6-9-83-16,-2-5-20 16,-2 1-3-16,-9 3-2 15,-3 2-8-15,-5 2-11 16,-6 0 7-16,-3-1-3 15,-2 2 9-15,1 4 8 16,5 0 2-16,1 5 2 0,10 0 3 16,4-1 24-16,2 3-30 15,0 2 18 1,-3 6 7-16,-5 4-11 0,-3 4-9 16,0 0-6-16,0 6-1 15,-3 17-2-15,-4 9-1 16,-6 11-1-16,0 11 2 15,-22 12 3-15,-12 13 1 16,-2 10 1-16,0 3-2 16,-1-2-3-16,7-8-32 15,0-14-59-15,10-13-61 16,13-18-141-16</inkml:trace>
  <inkml:trace contextRef="#ctx0" brushRef="#br0" timeOffset="104147.29">5521 7038 629 0,'0'0'253'0,"0"0"-217"15,0 0-36-15,0 0-29 16,0 0 29-16,0 0-1 16,0 72 1-16,-2-46-6 15,2-5 1-15,0-7-8 16,0-8-3-16,13-6 16 15,19-7 0-15,8-22 4 16,6-6-3-16,-8-1-1 0,-13 0 2 16,-16 4 9-1,-9 4 21-15,-15 7-11 0,-37 17-21 16,-27 4-6-16,-8 21-143 16,8 5-290-16</inkml:trace>
  <inkml:trace contextRef="#ctx0" brushRef="#br0" timeOffset="108059.87">3132 7964 147 0,'0'0'47'0,"0"0"32"16,0 0 8-16,0 0-44 15,0 0 48-15,-92-59-67 16,79 51 4-16,1-2 12 16,-1 5-10-16,8 0 23 15,-1 2-30-15,1 1-18 16,1 0-5-16,4 2 0 0,0 0-2 16,0 0-13-1,10 0-42-15,25 5 57 0,20 3 6 16,26 1-3-1,19 1 2-15,19-1-4 0,9 2 0 16,15 2-1-16,8-3 3 16,7 1-2-16,13 0-1 15,10 0-2-15,10 0 2 16,7 3 0-16,7 1-2 16,5-1 2-16,5 3-7 15,13-2 6-15,3 2-2 16,8-1 3-16,2 2 1 15,3 3-1-15,6-1 0 16,5 2-1-16,2 1-4 16,-1 2-10-16,-4-4-11 0,3-1 18 15,7-2 4-15,4-4 4 16,-1-2 5-16,2 2 16 16,-1 2-3-16,-2 1-3 15,3 3-10-15,-12 7-1 16,-4-2-4-16,0-2 1 15,-4 1-1-15,1-4 2 16,-11-3 1-16,-7 0 3 16,-4-3 7-16,0-2 25 15,-1 1-7-15,5 1-8 16,-5 3-20-16,5 2 0 16,3 3-3-16,1-1 0 0,-2-1-1 15,-8 2-1-15,-7-1-1 16,-5-1 3-16,1-3 0 15,-2-5 2-15,-2 0 3 16,-6-5 9-16,-4 4-6 16,0-2 2-16,4-2-7 15,4 0 5-15,2 1-7 16,-9-1 2-16,-15 2-2 16,-15-1 0-16,-15-1-1 15,-9 0 5-15,-7-1 4 16,-8 0-1-16,-4 2-2 15,1 1-3-15,7 2 3 16,12 2-3-16,20 0 8 0,17 1-10 16,13-1 7-16,4-2-6 15,-7-6-1-15,-15-1 5 16,-20-1 2-16,-15-3-7 16,-15 0 3-16,-14 0 6 15,-14-1 3-15,-13-7 0 16,-10 1-4-16,-8 2-6 15,-6 0-1-15,-11 2-2 16,-10-1 0-16,-17 1 4 16,-9 1-4-16,-8-1 5 15,-5 1 7-15,-2 2 1 16,-2-3-7-16,0 3-4 16,0 0-2-16,0 0-2 0,0 0-27 15,-22 8-99-15,-8 6-3 16,-2-4-63-16</inkml:trace>
  <inkml:trace contextRef="#ctx0" brushRef="#br0" timeOffset="108204.13">19977 9036 702 0,'0'0'43'16,"0"0"71"-16,0 0-58 15,0 0-18-15,0 0-18 16,0 0-6-16,36-58-14 15,-36 67-63-15,0 18-44 16,-10 4-36-16,-4-8-65 16</inkml:trace>
  <inkml:trace contextRef="#ctx0" brushRef="#br0" timeOffset="111689.61">2881 7886 231 0,'0'0'131'0,"0"0"0"16,0 0-52-16,0 0-40 16,0 0-21-16,0 0 12 15,-26-53-16-15,20 49-6 16,3 2 1-16,0-1 8 16,3 0-8-16,0 3-3 15,0 0-6-15,0 0-1 16,0 0-6-16,0 0-3 15,0 0-1-15,8 0-2 16,16 0 12-16,12 0 0 16,25 0 2-16,19 0 0 0,19 0-1 15,15 0 0 1,10 0 1-16,3 0-1 0,4 3-3 16,5 0-15-16,4-3 8 15,5 0 9-15,10 0 1 16,6 0 0-16,10 0 0 15,3 0 4-15,2 0-4 16,-2 0 2-16,-1 0-1 16,2 0 0-16,-1 4-1 15,-4 1-1-15,-1 0 1 16,-8 1 2-16,0 0-2 16,-3 4 0-16,6-1 1 0,12 1-1 15,6 0-1-15,8-3 0 16,-3-1 0-16,-6 0 0 15,-6-3 1-15,-6 0 0 16,-3 3-2-16,-2 3 0 16,-1-1 2-16,-5 4 0 15,3-2 0-15,-8 2-3 16,-7 0-3-16,3 1 6 16,-5-3-6-16,1-1 4 15,-1-4 2-15,3-2 0 16,-3-3 0-16,-3 0 1 15,0 0-1-15,-4 2 2 16,0 2-2-16,-2 1 0 16,-4 3 0-16,2-2 0 15,-5 1 0-15,-6-2 0 0,-2-1 0 16,-4-3 1-16,-2 1-1 16,0-2 4-16,3 0 2 15,7 0 9-15,4 0 8 16,6 0 20-16,2 0-14 15,-1 0-24-15,-5 4-3 16,0 0 0-16,-3-1-1 16,-2-2-1-16,0 1 0 15,-1 1 0-15,1 0 0 16,5 4 0-16,9 0-1 0,0 0-1 16,2 3 0-1,4-2-7-15,-6-1-8 0,4 0 12 16,5-1 3-16,4-2-1 15,11-1 3-15,3-1-2 16,2 0 2-16,0 3 0 16,-8 1 2-16,-1 2-2 15,2 3-2-15,0-2 1 16,9-1 0-16,-2 0 1 16,-1 1 0-16,-5 2 2 15,-5 6-2-15,3 1-4 16,3 5 1-16,8 2 2 15,6-1-17-15,-4-2-1 16,-2-3 4-16,-11-2-1 16,-9 0 13-16,-4-1-2 0,-6 2 5 15,0-2 0-15,1 0 2 16,-9 0-1-16,-3-1 11 16,1 4-2-16,-3-1-2 15,-1 2-3-15,1-2-5 16,1 0-1-16,2-3 1 15,-1-5-11-15,-1-3-1 16,-9-4 12-16,-9-1 2 16,-10 0 11-16,-6-1 18 15,-4-1 0-15,-2 0-7 16,-2 0-5-16,-1 0-5 16,4 0 3-16,4 0-5 0,6 0-3 15,1 0-2-15,2-1-4 16,-3-1-2-16,-3 1-1 15,-9 1 0-15,-3-1 2 16,-8-1 0-16,-5-1-1 16,-3 2 6-16,-2 0-5 15,-2-2 6-15,3 3-4 16,0 0 3-16,2 0-3 16,-3 0 1-16,2 5-5 15,0 0 2-15,-2 0-1 16,-5-1 2-16,-6-1-1 15,-6-3 6-15,-5 0 4 16,-9 0 8-16,-9 0-6 0,-9 0-2 16,-7-2 0-1,-6-1 3-15,-4 0-4 0,-1 0-11 16,0 2-1-16,0-1 0 16,0 2-3-16,-4 0-2 15,-24 0-44-15,-12 16-76 16,-3-6-54-16,12-3-320 15</inkml:trace>
  <inkml:trace contextRef="#ctx0" brushRef="#br0" timeOffset="111826.99">22388 8754 778 0,'0'0'6'0,"0"0"57"16,0 0-63-16,0 0-90 15,-84 14-9-15,44 7-61 16,3-5-278-16</inkml:trace>
  <inkml:trace contextRef="#ctx0" brushRef="#br0" timeOffset="113379.54">3076 7614 17 0,'0'0'34'0,"0"0"-5"16,0 0 2-16,0 0 74 16,0 0-28-16,0 0 13 15,-33 1-32-15,30-1-12 16,3-7-20-16,0-2-10 16,0 0 14-16,0-2 8 15,0 2 8-15,-2-2-19 16,-2 1 35-16,1 0-34 15,-1 3 3-15,-1 0-3 16,2 1-22-16,-1 1-1 0,1 2 2 16,3 2 3-1,0 1 2-15,0 0-11 0,0 0-1 16,0 0-7-16,0 18 5 16,0 13 2-16,0 12 0 15,-2 9 1-15,-14 9 0 16,-5 1 0-16,0 4-1 15,5-3 0-15,1-5 0 16,3-11 2-16,4-15-1 16,4-14 1-16,1-9-1 15,1-6 0-15,2-2 0 16,-1-1 0-16,1 0 4 16,0 0 1-16,0 0-1 15,0 0-5-15,0 0-11 0,0 0-101 16,0 1 0-1,0 2-33-15,0-3-50 0,0 0 91 16,-2 0 77-16,-1-3 27 16,-2-5 90-16,3 2 47 15,1 1-16-15,-4 5-97 16,-4 0-24-16,1 0-354 16</inkml:trace>
  <inkml:trace contextRef="#ctx0" brushRef="#br0" timeOffset="114520.22">2299 7464 485 0,'0'0'104'0,"0"0"-20"16,0 0 10-16,0 0-39 0,0 0-3 15,0 0-32-15,-22-49-20 16,22 49-5-16,0 10 2 16,8 11 1-16,4 7 2 15,0 6 0-15,0 1-1 16,-4 1 1-16,3-7-8 15,3-8-15-15,4-7 0 16,1-12 19-16,13-2 4 16,2-10 3-16,6-14 0 15,-1-5 1-15,-8 0 0 16,-7-3 5-16,-13 1 14 16,-8 8-1-16,-3 6 25 0,0 11-8 15,0 4-37-15,0 2-2 16,0 15-29-16,0 18 17 15,-9 13 12-15,-9 10 0 16,-2 4 0-16,-2 1-1 16,4-3 1-16,0-5-4 15,2-7-21-15,2-2-3 16,1-6-50-16,6-20-102 16,7-18-188-16</inkml:trace>
  <inkml:trace contextRef="#ctx0" brushRef="#br0" timeOffset="114802.81">2627 7737 682 0,'0'0'40'0,"0"0"-39"16,0 0-1-16,0 0 3 16,-24 76 0-16,21-45-2 15,3 3 3-15,0-1-1 16,0-7-2-16,18-7-2 15,10-14-3-15,5-5 4 16,9-5 8-16,1-18-4 16,-12-5 0-16,-11 0 9 15,-8 1 41-15,-12 1-20 16,-2 5 6-16,-26 1-32 16,-15 9-7-16,-9 8-2 15,4 3-9-15,7 8-62 0,21 14-72 16,20-1-43-16,12-5-122 15</inkml:trace>
  <inkml:trace contextRef="#ctx0" brushRef="#br0" timeOffset="115787.82">5922 7674 390 0,'0'0'70'16,"0"0"32"-16,0 0-4 16,0 0 20-16,0 0-109 15,0 0-9-15,9 0-7 16,-12 33 7-16,-15 12 7 0,-7 10 9 15,-7 13 5 1,-2 7-6-16,1 1-9 16,0-5-3-16,5-12-1 0,9-12-1 15,8-17 0-15,5-10-1 16,5-10-46-16,1-10-42 16,7-14-65-16,20-28-131 15</inkml:trace>
  <inkml:trace contextRef="#ctx0" brushRef="#br0" timeOffset="116170.82">6201 7311 694 0,'0'0'36'0,"0"0"68"15,0 0-88-15,0 0-15 16,0 0-1-16,0 0 0 16,1 114 1-16,-2-66 0 15,1 0 0-15,0-4-1 16,0-10 1-16,3-6-1 16,13-15-2-16,13-8 2 15,11-5 1-15,6-17 1 16,3-9 1-16,-8-6-2 15,-12 1-1-15,-14 3 9 16,-10 7 3-16,-5 6 10 16,0 9-13-16,0 6 16 0,0 0-25 15,0 12-39-15,-12 13 34 16,1 8 2-16,-6 5-4 16,-2 8-7-16,-1 2-18 15,3 1-82-15,4-14-64 16,13-16-311-16</inkml:trace>
  <inkml:trace contextRef="#ctx0" brushRef="#br0" timeOffset="116350.8">6765 7634 193 0,'0'0'645'0,"0"0"-573"15,0 0-72-15,0 0-28 16,0 0 16-16,0 0 12 15,-32 86 2-15,11-45-2 16,0 5-1-16,6 4-61 16,10-2-40-16,5-8-94 15</inkml:trace>
  <inkml:trace contextRef="#ctx0" brushRef="#br0" timeOffset="117128.57">9768 7718 620 0,'0'0'113'0,"0"0"18"0,0 0-68 16,0 0-63-16,0 0-3 15,0 0-2-15,-44 37 5 16,15 21 1-16,-3 14-1 15,-8 12 0-15,2 1 2 16,4-3-2-16,7-8 0 16,7-10-5-16,6-8-49 15,5-11-4-15,1-12-41 16,4-17-52-16,4-16-162 16</inkml:trace>
  <inkml:trace contextRef="#ctx0" brushRef="#br0" timeOffset="117551.47">9485 7082 793 0,'0'0'44'15,"0"0"13"-15,0 0-57 16,0 0 0-16,0 0 0 16,100 101 0-16,-73-38-1 15,-2-1 1-15,-2-1-2 16,1-13-29-16,8-13-2 16,6-14-9-16,8-13 12 0,6-8 27 15,3-8 3-15,-7-20 2 16,-9-4 0-16,-17-7 44 15,-13 1-18-15,-9 1 10 16,0 6-3-16,-3 11-16 16,-3 10 6-16,5 10-25 15,-2 7-14-15,-5 22-50 16,-2 15 63-16,-8 13 2 16,-4 7-4-16,-1 4-11 15,7-3-40-15,16-6-80 16,1-19-17-16,31-18-261 15</inkml:trace>
  <inkml:trace contextRef="#ctx0" brushRef="#br0" timeOffset="117883.75">10280 7596 461 0,'0'0'26'16,"0"0"25"-16,0 0-4 15,0 0-26-15,0 0-13 16,0 0-5-16,70 36-2 16,-70-20-1-16,-1 4-2 15,-23 2 2-15,-12 3 4 16,-3-3 1-16,5-2-1 0,8-6-4 16,10-3 0-16,8-3 2 15,6-6-4-15,2-2 4 16,0 0-2-16,9 0 10 15,25 0 34-15,24 0 31 16,17 0-59-16,10 0-15 16,-2 0-1-16,-9 0-23 15,-9 0-82-15,-11 0-63 16,-13 0-313-16</inkml:trace>
  <inkml:trace contextRef="#ctx0" brushRef="#br0" timeOffset="118734.59">13642 7883 229 0,'0'0'66'0,"0"0"-17"16,97-50 94-1,-76 33-55-15,-7 3 27 0,-3 0-37 16,-6 3-2-16,-2 0-17 15,-2 6-27-15,1 4-16 16,-2 1-16-16,0 9 0 16,0 25-24-16,-15 24 22 15,-9 26-1-15,-6 14 3 16,-3 10 2-16,5-5-2 16,3-6 0-16,5-12-2 15,10-7 2-15,2-15-2 16,3-8 2-16,5-11-3 15,0-13-22-15,0-12-7 16,0-12-34-16,10-7-18 16,8-23 22-16,6-28-494 0</inkml:trace>
  <inkml:trace contextRef="#ctx0" brushRef="#br0" timeOffset="119248.11">13576 6959 704 0,'0'0'60'16,"0"0"20"-16,0 0-64 15,0 0-16-15,0 0 0 16,0 0 0-16,44 106 0 15,-30-59-1-15,9-6-10 16,10-11-23-16,15-6 30 0,7-13 0 16,11-11 3-1,4 0 0-15,-3-20 1 0,-13-8 0 16,-19-2 0 0,-15 3 8-16,-16 4 15 0,-4 7-4 15,0 4 21-15,-6 9-40 16,-9 3-5-16,-4 15-22 15,-8 24 2-15,-4 14 19 16,-5 13 4-16,0 7 0 16,5-1-19-16,13-7-35 15,18-10-69-15,7-16-20 16,31-22-326-16</inkml:trace>
  <inkml:trace contextRef="#ctx0" brushRef="#br0" timeOffset="119681.63">14400 7425 667 0,'0'0'18'0,"82"-27"24"16,-37 20-25-16,5 2 8 15,-5 0 2-15,-6 4-17 0,-6 1-5 16,-14 0-5 0,-10 0-2-16,-9 6-57 0,0 11-66 15,-32 0 36-15,-13 5 7 16,-6-3-63-16,6 1 83 16,9-6 53-16,9 2 9 15,8-2 5-15,9 0 26 16,5-5 38-16,5 1-3 15,0-3 31-15,0 5-2 16,11 4-10-16,8 4-44 16,2 3-24-16,0 2 6 15,-6-1-14-15,-10-5-9 16,-5-1-3-16,0-3 3 16,-17 0 0-16,-13-2 3 15,-10-3-6-15,-13-3-6 16,-9-7-82-16,-5 0-68 0,-3-16-255 15</inkml:trace>
  <inkml:trace contextRef="#ctx0" brushRef="#br0" timeOffset="120480.82">18060 7981 461 0,'0'0'115'16,"0"0"-12"-16,0 0-48 16,0 0-55-16,0 0-3 15,0 0 1-15,-4 73 2 16,-13 2 1-16,-5 12 6 16,-8 8 8-16,-1 2-9 15,0-1 1-15,2-7-7 0,7-13 4 16,5-12-2-16,6-12-1 15,5-16-1-15,6-10-1 16,-2-4-5-16,1-10-79 16,1-12-107-16</inkml:trace>
  <inkml:trace contextRef="#ctx0" brushRef="#br0" timeOffset="120998.58">17899 7321 660 0,'0'0'69'0,"0"0"10"16,0 0-44-16,0 0-32 15,0 0-6-15,45 72 5 16,-32-19-2-16,0 5 1 15,6-4-1-15,1-6-2 16,4-11-46-16,9-12 2 16,9-10 8-16,7-13 25 15,4-2 6-15,-6-14 5 16,-9-9 2-16,-15-2 7 16,-15-2 10-16,-8 1 7 15,0 4 0-15,-11 6-8 16,-3 12-11-16,3 4-5 0,-5 11-6 15,-1 17-7-15,-5 15 6 16,1 9 3-16,3 8 3 16,2 8-3-16,10 0-28 15,6-6-81-15,21-20-75 16</inkml:trace>
  <inkml:trace contextRef="#ctx0" brushRef="#br0" timeOffset="121329.9">18569 7729 804 0,'0'0'49'16,"0"0"-49"-16,0 0-14 16,0 0 10-16,0 0 3 0,-4 88 1 15,-1-55 0 1,3-1-3-16,2-7-41 0,0-4 18 15,7-7-42-15,11-11 26 16,5-3 22-16,3-5 19 16,1-15-7-16,-7-3 8 15,-6-4 41-15,-8 3 25 16,-6-1-24-16,0 7 13 16,0 8-7-16,0 10 0 15,0 0-48-15,-6 26-54 16,-5 15 48-16,-2 15-10 15,7 17-13-15,6 3-44 16,16 0 2-16,26-16-81 0</inkml:trace>
  <inkml:trace contextRef="#ctx0" brushRef="#br0" timeOffset="122215.43">22345 8321 382 0,'0'0'146'0,"0"0"-1"15,0 0-71-15,0 0-74 16,0 0-3-16,0 0 3 16,-16 120 3-16,-14-44 4 15,-13 10 3-15,-8-3 1 16,-1 2-2-16,6-6-8 15,7-9 1-15,14-9-2 16,10-17-4-16,7-18-71 16,8-24-172-16</inkml:trace>
  <inkml:trace contextRef="#ctx0" brushRef="#br0" timeOffset="122828.43">22036 7504 658 0,'0'0'137'16,"0"0"-34"-16,0 0-60 15,0 0-43-15,0 0 0 16,0 0-1-16,75 78 2 16,-51-33-1-16,-3-4 0 0,6-5 0 15,5-11-10-15,7-9-3 16,8-9 13-16,8-7 0 15,-1-3 1-15,-6-14 1 16,-10-4 1-16,-17 0-1 16,-11 0 3-16,-10 0 10 15,0 2-3-15,-1 8-7 16,-11 8-4-16,0 3-1 16,-6 14-18-16,-4 22 4 15,-2 12 10-15,0 11-5 16,3 10-5-16,6 6-30 15,1 1-37-15,8-12-65 0,6-20-161 16</inkml:trace>
  <inkml:trace contextRef="#ctx0" brushRef="#br0" timeOffset="123161.79">22796 7769 667 0,'0'0'70'0,"0"0"-70"16,0 0-5-16,0 0 5 15,0 0 1-15,6 87 2 16,-6-58 2-16,0 2 2 0,0 3 1 16,-3 2-1-1,0 4-5-15,3-2 1 0,0-7 2 16,0-8-3-16,0-12-2 15,0-5 0-15,-1-5 0 16,-10-1 1-16,-16 0 12 16,-13-12 15-16,-9-8-24 15,2 0-1-15,13-1 0 16,10 4-3-16,5 3 0 16,7 5-64-16,9-1-157 15,3-3-279-15</inkml:trace>
  <inkml:trace contextRef="#ctx0" brushRef="#br0" timeOffset="123349.47">22862 7775 346 0,'0'0'295'0,"0"0"-86"15,0 0-117-15,0 0-72 16,0 0-20-16,92-57 0 15,-44 66-2-15,4 9 0 16,-1 2-27-16,-5 0-45 16,0-12-111-16,1-8-252 15</inkml:trace>
  <inkml:trace contextRef="#ctx0" brushRef="#br0" timeOffset="123498.68">23084 7800 461 0,'0'0'161'16,"0"0"-27"-16,0 0-43 16,0 0-25-16,0 0-66 15,0 0-78-15,3 47-87 16,15-36-231-16</inkml:trace>
  <inkml:trace contextRef="#ctx0" brushRef="#br0" timeOffset="126160.3">991 8445 337 0,'0'0'203'16,"0"0"-58"-16,0 0-25 15,0 0-63-15,0 0-10 16,0 0-26-16,0 0-21 15,1-47-9-15,-1 73 7 16,-3 15 2-16,-12 12 0 16,-6 11 2-16,-8 5-1 15,3 1-1-15,1-6 0 16,1-6-1-16,3-7-17 16,3-8-24-16,-4-2-28 15,1-12-56-15,2-17-139 16</inkml:trace>
  <inkml:trace contextRef="#ctx0" brushRef="#br0" timeOffset="126774.73">1222 8574 556 0,'0'0'29'0,"0"0"-25"16,0 0-3-16,0 0-1 16,0 0 11-16,1 83 17 15,-5-47 10-15,-5 6 10 16,0 1-33-16,3 1-3 16,1-5-6-16,5-9-4 0,0-10 1 15,2-11-1 1,18-9 5-16,11-1 3 0,12-25 13 15,2-10-10-15,0-10-13 16,-7 3 0-16,-17 4-2 16,-7 3 1-16,-11 8-4 15,-3 6-68-15,0 2-10 16,0 4 15-16,0 3 40 16,0 4 28-16,0 3 4 15,0 3 2-15,13 3 10 0,2 0-8 16,7 0 2-1,-1 13-10-15,2 7 10 0,-7 3-10 16,-2 2 0-16,0 3 2 16,-3-1 1-16,-1 0-2 15,-4-3-1-15,0-2 1 16,-3-5-1-16,-3-3 0 16,0-4 0-16,2-5 1 15,1-5-1-15,4 0 5 16,8-13 84-16,9-16-51 15,6-9-30-15,5-6 27 16,0-6 11-16,-5-1-12 16,-5 2-7-16,-16 10 6 15,-9 15-6-15,-15 12-27 16,-36 12-7-16,-10 8-140 0,-2 22-17 16,17 3-2-1,21-1-124-15</inkml:trace>
  <inkml:trace contextRef="#ctx0" brushRef="#br0" timeOffset="127014.25">1965 8891 617 0,'0'0'199'0,"0"0"-90"16,0 0-106-16,0 0-3 0,0 0-21 16,0 0 21-16,-48 96 0 15,21-61-15-15,-1 2-42 16,1-4-41-16,3-10-46 16,9-12-223-16</inkml:trace>
  <inkml:trace contextRef="#ctx0" brushRef="#br0" timeOffset="128106.79">2403 8577 566 0,'0'0'8'15,"0"0"-8"-15,0 0-13 16,0 0 13-16,0 0 0 15,-60 102 2-15,38-63 2 16,3 0 1-16,5 1-1 16,5-4-3-16,7-6 2 15,2-9-2-15,16-10-1 16,15-11 0-16,8 0 5 16,1-14-1-16,-4-12 2 15,-6-5 29-15,-8-2 4 16,-4 0 25-16,-12 2-34 15,-6 3-10-15,-5 5-16 0,-20 3-4 16,-3 6-15-16,4 4-3 16,3 5 18-16,9 4-2 15,0 1-1-15,3 0-7 16,2 0 7-16,0 0-11 16,4 0 1-16,3 0 3 15,0 0 7-15,0 0 3 16,0 0 26-16,0 0 39 15,0 0-20-15,0 0-18 16,0 0-21-16,0 0 5 16,0 0 0-16,0 0 4 15,0 0-8-15,0 0-7 16,0 0 0-16,0 0 0 0,0 0-2 16,0 0-3-1,0 0-17-15,0 0 0 0,0 0 7 16,14 0-2-16,16 1 17 15,9 4 0-15,3 2 0 16,-1-3-19-16,-5-3-1 16,-4-1 11-16,-9 0 7 15,-6 0 2-15,-8 0 1 16,-8 0 16-16,-1 0 15 16,0 0-17-16,0 0-13 15,-13 0-2-15,1 0-4 16,-3 16-7-16,0 5 8 0,-1 8-1 15,2 1 2 1,0 2 1-16,3 1 1 0,3-3-2 16,8-8 1-16,0-7-19 15,2-10 4-15,18-5 9 16,5-2 7-16,5-18 4 16,-2-7-4-16,3-2-1 15,-5 1 0-15,-9 1 1 16,-6 5 4-16,-5 2-2 15,2 1-2-15,-1 5 0 16,-1 2 0-16,0 4 0 16,3 2 19-16,-2 3-18 15,5 3 7-15,-1 0-3 0,5 0-5 16,1 9 0 0,-3 6-1-16,0 3-2 0,-1 5 2 15,-2 5 1-15,0 4 0 16,-5 2-3-16,2 0 1 15,-2-3-5-15,7-5-9 16,2-10-7-16,6-8-16 16,3-8 6-16,6 0 28 15,4-19 4-15,0-10 2 16,1-6 28-16,-4-4 30 16,-3 0-10-16,-7-3-5 15,-10 0 10-15,-7 2-30 16,-4 5-5-16,-12 12-12 15,-28 9-7-15,-21 14-20 0,-17 0-92 16,-10 19-13-16,9 6-98 16,18-2-208-16</inkml:trace>
  <inkml:trace contextRef="#ctx0" brushRef="#br0" timeOffset="130887.93">4541 8577 350 0,'0'0'115'0,"0"0"-11"15,0 0-31-15,0 0-14 16,0 0-18-16,0 0-19 15,49-70-5-15,-33 60-4 16,6 0 1-16,2 4 3 16,5 2-12-16,5 4-5 15,5 0 0-15,1 4-3 16,-1 12-28-16,-9-2-7 16,-11 3-4-16,-11 0 5 15,-8 3-4-15,0 0 18 16,-23 4-3-16,-13 2 20 0,-6-1-18 15,7-3-15 1,7-2-9-16,11-1 37 0,13-2 0 16,4-2 0-16,0-3 2 15,18 1 9-15,1-4 6 16,1 1 17-16,0-2 21 16,-2 1-15-16,-6 1-15 15,-1-1-9-15,-8 4-5 16,-3 2 0-16,0-1-4 15,-12 2 4-15,-9-1 5 16,-3-4-2-16,6-1-3 16,2-4 0-16,10-2-14 15,3-2-14-15,3-2 9 16,0 0 6-16,19 0-93 16,12-8-84-16</inkml:trace>
  <inkml:trace contextRef="#ctx0" brushRef="#br0" timeOffset="131170.81">5120 8787 356 0,'0'0'137'16,"0"0"7"-16,0 0-5 15,0 0-70-15,0 0-69 16,0 0-88-16,-10 24 86 16,3 7-8-16,4 1-38 15,3-3 23-15,6-2 10 16,18-10 3-16,6-10 9 15,7-7 3-15,-1-10 6 0,-5-17 18 16,0-7 56 0,-7-5-45-16,-9 2-1 0,-9-2-28 15,-6 3 12-15,-3 7 9 16,-18 8-22-16,-7 12-5 16,1 9-15-16,5 1-101 15,10 21-33-15,12 6-16 16,0-2-36-16</inkml:trace>
  <inkml:trace contextRef="#ctx0" brushRef="#br0" timeOffset="131335.56">5377 8932 583 0,'0'0'20'0,"0"0"-16"15,0 0-4-15,-68 87 1 16,48-47-1-16,-2 2 0 15,0-3-1-15,2-2-36 16,-2-10-73-16,4-13-88 16</inkml:trace>
  <inkml:trace contextRef="#ctx0" brushRef="#br0" timeOffset="132235.83">5552 8770 395 0,'0'0'261'0,"0"0"-261"15,0 0-29-15,0 0 29 16,0 0 2-16,0 88-2 16,0-60 1-16,0 0 0 15,0-5 0-15,0-3 1 16,9-5-1-16,6-9-1 15,7-6 2-15,8 0 2 16,3-9-1-16,-3-13-3 16,-5 0 5-16,-10-3 5 15,-6 0 2-15,-9 0 21 16,0-1 5-16,-20 1-30 16,-9 4-6-16,-3 4-2 0,7 9 0 15,7 3 0-15,8 5-3 16,4 0 0-16,1 0-4 15,4 0-53-15,1 0 44 16,0 1-6-16,0 1 13 16,4 3 9-16,10-3 0 15,13 0 2-15,5-1-1 16,7-1 0-16,-6 0 1 16,-3 0 1-16,-6 0 1 15,-10 0 6-15,-6 0 2 16,-4 0 1-16,-4 2-9 15,0 7-4-15,0 8-2 0,0 5 2 16,0 5 4-16,-7-2-2 16,-4 1-2-16,3-4 4 15,3-5-4-15,5-6-2 16,0-6 2-16,0-5 3 16,19 0 7-16,5-5 58 15,3-12-43-15,0-4-20 16,-6-2-5-16,1-2-20 15,-4 0-27-15,2 1 12 16,-3 0 23-16,3 4 12 16,1 1 0-16,1 5 2 15,-2 5 10-15,2 2 16 16,-1 7 0-16,-3 0-28 0,0 5-2 16,-5 14-1-16,-3 3-1 15,-2 6 3-15,-5 1 1 16,3 1 0-16,3 0 0 15,-2-3 0-15,5-6 1 16,3-6-1-16,2-5 4 16,3-5 0-16,1-5 1 15,0-2 5-15,3-15 3 16,0-6 4-16,-2-4 7 16,-4-1-6-16,-5-2-8 15,-11 2-3-15,-5-1 3 16,-43 5-10-16,-14 4-30 0,-2 7-7 15,8 7 25 1,23 6 9-16,11 6 0 0,5 16-103 16,3 6 27-16,9-2-225 15</inkml:trace>
  <inkml:trace contextRef="#ctx0" brushRef="#br0" timeOffset="133036.73">8680 8640 575 0,'0'0'62'16,"0"0"104"-16,0 0-98 15,0 0-39-15,0 0-29 16,0 0-6-16,-3 16 6 15,3 21 0-15,-3 3 0 16,0 7 2-16,-5-1-1 16,1-3-1-16,1-6-14 15,6-13-36-15,0-10 3 16,16-8 38-16,14-6 9 16,8 0 15-16,3-19 9 15,-1-6 4-15,-7-7 8 16,-10 1 1-16,-7 2-13 0,-4 7-6 15,-6 10 4 1,-6 6-6-16,0 6-16 0,0 0-8 16,0 17-36-16,0 13 34 15,0 9 7-15,0 4 1 16,-13 6-7-16,-4-1-31 16,-5 5-4-16,-2-4-53 15,0-7-37-15,4-18-227 16</inkml:trace>
  <inkml:trace contextRef="#ctx0" brushRef="#br0" timeOffset="133368.66">9059 8858 785 0,'0'0'23'15,"0"0"-23"-15,0 0-44 16,0 0 42-16,0 0 2 15,12 91 0-15,-12-54 1 16,0-1-1-16,0-2 0 16,1-8 0-16,12-7-14 15,7-11-21-15,7-8 35 16,3-8 3-16,-2-18 10 16,-2-7 20-16,-3-2-4 15,-9-3 7-15,-7-1-12 16,-7-1-11-16,-15 2-3 15,-10 7-7-15,3 12-2 0,6 16-2 16,9 3 0 0,2 27-167-16,1 16 124 0,4 1-86 15,7-4-251-15</inkml:trace>
  <inkml:trace contextRef="#ctx0" brushRef="#br0" timeOffset="133545.63">9621 9131 762 0,'0'0'60'0,"0"0"-60"15,0 0-6-15,0 0 2 16,-109 107 8-16,68-64-4 0,-4 0 2 16,1-2-2-16,4-3-8 15,6-6-73-15,7-12-79 16,19-17-292-16</inkml:trace>
  <inkml:trace contextRef="#ctx0" brushRef="#br0" timeOffset="134483.83">9719 8881 653 0,'0'0'47'16,"0"0"-47"-16,0 0-42 0,0 0 21 15,0 0 21 1,0 0 2-16,-86 111 0 0,68-67 0 16,7 5-2-16,8-3 3 15,3-5-3-15,10-10 3 16,13-9-2-16,7-10 2 16,3-11 1-16,1-1 6 15,-1-11 38-15,-3-12 22 16,0-7-46-16,-5-4-16 15,-6-4-5-15,-8 1-3 16,-5-2-1-16,-6 5-2 16,0 1-3-16,-14 6 5 15,-3 8 1-15,-4 4 0 16,-3 6-7-16,-3 4 5 16,-3 5-14-16,2 0-28 0,6 0-24 15,9 11 25-15,12 0-10 16,2-3-18-16,34-2 59 15,14 1 12-15,12 1 5 16,3 1-2-16,-10-3 1 16,-8 1 12-16,-16 0-1 15,-13-1 19-15,-10 2-15 16,-7 1-14-16,0 7 3 16,-15 6 7-16,-13 6 0 15,0 8-4-15,-5 3-4 16,4-3-2-16,9-4-5 15,8-4 0-15,12-3 1 0,0-10 0 16,28-3 0 0,12-10 5-16,9-2-1 0,5-15 5 15,-2-16 3-15,-2-10 18 16,-3-3 0-16,-16-2-7 16,-5 5-18-16,-14 6-6 15,-8 10-1-15,-4 6-7 16,0 5-2-16,0 6 9 15,0 2-8-15,0 3 9 16,0 3 0-16,0 0-6 16,15 0-20-16,13 14 26 15,10 0 1-15,1 6 1 16,-4 1 1-16,0 2-2 0,-7 3 6 16,-7 3-7-16,-5 3 7 15,-9 1-6-15,-2-1 0 16,-3-3 0-16,-1-3 2 15,-1-6-1-15,1-6-2 16,3-4 0-16,-1-9 2 16,7-1 4-16,10 0 25 15,6-12 16-15,7-9-42 16,0-5-2-16,-8-5 8 16,-4-2 6-16,-6-3 5 15,-5-3-8-15,-8 1 0 16,-2 5-8-16,-3 5-5 0,-16 9 6 15,-8 8-7 1,-11 8-2-16,-14 3-46 0,-9 5-53 16,-1 15-16-16,6 2-41 15,16-5-168-15</inkml:trace>
  <inkml:trace contextRef="#ctx0" brushRef="#br0" timeOffset="135367.88">12376 8978 491 0,'0'0'112'0,"0"0"17"15,0 0-53-15,0 0-76 16,0 0-20-16,0 0 10 16,-42 22 10-16,24 10 0 15,3 1 0-15,2 1 0 16,8-5 0-16,5-9-5 0,0-4-1 15,10-6 3-15,12-7 3 16,6-1 0-16,-2-2 1 16,-1 0 2-16,-7 0 0 15,-8 2-3-15,-4 7 0 16,-6 7-6-16,0 6 1 16,0 7-1-16,-19 2 5 15,-6-2 2-15,-5-2-2 16,2-6 1-16,5-5 0 15,5-5 2-15,3-4 1 16,-3 0 0-16,-6-2-1 16,-1-2-2-16,0-3-29 15,8-3-105-15,8-20-186 16</inkml:trace>
  <inkml:trace contextRef="#ctx0" brushRef="#br0" timeOffset="135799.65">12468 8973 611 0,'0'0'27'16,"0"0"53"-16,112-42-26 16,-67 39-32-16,3 3-15 15,-9 0-3-15,-7 3 0 0,-9 8-4 16,-7 4-5-1,-9 6 2-15,-5 5-2 0,-2 6 1 16,-6 5 0-16,-18 7 4 16,-6-1 1-16,-2 0 3 15,2-6-3-15,6-8-1 16,8-8-16-16,8-6-8 16,8-10-8-16,0-5 32 15,16-3 7-15,13-14 29 16,4-10-25-16,1-4 24 15,-4-3-22-15,-5-4-6 16,-5 2 2-16,-3 1-3 16,-5 5 1-16,-4 3 2 15,-5 5-8-15,-3 4-1 16,-2 4-3-16,-17 6-4 16,-6 8-8-16,-2 0-59 0,0 19-18 15,4 9-11-15,10 6 2 16,13-3-138-16</inkml:trace>
  <inkml:trace contextRef="#ctx0" brushRef="#br0" timeOffset="135992.36">12979 9456 428 0,'0'0'234'0,"0"0"-190"0,0 0-41 15,0 0-3 1,-62 76 2-16,31-43-1 0,-4 3 3 16,3-5-4-16,2-6-60 15,5-6-81-15,12-8-79 16</inkml:trace>
  <inkml:trace contextRef="#ctx0" brushRef="#br0" timeOffset="136881.87">13453 9191 663 0,'0'0'4'0,"0"0"17"0,0 0-21 15,0 0-2-15,0 0 0 16,-91 67 2-16,58-26 1 15,0 3-1-15,6 5-4 16,3 1 1-16,7-3 3 16,8-4 0-16,9-11-6 15,6-12-3-15,30-14 8 16,17-6-1-16,11-9 1 16,5-21-16-16,-5-3 10 15,-16-6 7-15,-15 2 8 16,-14-2 16-16,-19 1 1 15,0 2-13-15,-18 3-10 0,-3 10-2 16,0 4 0-16,8 9-2 16,7 6-13-16,6 1-21 15,0 3 22-15,3 0-29 16,21 3 42-16,10 8 1 16,2 1 2-16,4-1-2 15,-7 1 4-15,-8 1-3 16,-5 1 4-16,-6 0 2 15,-6 2-3-15,-5 1-1 16,-3 1-2-16,0 3 0 16,-15 2 1-16,-8 0 2 15,0 4-3-15,1-3 0 16,7-5 0-16,8-6 1 0,4-10-2 16,3-3 0-1,5 0 7-15,19-16 58 0,9-10-48 16,-2-2 46-16,-4 0-21 15,-11 1-27-15,-5 4 7 16,-4 7-12-16,-5 2-10 16,-2 2 0-16,0 5-2 15,0 2-5-15,0 0-5 16,0 5-20-16,1 0-50 16,14 0-10-16,9 0 92 15,10 9 1-15,1 4 5 16,-2 1 10-16,1 3 1 15,-6 5 5-15,-1 1-1 16,-5 2-10-16,-5 2-8 0,-10 2-1 16,-7-3-4-16,0 2 3 15,0-1-1-15,-1-6 4 16,-2-7-2-16,3-7-1 16,0-7 1-16,4 0 16 15,23-7 43-15,9-14-40 16,6-6-6-16,1-5-4 15,-3-1 15-15,-5-1-11 16,-10 1 4-16,-14 3-11 16,-11 2-8-16,-22 0-6 15,-46 1 1-15,-42 4-90 16,-25 6-44-16,-1 6-216 16</inkml:trace>
  <inkml:trace contextRef="#ctx0" brushRef="#br0" timeOffset="137564.74">12758 9169 91 0,'0'0'96'16,"0"0"-7"-16,0 0 16 15,0 0 14-15,0 0-27 16,0 0 26-16,36-48-32 16,-36 46-9-16,0 2-33 15,0 0-44-15,0 12-4 16,0 14-7-16,0 8 9 16,-5 5 1-16,-5-3-2 15,4-8-13-15,3-6-9 16,3-11 10-16,0-8-3 0,20-3 18 15,16-6 9 1,12-19-7-16,-1-5 2 0,-6-2-3 16,-8-1 1-16,-14-2 6 15,-7 3 0-15,-12-1 4 16,0 4-10-16,-21 2-2 16,-13 3-5-16,-3 6-4 15,-6 7-12-15,2 11-21 16,4 0-82-16,8 16-39 15,15 4-156-15</inkml:trace>
  <inkml:trace contextRef="#ctx0" brushRef="#br0" timeOffset="139014.52">16658 9208 476 0,'0'0'119'0,"0"0"-48"15,0 0 25-15,0 0-53 16,0 0-13-16,0 0-22 16,-25-48-8-16,7 73-4 15,-9 13 4-15,-3 13 3 0,-1 11-2 16,4 7 0-1,8-5 0-15,13-5 1 0,6-14-2 16,1-11 0-16,25-12 0 16,10-10 1-16,8-9 6 15,7-3-1-15,1-5-3 16,-6-17-1-16,-13-7 1 16,-13-3-2-16,-19-6 3 15,-1 4 2-15,-23 2-6 16,-14 6-9-16,-1 8-25 15,5 7 0-15,11 4 22 16,12 5 12-16,9 2-6 16,1 0-45-16,6 0-42 15,25 9 90-15,20 0 2 16,12-1-2-16,4-3 3 0,-6-2 1 16,-15-3 1-16,-18 0 17 15,-15 0 35-15,-8 0 19 16,-5 0-27-16,0 6-46 15,0 10-13-15,-1 9 0 16,-11 7 10-16,-1 4 3 16,1 5-2-16,4-1 2 15,6-2-4-15,2-7-14 16,14-12-4-16,19-14 22 16,10-5 0-16,6-14 10 15,2-18 20-15,-4-6-8 16,-10-4 0-16,-9-1-8 0,-19-3 3 15,-9 3-7 1,-11 4 3-16,-29 7-6 0,-13 15-7 16,-6 13-35-16,4 4-61 15,17 25-21-15,16 11-27 16,18 3-130-16</inkml:trace>
  <inkml:trace contextRef="#ctx0" brushRef="#br0" timeOffset="139201.66">17450 9701 700 0,'0'0'56'16,"0"0"16"-16,0 0-72 0,0 0-10 15,0 0 2-15,0 0-1 16,-72 99 3-16,32-60-17 15,-7 0-38-15,4-3-54 16,9-11-187-16</inkml:trace>
  <inkml:trace contextRef="#ctx0" brushRef="#br0" timeOffset="140161.77">17746 9356 488 0,'0'0'0'16,"0"0"0"-16,0 0 8 15,-49 92 7-15,38-51 2 16,6 2 11-16,5 6-11 15,0-6-10-15,11 1-5 16,16-8 3-16,10-11-3 16,11-14 2-16,5-11 0 15,-5 0 5-15,-5-11-7 16,-8-11 0-16,-4-9-2 0,-6-6-3 16,-11-5-1-16,-14-4 2 15,0 3 4-15,-18 7-4 16,-1 8 0-16,6 12-9 15,5 4 6-15,5 4 5 16,3 2 0-16,0 3 4 16,1 3 34-16,22 0-36 15,6 0-2-15,3 12 2 16,-1 2-2-16,-8 0 2 16,-4 2 1-16,-6 3-1 15,-7 6-1-15,-4 5 0 16,-2 5-1-16,0 2 1 0,0 2-1 15,-6 1 2 1,4-4-2-16,2-5-2 0,0-9 1 16,15-12-3-16,5-10 4 15,2 0 9-15,2-12 25 16,3-10 26-16,3-7-33 16,-5-2-13-16,-6-3-12 15,-12 4-2-15,-7 2-22 16,0 3-58-16,-18 3 46 15,-4 4 32-15,-1 4 1 16,0 3-10-16,9 4 10 16,6 6 1-16,7 1 0 15,1 0-2-15,11 0-103 16,24 0 105-16,15 3 19 0,10 5 8 16,4 0-1-16,-1 3-18 15,-6 4-3-15,-4 6-4 16,-8 1 0-16,-11 0-1 15,-10-1 0-15,-10 1 0 16,-10-2 0-16,-4 2-1 16,0-1 1-16,0-4 1 15,-1-5 0-15,-2-3-1 16,1-3 1-16,2-4 1 16,0 1-1-16,0-3 1 15,18 0 2-15,7-3 5 16,5-11 3-16,0-8-4 15,1 0 16-15,-7-7 13 0,-2-5 15 16,-5-5 5 0,-11-5-14-16,-6-1 6 0,-18 6-43 15,-33 5-6-15,-26 8-39 16,-16 9-90-16,7 11-5 16,22 6-44-16,26 8 71 15,22 12-73-15</inkml:trace>
  <inkml:trace contextRef="#ctx0" brushRef="#br0" timeOffset="140895.92">20930 9232 369 0,'0'0'183'16,"0"0"-72"-16,0 0-34 16,5-80-28-16,2 73-14 15,13 0-23-15,17 4-11 16,18 2-1-16,15 1 0 16,5 0 1-16,-2 0 0 15,-10 0 4-15,-14 0-4 0,-15 1-1 16,-13 8 1-1,-12 4-1-15,-9 14-9 0,0 7 3 16,-22 12-4-16,-22 9 0 16,-16 7 7-16,-8 1-4 15,2-1-16-15,14-9-39 16,13-12-9-16,18-14-4 16,10-10-59-16,11-12-55 15</inkml:trace>
  <inkml:trace contextRef="#ctx0" brushRef="#br0" timeOffset="141277.4">21172 9472 336 0,'0'0'78'0,"0"0"69"15,0 0-53-15,0 0-31 16,0 0-26-16,82-70-19 0,-33 67-10 16,17 3-5-1,9 0 5-15,2 0 4 0,-4 0-4 16,-12 0-4-16,-18 4-4 15,-16 4 0-15,-14-3 0 16,-10 1-4-16,-3 0-28 16,0 6 0-16,-7 5 24 15,-9 5 8-15,-5 7 0 16,4 3 0-16,2 4-3 16,13-5-3-16,2-6-36 15,16-9 20-15,17-13 22 16,2-3 2-16,0-5 29 0,-4-17 15 15,-2-5-14-15,-6-9-12 16,-5-3 3-16,-7-4-6 16,-11 3-1-1,-3 0-4-15,-29 8-12 0,-8 9-3 16,1 15-44-16,6 8-45 16,13 14-59-16,15 16-114 15</inkml:trace>
  <inkml:trace contextRef="#ctx0" brushRef="#br0" timeOffset="141494.6">22182 9718 721 0,'0'0'104'0,"0"0"-9"0,0 0-95 15,0 0-27-15,0 0 20 16,-84 109-10-16,44-61-25 16,-4-1-21-16,4-5-77 15,12-14-90-15</inkml:trace>
  <inkml:trace contextRef="#ctx0" brushRef="#br0" timeOffset="142908.29">22417 9182 407 0,'0'0'79'0,"0"0"-71"0,0 0-8 15,0 0 15-15,0 0 34 16,-20 104-11-16,20-57-3 16,0 6-24-16,6 3-3 15,8-4-5-15,5-6-1 16,6-10-1-16,5-12 0 16,11-10 1-16,5-11 5 15,8-3-1-15,0-16 0 16,-6-12 1-16,-10-8 8 15,-18-5-5-15,-20 0 11 0,-5-5-11 16,-34 5-10-16,-11 6-3 16,-1 7-34-16,8 9-7 15,13 8 29-15,15 7 14 16,8 4-1-16,5 0 2 16,2 2-12-16,9 10-21 15,28 0 25-15,20 2 8 16,18-1 4-16,8-1 1 15,-1-2-4-15,-7-3 3 16,-11 3 9-16,-12-3 12 16,-16 1 11-16,-15 2-10 15,-12 2-25-15,-9 4-1 16,0 7 0-16,-21 2 1 0,-8 5 3 16,-3 5-4-1,2 1 1-15,9 1-1 0,8-5 0 16,11-10-6-16,2-7-3 15,18-9 9-15,15-6 3 16,7-4 2-16,5-20 28 16,1-7-19-16,-5-6 1 15,-5-4-15-15,-7 0-9 16,-8 6 5-16,1 4-52 16,-3 7 21-16,3 4 22 15,3 4-2-15,2 8-9 16,-1 4 21-16,1 4 3 0,-4 0 11 15,-1 12 0 1,-7 9-7-16,-8 7-1 0,-5 6-1 16,-2 4-2-16,0 3 3 15,-11 2-2-15,5-6 0 16,3-8-1-16,3-5 0 16,0-10 0-16,20-7 9 15,10-7 36-15,14 0 14 16,10-10-13-16,8-13-28 15,-1-7-3-15,-3-6 0 16,-9 0 2-16,-10-3-6 16,-11 2 6-16,-13-1 5 15,-15 1 1-15,-27 3-14 16,-36 4-9-16,-20 10-49 16,-4 14-34-16,12 6-28 0,18 26 20 15,15 8-128-15</inkml:trace>
  <inkml:trace contextRef="#ctx0" brushRef="#br0" timeOffset="143092.68">23903 9573 43 0,'0'0'527'0,"0"0"-410"15,0 0-40-15,0 0-77 0,0 0 0 16,0 0-15-1,-18-22-35-15,1 32-24 0,1-1-58 16,4-5-157-16</inkml:trace>
  <inkml:trace contextRef="#ctx0" brushRef="#br0" timeOffset="146505.51">3267 9986 236 0,'0'0'204'0,"0"0"-99"16,0 0-34-16,0 0 29 15,0 0-15-15,0 0-27 16,0-25-12-16,0 25-35 16,0 0-11-16,0 7-13 15,-11 15 3-15,-12 16 10 16,-7 10-1-16,-10 11 1 0,-2 4 0 16,3-7 2-16,9-13-2 15,8-12-2-15,10-12-4 16,4-9-3-16,5-6-32 15,3-4-27-15,0-15 55 16,17-21-5-16,14-18-216 16,5-9 68-16,2 0 143 15,-6 5 23-15,-4 9 45 16,-2 9 2-16,-2 10 49 16,2 8-13-16,2 8-45 15,-2 9 1-15,5 5-6 16,-1 2-10-16,3 23-23 0,4 8 3 15,2 11-2 1,0 9-1-16,-12 5 1 0,-2 5-1 16,-11-9-2-16,-1-7-30 15,-5-8-23-15,-4-11-23 16,-4-8-100-16</inkml:trace>
  <inkml:trace contextRef="#ctx0" brushRef="#br0" timeOffset="146723.82">3819 9797 733 0,'0'0'106'0,"0"0"-4"16,0 0-75-16,0 0-27 0,0 0-42 15,0 0 22-15,19 92 19 16,-13-28 1-16,-3 9-2 15,-3 7-2-15,0 2-17 16,-4 1-30-16,-14-8-53 16,3-18-75-16,-3-23-236 15</inkml:trace>
  <inkml:trace contextRef="#ctx0" brushRef="#br0" timeOffset="147205.4">4341 10033 812 0,'0'0'36'0,"0"0"24"16,0 0-60-16,0 0-5 16,0 0-18-16,0 0 21 15,-51 119-2-15,26-53 2 16,1-3 2-16,6-4 1 15,0-10 0-15,9-15 3 16,6-13-3-16,1-10-1 16,0-9 0-16,2-2 0 15,0 0 1-15,0-22 15 16,16-17-16-16,14-18-74 0,2-14 28 16,2-4 19-1,-5 0 10-15,1 2 17 0,-3 11 48 16,-2 11 3-16,-5 13-8 15,1 16-19-15,-7 9-10 16,0 10-14-16,3 3-3 16,2 19-1-16,-3 20-4 15,-11 15-19-15,-5 4-13 16,-11-2 4-16,-18-8 14 16,-2-7-4-16,-4-9 10 15,4-6-4-15,-3-9 20 16,4-12-1-16,5-5 1 0,0 0 5 15,0 0-5-15,5-2-36 16,11-10-308-16</inkml:trace>
  <inkml:trace contextRef="#ctx0" brushRef="#br0" timeOffset="147671.82">4821 9977 786 0,'0'0'79'0,"0"0"4"15,0 0-74-15,0 0-9 16,0 0-24-16,0 0 21 0,2 85 2 16,-2-29 1-16,-6 5-3 15,-8 4-3-15,-1 1-3 16,3-9-48-16,5-11 25 15,7-15-28-15,0-15-18 16,4-12 51-16,19-4 12 16,15-22 11-16,12-20-12 15,2-14-46-15,5-10 28 16,-8-2 33-16,-12 1 1 16,-6 10 45-16,-14 9 64 15,-8 11 29-15,-6 11-72 0,-3 11-14 16,0 6-39-1,0 9-13-15,-3 0-7 0,-14 10-21 16,-6 16 15-16,-4 13 13 16,4 6-3-16,7-1-2 15,11 0-7-15,5-8-2 16,13-9-1-16,25-5 3 16,22-10 4-16,10-12-38 15,5-7-77-15,-5-30-67 16</inkml:trace>
  <inkml:trace contextRef="#ctx0" brushRef="#br0" timeOffset="148237.58">5852 9832 727 0,'0'0'83'0,"0"0"-32"16,0 0-51-16,0 0-2 15,-85 61 0-15,38-26 2 16,3 2 0-16,7-5 0 16,5-8-3-16,10-7-12 15,7-5-5-15,6-8-23 16,6-4 8-16,3 0 35 16,1-21 0-16,19-9-9 15,8-5-17-15,2-3-2 16,-5 1 17-16,-2 5 11 0,-11 10 22 15,-3 10 27 1,-5 6 6-16,-3 6-21 0,1 0-34 16,-2 11-66-16,0 15 45 15,0 8 20-15,0 5 1 16,-2 0 0-16,-8-3 0 16,4-9 0-16,3-9-5 15,2-5-3-15,-1-8-32 16,2-5-17-16,0 0 42 15,0-5-4-15,-1-16 18 16,-11-2-99-16,-9-3 36 16,-15 1 61-16,-7 1 3 15,-4 3 33-15,4 4 38 16,9 4 21-16,10 8-12 0,8 5-61 16,7 0-19-16,6 0-6 15,3 8 0-15,0 6-5 16,15 0 8-16,16 0 3 15,12-2 19-15,10-1-3 16,12-4-16-16,0-3 0 16,-6-4-93-16,-11-5-179 15</inkml:trace>
  <inkml:trace contextRef="#ctx0" brushRef="#br0" timeOffset="148861.71">5950 10437 375 0,'0'0'48'0,"0"0"-44"15,0 0-4-15,0 0 47 16,97 0 34-16,-50-1-33 15,8-3-10-15,-2 2-23 16,0 2-12-16,-4 0-3 16,-6 0-52-16,-16 0-49 15,-16 0-98-15,-11 0-108 16</inkml:trace>
  <inkml:trace contextRef="#ctx0" brushRef="#br0" timeOffset="149042.35">5943 10601 307 0,'0'0'27'0,"0"0"75"15,0 0 25-15,80 16-47 16,-33-16-2-16,12 0-44 16,7 0-22-16,10 0-10 15,6 0-2-15,-3 0-81 16,-5 0-207-16</inkml:trace>
  <inkml:trace contextRef="#ctx0" brushRef="#br0" timeOffset="151570.69">7477 9907 276 0,'0'0'71'15,"0"0"80"-15,0 0-60 16,-80-48-45-16,71 45-30 15,6 3-4-15,3 0 19 16,0 0-2-16,0 0-7 16,11 0 0-16,24 0-1 15,21 3 12-15,16 6-18 0,15 1-11 16,1 1-2-16,-3-2-2 16,-6-1 0-16,-4-4-14 15,-9 1-43-15,-11-3-24 16,-17 0-3-16,-18-2-34 15,-20 0 0-15,-10 0 6 16</inkml:trace>
  <inkml:trace contextRef="#ctx0" brushRef="#br0" timeOffset="151742.57">7758 9939 143 0,'0'0'274'15,"0"0"-197"-15,0 0-27 16,0 0-38-16,0 0 31 0,-18 112-10 15,8-50 1 1,-1 13-15-16,-4 5-7 0,0-2-7 16,-2-6-1-16,0-10-4 15,1-13-64-15,7-19-196 16</inkml:trace>
  <inkml:trace contextRef="#ctx0" brushRef="#br0" timeOffset="152316.67">8456 9947 462 0,'0'0'173'0,"0"0"-7"16,0 0-108-16,0 0-58 15,0 0-2-15,0 0-5 0,3 79 7 16,-6-19 0-1,-11 6 1-15,-5 6 1 0,-5-2-2 16,1-9 0-16,6-13-1 16,9-15-29-16,8-13-36 15,5-9 22-15,28-11 35 16,13-11 8-16,8-20-15 16,1-11-33-16,-10-11 49 15,-14-5 6-15,-17-4 39 16,-10-2 7-16,-4 4-7 15,-12 8-21-15,-6 15 9 16,6 13 35-16,5 15-27 16,7 7-35-16,0 2-6 15,0 2-45-15,0 15-30 0,0 9 73 16,15 7 2-16,5 6 0 16,3 0 0-16,4-3-7 15,1-7-20-15,8-5-28 16,6-10-74-16,-2-14-228 15</inkml:trace>
  <inkml:trace contextRef="#ctx0" brushRef="#br0" timeOffset="153032.43">9354 10115 764 0,'0'0'38'0,"0"0"-38"16,0 0-63-16,0 0 57 16,-48 75 6-16,18-28 1 15,2 3-1-15,3-6 4 16,8-3-1-16,9-12-3 15,8-8-5-15,0-8 5 16,4-9 9-16,9-4 25 16,6-6 34-16,3-19-27 0,6-11-35 15,-4-5-6 1,-2-5 0-16,-8-3-1 0,-4-2-15 16,-4 5-7-16,-5 5 11 15,1 7-13-15,-2 4 12 16,4 3 7-16,4 3-5 15,7 2 10-15,1 2 2 16,4 4 0-16,0 3 24 16,-3 7 0-16,-2 3 8 15,-2 3-12-15,2 11-21 16,2 22-2-16,-2 19-2 16,-10 18 0-16,-5 22 2 15,-7 8 2-15,-14 2 0 0,2-5 0 16,7-9 0-1,9-10-8-15,3-8 1 0,0-10 6 16,6-17-8-16,3-12-2 16,1-12-8-16,-4-10-6 15,5-9-14-15,4 0 10 16,1-19-31-16,3-10-80 16,-5-6 121-16,-4-8 19 15,-7-4 60-15,-3-6-11 16,0-1 6-16,0-2 24 15,0-2-58-15,-5 4-1 16,-5 2 35-16,3 10-9 16,2 7-27-16,5 7-19 15,2 4-17-15,27 7-13 16,15 4-37-16,16 4-28 0,15 5-14 16,5 0-31-16,2-2-146 15</inkml:trace>
  <inkml:trace contextRef="#ctx0" brushRef="#br0" timeOffset="153864.49">10551 10017 800 0,'0'0'72'0,"0"0"-24"16,0 0-48-16,0 0-23 15,0 0 22-15,-39 113 1 16,10-53 0-16,1 3-5 16,-1-5-5-16,10-8-19 0,12-13-18 15,7-15-32 1,14-12-13-16,27-10 75 0,15-15-3 16,10-24-55-16,3-13 52 15,-8-7 19-15,-15 0 4 16,-18 7 72-16,-17 13 53 15,-8 13 1-15,-3 13-13 16,0 9-71-16,0 4-42 16,0 14-7-16,-9 15-41 15,-9 16 47-15,-2 8-1 16,-2 5 2-16,1 1-18 16,6-6-6-16,4-9-12 15,6-12-4-15,5-11-3 16,0-12-15-16,3-9 39 15,18 0 19-15,7-15 23 0,3-9-7 16,-1-1-3-16,-4 1 18 16,-10 7 19-16,-4 7 12 15,-6 5-42-15,-5 5-13 16,6 0-7-16,2 3-18 16,8 16 0-16,5 4 1 15,3 2-2-15,3-4-35 16,5-5-5-16,7-8 35 15,8-8 13-15,4 0 11 16,-3-15 0-16,-4-12 3 16,-9-5 3-16,-6-2 17 15,-13-3 50-15,-11-1-22 0,-6 2-11 16,-4 3-5-16,-17 8-6 16,-1 14-17-16,-1 11-12 15,-5 14-4-15,-2 22-4 16,0 12-7-16,5 10-9 15,10 1-5-15,15-1 2 16,7-8-32-16,46-11 22 16,24-12-1-16,19-11-5 15,-1-15-83-15,-7-1-230 16</inkml:trace>
  <inkml:trace contextRef="#ctx0" brushRef="#br0" timeOffset="154098.29">10147 10087 560 0,'0'0'27'15,"0"0"-26"-15,130 19 6 16,-52-12 1-16,11 2-2 15,9-1 2-15,7 2-8 16,4-3-9-16,-7-5-106 16,-10-2-283-16</inkml:trace>
  <inkml:trace contextRef="#ctx0" brushRef="#br0" timeOffset="154763.6">12131 10198 919 0,'0'0'29'16,"0"0"-29"-16,96 5-1 16,-62 19 0-16,-2 0-7 15,-7-3-13-15,2-2 10 16,-7-5 6-16,-4-8 0 16,-8-3 2-16,-6-3 3 15,-2 0 3-15,0 0 0 16,0-9-3-16,-7-9-5 15,-15-1-14-15,-4 4 3 16,-3 13 16-16,2 2-3 16,-1 19 1-16,1 15 1 15,4 8-2-15,7 6-10 0,10 7-5 16,6 7-8-16,0 3 2 16,28-9-39-16,25-14-8 15,20-20 19-15,9-22 28 16,6-9 24-16,0-26 6 15,-1-11 35-15,-7-9 10 16,-13-1 10-16,-15 0-3 16,-17-2-5-16,-19 1-17 15,-8 3 16-15,-8 15-12 16,0 14-10-16,0 17 10 16,0 8-40-16,-2 1-10 15,-8 29-54-15,-4 16 54 16,-11 17 10-16,-5 10 0 0,-7 5 0 15,4-2-1-15,7-4-13 16,12-13-39-16,14-20-1 16,0-17-18-16,2-15 29 15,10-7 10-15,8-4 27 16,4-24-67-16,2-14-234 16</inkml:trace>
  <inkml:trace contextRef="#ctx0" brushRef="#br0" timeOffset="154927.1">12856 10169 678 0,'0'0'44'16,"0"0"69"-16,0 0-69 0,73-73-39 15,-37 73-5 1,13 0-6-16,13 0 5 0,2 10 1 16,-6-1-5-16,-6 5-1 15,-12 1-29-15,-11 1-74 16,-15-3-53-16,-14-5-150 15</inkml:trace>
  <inkml:trace contextRef="#ctx0" brushRef="#br0" timeOffset="155100.45">12696 10497 408 0,'0'0'256'16,"0"0"-256"-16,0 0-19 0,0 0 19 15,0 0 3-15,123 42 0 16,-61-38-3-16,8-1-44 16,5-3-120-16,-6 0-179 15</inkml:trace>
  <inkml:trace contextRef="#ctx0" brushRef="#br0" timeOffset="155546.67">12919 10749 690 0,'0'0'72'0,"0"0"-43"0,0 0-19 16,0 0 11-16,0 0 4 16,0 0-7-16,50-9-3 15,-24-3-9-15,4-2-3 16,1-4-3-16,5-4 2 15,0-1-2-15,-2-2-18 16,0-1-7-16,-2 2-48 16,-6-1-15-16,-2 6 21 15,-7 4 49-15,-2 3 17 16,-8 5 1-16,-2 4 0 16,-5 3 2-16,0 0-2 15,0 10-8-15,0 14 2 16,-11 9 6-16,-8 5 5 15,2 1 1-15,3-1-2 16,4-7-1-16,6-7 1 0,2-7 15 16,1-6-4-16,-2-4 11 15,0-3-3-15,-6-1-11 16,-8 1-4-16,-14 1 4 16,-18 2-5-16,-10 0-7 15,-1-4-136-15,13-3-350 16</inkml:trace>
  <inkml:trace contextRef="#ctx0" brushRef="#br0" timeOffset="155696.57">13114 10833 866 0,'0'0'79'16,"0"0"-30"-16,0 0-24 15,0 0-25-15,0 0-7 16,0 0-52-16,3 23-75 15,-19-8 1-15,-4-8-170 16</inkml:trace>
  <inkml:trace contextRef="#ctx0" brushRef="#br0" timeOffset="156645.28">7440 11080 345 0,'0'0'52'16,"0"0"66"-16,0 0-73 15,0 0-38-15,0 0-6 16,0 0 21-16,-31-33 16 16,31 30 1-16,0 1 19 15,0-3-20-15,18 0-33 16,18 0-5-16,23-1 0 0,23 0 16 16,27 5 5-16,29 1 8 15,45 0-18-15,45 8 3 16,42 12-1-16,27 5-7 15,28 4-1-15,14 1-5 16,10 1 1-16,6 2-1 16,3 3 0-16,-6 3-1 15,-12 6 1-15,-11 1-1 16,-18-2-1-16,-22-5-5 16,-26-7-4-16,-32-13 11 15,-37-9-1-15,-33-10 4 16,-34-3-3-16,-20-19 8 15,-22-3 14-15,-21-3 5 0,-19 6-2 16,-15 5-12 0,-14 7-5-16,-10 6-8 0,-6 3-1 15,0 1-43-15,-15 3-72 16,-25 18 20-16,-20 4 42 16,-1-6-176-16</inkml:trace>
  <inkml:trace contextRef="#ctx0" brushRef="#br0" timeOffset="156796.34">13868 11589 843 0,'0'0'60'0,"0"0"0"16,0 0-60-16,0 0-43 15,0 0-129-15,-80 9 90 16,21 2-144-16</inkml:trace>
  <inkml:trace contextRef="#ctx0" brushRef="#br0" timeOffset="157828.13">8262 11608 572 0,'0'0'159'15,"0"0"-62"1,0 0-37-16,0 0-13 0,0 0-18 16,0 0-22-16,-16-58-7 15,16 63-4-15,-2 20-3 16,-2 20 7-16,-5 14-1 16,-8 11 1-16,-5 4-1 15,-1-4-5-15,0-4-13 16,-3-4-17-16,4-6-33 15,6-15-65-15,8-13-176 16</inkml:trace>
  <inkml:trace contextRef="#ctx0" brushRef="#br0" timeOffset="158057.32">8871 11596 854 0,'0'0'82'0,"0"0"-28"16,0 0-43-16,0 0-11 16,0 0-10-16,0 0-1 15,-12 61 11-15,-13-2-5 16,3 5 5-16,-5 2-3 16,4-3-1-16,1-5-13 15,2-3-10-15,2-6-41 16,5-8-27-16,2-10-57 15,5-16-164-15</inkml:trace>
  <inkml:trace contextRef="#ctx0" brushRef="#br0" timeOffset="158236.97">8552 11898 796 0,'0'0'75'15,"0"0"10"-15,0 0-63 16,0 0-22-16,0 0-4 15,0 0 3-15,82-34 2 16,-36 42-1-16,6 1 0 16,6 1-14-16,6-3-37 15,7-5-64-15,0-2-150 0</inkml:trace>
  <inkml:trace contextRef="#ctx0" brushRef="#br0" timeOffset="158693.7">9278 11765 257 0,'0'0'211'0,"0"0"-33"16,0 0-93-16,0 0-74 15,0 0 12-15,97 42 17 16,-69-8-6-16,-1 12-20 16,-5 9-6-16,-8 8-3 15,-2 5 1-15,-12-4-5 16,0-10-1-16,-3-15 0 15,-11-14 0-15,4-13 2 16,-2-7 1-16,3-5 3 16,0 0 13-16,1-17 9 15,-2-10-10-15,3-5-13 0,7-4-3 16,0-2-1-16,17 1-1 16,24 3-6-16,15 2-13 15,12 6-27-15,5 2 3 16,0 5-28-16,-12 2-56 15,-13 0-60-15,-18-3-208 16</inkml:trace>
  <inkml:trace contextRef="#ctx0" brushRef="#br0" timeOffset="160725.34">10197 11642 441 0,'0'0'62'0,"0"0"7"16,110 18-38-16,-79 26-14 15,-8 16-15-15,-11 12 0 16,-8 10 3-16,-4 5-2 0,-10 8 7 15,-23-1-4-15,-16 0 1 16,-9-4-7-16,-13-7-49 16,-2-14-92-16,-4-18-171 15</inkml:trace>
  <inkml:trace contextRef="#ctx0" brushRef="#br0" timeOffset="161440.84">7876 11355 483 0,'0'0'42'16,"0"0"-16"-16,-110 103 22 15,65-35-22-15,9 14-6 16,10 15-7-16,17 10-11 16,9 4 1-16,30 5-1 15,26-7-2-15,17-3-10 16,13-7-27-16,16-21-95 0,13-20-140 15</inkml:trace>
  <inkml:trace contextRef="#ctx0" brushRef="#br0" timeOffset="162490.4">10491 11595 494 0,'0'0'129'16,"0"0"-31"-16,0 0-66 15,0 0-29-15,0 0-3 16,84-13 0-16,-68 36-1 16,-2 9 1-16,-8 7-1 15,-5 3 1-15,-1-2 1 16,0-6 2-16,-5-7-3 15,-1-8 3-15,-1-10-3 16,4-5 1-16,3-2 0 16,0-2 9-16,0-3 70 15,0-18-27-15,19-11-53 16,6-4-12-16,8-3-13 0,7 2-27 16,0 6 3-16,-5 9 25 15,-8 8 19-15,-11 8 5 16,-10 6 11-16,-6 0 0 15,0 10-11-15,0 16-1 16,-9 11 1-16,-7 8 0 16,-4 3 1-16,1 3-1 15,4-8-11-15,4-12-162 16</inkml:trace>
  <inkml:trace contextRef="#ctx0" brushRef="#br0" timeOffset="164604.29">13978 11215 213 0,'0'0'114'0,"0"0"-57"16,0 0 5-16,0 0-1 16,0 0-17-16,0 0 5 15,-19-17-19-15,19 17 9 16,0 0-8-16,0 0-10 0,-2 0-13 15,2 0-4-15,0 0-4 16,0 0-1-16,0 0-13 16,12 4 14-16,10 4 6 15,15-3 8-15,10-3 6 16,8-2 5-16,1 0-11 16,1 0-7-16,-6-6-6 15,-9 2 2-15,-14 3-1 16,-14 1-1-16,-10 0-1 15,-4 0-2-15,0 0-15 16,-6 0-17-16,-19 4 16 16,-11 7-22-16,-7 3-24 0,0-6-137 15</inkml:trace>
  <inkml:trace contextRef="#ctx0" brushRef="#br0" timeOffset="165287.15">15286 10704 308 0,'0'0'116'0,"0"0"-2"15,0 0-1-15,0 0-46 16,0 0 0-16,0 0-39 16,21-20-28-16,-20 59-2 15,-1 23 0-15,0 20 4 16,-22 16-3-16,-11 4 3 0,-4-1 2 15,1-9-2 1,8-17 1-16,7-17-2 0,10-20 1 16,6-19-1-16,3-13 0 15,2-6 3-15,0 0 17 16,0-14 46-16,2-20-67 16,5-10-10-16,-4-6-93 15,-3-9-312-15</inkml:trace>
  <inkml:trace contextRef="#ctx0" brushRef="#br0" timeOffset="165570.42">15049 10665 261 0,'0'0'35'16,"0"0"72"-16,0 0-25 16,0 0-25-16,0 0 9 15,0 0 10-15,119-66-50 16,-61 61-12-16,14 3 2 16,5 2-6-16,2 0-4 15,2 5-6-15,-2 7 0 16,-3 2-11-16,-7 2-96 15,-20 2-64-15,-21 1-63 0</inkml:trace>
  <inkml:trace contextRef="#ctx0" brushRef="#br0" timeOffset="165953.46">14704 11444 333 0,'0'0'113'15,"0"0"-5"-15,0 0-46 16,0 0-21-16,0 0-23 15,0 0-6-15,-74-36 0 16,74 36-12-16,0 0 2 16,21 7-1-16,18 3 50 15,17-1-4-15,18-1-16 16,4-7-16-16,3-1-1 16,4 0-3-16,-5 0 1 15,2 0-4-15,-11 0-1 16,-15-1-7-16,-20 1-1 0,-15 0-2 15,-11 0-29-15,-10 0-107 16,0 0-273-16</inkml:trace>
  <inkml:trace contextRef="#ctx0" brushRef="#br0" timeOffset="166116.85">15359 11486 556 0,'0'0'220'0,"0"0"-112"16,0 0-54-16,0 0-33 16,0 0-19-16,0 0-2 0,4-15-54 15,-14 27-115 1,-13-5 10-16</inkml:trace>
  <inkml:trace contextRef="#ctx0" brushRef="#br0" timeOffset="187185.36">4765 9169 84 0,'0'0'132'15,"0"0"-69"-15,0 0-15 16,0 0-11-16,0 0-1 0,0 0-7 16,0 0-16-16,0 0-13 15,-3 0-3-15,3 0-80 16,0 2-47-16,0-2 33 15,0 0 47-15</inkml:trace>
  <inkml:trace contextRef="#ctx0" brushRef="#br0" timeOffset="189463.48">22523 6836 181 0,'0'0'80'0,"0"0"12"15,0 0-9-15,0 0-8 16,0 0-31-16,0 0-11 16,4-21-8-16,-4 21-23 15,0 0-2-15,0 0-20 16,0 12 1-16,-11 11 18 15,-3 12-8-15,-2 7 5 16,-1 6 1-16,-2 5-1 16,0 0 4-16,-2 2-1 15,-1-1 1-15,1-1 1 0,1-2-1 16,-1-3 0-16,2-4-2 16,0 2 2-16,1 0 2 15,-3 1 3-15,1 3-4 16,-2 2 0-16,2 3 2 15,3 1-2-15,-3-1-1 16,7-2 0-16,-2-4 1 16,3-7-1-16,-2-2 0 15,3-8 0-15,-1-2 0 16,-2-2 0-16,-1 0 2 0,-1 1 3 16,1 1-4-1,-2 2 0-15,6-2-1 0,-3 1 3 16,5-1-3-1,0-4 0-15,-1 4 4 0,3-2-4 16,-1 3 0-16,2-1 0 16,-3-4 0-16,2 1 2 15,1-5-1-15,-2 1-2 16,1-3 1-16,2 1 0 16,-1 0 0-16,2 0-2 15,0 0 1-15,3 2 0 16,1 1-1-16,-1-2 4 15,1 3 0-15,-2-3-2 16,1 3-1-16,1-1 1 16,-2 2 0-16,2 1-2 0,0 0 2 15,0-1 0-15,0-1 0 16,0-1-1-16,0-4 1 16,0-3 3-16,0-3-3 15,0-3 3-15,0-6-2 16,0-1-1-16,0-4 2 15,0 0 3-15,11-18-5 16,15-20-53-16,14-21-313 16</inkml:trace>
  <inkml:trace contextRef="#ctx0" brushRef="#br0" timeOffset="190961.82">22754 6621 38 0,'0'0'55'0,"0"0"11"16,0 0-34-16,3 95 13 16,-4-42-26-16,-16 19-4 15,-10 16 4-15,-7 14 10 16,-10 7-13-16,-1-1 15 0,-3-2-7 16,3-6-9-16,1-8 11 15,2-6-14-15,-1-7-1 16,7-4 2-16,1 0-6 15,6 0 3-15,6-2-1 16,4-1-2-16,1-4 1 16,3-7-1-16,2-5 3 15,1-2-6-15,3-5 0 16,0-4 2-16,3-6-5 16,0-6 0-16,1-5 1 0,-2-4 1 15,1 2-3 1,0-1 3-16,-2 4-2 0,4-1 2 15,-3 0-2-15,2 1-1 16,-1-2 0-16,0-3 1 16,-3-1-2-16,2-1 3 15,-1-3-2-15,-1 3 11 16,-1 4 0-16,1 3-5 16,1 3-2-16,1 2-2 15,0 2-1-15,2-1 2 16,2 1-1-16,0-5-1 15,0 2-1-15,2-5 0 16,-1 0 0-16,-1-3 0 16,0-1 0-16,-3 0-1 15,0 0 1-15,-1 1 0 0,-2 1 0 16,0-2 0-16,0-1-1 16,0 0-3-16,-3-1 2 15,2 3-3-15,1-4 5 16,0 3-1-16,0-2-1 15,6 2 4-15,-2-3-2 16,3-1 1-16,0-1-1 16,-1-2 0-16,1 1 2 15,-2-1 0-15,3 1-1 16,-4 2 1-16,-1 2-2 16,-6 5 0-16,-6 4-1 15,-6 5 1-15,0-2 3 0,0 0 2 16,-2-1-3-16,2-5-2 15,2-2 5-15,3-4 11 16,4-6-11-16,5-2 14 16,3-3 0-16,4-2-12 15,-1-1 3-15,2-2-8 16,0 0 2-16,-1 1-2 16,0 1 2-16,-3 2-2 15,-4 1-2-15,-5 2 0 16,-4 1 0-16,-1-2 2 15,-1 0-2-15,8-4 3 16,0 0-2-16,5-2-1 16,3-1 0-16,2 0-1 0,3-2 2 15,0 1-2 1,0 3 2-16,0-4-4 0,0 0 2 16,0-1-3-16,3-2-3 15,7 0 2-15,3 0-1 16,3-2-3-16,4-8-35 15,-2 0 15-15,1-2-3 16,-1-1-198-16</inkml:trace>
  <inkml:trace contextRef="#ctx0" brushRef="#br0" timeOffset="191964.13">22061 9104 249 0,'0'0'60'15,"0"0"-57"-15,0 0 6 16,1 92 29-16,-1-44 18 15,-9 10-12-15,-4 9-31 16,-7 8-3-16,-2 9 3 16,0 3-2-16,-2 4-2 15,-3 2-2-15,-6 0-7 16,-5-4-48-16,-4-5-128 16,1-6 15-16,4-6 97 0,9-6 52 15,5-5 12 1,4-9 6-16,5-9-4 0,3-8 2 15,2-12-2-15,3-7 10 16,1-8 23-16,5-3 49 16,0-3-35-16,0-2-35 15,0 0 35-15,0 0 21 16,3 0 80-16,6-2-78 16,3-8-20-16,3-1-17 15,0 1-2-15,1 1-9 16,4 5-24-16,-1 2-24 15,5 2-49-15,0 0-30 16,-2-4-170-16</inkml:trace>
  <inkml:trace contextRef="#ctx0" brushRef="#br0" timeOffset="194101.23">8729 7282 315 0,'0'0'91'16,"0"0"-42"-16,0 0-44 0,0 0-3 15,0 0-2-15,0 0 6 16,0 0-6-16,0 22-18 15,5-20-55-15,1 0 65 16,1 1 8-16,1 4 0 16,5 0-26-16,-1 1-94 15</inkml:trace>
  <inkml:trace contextRef="#ctx0" brushRef="#br0" timeOffset="194581.11">12067 7536 663 0,'0'0'8'16,"0"0"-8"-16,0 0-51 15,0 0-62-15,0 0 72 16,0 0 40-16,-7-4-2 15,-6 18 3-15,6 3-21 16,1 2-116-16,6-5-104 16</inkml:trace>
  <inkml:trace contextRef="#ctx0" brushRef="#br0" timeOffset="195008.06">15471 7841 594 0,'0'0'94'16,"0"0"-33"-16,0 0-32 16,0 0-5-16,0 0-20 15,0 0-4-15,0-17-43 16,15 26-90-16,7 8 41 0,11 0-139 16</inkml:trace>
  <inkml:trace contextRef="#ctx0" brushRef="#br0" timeOffset="195377.48">20350 7995 150 0,'0'0'0'0</inkml:trace>
  <inkml:trace contextRef="#ctx0" brushRef="#br0" timeOffset="196957.32">2368 12593 330 0,'0'0'143'0,"0"0"-17"16,0 0-18-16,0 0-27 16,0 0-42-16,0 0-13 15,5-50-13-15,11 37-7 16,12 1 2-16,3-1 12 0,12 2-10 16,8 4-8-16,13 5-1 15,9 2-1-15,6 0-5 16,0 0-33-16,-5 4-43 15,-3-1-59-15,-21-3-66 16,-21 0-80-16</inkml:trace>
  <inkml:trace contextRef="#ctx0" brushRef="#br0" timeOffset="197139.25">2585 12533 430 0,'0'0'327'0,"0"0"-327"0,0 0-13 15,0 0 11-15,-5 92 2 16,10-43 4-16,9 15 0 16,-3 9-1-16,3 10-1 15,-8 6 1-15,-6 0-3 16,0-2-70-16,-9-10-73 16,-15-22-177-16</inkml:trace>
  <inkml:trace contextRef="#ctx0" brushRef="#br0" timeOffset="197805.13">3293 12500 765 0,'0'0'75'0,"0"0"27"16,0 0-72-16,0 0-30 16,0 0-6-16,0 0-3 15,8 21 9-15,2 22 2 16,1 16 1-16,-2 15-2 16,-4 4 0-16,-2 2-1 15,-3-5 0-15,0-13-16 16,5-13-16-16,6-14-10 15,5-12 5-15,13-14 13 16,8-9 22-16,5-15-1 16,2-20-5-16,-8-9 8 15,-5-12 9-15,-12-9 30 16,-8 0 14-16,-5 0-16 0,-1 6-14 16,-5 9-14-16,0 5-2 15,0 10-3-15,0 8-4 16,-2 8-1-16,-2 7 0 15,1 8-4-15,0 4-1 16,-1 2-15-16,-4 17-37 16,-1 10 53-16,-2 10 1 15,1 5 2-15,4 1-2 16,6-4 0-16,0-9-4 16,2-5-7-16,18-12 5 0,9-6 0 15,10-7 10-15,11-2-2 16,13-2-48-16,6-23-256 15</inkml:trace>
  <inkml:trace contextRef="#ctx0" brushRef="#br0" timeOffset="199553.38">3777 13204 189 0,'0'0'84'16,"0"0"50"-16,0 0-15 15,0 0-41-15,0 0 17 16,0 0-9-16,8-53-24 15,-8 52-21-15,0 1-8 16,0 0-21-16,0 0-12 16,0 0 0-16,0 5-14 15,0 16 0-15,0 8 8 0,0 9 4 16,-5 2-1-16,-3 3-19 16,0-3-10-16,3-6-22 15,1-6-13-15,1-4-20 16,1-12-50-16,1-12-195 15</inkml:trace>
  <inkml:trace contextRef="#ctx0" brushRef="#br0" timeOffset="199846.4">4321 12771 616 0,'0'0'47'16,"0"0"66"-16,0 0-106 15,0 0-7-15,0 0-12 16,0 0 12-16,20-8 4 15,10 16-4-15,7-2-4 16,6 3-60-16,2-3-27 16,-6 2-82-16,-10-4-95 15</inkml:trace>
  <inkml:trace contextRef="#ctx0" brushRef="#br0" timeOffset="200052.59">4184 12990 68 0,'0'0'519'0,"0"0"-479"16,0 0 4-16,0 0-5 15,0 0-39-15,0 0 6 16,51 41 5-16,-14-32 1 16,6-3-4-16,1-1-6 0,2-2-2 15,-3-3-94-15,-5 0-99 16</inkml:trace>
  <inkml:trace contextRef="#ctx0" brushRef="#br0" timeOffset="200969.55">5104 12729 546 0,'0'0'93'16,"0"0"17"-16,0 0-61 0,11-72-31 16,16 52-17-16,9-2-1 15,6 0 4-15,5 3 0 16,-5 4-4-16,-1 7 2 15,-8 8-1-15,-7 0-1 16,-10 17-12-16,-10 15-66 16,-6 5-4-16,-12 6 51 15,-16 1 9-15,-2 0-7 16,2-3-11-16,4-3 12 16,10-5 23-16,5-8 5 0,4-5-3 15,5-3 3-15,0-3 16 16,0-1 33-16,4 1 1 15,8 3-7-15,0 5-14 16,4-1-13-16,-4 8-13 16,-6-2-1-16,-3 0-2 15,-3-2 1-15,0-4 1 16,-7-5 0-16,-5-5 2 16,-4-6 2-16,8-2 0 15,-7-3 9-15,0 0 11 16,1-6 18-16,10-10-12 15,4-2-19-15,23-3-13 16,29-4-194-16,15 0-237 16</inkml:trace>
  <inkml:trace contextRef="#ctx0" brushRef="#br0" timeOffset="201251.62">5589 13019 539 0,'0'0'118'0,"0"0"45"15,0 0-80-15,0 0-74 16,0 0-9-16,0 0-5 16,-49 65 1-16,71-28 1 15,10-4 1-15,8-3 0 16,12-12-25-16,9-12 27 0,2-6 0 16,-5-4 1-1,-13-19 0-15,-9-6 1 0,-17-2 8 16,-11-1 13-16,-8 1 1 15,-3 2-8-15,-24 3 2 16,-9 6-10-16,-1 10-8 16,4 10-10-16,4 3-59 15,11 24-52-15,13 9-56 16,5-2-107-16</inkml:trace>
  <inkml:trace contextRef="#ctx0" brushRef="#br0" timeOffset="201420.44">6113 13278 842 0,'0'0'89'16,"0"0"-89"-16,0 0-33 0,0 0 28 16,-19 103-29-16,2-63-15 15,-7-2-67-15,2-8 25 16,5-10-256-16</inkml:trace>
  <inkml:trace contextRef="#ctx0" brushRef="#br0" timeOffset="202233.81">6432 12987 817 0,'0'0'30'15,"0"0"26"-15,0 0-56 16,0 0-34-16,0 0 29 16,0 0 4-16,22 92 0 15,-17-53 0-15,1 2 0 16,4-1-3-16,5-3 0 16,9-9-9-16,6-9-4 15,4-11 6-15,2-8 11 16,-4-6 5-16,-2-16 6 15,-5-7 18-15,-9-3 7 16,-6-5-6-16,-10 0-1 16,0-2-19-16,-23 3-10 15,-5 7-2-15,6 11-9 0,7 9 0 16,9 5 0-16,5 4-27 16,1 0-22-16,4 0-78 15,25 0 114-15,17 0 24 16,9 0 6-16,3 0 18 15,-5 0 1-15,-13 0-7 16,-10 7-3-16,-8 5-9 16,-11 0-6-16,-6 7-3 15,-5 1 2-15,0 6 1 16,-13 3 0-16,-4 4 1 16,-1 3 0-16,8-4 2 15,7-2-3-15,3-8-1 0,17-13-3 16,14-9 4-16,12-6 1 15,-1-21 3-15,-5-8 6 16,-3-5 33-16,-8 1-30 16,2-1-13-16,-1 8-9 15,-7 5-33-15,-1 9 10 16,-6 5 25-16,-1 7 7 16,-1 6 0-16,2 0 3 15,4 3-2-15,-2 16-1 16,-2 8 0-16,3 8-1 15,-7 5 0-15,0 6 1 16,0-3 1-16,0-7 0 16,6-11 0-16,5-13 1 15,12-10 2-15,14-2 4 16,11-11 11-16,1-14-3 0,-4-6 11 16,-9-2-2-16,-16-1-2 15,-10 1 1-15,-12-1-9 16,-7 3 20-16,-15 2-17 15,-30 8-18-15,-18 8-10 16,-5 10-70-16,7 3-30 16,14 13 8-16,16 10-92 15,10 0-237-15</inkml:trace>
  <inkml:trace contextRef="#ctx0" brushRef="#br0" timeOffset="202500.46">8240 12732 834 0,'0'0'58'16,"0"0"1"-16,0 0-59 15,0 0-34-15,-99 72 30 16,53 0 1-16,-3 16 0 15,3 9 3-15,4 10 0 16,10 8 0-16,16 1-1 16,16-4-11-16,24-14-42 15,40-20-65-15,26-25-68 0,13-29-277 16</inkml:trace>
  <inkml:trace contextRef="#ctx0" brushRef="#br0" timeOffset="203216.56">8498 13020 516 0,'0'0'132'0,"0"0"65"16,0 0-107-16,0 0-34 15,0 0-8-15,0 0-23 16,10-45-25-16,-10 50-11 16,-1 24-9-16,-16 15 17 15,-2 12-3-15,-10 6-9 16,-2-1-15-16,3-5 0 15,1-5-19-15,6-7-32 16,9-14-80-16,5-15-157 16</inkml:trace>
  <inkml:trace contextRef="#ctx0" brushRef="#br0" timeOffset="213509.17">8729 13243 463 0,'0'0'141'16,"0"0"-30"-16,0 0-2 16,0 0-53-16,0 0 0 15,0 0-18-15,0 0-7 16,0-67-3-16,0 63-7 15,0 3-4-15,0 1-7 16,0 0-10-16,0 0-3 16,0 0-4-16,0 0-19 15,0 1-25-15,0 14 17 16,0 0-23-16,0-4-90 16,0-11-144-16</inkml:trace>
  <inkml:trace contextRef="#ctx0" brushRef="#br0" timeOffset="213771.44">9081 13000 758 0,'0'0'75'15,"0"0"-72"-15,0 0 1 0,0 0-4 16,4 76 0 0,1-40 0-16,-2 4-1 0,0 7 2 15,-3 1 1-15,0 0-2 16,0-2-46-16,0-6-77 16,0-10-10-16,0-13-183 15</inkml:trace>
  <inkml:trace contextRef="#ctx0" brushRef="#br0" timeOffset="214172.46">9332 13154 568 0,'0'0'83'15,"0"0"37"-15,0 0-79 16,0 0-25-16,0 0-14 16,0 0-2-16,0-3-2 15,0 20 2-15,0 4 0 16,0 5 1-16,4-1-1 16,2 3 0-16,0-6-9 15,3-4-7-15,-2-2 3 16,1-8 7-16,-5-4 6 15,0-1 0-15,-1-3 0 16,-2 0 6-16,0 0 17 0,0 0 6 16,0 4-27-16,0 3-2 15,-2 5 0-15,-7 5 1 16,-5 0 0-16,-5 0 0 16,-5-2-1-16,-7 0-14 15,-2 0-55-15,-4-7-78 16,2-7-172-16</inkml:trace>
  <inkml:trace contextRef="#ctx0" brushRef="#br0" timeOffset="214396.37">9394 13126 642 0,'0'0'83'16,"0"0"9"-16,0 0-75 16,0 0-11-16,90-20 10 15,-51 20-12-15,5 0-4 16,-3 4-1-16,2 7-61 16,-3-3-93-16,-6-8-170 15</inkml:trace>
  <inkml:trace contextRef="#ctx0" brushRef="#br0" timeOffset="214655.28">9998 12925 863 0,'0'0'87'16,"0"0"-81"-16,0 0-6 15,0 0-3-15,24 112 3 16,-24-45 0-16,0 13-2 16,-2 7 3-16,-12-5-1 15,-5-5 5-15,-1-7-4 16,-8-8 1-16,-4-9-2 16,-9-8-33-16,-4-14-84 15,-3-21-125-15</inkml:trace>
  <inkml:trace contextRef="#ctx0" brushRef="#br0" timeOffset="-213868.75">8757 7258 384 0,'0'0'136'16,"0"0"-102"-16,0 0-34 15,0 0-203-15,0 0 123 16,0 0-30-16</inkml:trace>
  <inkml:trace contextRef="#ctx0" brushRef="#br0" timeOffset="-213505.57">11365 7380 775 0,'0'0'0'0,"0"0"-36"15,0 0-83-15,0 0 73 0,0 0 21 16,0 0-38 0,0 6 37-16,0 8 8 0,-14-1-40 15,-2-1-26-15,-2-2-138 16</inkml:trace>
  <inkml:trace contextRef="#ctx0" brushRef="#br0" timeOffset="-213098.39">15842 7953 324 0,'0'0'90'16,"0"0"-22"-16,0 0-35 15,0 0-28-15,0 0-3 16,0 0-2-16,-3-6-14 16,3 11-154-16,0 5 83 15</inkml:trace>
  <inkml:trace contextRef="#ctx0" brushRef="#br0" timeOffset="-210278.48">10346 12604 453 0,'0'0'83'0,"0"0"20"16,0 0-17-16,4-78-18 15,-4 67-28-15,0 1-17 16,0 3-1-16,0 1 5 16,0 5-8-16,0-1-11 15,0 2-5-15,0 0-3 16,0 0-7-16,0 0 4 15,-7 12 3-15,-5 10 0 0,-7 6 0 16,-4 7 0 0,4 2 0-16,-2 8 0 0,2 2 0 15,5 1 0-15,5-4-6 16,9-6-16-16,0-8-9 16,12-11 5-16,19-8 2 15,8-11 1-15,10 0-1 16,3-14-3-16,2-13-7 15,-7-2 33-15,-10 1 1 16,-7 5 1-16,-13 5 5 16,-7 5-4-16,-10 3-1 15,0 0 20-15,-3 3-3 16,-10 2 2-16,0 5-2 16,-1 0-6-16,0 0-12 15,0 14 0-15,0 6 0 0,0 8 0 16,-1 7 0-16,3 4-1 15,2 1 0-15,-2 2 1 16,9-5-28-16,0-4-77 16,3-13-181-16</inkml:trace>
  <inkml:trace contextRef="#ctx0" brushRef="#br0" timeOffset="-209920.01">10748 13079 475 0,'0'0'145'15,"0"0"-80"-15,0 0-8 16,0 0-41-16,0 0-9 16,107-24 5-16,-66 20-5 0,4 1-3 15,-3 3-3 1,4 0-1-16,-3 0-5 0,-8 3-46 15,-12 5-31-15,-18 3-30 16,-5-5-135-16</inkml:trace>
  <inkml:trace contextRef="#ctx0" brushRef="#br0" timeOffset="-209709.07">10601 13314 350 0,'0'0'86'0,"0"0"-11"16,0 0-3-16,0 0-12 15,106 8 12-15,-72-8-22 16,8 0-28-16,0-1-21 16,0-1-1-16,-1 0-70 15,-7-1-60-15,-10 0-222 16</inkml:trace>
  <inkml:trace contextRef="#ctx0" brushRef="#br0" timeOffset="-207598.65">2117 14117 299 0,'0'0'137'16,"0"0"13"-16,0 0-48 15,0 0-45-15,0 0-2 16,0 0-21-16,0 0-5 16,-12-9-6-16,12 5-2 0,0-2-7 15,0 1-9 1,18-2-5-16,17 0-5 0,10 1 5 15,9 0 0-15,9 3 0 16,2 1 1-16,0 2-6 16,3 0 1-16,-6 0-11 15,-2 0-30-15,-7 2-16 16,-16 0-57-16,-16-2-43 16,-17 0-198-16</inkml:trace>
  <inkml:trace contextRef="#ctx0" brushRef="#br0" timeOffset="-207428.54">2417 14026 524 0,'0'0'105'0,"0"0"-96"15,0 0-3-15,0 0 12 16,-11 111 21-16,11-61-18 16,0 4 10-16,2 7-23 15,0 1-4-15,-2 2-4 16,0-5-12-16,0-6-78 15,0-14-115-15,2-11-98 16</inkml:trace>
  <inkml:trace contextRef="#ctx0" brushRef="#br0" timeOffset="-206849.44">2900 14089 758 0,'0'0'130'15,"0"0"-50"-15,0 0-79 16,0 0-1-16,0 0-2 0,0 0 2 16,22 77 0-16,-17-31 0 15,0 2-3-15,3 3 3 16,-2-4-7-16,0-8-33 16,3-6-5-16,3-11 6 15,4-8 1-15,7-7 0 16,8-7 30-16,5 0-32 15,1-9-28-15,-1-14 44 16,-6-7 16-16,-6-6 8 16,-8-6 26-16,-7-8 39 15,-7-1 37-15,-2-1-43 16,0 6-8-16,0 8-16 16,-8 13-11-16,1 11-15 0,2 8-6 15,2 6-3 1,-1 0-3-16,-1 11-9 0,-1 13 8 15,3 10 2-15,3 2 0 16,0 3-5-16,6-5-6 16,9-5-1-16,9-7-16 15,12-10 6-15,13-5 6 16,14-7-42-16,5 0-96 16,0-24-297-16</inkml:trace>
  <inkml:trace contextRef="#ctx0" brushRef="#br0" timeOffset="-205849.23">3622 14483 577 0,'0'0'119'16,"0"0"-48"-16,0 0-43 15,0 0-12-15,0 0-15 16,0 0 1-16,0-26 3 16,4 24 2-16,7 1 1 15,5-1-7-15,2 2 1 16,3 0-2-16,-2 2 0 15,-5 12-1-15,-5 4-2 0,-2 5 0 16,-7 4 0 0,0 2-8-16,-16 5-9 0,-9 1 15 15,-11 2 0-15,-2-1 0 16,2-6 0-16,1-4-2 16,14-11 6-16,5-7 1 15,5-6 0-15,8-2 0 16,3 0 0-16,0 0-3 15,0 0-5-15,0 0 8 16,22 0 3-16,7-2 4 16,8-8 1-16,3 0 0 15,3-2-8-15,1 1-10 16,-1-2-68-16,2-2-86 16,-7-9-353-16</inkml:trace>
  <inkml:trace contextRef="#ctx0" brushRef="#br0" timeOffset="-205620.7">4126 14341 623 0,'0'0'39'16,"0"0"46"-16,0 0-84 15,0 0-1-15,0 0 1 16,0 0 0-16,84-11 6 0,-50 11-3 16,6 0-4-16,-4 0-6 15,-3 0-85-15,-10 7-35 16,-12-2-231-16</inkml:trace>
  <inkml:trace contextRef="#ctx0" brushRef="#br0" timeOffset="-205434.43">3986 14543 758 0,'0'0'77'16,"0"0"-76"-16,0 0 0 16,0 0 2-16,0 0 3 0,112 0-5 15,-74 0-1 1,6 0 0-16,3 0-9 0,-2 0-100 15,0 0-82-15</inkml:trace>
  <inkml:trace contextRef="#ctx0" brushRef="#br0" timeOffset="-203119.13">5203 13772 408 0,'0'0'185'15,"0"0"-93"-15,0 0-31 16,0 0-32-16,0 0-28 0,0 0-1 16,-8 16 0-16,-2 6 0 15,-2 7 4-15,-1 6 2 16,2 5 2-16,2 4-7 16,3 2-1-16,2 0 7 15,4-5-1-15,0-3-6 16,0-5 4-16,9-7-4 15,10-9-27-15,10-8-28 16,9-9 32-16,7-5 0 16,-4-20 2-16,3-8 21 15,-11-5 1-15,-12-1 62 16,-9 2 24-16,-3 1-7 16,-6 10-18-16,-3 6-9 0,0 12-19 15,0 5-26 1,0 3-8-16,0 0-23 0,0 17-13 15,0 16 25-15,0 9 10 16,-3 8 0-16,-6 3-9 16,-2 3-10-16,-4-3-31 15,2-2-31-15,1-10-99 16,5-12-194-16</inkml:trace>
  <inkml:trace contextRef="#ctx0" brushRef="#br0" timeOffset="-202799.87">5704 14093 874 0,'0'0'92'15,"0"0"-29"-15,0 0-59 16,0 0-4-16,0 0-50 16,0 0 45-16,3 41 2 15,-8-2-5-15,-5 3-14 16,3-4-25-16,2-4 6 15,5-8-38-15,0-14-14 16,22-10 61-16,10-2 30 16,5-20 2-16,-3-12 5 15,-1-8 18-15,-9-3 43 16,-9-3-3-16,-9 1-7 16,-6 1 2-16,-10 2-22 15,-23 8-14-15,-5 13-22 0,1 19-2 16,13 5-39-16,11 30-87 15,13 6-32-15,0 2-174 16</inkml:trace>
  <inkml:trace contextRef="#ctx0" brushRef="#br0" timeOffset="-202607.22">6171 14310 753 0,'0'0'120'0,"0"0"-97"16,0 0-23-16,0 0-4 0,0 0 4 16,-57 107 2-16,26-58 0 15,-2-1-2-15,7-1-37 16,3-7-60-16,11-13-35 16,7-13-149-16</inkml:trace>
  <inkml:trace contextRef="#ctx0" brushRef="#br0" timeOffset="-201371.17">6483 14151 863 0,'0'0'23'0,"0"0"-23"0,0 0-15 15,0 0 8 1,-35 78 7-16,15-41 1 0,1 4-1 15,5 2 0-15,6-4-3 16,8-3-2-16,0-4-19 16,6-11 4-16,24-9 2 15,12-12 14-15,15 0 4 16,-3-18 4-16,0-10-2 16,-15-3 3-16,-12-3 14 15,-11 2 8-15,-11-1-15 16,-5 3-3-16,-11 1-9 15,-14 9-5-15,-10 4-13 16,5 9-16-16,7 2 5 0,6 5 17 16,9 0-6-16,3 0 13 15,5 0-3-15,0 2-2 16,2 3 4-16,19-3 6 16,7-2 10-16,3 0 23 15,0 0 1-15,-1 0-11 16,-1-2-2-16,-7-3-2 15,-4 1-6-15,-9 3-1 16,-3-1 4-16,-6 2 5 16,0 0-12-16,0 0-9 15,0 2-8-15,0 10 3 16,-6 7 5-16,-6 1 0 16,-3 4 4-16,3-1-4 15,2 3 2-15,4-2-2 0,6-1-1 16,0-2 1-16,0-4 0 15,4-2 0-15,10-4 0 16,8-3 1-16,8-7 2 16,7-1-2-16,11-1 3 15,1-16-3-15,-2-5 0 16,-9-3 0-16,-11 0-1 16,-15-3 3-16,-6 0-3 15,-6 1 0-15,-5 5-26 16,-20 3-25-16,-8 3-5 15,-3 7 16-15,2 0 23 16,-2 6 6-16,2 3 6 0,4 0 5 16,7 0-4-1,9 0-2-15,5 0 6 0,9 0 13 16,0 0 16-16,0 0 6 16,0 0 0-16,0 0-5 15,0 0-21-15,0 0-6 16,0 0-1-16,0 0 0 15,0 0 0-15,0 0 0 16,0 0-2-16,0 0 2 16,0 0-2-16,0 0 3 15,0 0-3-15,0 0 1 16,0 0-1-16,0 0 2 16,0 0-2-16,0 0 0 15,0 0 0-15,0 0-2 16,15 0 1-16,9 0 1 0,10 0 0 15,14 1 1-15,10-1-1 16,11 0 0-16,6 0-4 16,-1 0-6-16,-9 0 2 15,-8 0 8-15,-18 0 3 16,-8 0 0-16,-10 0 1 16,-10 4-4-16,-4 10 0 15,-7 8-1-15,0 6-5 16,-10 3 6-16,-13 5 0 15,-4 3 2-15,0-3-1 0,8-2-1 16,7-3 1-16,12-7-1 16,0-5 0-16,20-10-5 15,21-9 5 1,14 0 4-16,5-22-2 0,3-6 0 16,-14-3 0-16,-13-3 3 15,-9 1 15-15,-16 1-7 16,-8 0 15-16,-3-4-5 15,-17 2-3-15,-22 3-1 16,-19 9-17-16,-17 9-2 16,-2 11-33-16,6 2-42 15,18 10-4-15,21 10-85 16,19-3-173-16</inkml:trace>
  <inkml:trace contextRef="#ctx0" brushRef="#br0" timeOffset="-201103.47">8114 13939 848 0,'0'0'100'0,"0"0"-53"16,0 0-47-16,0 0-10 15,-95 61 7-15,49-2 1 16,-1 12 1-16,-2 13 0 0,2 9-6 16,12 5 0-16,17 6 1 15,18-4-33-15,38-8-29 16,38-19-81-16,31-20-188 16</inkml:trace>
  <inkml:trace contextRef="#ctx0" brushRef="#br0" timeOffset="-197357.36">8265 14239 326 0,'0'0'179'0,"0"0"-43"16,0 0-61-16,0 0-37 0,0 0 4 15,0 0-17-15,40-60-2 16,-35 51 1-16,-3 1 1 15,5 0 3-15,-4 3-6 16,-3 1-5-16,1 1-10 16,-1 3-5-16,0 0-1 15,0 0-2-15,0 0 1 16,0 0-3-16,0 0 1 16,0 0-3-16,0 18-1 15,0 12 3-15,-15 9-1 16,-7 11 3-16,-5 4 1 15,-3-1 2-15,0-2-2 16,5-10-5-16,6-12-11 0,10-10-16 16,5-11 24-16,4-8-26 15,0 0-9-15,23-20 27 16,15-19-478-16</inkml:trace>
  <inkml:trace contextRef="#ctx0" brushRef="#br0" timeOffset="-196373.3">8596 14275 561 0,'0'0'112'0,"0"0"-46"15,0 0-21-15,0 0-20 16,0 0-15-16,0 0-4 15,0 0 4-15,6-3 6 16,-6 3-5-16,0 0-2 16,0 0-9-16,0 0-9 15,0 0-49-15,0 8-51 16,-1-8-71-16</inkml:trace>
  <inkml:trace contextRef="#ctx0" brushRef="#br0" timeOffset="-196126.53">8885 14062 670 0,'0'0'170'15,"0"0"-101"-15,0 0-42 16,0 0-27-16,0 0-8 15,0 0 8-15,-35 111 0 16,13-50-1-16,-4 7 2 16,2 4-2-16,-1-5-32 15,1-8-47-15,9-16-76 16,3-16-54-16</inkml:trace>
  <inkml:trace contextRef="#ctx0" brushRef="#br0" timeOffset="-195793.67">9165 14117 862 0,'0'0'9'16,"0"0"-2"-16,0 0-7 16,0 0-4-16,-44 75 4 15,16-31-1-15,0 6 1 16,5-1-7-16,13 0-14 15,10-2 3-15,0-3 8 16,19-7 4-16,12-6 5 0,1-6 1 16,-4-9 1-1,-8-5 1-15,-7-5 3 0,-9-6 5 16,-4 0 24-16,0 0 20 16,-6 0-28-16,-17-5-26 15,-6-2 0-15,-1 5-2 16,-1 2-11-16,1 0-34 15,0 0-15-15,1 0-76 16,5 0-75-16</inkml:trace>
  <inkml:trace contextRef="#ctx0" brushRef="#br0" timeOffset="-195578.44">9091 14107 694 0,'0'0'69'15,"0"0"-63"-15,90-11-3 16,-37 11 0-16,10 0-3 16,6 0 0-16,1 11-10 15,2 2-45-15,-4-6-40 16,-6-4-214-16</inkml:trace>
  <inkml:trace contextRef="#ctx0" brushRef="#br0" timeOffset="-195325.15">9737 13989 836 0,'0'0'0'0,"0"0"0"15,0 0 0-15,59 98 0 16,-48-51 3-16,-5 14 11 16,-6 12 7-16,0 11-5 15,-11 5-6-15,-18-1-7 16,-7-2 1-16,-4-12-2 16,6-12-1-16,-2-11-1 0,-1-14-4 15,1-13-49-15,2-15-100 16,11-9-321-16</inkml:trace>
  <inkml:trace contextRef="#ctx0" brushRef="#br0" timeOffset="-194401.04">10252 13839 472 0,'0'0'146'0,"0"0"-97"0,0 0 21 15,0 0 4-15,0 0-32 16,0 0-14-16,6-27-3 16,1 18-4-16,2-1-17 15,10 0-4-15,7 1-1 16,4-1 1-16,3 3-1 15,1 2 0-15,-6 3-1 16,-2 2 1-16,-7 0-26 16,-5 5-3-16,-7 11-8 15,-7 2-12-15,0 6-3 16,-19 0 4-16,-4-2 16 16,1-1 18-16,2-5 13 0,6 0 2 15,3-2 0-15,5 3 11 16,2 4 7-16,4 7-6 15,0 6-1-15,13 2 2 16,4-5 1-16,-1-2-6 16,-2-5-5-16,-6-5-2 15,0-7 3-15,-7-1-3 16,-1-4 4-16,0-1 6 16,-4 2 4-16,-11-2 8 15,-8 1-14-15,0-3-4 16,-1 1-2-16,1-4 0 0,-2-1-3 15,7 0-2 1,3 0-42-16,7 0-5 0,8 0 9 16,0 0-187-1</inkml:trace>
  <inkml:trace contextRef="#ctx0" brushRef="#br0" timeOffset="-194159.79">10740 14352 630 0,'0'0'167'0,"0"0"-125"0,0 0-41 16,0 0-1-16,0 0 0 15,0 0 5-15,58 6 1 16,-27-6-3-16,4 1 2 15,-1 4-5-15,0 0-17 16,0 2-122-16,-6 0-65 16</inkml:trace>
  <inkml:trace contextRef="#ctx0" brushRef="#br0" timeOffset="-193961.85">10629 14609 623 0,'0'0'117'0,"0"0"-115"16,79 27 13-16,-37-18 5 15,4-2-16-15,3-1-1 16,2-2-3-16,-4-2-15 16,-4-2-44-16,-13 0-70 15,-16 0-258-15</inkml:trace>
  <inkml:trace contextRef="#ctx0" brushRef="#br0" timeOffset="-192685.59">2097 15141 332 0,'0'0'181'16,"0"0"-87"-16,0 0-38 15,0 0 29-15,0 0-3 16,0 0-38-16,30-24-19 16,-4 19-3-16,10-1-6 15,11 3 4-15,8 3-8 16,4 0-9-16,8 1-2 16,-2 11-1-16,0 1-14 0,-4-1-36 15,-11 0 3-15,-12-4-68 16,-18-3-15-16,-18-1-80 15,-2-4-2-15</inkml:trace>
  <inkml:trace contextRef="#ctx0" brushRef="#br0" timeOffset="-192504.22">2350 15179 686 0,'0'0'188'16,"0"0"-162"-16,0 0-26 15,0 0-1-15,-8 100 1 0,2-47 3 16,-1 9 1-16,-1 2-2 16,-4 2-2-16,0-2-24 15,3-7-103-15,1-12-89 16</inkml:trace>
  <inkml:trace contextRef="#ctx0" brushRef="#br0" timeOffset="-191979.28">2964 15204 865 0,'0'0'81'0,"0"0"-20"16,0 0-55-16,0 0-6 16,0 0-9-16,0 0 7 15,21 51 1-15,-17-8 1 16,-2 3 0-16,-2 4 0 16,0-3 0-16,0-1-16 15,0-5-6-15,0-7-19 16,9-9 5-16,13-8-10 15,8-8 24-15,9-9-5 16,10 0-19-16,0-10 18 0,-1-14 28 16,-9-7 56-16,-6-6-10 15,-5-7 1-15,-7-3-6 16,-5-2-6-16,-10 0-9 16,-6 6-15-16,-1 5-10 15,-20 9-1-15,-6 10 0 16,-1 10-3-16,-2 9-2 15,3 6 0-15,4 16-12 16,7 7 4-16,7 5 1 16,8 6 7-16,1 2 3 15,13 1-7-15,19-7-12 16,14-5-38-16,15-11-48 16,9-10-23-16,4-10-210 0</inkml:trace>
  <inkml:trace contextRef="#ctx0" brushRef="#br0" timeOffset="-191281.81">3529 15616 382 0,'0'0'219'0,"0"0"-106"15,0 0-7-15,0 0-97 0,0 0 18 16,0 0-17-16,75-37-5 15,-41 35-3-15,1 1-1 16,-1 1-1-16,-9 0-1 16,-4 0-8-16,-8 0-1 15,-7 10-15-15,-6 2-49 16,0 3 34-16,-11 4 0 16,-16 3 10-16,-4-2 1 15,3 1-13-15,3-1 13 16,12-1 19-16,4-2 7 0,6-3 3 15,3-1 10 1,0 0 23-16,0 1 22 0,6 0-21 16,6 0 21-16,3 0-27 15,-5-2-11-15,0 1-9 16,-4-5-4-16,-6-1-1 16,0 0-3-16,0-4 2 15,-3 3 0-15,-17-5 8 16,-7-1-10-16,-3 0 0 15,-1 0-1-15,4 0-64 16,12-7-37-16,10-6-102 16</inkml:trace>
  <inkml:trace contextRef="#ctx0" brushRef="#br0" timeOffset="-191031.52">4135 15430 513 0,'0'0'340'16,"0"0"-266"-16,0 0-62 16,0 0-12-16,0 0 0 15,0 0-3-15,64-19 4 16,-31 20-1-16,6 7 0 15,4 1-18-15,-4 3-33 0,-8-3-102 16,-7-1-160 0</inkml:trace>
  <inkml:trace contextRef="#ctx0" brushRef="#br0" timeOffset="-190847.35">4016 15660 262 0,'0'0'154'0,"0"0"-56"16,0 0-27-16,0 0 8 15,130 23 20-15,-69-26-49 0,6-9-27 16,0-2-23-16,3 2-24 16,-8-2-160-16,-12-1-238 15</inkml:trace>
  <inkml:trace contextRef="#ctx0" brushRef="#br0" timeOffset="-189899.36">4985 15295 737 0,'0'0'129'0,"0"0"-23"16,0 0-56-16,0 0-14 15,0 0-36-15,0 0-8 16,11-30-3-16,-17 56 6 16,-6 8 5-16,-3 7 0 15,-1 1 0-15,3-6-13 16,7-7-4-16,6-10-5 16,0-7 3-16,0-7 4 15,14-5 8-15,11 0 7 0,8-7 2 16,3-5-2-16,-5 0 0 15,-2 7 0-15,-7 5 0 16,0 0 2-16,-2 0-2 16,-4 11 0-16,-4 5-5 15,-5 2 5-15,-7 4-3 16,0 4-2-16,-1 3 1 16,-20 4 4-16,-3 1 0 15,-5-5 1-15,3-5 0 16,3-10 1-16,4-8-2 15,5-6 4-15,3 0 0 16,2 0-1-16,-1 0-3 0,2-14-38 16,4-9-335-1</inkml:trace>
  <inkml:trace contextRef="#ctx0" brushRef="#br0" timeOffset="-189450.34">5256 15232 496 0,'0'0'35'0,"0"0"72"16,0 0-85-16,113-23 27 15,-66 23 3-15,4 4-26 0,-6 16-8 16,1 6 1-16,-12 3-12 15,-10 3-5-15,-11 2-2 16,-11-1 0-16,-2-1-7 16,-16-1 7-16,-7 0 0 15,-2-1 1-15,4 1-1 16,9-2-1-16,9 1-16 16,3-3-16-16,11-7-42 15,23-8-5-15,15-9 41 16,6-3 27-16,5-7 12 15,-5-15 10-15,-4-5 25 0,-11-7 15 16,-4-3 33 0,-12-1-6-16,-6 1-32 0,-9 5-9 15,-9 5-21-15,0 5-3 16,-23 8-6-16,-22 5-6 16,-17 9-17-16,-10 0-46 15,2 9-39-15,14 13-38 16,15-1-94-16</inkml:trace>
  <inkml:trace contextRef="#ctx0" brushRef="#br0" timeOffset="-189241.63">6067 15669 595 0,'0'0'265'15,"0"0"-265"-15,0 0-8 16,0 0 8-16,-26 87 0 16,4-57 2-16,-7 3-4 15,3 0-5-15,-1 2-37 16,3-5-98-16,10-6-120 16</inkml:trace>
  <inkml:trace contextRef="#ctx0" brushRef="#br0" timeOffset="-188233.7">6355 15433 801 0,'0'0'89'0,"0"0"-78"15,0 0-10-15,0 0-1 16,0 0 0-16,0 112 0 16,0-67 0-16,0 2 1 15,16 2-2-15,12-1 1 16,4-7-1-16,6-11-8 0,-1-11-4 16,1-16 5-16,-2-3 8 15,-3-17 0-15,-2-13 6 16,-3-5 3-16,-7-5 4 15,-8 3 6-15,-7-2-11 16,-6 3-4-16,0 5-4 16,-16 9-3-16,-4 5-30 15,-2 6-7-15,-3 3-2 16,1 2 3-16,3 2 30 16,6 2 9-16,-1 1 0 15,8 1 0-15,4 0 0 16,4-1 0-16,0-2 9 15,0 0 32-15,0-1-17 16,0-3-8-16,0-1 10 16,0 4-3-16,0 1-4 0,0 3-5 15,0 0-12-15,0 0-2 16,0 0-1-16,0 0-11 16,0 7-2-16,0 9 8 15,0 3-3-15,1-3-5 16,25 1-5-16,8 0-1 15,10-8-5-15,12-2-6 16,1-3-27-16,-2-4 15 16,-2 0 27-16,-5-4 16 15,-6-8 0-15,-11 1 2 16,-14 2 29-16,-13 5 23 16,-4 3-11-16,0 1-19 0,0 0-24 15,-2 1 0-15,-15 19-5 16,-9 9 4-16,1 8 2 15,-2 5-1-15,8-2 1 16,3-4 1-16,15-12-2 16,1-9 0-16,17-13 0 15,17-2 2-15,8-17 4 16,10-12-1-16,-4-10-1 16,0-2 1-16,-5 0 12 15,-4 4-14-15,-4 8-3 16,-6 7-5-16,-13 11 2 0,-6 6 3 15,-5 5 5 1,-5 0-5-16,0 16-6 0,0 12 3 16,0 7 3-1,0 5 0-15,-3 6 1 0,3-3 0 16,0-6-1-16,6-11-3 16,15-13-9-16,0-13 12 15,4-10 3-15,5-20 14 16,0-10-5-16,-2-5 8 15,-10-2-2-15,-9-3-5 16,-9-1-3-16,-12 1 1 16,-22 9 4-16,-11 12-11 15,2 14-4-15,3 15-13 16,7 6-54-16,9 17-89 0,5 2-49 16</inkml:trace>
  <inkml:trace contextRef="#ctx0" brushRef="#br0" timeOffset="-187934.78">8013 15236 874 0,'0'0'15'0,"0"0"-15"15,0 0 0-15,0 0-39 16,-82-10 26-16,34 46 12 16,-8 13 0-16,-2 12 0 0,-2 17 2 15,7 9 1-15,13 8 5 16,21 0-7-16,19-6 0 16,18-9-35-16,42-14-28 15,26-13 12-15,24-17 7 16,17-12-66-16,3-20-370 15</inkml:trace>
  <inkml:trace contextRef="#ctx0" brushRef="#br0" timeOffset="-187621.83">8569 15389 730 0,'0'0'54'16,"0"0"34"-16,0 0-82 15,0 0-6-15,0 0-5 16,0 0-3-16,-20 35 7 15,-7 14 1-15,-5 12 1 16,3 4 5-16,5 2-4 0,10-8 2 16,8-9-4-16,6-9-12 15,0-10-53-15,12-17-89 16,12-14-199-16</inkml:trace>
  <inkml:trace contextRef="#ctx0" brushRef="#br0" timeOffset="-187447.54">8869 15487 954 0,'0'0'13'0,"0"0"-13"16,0 0-18-16,0 0 5 0,0 0 9 16,0 0-8-16,-9 72-30 15,9-49-26-15,0-10-84 16,4-12-233-16</inkml:trace>
  <inkml:trace contextRef="#ctx0" brushRef="#br0" timeOffset="-187218.82">9129 15349 859 0,'0'0'30'0,"0"0"33"16,0 0-63-16,0 0-11 15,0 0 7-15,0 0 3 0,-9 95 1 16,-15-42 0 0,2 6 3-16,-1 0-1 0,4-4-2 15,7-9-13-15,3-8-38 16,8-14-43-16,1-12-73 16,0-12-211-16</inkml:trace>
  <inkml:trace contextRef="#ctx0" brushRef="#br0" timeOffset="-186918.54">9360 15341 848 0,'0'0'29'16,"0"0"44"-16,0 0-73 16,0 0-3-16,0 0-1 0,0 0 1 15,3 78 3-15,-9-29 2 16,1 6-2-16,3 6-1 15,2-2-2-15,5-7-15 16,15-9 1-16,2-12-3 16,-4-14 16-16,-7-9 4 15,-7-7 3-15,-4-1 6 16,0 0 58-16,0 0-29 16,-3-8-29-16,-15-2-9 15,-4 5-2-15,-5 1-15 16,-6 2-6-16,-1 2-24 15,1 0-69-15,7 0-96 16,18-8-257-16</inkml:trace>
  <inkml:trace contextRef="#ctx0" brushRef="#br0" timeOffset="-186723.43">9490 15349 622 0,'0'0'19'0,"0"0"3"16,0 0-21-16,0 0-1 15,94-13 0-15,-51 13 1 16,2 0 0-16,1 0 0 0,-3 4-2 16,-1-4-51-16,-3 0-192 15</inkml:trace>
  <inkml:trace contextRef="#ctx0" brushRef="#br0" timeOffset="-186453.44">9882 15095 811 0,'0'0'42'0,"0"0"-42"15,0 0 3-15,73 92-2 16,-63-34 3-16,-10 12 1 15,-11 9 3-15,-21 7 6 0,-3-1 4 16,-1-8-8 0,-3-7-7-16,0-12-1 0,2-8-1 15,-2-8 2-15,8-10-1 16,-1-6-2-16,4-6-18 16,6-8-44-16,5-6-33 15,4-6-46-15,7-9-164 16</inkml:trace>
  <inkml:trace contextRef="#ctx0" brushRef="#br0" timeOffset="-183338.61">10104 14930 364 0,'0'0'104'0,"0"0"-27"16,0 0-7-16,81-29-25 15,-54 19 9-15,-4 1 7 16,-1-1-5-16,-6 0-14 15,-6 2-8-15,-4 3-4 0,0 3-21 16,-3 2-9 0,5 0-6-16,-2 15-19 0,0 9-1 15,-4 6 0-15,-2 4-7 16,-4 6 15-16,-19-1 12 16,-10 2 3-16,-2-2 3 15,-2-4 0-15,5-9-1 16,10-12 0-16,10-6-2 15,9-7 3-15,3-1 37 16,0 0 12-16,0 0-32 16,27 0-13-16,15-6-4 15,16-6-11-15,6 0-33 0,-3 3-39 16,-6 0-15 0,-8 4 38-16,-8 2 6 0,-9-1-49 15,-11 0-124-15</inkml:trace>
  <inkml:trace contextRef="#ctx0" brushRef="#br0" timeOffset="-182986.61">10672 15404 514 0,'0'0'166'0,"0"0"-107"16,0 0-59-16,0 0 0 15,0 0 17-15,0 0 49 16,4 0-20-16,21 1-14 16,9-1-15-16,9 3-17 15,-1-2-1-15,-3 2-33 16,-8 1-99-16,-8 2-7 0,-16-1-182 16</inkml:trace>
  <inkml:trace contextRef="#ctx0" brushRef="#br0" timeOffset="-182823.09">10461 15628 628 0,'0'0'32'16,"0"0"8"-16,113 21 12 16,-56-12-21-16,4 2-26 15,9 1-5-15,3 2-77 16,3-4 1-16,-12-3-136 15</inkml:trace>
  <inkml:trace contextRef="#ctx0" brushRef="#br0" timeOffset="-181240.37">2136 16313 697 0,'0'0'146'16,"0"0"-72"-16,0 0-33 15,0 0-17-15,0 0-12 16,0 0-4-16,0-19 3 15,0 18 2-15,0 1-2 16,0 0-11-16,22-2-2 16,23 2-5-16,21 0 7 15,15 0 0-15,5 0-1 16,-2 0 1-16,-2 0 0 0,-11 0 0 16,-5 0-9-16,-20 0-1 15,-16-5 7-15,-13 5-12 16,-17 0-21-16,-1 0-11 15,-33 0-89-15,-22 0-50 16,-9 4-48-16,2 0 69 16,10-3 99-16,20-1 66 15,14 2 135-15,11-1 6 16,5-1-70-16,0 0-23 16,3 0 11-16,0 2 4 15,0 0 9-15,0 6-13 16,0 7-49-16,0 12 26 15,0 11 3-15,0 11-22 0,0 9-10 16,0 6-4 0,-3-4-3-16,-3-1 0 0,0-8-88 15,2-10-74-15,2-14-137 16</inkml:trace>
  <inkml:trace contextRef="#ctx0" brushRef="#br0" timeOffset="-180625.45">2955 16409 690 0,'0'0'135'0,"0"0"-21"15,0 0-73-15,0 0-41 16,0 0-2-16,0 0-2 15,-3 34 3-15,3 2 2 16,0 2-1-16,6 2 0 0,3-2 0 16,-1-4-2-1,3-4 2-15,3-6-2 0,2-5-8 16,4-5-15-16,2-9 8 16,6-5 12-16,2 0-12 15,0-5-15-15,-3-15 13 16,-3-3 19-16,-3-4 1 15,-6-2-1-15,2-5 0 16,-6-2 1-16,-9-3 0 16,-2 1 3-16,0 1 13 15,-5 9 8-15,-7 9 1 16,6 8-15-16,-1 11-10 0,5 0-1 16,-4 0-15-1,-1 12 8-15,1 7 6 0,3 3-2 16,3 2 3-16,0 3-3 15,4 0 2-15,14-2 0 16,3 0 1-16,3-3 0 16,6-5-3-16,8-5-26 15,9-4-31-15,5-8-92 16,4 0-139-16</inkml:trace>
  <inkml:trace contextRef="#ctx0" brushRef="#br0" timeOffset="-180141.86">3519 16704 746 0,'0'0'133'16,"0"0"-32"-16,0 0-54 16,0 0-12-16,0 0-31 15,0 0-4-15,4-25-11 16,-4 42-1-16,0 6 8 0,0 5 3 16,0-1-7-16,0 1-6 15,0-3-16-15,11-3 8 16,7-5-23-16,12-6 15 15,0-10-3-15,1-1-3 16,-3-9 11-16,-4-15 14 16,-4-1 11-16,-7 1 9 15,-9 2 70-15,-4 8-18 16,0 2-10-16,0 8-20 16,0 4-25-16,0 3-6 15,-7 18-25-15,-3 10 25 16,-2 6 0-16,1 5-5 15,3 2-11-15,1 1-3 16,3-6-7-16,-1 0-21 0,1-8-41 16,4-13-115-16</inkml:trace>
  <inkml:trace contextRef="#ctx0" brushRef="#br0" timeOffset="-179908.32">4016 16643 880 0,'0'0'26'0,"0"0"-15"0,0 0-11 16,0 0-6-16,0 0 5 15,0 0 1-15,64-12-11 16,-36 18-2-16,1 1-28 15,1 0-59-15,-1-2-50 16,-6-5-309-16</inkml:trace>
  <inkml:trace contextRef="#ctx0" brushRef="#br0" timeOffset="-179726.38">3918 16822 681 0,'0'0'3'0,"0"0"-3"0,0 0 11 16,0 0 35-16,0 0 9 16,89 40-27-16,-52-36-18 15,2-1-10-15,1-3-14 16,-1 0-146-16,-5-17-321 16</inkml:trace>
  <inkml:trace contextRef="#ctx0" brushRef="#br0" timeOffset="-178926.78">4933 16404 551 0,'0'0'98'0,"0"0"-36"16,0 0-16-16,-90 66 2 15,58-19-13-15,2 9-18 16,6 7-8-16,10 3-6 16,6 0 1-16,8-2-3 15,0-7 0-15,2-9-1 16,15-15-14-16,7-11-25 15,6-17 3-15,5-5 18 16,3-20 4-16,-4-13-17 16,-10 0 5-16,-13-1 23 15,-11-1-16-15,-14 4-38 16,-22 2-45-16,-10 9 40 0,4 6 21 16,12 9 38-16,14 5 3 15,16 0 0-15,6 0-23 16,25 0 23-16,17 2 33 15,15-2 7-15,8 0 19 16,1-1-1-16,-2-7-21 16,-9 1 15-16,-15 2 11 15,-19 0-8-15,-17 5-33 16,-8 0-20-16,-2 0 0 16,-2 0-2-16,-14 8 2 15,-6 10 2-15,-1 9 0 16,3 3-2-16,9 3-2 15,8-2 0-15,3-2 0 0,2-7 0 16,17-9 2-16,9-9 1 16,6-4 3-16,8-15-1 15,0-16 3-15,-3-5 0 16,-12-1-5-16,-15 1 0 16,-12 0 2-16,-9 0 2 15,-21 4 4-15,-13 11-5 16,-5 13-6-16,5 8-17 15,7 12-173-15,18 10-187 16</inkml:trace>
  <inkml:trace contextRef="#ctx0" brushRef="#br0" timeOffset="-178727.61">5856 16954 893 0,'0'0'18'0,"0"0"-16"16,0 0-2-16,-70 103 0 15,45-62 0-15,0-2-17 16,2 0-8-16,4-3-30 16,1-7-94-16,7-12-174 15</inkml:trace>
  <inkml:trace contextRef="#ctx0" brushRef="#br0" timeOffset="-177794.55">6050 16645 703 0,'0'0'0'15,"0"0"-4"-15,0 0 4 16,0 0 2-16,0 74 8 16,0-40 11-16,4 7 9 15,13 3-15-15,6 1-6 16,6-1-6-16,2-8-3 0,1-12 0 16,4-17-27-16,-1-7 12 15,0-17 15-15,-6-16 2 16,-6-4 4-16,-8-1 7 15,-14-3 14-15,-1 2-11 16,-20-1-8-16,-13 3-8 16,-3 7-9-16,6 9-40 15,11 8 12-15,10 9 25 16,9 4 9-16,0 0-39 16,10 0-5-16,16 4 44 15,9 4 3-15,10-1 6 16,4 0 8-16,1 0 21 15,-4-1-11-15,-12 1 5 0,-4-1-17 16,-15 4-7 0,-3 0-5-16,-8 3-1 0,-2 5 1 15,-2 3 3-15,0 5 1 16,0 3-3-16,0 0 0 16,0 2 3-16,0-6-4 15,0-9 2-15,1-7-2 16,3-9 0-16,6 0 40 15,6-21 46-15,5-8-79 16,0-5-4-16,-2-4-1 16,-6 1-2-16,-7 1 0 15,-6 4-20-15,-4 6-35 0,-17 7-50 16,-3 6 39 0,1 5-5-16,3 5 23 0,6 2 46 15,9 1 1-15,5 0 0 16,0 0 1-16,19 9 4 15,17 4 59-15,10 2-28 16,11-3-11-16,1 0 0 16,-3 1-11-16,-3 1-1 15,-11 0 0-15,-10 0-2 16,-13-3-6-16,-12 0-4 16,-6-2 4-16,0 6 7 15,-15 3 20-15,-2 4-18 16,0 6-7-16,3 1-3 15,4 3-1-15,7-5-1 16,3-4 4-16,0-13-1 0,21-10-2 16,13 0 10-1,15-20 29-15,5-14-16 0,1-2-10 16,-7 0-5-16,-12 2-5 16,-11 3-3-16,-13 4-1 15,-12 2-1-15,-3 2-11 16,-44 6-32-16,-24 0-61 15,-17 3-82-15,0 0-389 16</inkml:trace>
  <inkml:trace contextRef="#ctx0" brushRef="#br0" timeOffset="-177478.57">7633 16372 746 0,'0'0'115'16,"0"0"-83"-16,0 0-17 15,0 0-15-15,-93 27-2 16,57 26 2-16,-2 15 5 15,1 16 8-15,7 11-5 0,16 12-3 16,12 7 1 0,2-3-4-16,22-13-2 0,21-19 0 15,27-19-29-15,30-23 2 16,21-14 8-16,14-18-104 16,-6-8-210-16</inkml:trace>
  <inkml:trace contextRef="#ctx0" brushRef="#br0" timeOffset="-177001.65">8097 16565 693 0,'0'0'132'16,"0"0"-45"-16,0 0-50 15,0 0-12-15,0 0-20 16,0 0-5-16,-33 21-1 15,18 25 1-15,-5 12 1 16,1 3 0-16,6 1 0 16,5-1-1-16,6-6-6 15,2-11-54-15,0-11-77 16,14-24-159-16</inkml:trace>
  <inkml:trace contextRef="#ctx0" brushRef="#br0" timeOffset="-176829.19">8386 16733 847 0,'0'0'80'16,"0"0"-40"-16,0 0-40 16,0 0-3-16,0 0-1 15,0 0-31-15,9 39-62 16,-1-32-131-16</inkml:trace>
  <inkml:trace contextRef="#ctx0" brushRef="#br0" timeOffset="-176613.34">8632 16562 916 0,'0'0'15'0,"0"0"58"16,0 0-57-16,0 0-15 15,0 0-2-15,0 0 1 16,-12 104 0-16,-4-51 1 16,1 2-1-16,-2 3-2 15,4-4-23-15,4-3-38 16,6-11-134-16,3-20-261 16</inkml:trace>
  <inkml:trace contextRef="#ctx0" brushRef="#br0" timeOffset="-176313.31">8960 16615 869 0,'0'0'84'16,"0"0"-70"-16,0 0-13 16,0 0-2-16,0 0 0 15,-45 82 1-15,27-38 1 16,2 4-1-16,7 4 0 15,1-1-1-15,8 1-4 16,13-6-4-16,9-7 2 0,1-11 7 16,-7-12-2-16,-7-8 2 15,-8-7 0-15,-1-1 14 16,0 0 12-16,-4 0-12 16,-21 0-10-16,-13 0-4 15,-4 0-26-15,-1 0-38 16,4 2-31-16,6-2-51 15,8 0-133-15</inkml:trace>
  <inkml:trace contextRef="#ctx0" brushRef="#br0" timeOffset="-176096.5">8950 16627 435 0,'0'0'387'16,"0"0"-387"-16,0 0-4 16,94-21 3-16,-57 21-16 15,2 0-20-15,1 1 10 16,2 4 16-16,-3-2 8 16,-2-1-84-16,-3-2-196 15</inkml:trace>
  <inkml:trace contextRef="#ctx0" brushRef="#br0" timeOffset="-175846.27">9333 16458 857 0,'0'0'9'16,"0"0"11"-16,104-19 3 15,-65 36-1-15,-8 18-3 16,-6 16-5-16,-11 19 2 15,-14 14-10-15,0 11 1 16,-25 6-6-16,-12-6 2 16,-8-9 1-16,-1-19-2 15,-2-19-2-15,3-12 0 16,5-9-20-16,-2-5-27 16,5-10-103-16,9-10-235 0</inkml:trace>
  <inkml:trace contextRef="#ctx0" brushRef="#br0" timeOffset="-173064.56">9831 16199 325 0,'0'0'166'0,"0"0"-76"0,0 0-53 16,0 0-9-16,0 0 34 15,0 0 17-15,0-45-23 16,0 41-26-16,0-1-7 15,0 1 13-15,0 1-14 16,0 2 1-16,0 0-2 16,0 1-2-16,0 0-12 15,0 0-7-15,-1 9-8 16,-4 18 1-16,-1 17 5 16,-1 11 2-16,0 6-5 15,0-1-37-15,6-7-45 16,1-19-152-16</inkml:trace>
  <inkml:trace contextRef="#ctx0" brushRef="#br0" timeOffset="-172555.51">10507 16591 379 0,'0'0'252'0,"0"0"-152"0,0 0-93 16,0 0-7-16,0 0-4 15,0 0 4-15,72-5 2 16,-34 6-1-16,7-1-1 16,3 0 3-16,1 0-2 15,-3 0 2-15,-6 0-2 16,-13 0-1-16,-16 0-41 15,-11 6-67-15,-24 7-213 16</inkml:trace>
  <inkml:trace contextRef="#ctx0" brushRef="#br0" timeOffset="-172388.28">10265 16849 574 0,'0'0'129'16,"0"0"-95"-16,121 5 35 15,-48-5-24-15,12 0-23 16,6 0-16-16,3 0-6 16,3 0-40-16,-6 0-140 15,-12-2-62-15</inkml:trace>
  <inkml:trace contextRef="#ctx0" brushRef="#br0" timeOffset="-156353.97">5865 8104 261 0,'0'0'137'0,"0"0"-40"16,0 0-20-16,0 0-22 15,0 0-27-15,0 0-21 16,0 0-6-16,0 0-1 15,0-9 0-15,0 4 1 16,0 2-1-16,-3 0-1 16,3 0 1-16,0 3 1 15,0 0-1-15,0 0 1 16,0-3 1-16,0 3 5 16,0-3 6-16,0 1-5 15,0-1-2-15,0 1 4 16,0 1-6-16,-3 1 2 0,3-3 0 15,0 3 6-15,0-1-5 16,0 1-4-16,0 0 0 16,0-2-2-16,0 2-1 15,-1 0 0-15,1 0 0 16,0 0 2-16,0 0-2 16,0 0 1-16,0 0 0 15,0 0-1-15,0 0 0 16,0 0 0-16,0 0 0 15,0 0 0-15,0 0 0 16,0 0 0-16,0 0 1 16,0 0-1-16,0 0 2 15,0 0-2-15,0 0-3 16,0 0-30-16,0 0-60 16,-2 0-140-16,1 0-54 0</inkml:trace>
  <inkml:trace contextRef="#ctx0" brushRef="#br0" timeOffset="-155755.88">7800 7738 561 0,'0'0'63'15,"0"0"-2"1,0 0-32-16,0 0-9 15,0 0 7-15,0 0 0 0,4-10-18 16,-4 10-9-16,0 0-12 16,0 4-107-16,0 13-3 15,-4 0 18-15,4-5-174 16</inkml:trace>
  <inkml:trace contextRef="#ctx0" brushRef="#br0" timeOffset="-155294.84">10619 7882 475 0,'0'0'11'16,"0"0"24"-16,0 0-10 15,0 0-3-15,0 0-13 16,0 0-9-16,0-4-22 15,0 8-203-15,1 9 162 16,13-3-69-16</inkml:trace>
  <inkml:trace contextRef="#ctx0" brushRef="#br0" timeOffset="-154811.72">15371 8097 277 0,'0'0'8'16,"0"0"-7"-16,0 0 2 16,0 0 7-16,0 0 14 15,0 0-22-15,3-2-2 16,-3 2-14-16,0 0-35 15,3 2-14-15</inkml:trace>
  <inkml:trace contextRef="#ctx0" brushRef="#br0" timeOffset="-151969.89">22508 6406 422 0,'0'0'53'0,"0"0"35"16,29-93-30-16,-20 65 2 0,-3 4 23 16,1 5-4-16,-3 9-30 15,-2 2-5-15,-2 6-11 16,0 2-32-16,0 3-1 15,0 23-10-15,-13 15 10 16,-13 11 1-16,-8 6-1 16,3-6 0-16,8-8-1 15,10-13-1-15,13-11 2 16,0-9 0-16,19-7 1 16,31-4 2-16,31-1 15 15,36-23-3-15,19-10-9 16,8-9-5-16,-2-5-1 0,-20 0 1 15,-17-4-1-15,-17 6 1 16,-25 3-1-16,-18 9 0 16,-16 11 0-16,-14 7-1 15,-8 9 1-15,-7 5-6 16,0 2-24-16,-30 9-113 16,-17 15-37-16,-5 0-68 15</inkml:trace>
  <inkml:trace contextRef="#ctx0" brushRef="#br0" timeOffset="-151803.86">23537 6375 646 0,'0'0'24'16,"0"0"-9"-16,0 0-15 15,0 0-191-15,-80 41-155 16</inkml:trace>
  <inkml:trace contextRef="#ctx0" brushRef="#br0" timeOffset="-136401.95">2329 17425 134 0,'0'0'105'16,"0"0"-18"-16,0 0-21 16,0 0 20-16,0 0-19 15,0 0-8-15,0 0-45 0,0 0-2 16,3-21-6-16,-3 21 0 16,0 0 5-16,0 0 11 15,0 0 34-15,0-1-4 16,0 1-22-16,0 0-13 15,0 0-10-15,0 0-1 16,0 0-4-16,0 0 1 16,0 0 5-16,0 0 9 15,0 0-8-15,0 0-1 16,0-3-4-16,0 2 2 16,0 1-6-16,0-2 3 15,0-1-1-15,-3 3 0 16,0 0-1-16,0 0 1 0,0 0-1 15,1-3 6-15,-1 3-6 16,0 0 1-16,3-2-2 16,0 2 0-16,0 0 0 15,0 0 0-15,0 0 0 16,0 0-3-16,0 0-3 16,0 0 0-16,8 0-1 15,18 0 7-15,10 0 2 16,9 0 2-16,4 0-1 15,5 0 4-15,4 0 0 16,-1-2 11-16,-3-2 2 16,-4-2-6-16,-8 3-8 15,-5-1-2-15,-7 3-2 16,-2-2-1-16,-11 3-1 0,-1-1-1 16,-7 1 1-16,-5 0 1 15,-2 0-1-15,-2 0-3 16,0 0 3-16,0 0-6 15,0 0-11-15,-18 0-15 16,-7 12-67-16,-8 0-54 16,3-2-75-16</inkml:trace>
  <inkml:trace contextRef="#ctx0" brushRef="#br0" timeOffset="-136193.92">2700 17404 68 0,'0'0'545'0,"0"0"-363"16,0 0-96-16,0 0-47 16,0 0-30-16,0 0-9 15,0 23-4-15,0 5 4 16,0 6 5-16,10 6-2 16,1 9-1-16,7-6-2 15,-3 3-36-15,1-7-103 16,-5-10-69-16,3-12-285 15</inkml:trace>
  <inkml:trace contextRef="#ctx0" brushRef="#br0" timeOffset="-135585.52">3132 17427 559 0,'0'0'175'0,"0"0"-53"16,0 0-42-16,0 0-35 15,0 0-24-15,0 0-20 16,0-11-1-16,0 28-8 16,0 8 8-16,5 10 2 15,7 8 2-15,6 2-2 16,0-2 0-16,0-2-2 15,4-10-7-15,-1-7-7 16,1-9-1-16,5-9-17 16,0-6 1-16,6 0-9 15,-3-17-1-15,-2-13 0 16,-4-6 6-16,-9-5 35 0,-9-3 8 16,-6-5 52-1,0 3-2-15,-11 4-1 0,-11 9-27 16,1 13-14-16,8 11 3 15,4 4-18-15,4 5-1 16,2 1-4-16,3 16-1 16,0 9 2-16,0 5 3 15,8 3 0-15,10 0-1 16,7-2 1-16,6-3-11 16,11-6-30-16,7-5-55 15,5-12-9-15,-5-6-153 16</inkml:trace>
  <inkml:trace contextRef="#ctx0" brushRef="#br0" timeOffset="-135214.82">3808 17694 892 0,'0'0'64'0,"0"0"-45"16,0 0-19-16,0 0-1 16,0 0 0-16,0 0-8 15,-3 11 8-15,2 7 1 0,1 3 0 16,0 9 5 0,0 6-4-16,3 3-1 0,15-2-5 15,12-1 3-15,5-3-3 16,-5-11 4-16,-5-5 2 15,-10-10-2-15,-10-4 2 16,-5-3 8-16,0 0 35 16,-15 0-2-16,-21 0-30 15,-7 0-10-15,-9 0-2 16,4 0-2-16,11 0-5 16,10 0-20-16,9 2-25 15,12-2-63-15,6 0-147 0</inkml:trace>
  <inkml:trace contextRef="#ctx0" brushRef="#br0" timeOffset="-134987.81">3759 17677 535 0,'0'0'225'15,"0"0"-129"-15,0 0-83 16,0 0-12-16,0 0-1 16,0 0 3-16,73-9-1 15,-33 9-2-15,3 0 0 16,4 0-53-16,-5-3-112 0,-10-8-193 16</inkml:trace>
  <inkml:trace contextRef="#ctx0" brushRef="#br0" timeOffset="-134793.5">4199 17620 829 0,'0'0'95'0,"0"0"-53"15,0 0-35-15,0 0-3 16,0 0-4-16,0 0-5 0,60 0-21 15,-29 0-34-15,0 0-109 16,1 0-105-16</inkml:trace>
  <inkml:trace contextRef="#ctx0" brushRef="#br0" timeOffset="-134603.84">4165 17744 900 0,'0'0'25'16,"0"0"-21"-16,0 0-4 16,0 0 0-16,101 16 1 15,-52-16-1-15,9 0-11 16,16-4-74-16,11-12-103 16,11-11-394-16</inkml:trace>
  <inkml:trace contextRef="#ctx0" brushRef="#br0" timeOffset="-131223.44">5074 17419 26 0,'0'0'203'16,"0"0"-120"-16,0 0 1 16,0 0-11-16,0 0 0 15,0 0-38-15,0 0 3 0,45-45-9 16,-37 40 0-1,4-1 8-15,3 1 29 0,1-1-18 16,1 1-15-16,2-1-7 16,-1 1-6-16,-2 2-7 15,0 3-8-15,1 0-5 16,1 8 0-16,0 12-1 16,7 8 0-16,-1 6 0 15,0 4 0-15,-6 1 1 16,-8 3 0-16,-5 3 0 15,-5-3-1-15,0-1 0 16,-15-6-1-16,-3-4-22 16,0-6-19-16,1-6 6 15,1-9-17-15,3-5 6 0,-2-5 11 16,1 0-33-16,-2-4-107 16,-1-11-96-16</inkml:trace>
  <inkml:trace contextRef="#ctx0" brushRef="#br0" timeOffset="-130870.14">5200 17713 28 0,'0'0'194'0,"0"0"38"15,0 0-48-15,0 0-92 16,-30-79-17-16,55 71-50 16,8 1-21-16,6 2 7 15,3-2 6-15,4 4-4 16,-7 3 4-16,-2 0-6 16,-4 0-3-16,-6 0-1 15,-3 3-5-15,-5 7-2 16,-5 1 0-16,-7-2 0 0,0-1-1 15,-4 1-1-15,2 2 2 16,-1 3 1-16,2 3 0 16,3 0-1-16,3 0-2 15,-1-3-7-15,8-2-7 16,2-8-5-16,3-4 2 16,11 0 19-16,0-13 2 15,-4-8-1-15,-5-4 3 16,-10-2 5-16,-8-2 14 15,-8-1 6-15,0 2 5 16,-22 3-14-16,-6 7-11 16,-6 6-9-16,2 11-1 15,4 1-52-15,10 8-40 0,15 4-119 16,3 2-308-16</inkml:trace>
  <inkml:trace contextRef="#ctx0" brushRef="#br0" timeOffset="-130690.44">6047 17733 878 0,'0'0'38'0,"0"0"-38"15,0 0 0-15,-30 72-20 0,22-47-39 16,0-3-119-1,1-5-353-15</inkml:trace>
  <inkml:trace contextRef="#ctx0" brushRef="#br0" timeOffset="-129624.57">6301 17532 210 0,'0'0'436'0,"0"0"-423"15,0 0-9-15,0 0 7 16,0 0 4-16,20 72 7 15,-4-50 16-15,2 2-1 16,1 0-15-16,0-4-13 16,0-1-6-16,0-5 2 15,-2-4-5-15,-3-4 0 16,4-6 0-16,1 0-5 16,1-10 5-16,0-12 0 15,-3-5 5-15,-8-3 3 16,-9-4 36-16,0 4-9 0,-12-1-15 15,-5 8 8-15,-3 7-27 16,-3 6-1-16,1 6-24 16,2 3-17-16,3-1-28 15,6 2 33-15,5 0 14 16,6 0 9-16,0 0-26 16,8 0 30-16,12 0 8 15,0 3 1-15,4 0 2 16,-5 0 6-16,3 0 0 15,-2 4 15-15,4 0-14 16,2-2-3-16,0 3 8 16,-1-2-6-16,-4 2-4 0,-6-3-2 15,-6-1 16-15,-3 1 13 16,-6 0-20 0,2 4-6-16,-2 6 1 0,0 3 6 15,0 3-6-15,0 2 0 16,0 0-4-16,0-2 0 15,0 0 0-15,10-1 0 16,5-3 2-16,3-3-4 16,4-5 2-16,2-5 0 15,0-4 2-15,0 0 0 16,-1-9 11-16,3-11 9 16,-4-4-2-16,-2-4-10 15,-10 3 3-15,-5-5-3 16,-5 4-12-16,0 2-2 15,-6 1-32-15,-14 4-28 0,4 5-4 16,4 5 22-16,5 2 37 16,7 6 6-16,0 1-10 15,3 0 3-15,13 0 8 16,3 8 12-16,1 1 7 16,5 8-3-16,-1 2-5 15,-2 1-11-15,-4 2 1 16,-5 0 1-16,-4-2-1 15,-3 0-1-15,-4-3 3 16,1-2-1-16,-3-2-2 16,5-6 0-16,2 0 2 15,2-2-2-15,7-5-2 0,13 0-3 16,11 0 5-16,3-12-3 16,5-5 3-16,-8-1 25 15,-7 0 16-15,-10-4 4 16,-13 2-3-16,-7-4 6 15,-3 2-18-15,-15 2-9 16,-14 6-21-16,-7 5 0 16,-5 7-25-16,7 2-55 15,8 2-48-15,17 6-118 16</inkml:trace>
  <inkml:trace contextRef="#ctx0" brushRef="#br0" timeOffset="-129275.62">7744 17397 748 0,'0'0'138'0,"0"0"-33"15,0 0-82-15,0 0-23 0,0 0-4 16,0 0 4-16,-114 103 2 16,81-44-2-16,9 6 0 15,10-1-15-15,14-3-15 16,0-5-12-16,25-5-15 15,19-5-32-15,20-6-2 16,17-8 84-16,16-8-105 16,13-8-156-16</inkml:trace>
  <inkml:trace contextRef="#ctx0" brushRef="#br0" timeOffset="-128825.98">8146 17562 28 0,'0'0'620'0,"0"0"-431"16,0 0-116-16,0 0-52 16,0 0-12-16,0 0-9 15,-4 16 1-15,3 12 3 16,-2 7 1-16,2 3-2 16,1 1-3-16,0-5-21 0,4-6-92 15,10-13-161-15</inkml:trace>
  <inkml:trace contextRef="#ctx0" brushRef="#br0" timeOffset="-128575.81">8471 17650 293 0,'0'0'280'16,"0"0"-138"-16,0 0-9 16,0 0-46-16,0 0-25 15,0 0-24-15,0-12-6 16,0 10-21-16,0 0-10 0,0 2-1 16,0 0-11-16,3 0-37 15,6 0-22-15,-3 0-83 16,-3 0-103-16</inkml:trace>
  <inkml:trace contextRef="#ctx0" brushRef="#br0" timeOffset="-128333.97">8696 17512 440 0,'0'0'439'0,"0"0"-326"0,0 0-78 16,0 0-35-16,0 0-7 16,0 0 3-16,-4 39 4 15,-4 0 2-15,-2 5-1 16,5-1-1-16,0 3-6 16,1-6-32-16,1-4-43 15,3-13-128-15,0-10-228 16</inkml:trace>
  <inkml:trace contextRef="#ctx0" brushRef="#br0" timeOffset="-128043.24">8899 17564 37 0,'0'0'865'0,"0"0"-793"15,0 0-72-15,0 0-4 16,0 0 4-16,-22 73 1 15,9-36 0-15,8-2 0 16,1 2-1-16,4-3 0 16,0-4-4-16,7-10 4 15,3-1 0-15,-2-10-1 16,-4-2 1-16,-3-3 3 16,-1-4-3-16,0 0-1 15,0 1 1-15,-13-1 0 16,-11 0 0-16,-1 0-55 0,1-1-123 15,6-19-239-15</inkml:trace>
  <inkml:trace contextRef="#ctx0" brushRef="#br0" timeOffset="-127860.21">8974 17532 627 0,'0'0'72'15,"0"0"34"-15,0 0-106 16,0 0 0-16,0 0 9 16,0 0 8-16,88 8-12 0,-51 0-5 15,9-2-1-15,5-2-72 16,3-4-110-16</inkml:trace>
  <inkml:trace contextRef="#ctx0" brushRef="#br0" timeOffset="-127660.38">9369 17548 826 0,'0'0'83'15,"0"0"-79"-15,-21 81-1 16,8-33 16-16,-4 2-8 16,-1 3 4-16,-1-4-6 15,8 0-6-15,2-8 1 0,1-5-3 16,0-10-2-16,-4-9-13 15,-5-9-25-15,1-8-68 16,1 0-136-16</inkml:trace>
  <inkml:trace contextRef="#ctx0" brushRef="#br0" timeOffset="-127294.65">9761 17423 880 0,'0'0'44'0,"0"0"0"16,0 0-44-16,0 0-7 16,0 0 6-16,0 0 1 15,-9 46 1-15,5-20-1 16,4 2 0-16,0-6-1 15,3-6-10-15,13-7-10 16,6-9 12-16,5 0 2 16,3-9 1-16,-5-13 5 15,-7-5 1-15,-8 4 1 16,-10 0 4-16,0 1 9 16,-11 1 2-16,-14 2-7 15,-5 4 7-15,-3 5-7 16,3 10-4-16,2 0-5 0,7 17-41 15,0 10-135-15,3-1-203 16</inkml:trace>
  <inkml:trace contextRef="#ctx0" brushRef="#br0" timeOffset="-126805.51">10341 17568 360 0,'0'0'141'15,"0"0"-111"-15,0 0-7 16,0 0 18-16,0 0 59 16,0 0 10-16,108-15-56 15,-66 10-24-15,7-1-25 16,2 6-5-16,4 0-28 15,-9 0-82-15,-10 0-104 16</inkml:trace>
  <inkml:trace contextRef="#ctx0" brushRef="#br0" timeOffset="-126602.85">10473 17654 700 0,'0'0'78'0,"0"0"-69"15,0 0 10-15,0 0 9 16,0 0 16-16,0 0-22 16,83 37-2-16,-48-34 0 15,9-3-10-15,3 0-9 16,13 0-1-16,5 0-58 16,3 0-140-16,-7-6-356 15</inkml:trace>
  <inkml:trace contextRef="#ctx0" brushRef="#br0" timeOffset="-121480.46">10936 17227 554 0,'0'0'46'0,"0"0"31"16,0 0-42-16,0 0-5 16,0 0 8-16,0 0-10 15,0 0-18-15,53-15 3 16,-26 15 7-16,6 0-1 16,2 0-8-16,4 3-3 15,-2 9-5-15,-1 2 1 16,-6 3-2-16,-2 2-2 15,-7 3 0-15,-9 4-1 16,-5 7-4-16,-7 3 4 16,0 8 2-16,-11 1 1 15,-10 3-2-15,-2-1 0 0,-2-4-57 16,3-4-76-16,1-12-20 16,3-10-131-16</inkml:trace>
  <inkml:trace contextRef="#ctx0" brushRef="#br0" timeOffset="-121083.9">10991 17498 326 0,'0'0'327'15,"0"0"-132"-15,78-75-140 16,-30 68-42-16,6 4-7 16,7 1 10-16,2 2 9 15,-1 0-17-15,-2 0 1 16,-9 5-9-16,-14 4 0 0,-10 3-1 15,-13 0 1-15,-9 0-4 16,-5 0-2-16,0 4 1 16,0 0 4-16,-5 2 1 15,-1 1 0-15,1 1-4 16,5-1-1-16,0-4-12 16,15 0-1-16,11-6 1 15,10-5-6-15,6-4 9 16,6 0-6-16,-2-10 17 15,-3-14 3-15,-5-5 0 16,-12-3 12-16,-12-2 6 16,-14 1 12-16,-3 4 15 0,-28 2-32 15,-16 10-13-15,-10 8-2 16,-1 9-9-16,6 0-54 16,19 23-65-16,21 2-2 15,12 1-214-15</inkml:trace>
  <inkml:trace contextRef="#ctx0" brushRef="#br0" timeOffset="-120890.16">12178 17641 757 0,'0'0'127'0,"0"0"-79"0,0 0-40 16,0 0-5-1,0 0-3-15,-90 89 3 0,77-60-3 16,4-5-6-16,1 0-33 16,5-2-29-16,3-10-72 15,0-4-201-15</inkml:trace>
  <inkml:trace contextRef="#ctx0" brushRef="#br0" timeOffset="-120000.24">12355 17479 636 0,'0'0'74'0,"0"0"22"0,0 0-66 16,0 0-24-16,0 0-6 16,0 0-3-16,10-37-3 15,-10 53 6-15,0 4 1 16,0 2 1-16,2 7 7 15,2-2 0-15,2 1-4 16,2-3 0-16,5-3-3 16,1-5 2-16,3-8-3 15,3-1 3-15,0-8 0 16,3 0-2-16,-1-7 7 16,-3-6 2-16,-3-8 7 15,-6-2-1-15,-6-5 13 16,-4-3-5-16,-10-1-18 15,-16 1 0-15,-6 3-7 0,4 10-3 16,7 5-4-16,12 9-2 16,8 4-2-16,1 0-19 15,1 0-32-15,17 4 33 16,7 6 29-16,2-2 0 16,6-1 2-16,-3 0 6 15,-2 2-7-15,-1-1 7 16,-2 1-3-16,-5-1 3 15,-1 1-6-15,-4-1-1 16,-4 4-1-16,-7-1 0 16,-1 3-1-16,-3 0 1 15,0 2 0-15,0 4 2 0,0-3-1 16,3 2 2-16,1 0 0 16,5-6-2-16,2-1 0 15,2-5 0-15,1-3 0 16,4-4 0-16,-2 0 4 15,4-4 0-15,0-8 0 16,-2-8 0-16,-2-4 3 16,-3 2 3-16,1 1-7 15,-2-3-4-15,6 6 0 16,3 2-5-16,3 6-3 16,0 5 3-16,-2 3 5 15,-1 2 1-15,-3 0 10 16,-2 12 0-16,-4 4 1 15,-4 6-8-15,-2 3-2 0,-2-2 1 16,-2 4-1-16,4-1-1 16,3-3 3-16,4-2-3 15,7-6-1-15,5-8 3 16,8-7-3-16,6 0 2 16,4-14-2-16,-1-8 1 15,-5-8-1-15,-7-1 2 16,-10-5-2-16,-13 0 2 15,-7-3-1-15,-13-3 7 16,-26 2 9-16,-16 6-16 0,-17 12-1 16,-11 8-18-1,3 11-67-15,13 3-198 0</inkml:trace>
  <inkml:trace contextRef="#ctx0" brushRef="#br0" timeOffset="-116737.9">11641 16341 314 0,'0'0'248'0,"0"0"-83"16,0 0-40-16,0 0-42 16,0 0-34-16,0 0-23 15,0-41-26-15,-5 41 0 16,0 20-3-16,-6 15 2 15,-4 12 0-15,-3 13 0 16,0 6 1-16,-1 4 0 16,4-2-2-16,7-4-13 15,8-9-6-15,0-15-25 16,6-10 22-16,16-13-15 16,5-12 4-16,2-5 23 15,-1-8 5-15,-4-17 7 16,-9-8 5-16,-9-6 17 0,-6-4 7 15,-5-3 3-15,-13 6-10 16,-2 4 0-16,2 10-15 16,4 11-4-16,7 10-3 15,0 1-30-15,7 4-26 16,0 4-115-16,7 5-71 16</inkml:trace>
  <inkml:trace contextRef="#ctx0" brushRef="#br0" timeOffset="-116305.13">12058 16477 781 0,'0'0'48'0,"0"0"43"16,0 0-50-16,-47-77-27 15,39 68-11-15,2 4-3 16,-4 2 0-16,0 3-1 15,-3 0-7-15,-4 9-3 16,3 13 2-16,-2 6-9 16,6 6-22-16,6 4-4 15,4 0-48-15,0-3 22 16,0-5 5-16,14-9-36 16,9-10-11-16,6-9 81 15,2-2 31-15,-3-7 61 0,-7-10 21 16,-7-4 44-1,-11-2 16-15,-3 1-50 0,-5-2-17 16,-16 5-42-16,-2 7-13 16,0 9-19-16,1 3-1 15,7 5-2-15,7 22-10 16,5 12-7-16,2 14 11 16,1 10-10-16,-2 2-1 15,-2 2-2-15,-5-3-24 16,0-3-6-16,0-7-73 15,0-10-25-15,0-15-310 16</inkml:trace>
  <inkml:trace contextRef="#ctx0" brushRef="#br0" timeOffset="-116093.9">12197 16907 825 0,'0'0'58'0,"0"0"26"16,0 0-65-16,0 0-19 15,0 0-3-15,0 0-2 16,-1 10-10-16,-10 17-11 16,2 2-13-16,-1 4-59 0,4-6-140 15</inkml:trace>
  <inkml:trace contextRef="#ctx0" brushRef="#br0" timeOffset="-115205.26">12494 16685 476 0,'0'0'139'0,"0"0"-15"16,0 0-44 0,0 0-80-16,0 0-3 0,0 0 3 15,-12 48 8 1,12-16 13-16,7 5-1 0,3-1-13 16,1 0-2-16,0-7-2 15,-1-5-3-15,5-10-7 16,0-8-7-16,3-6 8 15,0-6 6-15,1-15 1 16,-5-8 1-16,-4-8 11 16,-10-2 9-16,0-7 3 15,-18 3-12-15,-10 4-9 16,0 6-1-16,6 11-2 16,6 8-1-16,10 8-5 15,3 4-10-15,3 0 5 0,0 2-8 16,2 0-43-16,14 0 43 15,6 0 18-15,5 0 2 16,2 4 3-16,3 1 7 16,-2 2-5-16,2 1-4 15,-4 4 2-15,-7 2-3 16,-9 1-2-16,-2-1 0 16,-4 5 4-16,-3 4-2 15,-3 3 6-15,0 5-5 16,0 3-2-16,0 1 0 15,6 1 2-15,5-8-1 16,8-6 0-16,6-10-2 0,8-12-1 16,1 0-1-1,2-20-2-15,-4-11 4 0,-6-5 4 16,-8-7 1-16,-9 1 12 16,-7 1-16-16,-2 3-1 15,0 9-23-15,1 4-29 16,7 9-40-16,3 7 59 15,2 4 27-15,3 5 6 16,-1 0 2-16,0 9 5 16,-3 10 1-16,-3 5 1 15,-2 8 0-15,-4-1-7 16,-3 7 1-16,0-1 1 16,0 0-1-16,0-4 0 15,0-9-2-15,14-9 2 16,11-8 1-16,8-7 7 0,7 0 6 15,6-12 14-15,-2-14-13 16,-3-8-1-16,-8-5-7 16,-12-3 16-16,-9-2-6 15,-12-1 16-15,-6 0 0 16,-35 3-11-16,-26 3-9 16,-24 13-16-16,-15 10-13 15,4 8-156-15,17 3-284 16</inkml:trace>
  <inkml:trace contextRef="#ctx0" brushRef="#br0" timeOffset="-94693.13">11969 15187 274 0,'0'0'179'0,"0"0"-84"16,0 0-27-16,0 0 0 15,0 0-16-15,0 0-11 16,0 0-18-16,18-71 8 16,-15 62-3-16,1 2-7 15,-1 2 6-15,-2-2-5 16,1 5-12-16,-2 0 7 16,0 2-9-16,0 0 6 15,0 0-12-15,0 0-2 0,-3 0-6 16,-17 16-1-1,-5 9 4-15,-6 9 3 0,-3 7 0 16,1 7-1-16,0 4 0 16,5 3-2-16,1-1 3 15,12 0 0-15,5-4 0 16,5-6 0-16,5-7 0 16,0-8-1-16,16-12-1 15,4-8-5-15,4-8 7 16,6-1 3-16,-1-4-1 15,-2-14 2-15,-6-3-2 16,-7 0 2-16,-5-3 3 0,-8-1 1 16,-1 1-2-16,0 1-5 15,-10-3 2-15,-11 3-6 16,0 4 3-16,0 5 0 16,5 6 0-16,4 8-11 15,2 0-21-15,6 9-146 16,4 6-49-16</inkml:trace>
  <inkml:trace contextRef="#ctx0" brushRef="#br0" timeOffset="-94192.24">12458 15193 677 0,'0'0'135'16,"0"0"-19"-16,0 0-64 15,0 0-15-15,0 0-20 16,0 0-17-16,-31-69-3 16,10 88-3-16,-8 8 2 0,0 15 3 15,2 8 1 1,5 7 0-16,8 4 0 0,6 0-3 16,7-10 2-16,1-10-14 15,7-15-3-15,23-15 7 16,9-10 7-16,6-1 4 15,-3-9 6-15,-8-11-5 16,-13-2 3-16,-16-1-3 16,-5-4 0-16,-11 1 8 15,-25-2-8-15,-13 7-1 16,-2 6 0-16,9 13-2 16,15 2-12-16,18 16-39 15,9 10-76-15,13 2-25 0,21 1-159 16</inkml:trace>
  <inkml:trace contextRef="#ctx0" brushRef="#br0" timeOffset="-94023.96">12686 15583 848 0,'0'0'130'0,"0"0"-84"16,0 0-46-16,0 0-2 15,0 0-1-15,-36 118 0 16,23-63-15-16,-6 2-38 0,-7-7-74 16,4-10-327-16</inkml:trace>
  <inkml:trace contextRef="#ctx0" brushRef="#br0" timeOffset="-93792.16">12968 15311 836 0,'0'0'65'16,"0"0"-25"-16,0 0-40 16,0 0-2-16,0 0 2 0,-34 113 0 15,17-53 4 1,5 6-4-16,2-5 0 0,7-7-27 15,3-11-68-15,0-17-105 16,15-19-164-16</inkml:trace>
  <inkml:trace contextRef="#ctx0" brushRef="#br0" timeOffset="-93244.55">13101 15400 850 0,'0'0'11'0,"0"0"-10"16,0 0 2-16,0 0 9 0,91 36-6 15,-73-8 1-15,-11 6-7 16,-7 4 0-16,0 2 1 16,-16 0 1-16,-14-2 1 15,-3-5-3-15,0-5-23 16,5-5 2-16,8-3-17 15,6-5-22-15,12-4 9 16,2-7-31-16,30-4 3 16,18-6-82-16,14-18 51 15,9-5 110-15,9-5 78 16,0-3 49-16,1-5-2 16,-8-1 35-16,-7 3-42 15,-15 7-47-15,-14 8-49 0,-13 8-16 16,-8 4-6-1,-10 9-6-15,-6 0-2 0,0 4-6 16,0 0 9-16,0 4-16 16,-15 18-6-16,-6 13 27 15,-5 12-4-15,6 7 3 16,7 3 1-16,6-1 9 16,7-10 9-16,0-5 0 15,0-7-5-15,3-8 0 16,1-8-6-16,-4-9-6 15,0-4 0-15,0-2-1 16,-12-1 0-16,-11-2 12 16,-4 0-11-16,-1-5 1 15,6-14-2-15,5-3-19 0,12 0-49 16,5-4-154-16</inkml:trace>
  <inkml:trace contextRef="#ctx0" brushRef="#br0" timeOffset="-92990.8">13748 15524 829 0,'0'0'120'0,"0"0"-62"16,0 0-35-16,0 0-20 15,97-49 1-15,-40 42 2 16,4 3-5-16,3 1 0 0,-1 3-1 15,-2 0 0-15,-2-3-5 16,-11 3-17-16,-12-4 0 16,-17 3-2-16,-12-1-11 15,-7 2 3-15,-11 0-19 16,-22 3-122-16,-8 6-35 16</inkml:trace>
  <inkml:trace contextRef="#ctx0" brushRef="#br0" timeOffset="-76910.56">11745 14028 446 0,'0'0'174'16,"0"0"-101"-16,0 0 1 16,0 0-33-16,0 0-25 15,0 0 11-15,0 0-5 16,-4-19-1-16,1 19-3 16,-4 0-9-16,-3 10-9 15,-9 16 0-15,-7 10 1 16,-8 9 2-16,0 9 2 0,-2 5 3 15,6 3-3-15,9-1-3 16,9-1 0-16,12-4-2 16,0-11 2-16,15-10-5 15,16-11 6-15,9-13-3 16,10-11 8-16,4 0-6 16,-2-14-1-16,-9-11 1 15,-11-6 3-15,-16-3 8 16,-12-1 5-16,-4 1 6 15,-11 2 0-15,-16 3-23 16,-6 8-1-16,0 5-7 16,6 10-21-16,12 1 13 15,11 5-8-15,4 0-29 0,10 10-60 16,23 4 12-16,13-4 33 16,12-1-17-16,8-6-27 15,1-3-12-15,-3 0 40 16,-12-5 83-16,-16-7 41 15,-16-1 83-15,-13-1 76 16,-7 0-42-16,-1 1-62 16,-17 2-27-16,-3 2-26 15,-2 8-11-15,0 1-21 16,1 7-11-16,5 20-1 16,4 2 0-16,5 7 0 0,6 4 1 15,2 0 0 1,10-1-6-16,19-13 3 0,13-9-16 15,14-14 17-15,10-3 1 16,1-17-2-16,-7-15 3 16,-16-1 1-16,-19-1-1 15,-21-3 4-15,-4 2-3 16,-36-4 0-16,-16 5 2 16,-10 1-1-16,5 10-1 15,17 11-1-15,19 10 0 16,18 2-1-16,3 14-29 15,25 15-7-15,21 10-26 16,17-3-135-16,7-2-280 16</inkml:trace>
  <inkml:trace contextRef="#ctx0" brushRef="#br0" timeOffset="-76735.09">12652 14503 722 0,'0'0'183'0,"0"0"-124"15,0 0-59-15,0 0 3 16,-24 113 0-16,17-53-1 16,-2 8 0-16,-3-3-2 15,0-4 0-15,-6-12-23 16,3-13-38-16,0-15-122 16,3-14-177-16</inkml:trace>
  <inkml:trace contextRef="#ctx0" brushRef="#br0" timeOffset="-76194.27">12955 14608 667 0,'0'0'128'0,"0"0"-102"16,0 0-11-16,0 0 1 15,0 0 13-15,0 0 7 16,62-57-15-16,-45 43 2 16,2-4 6-16,5-6-13 15,-2-1-4-15,1-1-6 0,-5-4-3 16,-2-2-3-16,-7 0 0 16,-7 3-5-16,-2 7-4 15,-19 5-10-15,-10 7-3 16,-4 10 9-16,3 0-15 15,6 12 22-15,5 17-4 16,7 12 3-16,6 8 5 16,6 9-3-16,0 6 5 15,3-2 0-15,13-1 1 16,5-4 4-16,1-5 1 16,-3-12 2-16,-5-12 12 0,-8-14-18 15,-6-14 2 1,0 0 0-16,-19-12 9 0,-15-13-3 15,-8-9-10-15,2-2 5 16,7-5-4-16,12 4 0 16,11 3 0-16,10 6-1 15,16 4-21-15,26 1-11 16,17 3 6-16,16 0 20 16,4 1 2-16,4 2 0 15,-5 3-14-15,-12-2-60 16,-14-3-83-16,-14-1-192 15</inkml:trace>
  <inkml:trace contextRef="#ctx0" brushRef="#br0" timeOffset="-75745.24">13609 14337 565 0,'0'0'263'16,"0"0"-181"-16,0 0-70 16,0 0-12-16,80-40-1 15,-55 40 1-15,5 0 0 16,-5 0 0-16,-4 4 0 16,-12 8-3-16,-9 3 1 15,0 4-4-15,-12 1-15 0,-12 4-6 16,-3-1-32-16,3-1-4 15,5-3 24-15,6-2 27 16,5-3 10-16,5-3 2 16,3-2 0-16,0-1 66 15,0 4 1-15,0 2-15 16,3 5-16-16,8 9-23 16,2 3-5-16,0 5-1 15,-3-3-6-15,-6-3 3 16,-4-6-4-16,0-7 2 15,-15-2-2-15,-4-5 3 16,-7-6-6-16,-1-3 2 16,0-1-15-16,1 0 2 0,12-11-15 15,14-6-109-15,3-6-258 16</inkml:trace>
  <inkml:trace contextRef="#ctx0" brushRef="#br0" timeOffset="-75455.01">14069 14413 552 0,'0'0'193'16,"0"0"-157"-16,0 0-36 16,0 0-5-16,0 0 5 0,0 0-1 15,-24 94 1 1,32-58 0-16,8 0 20 0,-3-2 18 15,-1-2 3-15,-6 2-19 16,-4-2-11-16,-2-3 9 16,0-1-6-16,-14-3-3 15,-10-7 5-15,-3-3-7 16,-5-5 0-16,5-5-6 16,3 0-3-16,9-4-9 15,6-1-20-15,9 0-59 16,0-20-166-16</inkml:trace>
  <inkml:trace contextRef="#ctx0" brushRef="#br0" timeOffset="-75241.91">14173 14439 794 0,'0'0'78'15,"0"0"-4"-15,0 0-57 16,0 0-10-16,120-19 5 15,-61 19-11-15,10 0 0 16,2 0 2-16,1 0-3 16,1 0 0-16,-3 0 0 15,-9 2-13-15,-19 1-36 16,-22-3-32-16,-20 0-171 16</inkml:trace>
  <inkml:trace contextRef="#ctx0" brushRef="#br0" timeOffset="-61076.13">11468 12922 408 0,'0'0'101'16,"0"0"3"-16,0 0-48 16,0 0-16-16,0 0-12 15,0 0-1-15,0 0-16 16,29-80 9-16,-25 71-1 16,-3 0-2-16,1 1 7 15,-2 3-5-15,0-1 0 0,0 4-2 16,0 0-7-1,0 1 2-15,0 1-12 0,0 0 3 16,0 0-6-16,0 0 3 16,0 0-4-16,0 3 3 15,-5 15-9-15,-9 11 10 16,-2 4-1-16,-1 6 2 16,0-3 1-16,9-7-2 15,5-4 0-15,3-8-2 16,0-6-6-16,0-5-2 15,11-4 5-15,8-2 0 16,1 0 2-16,1 0-3 16,1 0-4-16,-9 0 6 0,-1 0 0 15,-3 0 3-15,-1 7-3 16,2 8 0-16,-3 5 4 16,-1 6-3-16,-4 5 3 15,-2 1 3-15,0-3 1 16,-5 0 2-16,-5-8 1 15,-2-5-6-15,1-5 5 16,-5-2 0-16,0-6 12 16,-7-3 1-16,-3 0-9 15,0 0 6-15,-2-6-4 16,2-5-7-16,4 2 2 16,7 2-7-16,6 3-7 15,8 4-53-15,1-5-172 16,0-3-439-16</inkml:trace>
  <inkml:trace contextRef="#ctx0" brushRef="#br0" timeOffset="-60772.38">11666 12752 663 0,'0'0'77'0,"0"0"-7"16,0 0-44-16,0 0-10 16,0 0 1-16,0 0-14 15,25-6 4-15,10 3 0 16,12-1 0-16,6 3 8 15,5-2-14-15,-6 1 1 16,-7 2-2-16,-9 0-18 16,-11 13-73-16,-16-6-146 15</inkml:trace>
  <inkml:trace contextRef="#ctx0" brushRef="#br0" timeOffset="-60302.33">12170 12799 794 0,'0'0'81'16,"0"0"-4"-16,0 0-66 15,0 0-11-15,0 0-1 16,0 0 1-16,55 38 2 0,-35-9-2 16,-10 5-1-16,-2 2-1 15,-8 0 2-15,0 4 0 16,-11-2-3-16,-13-4-3 16,-6 0-4-16,1-5 3 15,-3-5-1-15,6-4 1 16,3-4 4-16,8-5 3 15,8-4 0-15,2-3-5 16,5-1 4-16,0-1-1 16,0-2 1-16,0 0 1 15,16 2 2-15,12-2 10 16,7 0-3-16,5 3-9 16,2-1 2-16,6 1-2 0,-2 2 2 15,-3-3-5 1,-7 1-4-16,-12 0-24 0,-10 0-51 15,-13-3-102-15,-1 0-249 16</inkml:trace>
  <inkml:trace contextRef="#ctx0" brushRef="#br0" timeOffset="-59794.1">12862 13311 410 0,'0'0'374'16,"0"0"-241"-16,0 0-81 16,0 0-29-16,0 0-23 15,0 0-3-15,0 3-3 16,-6 32 4-16,-12 10 2 16,-6 11 1-16,-7 2 1 15,-4 0 1-15,3-6-3 16,5-13-2-16,8-14-19 0,14-16-27 15,5-9-47 1,5-28-87-16</inkml:trace>
  <inkml:trace contextRef="#ctx0" brushRef="#br0" timeOffset="-59443.35">13326 12775 710 0,'0'0'98'15,"0"0"-85"1,0 0-8-16,0 0 5 0,-49 92 37 15,19-41-17-15,2 4-22 16,4 1-5-16,9-4 2 16,5-5-3-16,8-7 2 15,2-7-4-15,9-8 0 16,16-8 0-16,14-6-6 16,12-11-35-16,16 0-23 15,3-18-96-15,-1-5-59 16,-11-2-67-16</inkml:trace>
  <inkml:trace contextRef="#ctx0" brushRef="#br0" timeOffset="-59260.37">13623 13113 243 0,'0'0'279'0,"0"0"-107"16,-28-77-32-16,11 57-47 0,2 7-45 15,9 7-15-15,2 6-19 16,4 0-14-16,-2 20-9 16,-2 16 8-16,-1 9 2 15,-2 8-1-15,2 3 0 16,2 0-1-16,2-2 1 15,1-1 0-15,0-7-7 16,0-7-31-16,0-6-40 16,0-16-130-16,3-13-253 15</inkml:trace>
  <inkml:trace contextRef="#ctx0" brushRef="#br0" timeOffset="-58995.07">14035 12987 651 0,'0'0'117'16,"0"0"-28"-16,0 0-56 16,0 0-27-16,0 0-5 15,0 0-2-15,53 39 4 16,-33-4 0-16,0 8-3 15,-3 4 0-15,-2 4 8 16,-9 1-7-16,-6-2 3 16,0-4-1-16,-18 0-2 0,-11-4-1 15,-2-5-11-15,3-11-105 16,3-13-185-16</inkml:trace>
  <inkml:trace contextRef="#ctx0" brushRef="#br0" timeOffset="-58594.03">13923 13249 763 0,'0'0'79'15,"0"0"-27"-15,0 0-25 16,0 0-19-16,0 0-7 16,88-15 8-16,-46 15-6 0,4 0 1 15,0 3-2 1,5 1-2-16,4 1-1 0,-6 0 1 15,-9-2 0-15,-14 1 0 16,-14 1 0-16,-6 0 2 16,-6-2-4-16,0-1 2 15,0 5-4-15,0 4 1 16,-2 9 1-16,-7 8 2 16,0 10 0-16,1 4 0 15,8 1-1-15,0-2 4 16,14-12-3-16,13-12 0 15,12-15 1-15,7-2 7 0,2-17-5 16,-1-16 2 0,-5-9 1-16,-12-3-5 15,-14-2 2-15,-16-1-3 0,-16 3 0 16,-39 5-3-16,-24 10-7 16,-14 8-87-16,4 8-271 15</inkml:trace>
  <inkml:trace contextRef="#ctx0" brushRef="#br0" timeOffset="-57855.35">13845 13019 41 0,'0'0'26'0,"0"0"-6"15,0 0 31-15,0 0-23 16,0 0 56-16,0 0 31 16,-15 15 15-16,39-15-43 15,4 0-30-15,2 0-18 16,1 0-11-16,1 0-13 15,-2 0-3-15,-5 0 2 16,-8 0 0-16,-6 2 4 16,-6-1-18-16,-3 1 6 0,-2-1-6 15,0-1-8-15,0 1-68 16,0-1 2-16,-1 0-37 16,-3 0-214-16</inkml:trace>
  <inkml:trace contextRef="#ctx0" brushRef="#br0" timeOffset="-57684.24">14063 13006 570 0,'0'0'177'16,"0"0"-78"-16,0 0-53 15,0 0-39-15,0 0-7 0,0 0-38 16,-16 37-35-1,11-26-65-15,4-6-135 0</inkml:trace>
  <inkml:trace contextRef="#ctx0" brushRef="#br0" timeOffset="-50633.83">16205 12266 30 0,'0'0'77'0,"0"0"-41"16,0 0 33-16,0 0 6 0,0 0-7 15,0 0 18-15,1-73-7 16,3 59-55-16,0 3 50 16,-1 0-54-16,-2 1 44 15,1 1-9-15,-2 2-23 16,0 2 17-16,0 5-6 15,0 0-17-15,0 0-26 16,0 5-4-16,-6 21-5 16,-8 11 7-16,-4 15-7 15,-4 7 7-15,0 0 1 16,-1-2 1-16,7-8 6 0,3-14-6 16,5-15 3-1,5-15 0-15,3-5-3 0,0-16 28 16,0-17 5-1,19-12-33-15,13-6-15 0,3-4-22 16,0 3-21-16,-7 4-8 16,-8 9 26-16,-4 13 35 15,-3 13 5-15,-2 12 5 16,-1 1 7-16,-4 22-7 16,3 18-6-16,-6 11 2 15,2 11 5-15,-1 9-2 16,9 0-3-16,6-6-1 15,4-12 3-15,9-18 0 16,1-19 6-16,1-16 3 0,3 0-2 16,3-25 14-16,1-16-23 15,-4-9-1-15,-6-3-14 16,-8-1-3-16,-12 1 13 16,0 4-1-16,-4 3 3 15,3 7 2-15,0 8 1 16,-3 11 4-16,-2 9 30 15,-4 8-25-15,2 3 5 16,2 0-15-16,2 17-5 16,1 5 5-16,-1 10-2 15,-1 6 1-15,-3 4-4 16,-3 3 9-16,0 3-4 16,0 4 6-16,-3 5-4 0,-4-1 8 15,-2 0-5 1,4-4 1-16,-4-5 0 0,3-10-4 15,0-8 1-15,2-7-2 16,1-9 2-16,3-6-3 16,0-6 0-16,0-1 2 15,0 0 3-15,0-8 24 16,1-25 30-16,11-18-56 16,3-18-1-16,-6-12-3 15,-1-3 1-15,-2 3-3 16,1 9-4-16,5 15-8 15,4 12 2-15,5 12 2 16,8 13-3-16,0 15 11 0,3 5-4 16,-1 10 6-16,-5 21-1 15,-3 8 1-15,-11 7 0 16,-9 0 0-16,-3 0 0 16,-3-5 1-16,-13-7 0 15,-4-9-5-15,-2-10 5 16,2-6 0-16,-2-7 1 15,0-2-1-15,4-2 2 16,2-11 5-16,10-4-2 16,6-2-5-16,10-2-3 15,25 0-72-15,14-1-54 16,9 0 65-16,1 2 28 0,-2 1 29 16,-9 1 7-1,-10 2 37-15,-15 3 39 0,-12 4-5 16,-6 1 17-16,-5 5-24 15,0 3-34-15,0 0-23 16,0 2-7-16,-3 18-5 16,-7 9 0-16,-3 12 5 15,0 11 0-15,3 7 0 16,6 5 0-16,4-5 0 16,1-5 2-16,16-15-1 15,9-12-1-15,6-15-13 16,8-12 12-16,8-9-2 15,3-25-10-15,-1-15 0 16,-8-11-2-16,-12-7 9 0,-11-1 3 16,-13 3 6-16,-6 9 3 15,0 12 23-15,-1 14-4 16,-2 14 13-16,1 10-22 16,2 6-16-16,-1 1-2 15,1 25-31-15,-2 11 33 16,2 11-4-16,0 3 4 15,3-1-3-15,22-6 1 16,13-12-3-16,15-8 1 16,7-9-1-16,1-11-45 15,-5-4-101-15,-7-24-218 16</inkml:trace>
  <inkml:trace contextRef="#ctx0" brushRef="#br0" timeOffset="-50436.56">18023 12453 569 0,'0'0'17'15,"0"0"-7"-15,0 0-4 16,0 0-4-16,82 7 1 16,-52 0 1-16,1 1-1 15,2-3-6-15,-2 2-31 16,-2-3-71-16,-6-3-181 15</inkml:trace>
  <inkml:trace contextRef="#ctx0" brushRef="#br0" timeOffset="-50253.28">17932 12738 628 0,'0'0'50'16,"0"0"44"-16,0 0-56 15,0 0-2-15,0 0-8 16,97 45-14-16,-45-37-5 16,11 0-9-16,7-6-19 15,1-2-82-15,0 0-129 16</inkml:trace>
  <inkml:trace contextRef="#ctx0" brushRef="#br0" timeOffset="-47622.36">14897 12980 300 0,'0'0'43'16,"0"0"70"-16,0 0-20 16,47-83-19-16,-33 70-19 15,1 3-15-15,0 2-21 16,2 6-7-16,3 2 7 15,4 0-10-15,4 7-2 16,2 15-4-16,-3 12-3 16,-3 10-1-16,-11 11 0 0,-11 8-5 15,-2 3 4-15,-13 8 2 16,-15 2 0-16,-5 0-2 16,-4 2 3-16,-3 4-2 15,1 1 1-15,2 2-7 16,-2-1 4-16,-6-3-2 15,2-5 3-15,0-3 1 16,4-3-15-16,5-6 13 16,2-5-5-16,4-3 7 15,1-7-6-15,3-6 7 16,5-3 0-16,0-3-3 16,2 0 0-16,5 4 2 15,2 2-18-15,-2 6 2 0,-2-1 17 16,-2 1-1-1,4 3 2-15,-1-4-2 0,4-6 1 16,0-8 0-16,3-9 1 16,-2-8 2-16,3-4 36 15,0-2-12-15,2-3-21 16,0-1 5-16,3-1-11 16,0-2 4-16,0-2-4 15,0 3 2-15,0-1 3 16,1 0-5-16,10 0 2 15,10-3-2-15,3-1-5 16,8 0-10-16,6-1-11 0,8-9-7 16,0-3 9-16,0 0-3 15,-4-2 9-15,-7 2 5 16,-7 4 12-16,-10 0 1 16,-5 2 23-16,-6 1 4 15,-2 1-1-15,-1 1-8 16,-4 2-3-16,0 2-15 15,0 0 1-15,0 0-2 16,-1 0-1-16,-17 4 2 16,-7 11 0-16,-3 3 0 15,-1 4 1-15,3 4-1 16,1 2 1-16,3 3-2 16,4 3 1-16,8 4-3 15,5 4 1-15,5 6 2 16,0 3 4-16,0 3 5 0,0-1 16 15,0 4-13-15,0 1-3 16,0 3 4-16,0 4 22 16,-2 0-26-16,-6-1-2 15,-5 1 4-15,0 0-8 16,-4-3 6-16,0-1-2 16,2-5-4-16,-2-3 4 15,1-6-6-15,-1 1 12 16,-1-1 3-16,1 3-8 15,1 1 4-15,1 0 3 16,3 4-2-16,6 1 1 16,-1-1-11-16,4-1-1 0,3-4 0 15,-2-1 0-15,2-3-2 16,-3-4 0-16,-4-5-3 16,-4-5-2-16,-1-5 3 15,2-5 1-15,-3-3 0 16,2-2-3-16,-1 0 4 15,-4 0 0-15,-2 7 1 16,-2 1-1-16,-2 6 2 16,-2 3-2-16,-1 4 0 15,1-3 1-15,-3 3-1 16,3 2 0-16,2-5 0 16,-1-1-1-16,7-8 1 15,0-1 0-15,4-6-1 0,3-7 3 16,3-1-2-16,1 0 0 15,1-3 0-15,1 1-1 16,-2 5 2-16,-4 0-1 16,-4 8 2-16,-1 2 0 15,-3 3-2-15,0 2 0 16,-1-6-2-16,5 0 0 16,-1-4-1-16,6-5-1 15,0-3 4-15,5-8-2 16,0 0 2-16,2-3 1 15,1 0-1-15,0 0 0 16,0 0 1-16,0 0 1 0,0 0 4 16,0 0-6-16,0 0 8 15,1 0-8-15,2 0 0 16,0 3 0-16,-2-2 1 16,-1-1-1-16,0 0 0 15,0 0 2-15,0 0 6 16,0 0 8-16,0-1 11 15,0-6 0-15,0 2-21 16,10-3-5-16,10 2-1 16,9 3-7-16,11-2-28 15,5 2-23-15,4-2-55 16,2-6-173-16</inkml:trace>
  <inkml:trace contextRef="#ctx0" brushRef="#br0" timeOffset="-31305.04">18613 12126 205 0,'0'0'94'0,"0"0"-1"0,0 0 13 16,0 0 12-16,0 0-31 15,0 0-30-15,0 0-8 16,-7-5-8-16,4 1-23 15,0 1 0-15,0 1 6 16,2 0-4-16,-2 1-17 16,3 1 14-16,0-2-10 15,-2 0-5-15,2-1 12 16,0-1-6-16,-1-2 5 16,1-3-4-16,0-1-8 15,0-4 2-15,0-1-3 16,1-4 0-16,14-3-2 15,11-2 1-15,4 0 1 0,4 2 0 16,0 7-3 0,-1 5 0-16,-4 6 0 0,-4 4 3 15,-5 4-4-15,-7 18-3 16,-9 12-5-16,-4 7 1 16,-6 2-7-16,-18-1-15 15,-6-3-7-15,2-10 13 16,4-8-6-16,5-6 21 15,11-5 1-15,5-3 3 16,3-2-9-16,0-3 11 16,8-2 6-16,9 0 4 15,3 0 13-15,-1 0 8 16,-3 6 12-16,-2 5-3 16,-2 4-25-16,0 7-7 0,-3 6-2 15,-4 4-1-15,-5 0 1 16,0 1 0-16,0-4 1 15,0-4-1-15,-5-6 0 16,-6-7 0-16,0-2-3 16,-3-4 3-16,-2-6 5 15,-1 0 1-15,-3-1 8 16,-3-15 11-16,0-4-5 16,1 2-1-16,5 3-17 15,7 6-2-15,7 4-8 16,3 5-58-16,8 0-90 15,11 0-5-15,3 3-165 16</inkml:trace>
  <inkml:trace contextRef="#ctx0" brushRef="#br0" timeOffset="-31021.2">19315 11957 856 0,'0'0'56'0,"0"0"44"16,0 0-84-16,0 0-16 0,0 0-11 16,0 0 9-16,-26 91 2 15,12-30 1-15,0 5 0 16,3 0-1-16,3-5 4 15,6-5-8-15,1-5 4 16,1-2-26-16,0-7-22 16,0-17-115-16,0-20-365 15</inkml:trace>
  <inkml:trace contextRef="#ctx0" brushRef="#br0" timeOffset="-30455.91">19659 12272 128 0,'0'0'566'15,"0"0"-421"-15,0 0-83 16,71-93-37-16,-52 65 3 15,2 0-11-15,-6 2-10 16,-2 0-2-16,-4 1-5 16,-6 4-2-16,-3 6 1 15,0 3-11-15,-9 8-4 16,-12 4-14-16,-6 0 2 16,-2 9 17-16,-4 13 6 0,1 11 5 15,0 9-3-15,5 4 5 16,9 2-2-16,9 4 0 15,9-5 0-15,0 1 9 16,9-4 5-16,3-6 3 16,-3-3-7-16,-6-11-8 15,-3-5 5-15,0-2-6 16,0-6 0-16,-3-7 2 16,-6-2-1-16,-3-2 2 15,-3-9 6-15,-6-16-9 16,0-9 7-16,-3-4-7 15,6-2 0-15,8 4 12 16,10 5-5-16,0 5-4 0,30 3-4 16,12 8-13-16,13 4 3 15,9 4 0-15,3 2 0 16,4 5-1-16,-2 0-20 16,-9 0 12-16,-8 0-30 15,-12 0-77-15,-14 0-151 16</inkml:trace>
  <inkml:trace contextRef="#ctx0" brushRef="#br0" timeOffset="-30249.55">19984 12482 747 0,'0'0'163'0,"0"0"-126"16,0 0-37-16,0 0-1 15,-6 80 1-15,-8-35 1 16,-2 5-1-16,2-3 2 16,0-3 1-16,2-6-3 15,0-3-21-15,2-6-60 16,1-10-174-16</inkml:trace>
  <inkml:trace contextRef="#ctx0" brushRef="#br0" timeOffset="-29639.61">20577 12087 778 0,'0'0'112'15,"0"0"-52"-15,0 0-47 16,0 0-13-16,0 0 0 16,0 0-5-16,-6 51 1 15,-4-10 8-15,2 6-3 16,2 3-1-16,3-4 1 16,3-5 1-16,0-7-2 15,0-6-1-15,19-12-3 16,11-6-17-16,10-10 13 15,3-1-22-15,-7-20 5 16,-9-6 24-16,-12-4 1 0,-8-1 3 16,-7 3 28-16,0 1 16 15,0 11-18-15,0 9-15 16,0 5-12-16,-2 3-2 16,-3 10-1-16,-2 19-1 15,-5 15-3-15,0 11 5 16,4 13-1-16,5 5 1 15,3-3-2-15,2-10-1 16,10-18 3-16,1-16-6 16,-4-11-20-16,0-15-72 15,3-7-188-15</inkml:trace>
  <inkml:trace contextRef="#ctx0" brushRef="#br0" timeOffset="-28874.54">21072 12250 408 0,'0'0'111'0,"0"0"-12"15,0 0 15-15,0 0-34 16,0 0-17-16,0 0-12 0,-13-37-20 16,13 31-16-16,0 0 3 15,0-2-4-15,7 0-11 16,12-2-5-16,9-2 2 15,5 3 0-15,4 1 0 16,1 2-7-16,-7 3-4 16,-8 3 5-16,-7 0-9 15,-10 0 12-15,-6 17-24 16,0 5 4-16,-25 6 22 16,-10 5-6-16,-3 1 7 15,-1-2 0-15,6-2-6 16,12-2 6-16,7-3-5 15,10 0 3-15,4-3-1 16,0 0-5-16,8-2 7 0,5-6 0 16,-4-2-3-1,0-5 4-15,-5-4 2 0,-4 0-1 16,0 1 9-16,0 4-6 16,-5 6 2-16,-10 3 1 15,-9 0-4-15,-3-1 2 16,-1-2 2-16,-2-6-7 15,9 1 2-15,1-5-2 16,7-2-10-16,3 0-14 16,4-2-20-16,6 0-82 15,0 0-50-15,0-6-198 16</inkml:trace>
  <inkml:trace contextRef="#ctx0" brushRef="#br0" timeOffset="-28491.19">21539 12246 734 0,'0'0'60'0,"0"0"-20"15,0 0-40-15,0 0 0 0,0 0 1 16,-96 105 1-16,62-54 6 16,6 2-3-16,8-3-5 15,10-8 5-15,10-9-4 16,3-15-1-16,27-12 7 16,16-6 5-16,8-20 9 15,5-14-11-15,-7-7-7 16,-13 0 8-16,-13 2-10 15,-14-1-1-15,-12 1-2 16,-7-1 2-16,-33 6 8 16,-27 4-6-16,-13 14-2 15,-2 14-73-15,13 2-71 0,21 22-57 16</inkml:trace>
  <inkml:trace contextRef="#ctx0" brushRef="#br0" timeOffset="-27042.46">19139 12876 332 0,'0'0'71'0,"0"0"37"16,0 0-31-16,0 0-42 15,-97-37-14-15,77 35-1 16,7 0-11-16,4 1 15 15,6 1 11-15,0-1-2 16,2 1-3-16,-1 0-11 16,-1 0-4-16,3 0-9 15,0 0 6-15,-1 0-4 16,1-3-6-16,0 3 4 16,10 0-6-16,41 0 7 15,36 9 42-15,50 10-29 16,52 6-10-16,37 8-6 15,30 5 1-15,6 5-4 0,-1-1-1 16,-4 0-2 0,-12-2-1-16,-13-6 6 0,-25-1-3 15,-35-6 0-15,-30-6-4 16,-35-6 4-16,-31-6 0 16,-24-5 1-16,-26-4-3 15,-19 0 2-15,-7-1-2 16,-13-15-1-16,-27 1-48 15,-14 0-87-15,-3 2-100 16</inkml:trace>
  <inkml:trace contextRef="#ctx0" brushRef="#br0" timeOffset="-26876.24">21818 13244 669 0,'0'0'119'16,"0"0"-21"-16,0 0-98 16,0 0-17-16,0 0-116 15,0 0 32-15,-42 31-287 16</inkml:trace>
  <inkml:trace contextRef="#ctx0" brushRef="#br0" timeOffset="-23646.1">19363 13439 389 0,'0'0'156'16,"0"0"-43"-16,0 0-26 15,0 0-5-15,0 0-48 16,7-72 3-16,-6 65-22 16,2 0 13-16,-3 1-12 15,2 5-1-15,-2-1-6 16,0 2-7-16,0 0-2 15,0 0 0-15,0 3-5 16,0 17 0-16,-15 14 0 0,-5 7 5 16,-3 6-4-16,-6 3 4 15,3 3 3-15,0 1-3 16,4-6 0-16,5-9 3 16,7-10-2-16,3-12-2 15,5-13 1-15,2-4 0 16,0 0 3-16,0 0-2 15,0 0-1-15,0-4-4 16,5-10-68-16,5-3-84 16,0-2-146-16</inkml:trace>
  <inkml:trace contextRef="#ctx0" brushRef="#br0" timeOffset="-23122.47">19786 13389 455 0,'0'0'110'0,"0"0"-86"16,0 0-23-16,0 0 6 16,0 0 28-16,0 0-12 15,-4 58 31-15,-16-24-5 16,-4 11-7-16,-9 11-9 16,-5 8-21-16,1-1-5 0,1-3-2 15,6-9-2-15,11-12 1 16,6-10-4-16,10-13 2 15,3-9-2-15,0-7 0 16,0 0 5-16,0-2 46 16,10-15-30-16,3-6-21 15,0 1-24-15,-2-3-116 16,-2-1-213-16</inkml:trace>
  <inkml:trace contextRef="#ctx0" brushRef="#br0" timeOffset="-22854.51">19567 13633 522 0,'0'0'116'15,"0"0"26"-15,0 0-134 16,0 0-8-16,0 0 0 16,0 0 13-16,22 24 11 15,6-6-4-15,10-4-2 16,11-7-16-16,8-4 15 15,8-3-13-15,-1 0-2 16,-5-12 4-16,-10-3-6 16,-16 2 0-16,-11 0 0 15,-13 7 5-15,-9 0-8 16,0 5 3-16,-19 1-57 0,-23 0-100 16,-12 0-214-16</inkml:trace>
  <inkml:trace contextRef="#ctx0" brushRef="#br0" timeOffset="-21847.52">20490 13526 288 0,'0'0'151'0,"0"0"-22"15,0 0 4-15,0 0-48 16,0 0-25-16,0 0-36 16,4-25 17-16,-4 25-22 15,0 0-19-15,0 8-2 16,0 24-8-16,-4 17 8 15,-12 15 1-15,-10 8 2 0,-5 2-1 16,-2-6 1 0,2-10 0-16,4-13 5 0,11-15-6 15,8-10 0-15,5-8-2 16,3-9-12-16,0-3-39 16,8-6 17-16,16-20-271 15</inkml:trace>
  <inkml:trace contextRef="#ctx0" brushRef="#br0" timeOffset="-21497.24">20714 13704 338 0,'0'0'289'0,"0"0"-210"16,0 0-79-16,0 0 1 15,0 0 33-15,-30 76 2 16,21-34-5-16,2 5-12 16,2 1-18-16,2-7 4 15,3-12-5-15,0-12 0 16,9-12 5-16,13-5 19 16,10-11 21-16,5-17-17 15,2-8-23-15,-6-4 11 16,-12-4-2-16,-12-1-13 15,-9 2 10-15,-8 2-7 16,-26 4 1-16,-8 13-5 0,-1 15-1 16,6 9-30-16,10 16-20 15,17 18-60-15,10 8-51 16,0 0-281-16</inkml:trace>
  <inkml:trace contextRef="#ctx0" brushRef="#br0" timeOffset="-20965.76">20162 14109 330 0,'0'0'176'0,"0"0"-83"0,0 0-27 15,0 0-34 1,0 0 35-16,0 0-30 0,49 0-10 16,-25 0-10-16,10 3-6 15,12 3 3-15,11 2 0 16,11 3-7-16,15 1 0 15,4 1-3-15,11 0-3 16,-4-4 1-16,-5 0 4 16,-12-4 12-16,-18-1-5 15,-16-1-2-15,-21-3-7 0,-8 0-2 16,-14 2-2 0,-10 3-49-16,-31-1-101 0,-14-4-98 15</inkml:trace>
  <inkml:trace contextRef="#ctx0" brushRef="#br0" timeOffset="-20732.14">20504 14327 617 0,'0'0'140'0,"0"0"-135"15,0 0-2-15,0 0 25 16,-36 81-11-16,18-50-11 0,4 5 0 16,0-2-3-16,1 2 0 15,6-3-3-15,3-4-19 16,4-8-91-16,1-7 3 16,20-11-170-16</inkml:trace>
  <inkml:trace contextRef="#ctx0" brushRef="#br0" timeOffset="-20148.31">20610 14490 539 0,'0'0'216'0,"0"0"-97"16,0 0-99-16,0 0-20 0,0 0-3 16,0 0 2-1,0 53 1-15,4-28 0 0,-3-1 1 16,4-3-1-16,-1-2 0 15,3-6 0-15,6-8 0 16,3-4 1-16,11-1 5 16,7-4 17-16,5-15-3 15,1-8-12-15,-5-2 5 16,-10 0-4-16,-13-2 0 16,-9 2 2-16,-3 3-11 15,-14 3-9-15,-9 6-11 16,3 8-1-16,8 2 16 15,11 7 2-15,1 0 0 16,0 0-22-16,16 9 9 16,13 3 16-16,4 3-3 0,4-2 7 15,-6-2-4-15,-3 1 0 16,-7 0 1-16,-6-2 2 16,-6 4-3-16,-6 2 2 15,-3 0-4-15,0 2 2 16,0 1 0-16,-6-1 0 15,0 2 3-15,3-3-3 16,3 0 0-16,0-5-6 16,3-4-16-16,21-8 4 15,7-2 18-15,11-21 2 0,-1-9 1 16,0-8 9 0,-7-1 12-16,-10-5 11 0,-10 2 5 15,-13 0-10-15,-1 8 2 16,-13 7-23-16,-14 10-9 15,-9 7-12-15,2 11-32 16,7 1-9-16,8 4-36 16,11 12-110-16,8 0-199 15</inkml:trace>
  <inkml:trace contextRef="#ctx0" brushRef="#br0" timeOffset="-19866.45">21701 13768 872 0,'0'0'7'0,"0"0"-7"16,0 0 0-16,56 103 0 15,-53-24 0-15,-3 14 11 16,-2 11-4-16,-15 2 9 15,-2-4-10-15,-3-7-1 16,-1-9 3-16,-4-7-7 16,-1-9 3-16,-5-9-4 15,-10-10-1-15,-6-16-24 16,-8-15-62-16,-7-20-143 0</inkml:trace>
  <inkml:trace contextRef="#ctx0" brushRef="#br0" timeOffset="-18118.21">1817 5620 681 0,'0'0'55'0,"0"0"38"16,0 0-57-16,0 0-18 15,0 0-11-15,0 0-7 16,0 0-9-16,11 1 6 0,-6 24 3 16,-2 9 0-16,-1 10 0 15,1 0 5-15,0 4-4 16,3-12 1-16,2-10 1 15,2-10 1-15,-1-10-4 16,10-6 3-16,15-14 0 16,17-30 47-16,19-23-18 15,17-13-10-15,7-9-17 16,3 0 4-16,7 0-9 16,-1 5 4-16,-9 11-1 15,-8 15-3-15,-17 12-4 16,-17 15 4-16,-14 10-11 15,-15 10-1-15,-12 5 8 16,-9 6-18-16,-2 0-8 16,-10 11-3-16,-21 18 19 0,-9 8-15 15,-2 4-106-15,14-11-96 16,19-13-264-16</inkml:trace>
  <inkml:trace contextRef="#ctx0" brushRef="#br0" timeOffset="-17948.42">2994 5232 707 0,'0'0'53'0,"0"0"17"16,0 0 7 0,0 0-30-16,0 0-40 0,0 0-7 15,-17 25-70-15,17 2-11 16,0-1-154-16</inkml:trace>
  <inkml:trace contextRef="#ctx0" brushRef="#br0" timeOffset="-16120.53">18924 13255 474 0,'0'0'62'15,"0"0"40"-15,0 0-13 0,0 0-10 16,0 0-16-16,0 0-24 16,0 0-21-16,15-70-3 15,-15 70-9-15,-15 0-6 16,-13 8 0-16,-21 24-2 16,-19 21 2-16,-14 24 0 15,-12 30-4-15,-1 18 4 16,7 15-2-16,19 7 1 15,29-9 0-15,27-10 2 16,14-13-2-16,41-16-5 16,23-22-9-16,22-19 1 15,16-21-6-15,7-15-19 16,-4-20-109-16,-18-12-264 0</inkml:trace>
  <inkml:trace contextRef="#ctx0" brushRef="#br0" timeOffset="-14639.37">22071 13491 489 0,'0'0'76'0,"0"0"71"15,0 0-53-15,0 0-28 0,0 0-26 16,0 0-6 0,18-63-24-16,-18 63-10 0,0 0-2 15,-4 14 1-15,-13 6 2 16,-1 7-1-16,-2 2 0 15,4 2 0-15,3 0 4 16,7-4-4-16,5-5 0 16,1-3-1-16,0-7 1 15,6-1-5-15,13-6 3 16,6-5-5-16,5 0 4 16,0 0-1-16,-2 0-1 15,-2 0 3-15,-2 0 1 16,-4 0-1-16,0 4 2 15,-8 13-13-15,-3 4 10 16,-5 2-4-16,-4 2 2 0,0 2 5 16,0 2-2-16,-12-1-1 15,-4-2 0-15,1-2 2 16,-3-5-4-16,-1-5 3 16,-2-6 2-16,-4-3 4 15,-4-5-4-15,-1 0 6 16,1-2 3-16,0-11 3 15,7 1 3-15,4 2-15 16,9 5-6-16,9-3-27 16,0 0-96-16,19-5-336 15</inkml:trace>
  <inkml:trace contextRef="#ctx0" brushRef="#br0" timeOffset="-14423.06">22316 13473 602 0,'0'0'25'0,"0"0"69"16,0 0-13-16,0 0-26 16,0 0-5-16,0 0-36 15,46-52-11-15,-11 52-3 16,3 0-3-16,1 2 3 0,0 13-51 15,-6-6-129 1,-4-9-150-16</inkml:trace>
  <inkml:trace contextRef="#ctx0" brushRef="#br0" timeOffset="-13206.23">22432 13143 409 0,'0'0'60'16,"0"0"56"-16,0 0-37 16,0 0 52-16,0 0-96 15,0 0 1-15,15-30-12 16,6 23-11-16,3-1-4 16,4 2-3-16,4 3 4 15,3-2-7-15,-1 5 2 16,2 0-4-16,0 0 0 15,0 0 1-15,-6 3-4 0,-2 0 3 16,-7-1-1-16,-10 1 0 16,-8-3-1-16,-2 1 1 15,-1-1 0-15,0 0 0 16,0 0 0-16,-4 3-11 16,-13 2-51-16,-8-3-110 15,1-2-147-15</inkml:trace>
  <inkml:trace contextRef="#ctx0" brushRef="#br0" timeOffset="-12340.03">23215 12645 217 0,'0'0'70'0,"0"0"98"16,0 0-78-16,0 0-8 15,0 0 13-15,0 0-17 16,12-38-26-16,-12 34-11 16,0 1-8-16,0 1-1 0,0 2-21 15,0 0-11-15,-2 22-7 16,-14 12 5-16,-7 14 2 16,-10 16 2-16,-9 12-2 15,-4 7 1-15,-2 1 2 16,3-6-3-16,11-13 0 15,13-13-6-15,11-17 2 16,8-13-5-16,2-10 9 16,0-5-1-16,0-7 0 15,3 0 1-15,13-12 0 16,5-9-9-16,4-3-43 0,-2 0-23 16,-1 1-138-16,-1-2-264 15</inkml:trace>
  <inkml:trace contextRef="#ctx0" brushRef="#br0" timeOffset="-11603.33">23379 12927 524 0,'0'0'92'0,"0"0"-1"16,0 0-58-16,0 0-29 16,0 0 1-16,-82 65 2 15,63-23-6-15,5 5 4 16,8 0-4-16,6-8 0 16,0-5 3-16,12-12-1 15,12-6 2-15,9-12-5 16,6-4 11-16,4-9 21 15,-1-15-7-15,-6-5-7 16,-11-5 0-16,-11-3-12 16,-14-1 7-16,0-3-12 15,-20 3 1-15,-7 4 13 16,0 9-14-16,7 11 5 16,6 8-6-16,6 6-6 0,1 0-29 15,5 2 9-15,2 7-1 16,11 3 15-16,22 1 6 15,12-2 5-15,11-4-10 16,3-3-12-16,-3-4 14 16,-5 0 4-16,-10 0 5 15,-7 0-2-15,-9 0 5 16,-12-1-3-16,-2-2 4 16,-10 3-3-16,-1 0 15 15,0 0-13-15,-3 1-3 16,-15 16 0-16,-1 6-2 0,1 7 2 15,2 4 1 1,5 3 0-16,5 1-2 0,6-4 1 16,0-6-2-1,17-8 2-15,16-9 0 0,5-5 4 16,6-6 3-16,2 0-5 16,0-13-2-16,-3-13 0 15,-12-3 2-15,-14-4-1 16,-14-5 3-16,-3-3 2 15,-31-2-6-15,-11 2-1 16,-1 3 1-16,8 13 8 16,14 10 14-16,8 15-22 15,8 0-16-15,4 25-86 16,1 10 28-16,0 3-88 0,0-5-246 16</inkml:trace>
  <inkml:trace contextRef="#ctx0" brushRef="#br0" timeOffset="-11392.75">24037 13196 72 0,'0'0'214'16,"0"0"-122"-16,0 0 44 15,-65 99-54-15,33-65 12 16,-1 1-42-16,-1 2-26 15,4 0-19-15,2-2-4 16,1-3-3-16,0-6-1 16,2-3-34-16,5-6-73 0,7-9-161 15</inkml:trace>
  <inkml:trace contextRef="#ctx0" brushRef="#br0" timeOffset="-10225.9">24222 13079 535 0,'0'0'6'15,"0"0"13"-15,0 0-19 16,0 0 5-16,0 0 16 15,-10 72 11-15,-8-34-8 16,-2 9 6-16,-3 2-9 16,3-1-10-16,8-6-8 15,8-9-3-15,4-11 0 16,7-12 1-16,12-8 9 16,7-2 40-16,4-9 11 15,2-15-28-15,-2-4-12 16,-4-4-7-16,-7-1-12 15,-10 0 0-15,-7 4 0 0,-2 4 0 16,0 3-2-16,-12 4 0 16,-2 3 0-16,-1 3-9 15,3 4 5-15,-1 1 1 16,4 2-3-16,4 0 5 16,2 2 2-16,2 3 4 15,1-1-5-15,0 1 3 16,0 0-3-16,0-1 2 15,0 1-2-15,0 0 14 16,0 0 1-16,0 0 0 16,-2-2-3-16,1 1-9 15,-3 0 4-15,4-1-6 16,-2 1 0-16,2-1 2 0,-1 2 3 16,1-2-1-16,0 2-3 15,0 0 0-15,0 0-2 16,0 0 0-16,0 0 1 15,0 0-4-15,0 0 6 16,0 0-3-16,0 0 0 16,3 0-9-16,21 0 6 15,13 9-14-15,15 3-18 16,9 0-1-16,2-4-30 16,-3-3-14-16,-10-5 58 15,-13 0 22-15,-11 0 13 16,-14-5 23-16,-2-3 39 15,-10 1-9-15,0 2-39 16,-7 1-25-16,-13 4-2 0,-7 0-4 16,-2 17 1-16,-3 7 3 15,2 7-4-15,7 2 3 16,11-1-9-16,12 0-6 16,0-7 4-16,21-4 10 15,14-4 1-15,7-8 1 16,3-7 0-16,3-2 1 15,-5-6 1-15,-6-14 3 16,-4-5-1-16,-9 0-4 16,-8 0-2-16,-9 0-2 15,-3 4-11-15,-4 2 8 16,0 8 4-16,0 3 3 0,0 5 15 16,0 3 2-16,0 0-17 15,4 0-9-15,10 14-1 16,5 6 9-16,9 4 2 15,0-1 1-15,-2 0-1 16,-2-3 2-16,-5 1-3 16,-7-4 0-16,-4 0-1 15,-4-6 1-15,-1-5 0 16,-3-3 0-16,1-3 2 16,6 0-1-16,2 0 34 15,7-13-4-15,4-8-27 16,2-3 3-16,-5-2-5 15,-6-2 3-15,-8 2 9 16,-3-2-6-16,-6 4-8 0,-21 3 0 16,-15 4-5-16,-11 7-22 15,-1 7-18-15,1 3-10 16,3 16-7-16,6 13-75 16,14 1-63-16</inkml:trace>
  <inkml:trace contextRef="#ctx0" brushRef="#br0" timeOffset="-10060.69">24958 13271 636 0,'0'0'126'0,"0"0"-45"16,0 0-19-16,0 0-62 15,0 0-7-15,0 0-66 16,-48 6 3-16,45 17-119 15,1-7-348-15</inkml:trace>
  <inkml:trace contextRef="#ctx0" brushRef="#br0" timeOffset="-7428.25">17868 11869 401 0,'0'0'38'15,"0"0"-37"-15,0 0 1 16,0 0 51-16,-75 81 6 0,42-52-24 16,1-1-4-16,3-3-14 15,5-3-8-15,5-5 20 16,9-3-15-16,1-6-10 15,3-3 4-15,4-3-7 16,1-2 1-16,1 0 4 16,0-4 9-16,9-17 10 15,9-6-25-15,-3-3 0 16,-1-1 12-16,-4 3-3 16,-4 2 15-16,-1 9-6 15,-5 5-12-15,2 8 6 16,-2 4 4-16,0 0-16 0,3 5-1 15,0 13-8 1,-3 9 8-16,0 2-2 0,0 2 3 16,0-6 0-16,0-4 0 15,4-5-2-15,4-6 2 16,-3-5-19-16,-1-4 8 16,-1-1-12-16,0 0 22 15,-3-8-9-15,0-8 10 16,-5-7-30-16,-13 1 18 15,1 0 4-15,1 1 8 16,2 1 12-16,3 6 9 16,4 2 9-16,2 7-4 15,4 2-7-15,-1 2-9 0,2 1-3 16,0 0 4-16,0 0-8 16,5-2 0-16,13 2 4 15,4 0-5-15,8 0 0 16,4 3-2-16,5 8-75 15,-2-7-74-15,-3-4-147 16</inkml:trace>
  <inkml:trace contextRef="#ctx0" brushRef="#br0" timeOffset="-5460.72">15635 14720 562 0,'0'0'134'16,"0"0"13"-16,0 0-41 15,0 0-52-15,0 0-26 0,0 0-28 16,-9-48-5-16,-6 77 0 16,-16 16 4-16,-11 11 2 15,-5 8 2-15,0-8-3 16,10-11 1-16,7-12 2 16,12-15-1-16,9-9-2 15,5-8 0-15,2-1 1 16,1 0 3-16,-5-8 1 15,-1-18 7-15,5-13-12 16,2-16-2-16,2-12-18 16,27-3-8-16,13 5 3 15,4 10 4-15,2 16 12 16,-6 14 9-16,-5 13-1 0,-10 10 5 16,-7 2-8-16,-2 17 4 15,-6 21 0-15,1 16-3 16,-5 11 2-16,0 5 1 15,-2-7 3-15,1-13-3 16,7-14-4-16,-4-17-2 16,5-12 0-16,2-7 5 15,5-11 2-15,9-23 3 16,6-13 0-16,3-12-2 16,-1-4-2-16,-1 0 0 15,-2 3 0-15,0 11 2 16,-1 10-2-16,-9 14 0 0,-6 11 0 15,-10 8 5-15,-5 6 5 16,-5 8-10-16,0 21-9 16,0 21 8-16,-16 17 1 15,-9 12 0-15,-5 1-1 16,2-7 1-16,3-17 0 16,8-15-2-16,7-16 2 15,6-10 2-15,0-10-1 16,4-5 1-16,-3 0 1 15,3-17-1-15,0-17-4 16,0-10-8-16,0-9-15 16,11-9 6-16,3-4-4 15,4 1 15-15,5 4 8 16,9 8-12-16,7 9 11 16,0 8-2-16,1 8 3 0,0 12 20 15,-2 10-8-15,-4 6-3 16,-4 9-9-16,-8 18 0 15,-13 9-1-15,-9 8 0 16,0 4 1-16,-12 1-3 16,-4-6 3-16,1-7-2 15,0-14-1-15,6-10 3 16,-2-9-3-16,0-3 3 16,-2-3 0-16,3-10 12 15,6-6-9-15,4 0-3 0,4-2 0 16,28-2-64-1,15 0-42-15,9 5 28 0,5 1 42 16,-3 3 28-16,-13 5 8 16,-16 1 36-16,-14 4 67 15,-12 4 5-15,-3 0-48 16,0 0-52-16,-1 6 0 16,-18 19-11-16,-4 11 6 15,-1 13-3-15,-1 1 0 16,5 3 1-16,5-1-2 15,5-6-2-15,10-5 3 16,0-8-1-16,17-15 3 16,12-10 1-16,2-8-1 15,7-7 1-15,2-22-3 16,0-14-2-16,-2-7-10 0,-10-8 11 16,-12-3 2-1,-8 4-1-15,-8 5 3 0,0 15 9 16,-3 17 9-16,-3 13 0 15,3 7-19-15,2 0-2 16,-1 16-18-16,2 13 13 16,0 10 2-16,0 5 2 15,0-3 1-15,3-8-7 16,15-12-7-16,9-9 11 16,13-11-22-16,6-1-30 15,0-16-158-15,0-19-395 16</inkml:trace>
  <inkml:trace contextRef="#ctx0" brushRef="#br0" timeOffset="-5064.28">17153 14529 762 0,'0'0'80'0,"0"0"-72"15,0 0-8-15,0 0-4 16,0 0 2-16,-58 78 4 15,28-49 3-15,2-1-4 16,7-5 2-16,6-6 1 16,3-4-3-16,6-8 1 15,3-4-2-15,3-1 0 0,0-10 9 16,0-15-9 0,-4082-11-19-16,8173-3-11 0,-4084-1-34 15,3 6 31-15,-3 7 4 16,-1 8 27-16,-1 9 2 15,-1 10 22-15,0 0-12 16,-4 10-10-16,0 16 0 16,0 5 1-16,0 1 5 15,0-3-6-15,-6-7 7 16,5-1-3-16,0-4-2 16,1-4-2-16,-2-6-1 15,2-7-71-15,0 0 5 16,0-12 17-16,0-12-273 15</inkml:trace>
  <inkml:trace contextRef="#ctx0" brushRef="#br0" timeOffset="-4931.6">16980 14540 224 0,'0'0'237'0,"0"0"-60"0,0 0-42 15,0 0-92-15,0 0-40 16,0 0-3-16,-39-43-1 16,45 65-3-16,20 2 4 15,10 1 3-15,2 0-3 16,7-2-24-16,6-3-88 15,3-11-115-15</inkml:trace>
  <inkml:trace contextRef="#ctx0" brushRef="#br0" timeOffset="-4570.79">17487 14972 611 0,'0'0'71'16,"0"0"-26"-16,0 0-39 15,0 0 33-15,0 0 7 16,0 0-33-16,59 7-7 16,-31-2-6-16,4 1-2 15,1 1-19-15,2-1-90 16,1-1-15-16,-9-4-209 15</inkml:trace>
  <inkml:trace contextRef="#ctx0" brushRef="#br0" timeOffset="-4381.6">17421 15153 416 0,'0'0'66'15,"0"0"55"-15,0 0-68 16,0 0 20-16,0 0 9 15,0 0-41-15,83 59-20 16,-44-55-15-16,10 0-6 16,8 0-6-16,4-2-119 15,-2-2-168-15</inkml:trace>
  <inkml:trace contextRef="#ctx0" brushRef="#br0" timeOffset="14932.82">18089 15017 420 0,'0'0'136'15,"0"0"-63"-15,0 0-10 0,0 0-28 16,0 0 0-16,0 0-18 16,0 0 8-16,-2-17-9 15,2 12 10-15,0 0 2 16,0-2 5-16,0 0 1 15,0 0-17-15,0 0-1 16,0 0-6-16,0-3-8 16,0 3 1-16,0-2-3 15,2-2 2-15,3 1 1 16,0 3-3-16,-3 0 2 16,1 4 5-16,-3 0-7 15,0 3 0-15,0 0-1 16,0 8-10-16,0 19 5 0,-20 19 3 15,-8 13 3-15,-6 13 0 16,-7 7 2-16,0 0-4 16,11-7 0-16,10-15 2 15,7-18 4-15,9-14-4 16,4-12 0-16,0-7 0 16,0-1 1-16,0-5-4 15,22 0 3-15,8-14-57 16,1-11-167-16,-6-7-428 15</inkml:trace>
  <inkml:trace contextRef="#ctx0" brushRef="#br0" timeOffset="15483.42">18693 15027 555 0,'0'0'112'0,"0"0"-7"0,0 0-80 15,10-77 3 1,-10 55-18-16,-12 2-8 15,-19 4-2-15,-12 8-12 0,-11 8-7 16,0 0 16-16,3 20-3 16,5 12 4-16,10 8 0 15,8 4 2-15,9 6-4 16,10-2 4-16,9-7-1 16,4-10 1-16,31-17 0 15,14-9 12-15,6-5 9 16,-3-8-2-16,-10-10 0 15,-16-2 10-15,-12-2 5 16,-12-1-7-16,-2 0-20 16,-2 3-2-16,-10 4 0 15,2 8-2-15,4 4 0 0,5 4-3 16,-1 4-2-16,-3 20 0 16,-3 17 0-16,-7 13 0 15,-6 12 2-15,-3 1-3 16,-2-4 2-16,7-4 2 15,6-11 0-15,4-6-1 16,4-4-2-16,4-9-4 16,1-13-88-16,2-16-197 15</inkml:trace>
  <inkml:trace contextRef="#ctx0" brushRef="#br0" timeOffset="15915.02">19100 15076 315 0,'0'0'64'0,"0"0"59"0,0 0 5 15,0 0-69 1,0 0 8-16,0 0-42 0,20-27 4 16,11 27-2-16,7 0-2 15,4 12 2-15,2 2-19 16,-1 2 10-16,-7 1-13 15,-10 4-5-15,-10 4 4 16,-9 5-4-16,-7 12 0 16,-15 7-2-16,-24 9 6 15,-15 3-4-15,-7 0 2 16,-1-3-2-16,5-5 0 16,12-11-42-16,12-10-22 0,14-12-59 15,13-14-94 1</inkml:trace>
  <inkml:trace contextRef="#ctx0" brushRef="#br0" timeOffset="16107.38">18952 15358 753 0,'0'0'66'16,"0"0"-17"-16,0 0-40 15,0 0-8-15,81-8 13 16,-29 16 2-16,2 0-6 15,1-2-1-15,0 0-7 16,-1-1-2-16,6 0 0 16,1-1-33-16,-2-1-162 15,-3-3-237-15</inkml:trace>
  <inkml:trace contextRef="#ctx0" brushRef="#br0" timeOffset="16333.26">19567 15695 287 0,'0'0'363'0,"0"0"-248"16,0 0-17-16,0 0-54 15,-85 54-30-15,65-28-8 0,1 3-5 16,2 0 0-16,6 3-1 15,2-1-43-15,3-2-62 16,2-10-137-16</inkml:trace>
  <inkml:trace contextRef="#ctx0" brushRef="#br0" timeOffset="18400.18">19865 15192 212 0,'0'0'208'0,"0"0"-127"16,0 0-7-16,0 0-31 0,0 0 10 15,0 0 57 1,-19-29-75-16,19 28-14 15,3 0-5-15,22 1-14 0,11 0-2 16,9 0 0-16,4 2 1 16,0 5-2-16,0 2 2 15,-2-4 0-15,-4 1 2 16,-9-2-3-16,-7 1 1 16,-12 0-1-16,-6 4-1 15,-6 7 0-15,-3 6-6 16,0 6 6-16,-7 6 1 15,-12 7 0-15,-4 2-1 16,-3 4 1-16,0-1 0 16,6-3 6-16,-2 0-5 15,2-6 3-15,2-4-4 0,2-3-5 16,-2-6-33-16,2-9-72 16,8-8-62-16,1-7-191 15</inkml:trace>
  <inkml:trace contextRef="#ctx0" brushRef="#br0" timeOffset="18567.11">20009 15464 616 0,'0'0'113'0,"0"0"3"16,0 0-110-16,0 0-6 16,80-10 1-16,-31 26 3 15,6 1-3-15,2 0-1 16,3 1-1-16,2-4-95 0,-1-7-53 15,0-7-170 1</inkml:trace>
  <inkml:trace contextRef="#ctx0" brushRef="#br0" timeOffset="19195.64">20671 15333 621 0,'0'0'152'0,"0"0"-82"16,0 0-63-16,0 0 2 15,0 0 5-15,0 0 4 16,101 42-10-16,-76-19-2 0,-5 3-2 16,-5 0-4-16,-6 4 2 15,-6-1-2-15,-3 1-3 16,-3 0 3-16,-15-3 0 15,-3 0-1-15,3-5-5 16,1-4-13-16,4-3-4 16,4-7 3-16,6-3 3 15,2-3 13-15,1-2 4 16,6 0 1-16,19-3 0 16,12-8-1-16,12 0 0 15,11-3 0-15,6 3 0 16,1 0 0-16,-3 2 2 0,-9-1 5 15,-14 1 21-15,-15 1-2 16,-12 2 9-16,-11 2 17 16,-3 1-37-16,0 3-6 15,0 0-9-15,0 0-3 16,0 5-6-16,0 14 4 16,-9 6 5-16,6 6-3 15,3 1-10-15,19-6 0 16,22-6 3-16,8-10 9 15,3-10-4-15,-1 0 9 16,-7-22-4-16,-11-5 0 16,-15-2 3-16,-18-4-6 15,-9 1-2-15,-31-3 0 0,-14 1 0 16,-1 8 5 0,12 13 0-16,16 11 0 0,14 2-49 15,11 14-68-15,2 13 7 16,12 4 16-16,8-2-118 15</inkml:trace>
  <inkml:trace contextRef="#ctx0" brushRef="#br0" timeOffset="19400.06">21718 15613 812 0,'0'0'41'0,"0"0"32"16,0 0-73-16,0 0 6 16,0 0-6-16,0 0 5 15,104-9-10-15,-72 10-1 16,-1 5-26-16,6-4-25 16,-4-2-115-16,-6 0-217 15</inkml:trace>
  <inkml:trace contextRef="#ctx0" brushRef="#br0" timeOffset="19646.29">22197 15319 810 0,'0'0'78'15,"0"0"-14"-15,0 0-50 16,0 0-14-16,0 0-5 15,0 0 4-15,-35 70-1 16,4-14 2-16,-6 8 0 16,2 0-4-16,9-4 4 15,10-9-37-15,5-10-23 16,11-12-87-16,0-20-14 16,4-9-234-16</inkml:trace>
  <inkml:trace contextRef="#ctx0" brushRef="#br0" timeOffset="20193.62">22353 15470 820 0,'0'0'18'0,"0"0"-18"16,0 0-7-16,0 0 1 15,0 0 6-15,-50 92 0 16,24-56 8-16,5 6-8 15,6-2 3-15,11-4-2 16,4-7 4-16,9-11-3 0,12-12 6 16,7-6 4-1,5-4 6-15,4-20-1 0,1-8-16 16,-6-4 4-16,-12-4-5 16,-4 3-39-16,-7 7 3 15,2 3-18-15,3 4 7 16,4 7-3-16,3 0-1 15,3 7 51-15,0 4 6 16,-3 5 34-16,-2 0 18 16,-3 0-35-16,-5 14-5 15,1 2-14-15,-4 2-3 16,0 3 0-16,0 2-1 16,-1 3 0-16,5-1 0 15,0-1 5-15,1-5-3 0,-1-6-2 16,2-8 2-16,4-5-2 15,2 0 5-15,-1-9-1 16,-1-11 4-16,-2-7 18 16,-4-4-4-16,-8-4 5 15,-4-2-9-15,0 3 4 16,-12 11-10-16,1 6-12 16,4 13 6-16,3 4-6 15,-2 7-38-15,-4 17 15 16,-6 9-17-16,-1 5-34 15,-3 0-50-15,2-7-144 16</inkml:trace>
  <inkml:trace contextRef="#ctx0" brushRef="#br0" timeOffset="20397.18">23130 15787 656 0,'0'0'166'15,"0"0"-69"-15,0 0-87 16,0 0-10-16,0 0 0 16,-64 78 2-16,31-43 2 15,4 5-4-15,6 3 0 16,8 3-11-16,8 0-29 16,5-8-118-16,2-11-160 0</inkml:trace>
  <inkml:trace contextRef="#ctx0" brushRef="#br0" timeOffset="21426.59">23592 15613 634 0,'0'0'90'0,"0"0"-14"15,0 0-47-15,-98-23-20 16,76 26 0-16,-1 15-9 16,-2 11 0-16,1 7 1 15,3 6-1-15,5 3 6 16,7-3-4-16,9-7-1 16,0-12-1-16,20-11 4 15,12-10 0-15,8-2 2 0,8-5-4 16,4-19 6-16,-9-8-7 15,-11-4 1-15,-17-6 4 16,-11 2-4-16,-4-2 14 16,0 2-3-16,-13 8-9 15,-5 5-2-15,2 9-1 16,4 7 0-16,3 5-1 16,6 3-2-16,1 3 0 15,2 0-1-15,0 0-2 16,0 0 0-16,8 1-10 15,17 12 14-15,12-1-3 16,11 2 4-16,7 3-1 16,1-2 1-16,-1 2-12 0,0-2-19 15,-7-1 25-15,-10-2-1 16,-12-7 7-16,-14 0 2 16,-8-4-1-16,-4-1 0 15,0 0 26-15,-7 3 5 16,-17 5-30-16,-7 8 4 15,-5 6-6-15,0 7-1 16,7 3-1-16,7 2 1 16,10-7 1-16,8-6 0 15,4-7 0-15,0-5 0 16,22-7 8-16,15-2-2 16,7-11 4-16,8-12-10 0,2-4-2 15,-4-1-5 1,-4 2-26-16,-9-1 27 0,-8 1 3 15,-9 5 3-15,-4 6 0 16,-7 5 0-16,-2 6 11 16,-5 4 2-16,-2 0-13 15,0 7-2-15,0 14 1 16,0 7-2-16,0 2 2 16,-6 3 1-16,-1 2 0 15,5-3 0-15,2 0 0 16,2-6-2-16,26-4 1 15,11-6 0-15,11-10 1 16,10-6 0-16,1-2 0 16,-8-18 2-16,-9-9 2 15,-14-8 20-15,-14-2 4 0,-15-4-18 16,-2 1 3 0,-39 5-11-16,-27 9-2 0,-12 12-26 15,-3 11-99-15,18 5-237 16</inkml:trace>
  <inkml:trace contextRef="#ctx0" brushRef="#br0" timeOffset="21576.13">24370 15861 820 0,'0'0'49'16,"0"0"-49"-16,0 0-6 0,0 0-162 15,0 0 66-15,0 0-242 16</inkml:trace>
  <inkml:trace contextRef="#ctx0" brushRef="#br0" timeOffset="23174.3">15389 16377 714 0,'0'0'125'16,"0"0"-56"-16,0 0-64 16,0 0-5-16,0 0 0 0,-88 68-1 15,51-22 4-15,2-3-3 16,7-4 0-16,10-4-8 16,3-6 2-16,9-10-1 15,3-10-5-15,2-8 11 16,1-1 2-16,9-18 13 15,21-18-13-15,11-15-1 16,7-12-3-16,0-2-20 16,-7 5-17-16,-3 6 28 15,-5 14 11-15,-8 10 1 16,-6 13 17-16,-8 8 14 16,-5 9-8-16,1 4-23 0,-1 23-11 15,3 14 10-15,0 11-6 16,4 9-19-16,0 0-15 15,0-10-61-15,6-17 23 16,8-14-45-16,8-18 113 16,9-2 7-16,3-28-7 15,2-14-87-15,4-11 23 16,0-5 36-16,-4-1 39 16,3 4 17-16,-9 4 34 15,-4 9 41-15,-7 11 41 16,-13 11-36-16,-10 14-6 15,-4 6-24-15,-5 6-67 16,0 24-6-16,0 14 4 16,-5 11 2-16,-12 8 1 15,-7 5 6-15,-1 2-4 0,0-5 0 16,1-4 4 0,3-13-7-16,8-13 0 0,7-12-1 15,4-16-23-15,2-7 24 16,0-10 4-16,15-24 21 15,6-13-24-15,1-11 0 16,0-8 2-16,-5-6 1 16,-4-1-4-16,-1 7 35 15,3 9-24-15,5 13-8 16,10 10 0-16,3 9-1 16,1 11 1-16,0 10-5 15,-6 4 3-15,-8 13-1 0,-7 20 0 16,-13 7-4-1,0 7 0-15,-21 1-1 0,-7-4 5 16,-2-6 0-16,2-6 0 16,2-7 0-16,4-6-2 15,6-10-4-15,5-4 5 16,5-5 1-16,6 0 0 16,7-10 0-16,29-7-106 15,19-9-49-15,13-3-191 16</inkml:trace>
  <inkml:trace contextRef="#ctx0" brushRef="#br0" timeOffset="23507.26">16595 16271 416 0,'0'0'241'0,"0"0"-36"16,0 0-101-16,0 0-62 0,0 0-42 15,0 0-2-15,17 12 2 16,-39 29 0-16,-3 7 0 16,4 5 0-16,7-2 0 15,5-4-3-15,7-8-11 16,2-8-2-16,3-9 1 15,16-10-8-15,10-12 3 16,11-3 5-16,8-28-17 16,4-14-16-16,-1-9-9 15,-11-4 57-15,-10-3 0 16,-15 1 23-16,-8 6 26 16,-7 15 16-16,0 15-5 15,0 14-23-15,0 10-37 16,0 3-3-16,-1 22-14 0,-5 11 15 15,3 10-2-15,3 3 4 16,0-4-9-16,0-4-11 16,23-15-19-16,11-12 10 15,12-13 18-15,4-1-111 16,0-29-59-16</inkml:trace>
  <inkml:trace contextRef="#ctx0" brushRef="#br0" timeOffset="24057.3">17562 16026 829 0,'0'0'83'0,"0"0"-62"0,0 0-21 16,0 0 0-16,0 0 0 15,-85 59 2-15,40-25-1 16,-1-1 1-16,3 0 1 15,5-7-3-15,10-7 0 16,7-8 4-16,9-8-2 16,5-3-2-16,6-1 1 15,1-22-1-15,0-7-2 16,11-6-33-16,12-2 5 0,7 3-50 16,-2 7 2-1,-3 7 42-15,-5 11 36 0,-11 10 22 16,-3 0-2-16,-3 12-20 15,-3 18 0-15,0 7 5 16,-3 5 15-16,-9 0-11 16,-6-7-5-16,7-6 5 15,-1-12-1-15,-1-4-7 16,1-6 3-16,-3-5 3 16,3-2-7-16,-1-8-7 15,4-16-20-15,1-9-36 16,1-5 22-16,-2 1 41 15,0 1 21-15,3 5 32 16,0 8 16-16,4 11-4 16,2 10-38-16,0 2-20 0,0 1-7 15,0 16-7-15,6 6 7 16,11 1-2-16,4-2 2 16,9-2 0-16,0-3-1 15,5-1-5-15,3-6-43 16,-3-3-47-16,1-6-75 15</inkml:trace>
  <inkml:trace contextRef="#ctx0" brushRef="#br0" timeOffset="24376.43">17595 16565 775 0,'0'0'147'16,"0"0"-90"-16,0 0-28 15,0 0-29-15,0 0-2 16,119-33 0-16,-73 31-1 0,1 2-2 16,-3 0-14-1,-6 0-16-15,-7 0-33 0,-11 0-89 16,-16 0-195-16</inkml:trace>
  <inkml:trace contextRef="#ctx0" brushRef="#br0" timeOffset="24551.48">17540 16687 620 0,'0'0'22'16,"0"0"11"-16,97 9 42 0,-56-9-32 16,0 0-31-1,3 0-12-15,0 0-94 0,3-9-45 16,3-8-428-16</inkml:trace>
  <inkml:trace contextRef="#ctx0" brushRef="#br0" timeOffset="25139.2">18958 16397 299 0,'0'0'254'0,"0"0"-114"16,0 0-17-16,-17-86-85 15,-20 75-35-15,-6 6-3 16,-4 5 2-16,-3 0-6 16,3 20 2-16,3 6-16 0,4 8 4 15,10 2 2 1,9 3-17-16,11 0 2 0,10-8-8 15,2-9-3-15,27-12 21 16,13-8 17-16,3-2 2 16,-1-9 12-16,-8-9 28 15,-6-5 9-15,-9 1-2 16,-9 2-4-16,-6 7-12 16,-4 5-3-16,-2 3-9 15,0 5-18-15,0 0-3 16,-8 20-15-16,-11 10 12 15,-3 9 0-15,-1 7 3 16,-4 3 0-16,0-1-1 16,-1 0 1-16,6-6-7 15,8-4-20-15,12-9-39 0,2-10-25 16,11-11-105 0</inkml:trace>
  <inkml:trace contextRef="#ctx0" brushRef="#br0" timeOffset="25439.03">19288 16473 420 0,'0'0'149'15,"0"0"-82"-15,0 0 9 0,0 0 4 16,0 0-32-16,0 0-31 15,92-51-8-15,-72 51 0 16,-1 14-9-16,0 2 2 16,-3 5-2-16,-3 3-3 15,-7 3 2-15,-5 3-3 16,-1 6 4-16,0 1 2 16,-10-1 0-16,-11 0-4 15,-6 1 0-15,-3-4-2 16,-2 1-39-16,-1-4-76 15,6-11-92-15</inkml:trace>
  <inkml:trace contextRef="#ctx0" brushRef="#br0" timeOffset="25631.35">19224 16679 679 0,'0'0'131'15,"0"0"-86"-15,0 0-28 16,0 0 1-16,0 0-16 15,0 0-2-15,61-23 2 16,-31 28-2-16,1 2 0 16,8 0 2-16,-2 0-5 15,5 1-11-15,3-5-74 16,1 0-87-16,-6-3-257 16</inkml:trace>
  <inkml:trace contextRef="#ctx0" brushRef="#br0" timeOffset="25816.43">19574 16905 644 0,'0'0'27'0,"0"0"-10"16,0 0 89-16,0 0-84 15,-51 94-1-15,37-54-13 16,2 2-1-16,0 0-7 15,-2-6-106-15,1-9-66 16</inkml:trace>
  <inkml:trace contextRef="#ctx0" brushRef="#br0" timeOffset="26871.42">19865 16531 277 0,'0'0'79'16,"0"0"4"-16,96-7 23 16,-50 7-33-16,5 0-38 15,5 0-11-15,-4 0 39 16,-2 0-19-16,-10 0 6 16,-10 0-19-16,-11 0-14 15,-5 0-15-15,-10 13-2 0,-4 11-7 16,0 3 4-16,-25 14 3 15,-13 7 0-15,-6 8-2 16,0 7-8-16,1-2-32 16,9-6-48-16,10-11-51 15,9-13-39-15,12-16 1 16</inkml:trace>
  <inkml:trace contextRef="#ctx0" brushRef="#br0" timeOffset="27064.23">19971 16713 293 0,'0'0'256'0,"0"0"-176"15,0 0-65-15,0 0-4 16,106 3 28-16,-45 8-17 16,9 0 14-16,-1-2-36 15,1-1 0-15,-4-1-22 16,-8-4-57-16,-9-3-56 15,-12-2-193-15</inkml:trace>
  <inkml:trace contextRef="#ctx0" brushRef="#br0" timeOffset="27603.61">20559 16600 717 0,'0'0'15'15,"91"-16"1"-15,-50 15 44 16,-8 1-12-16,-9 0-24 16,-11 1-5-16,-4 13-19 15,-7 6 0-15,-2 6-3 16,-13 6-1-16,-15 5 4 16,-5-1 4-16,0 1-2 15,4-7 3-15,8-4-3 16,5-4-2-16,8-8 0 15,5-4-3-15,3-6 2 16,0-4-3-16,27 0 4 0,14-15 0 16,14-7-14-1,14-1-33-15,4-4-63 0,1 1 40 16,-9 4 57-16,-14 3 13 16,-21 7 98-16,-15 2 16 15,-11 10-52-15,-4 0-23 16,0 0-39-16,-19 22-14 15,-14 8 14-15,-5 8 0 16,2 3 1-16,8-2 1 16,14-6-2-16,12-11-4 15,2-7 3-15,13-10 1 16,17-5 1-16,5 0 6 0,7-24-4 16,-1-5 10-1,-3-10-10-15,-6 2 0 0,-4-4-3 16,-15 2-7-16,-11 3 2 15,-2 7 4-15,-24 3-5 16,-22 11 5-16,-18 12-47 16,-8 3-157-16,3 6-172 15</inkml:trace>
  <inkml:trace contextRef="#ctx0" brushRef="#br0" timeOffset="28153.47">18330 17142 279 0,'-87'-19'112'15,"6"4"18"-15,15 5-54 16,15 6-10-16,20 3-3 16,15 1-17-16,10 0-42 15,6 3-4-15,0 13 0 16,33 5 17-16,34 8 46 16,40 2-21-16,48-2-33 15,36 0 2-15,34-6-4 16,18-3-7-16,9-4-3 15,6-3-8-15,-16-3 1 16,-10 2 10-16,-24 0 4 16,-20 0-2-16,-16-1-4 15,-26 0-2-15,-25-3-18 0,-27-3-46 16,-29-1-68-16,-24-4-31 16,-16 0-216-16</inkml:trace>
  <inkml:trace contextRef="#ctx0" brushRef="#br0" timeOffset="28324.73">21516 17444 172 0,'0'0'693'0,"0"0"-589"16,0 0-44-1,0 0-33-15,0 0-27 0,0 0-19 16,5-30-36-16,-5 49-50 15,0-7-101-15,0-5-277 16</inkml:trace>
  <inkml:trace contextRef="#ctx0" brushRef="#br0" timeOffset="43121.18">15883 2914 527 0,'0'0'148'15,"0"0"-66"-15,0 0-42 16,0 0-18-16,0 0-22 16,0 0 0-16,0 0 0 15,-1 11-2-15,-10 8 1 16,-3 5 1-16,-4 5 0 0,0 4 0 15,-4 1 1-15,-3 2 0 16,-5-1 2-16,2-2 0 16,1-8-2-16,7-5 4 15,7-11-4-15,7-5 2 16,4-4 0-16,2-9 20 16,10-20 48-16,28-15-71 15,15-13-26-15,9-4 4 16,-1 2 7-16,-10 4 13 15,-12 11 2-15,-5 9 0 16,0 17 6-16,3 16-6 16,5 4-7-16,-4 33 7 15,-7 17-11-15,-15 13 9 0,-11 3-4 16,-5 0 0 0,0-12 3-16,0-13-1 0,0-14-1 15,0-18-2-15,0-11 7 16,7 0 0-16,22-26 40 15,17-15-40-15,13-13 0 16,9-7-23-16,-4-2-6 16,-8 0-9-16,-7 2 15 15,-8 7 23-15,-7 12 2 16,-4 14 4-16,-9 12 11 16,-8 13-10-16,-8 3 6 15,-5 20-13-15,0 15-12 0,-9 18 12 16,-18 7 0-1,-6 7 3-15,-1 3 8 0,4-4-2 16,11-5-3-16,10-10-6 16,7-12 0-16,2-11 10 15,0-14-6-15,0-9-1 16,0-5 4-16,0-2-2 16,2-23 64-16,14-13-69 15,3-11-9-15,7-8-38 16,-1-4-13-16,-3-5 28 15,0 2 24-15,4 2 8 16,9 7 0-16,10 9 4 16,8 12-2-16,1 8 21 15,-3 11-15-15,-13 10 11 16,-8 5 2-16,-12 7-21 0,-12 21-1 16,-6 10-14-16,-6 10 10 15,-25 3 5-15,-12-3 3 16,-1-3-2-16,7-10 7 15,7-8-8-15,6-9 2 16,8-7-2-16,5-5 2 16,8-2-6-16,3-4-12 15,10 0 4-15,29-7 12 16,21-12-130-16,10-6 27 16,-1-4 65-16,-11-1 38 15,-14 2 37-15,-12 1 32 16,-14 2 48-16,-9 2-18 0,-5 6-46 15,-4 3-12-15,0 8-16 16,0 6 3-16,0 0-28 16,0 15-6-16,-2 19-8 15,-6 16 11-15,5 14 2 16,3 10-1-16,0 0 1 16,9-7-17-16,14-16 5 15,-1-15-25-15,-1-17 15 16,0-17 6-16,4-2 17 15,11-25 9-15,7-14 6 16,2-8-14-16,-2-3 9 16,-13-1-10-16,-5-3 2 0,-10 4-3 15,-6 8 3 1,1 11-2-16,-5 13 15 16,-1 12-12-16,-2 6 2 0,-2 0-5 15,0 6-15-15,0 17 11 16,0 7-3-16,0 3 6 15,0 1 1-15,3-3 0 16,8-2-4-16,5-4 3 16,8-6-7-16,7-5-22 15,14-11-94-15,8-3-112 16</inkml:trace>
  <inkml:trace contextRef="#ctx0" brushRef="#br0" timeOffset="43297.11">17902 3125 638 0,'0'0'52'0,"0"0"7"16,0 0-52-16,0 0-7 16,123 3 0-16,-68 8-2 15,6 1-8-15,5-3-84 16,-5-4-91-16</inkml:trace>
  <inkml:trace contextRef="#ctx0" brushRef="#br0" timeOffset="43475.27">17993 3260 730 0,'0'0'64'15,"0"0"-31"-15,87-4-23 16,-34 4-9-16,12 0-1 16,6 3-84-16,7 1-161 15</inkml:trace>
  <inkml:trace contextRef="#ctx0" brushRef="#br0" timeOffset="44070.12">18970 3028 452 0,'0'0'163'0,"0"0"-40"15,0 0-51-15,0 0-36 0,85-53-1 16,-62 34-6-16,0 0-1 16,-6-4-14-16,-4 3 4 15,-9 0-11-15,-4 3-5 16,-1 2-4-16,-24 6 2 15,-11 6-15-15,-11 3 1 16,-4 16-18-16,3 21 9 16,9 11-8-16,9 13 3 15,14 6 22-15,16 2-1 16,12-2-1-16,24-8 7 16,2-12 1-16,-6-15 2 15,-10-10 1-15,-11-13-2 16,-10-6-2-16,-1-3-5 15,0 0 6-15,-13 0 8 0,-17-3 16 16,-10-14 2-16,-1-9-5 16,2-6-3-16,8-8 1 15,13-2 4-15,17-2-6 16,2 5-11-16,37 6-6 16,18 9-9-16,16 10 5 15,4 9-23-15,4 5-9 16,-5 0-10-16,-2 9-42 15,-4 3-68-15,-8-8-183 16</inkml:trace>
  <inkml:trace contextRef="#ctx0" brushRef="#br0" timeOffset="44421.28">19526 3042 663 0,'0'0'110'0,"0"0"-8"15,0 0-39-15,0 0-45 16,0 0-18-16,0 0-9 16,39 34 7-16,-28 0 4 15,4 8-1-15,-9-1-1 16,-2-3-6-16,-4-3-29 16,-7-7-1-16,-22-8-4 15,-7-1 25-15,-2-8 2 16,3-5 13-16,11-1-1 0,10-3 4 15,9-2-2-15,5 0 38 16,0 0 33-16,0 0-9 16,18-5-31-16,16-6-31 15,14 3-2-15,13 5-5 16,9 3 2-16,0 0-24 16,-1 11-31-16,-6-4-64 15,-13-3-215-15</inkml:trace>
  <inkml:trace contextRef="#ctx0" brushRef="#br0" timeOffset="44601.07">20014 3464 519 0,'0'0'69'16,"0"0"-57"-16,0 0-8 15,0 0 22-15,-71 102-11 16,26-53-1-16,-6 3-14 16,-4-1-2-16,6-9-150 15</inkml:trace>
  <inkml:trace contextRef="#ctx0" brushRef="#br0" timeOffset="44970.38">20292 3395 507 0,'0'0'107'0,"0"0"27"15,0 0-44-15,0 0-50 16,0 0-13-16,0 0-27 15,33-18-11-15,-23 28-40 16,8 6-30-16,6-5-50 16,7-3-234-16</inkml:trace>
  <inkml:trace contextRef="#ctx0" brushRef="#br0" timeOffset="45125.88">20729 3425 573 0,'0'0'105'16,"0"0"-50"-16,0 0-55 15,0 0-70-15,0 0-39 16,0 0-145-16</inkml:trace>
  <inkml:trace contextRef="#ctx0" brushRef="#br0" timeOffset="45279.43">21187 3436 506 0,'0'0'144'15,"0"0"2"-15,0 0-42 0,0 0-73 16,0 0-31 0,0 0-123-16,1-2-71 0,17 21-137 15</inkml:trace>
  <inkml:trace contextRef="#ctx0" brushRef="#br0" timeOffset="45419.85">21384 3484 607 0,'0'0'137'0,"0"0"-28"16,0 0-23-16,0 0-40 16,0 0-27-16,0 0-19 15,-24-31-131-15,18 56-101 0</inkml:trace>
  <inkml:trace contextRef="#ctx0" brushRef="#br0" timeOffset="140392.94">20574 15523 78 0,'0'0'25'16,"0"0"1"-16,0 0 8 15,0 0-22-15,0 0 0 16,0 0 5-16,0 0-8 0,0 0 3 16,0 0-6-1,0 0-1-15,0 0 7 0,43-42-9 16,-43 42-3-16,0 0-45 16,0 2-48-16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08:58.931"/>
    </inkml:context>
    <inkml:brush xml:id="br0">
      <inkml:brushProperty name="width" value="0.05292" units="cm"/>
      <inkml:brushProperty name="height" value="0.05292" units="cm"/>
      <inkml:brushProperty name="color" value="#FF0000"/>
    </inkml:brush>
  </inkml:definitions>
  <inkml:trace contextRef="#ctx0" brushRef="#br0">11267 2849 236 0,'0'0'107'0,"0"0"-3"16,0 0-53-16,0 0-25 15,0 0 17-15,0 0 5 16,0 0-36-16,0-19 6 16,0 14 36-16,0 0-24 15,0 0-15-15,0 3 6 16,0-2-9-16,0 3-8 16,0-1-1-16,0-1 1 15,-2 2 3-15,1-1-7 16,1 0 23-16,-2 0 6 15,2-3-22-15,-2 0 11 16,2 3-8-16,-1 0 6 16,1 1-3-16,0 1-8 0,0 0-4 15,0 0-1-15,-2 10-15 16,2 21-28-16,-4 18 38 16,-5 18 5-16,0 13-1 15,-6 3 1-15,1 1 0 16,1-9 0-16,3-8 0 15,3-13 3-15,4-18-3 16,1-14 1-16,2-11 2 16,0-8-2-16,0-3 8 15,0 0 7-15,0-11-5 16,0-9-11-16,2-11-227 16</inkml:trace>
  <inkml:trace contextRef="#ctx0" brushRef="#br0" timeOffset="448.55">11231 2689 426 0,'0'0'100'16,"0"0"-27"-16,0 0-47 16,116-59 16-16,-72 53-1 15,0 6-18-15,2 0-16 16,-7 20-7-16,-8 13-2 15,-13 9-5-15,-17 8 4 16,-6 4-1-16,-37 0 4 16,-19-3 5-16,-11-9-2 15,4-8 0-15,10-8-3 16,14-11 3-16,16-7-3 16,12-4 3-16,9-2-1 15,7-2 2-15,0 0 4 0,21-7-8 16,24-8-135-16,17-2-64 15,13 2 13-15,4 5-13 16</inkml:trace>
  <inkml:trace contextRef="#ctx0" brushRef="#br0" timeOffset="1383.55">11676 2988 188 0,'0'0'117'0,"0"0"-88"16,0 0 65-16,0 0-17 16,0 0-8-16,0 0 3 15,-19 89-26-15,3-49-26 16,0-1-10-16,8 1-6 15,3-6-1-15,2-8 0 16,2-5-2-16,1-7 0 16,-2-9 1-16,2-4 2 0,-1-1 4 15,-4-6 28-15,0-16-26 16,1-6-10-16,4-1-42 16,0-1 35-16,12 2 0 15,15 2 1-15,7 5 6 16,1 4 2-16,-4 6 2 15,-6 3 2-15,-10 4 10 16,-4 4-1-16,-4 0-12 16,1 0-1-16,1 3-2 15,2 14 0-15,2 2 3 16,-4 3-3-16,2 2-2 16,0 0 1-16,1-2 2 0,0-4 1 15,0-2 1 1,5-2-3-16,-3-6 0 0,1-2 0 15,-6-3 3-15,-3 0-3 16,3-3 0-16,-3 0 6 16,4-3-3-16,2-12-3 15,1-1 5-15,-3-3-2 16,1-3 4-16,-6-3 8 16,-2-3-7-16,-3 0 19 15,0 2-21-15,0 2-4 16,-2 2-2-16,1-2 0 15,1-2-5-15,6-2 5 16,18-1-10-16,7 3 4 0,8-1 4 16,0 6-6-1,-1 6-7-15,-6 3 9 0,-13 5 6 16,-6 4 0-16,-7 2 0 16,-4 1 1-16,-2 0-1 15,1 0-1-15,-1 4-4 16,2 17-7-16,-2 15 7 15,0 10-5-15,-2 12 10 16,-10 10 4-16,-2 5-2 16,0 4 8-16,4 1-3 15,4-6-1-15,3-14 0 16,3-15 0-16,0-23-3 0,-2-9 1 16,2-8-4-1,-1-3 5-15,-2 0 12 0,0-2 8 16,-4-16-10-16,1-10-15 15,0-2-32-15,1-2 1 16,5 0 17-16,0 4 7 16,17 2 7-16,23 1-16 15,16 1 2-15,11 1-8 16,1 2 14-16,-1-1 8 16,-7 2 1-16,-10 2 14 15,-11 3 11-15,-14 5 5 16,-10 4-4-16,-11 2-11 15,-3 2 8-15,-1 2-24 16,0 0-2-16,0 0-15 16,-7 15-32-16,-9 6 44 0,-4 4 3 15,3 1 2-15,9-2-40 16,8-6-28-16,8-10-77 16,31-8-140-16</inkml:trace>
  <inkml:trace contextRef="#ctx0" brushRef="#br0" timeOffset="1548.65">12759 2680 708 0,'0'0'104'16,"0"0"-37"-16,0 0-31 0,0 0-36 15,0 0-87-15,0 0 34 16,15 129-65-16,6-68-118 15</inkml:trace>
  <inkml:trace contextRef="#ctx0" brushRef="#br0" timeOffset="1880.83">12980 3249 699 0,'0'0'98'0,"0"0"-58"16,0 0-13-16,116-61-10 0,-68 38-1 16,6-8-5-16,4-7-7 15,-3-1 12-15,-4-3-12 16,-11-1-1-16,-15 2-3 16,-12 2 1-16,-13 6-1 15,0 6 9-15,0 10-9 16,-7 10-3-16,0 7 3 15,-5 15-39-15,-1 25-28 16,-4 14 61-16,4 12 5 16,8 8-1-16,5 4-33 15,12 1-2-15,18-5-18 16,3-12-31-16,-3-20-124 0</inkml:trace>
  <inkml:trace contextRef="#ctx0" brushRef="#br0" timeOffset="2946.92">13307 3077 459 0,'0'0'55'15,"0"0"46"-15,0 0-4 16,0 0-41-16,0 0-26 15,0 0-22-15,109-10-8 16,-42 10 4-16,12 4-4 16,7 5 1-16,4-2 1 0,1-3-2 15,-9-4-16 1,-18 0-14-16,-21 0-1 0,-22 0 31 16,-18-2 5-16,-3-8 78 15,-8-5-65-15,-15 3-16 16,-9 2 1-16,-2 10-3 15,7 0-3-15,5 11-4 16,7 15 1-16,6 5-1 16,9 5 0-16,0 1-2 15,22-6-2-15,13-10 5 16,6-8 3-16,3-13 3 16,-5 0 0-16,-7-13 3 0,-5-9 8 15,-9-3 8-15,-7-3 19 16,-8 0 8-16,-3 2-24 15,0 4-11-15,-9 5-11 16,2 9 0-16,5 5 1 16,2 3-1-16,0 3-30 15,0 19-34-15,0 14 58 16,9 6 0-16,17-1-23 16,9-6-7-16,15-14-9 15,4-14 8-15,1-7 33 16,2-17 4-16,-3-16 2 15,-3-11 8-15,-4-7 0 16,-7-7 4-16,-17-5 44 16,-8-5 11-16,-15 2-22 15,0 11 0-15,0 18-25 0,-8 18-9 16,5 11-7-16,2 8-6 16,-4 8-7-16,-1 25-29 15,-3 15 36-15,-1 14 0 16,1 5 1-16,5-3-2 15,4-6 0-15,0-12-2 16,2-17 1-16,6-10 1 16,-2-12-1-16,-3-7 0 15,6 0 2-15,11-3 2 16,10-16-2-16,6 0-32 0,-4 0 7 16,-13 10 22-1,-9 3 3-15,-5 6 3 0,-1 0-3 16,-1 11-5-16,-1 10 2 15,-2 8-7-15,-2 2 7 16,-11 4 3-16,-3-6 3 16,5-4 6-16,5-7-9 15,-1-6 1-15,4-6-1 16,1-3 0-16,-2-3 0 16,-2-2 1-16,-3-16 6 15,-1-6-7-15,8-4-14 16,2 0 10-16,2 3 4 15,21 5 3-15,4 0 0 16,4 4-2-16,4 2-1 16,-1 6 2-16,1 2-2 0,-4 5 0 15,-7 1 0 1,-4 0 1-16,-4 0-1 0,-6 7 0 16,-4 5 0-16,-2 3-1 15,-2 2-5-15,-1 0 6 16,-1-3-20-16,0-2-63 15,0-9-41-15,0-3-95 16,0-19-155-16</inkml:trace>
  <inkml:trace contextRef="#ctx0" brushRef="#br0" timeOffset="3109.68">15019 2620 614 0,'0'0'199'0,"0"0"-148"0,0 0 9 15,0-73-26-15,0 73-34 16,2 17-10-16,2 25-76 16,2 15 57-16,-2 12-89 15,10-15-97-15,20-20-147 16</inkml:trace>
  <inkml:trace contextRef="#ctx0" brushRef="#br0" timeOffset="3512.53">15253 2752 803 0,'0'0'57'16,"0"0"-4"-16,0 0-53 15,0 0-20-15,-34 104 20 16,16-35 1-16,4 4-1 16,4-1-1-16,10-10-6 15,0-12-6-15,3-16-3 16,15-19 7-16,13-15 9 15,14 0 5-15,9-29 15 16,7-7-10-16,-4-5-4 16,-12 3-5-16,-13 7 3 15,-14 12 13-15,-6 8-10 16,-9 8-3-16,-3 3-4 16,0 0-7-16,0 8-55 15,1 11 51-15,-1 7 7 0,0 7 2 16,0 6 1-16,0 1 1 15,0-1 0-15,0-10 0 16,0-10-6-16,3-5-1 16,7-9 2-16,1-5 5 15,4 0 10-15,5 0-10 16,2-19-36-16,-2-4-200 16,-10-12-144-16</inkml:trace>
  <inkml:trace contextRef="#ctx0" brushRef="#br0" timeOffset="3642.69">15463 2730 692 0,'0'0'105'0,"0"0"-36"15,0-82-29-15,0 82-40 16,10 5-6-16,10 27-138 16,7 13-12-16,6 2-111 15</inkml:trace>
  <inkml:trace contextRef="#ctx0" brushRef="#br0" timeOffset="4180.88">15801 2780 666 0,'0'0'132'0,"0"0"-20"16,0 0-71-16,0 0-41 0,0 0-12 15,0 0-2 1,-18 88 14-16,13-18 2 0,4 7-2 15,1-3-39-15,4-15-24 16,22-19-16-16,9-21 39 16,6-16 40-16,6-3 5 15,-1-19 10-15,-7-12-8 16,-7-1 16-16,-16-2 34 16,-7 3-4-16,-6 7-17 15,-3 8 0-15,2 8-12 16,-2 8-24-16,3 0-25 15,0 22-19-15,5 8 35 16,1 6-6-16,4 2 2 16,6-4-10-16,1-9 0 0,1-9 15 15,5-15 8-15,-1-1 3 16,5-12 21-16,0-14 16 16,3-4-15-16,-2-3-3 15,-7 1 0-15,-6 5 6 16,-6 9-10-16,-8 10 10 15,-1 8-27-15,-1 0-1 16,1 21-19-16,-3 21 9 16,3 20 10-16,-3 19 0 15,0 13-2-15,0 8 2 16,0-5-5-16,-6-9-8 16,3-16 13-16,3-19-18 15,0-16 2-15,0-17-4 0,0-15-43 16,6-5 35-1,15-26 26-15,7-23-294 0</inkml:trace>
  <inkml:trace contextRef="#ctx0" brushRef="#br0" timeOffset="4377.32">15911 2975 256 0,'0'0'285'16,"0"0"-222"-16,0 0 13 15,72-77-3-15,-34 67-31 16,8 3-20-16,4 4-6 16,5 3-11-16,2 0-4 0,1 0-2 15,-1 2-3-15,7 3-89 16,3-5-97-16,6 0-262 16</inkml:trace>
  <inkml:trace contextRef="#ctx0" brushRef="#br0" timeOffset="4713.62">17217 3048 50 0,'0'0'35'0,"0"0"29"16,0 0-3-16,0 0-17 16,0 0 28-16,0 0 37 15,-14 0 8-15,34-3-27 16,18-2-58-16,14-1-5 15,9-2-17-15,0 3-4 16,-1-1-6-16,-6 3-11 0,-5-5-134 16,-13-4-135-16</inkml:trace>
  <inkml:trace contextRef="#ctx0" brushRef="#br0" timeOffset="5792.91">17191 2984 551 0,'0'0'138'0,"0"0"-42"16,0 0-60-16,0 0-18 15,103-33-6-15,-62 21-11 16,4-3-1-16,-1-4 0 0,1-1 0 16,1-6 0-1,-5 0-6-15,-2-4-9 0,-8-1 8 16,-8 1 7-16,-8 2 3 15,-9 8 1-15,-4 8-4 16,0 7 11-16,-2 5-11 16,1 11-25-16,-1 22-47 15,0 18 71-15,0 16 1 16,-13 13 2-16,0 7-1 16,3 1 2-16,2-7 2 15,3-12-3-15,1-12 8 16,1-14-1-16,-5-12 0 15,1-10 3-15,0-7-9 16,-4-5 6-16,-7-8 1 16,-6-1-2-16,-5-8 3 0,-8-20-9 15,3-8 3 1,3-5-5-16,10 0-6 0,20 1-2 16,9 9 5-16,41 7-4 15,22 7-25-15,7 5 1 16,-3 9 31-16,-10 3-1 15,-16 0 5-15,-12 7 0 16,-14 12-4-16,-4 4-1 16,-4 8 1-16,-5 2 0 15,-4 0 1-15,-4-2-1 16,-1-6 0-16,-1-11 2 16,0-7-4-16,0-5 4 0,0-2 10 15,0-9 55-15,0-16 15 16,1-9-80-16,9-4-2 15,2 4-2-15,1 8 1 16,2 7-7-16,-1 9 4 16,-3 9-8-16,1 1 6 15,0 0-5-15,0 15-20 16,-3 9-7-16,-1 4 4 16,-1 3 14-16,6 0-3 15,14-4-1-15,17-8 19 16,12-12 1-16,8-7 4 15,5-12-20-15,-2-21-14 16,-3-14 11-16,-3-9 20 16,-9-9 1-16,-16-8 2 15,-13-2 24-15,-17 0 20 0,-6 5 47 16,0 14 22-16,0 20-68 16,0 16-8-16,0 20-36 15,0 3-1-15,0 33-28 16,-2 23 25-16,-8 19 3 15,-2 12 0-15,4 3-1 16,6-6 0-16,2-16-13 16,2-18 2-16,9-22 6 15,-5-16-7-15,-3-11 5 16,3-4 8-16,0-8 5 0,0-17 7 16,-2-14-12-1,-4-6 1-15,-15-2-1 0,-15 4 5 16,0 11-2-16,8 13 15 15,13 14-4-15,0 5-14 16,0 15-14-16,-1 16 14 16,-3 10-1-16,8 7-1 15,5 3-3-15,11-1-3 16,33-5-2-16,19-5 8 16,16-8 1-16,5-10-9 15,1-8-51-15,-4-14-66 16,-6-5-79-16</inkml:trace>
  <inkml:trace contextRef="#ctx0" brushRef="#br0" timeOffset="6109.68">18912 3217 489 0,'0'0'65'15,"0"0"-61"-15,0 0 38 16,0 0 9-16,88 2-30 15,-37 0 4-15,-2-2-4 16,-6 0-7-16,-7 0-6 16,-8-2-6-16,-4-10 4 15,-6 1 1-15,-7-3-2 16,-10-2 15-16,-1 1 17 16,-9 1-27-16,-18 4-10 0,-6 8-3 15,-1 2-1-15,-3 9 3 16,3 16-5-16,4 8 4 15,6 5-12-15,17 6-2 16,7-2-9-16,45-3-22 16,26-6 25-16,20-9-45 15,7-11-110-15,-3-8 14 16</inkml:trace>
  <inkml:trace contextRef="#ctx0" brushRef="#br0" timeOffset="6459.85">19677 3302 237 0,'0'0'146'0,"0"0"16"15,-60-90 9-15,32 73-52 16,-4 14-89-16,-7 3-30 0,-9 21-3 16,-7 14 0-1,0 5 5-15,10-3-4 0,15-4-4 16,15-7-36-16,10-11-11 16,5-6 24-16,0-9 8 15,5 0 21-15,14-20 13 16,7-11-12-16,-4-7-1 15,-4-7 2-15,-6-3-1 16,-3 1 8-16,-5 9 42 16,-1 13 17-16,-1 12-3 15,-1 11-50-15,2 2-15 16,0 20-49-16,1 18 48 0,6 8 2 16,2 7-2-1,7 1 1-15,11 1 0 0,6 0-2 16,4-2-4-16,0-8-57 15,-10-9-39-15,-7-17-92 16,-4-19-111-16</inkml:trace>
  <inkml:trace contextRef="#ctx0" brushRef="#br0" timeOffset="6580.48">19606 3410 237 0,'0'0'511'0,"0"0"-366"16,0 0-87-16,0 0-32 15,0 0-26-15,0 0-28 0,37 20-60 16,-10 18-62 0,13-17-309-16</inkml:trace>
  <inkml:trace contextRef="#ctx0" brushRef="#br0" timeOffset="-170435.23">16531 4498 9 0,'0'0'26'15,"0"0"-2"-15,0 0 12 16,0 0 13-16,0 0-2 16,0 0-12-16,0 0 14 15,0 0-19-15,-1-20-9 16,-2 17 10-16,3 1-9 15,-3-1 1-15,1 1 5 0,2 2-11 16,-3-1-12-16,3 0-1 16,0 1 2-16,-1-2-6 15,-3 2 0-15,2-1 0 16,-1 1 0-16,2 0 1 16,-4-2 2-16,4 2-2 15,-2-3 19-15,-5 3-11 16,-2 0-6-16,-1 0-3 15,1 0-5-15,1 0-2 16,2 0 1-16,2 0 0 16,1 0 3-16,3 0 0 15,1 0 3-15,0 0 0 16,0 0 0-16,-1 0 4 16,1 0 4-16,-3 0 4 0,1 0-6 15,1 0-2-15,-1 0 6 16,2 0 1-16,0 0 4 15,0 0-5-15,-1 0 7 16,1 0 6-16,-3 0 4 16,3 0-14-16,0 0-4 15,0 0-5-15,0 0-4 16,0 0 0-16,0 0 0 16,0 0 0-16,0 0-3 15,0 0 2-15,0 0 1 16,0 0-10-16,0 0-4 15,3 0 8-15,14 0 6 0,9 0 6 16,9 0-3-16,2 0 1 16,0 1-4-16,-3-1-1 15,-2 2 1-15,-2-2 0 16,-2 2 1-16,-4-1 0 16,-3-1-1-16,-4 0 2 15,-4 0 1-15,-7 0 4 16,-3 0 5-16,-3 0 20 15,0 0-9-15,0 0-15 16,0 0-5-16,0 2-3 16,0-1-2-16,0 2 2 15,0-2 0-15,0-1 0 16,0 0 0-16,0 0-3 16,0 0-8-16,0 0-1 0,0 2-3 15,0 0-18-15,0 3-58 16,0 2 39-16,0 1-118 15,-8-5-118-15</inkml:trace>
  <inkml:trace contextRef="#ctx0" brushRef="#br0" timeOffset="-169237.11">16336 5078 220 0,'0'0'60'0,"0"0"37"0,0 0-38 16,0 0-4-16,0 0-21 15,0 0 0-15,0 0 1 16,0 0-9-16,0 0-12 16,0 0-7-16,0 0-3 15,0 0-4-15,0 0-3 16,1 0 2-16,12 1 1 15,9 4 0-15,8 3 2 16,7-2 0-16,9 0 1 16,4 1-3-16,2-2 0 0,1 0-2 15,-3 0 2 1,2 0 0-16,-5-1 2 0,-5-3 0 16,-10 1 1-1,-10-2 0-15,-12 0 30 0,-5 0 26 16,-2 0 10-16,-3 0-31 15,0 0-5-15,0 0-10 16,0-2-18-16,0 0-5 16,-3 0 0-16,-9 2-9 15,-7 0-69-15,-7 6-35 16,4 2-30-16,5-4-193 16</inkml:trace>
  <inkml:trace contextRef="#ctx0" brushRef="#br0" timeOffset="-169088.82">16833 5153 114 0,'0'0'345'0,"0"0"-243"16,0 0-102-16,0 0-41 15,0 0-24-15,0 0-76 16</inkml:trace>
  <inkml:trace contextRef="#ctx0" brushRef="#br0" timeOffset="-142628.41">17613 13268 219 0,'0'0'67'0,"0"0"80"16,0 0-87-16,0 0-22 15,0 0 6-15,0 0-15 16,0 0-3-16,0 0-19 15,0-49 6-15,0 43 12 16,-2 1-1-16,1 1-21 16,1-1 25-16,-4 2-11 15,4 0 7-15,0 3-11 16,0-2-8-16,0 2 0 16,0 0 2-16,0 0-3 0,0 0 4 15,0 0 4 1,0 0-4-16,0 0 1 0,-2 0-7 15,2 0-2-15,0 0-6 16,-1 2-3-16,1 12 8 16,0 1 2-16,0-1-1 15,0 1 0-15,0-5 0 16,0 0-3-16,13-8-1 16,15-2 4-16,16 0 11 15,11-12-11-15,9-8-24 16,-2-4 1-16,-3-4 23 15,-6 1 2-15,-6 3 1 16,-7 4-2-16,-8 1 0 0,-6 7-1 16,-11 1-8-16,-6 7-75 15,-9 4-20-15,0-2-138 16</inkml:trace>
  <inkml:trace contextRef="#ctx0" brushRef="#br0" timeOffset="-142479.07">18086 13128 560 0,'0'0'56'0,"0"0"2"16,0 0-58-16,0 0 0 0,0 0-3 16,0 0-44-1,-66 71-226-15</inkml:trace>
  <inkml:trace contextRef="#ctx0" brushRef="#br0" timeOffset="-139133.06">17637 15690 117 0,'0'0'65'0,"0"0"-19"16,0 0 14-16,0 0 12 15,0 0-40-15,0 0 10 16,0-36-30-16,0 31 21 15,0 2 0-15,0-1-6 16,0 2-20-16,0 2-2 16,0 0-4-16,0 0-1 15,0 0-1-15,0 0-2 16,0 0-1-16,0 0 4 0,0 0 1 16,0 0 0-1,0-3 0-15,0 3 0 0,0 0 10 16,0 0 22-16,0 0-5 15,0 0 15-15,0-3-16 16,0 1-2-16,0-2-21 16,0-1 0-16,0 2 9 15,0 3-2-15,0-2-3 16,0 2 1-16,0 0-8 16,0 0-1-16,0 14-1 15,0 8 1-15,0 5 0 16,0 4 1-16,0-2 3 15,0 0-2-15,0-5-1 16,0-5-1-16,9-5 1 16,1-8 1-16,8-6-1 0,7 0 1 15,11-6 1-15,9-16 1 16,4-5-3-16,2 1-2 16,-3-2 1-16,-6-1 0 15,-4 5-1-15,-7 2 1 16,-5 3 0-16,-7 5 0 15,-7 3 0-15,-7 1-1 16,-2 6 1-16,-3 1 0 16,0 3-21-16,0 0-67 15,0 0-83-15,-4 8-75 16</inkml:trace>
  <inkml:trace contextRef="#ctx0" brushRef="#br0" timeOffset="-138983.45">18048 15736 622 0,'0'0'8'15,"0"0"24"-15,0 0-20 16,0 0-12-16,0 0-40 16,0 0-72-16,-7 22-200 15</inkml:trace>
  <inkml:trace contextRef="#ctx0" brushRef="#br0" timeOffset="-119002.3">13238 7141 482 0,'0'0'88'15,"0"0"-88"-15,0 0-7 16,0 0 7-16,0 0 16 16,0 0-3-16,-16 77-4 15,8-57 3-15,-2-4-2 16,1 2 2-16,0 1 16 16,-3 1-14-16,0 1 11 0,-3 0-9 15,-1 3-4 1,-2-1-8-16,4-3 0 0,2 1-2 15,1-8-2-15,6-6 4 16,2-2-3-16,1-4 0 16,2-1 2-16,0 0 6 15,0 0 35-15,0-9 27 16,0-13-55-16,11-7-16 16,11-7-7-16,5 3 4 15,4 1-13-15,1 5 14 16,-2 10 2-16,-1 7 0 15,1 7-1-15,0 3-3 16,1 8 3-16,1 14-1 0,-1 7-1 16,-3 2 1-1,-5 1-2-15,-5-3-31 0,-4-1 17 16,-4-7 4-16,-4-6-3 16,-4-10 3-16,-2-5-16 15,4 0 30-15,4-8 15 16,4-16-12-16,8-7-3 15,-1-9 0-15,4-1 4 16,0 1 14-16,4 1-6 16,5 3 1-16,3 7-13 15,3 7-4-15,5 4 0 16,0 6-39-16,2 5-27 16,1 0 32-16,-5 4 18 15,-10 1 7-15,-10 1 13 0,-11-1 0 16,-6 2 0-1,-2 0 11-15,-2 0 14 0,0 0-6 16,0 8-14-16,-10 16-1 16,-10 11 7-16,-7 9 31 15,-6 6-21-15,1 0-9 16,-1-5-2-16,10-10-5 16,7-11-4-16,7-9 1 15,5-7 2-15,2-7-2 16,2-1 3-16,0 0 18 15,0-11 56-15,2-18-79 16,16-17-1-16,5-10-42 16,4-7 8-16,0 0 8 0,0 5 25 15,3 5-5 1,3 10 7-16,-7 11 5 0,0 10 2 16,-5 10 10-16,1 10-3 15,-3 2-14-15,-2 9-3 16,-5 17 0-16,-8 3-4 15,-4 5 2-15,0-2 2 16,-11-3-1-16,-3-8-8 16,-2-3-19-16,2-6-17 15,2 0 8-15,2-7 1 16,5 0-25-16,2-5 49 16,3 0 15-16,0 0 30 15,0 0 33-15,0 0 23 16,0 0-32-16,0 7-54 0,2 8-3 15,1 8 3-15,-3 6-6 16,0 1 5-16,-3 2 1 16,-15-4 0-16,-2-3 1 15,-3-2 0-15,-4-6 0 16,-4 1-1-16,2-7 12 16,4-5-10-16,5-6-2 15,7 0 0-15,6-6 0 16,7-15 0-16,0-4-1 15,25-5-16-15,17 0 0 16,11 1-2-16,9 3-6 16,2 1-4-16,3 3 24 15,3 4 5-15,-3 2 2 16,-6 2 7-16,-9 6 2 0,-17 1 27 16,-16 3 7-16,-8 4 4 15,-6 0-36-15,0 0-13 16,1 10-1-16,0 4-5 15,0 1 1-15,0-1 5 16,0 0 2-16,4-6 1 16,0-1 0-16,-2-6 2 15,3-1 2-15,0 0 2 16,1-9 3-16,2-12 4 16,-7 0-7-16,-5 1-7 15,-2 2 3-15,0 7 17 0,-2 6-6 16,-9 2-15-16,-5 3-1 15,-3 10-1-15,-2 15-3 16,-3 7 1-16,5 9-4 16,4 4 3-16,5 1-5 15,10 2-13-15,0-6 5 16,19-8-10-16,18-13-11 16,11-14-11-16,8-7 28 15,7-7 8-15,-3-14-2 16,-2-7-2-16,-16-6 8 15,-11-2 9-15,-16 1 4 16,-11 3 41-16,-4 5 35 16,0 7-21-16,0 11 0 0,-1 4-22 15,-5 5-33 1,-1 10-4-16,-4 19-9 0,-8 17 6 16,1 9 3-16,3 4 0 15,6-2-1-15,4-11 1 16,5-14 0-16,-1-14-1 15,1-14-2-15,0-4 3 16,0-14 12-16,20-15-12 16,9-15-32-16,9-4-21 15,-3-6-55-15,-2-2-3 16,-5 4 42-16,-2 7 60 16,1 6 9-16,-5 11 25 15,-4 15 3-15,-9 7-2 16,-1 6-18-16,-4 2-8 0,-1 15-1 15,-3 3 0-15,0 3-2 16,-3 2 3-16,-18-1 0 16,-3-4 3-16,-3-3-3 15,2-3 0-15,1-4 0 16,5-3 2-16,4-1 1 16,6-1-3-16,4 0-2 15,4 3 2-15,1 1 0 16,0 3-2-16,0 6 1 15,0 0 1-15,9 3 1 16,6 1 3-16,3 1 13 16,4 0-14-16,6-3 6 15,4 2-9-15,4-2 0 0,2-7-57 16,7-9-119-16</inkml:trace>
  <inkml:trace contextRef="#ctx0" brushRef="#br0" timeOffset="-118798.81">15334 7371 500 0,'0'0'15'16,"0"0"-12"-16,0 0 10 15,104-1 21-15,-69 1 5 0,6 0-7 16,-1 4-27-16,2-1-2 15,-2 3-3-15,-5-3-44 16,-10-3-193-16</inkml:trace>
  <inkml:trace contextRef="#ctx0" brushRef="#br0" timeOffset="-118597.05">15366 7521 76 0,'0'0'545'16,"0"0"-518"-16,0 0 5 0,0 0 51 15,0 0-35 1,97 7-28-16,-64-4-17 0,9 2-3 16,9-2-18-16,5-3-142 15,1 0-278-15</inkml:trace>
  <inkml:trace contextRef="#ctx0" brushRef="#br0" timeOffset="-118200.41">16141 7139 509 0,'0'0'73'16,"0"0"-54"-16,0 0-19 16,0 0-7-16,0 0 7 15,0 0 5-15,-64 111 24 0,30-57 8 16,-1 3-17-16,0-1-1 16,4-2-6-16,7-6-11 15,10-11-2-15,9-6-73 16,5-12-38-16,2-15-153 15</inkml:trace>
  <inkml:trace contextRef="#ctx0" brushRef="#br0" timeOffset="-117703.9">16038 7110 569 0,'0'0'61'16,"0"0"48"-16,0 0-85 16,0 0-20-16,107-49 2 15,-74 45 5-15,-1 4-6 16,-4 0-5-16,-3 0 0 16,-6 7-3-16,-5 1-15 15,-7 4-20-15,-7 0-25 16,-4 4-5-16,-24 1 52 15,-10 0 16-15,-4 2-27 16,2-2 11-16,8-1 4 16,10-2 12-16,8 1 3 15,12-2 18-15,2 4 7 16,0 4 5-16,0 6 9 0,13 4 2 16,1 3 1-16,2 4-17 15,1 1-23-15,-1 0 3 16,-7-5-4-16,-4-8 0 15,-5-7-2-15,0-2-2 16,-5-4 0-16,-14-4 1 16,-2-2 7-16,-6-4-3 15,-2-3-2-15,1 0-3 16,1 0-9-16,8-11 7 16,9 0-1-16,10 1 3 0,0 3-20 15,23 2-113-15,11-3-77 16,12-1-114-16</inkml:trace>
  <inkml:trace contextRef="#ctx0" brushRef="#br0" timeOffset="-116854.72">16752 7235 749 0,'0'0'60'0,"0"0"22"15,0 0-49-15,0 0-33 16,0 0-13-16,0 0 1 0,0 36 12 16,0-5 0-1,0-1 0-15,0-5-1 0,0-8-26 16,10-5 7-16,7-8-4 16,2-4 22-16,0 0-11 15,-3-10-3-15,-9-7 13 16,-7-1-7-16,0-2 10 15,-16 3 12-15,-13 0 14 16,-2 5-2-16,0 12-5 16,-1 0-19-16,3 20-3 15,3 12-7-15,5 7-13 16,9 5-3-16,4 3 11 16,8-2-24-16,20-6-20 15,25-8 16-15,18-11 15 0,8-14-32 16,5-6-52-1,-4-9 6-15,-11-14-9 0,-12-8 76 16,-14-1 39-16,-17-2 62 16,-17 0 47-16,-1 1 83 15,-16 1-95-15,-10 7 35 16,6 8-62-16,6 10-20 16,2 7-49-16,1 8-1 15,-5 23-17-15,-8 15 17 16,-1 8 0-16,4 4-2 15,9-4-8-15,12-10-12 16,0-15 7-16,5-16 15 16,17-13 6-16,8-8 8 15,10-25-11-15,11-11-3 0,-2-8-4 16,-4-4-13-16,-8-2-22 16,-2 7 6-16,-3 7-7 15,-3 13 18-15,-5 11 7 16,-7 12 15-16,-9 8 2 15,-7 0-2-15,-1 14-11 16,-14 17 11-16,-22 3 0 16,-8 4 2-16,1-5 3 15,6-7-2-15,10-6 0 16,12-6-1-16,4-3-2 16,7-3 0-16,3-4 0 15,1 1-3-15,0-3 0 0,0 1 3 16,0 1 2-16,1 3 18 15,9 2-5-15,1 2-11 16,1 1-1-16,3 4-2 16,1 1 1-16,2 0 1 15,-1-2-2-15,1 2 1 16,-4-2-2-16,0-3-37 16,0-4-51-16,0-8-213 15</inkml:trace>
  <inkml:trace contextRef="#ctx0" brushRef="#br0" timeOffset="-116668.53">17519 7514 710 0,'0'0'37'0,"0"0"18"15,0 0-43-15,0 0-2 16,91-10-4-16,-52 10-5 15,4 0-1-15,5 0-15 16,7 0-93-16,-3-4-85 16</inkml:trace>
  <inkml:trace contextRef="#ctx0" brushRef="#br0" timeOffset="-116458.48">18136 7236 816 0,'0'0'93'16,"0"0"-59"-16,0 0-34 15,0 0-6-15,0 0-3 16,-26 85 9-16,13-26-1 16,2 11 1-16,2 7-15 15,1 4-53-15,-3-4-59 16,0-16-148-16</inkml:trace>
  <inkml:trace contextRef="#ctx0" brushRef="#br0" timeOffset="-115335.53">19200 9752 197 0,'0'0'140'0,"0"0"-42"16,0 0-34-16,0 0-24 0,0 0-28 15,0 0 3-15,0-2 12 16,1 1-16-16,12-1-8 16,3 0 11-16,-1 0 20 15,3 2-18-15,-2-3-14 16,-1 3-2-16,1 0 2 16,-4-2-2-16,0 2 0 15,0 0-24-15,0 0-78 16,-4 0-140-16</inkml:trace>
  <inkml:trace contextRef="#ctx0" brushRef="#br0" timeOffset="-115055.91">19211 9861 370 0,'0'0'5'0,"0"0"53"15,0 0 33-15,0 0-2 16,0 0-24-16,0 0-6 16,0 3-18-16,0-3-13 15,0 0-16-15,0 0-5 16,3 0-5-16,16 0-1 16,6 0-2-16,6 0 0 15,4 0-9-15,1 0-39 16,-2 0-16-16,-4 0-19 15,-6 0-69-15,-10 0-127 0</inkml:trace>
  <inkml:trace contextRef="#ctx0" brushRef="#br0" timeOffset="-112522.81">17137 7308 230 0,'0'0'159'15,"0"0"-34"-15,0 0-86 16,0 0-4-16,0 0-17 15,0 0-13-15,0-9-5 16,0 18-1-16,0 5 1 16,-1 7 11-16,-9 5 0 0,-4 5 1 15,-4 4-1-15,-5 1-2 16,-1 4 1-16,1-1-9 16,2 0-2-16,0-4 2 15,2-5-1-15,5-7 7 16,1-9-2-16,8-6-5 15,4-7 1-15,1-1-1 16,0-2 22-16,11-19-3 16,14-8-18-16,10-8-1 15,1-4 0-15,6-5 0 16,-4-3-3-16,3 3-9 0,1 0-9 16,-2 2 5-1,3 7 8-15,-4 6 7 0,-3 10 1 16,-6 9 2-16,-5 3-1 15,-4 9 1-15,-7 0-2 16,2 4 1-16,-6 13-2 16,-4 4 1-16,-6 3-1 15,0 0 0-15,-3-1-2 16,-19-4-3-16,-9-2 6 16,-11-1 0-16,-12-3 0 15,-2-3 0-15,2 1 2 16,9-3 6-16,11 0 4 15,11-3-10-15,13 0-1 16,4-1-1-16,3 2-2 16,3-3-2-16,0 1 2 0,0 3 2 15,0 2 0 1,0 3-1-16,0-1 1 0,0 3 1 16,0 1 4-16,0 2-3 15,0 3 6-15,4 0 16 16,2 5 9-16,0 0-21 15,0 3-1-15,3-3-5 16,0 0-2-16,0-3 0 16,0 0-4-16,-6-5-65 15,-3-7-158-15</inkml:trace>
  <inkml:trace contextRef="#ctx0" brushRef="#br0" timeOffset="-111109.5">18124 7282 123 0,'0'0'118'16,"0"0"-22"-16,0 0 3 15,0 0-30-15,0 0-13 16,0 0-10-16,0 0-21 15,0 0 15-15,-4 0-22 16,-5 3 1-16,-5 8-2 16,-2 6-6-16,0 3-8 0,-4 5 4 15,1 3-6-15,-1 1 3 16,0 2-4-16,-1-3-88 16,4-7-114-16</inkml:trace>
  <inkml:trace contextRef="#ctx0" brushRef="#br0" timeOffset="-110731.16">17884 7760 306 0,'0'0'115'0,"0"0"-68"0,0 0-9 15,0 0 22-15,91-16-47 16,-68 14-13-16,2 0-43 16,3-1-124-16,2-2-121 15</inkml:trace>
  <inkml:trace contextRef="#ctx0" brushRef="#br0" timeOffset="-110241.68">18659 7332 350 0,'0'0'122'0,"0"0"-67"15,0 0-46-15,0 0 7 16,81 0 24-16,-45 0-15 16,0-4-5-16,-1 1-8 15,-1 0-6-15,-4 3-6 16,-5 0-18-16,-6 0-72 16,-11 0-178-16</inkml:trace>
  <inkml:trace contextRef="#ctx0" brushRef="#br0" timeOffset="-110047.09">18577 7540 442 0,'0'0'121'0,"0"0"-82"15,0 0 4-15,95 0 0 16,-53 0 19-16,7-4-39 15,2 1-16-15,4 2-7 0,6-3-69 16,0-4-124-16</inkml:trace>
  <inkml:trace contextRef="#ctx0" brushRef="#br0" timeOffset="-107363.76">19454 6992 239 0,'0'0'86'0,"0"0"58"15,0 0-39-15,0 0-41 16,0 0-3-16,0 0 3 15,13-59-27-15,-13 59-1 0,0 0-8 16,0 0-28-16,0 0 0 16,0 24-11-16,0 14 4 15,-13 15 3-15,-13 12 2 16,-6 7 2-16,-4 0 4 16,-3-4-1-16,4-10 3 15,4-10-2-15,9-13 0 16,8-12-4-16,6-12 2 15,4-7-2-15,2-4 5 16,2 0 7-16,0-12 37 16,0-16-37-16,10-12-12 15,9-9-1-15,5-7-7 16,3-3-17-16,6-1 8 16,3 3 5-16,-2 3-2 15,2 5 11-15,-5 4 3 0,-1 3 0 16,-3 8 0-16,0 7 0 15,-2 7 2-15,3 9-2 16,2 11 0-16,1 2-1 16,3 23-1-16,4 7-1 15,-2 5 2-15,-2-3 1 16,-10-4-1-16,-5-3 0 16,-10-5-2-16,-9-6-3 15,0-3-2-15,-10-3 0 16,-19-4 3-16,-9 2 5 15,-11-2 1-15,-5-1-1 16,7 0 3-16,10 0 0 0,9 3-1 16,10 3-2-16,6 4 1 15,3 3-2-15,6 6-23 16,3 1-43-16,2-5-60 16,19-6-124-16</inkml:trace>
  <inkml:trace contextRef="#ctx0" brushRef="#br0" timeOffset="-106681.7">20138 6947 89 0,'0'0'532'16,"0"0"-405"-16,0 0-64 16,0 0-63-16,0 0-2 0,0 0-5 15,5 47 7-15,-9 1 8 16,-6 9-2-16,0 7-2 16,-1 2-2-16,4-3 5 15,-2-6-3-15,5-12-3 16,4-10-1-16,0-14-13 15,0-7-10-15,16-12 5 16,9-2 17-16,8-5-24 16,9-17-37-16,0-7 37 15,-2-7 22-15,-11 0 3 16,-9-3 21-16,-5 2 12 16,-11-1-6-16,-2 4-8 15,-2 7-5-15,0 3 2 0,-3 5-12 16,-3 6 4-1,-1 5-4-15,2 5-4 0,-1 3-4 16,2 0-2-16,-1 0-10 16,5 7 7-16,0 5 2 15,0 5 2-15,6 3 5 16,10 2 1-16,2-1 0 16,6 0-2-16,2-2 1 15,6-2-1-15,9-4-10 16,6-6-34-16,3-4-38 15,1-3-143-15</inkml:trace>
  <inkml:trace contextRef="#ctx0" brushRef="#br0" timeOffset="-106386.85">20875 7061 742 0,'0'0'122'16,"0"0"-48"-16,0 0-54 16,0 0-20-16,0 0-1 0,0 0-19 15,0 0 18 1,-73 109 0-16,34-41 2 0,-3 2 0 15,5 0-2 1,7-11 1-16,11-12-28 0,10-12-29 16,4-14 1-16,4-5-10 15,1-14-78-15,0-2-110 16</inkml:trace>
  <inkml:trace contextRef="#ctx0" brushRef="#br0" timeOffset="-105799.21">20844 7050 486 0,'0'0'69'16,"0"0"-4"-16,0 0-19 15,0 0 29-15,0 0-14 16,10-80-42-16,17 74-13 16,6 0-4-16,8 5 2 15,1 1-4-15,3 0 0 16,-5 10-9-16,-5 4-46 16,-9 4 4-16,-12 3-30 15,-10 1 43-15,-4 0-30 0,-24-1 22 16,-13-3 24-1,-9-1 14-15,1-3 8 0,1-2 7 16,9 2 11-16,11 0 26 16,9 4-16-16,4 5-19 15,5 3-4-15,2 7-3 16,4-1-2-16,0 1 8 16,4-5-8-16,13-4-13 15,1-4 12-15,-1-7 1 16,-5-4 7-16,-9-1-4 15,-3-2-2-15,0 4 9 16,-3 2-5-16,-17 3 15 0,-8 5-6 16,-8 0-2-16,-1 1-8 15,0-6 0-15,-1 0 3 16,4-8-5-16,1-7 5 16,2 0-1-16,4 0-5 15,4-7 15-15,7-6 32 16,9-1 1-16,7 2-49 15,6 0-64-15,22 0-261 16</inkml:trace>
  <inkml:trace contextRef="#ctx0" brushRef="#br0" timeOffset="-105631.64">20786 7533 156 0,'0'0'515'0,"0"0"-327"15,0 0-106-15,0 0-34 16,0 0-27-16,0 0-21 16,-5-11-44-16,5 16-110 15,0 0-47-15</inkml:trace>
  <inkml:trace contextRef="#ctx0" brushRef="#br0" timeOffset="-101470.56">19063 7728 138 0,'0'0'95'15,"0"0"-22"-15,0 0 71 16,0 0-92-16,0 0 16 16,0 0-14-16,0 0 8 15,-45-37-24-15,45 36 13 16,0 1-14-16,0 0-30 15,0 0-7-15,8 0-16 16,20 1 16-16,16 10 0 16,17 2 1-16,22-1-2 15,21-1 0-15,26 3-1 16,24-6-1-16,14-2 1 16,12 2-1-16,2-4-4 15,-8-1-24-15,-8-2 14 0,-19-1 10 16,-22 0 7-16,-20-3 1 15,-27-10 12-15,-23-1 6 16,-19-1 31-16,-17 2-6 16,-9 2-5-16,-7 2 1 15,-3 4-28-15,0 2-12 16,0 3-2-16,-18 0-23 16,-10 11-66-16,-4 9-30 15,6-5-123-15</inkml:trace>
  <inkml:trace contextRef="#ctx0" brushRef="#br0" timeOffset="-101310.67">21022 7827 395 0,'0'0'339'15,"0"0"-249"-15,0 0-90 16,0 0-10-16,0 0-105 15,0 0-14-15,-30 23-267 16</inkml:trace>
  <inkml:trace contextRef="#ctx0" brushRef="#br0" timeOffset="-100171.75">19785 8104 385 0,'0'0'131'15,"0"0"-29"-15,0 0-4 16,0 0-9-16,0 0-17 16,0 0-43-16,1-26 6 15,-1 26-17-15,0 0-5 16,0 0-5-16,0 0-6 15,0 0-2-15,0 0-5 0,0 12-2 16,0 13 5-16,0 11 2 16,0 9-2-16,0 2 2 15,-7-4 1-15,-2-1-1 16,0-9-1-16,4-6-2 16,2-9-6-16,2-7-3 15,1-6-4-15,0-2 3 16,0-3 8-16,0 2 4 15,-2-1 1-15,1-1-33 16,-4 0-102-16,-2 0-197 16</inkml:trace>
  <inkml:trace contextRef="#ctx0" brushRef="#br0" timeOffset="-99788.03">19682 8074 279 0,'0'0'122'0,"0"0"24"0,0 0-71 16,0 0-5-16,0 0-5 15,0 0-3-15,-49-59-29 16,49 59-8-16,0 0-14 16,0 0-11-16,16 0-6 15,12 0 6-15,9 0 0 16,1 5-16-16,-3 6-24 15,-5 4-46-15,-7 2-29 16,-14 1-54-16,-9-2-76 16</inkml:trace>
  <inkml:trace contextRef="#ctx0" brushRef="#br0" timeOffset="-99553.79">19470 8472 455 0,'0'0'175'16,"0"0"-93"-16,0 0-16 15,0 0-27-15,0 0-5 16,0 0-7-16,100-11 1 16,-66 1-17-16,8 0-9 15,-3 1 0-15,-2 2-2 16,-4 2-6-16,-6 4-28 15,-8 1-31-15,-5 0-70 0,-3 0-98 16</inkml:trace>
  <inkml:trace contextRef="#ctx0" brushRef="#br0" timeOffset="-98664.19">21343 7693 195 0,'0'0'197'0,"0"0"-37"16,0 0-69-16,0 0-32 15,0 0-9-15,0 0-13 0,-5-10-4 16,5 10-5 0,0-1-10-16,11 1-11 0,13-1-3 15,6-1-1-15,3 1-1 16,-1 0-2-16,-3-2 0 16,-6 0 0-16,-6 0-2 15,-5 0-7-15,-6-1 4 16,1 0 3-16,-5 1 0 15,-2 0-19-15,0 0-6 16,0 1-99-16,0 1-58 16,0-1-180-16</inkml:trace>
  <inkml:trace contextRef="#ctx0" brushRef="#br0" timeOffset="-98256.66">21828 7390 167 0,'0'0'148'16,"0"0"31"-16,0 0-99 15,0 0 100-15,0 0-131 16,0 0 30-16,12-32-45 15,-12 32-25-15,0 0-9 16,0 5-3-16,0 15-2 0,0 10 4 16,0 10 2-1,0 10 0-15,0 6-1 0,-8 5-1 16,-5 0 1-16,-2-7 2 16,-1-4-1-16,4-11 3 15,0-10-2-15,6-12-1 16,2-6-1-16,4-7-1 15,0-4 1-15,0 0 1 16,0-4 7-16,0-14-8 16,0-4-18-16,0 1-73 15,0 3-98-15,0-1-317 16</inkml:trace>
  <inkml:trace contextRef="#ctx0" brushRef="#br0" timeOffset="-97753.76">22141 7678 287 0,'0'0'141'16,"0"0"-23"-16,0 0-55 15,0 0-21-15,0 0-24 16,0 0-17-16,74-10-1 16,-39 10-1-16,1 0-11 15,-6 0-36-15,-9 0-116 16,-8 1-48-16</inkml:trace>
  <inkml:trace contextRef="#ctx0" brushRef="#br0" timeOffset="-97573.91">22059 7771 199 0,'0'0'242'16,"0"0"-167"-16,0 0-31 16,121 0-24-16,-70 0-10 15,2 0-10-15,-2 0-91 16,0-5-128-16</inkml:trace>
  <inkml:trace contextRef="#ctx0" brushRef="#br0" timeOffset="-96658.45">22726 6997 442 0,'0'0'59'16,"0"0"42"-16,0 0-87 16,0 0-14-16,0 0 0 15,-47 80 2-15,16-23 17 16,-4 7 17-16,-3 1-5 16,4-7-23-16,7-12 1 15,9-13-5-15,5-9 0 16,8-12-1-16,2-7 1 15,3-5 4-15,0 0 82 16,0-12 4-16,16-19-77 0,10-14-17 16,10-9-30-16,7-7-15 15,2 1-38-15,3 2-23 16,1 8 27-16,-9 5 26 16,-5 9-41-16,-12 8 94 15,-8 8 17-15,-6 10 19 16,-3 7 23-16,-3 3-24 15,0 13-35-15,0 16-1 16,-3 4 1-16,0 4 2 16,0 1 2-16,0-6-4 15,-10-3 6-15,-4-7-3 16,2-5-3-16,-5-5 6 16,-5-3-3-16,-9-8 4 15,-7-1 17-15,-6 0 9 16,-2-5-8-16,1-7-16 0,5 2-9 15,13 3-9-15,15 7-47 16,12 0-33-16,18 7-222 16</inkml:trace>
  <inkml:trace contextRef="#ctx0" brushRef="#br0" timeOffset="-96092.95">23244 7033 596 0,'0'0'54'15,"0"0"28"-15,0 0-80 16,0 0-2-16,0 0 0 0,-50 94 0 16,32-46 6-1,2 9 0-15,3-1 0 0,4-1 0 16,4-7-1-16,5-11-1 15,0-11-3-15,15-11 0 16,18-15 5-16,13 0 4 16,5-20-10-16,4-12-2 15,-4-10-8-15,-13-2 10 16,-11-8 4-16,-14 1 7 16,-13-2-5-16,0 7-2 15,-8 12 3-15,-4 11 2 16,2 13 1-16,4 9-10 15,1 1-3-15,-1 10-27 16,0 14 22-16,-2 4 8 0,6 6 0 16,2-1-3-16,2 1 3 15,24-5 0-15,12-8 0 16,11-4-1-16,7-6-32 16,5-7-18-16,-4-4-56 15,-12-7-318-15</inkml:trace>
  <inkml:trace contextRef="#ctx0" brushRef="#br0" timeOffset="-95375.98">23897 7129 639 0,'0'0'114'0,"0"0"-23"16,0 0-63-16,0 0-28 16,0 0-16-16,0 0 16 15,-14 89 0-15,-7-37 1 16,-4 2 2-16,1-4-1 16,4-4 1-16,8-12 3 15,0-7-3-15,6-11-2 16,0-7 3-16,4-5-4 15,2-4-28-15,0-3 28 0,0-20-3 16,11-11-12 0,5-9-20-16,1-7 33 0,-4-5 2 15,-3 1 23-15,1 2 0 16,-4 9 1-16,1 12-1 16,-1 9-5-16,2 8-10 15,1 7-8-15,4 2 0 16,4 5-2-16,4 0 2 15,4 0-1-15,3 11 1 16,1 7-2-16,-4 2-1 16,-4-2-8-16,-8 1-5 15,-6-5-9-15,-6 0 8 16,-2-2-2-16,-8 1-5 16,-20-2 13-16,-12 1-6 15,-2-5 10-15,6-1-4 0,9-2 9 16,13 0 0-16,7 4-2 15,6 2-3-15,1 4-2 16,0 2 6-16,0 4 3 16,0 2 12-16,6 0 0 15,-2-1-3-15,-2-1-4 16,-2-2 0-16,0-1-2 16,0 2 5-16,-2-5-4 15,-8-2 1-15,-1 1-4 16,2-5 2-16,-1-2-1 15,1-3 1-15,2-2 0 16,-2-1 3-16,3 0 15 0,-2-4 1 16,2-5-16-16,6 1-6 15,0 0-67-15,24-3-183 16,7-1-285-16</inkml:trace>
  <inkml:trace contextRef="#ctx0" brushRef="#br0" timeOffset="-95190.8">24183 7395 505 0,'0'0'130'15,"0"0"35"-15,0 0-99 16,0 0-32-16,0 0-28 16,0 0-6-16,117-39-1 0,-68 39-7 15,6 0-50 1,10 0-27-16,-3 0-34 0,-5-9-157 15,-11-10-83-15</inkml:trace>
  <inkml:trace contextRef="#ctx0" brushRef="#br0" timeOffset="-94967.14">24710 7198 576 0,'0'0'181'15,"0"0"-92"-15,0 0-62 16,0 0-27-16,0 0-3 15,0 0-3-15,-39 60 6 16,19-16 0-16,0 8 0 16,2-3 0-16,7-3 0 0,5-8 1 15,0-13 4-15,2-8-5 16,0-7-13-16,1-6 10 16,-2-2-70-16,-1-2-14 15,3-5-30-15,1-19-361 16</inkml:trace>
  <inkml:trace contextRef="#ctx0" brushRef="#br0" timeOffset="-94777.6">24534 7117 25 0,'0'0'635'0,"0"0"-593"15,0 0 11-15,0 0-27 0,0 0-23 16,97-40-2-1,-63 40-1-15,2 7 0 0,-2 7-8 16,-2 3-27-16,-2 0-48 16,-8 3-67-16,-16-6-104 15</inkml:trace>
  <inkml:trace contextRef="#ctx0" brushRef="#br0" timeOffset="-94575.39">24234 7549 274 0,'0'0'104'0,"0"0"12"15,0 0-2-15,0 0 0 16,0 0 11-16,85 10-80 16,-39-16-29-16,11-4-14 15,9 3-2-15,4-1-41 16,-1-3-156-16,-12-3-361 15</inkml:trace>
  <inkml:trace contextRef="#ctx0" brushRef="#br0" timeOffset="-93677.91">22438 7764 245 0,'0'0'156'0,"0"0"-39"16,0 0-4-16,0 0-62 15,0 0 35-15,0 0-44 16,-24-15-23-16,35 12-11 16,22 2-3-16,22 1-3 15,24 0-1-15,25 0 8 16,26 7 3-16,32 5-4 15,29 1-8-15,21 0 0 16,11-4-6-16,0-4-19 16,-20-2-63-16,-21-3 26 15,-30 0 13-15,-34 0 49 16,-34 0 9-16,-29-7 9 16,-27 3 18-16,-16 3-3 15,-9-1 24-15,-3 2-26 16,0 0-31-16,-25 0-41 0,-18 0-80 15,-10 11 55-15,2 2-183 16</inkml:trace>
  <inkml:trace contextRef="#ctx0" brushRef="#br0" timeOffset="-93503.98">24378 7919 613 0,'0'0'136'16,"0"0"-4"-16,0 0-82 16,0 0-43-16,0 0-7 15,0 0-100-15,-75 26-22 16,51 1-75-16</inkml:trace>
  <inkml:trace contextRef="#ctx0" brushRef="#br0" timeOffset="-93144.55">23374 8224 569 0,'0'0'49'0,"41"-73"133"15,-29 46-93-15,-2 7-37 16,-5 11-29-16,-5 1-3 16,0 6 2-16,0 2-20 15,0 0-2-15,0 3-10 16,0 20-8-16,-7 12 11 16,-11 15 7-16,-11 7 1 15,-7 8-1-15,-1 0 0 16,-1 0 0-16,0-6-2 15,7-5-11-15,6-9-17 16,6-12-21-16,9-12-46 0,10-15-17 16,0-6-33-16,12-10-61 15</inkml:trace>
  <inkml:trace contextRef="#ctx0" brushRef="#br0" timeOffset="-92962.69">23287 8128 362 0,'0'0'90'0,"0"0"3"16,0 0-49-16,91-47-22 15,-47 37 10-15,12 2-5 16,3 2-7-16,4 5 4 16,-6 1-24-16,-6 5-3 0,-8 15-53 15,-15 1-39 1,-19 1-170-16</inkml:trace>
  <inkml:trace contextRef="#ctx0" brushRef="#br0" timeOffset="-92752.62">22999 8586 394 0,'0'0'104'0,"0"0"-27"15,0 0-37-15,115-2-11 16,-76-6-6-16,5 0-5 16,3 0-18-16,0 2 0 0,1 0 0 15,1 3-4-15,-4 1-55 16,-3-4-141-16</inkml:trace>
  <inkml:trace contextRef="#ctx0" brushRef="#br0" timeOffset="-92076.89">22435 6650 426 0,'0'0'87'0,"0"0"-85"0,0 0 21 16,-68 78 39-16,30-29 2 15,-5 12-11-15,-2 10-24 16,6 9-18-16,11 2-7 16,16-1-2-16,12-9-2 15,15-10-32-15,34-15-62 16,18-14-14-16,14-16-160 15</inkml:trace>
  <inkml:trace contextRef="#ctx0" brushRef="#br0" timeOffset="-91313.09">24954 6899 478 0,'0'0'30'16,"0"0"-24"-16,0 0 14 15,74 105-2-15,-74-48-7 16,-18 9-7-16,-20 7 2 16,-7-2 2-16,-1-3-7 15,3-13 14-15,5-8-8 16,5-10-7-16,0-9-8 15,1-7-57-15,4-12-117 0</inkml:trace>
  <inkml:trace contextRef="#ctx0" brushRef="#br0" timeOffset="-90479.74">23023 5830 574 0,'0'0'111'0,"0"0"-103"15,0 0-8-15,0 0-6 16,-55 102 6-16,14-42 2 16,-6 8 18-16,-3 9-17 0,1-4 7 15,2-5-3 1,6-15-4-16,11-14-2 0,11-15 3 15,12-14-2-15,4-6-1 16,3-4 44-16,0 0 39 16,0-17-54-16,0-10-30 15,0-6-10-15,0-1-7 16,1-2 6-16,4 4-8 16,2 5-12-16,-3 7 21 15,2 9 10-15,-1 11 12 16,1 0-12-16,0 14-11 15,-1 13 7-15,-1 5 2 16,-4 2 1-16,0 4 1 16,0-4 0-16,0-3-1 0,10-8 1 15,12-8-41-15,8-11 6 16,4-4-9-16,6-10-37 16,3-18-67-16,-1-14-137 15</inkml:trace>
  <inkml:trace contextRef="#ctx0" brushRef="#br0" timeOffset="-89398.63">21936 5370 448 0,'0'0'112'0,"0"0"-111"16,-88 97 44-16,44-47-7 15,4-5-15-15,10-9-11 16,14-13-9-16,8-10 3 0,4-10-5 16,4-3 9-16,0 0 60 15,0-13 16-15,15-11-52 16,11-14-34-16,10-3-39 16,5-1 1-16,5-3-52 15,-3 3 45-15,2 0 9 16,-8 6 27-16,-6 6 9 15,-5 7 2-15,-12 11 2 16,-1 10 25-16,-4 2-15 16,-2 16-14-16,0 21-2 15,-5 13 1-15,-2 11 1 16,0 3 1-16,0-8 7 16,3-13-6-16,7-14-1 15,4-15 3-15,-2-8 1 16,7-6-2-16,6-10 5 0,13-17-8 15,4-9-11-15,3-8-8 16,-2-3-1-16,-5-3-1 16,-3 4 21-16,-5-1 3 15,-7 7 4-15,-3 9 3 16,-5 10 4-16,-2 10-9 16,-4 8 3-16,-4 3-5 15,-5 6-3-15,0 21-8 16,0 13 8-16,-20 11 0 15,-7 7 1-15,-3-2-1 0,2-6 6 16,10-10 1 0,8-11-7-16,8-11-1 0,2-8 1 15,0-5 8-15,0-5-6 16,0 0 8-16,0-4 28 16,0-13-27-16,0-5-11 15,0-7-19-15,3-3 9 16,0 0 10-16,-1-4 23 15,0 3-4-15,6 1 13 16,4 0-6-16,3 4-21 16,4 2-5-16,0 3-5 15,3-2-15-15,2 4 16 16,1 0-6-16,0 2 8 16,-1 3 1-16,-1 5 1 15,-6 5 5-15,-3 3-4 0,-3 3-1 16,0 0-7-16,-5 6-4 15,-3 13 5-15,-3 3 4 16,0 3-3-16,-3 1 2 16,-9 1 1-16,-7-1 0 15,-5 1 2-15,-3-2 2 16,-1-2 0-16,1-3 5 16,0-3-2-16,3-6 0 15,5-3-2-15,5-5 0 16,7 0 0-16,0-3 3 15,5 0 12-15,1 0 16 16,1-9-34-16,3-2-34 0,27-3-119 16,11-3-153-16</inkml:trace>
  <inkml:trace contextRef="#ctx0" brushRef="#br0" timeOffset="-88948.19">22953 5165 596 0,'0'0'143'15,"0"0"-29"-15,0 0-110 16,0 0-4-16,0 0-2 16,-43 87 0-16,26-34 1 0,-4 8 1 15,5-1 0-15,0-2 3 16,12-8-2-16,3-10 2 15,1-12-3-15,0-10-3 16,10-17 2-16,10-1 2 16,5-14 8-16,12-17-5 15,4-10-1-15,-2-5-3 16,-7-5 9-16,-8-2 0 16,-8-1 1-16,-10 4 5 15,-6 11 5-15,0 13 2 16,0 11-9-16,0 10-8 15,0 5-3-15,0 0-2 0,0 3-17 16,0 22-33 0,-1 10 43-16,-4 6 7 0,4-2 2 15,1-6-2-15,9-10-5 16,15-7 5-16,15-7 2 16,7-6 3-16,8-3-5 15,5 0-25-15,-2-7-171 16,-9-20-402-16</inkml:trace>
  <inkml:trace contextRef="#ctx0" brushRef="#br0" timeOffset="-88313.23">22435 5233 445 0,'0'0'116'16,"0"0"15"-16,0 0-67 15,0 0-23-15,0 0-18 16,0 0-19-16,0-1-4 16,-7 7-11-16,-7 16 11 15,-10 14 0-15,-8 7 0 16,-1 7-8-16,0-1-93 15,5-12-58-15,8-13-282 0</inkml:trace>
  <inkml:trace contextRef="#ctx0" brushRef="#br0" timeOffset="-88145.97">22196 5534 648 0,'0'0'144'0,"0"0"-79"16,0 0-54-16,0 0-11 16,0 0-130-16,0 0 7 15,6 37-215-15</inkml:trace>
  <inkml:trace contextRef="#ctx0" brushRef="#br0" timeOffset="-85219.74">22131 9364 222 0,'0'0'29'0,"0"0"58"16,0 0-27-16,0 0-9 15,0 0-11-15,0 0-13 16,-3-11 24-16,3 11-7 16,0-2-2-16,0 0 31 15,0 0-31-15,0-1 1 16,0 0-16-16,0 1-17 16,0 2 2-16,0-3-6 15,0 3 0-15,0 0-3 0,0 0 5 16,0 0 5-16,0 0-6 15,0 0-4-15,0 0 2 16,0 0-1-16,0 0-3 16,0 0-1-16,0 0 1 15,0 0-1-15,0 0-1 16,0 0-5-16,6 0-8 16,15 0 1-16,11 0 3 15,13 0 10-15,3 5-3 16,6-3 1-16,-4-1-4 15,-6-1 1-15,-6 0 5 0,-13 0 0 16,-11 0 3-16,-6 0 1 16,-7 0-2-16,-1 0 5 15,0 0-7-15,0 0 0 16,-9 0-10-16,-21 0-75 16,-9 6-43-16,-4 0-145 15</inkml:trace>
  <inkml:trace contextRef="#ctx0" brushRef="#br0" timeOffset="-84405.91">22167 9958 76 0,'0'0'255'16,"0"0"-123"-16,0 0-39 15,0 0-21-15,0 0-31 16,0 0-14-16,-5-7-21 15,5 7-6-15,0 0-3 0,0 0 3 16,3 0 5 0,17 0 15-16,10 0 31 0,8 0-23 15,2 0-9-15,2 0-3 16,-2 0-9-16,-5 0-1 16,-9 0 3-16,-7-1-7 15,-6-1 4-15,-7 1 1 16,-5-1-3-16,-1 2-2 15,0 0-1-15,0 0-2 16,0 0-2-16,0 0-38 16,-14 0-117-16,-4 0-85 15</inkml:trace>
  <inkml:trace contextRef="#ctx0" brushRef="#br0" timeOffset="-84248.84">22417 9981 262 0,'0'0'305'16,"0"0"-206"-16,0 0-73 15,0 0-26-15,0 0-74 16,0 0-22-16,-24 13-227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15:12.967"/>
    </inkml:context>
    <inkml:brush xml:id="br0">
      <inkml:brushProperty name="width" value="0.05292" units="cm"/>
      <inkml:brushProperty name="height" value="0.05292" units="cm"/>
      <inkml:brushProperty name="color" value="#FF0000"/>
    </inkml:brush>
  </inkml:definitions>
  <inkml:trace contextRef="#ctx0" brushRef="#br0">8717 7457 541 0,'0'0'86'0,"0"0"37"0,0 0-63 15,0 0-32-15,0 0-1 16,0 0-1-16,0 0-7 15,0 0-7-15,1-7-6 16,-1 7 3-16,0 0-4 16,0 0 9-16,0 0-4 15,0 0-3-15,0 0-5 16,0 0 0-16,0 0-2 16,0 0-9-16,0 0-37 15,0 3-81-15,0 5-136 0,0-5 7 16</inkml:trace>
  <inkml:trace contextRef="#ctx0" brushRef="#br0" timeOffset="830.88">8347 8568 586 0,'0'0'132'15,"0"0"-75"-15,0 0-40 0,0 0 1 16,0 0 8-1,0 0-2-15,0 0-7 16,0 0-6-16,0 2-11 0,0-1-4 16,0 0-27-16,0 3-77 15,0 2-58-15,0 5 52 16,0-1-58-16</inkml:trace>
  <inkml:trace contextRef="#ctx0" brushRef="#br0" timeOffset="1430.46">8198 9869 214 0,'0'0'282'0,"0"0"-276"15,0 0-6-15,0 0 0 16,0 0 0-16,0 0 1 15,1 0 2-15,2 0-3 16,2 0-6-16,2 3-11 16,1 3-130-16,-5-1-148 15</inkml:trace>
  <inkml:trace contextRef="#ctx0" brushRef="#br0" timeOffset="1874.07">8423 10783 153 0,'0'0'165'16,"0"0"-54"-16,0 0-86 15,0 0-25-15,0 0-159 16,0 0-37-16</inkml:trace>
  <inkml:trace contextRef="#ctx0" brushRef="#br0" timeOffset="8537.2">7451 12746 223 0,'0'0'100'16,"0"0"24"-16,0 0-47 0,0 0-56 15,0 0 15-15,0 0-8 16,0 0 2-16,6-30 15 16,-6 30-19-16,0 0-6 15,0 0-1-15,0 0-8 16,0 0-6-16,0 0 1 16,0 0-2-16,0 0 7 15,0 0-2-15,0 0-3 16,9 0-6-16,7-1 2 15,12 0 6-15,7-1 3 16,8-1-3-16,14-1-1 16,11 3-2-16,7-1-3 15,8 2 1-15,7 0-2 16,5-1-2-16,1 1 1 16,-1 0 0-16,-4 0 1 0,-3 0 2 15,-3 0-2-15,-3 4-1 16,-1 3 1-16,2-1 8 15,1 2-8-15,0-1 0 16,-1 1 1-16,-5-1-2 16,-2-2-1-16,-4 0 1 15,0 0 0-15,-3 0-1 16,-3-1 1-16,-4 1 0 16,-5 0 1-16,1 0-1 15,-3 2-3-15,0-1 3 16,-1-1 1-16,-3 1-1 15,-2-1 0-15,-3 0 0 0,-1-1 2 16,-3-1-1-16,-1-1-1 16,1 2-1-16,-1-1 1 15,3-1 1-15,-2 0-1 16,-2-2 0-16,-2 0 0 16,-4 0 3-16,0 0 1 15,-1 0-3-15,-2 1 5 16,1 1-4-16,-5 1 2 15,-1-3-4-15,0 3 3 16,-4-1-3-16,-5 0 0 16,-1-2 4-16,-9 1-1 15,-3-1 14-15,-2 0 5 16,-2 0-3-16,0 0 0 0,0 0-13 16,0 0-4-1,0 0-1-15,0 0-1 0,0 0-1 16,0 0-27-16,3 0-45 15,4 0-118-15,4-11-448 16</inkml:trace>
  <inkml:trace contextRef="#ctx0" brushRef="#br0" timeOffset="8691.82">10629 12821 593 0,'0'0'156'0,"0"0"-51"15,0 0-43-15,0 0-46 16,0 0-16-16,0 0-44 16,-17-18-114-16,9 28 14 15,-5-5-121-15</inkml:trace>
  <inkml:trace contextRef="#ctx0" brushRef="#br0" timeOffset="12582.99">8350 7238 23 0,'0'0'213'0,"0"0"-104"16,0 0-20-16,0 0-4 15,0 0-18-15,0 0-23 16,0 0-16-16,-21-2 8 16,21 2 7-16,-1 0-4 15,1 0-2-15,0-1-8 16,0 1-14-16,0 0-3 0,0-2-4 15,0 2 1 1,0-1 3-16,0-2-10 0,10-2-2 16,28-3 0-16,19-5 0 15,21-3 0-15,15-3 2 16,13-3-5-16,12-1 3 16,1-1-2-16,-3 2-1 15,-7-1-5-15,-14 2-13 16,-14-1 1-16,-13 2-1 15,-18 3-2-15,-17 0 2 16,-14 2 17-16,-13 4 1 16,-6 1-5-16,-4 1-4 15,-29 6-107-15,-15 1-42 0,-16-1-93 16</inkml:trace>
  <inkml:trace contextRef="#ctx0" brushRef="#br0" timeOffset="12794.54">9327 6810 279 0,'0'0'40'0,"79"-17"50"15,-48 17-23-15,-5 0 6 16,-11 0-25-16,-6 15-24 16,-5 9-21-16,-4 9 10 15,0 5-1-15,-16 3 2 16,-13 2-11-16,-5 1 3 0,-5-5-6 15,1-5-12-15,2-4-53 16,1-10-116-16,7-11-194 16</inkml:trace>
  <inkml:trace contextRef="#ctx0" brushRef="#br0" timeOffset="13783.62">9837 6178 441 0,'0'0'146'0,"0"0"-43"16,12-72-18-1,-7 53-50-15,4 2 2 0,2 2-18 16,4 2 25-16,8 2-38 16,7 4-6-16,2 4 0 15,3 3-1-15,2 10-1 16,2 22 0-16,-5 15 0 16,-3 9 0-16,-7 5 0 15,-10 0-2-15,-10-6-9 16,-4-7-2-16,-7-9-5 15,-15-7-7-15,-2-5 10 16,-2-8 5-16,3-5 11 16,0-5 0-16,6-4 1 15,1-4 2-15,4 1 1 16,9-2 2-16,0 0 24 16,3 0 10-16,0-3-35 0,21-10-4 15,18-4 0-15,21-3-22 16,17 0-12-16,8-4-30 15,7-2-66-15,-4-9-233 16</inkml:trace>
  <inkml:trace contextRef="#ctx0" brushRef="#br0" timeOffset="14120.19">10753 5927 545 0,'0'0'45'15,"0"0"-45"-15,0 0-8 16,0 0 8-16,14 87 3 16,-1-51 6-16,5 3 7 15,4 1 11-15,5-1 9 16,-2-3-6-16,-5-5-11 15,-5-7-7-15,-9-8-6 16,-6-6-4-16,0-4-2 16,0-4-2-16,0 1 2 15,-17 1 9-15,-15 0 19 0,-7 1-3 16,-5 0-16 0,5 0-9-16,9 0 0 0,10 1-75 15,7-5-166-15,8-1-243 16</inkml:trace>
  <inkml:trace contextRef="#ctx0" brushRef="#br0" timeOffset="14348.86">10926 5920 125 0,'0'0'479'0,"0"0"-430"16,87-60 6-16,-51 47-16 16,2 7-1-16,-1 4-18 15,-1 2-20-15,2 0-5 16,-4 10-56-16,1 2-72 16,-5-2-145-16</inkml:trace>
  <inkml:trace contextRef="#ctx0" brushRef="#br0" timeOffset="14551.91">11147 6341 374 0,'0'0'55'0,"0"0"24"16,-45 92-55-16,25-55-11 15,-2-2-7-15,3-3-1 16,1-4-5-16,-3-5-15 16,2-9-123-16</inkml:trace>
  <inkml:trace contextRef="#ctx0" brushRef="#br0" timeOffset="15497.06">11634 5961 721 0,'0'0'4'15,"0"0"-8"-15,0 0-36 16,0 0 40-16,0 0-1 15,-20 95 1-15,14-50 0 16,-2 3 8-16,1 3-7 16,-1-2 0-16,2-3-1 15,5-8-2-15,1-8 0 0,0-14-5 16,6-8 6 0,5-6 1-16,6-2-3 0,4-5 2 15,0-15-27-15,-2-3 14 16,-5-7 14-16,-7-1 5 15,-7-3-5-15,0 0-5 16,-8 0-4-16,-12 4-4 16,0 3-4-16,4 5-18 15,1 2 2-15,8 3 28 16,7 3 5-16,0 2 27 16,4 2-19-16,15 4-7 15,3-2 5-15,1 3-3 0,3 2 11 16,-2 3-6-1,4 0-5-15,3 0-1 0,3 0-2 16,2 8 0 0,2 0-2-16,2-2-2 0,-4 1 4 15,-7-2 0-15,-10 2-1 16,-5-2 2-16,-11 1-1 16,-3 5 0-16,0 4 0 15,-14 7 3-15,-14 11 19 16,-7 1-15-16,2 3 2 15,8-4-6-15,11-5-3 16,14-8 0-16,0-9 0 16,19-7 0-16,17-4 12 15,6-7 15-15,7-16-15 16,-3-7-5-16,-2-6-7 0,-7-1-2 16,-3 1-7-1,-5-3-26-15,-7 6 31 0,-4 6 2 16,-3 3 2-16,-1 7 6 15,-1 8 15-15,-6 4 32 16,1 5-11-16,2 0-42 16,-1 5 0-16,-3 15-5 15,-1 5 4-15,-2 7-1 16,-2 4 2-16,5 5 3 16,3-5-3-16,6-4-1 15,6-8-1-15,7-12-1 16,5-10 3-16,6-2 3 0,5-14 5 15,0-13 1-15,-1-4 11 16,-7-6 28-16,-11-4-13 16,-10 1 7-16,-13-2-23 15,-4 1-5-15,-35 5-10 16,-26 11-4-16,-19 11-4 16,-15 13-90-16,3 1-68 15,17 13-110-15,24 8-96 16</inkml:trace>
  <inkml:trace contextRef="#ctx0" brushRef="#br0" timeOffset="16113.29">9979 6727 531 0,'0'0'55'16,"0"0"34"-16,0 0-49 16,0 0-32-16,0 0-8 15,0 0 6-15,90-2 34 16,14 2 1-16,36 0-14 0,45-9-8 16,37-5-16-1,33-9-3-15,26-3-2 0,18-6-21 16,7-1-14-16,-7 1 1 15,-25 4 11-15,-41 5 6 16,-54 4 19-16,-50 7 4 16,-51 4 11-16,-33 4-7 15,-26 4-8-15,-17 0-5 16,-2 13-78-16,-27 10 6 16,-18-1-85-16,-19-5-255 15</inkml:trace>
  <inkml:trace contextRef="#ctx0" brushRef="#br0" timeOffset="16598.06">10465 6974 473 0,'0'0'172'0,"0"0"-46"16,0 0-106-1,0 0-20-15,0 0-12 0,0 0 10 16,-1 83 2-16,7-31 0 16,1 2 4-16,-4 1-1 15,0-2-6-15,-3-8-20 16,5-7-48-16,4-11-71 16,10-14-97-16</inkml:trace>
  <inkml:trace contextRef="#ctx0" brushRef="#br0" timeOffset="16777.91">10826 7199 594 0,'0'0'106'0,"0"0"25"16,0 0-79-16,0 0-38 15,0 0-14-15,0 0-8 16,52-9-4-16,-17 11-45 15,7-1-113-15,-3-1-149 16</inkml:trace>
  <inkml:trace contextRef="#ctx0" brushRef="#br0" timeOffset="17009.97">11141 6895 802 0,'0'0'128'0,"0"0"-80"0,0 0-39 16,0 0-9-16,0 0-5 15,0 0 3-15,21 80 2 16,-14-27 0-16,0-3 1 16,0 1-1-16,0-1-19 15,2-5-26-15,1-4-53 16,-2-17-134-16,-4-17-343 15</inkml:trace>
  <inkml:trace contextRef="#ctx0" brushRef="#br0" timeOffset="17362.39">11405 6885 658 0,'0'0'78'15,"0"0"32"-15,106-40-81 16,-72 40-20-16,-1 13-9 16,-5 14-1-16,-4 5-4 15,-8 7 5-15,-7-3 0 16,-9 3-5-16,0-5-12 16,-16 0-8-16,-14-4-6 15,0-2-14-15,5-7-21 16,6-6 23-16,9-6 25 0,8-4 8 15,2-5 10-15,0 0 28 16,16-14 59-16,10-5-49 16,12-3 19-16,3-1-28 15,8 1-17-15,10 5-8 16,5 4-4-16,4 1-12 16,-7 1-97-16,-12-5-92 15</inkml:trace>
  <inkml:trace contextRef="#ctx0" brushRef="#br0" timeOffset="17578.74">12066 6757 812 0,'0'0'13'0,"0"0"-11"15,0 0-2-15,78 89 0 16,-58-28 2-16,-4 11 2 15,-5 3-3-15,-8 3 0 16,-3-8 0-16,-11-7 7 16,-24-6-7-16,-18-9-1 15,-17-5-28-15,-16-14-89 16,-15-13-177-16</inkml:trace>
  <inkml:trace contextRef="#ctx0" brushRef="#br0" timeOffset="18011.09">10303 6770 771 0,'0'0'14'0,"0"0"-14"16,0 0 0-16,-105 122 0 15,71-55 7-15,3 12 10 16,8 10-7-16,16 5-1 16,7 3-7-16,15-1 1 15,25-10-3-15,18-13-41 16,14-22-114-16,14-26-205 15</inkml:trace>
  <inkml:trace contextRef="#ctx0" brushRef="#br0" timeOffset="18693.95">12531 6750 491 0,'0'0'138'0,"0"0"-59"16,0 0 19 0,0 0-51-16,0 0-37 0,0 0-5 15,-3-12 1-15,2 12 4 16,1 0-8-16,0 16 1 15,-3 12-3-15,-2 5 0 16,-1 7 0-16,-1 0-6 16,-4 1-79-16,1-10-72 15,-2-9-248-15</inkml:trace>
  <inkml:trace contextRef="#ctx0" brushRef="#br0" timeOffset="18839.86">12483 7006 674 0,'0'0'124'0,"0"0"-124"16,0 0-176-16,0 0-91 16</inkml:trace>
  <inkml:trace contextRef="#ctx0" brushRef="#br0" timeOffset="20991.89">8393 8478 286 0,'0'0'124'16,"0"0"25"-16,0 0-50 16,0 0-11-16,0 0-15 15,0 0-35-15,-34-47-25 16,34 46 0-16,0 1 9 16,0 0-8-16,0 0-14 0,14 0-1 15,32-2 1-15,24 1 0 16,24 1 2-16,24-2-2 15,15 1 0-15,14-1-1 16,4-3-1-16,-4-2-12 16,-13 0-17-16,-13-1 12 15,-21 3-4-15,-26 0 6 16,-22 1-21-16,-26-1-37 16,-23 0 11-16,-3-2 27 15,-34-5-216-15,-19-5 18 16</inkml:trace>
  <inkml:trace contextRef="#ctx0" brushRef="#br0" timeOffset="21193">9430 8182 301 0,'0'0'71'0,"0"0"22"16,0 0-26-16,99-14-31 16,-76 14-18-16,0 17-12 15,-4-1 10-15,-2 6 6 16,-5 2-7-16,-4 3 2 15,-5 5-9-15,-3-3-1 16,-1 2 0-16,-21-2-1 16,-13-2-4-16,-5 0-2 15,-6-8-99-15,4-10-218 16</inkml:trace>
  <inkml:trace contextRef="#ctx0" brushRef="#br0" timeOffset="21990.79">10230 7895 544 0,'0'0'86'0,"0"0"68"15,0 0-63-15,0 0-25 16,0 0-51-16,0 0-15 16,0-27-5-16,0 41-1 15,4 12 6-15,6 13 3 0,1 3-3 16,-1 4 0-1,1-3-30-15,-2-6-4 0,4-6-30 16,4-9-25-16,2-11 3 16,3-4 37-16,1-7 12 15,1-4-17-15,-6-15 12 16,-2-9 42-16,-3-5 28 16,-5 1 27-16,-5-1 15 15,0 8 48-15,-3 5 23 16,0 7-91-16,0 8-30 15,0 5-13-15,3 0-7 16,3 9-42-16,4 16 39 16,5 4 3-16,1 7 0 15,3-2-2-15,-2 0-4 16,-1-2-18-16,-2-6-17 0,-5 1-48 16,-7-4-11-1,-2-9-93-15</inkml:trace>
  <inkml:trace contextRef="#ctx0" brushRef="#br0" timeOffset="22406.44">10841 7945 648 0,'0'0'183'16,"0"0"-99"-16,0 0-54 15,0 0-30-15,0 0-14 16,0 0 10-16,-12 55 3 16,11-16 1-16,1 0-1 15,0-2 0-15,3-3-2 16,16-6-15-16,8-8-14 15,7-11 0-15,8-9 17 16,-1-7 4-16,-2-19 9 16,-9-8 2-16,-9-3 0 15,-12-4 18-15,-9 0 5 16,-11-4-1-16,-24 6-5 0,-13 5 3 16,-6 14-13-16,7 12-7 15,11 8-2-15,15 12-31 16,11 21-48-16,10 10-15 15,0 4-90-15,19-6-210 16</inkml:trace>
  <inkml:trace contextRef="#ctx0" brushRef="#br0" timeOffset="22598.75">11250 8115 843 0,'0'0'95'0,"0"0"-86"0,0 0-9 16,0 0-8-16,0 0 8 16,0 0 3-16,-33 104-3 15,17-63-24-15,2-7-40 16,0-3-34-16,1-9-42 16,3-13-182-16</inkml:trace>
  <inkml:trace contextRef="#ctx0" brushRef="#br0" timeOffset="23473.24">11584 7903 804 0,'0'0'22'0,"0"0"25"16,0 0-47-16,0 0-14 15,0 0 9-15,0 0 5 16,-21 95 0-16,15-50 2 16,3 2-2-16,3-4-1 15,0-5 1-15,3-8-20 16,16-12-3-16,5-11-5 16,1-7 16-16,4-3 8 15,1-19 4-15,-6-2 1 16,-8-4 1-16,-7-3 7 0,-9-3 30 15,0-1-21-15,-8-3-17 16,-14 4 0-16,-2 6-1 16,6 7-8-16,5 9-3 15,7 4 11-15,6 6 2 16,0 2-2-16,2 0-21 16,20 0-31-16,8 0 50 15,5 0 2-15,4 0-3 16,-4 5 6-16,-2 1-1 15,-8 5-1-15,-6 3-1 16,-5 4 0-16,-4 1-1 16,-4 5-3-16,-1-4 1 15,-2 0-5-15,0 1 4 0,-2 0-7 16,2-2-2 0,3-3-21-16,3-7 3 0,3-7-23 15,7-2 47-15,3-5 7 16,0-14 3-16,1-7 22 15,-3-2 22-15,-8-5 22 16,-5-1-29-16,-4 4-29 16,-3 2-10-16,0 7 2 15,0 8-2-15,0 2-1 16,9 7-1-16,6 3-5 16,6 1-12-16,6 0 13 15,1 8 2-15,5 12 2 16,0 5-4-16,4-2 4 15,-1 0 0-15,-3-4 1 0,-6 0 0 16,-7-5 0-16,-6-1 0 16,-6-6 0-16,-4-3 0 15,-3-3-5-15,-1 1-6 16,0-1-23-16,0-1 5 16,0 0 24-16,3 0 5 15,5-8 10-15,2-9-9 16,2-4 2-16,-1-4 51 15,-3-1 0-15,-3-3 32 16,-5-5-36-16,0 5 1 16,-3 2-28-16,-20 7-14 15,-9 10-9-15,-21 9-6 16,-17 1-74-16,-9 6-144 0</inkml:trace>
  <inkml:trace contextRef="#ctx0" brushRef="#br0" timeOffset="24288.89">10456 8436 114 0,'0'0'104'0,"0"0"21"16,0 0 27-16,0 0-8 16,0 0-62-16,0 0 10 15,-46 0-55-15,46 0-37 16,0 0-2-16,21 0 2 15,23 0 3-15,22 0 0 16,33 0-2-16,39 0 4 16,36 0-3-16,37 0 1 15,29-12 6-15,20-1-8 16,6-3-1-16,-12-1-10 0,-24 0-4 16,-39 7 5-16,-49 3 2 15,-41 5-16-15,-38 2-5 16,-32 0-8-16,-25 2-19 15,-10 10-82-15,-39 1 23 16,-29-1-160-16</inkml:trace>
  <inkml:trace contextRef="#ctx0" brushRef="#br0" timeOffset="24697.77">10908 8627 616 0,'0'0'159'0,"0"0"-71"15,0 0-45-15,0 0-43 16,0 0-13-16,0 0 13 15,0 61 0-15,8-27 3 16,2 1-2-16,0 2-1 16,-1-3-5-16,2-1-41 15,-1-4-108-15,-1-13-73 16</inkml:trace>
  <inkml:trace contextRef="#ctx0" brushRef="#br0" timeOffset="24899.9">11235 8782 848 0,'0'0'113'0,"0"0"-73"16,0 0-34-16,0 0-6 15,0 0-18-15,0 0-60 16,16-12 5-16,-8 19 26 15,0-4-109-15,-4-3-174 16</inkml:trace>
  <inkml:trace contextRef="#ctx0" brushRef="#br0" timeOffset="25121.01">11393 8613 593 0,'0'0'287'16,"0"0"-188"-16,0 0-80 16,0 0-19-16,0 0-6 15,0 0 3-15,7 43 3 16,-2-16 0-16,1 5-6 16,-3 1-15-16,-3 1-34 15,0-5-110-15,0-12-128 16</inkml:trace>
  <inkml:trace contextRef="#ctx0" brushRef="#br0" timeOffset="25440.18">11563 8557 810 0,'0'0'33'0,"0"0"-26"16,0 0-4-16,0 0-2 15,81 13-1-15,-64 7 2 16,-3 5-3-16,-3 3 1 16,-6-3-1-16,-5 0-3 15,0-3-28-15,-13-2-10 0,-4-5 16 16,2-4-1 0,5-2-3-16,4-5 9 0,1-3 20 15,5-1 1-15,0 0 56 16,5-3 38-16,13-8-87 15,10-1-6-15,10 1-1 16,11-1 0-16,9 4-12 16,6 0-109-16,-2-4-15 15,-9-4-348-15</inkml:trace>
  <inkml:trace contextRef="#ctx0" brushRef="#br0" timeOffset="25657.39">12061 8487 803 0,'0'0'57'0,"0"0"-38"15,0 0-19-15,0 0-2 16,11 87 2-16,-10-37 1 16,-1 12 1-16,0 5-1 15,-9-2 0-15,-15-6 3 16,-15-8-4-16,-15-7 0 15,-12-5-58-15,-16-10-96 16,-8-13-194-16</inkml:trace>
  <inkml:trace contextRef="#ctx0" brushRef="#br0" timeOffset="26003.07">10512 8615 422 0,'0'0'151'0,"0"0"-37"15,0 0 7 1,0 0-67-16,0 0-52 0,0 0-2 16,-29 28 0-16,29 14 0 15,0 11 0-15,12 6 0 16,3 2 4-16,3 6-3 16,10 1-1-16,12-3-16 15,13-10-75-15,20-17-65 16,16-23-227-16</inkml:trace>
  <inkml:trace contextRef="#ctx0" brushRef="#br0" timeOffset="26653.23">12498 8568 582 0,'0'0'85'0,"0"0"35"15,0 0-46-15,0 0-35 16,0 0-22-16,0 0-10 15,18-34-7-15,-5 34-2 16,7 0 2-16,1 0 0 16,-3 13-1-16,-1 1 0 15,-7 2 0-15,-7 6-9 16,-3 1-17-16,-6 1-17 0,-18-1-10 16,-6-2 3-16,5-4-34 15,6-8 65-15,6-3 13 16,9-4 7-16,-1-2 4 15,5 0 92-15,0 0 18 16,0 0-52-16,0 0-48 16,2 0-14-16,17 0 0 15,8-2 4-15,6-4-3 16,1 0 1-16,-1-5 8 16,4 2 0-16,-4 0-6 0,-3 1-1 15,6 0-3 1,-5 2-5-16,-3-1-39 0,-1 2-43 15,-8 0-95 1,-2-2-282-16</inkml:trace>
  <inkml:trace contextRef="#ctx0" brushRef="#br0" timeOffset="26827.16">13001 8620 456 0,'0'0'392'15,"0"0"-291"-15,0 0-57 16,0 0-39-16,0 0-5 16,0 0-18-16,0 3-72 15,0 6-35-15,0-1-39 0,0-8-350 16</inkml:trace>
  <inkml:trace contextRef="#ctx0" brushRef="#br0" timeOffset="28984.88">5074 9670 277 0,'0'0'152'0,"0"0"4"15,0 0-38-15,0 0-45 16,0 0-11-16,0 0-23 16,0-58-8-16,0 58-17 15,0 0-12-15,0 0-2 16,0 0-7-16,0 15 0 16,8 11 7-16,4 3 0 15,1 0 0-15,-1-4 0 16,5-4-2-16,1-11-6 0,4-8 8 15,9-2 0-15,11-12 5 16,12-19 3-16,9-16 7 16,5-8-15-16,-1 1 1 15,-6 2-1-15,-11 13-10 16,-12 10-53-16,-16 10-86 16,-14 6-176-16</inkml:trace>
  <inkml:trace contextRef="#ctx0" brushRef="#br0" timeOffset="29130.21">5551 9590 604 0,'0'0'105'0,"0"0"16"0,0 0-121 15,0 0-24-15,0 0-181 16,0 0 36-16</inkml:trace>
  <inkml:trace contextRef="#ctx0" brushRef="#br0" timeOffset="29802.6">5018 10839 398 0,'0'0'204'15,"0"0"-14"-15,0 0-112 16,0 0-35-16,0 0-25 0,0 0-18 15,6-42-14-15,3 58 6 16,1 5 8-16,2 1-1 16,-1 2 1-16,-1-3 1 15,1-4-1-15,-1-7 0 16,3 0 0-16,4-8-3 16,11-2 3-16,15-7 0 15,14-24 0-15,13-13-5 16,5-4-7-16,-7-2 1 15,-12 8 8-15,-13 6 3 16,-12 11 0-16,-6 11-44 16,-11 9-130-16,-12 2-236 15</inkml:trace>
  <inkml:trace contextRef="#ctx0" brushRef="#br0" timeOffset="29971.33">5572 10813 843 0,'0'0'66'0,"0"0"-28"16,0 0-38-16,0 0-145 16,0 0-216-16</inkml:trace>
  <inkml:trace contextRef="#ctx0" brushRef="#br0" timeOffset="35410.92">16197 5114 548 0,'0'0'41'15,"0"0"57"-15,0 0-29 16,0-80-24-16,0 75-11 15,-1 4-22-15,-1 1-3 16,2 0-9-16,-3 15-11 16,-4 21 0-16,-6 23 10 15,-7 21-3-15,-8 13 2 16,-6 8 2-16,-2 5 4 0,0 0-4 16,2-11 3-16,4-13-7 15,7-21 8-15,8-23-3 16,8-18 1-16,1-13-1 15,6-7 5-15,0-10 82 16,0-30-2-16,3-29-86 16,19-24-13-16,10-16-21 15,5-5 19-15,5 4-8 16,1 4 6-16,0 5 8 16,-1 13 9-16,-5 10 1 15,-4 19-1-15,-3 15-3 16,-8 20-9-16,-4 16 2 15,-3 8 9-15,0 12-6 0,-1 25 7 16,-4 14-2-16,-6 11 0 16,-4 1 2-16,-4-2 1 15,-16-10-1-15,-6-8 0 16,-4-9 1-16,-3-4 0 16,-6-4 0-16,-2-4-2 15,0-5-10-15,0-5-42 16,2-7 15-16,2-1-24 15,7-2-48-15,13-2-169 16</inkml:trace>
  <inkml:trace contextRef="#ctx0" brushRef="#br0" timeOffset="35977.79">16679 5078 648 0,'0'0'98'0,"0"0"-86"15,0 0-9-15,0 0-3 16,0 0 16-16,39 93 7 16,-27-48 5-16,-3 8-20 15,-5 9-5-15,-4 6-3 16,0 0 4-16,0-4-2 16,-9-6-2-16,6-10-1 15,3-11-25-15,0-12-3 16,8-14-14-16,14-11 22 15,9-8 11-15,8-26 6 16,3-10 1-16,1-6 3 16,-4-8 19-16,-3-8 82 0,-3-4-29 15,-5 0-67-15,-7 5 15 16,-7 10 2-16,-6 14-1 16,-6 13-17-16,1 14-4 15,-3 6 1-15,0 8-1 16,0 0-4-16,0 12-29 15,0 18-1-15,0 8 34 16,0 4 0-16,6-2 1 16,11-4-2-16,9-6 1 15,13-8-1-15,9-8-1 16,11-8 1-16,4-6-32 16,7 0-111-16,-5-17-256 15</inkml:trace>
  <inkml:trace contextRef="#ctx0" brushRef="#br0" timeOffset="37209.66">17740 5143 608 0,'0'0'21'0,"0"0"96"16,6-73-53-16,-5 64-18 16,-1 6-20-16,0 3-5 15,0 5-21-15,0 24-15 16,0 17 9-16,-15 12-1 16,-15 12 7-16,-10 6-2 0,-3-1 2 15,5-6-1 1,1-7 1-16,10-10 0 0,6-6 2 15,3-7 2-15,7-7-4 16,3-8 0-16,2-12-14 16,3-8-50-16,3-4-5 15,0-5 65-15,15-21-74 16,13-10-457-16</inkml:trace>
  <inkml:trace contextRef="#ctx0" brushRef="#br0" timeOffset="37807.84">17810 5177 254 0,'0'0'128'0,"0"0"-34"16,0 0-12-16,16-89-29 16,-5 69-4-16,1 3 27 15,1 3-17-15,-1 5-21 16,4 3-31-16,2 4-5 16,3 2-2-16,3 0-3 15,0 16 3-15,-3 8-5 0,-2 6-1 16,-7-1-18-1,-8 2 1-15,-4-4 3 0,-4 0 5 16,-17-3 6-16,-6-3 8 16,-4-1 1-16,-4-5 0 15,4-3 0-15,3-5 0 16,6-2 2-16,5 0-1 16,8 0-1-16,5 6-1 15,0 4 0-15,4 7-3 16,0 4 1-16,0 3-4 15,4 3 0-15,6-4-15 16,2-5 9-16,-3-2 12 0,-1-4-1 16,-5-5 2-1,-3 2 2-15,0-4-1 0,-3 1 0 16,-12 0 1-16,-11-2 11 16,-7 2 13-16,-10-4 1 15,-2-2-10-15,1 0-11 16,5-3-6-16,12-2 8 15,9 0-4-15,9 0 2 16,6 0-6-16,3 4-2 16,0-1-178-16,8-3-179 15</inkml:trace>
  <inkml:trace contextRef="#ctx0" brushRef="#br0" timeOffset="37977.72">17653 5771 746 0,'0'0'117'0,"0"0"-37"15,0 0-21-15,0 0-40 16,0 0-19-16,0 0-60 16,-1-19-174-16,11 29 26 15</inkml:trace>
  <inkml:trace contextRef="#ctx0" brushRef="#br0" timeOffset="39706.73">16012 4925 5 0,'0'0'219'16,"0"0"-185"-16,0 0 32 15,0 0-9-15,0 0-29 16,0 0 19-16,-19-38 11 15,16 35 2-15,0-1-26 16,-1 1-7-16,2 0-6 16,-1 0 5-16,1 2 14 0,2-2-10 15,0 3-4-15,0 0-9 16,0 0-3-16,0 0-14 16,4 0-8-16,16 0-20 15,10 0 16-15,6 0 4 16,1 0 8-16,-2 0-1 15,-5-2 3-15,-7-2-3 16,-2-2 2-16,-4-1-2 16,-2 2-8-16,-5 0-28 15,-5 3-22-15,-5 2-47 16,0 0-186-16</inkml:trace>
  <inkml:trace contextRef="#ctx0" brushRef="#br0" timeOffset="39906.25">16239 4953 580 0,'0'0'99'0,"0"0"-22"15,0 0-32-15,0 0-25 16,0 0-20-16,0 0-11 15,-4-16-136-15,1 29-69 16,-2-2 102-16</inkml:trace>
  <inkml:trace contextRef="#ctx0" brushRef="#br0" timeOffset="45057.82">4065 15117 282 0,'0'0'48'15,"0"0"49"-15,0 0-42 16,0 0-39-16,0 0-8 0,0 0 1 16,-21-27-5-1,21 23 9-15,0-2-3 0,0 4-3 16,0-1 18-16,-2 1 7 16,1 2-20-16,-4-2-6 15,4 1-3-15,-2 0-1 16,0 0 3-16,-1-2 3 15,-1 0 0-15,5 2 2 16,-4-2 7-16,4-1 0 16,-2 4-3-16,2-3 2 15,-3 1-6-15,3 0 3 16,-2 0-6-16,0 1-5 16,2-1-1-16,0 2 0 15,0 0-1-15,0 0-4 16,0 0-5-16,0 0-17 0,-2 0 8 15,1 0 12-15,-1-1-3 16,1 0 2-16,-1-2 7 16,1 0 0-16,-1 3 0 15,-1-2 1-15,3 2 1 16,-1 0 1-16,1 0-2 16,-2 0-1-16,2 0 1 15,-1-1 6-15,-2 1 1 16,3 0-1-16,0 0-1 15,-2 0-2-15,2 0 2 16,0 0-4-16,0 0 0 16,0 0-2-16,0 0 1 0,0 0 1 15,0 0 4-15,0 0-6 16,0 0-1-16,0 0 1 16,0 0 1-16,0 0 0 15,0 0-1-15,0 0 0 16,2 0 1-16,2 0-1 15,1 0 4-15,1 0-3 16,2 1 1-16,3 1 1 16,0 1-3-16,4 0 0 15,1-1 0-15,2 3 0 16,0-1 0-16,0-1 0 16,-2 2-1-16,-2-2 1 15,5 0 0-15,-3 0-1 16,5-2 1-16,0 0-2 15,0 0-3-15,0-1-2 0,1 0-1 16,-2 2 3-16,3-2-5 16,-2 0 0-16,-3 0-2 15,-3 0 8-15,3 0-2 16,-3 2 1-16,0-2 3 16,0 0 1-16,-3 0 1 15,4 0 0-15,-1 0 0 16,3 0 0-16,1 0 0 15,-2 0 0-15,0 0-2 16,-6 0-1-16,4 1 3 0,-4 1 0 16,-1-1 0-1,0 2-2-15,2-2 2 0,-4 0 0 16,5 2 1-16,-1-2-1 16,0 1 0-16,1-2 0 15,-1 0 0-15,3 0 0 16,-3 1 0-16,6 1 0 15,3 0 0-15,2-2 1 16,9 2-1-16,1-1 1 16,7 1-1-16,5-1 0 15,9 1 0-15,3-1 0 16,2 2 0-16,-1-2 2 16,-5 3-2-16,-6-4 0 15,-8 0 1-15,-2 0 4 16,-3 0 4-16,-1 4 2 15,-1-3-10-15,2 3 0 0,-1-2 3 16,-2 0-4-16,1 2 0 16,0-4 0-16,-5 3-1 15,0-2 2-15,-5-1-1 16,-4 1 1-16,-3-1 1 16,0 0 5-16,-3 0 3 15,0 0-1-15,3 0 5 16,3 1-6-16,-1 1-7 15,0-2-1-15,4 1 1 16,-5 1 0-16,1-1 0 16,-1 1-1-16,2-1 0 0,1-1 1 15,1 1-1-15,4-1 0 16,2 0 1-16,4 0-1 16,2 0 2-16,0 0-1 15,1 0-1-15,0 1 6 16,-3-1-1-16,4 2-1 15,1-2 4-15,3 2-6 16,3-1 1-16,-1 1-1 16,0-1-2-16,-3 0 3 15,-2 1-3-15,-5-1-2 16,-2 0 2-16,-6 2 0 16,-5-2 0-16,-4 1 1 15,-1-1 1-15,-4 1 0 0,5 0 2 16,0-2-1-16,5 0-2 15,6 0-1-15,4 0 1 16,2 0 1-16,4 0-2 16,-1 0 0-16,3 0 1 15,3 0-1-15,1-4 1 16,5 3-1-16,2-1 1 16,0 2 1-16,2-1 3 15,1 1 2-15,2-1-3 16,0 1 2-16,0-3-3 15,-3 2 3-15,-1-1-2 16,-6 1 0-16,-5 1 1 16,-1 0 0-16,-1 0-4 15,0 0 1-15,-2 0-2 0,-4 0 0 16,0 0 0-16,-4-1 1 16,-4-1 1-16,-3 1-2 15,-3-1 4-15,3 0 1 16,-2 2 0-16,1 0-4 15,-1 0-1-15,-2 0 0 16,3 0 1-16,1-1 3 16,3-1-4-16,3-3 0 15,1 0 1-15,2-2 0 16,3 4 3-16,0-2-2 16,0 2 2-16,-3 0 4 15,-2 0-6-15,-3 2 0 16,-1 1 2-16,-4 0-4 0,-4 0 0 15,-4 0 1-15,-5 0-1 16,-3 0 0-16,-1 0 0 16,0 0 2-16,0 0 9 15,0 0 13-15,0 0 0 16,0 0-11-16,0 0-6 16,0 0-1-16,0-1-4 15,0 1 2-15,0 0 1 16,0 0-3-16,0-1-1 15,0 1 0-15,0 0-1 16,0-2 0-16,0 2 1 16,0 0 1-16,0 0-2 0,0 0 0 15,0 0-2 1,0 0 4-16,0 0 0 0,0 0-2 16,0 0 0-16,0 0 0 15,0 0-2-15,0 0 2 16,0-1 0-16,0 1 3 15,0 0-2-15,0 0-1 16,0 0 0-16,0 0-1 16,0 0 1-16,0-2 0 15,0 2-1-15,0 0 1 16,0 0-2-16,0 0 0 16,0 0 2-16,0-1 0 15,0 1 0-15,0-2-2 0,0 2 1 16,0 0-3-1,0 0-7-15,0 0-7 0,-1 0-2 16,-3 0-35-16,-8 6-36 16,-3 6-47-16,-6-5-219 15</inkml:trace>
  <inkml:trace contextRef="#ctx0" brushRef="#br0" timeOffset="51389.06">6174 15513 212 0,'0'0'59'0,"0"0"-4"16,0 0-4-16,0 0-9 15,0 0-18-15,0 0 21 16,0 0-7-16,0-22 4 16,0 18-3-16,0 1 2 15,0 2 11-15,0-4-2 0,0 4-16 16,0-1-24-16,-2 0-8 15,-1-1 0-15,2 3-2 16,-2 0 2-16,3 0-2 16,-3 0-2-16,3 0 2 15,0 0 0-15,0 0-2 16,0 0 2-16,0 0 0 16,0 0 0-16,0 0 0 15,0 0-1-15,0 0-1 16,0 0-2-16,10 0 4 15,7-3 3-15,7-1 1 16,1-4 6-16,2 3-4 16,0-1 2-16,-2 0-2 15,-4 2-2-15,-5 2 2 0,-5 0 1 16,-2 1-3-16,0-1 0 16,-3 2-2-16,0 0-2 15,1 0 0-15,-1 0 0 16,-3 0-1-16,0 0 1 15,0 0-1-15,0 0 0 16,0 0-6-16,2 0-11 16,-2 2-7-16,-2-1-3 15,2-1-6-15,-3 0 0 16,6 0 14-16,-2 0 10 16,2 0 6-16,2 0 4 15,-5 0 0-15,-3 2-10 16,0 4-47-16,0 4-80 0,-9 0-150 15</inkml:trace>
  <inkml:trace contextRef="#ctx0" brushRef="#br0" timeOffset="52250.41">6162 16081 359 0,'0'0'143'0,"0"0"-70"16,0 0-28-16,0 0-14 15,0 0-5-15,0 0-8 16,-9-6 11-16,9-1 8 16,5 0 7-16,2 2-5 15,3 0-11-15,-2 2-4 16,4-1-13-16,1 3-6 16,1 1-4-16,2 0 2 15,3 0-3-15,1 0 0 16,5 0 1-16,2 0 1 0,3 0-2 15,0 0 1-15,-5 0-1 16,-4 0 0-16,-6 0 0 16,-8 0 0-16,-2 0 4 15,-5-3 9-15,0 0 0 16,3 0-2-16,-3 3-6 16,0 0-5-16,4 0-7 15,-1 0-59-15,1 0-135 16,6-3-41-16</inkml:trace>
  <inkml:trace contextRef="#ctx0" brushRef="#br0" timeOffset="52423.3">6486 16038 160 0,'0'0'247'16,"0"0"-107"-16,0 0-39 16,0 0 23-16,0 0-36 15,0 0-36-15,-17-6-23 16,17 5-22-16,0 1-7 15,0 0-31-15,0 0-25 16,0 3-61-16,0 4-25 16,-4-2-132-16</inkml:trace>
  <inkml:trace contextRef="#ctx0" brushRef="#br0" timeOffset="59137.35">22507 15623 74 0,'0'0'19'16,"0"0"33"-16,0 0-11 15,0 0-3-15,0 0-8 16,0 0-9-16,0 0 54 16,-8-32-28-16,8 27 11 15,-3-2-25-15,-1-2 7 0,0 1-17 16,-3 3-12-16,3 0 7 16,-4-2 3-16,1 2 13 15,0 1-11-15,0 1 23 16,0 0-11-16,1 2 11 15,-1 0-19-15,4-1-3 16,1 2 4-16,2 0-20 16,-1 0-6-16,1 0-2 15,0 0-1-15,-2 0 1 16,2 4 0-16,0 9 0 16,0 0 1-16,6 0-1 15,14 1 1-15,2-2 3 0,4 0-2 16,6 1-1-16,1-3 0 15,-3 3 0 1,0-4-1-16,-6-1 0 0,-5-2 4 16,-7-3-3-16,-5-2-1 15,-5-1 0-15,-1 0 1 16,-1 1-3-16,0 1 0 16,0 4 2-16,0-1-5 15,0 2 5-15,-8 3 1 16,-9 1 0-16,-5 4-1 15,-7 2 0-15,-1 2-2 16,-2 1 2-16,-1 1 2 16,-2-1-2-16,3-1 0 0,0-5 0 15,6 1 1-15,3-4-1 16,5 2 0-16,3-1 0 16,5 0-11-16,4 1-22 15,2-2-66-15,4-3-24 16,4-5-113-16</inkml:trace>
  <inkml:trace contextRef="#ctx0" brushRef="#br0" timeOffset="59457.7">23109 15508 569 0,'0'0'121'0,"0"0"20"16,0 0-66-16,0 0-62 16,0 0-13-16,0 0-11 15,-9 8 11-15,-12 21 1 16,-7 10 5-16,-3 5 4 15,-4 2-3-15,1 4-2 16,6-5-2-16,4-1-3 0,9-5 1 16,6-5-1-1,6-4-10-15,3-6-52 0,2-15-121 16,21-9-365-16</inkml:trace>
  <inkml:trace contextRef="#ctx0" brushRef="#br0" timeOffset="60269.68">23693 15623 559 0,'0'0'159'16,"0"0"-65"-16,0 0-51 15,0 0-8-15,0 0-31 16,0 0-4-16,26-8-3 16,-26 36 1-16,0 8 2 15,-11 6 0-15,-11 5 3 16,-3 4 1-16,3-7-1 16,8-10-1-16,8-11 0 15,6-12-2-15,0-8 0 16,30-3 6-16,21-15 21 15,22-18-9-15,14-9-6 16,7-3-5-16,5 1 0 0,-5 1-7 16,-9 7 0-1,-14 3-1-15,-19 8-1 0,-18 6 2 16,-13 8 1-16,-11 6-1 16,-7 5-3-16,-3 0-3 15,0 1-57-15,-9 18-80 16,-16 3 40-16,-2 1-64 15,5-3-246-15</inkml:trace>
  <inkml:trace contextRef="#ctx0" brushRef="#br0" timeOffset="60424.78">24495 15671 48 0,'0'0'641'0,"0"0"-557"0,0 0-62 15,0 0-22-15,0 0-38 16,-110 34-69-16,78-8-36 16,4-6-263-16</inkml:trace>
  <inkml:trace contextRef="#ctx0" brushRef="#br0" timeOffset="69228.76">10387 17506 150 0,'0'0'144'0,"0"0"-18"16,0 0-37-16,0 0-29 16,0 0-19-16,0 0-15 15,0 0-19-15,-50-11-6 16,48 11-1-16,-4 0 2 15,2 0 0-15,-5 0 1 16,2 3 12-16,2-3 23 16,2 0-10-16,3 2-18 15,0 1-8-15,0 3-2 16,9-3 3-16,12 5 0 16,3 1 0-16,5-2-2 0,4-1 1 15,3 3-2 1,2 1 0-16,-1-1 0 0,3 2 1 15,-4 2-1-15,-5-3-1 16,-4 3 0-16,-10 1 0 16,-7-4-6-16,-7 0 0 15,-3 0 6-15,0 0 1 16,-16 3 1-16,-11-1 0 16,-8 5 2-16,-8-3-1 15,-7 3 2-15,4-2 18 16,2-5-3-16,8 1 2 15,8-1 1-15,5-5-13 16,10-1-7-16,5 2-2 0,4-1-1 16,4-2-8-1,0 4-38-15,0 0 5 0,16-4-5 16,5 2-6-16,5-4-38 16,8-1-139-16</inkml:trace>
  <inkml:trace contextRef="#ctx0" brushRef="#br0" timeOffset="69627.47">11102 17640 620 0,'0'0'88'16,"0"0"30"-16,0 0-60 15,0 0-36-15,-83 25-9 16,77-3-5-16,6 4-3 16,0-3 2-16,0 5-5 15,3-2 3-15,13-3-3 16,6-1-1-16,8-7-1 16,6-7 0-16,3-5 1 15,1-3-1-15,0-8-5 16,-4-9-11-16,-3-6-2 15,-6 0 12-15,-7-3 4 0,-10 2 4 16,-10-3 0 0,0 1 12-16,-27 0-2 0,-12 2 3 15,-10 6-4 1,-2 6-6-16,8 9-3 0,13 3-2 16,14 10-21-16,13 10-80 15,3 0-119-15,0-4-365 16</inkml:trace>
  <inkml:trace contextRef="#ctx0" brushRef="#br0" timeOffset="70377.59">11854 17756 370 0,'0'0'149'0,"0"0"-23"15,0 0-13-15,0 0-38 16,-35-75-7-16,33 71-28 15,2 4-14-15,0 0-18 16,0 7-8-16,7 14 5 16,5 9 1-16,-1 8 6 15,3 5-2-15,2-1-1 16,1-1-9-16,2-9 2 16,1-7-1-16,-1-11-1 15,5-10 0-15,6-4 5 16,4-18-5-16,7-16 3 15,3-10-3-15,0-4 0 16,-5-2 0-16,-2 5 0 16,-8 4 0-16,-4 12-2 0,-6 9-2 15,-4 6 0-15,-8 9-1 16,-2 5-6-16,-4 0-18 16,4 0-18-16,-1 11-20 15,0 7-74-15,-1-3-59 16,2-1-309-16</inkml:trace>
  <inkml:trace contextRef="#ctx0" brushRef="#br0" timeOffset="70537.2">12428 17729 737 0,'0'0'125'0,"0"0"-66"15,0 0-39-15,0 0-18 16,0 0-2-16,0 0-15 15,-46 37-56-15,46-23-157 16,0-8-169-16</inkml:trace>
  <inkml:trace contextRef="#ctx0" brushRef="#br0" timeOffset="76970.04">10410 14253 398 0,'0'0'61'0,"0"0"56"0,0 0-40 16,0 0-15-16,0 0-13 15,0 0-3-15,0 0-6 16,10-58-13-16,-10 58-15 16,0 0-12-16,-10 19-14 15,-9 16 14-15,-11 16 5 16,-6 13 14-16,-7 8-8 16,1-3-4-16,6-7-3 15,6-14-3-15,9-13-1 16,7-14 0-16,5-8 0 15,4-8 4-15,4-5-2 16,1 0 1-16,0-13 9 0,0-20-12 16,22-14-15-16,15-9-35 15,5-1 10-15,1 2-18 16,-2 7-14-16,-6 8 23 16,0 5 17-16,-5 12 28 15,-4 7 4-15,-3 10 19 16,-4 6 14-16,1 10-12 15,-3 22-6-15,-3 16 15 16,0 13 2-16,-5 6-16 16,-1-2-5-16,2-4-6 15,1-14-4-15,0-11 3 16,2-15-2-16,-5-10 0 0,0-11 2 16,9 0-1-1,6-28 9-15,7-11-9 0,5-9-2 16,-3-3 2-16,-3-5 1 15,-2-2-3-15,2 3 1 16,2 4-1-16,4 5-1 16,-1 8 0-16,1 10-17 15,-1 9-36-15,-2 10-46 16,-4 4-15-16,-5 5-85 16,-5 0-57-16</inkml:trace>
  <inkml:trace contextRef="#ctx0" brushRef="#br0" timeOffset="77420.78">11189 14236 565 0,'0'0'159'0,"0"0"-48"15,0 0-92-15,0 0-14 16,-65 97 9-16,28-34 1 16,-7 11 12-16,3 10-10 15,5 2-6-15,6-7-9 16,11-15 2-16,9-18-3 15,5-23 0-15,1-14 0 16,4-9 0-16,-2 0 5 16,2-20 33-16,0-19 4 15,9-16-43-15,16-10-14 16,11-8-16-16,6-2-6 16,3 5-23-16,-4 0 18 15,-3 13 17-15,-6 6-10 0,-4 11 24 16,-3 12 10-16,-4 11 18 15,-5 11 14-15,-1 6-24 16,-6 3-8-16,-3 24-4 16,-6 10 2-16,0 6 2 15,-9 2 1-15,-12-2 0 16,-1-5 0-16,-1-6 3 16,1-9-4-16,-2-7 1 15,5-9-1-15,-4-7 2 16,3 0 5-16,3 0-3 15,2-9-4-15,8-4-3 16,7 5-29-16,0 1-85 16,10 1-138-16</inkml:trace>
  <inkml:trace contextRef="#ctx0" brushRef="#br0" timeOffset="77986.97">11599 14129 699 0,'0'0'81'0,"0"0"-60"16,0 0-21-16,0 0 0 16,-30 85 11-16,4-31 13 15,-2 8-7-15,-2 6-1 16,2 4-1-16,3 1-2 16,1-3-8-16,6-4-1 15,6-13-3-15,11-12-1 16,1-17-1-16,28-19-4 15,21-7 5-15,12-32 0 16,9-13 0-16,0-10-9 16,-4-6 6-16,-12 0 3 0,-16 0 3 15,-16 6-1-15,-21 7 13 16,-1 11 4-16,-17 11-16 16,-6 11-3-16,0 10-3 15,4 7 3-15,0 0-4 16,5 17-7-16,-1 11 4 15,8 4 1-15,4 5 3 16,3-4 2-16,0-4-1 16,23-8-1-16,10-7-5 15,11-8 4-15,17-6-6 16,8 0-42-16,5-5-38 16,-4-12-57-16,-7-3-208 0</inkml:trace>
  <inkml:trace contextRef="#ctx0" brushRef="#br0" timeOffset="78176.08">12359 14413 704 0,'0'0'7'0,"0"0"-7"16,0 0 19-16,0 0 34 15,0 0-30-15,99-5-23 16,-74 5 0-16,2 0-20 16,6 0-97-16,-3 2-89 15</inkml:trace>
  <inkml:trace contextRef="#ctx0" brushRef="#br0" timeOffset="78385.89">12180 14616 689 0,'0'0'136'16,"0"0"-133"-16,0 0-3 15,0 0 8-15,0 0 13 16,0 0-7-16,93 56 3 0,-53-52-14 16,9 2-2-16,8-1-1 15,7-3-90-15,2-2-110 16</inkml:trace>
  <inkml:trace contextRef="#ctx0" brushRef="#br0" timeOffset="86564.56">13231 14198 210 0,'0'0'61'16,"0"0"65"-16,0 0-36 15,0 0-29-15,0 0 9 16,0 0 6-16,0 0-26 15,0-44-3-15,0 37 18 16,1-1-32-16,-1 1 0 0,2 2-5 16,-2 3-9-1,0 0-1-15,0 2-10 0,0 0-8 16,0 7-6-16,-3 19 1 16,-11 13 5-16,-8 7 1 15,-2 9-1-15,0 3 0 16,-1-1-1-16,7-2-4 15,4-9-7-15,1-4-12 16,9-9-7-16,2-8-3 16,2-8-34-16,9-13-108 15,25-4-128-15</inkml:trace>
  <inkml:trace contextRef="#ctx0" brushRef="#br0" timeOffset="86758.66">13444 14592 460 0,'0'0'25'0,"0"0"52"16,0 0-28-16,0 0-25 16,-42 95-4-16,31-63-9 15,1 6-7-15,-2-4-4 16,-5 0-26-16,1-13-158 15</inkml:trace>
  <inkml:trace contextRef="#ctx0" brushRef="#br0" timeOffset="87403.53">13917 14146 575 0,'0'0'70'16,"0"0"16"-16,0 0-86 16,0 0 3-16,0 0 43 15,-30 83-6-15,11-40-15 16,-1 3-13-16,-2 5-4 0,2-2-1 16,5-4-4-1,2-8-1-15,4-3 1 0,1-6-3 16,4-3-6-16,1-3-47 15,3-11-104-15,0-11-171 16</inkml:trace>
  <inkml:trace contextRef="#ctx0" brushRef="#br0" timeOffset="87809.32">14182 14160 611 0,'0'0'32'0,"0"0"50"16,0 0-80-16,0 0-2 0,0 0 10 15,-10 103 8-15,-6-50-5 16,1 6-1-16,-2 0-1 16,1-3-8-16,5-7 0 15,7-12 1-15,4-12-4 16,0-14 1-16,18-10 0 15,10-1 5-15,14-18-3 16,7-18 3-16,5-6-3 16,-8-2 0-16,-12 2 6 15,-14 7 48-15,-13 10-17 16,-7 8-8-16,0 10-28 16,0 7-4-16,0 0-4 0,-12 17-12 15,-5 13 11-15,-5 13 4 16,-2 7-2-16,-1 6 1 15,-2 2-3-15,3 3-15 16,5 0-22-16,7-7-39 16,6-14-67-16,6-16-116 15</inkml:trace>
  <inkml:trace contextRef="#ctx0" brushRef="#br0" timeOffset="87986.06">14421 14771 721 0,'0'0'103'0,"0"0"-103"16,0 0-10-1,0 0 8-15,-45 87 2 0,15-49 1 16,-1-1 4-16,6-4-5 16,2-4-6-16,7-2-83 15,1-12-92-15</inkml:trace>
  <inkml:trace contextRef="#ctx0" brushRef="#br0" timeOffset="88461.56">14963 14333 736 0,'0'0'19'15,"0"0"21"-15,0 0-25 16,0 0-15-16,0 0-4 16,0 0 4-16,-33 92 4 15,16-45-1-15,-4 4-3 16,8-2 3-16,10-3-2 15,3-12-1-15,18-10-17 16,18-13-7-16,8-11-15 16,3-13 27-16,3-18-5 0,-8-8 17 15,-9 2 0-15,-11-1 44 16,-13 4-2-16,-6 5 9 16,-3 4 2-16,-3 11-25 15,-7 9-24-15,-2 5-4 16,-6 8-10-16,-6 20-2 15,-6 14 4-15,-1 4 0 16,1 9 0-16,12-2-8 16,12 1-34-16,6-8-5 15,9-10-63-15,18-19-133 16</inkml:trace>
  <inkml:trace contextRef="#ctx0" brushRef="#br0" timeOffset="88730.53">15377 14410 681 0,'0'0'0'15,"0"0"-12"-15,0 0-2 16,0 0 12-16,0 0 2 16,-18 99 0-16,18-60 6 15,0 6 30-15,0 7-2 16,1 1-18-16,5-1-13 15,-3-8 4-15,0-12-1 16,-3-9-4-16,0-11 6 0,0-6-4 16,0-6 6-16,-6 0 5 15,-8 0-1-15,-4-4 1 16,-6-9-15-16,-2-5 0 16,2-5-90-16,3-3-160 15</inkml:trace>
  <inkml:trace contextRef="#ctx0" brushRef="#br0" timeOffset="89241.8">15614 14330 789 0,'0'0'7'0,"0"0"15"16,0 0 8-16,0 0-10 15,96-14-17-15,-64 14 5 16,3 0 3-16,-2 0-4 16,-2 0-7-16,-1 2 1 15,-2 7-1-15,0-3-6 16,2 1-15-16,2-6-4 16,-3-1-29-16,0 0-1 15,-7-8-1-15,-5-1 46 16,-6-1 10-16,-6 3 17 15,-4 4 73-15,-1 3-42 16,0 0-48-16,-14 18-20 16,-12 14 20-16,-12 7-2 0,-7 12 2 15,-11 10 0 1,-6 9 4-16,4 9-2 0,9 0 2 16,15-15-1-16,20-18-2 15,12-22 0-15,2-16 2 16,11-8-3-16,20-6 17 15,9-22 6-15,5-9-13 16,2-7 0-16,-6 1-6 16,-11 1-1-16,-14 9-2 15,-16 4 1-15,0 7-2 16,-19 3-6-16,-15 9-5 16,-7 7 0-16,-1 3-50 0,2 8-72 15,3 12-52-15</inkml:trace>
  <inkml:trace contextRef="#ctx0" brushRef="#br0" timeOffset="90050.82">16242 14636 761 0,'0'0'89'16,"0"0"10"-16,0 0-53 0,0 0-9 15,0 0-23-15,0 0-14 16,-21-53-3-16,21 53-6 15,0 0-34-15,0 9-8 16,0 6-5-16,5-7-142 16,8-8-258-16</inkml:trace>
  <inkml:trace contextRef="#ctx0" brushRef="#br0" timeOffset="90690.84">16495 14391 649 0,'0'0'73'15,"0"0"50"-15,0 0-99 0,0 0 4 16,30-75-22-16,-13 73 0 15,2 2-6-15,2 0-1 16,-3 2-17-16,-3 12-22 16,-6 3-6-16,-8 5-26 15,-1 0 40-15,0 0-6 16,-16 1-7-16,-2-1-13 16,-1-2-3-16,4-3 30 15,2-3 31-15,7-1 0 16,3-6 15-16,3 0 44 15,0-2 3-15,0 4-7 16,0 4 27-16,3 8-43 16,7 7-20-16,-1 3-12 0,-8 2-2 15,-1 6-5-15,-3-3 3 16,-17-4-2-16,-4-4 3 16,1-12-2-16,0-4-2 15,8-8 0-15,4-4-1 16,2 0 1-16,0-2 1 15,5-12 5-15,4-1 3 16,0-2-9-16,27 2-42 16,14 1-121-16,7 2-79 15</inkml:trace>
  <inkml:trace contextRef="#ctx0" brushRef="#br0" timeOffset="90972.52">16882 14616 538 0,'0'0'124'0,"0"0"65"15,0 0-115-15,0 0-18 16,0 0-32-16,0 0-24 16,-16-29-1-16,10 51 1 15,-2 6 0-15,6 5-3 16,2-1-6-16,5-5-8 16,13-10 6-16,9-12 8 15,4-5 3-15,2-8 1 16,-1-16 3-16,-4-4-2 15,-9-1 3-15,-10 0 2 0,-9 3-3 16,0 0 2-16,-17 6-6 16,-9 7-1-16,-1 11-3 15,3 2-36-15,9 9-80 16,3 11-88-16,11 0-102 16</inkml:trace>
  <inkml:trace contextRef="#ctx0" brushRef="#br0" timeOffset="91244.38">17255 14638 377 0,'0'0'5'0,"0"0"3"16,83-6 72-16,-47 4-2 15,2 0-43-15,-2 0 5 16,1-4 21-16,-3-1 35 16,-4 1-26-16,-5-2-40 15,-1 1-10-15,-8 2-15 16,-5 1-5-16,-5 3 0 16,-5 1-26-16,-1 0-39 15,-1 0-141-15,-19 0-103 16</inkml:trace>
  <inkml:trace contextRef="#ctx0" brushRef="#br0" timeOffset="92307.73">18005 14277 561 0,'0'0'59'0,"0"0"82"16,0 0-55-16,0 0-26 16,0 0-49-16,0 0-11 0,25-2-2 15,-25 34 2 1,-4 8 2-16,-6 10-1 0,-7 4 5 15,-2 1-5-15,-5-2-1 16,0-3-1-16,2-7-52 16,7-6-40-16,10-18-128 15</inkml:trace>
  <inkml:trace contextRef="#ctx0" brushRef="#br0" timeOffset="92887.78">18309 14333 428 0,'0'0'274'15,"0"0"-274"-15,0 0 0 0,0 0 0 16,0 0 21-16,-50 109 1 16,30-56-3-16,3 0-4 15,6-2-6-15,10-8-5 16,1-10 0-16,0-9 1 15,11-10-1-15,1-10-1 16,6-4 28-16,0-16 42 16,8-14-45-16,1-8-23 15,1-4-4-15,-3-4-1 16,-1 4-11-16,-6 3-11 0,1 3-8 16,-3 5-36-1,2 3 40-15,2 4 23 0,-1 6 3 16,2 4 8-16,1 5 8 15,-2 7-2-15,4 2 5 16,-2 0-11-16,2 16-6 16,-1 3 0-16,-3 3-2 15,-4 2 2-15,-3 1-2 16,-4 3 0-16,-2 0-2 16,2 1 2-16,-5 1-2 15,-1-5 1-15,1-8-13 16,-4-7-31-16,0-10 30 15,3 0 15-15,1-12 33 16,6-14 2-16,1-8-12 16,1-6 12-16,-2-3-15 0,-6-1-3 15,-4 8 1-15,0 7-2 16,0 12-16-16,0 9 0 16,0 8 0-16,0 0-52 15,-1 15-82-15,1 14 104 16,-1 3-113-16,-2 0-188 15</inkml:trace>
  <inkml:trace contextRef="#ctx0" brushRef="#br0" timeOffset="93086.56">19058 14618 789 0,'0'0'92'15,"0"0"-55"-15,0 0-37 16,0 0 0-16,-70 77 1 16,40-38-1-16,0 1-1 15,4-3-4-15,3-7-33 16,4-5-69-16,3-12-93 16</inkml:trace>
  <inkml:trace contextRef="#ctx0" brushRef="#br0" timeOffset="94119.8">19363 14389 129 0,'0'0'556'15,"0"0"-496"-15,0 0-60 16,0 0-1-16,0 0 1 15,0 0 2-15,-48 94 7 16,28-60-1-16,5 3 4 16,2 0-10-16,10 2 2 15,3-2-2-15,0-5 0 16,16-9 2-16,5-12-4 0,3-10 2 16,6-1 8-16,0-12-5 15,-2-11 1-15,-6-5 20 16,-6-5 9-16,-9 2-17 15,-1-4-17-15,-5 4-1 16,-1-1-12-16,0 6 0 16,0 4-42-16,0 3 8 15,-4 2 0-15,-2 5 3 16,3 2 20-16,3 3 20 16,0 2 0-16,0 5 3 15,15 0-9-15,6 0 9 16,6 0 0-16,3 0 0 15,1 0 5-15,-1 2 0 16,0 3 0-16,-2 1 2 16,-1 0 0-16,-7 1-5 0,-4-2 5 15,-2 4 1-15,-8-1-6 16,-4 5 10-16,-2 3-7 16,0 1 4-16,-9 4-3 15,-7-1 0-15,-4 5 7 16,-2 2 2-16,-1-1-1 15,7-1-5-15,9 0-6 16,7-7 2-16,0-3 1 16,0-9 2-16,16-3 0 15,9-3 14-15,8-1 14 16,6-15-25-16,-1-9-8 16,1 0-1-16,-7-3 0 15,-12-3 0-15,-5 1 3 0,-10-1-4 16,-5 5-1-16,0 0-2 15,-20 3-9-15,0 6-17 16,-6 4-6-16,4 6 12 16,3 4-2-16,8 3-13 15,10 0-17-15,1 0 12 16,17 7 20-16,19 2 21 16,9-1 1-16,3-1 1 15,-3 1 1-15,1 0 0 16,-4-1-2-16,2 0 1 15,-8 1 14-15,-12-3-3 16,-12-3 21-16,-8 3-10 16,-3-1-12-16,-1 4-5 0,0 2-1 15,0 2 3-15,-7 5-5 16,-2 2 6-16,-2 1-9 16,3 2 2-16,8 0 0 15,0-3-2-15,12-5 2 16,17-11 4-16,6-3 8 15,4-2 25-15,0-20 3 16,-5-3-13-16,-3-4-5 16,-5-4-8-16,-6-1 3 15,-9 2-1-15,-11 1-15 16,0 5-3-16,-28 6-31 0,-7 8-49 16,0 8-75-1,8 4-76-15,12 0-116 0</inkml:trace>
  <inkml:trace contextRef="#ctx0" brushRef="#br0" timeOffset="94372.45">20747 14394 483 0,'0'0'207'0,"0"0"-205"16,0 0 10-16,95-12 38 0,-68 12-6 15,0 0-17-15,-2 0-21 16,-5 0-3-16,-4 0-3 16,-4 6-6-16,-3 2-72 15,-6-6-69-15,-2 0-238 16</inkml:trace>
  <inkml:trace contextRef="#ctx0" brushRef="#br0" timeOffset="94587.36">20633 14546 546 0,'0'0'276'0,"0"0"-230"15,0 0-20-15,0 0 25 16,0 0-24-16,0 0-15 15,97 0-2-15,-58-3-7 16,1 3-2-16,5 0-1 16,3 0-7-16,2 0-41 15,-3 8-95-15,-10-2-96 16</inkml:trace>
  <inkml:trace contextRef="#ctx0" brushRef="#br0" timeOffset="95232.62">21397 14113 126 0,'0'0'630'0,"0"0"-535"16,0 0-80-16,0 0-15 15,0 0 0-15,0 0 13 16,-30 121 4-16,14-64-11 16,0 4 0-16,-1 0-4 15,2-5 0-15,2-6 2 16,1-7-4-16,4-4-20 16,1-7-73-16,4-13-80 0,1-13-241 15</inkml:trace>
  <inkml:trace contextRef="#ctx0" brushRef="#br0" timeOffset="95701.64">21804 14197 781 0,'0'0'111'0,"0"0"-31"16,0 0-48-16,0 0-32 15,0 0-1-15,0 0-6 16,-1 75 7-16,-13-25 0 16,-2 7 0-16,-2-3-2 15,8-7 2-15,5-8-5 16,5-13-11-16,1-9 3 15,19-9 2-15,14-8 10 16,11-9 1-16,0-18 3 16,1-7-1-16,-13-3-2 15,-11-1 6-15,-12 2-4 16,-6 6 10-16,-4 12 2 16,0 10-8-16,0 8-6 15,0 0 0-15,-2 19-32 0,-14 17 23 16,-11 13 9-16,-5 9 0 15,-2 5-1-15,6-3 1 16,10-6-13-16,10-9-27 16,8-8-25-16,0-8-72 15,10-18-96-15</inkml:trace>
  <inkml:trace contextRef="#ctx0" brushRef="#br0" timeOffset="96717.39">22283 14630 465 0,'0'0'148'0,"0"0"2"16,0 0-76-16,0 0-49 15,0 0-25-15,0 0-2 16,3 17-5-16,-19 7 7 16,-5 6 2-16,-2 2 0 15,-4 3-2-15,-1-1-11 0,-2-4-46 16,3-10-65 0,5-14-148-16</inkml:trace>
  <inkml:trace contextRef="#ctx0" brushRef="#br0" timeOffset="97166.34">22657 14275 734 0,'0'0'60'0,"0"0"20"15,0 0-52-15,0 0-28 0,0 0-4 16,0 0 4-16,21 55 1 16,-21-18-1-16,0 6 0 15,0 1 0-15,-4-6-1 16,3-7 0-16,1-11-26 16,3-8-1-16,19-10 8 15,8-2 19-15,4-14 1 16,0-9 1-16,-4-8 1 15,-12-1-2-15,-11 0 6 16,-7 0 32-16,0 8-8 16,0 9 18-16,0 8-19 15,0 7-26-15,-4 3-3 16,-5 19-32-16,-6 14 29 0,-6 13 1 16,-4 6 0-1,-1-2-17-15,6-6-22 0,4-7-17 16,5-7-6-16,3-5-34 15,1-9-21-15,5-14-165 16</inkml:trace>
  <inkml:trace contextRef="#ctx0" brushRef="#br0" timeOffset="97533.54">23053 14338 576 0,'0'0'16'16,"0"0"19"-16,0 0 9 15,0 0-29-15,0 0-15 16,0 0 0-16,17 58 0 16,-17-23-1-16,0 6 1 15,0 6 3-15,0-3-3 16,0 1 6-16,0-8-5 15,0-7 0-15,0-3-1 16,0-9 1-16,0-4-1 16,-2-4 0-16,-1-4 2 15,1-2-1-15,-1-4 2 16,2 0 12-16,-4 0 27 16,-4 0 18-16,-4 0-27 0,-9 0-27 15,-4 0-6-15,-5 0-3 16,-3 0-40-16,-2 7-49 15,2 2-33-15,10-6-111 16</inkml:trace>
  <inkml:trace contextRef="#ctx0" brushRef="#br0" timeOffset="97999.56">23063 14384 398 0,'0'0'327'16,"0"0"-326"-16,0 0-1 15,103-10 21-15,-45 12 4 16,6 8-5-16,3 0-2 16,-5-3-17-16,-4-2-1 15,-9-5 3-15,-6 0-1 16,-5-4-4-16,-12-9-2 15,-6-1-3-15,-11-1 7 16,-9 3 5-16,0 0 17 16,0 4-2-16,-8 8 0 15,-7 0-20-15,-5 7-4 16,-4 15 2-16,-6 10 2 16,0 10-1-16,-5 8 1 15,-1 7 0-15,6 4 1 0,13 5-1 16,14-6-4-16,3-11-5 15,15-16-18-15,9-17 24 16,0-16 3-16,-5 0 10 16,4-17 14-16,-4-11 4 15,-4-3-5-15,-5-3-2 16,-8 1 0-16,-2 3-15 16,-13 8-4-16,-19 10-2 15,-8 12-50-15,-1 0-150 16,4 10-282-16</inkml:trace>
  <inkml:trace contextRef="#ctx0" brushRef="#br0" timeOffset="98516.81">21525 15062 250 0,'0'0'203'15,"0"0"-104"-15,0 0-71 16,0 0-22-16,0 0-5 16,-86-50 2-16,83 46 18 15,3 1-5-15,6 3 73 16,36 0-63-16,26 0-21 15,24 0 0-15,25 3 1 0,14 4 14 16,13 0 2 0,6-4-10-16,-8-3-3 0,-18 0 8 15,-26 0-1-15,-29-5-13 16,-26-1 10-16,-21 0-9 16,-14 2-1-16,-8 1-3 15,-8 3-4-15,-35 0-78 16,-21 0-51-16,-22 0-92 15</inkml:trace>
  <inkml:trace contextRef="#ctx0" brushRef="#br0" timeOffset="98733.74">21743 15123 529 0,'0'0'51'0,"0"0"-11"16,0 0 15-16,0 0 39 15,0 0-17-15,89 20-24 16,-30-20-10-16,15 0-26 16,16 0-7-16,11 0 0 15,10-3-7-15,2-2-3 16,-5 4-12-16,-1 0-31 16,-10-3-48-16,-11-7-148 15</inkml:trace>
  <inkml:trace contextRef="#ctx0" brushRef="#br0" timeOffset="98901.22">22990 15063 590 0,'0'0'255'16,"0"0"-163"-16,0 0-73 15,0 0-19-15,0 0-5 16,0 0-30-16,-2 32-27 15,2-15-93-15,0-6-170 16</inkml:trace>
  <inkml:trace contextRef="#ctx0" brushRef="#br0" timeOffset="106708.83">23970 14093 369 0,'0'0'145'0,"0"0"-4"16,0 0-74-16,0 0-12 15,0 0 18-15,0 0-26 0,0 0-36 16,13-46 14 0,-12 45 5-16,1 0-20 0,-2 1 0 15,0 0-10-15,3 2-8 16,-3 20-7-16,0 9 14 15,0 3-2-15,0 5-2 16,-8-7 1-16,1-3-3 16,3-10 4-16,4-7-3 15,0-7 4-15,0-5 2 16,24 0 2-16,29-17 20 16,18-10-9-16,15-6-11 15,8-6 0-15,0-3 3 16,-1-1-3-16,-11 4-1 15,-17 3-1-15,-21 9 0 0,-13 11-3 16,-16 8 2 0,-8 6-14-16,-7 2-28 0,0 0-57 15,-9 14-198-15,-16 6 92 16</inkml:trace>
  <inkml:trace contextRef="#ctx0" brushRef="#br0" timeOffset="106878.71">24817 14084 589 0,'0'0'97'0,"0"0"3"16,0 0-84-16,0 0-16 15,0 0-53-15,-110 46-38 0,67-1-80 16,5-8-205-16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18:38.578"/>
    </inkml:context>
    <inkml:brush xml:id="br0">
      <inkml:brushProperty name="width" value="0.05292" units="cm"/>
      <inkml:brushProperty name="height" value="0.05292" units="cm"/>
      <inkml:brushProperty name="color" value="#FF0000"/>
    </inkml:brush>
  </inkml:definitions>
  <inkml:trace contextRef="#ctx0" brushRef="#br0">4184 14316 321 0,'0'0'34'0,"0"0"34"15,0 0-44-15,0 0-13 16,0 0 25-16,0 0-24 16,0 0 20-16,15-64-22 0,-12 53 29 15,5 1-3 1,-4 0 16-16,-2-2-6 0,3 1 0 15,-2 0-29-15,-1-1 17 16,1-1-14-16,-3 1-3 16,3 2-1-16,-2 0-4 15,1 3 1-15,-1 4-7 16,-1 0 4-16,0 3-4 16,0 0-6-16,0 6-2 15,0 22-1-15,0 18 3 16,-6 15 12-16,-14 14 8 15,-7 5-8-15,-3-1-7 0,7-9-3 16,4-14-2 0,8-22 2-16,3-14-1 0,6-17-1 15,2-4 4-15,0-35 20 16,18-18-17-16,15-18-7 16,4-9-17-16,-1 0-5 15,0 0-2-15,-4 7-22 16,-2 13-30-16,-5 10 20 15,5 15 56-15,-5 17 7 16,0 12 19-16,0 7-1 16,1 16-10-16,8 23 3 15,0 11 10-15,2 12 3 16,0 5-12-16,0-2-12 16,-2-3-3-16,-3-8-3 15,-1-11 0-15,-4-13-1 0,0-13 0 16,2-14-7-16,-2-3-1 15,2-20 4-15,-7-17-3 16,-1-8 7-16,-9-7 1 16,-3-5-1-16,-5-3 1 15,0 0 2-15,6 5 2 16,6 8 1-16,4 7 0 16,5 10-6-16,3 8 0 15,11 9-27-15,1 4-24 16,5 2-56-16,2 0-31 15,-7 3-39-15,-11-2-15 16,-6 3 36-16,-13-2 126 0,-6 1 30 16,-3 1 147-16,0 1 39 15,0 0-24-15,0 2-14 16,-6 0-43-16,-4 19-54 16,-5 17-13-16,-3 21 2 15,-3 18-5-15,-1 13-7 16,0 5-9-16,2 1-7 15,10-3-5-15,2-11-4 16,8-18-1-16,0-17-2 16,0-20 0-16,0-16 0 15,0-9 2-15,0-1-1 16,3-35-1-16,9-17-9 16,-6-19-27-16,2-7 7 15,-8 1 2-15,0 2 2 0,-11 6-4 16,2 6-7-16,8 7 0 15,1 9 24-15,19 9 9 16,12 10 3-16,5 7 5 16,2 10 13-16,0 7-3 15,1 5 2-15,3 0-4 16,4 8-6-16,-1 6 3 16,-5 1-4-16,-9 4-3 15,-14-1-3-15,-16 2-1 16,-1 0 0-16,-29 1 1 15,-20-1 5-15,-15 3-4 16,-16-3 4-16,-8-2-4 16,2-4 2-16,11-2 4 0,21-2 2 15,24 0-6-15,20 2-3 16,10 4-25-16,18-3-52 16,28-5-144-16</inkml:trace>
  <inkml:trace contextRef="#ctx0" brushRef="#br0" timeOffset="698.98">5937 13987 883 0,'0'0'55'0,"0"0"-35"15,0 0-20-15,0 0-4 16,-11 89 4-16,9-35 5 15,2 8-2-15,0-1 1 16,0 4 1-16,16-1-2 16,3-2-3-16,6-6 3 15,0-13-3-15,-2-11 0 16,3-18-16-16,2-14-2 16,8-13 16-16,10-27-3 0,2-17-21 15,1-9 4 1,-6-3 22-16,-10 0 8 0,-12 3 5 15,-15 6 0-15,-6 4 6 16,-5 10-6-16,-15 11 3 16,0 10-6-16,1 13-1 15,5 7-1-15,1 5-3 16,5 2-5-16,1 21-1 16,0 10-4-16,5 8 3 15,2 2 2-15,0-4 0 16,16-5-1-16,13-10 0 15,11-8-1-15,14-9-10 0,9-7-3 16,4 0-37 0,-5-7-54-16,-8-13-163 0</inkml:trace>
  <inkml:trace contextRef="#ctx0" brushRef="#br0" timeOffset="931.86">6937 14241 852 0,'0'0'51'0,"0"0"-41"16,0 0-7-16,0 0-2 15,0 0-1-15,99-12 0 0,-53 12 1 16,5 0-1-16,9 0 0 15,-2 0-18-15,-3 5-46 16,-12 2-154-16,-17-2-238 16</inkml:trace>
  <inkml:trace contextRef="#ctx0" brushRef="#br0" timeOffset="1126.16">6997 14468 789 0,'0'0'97'16,"0"0"-95"-16,0 0 1 0,0 0 6 16,0 0 9-16,0 0 0 15,103 27-2-15,-55-27-8 16,7 0-6-16,6 0-2 16,3 0-25-16,1 0-78 15,-9-10-248-15</inkml:trace>
  <inkml:trace contextRef="#ctx0" brushRef="#br0" timeOffset="3013.44">7830 14341 456 0,'0'0'107'0,"0"0"-56"16,0 0 13-16,0 0 12 16,0 0-20-16,0 0-3 15,-19-6-18-15,19 4-14 16,0 2-12-16,0 0-4 15,0 0-3-15,2 0-1 0,15 0-1 16,13 0 1 0,5 0 0-16,5 0-1 0,5-3 1 15,7 0-1-15,4-2-9 16,-3 1-18-16,-3 2-21 16,-6 0-54-16,-11-1-50 15,-8-4-187-15</inkml:trace>
  <inkml:trace contextRef="#ctx0" brushRef="#br0" timeOffset="3346.39">8689 13968 739 0,'0'0'65'0,"0"0"41"16,0 0-63-16,0 0-23 16,0 0-15-16,0 0-5 15,5-17-4-15,-5 53 3 16,-1 19 2-16,-7 10 2 16,-3 5 0-16,0 2 0 15,1-1-1-15,1-5-2 16,5-8 2-16,2-10 0 15,2-11-4-15,0-12 2 16,0-12-8-16,0-10-9 0,0-3-16 16,3-13 22-16,2-15-163 15,-5-6-102-15,0-4-172 16</inkml:trace>
  <inkml:trace contextRef="#ctx0" brushRef="#br0" timeOffset="3542.6">8596 13955 674 0,'0'0'48'0,"0"0"75"15,0 0-57-15,42-79-52 16,-21 72-13-16,7 2 0 16,6 4-1-16,5 1 3 15,6 0-3-15,1 3-3 16,-1 11-31-16,-3 6-30 0,-9 4-51 15,-11 2-22-15,-16 2-144 16</inkml:trace>
  <inkml:trace contextRef="#ctx0" brushRef="#br0" timeOffset="3962.65">8465 14562 449 0,'0'0'96'15,"0"0"-49"-15,0 0-7 0,0 0 0 16,0 0-13-16,97 56 1 16,-52-56-7-16,7 0-16 15,6-2-5-15,-3-7-9 16,2-2-6-16,-9 2 15 16,-16 3 0-16,-12 3 5 15,-16 3 33-15,-4 0-4 16,0 0-22-16,0 4-9 15,-10 10 5-15,-2 2-4 16,9 2-3-16,3 2 0 16,0 1-1-16,1 3 0 15,15-4-2-15,7-5-11 16,6-8-4-16,4-7 9 16,-2-4 4-16,0-17 4 15,-7-7 2-15,-6-2 6 0,-11-1 16 16,-7 1 13-16,-3 2-6 15,-22 3-9-15,-8 8-15 16,-1 6-7-16,-4 11-19 16,5 0-81-16,19 8-135 15,11 4-241-15</inkml:trace>
  <inkml:trace contextRef="#ctx0" brushRef="#br0" timeOffset="4301.31">9482 14354 678 0,'0'0'119'0,"0"0"-68"16,0 0-13-16,0 0-24 15,0 0-2-15,0 0-9 16,0-17-3-16,24 17 3 16,7 0-2-16,8 0 0 0,6 0 0 15,6 0 0 1,-1 0-1-16,-4 0-19 0,-5-4-25 15,-8-1-36-15,-15-2-75 16,-14-4-90-16</inkml:trace>
  <inkml:trace contextRef="#ctx0" brushRef="#br0" timeOffset="4501.38">9645 14070 727 0,'0'0'145'15,"0"0"-58"-15,0 0-57 0,0 0-15 16,0 0-15 0,0 0-10-16,-7 28 8 0,7 20 2 15,0 15 2-15,-1 8 6 16,-3 7-8-16,1 1 0 16,3-4-10-16,0-12-53 15,8-17-187-15</inkml:trace>
  <inkml:trace contextRef="#ctx0" brushRef="#br0" timeOffset="5530.03">10200 13505 416 0,'0'0'84'0,"0"0"20"0,0 0-48 15,0 0 1-15,0 0-25 16,0 0-17-16,15-16-11 16,14 16 1-16,9 0 1 15,11 0 8-15,9 0 4 16,12 0-8-16,12 0-9 16,6 0-1-16,3 0-8 15,-9 0-29-15,-6 0-78 16,-16 1 28-16,-18-1-101 15,-20 0-87-15</inkml:trace>
  <inkml:trace contextRef="#ctx0" brushRef="#br0" timeOffset="6377.73">10293 13626 118 0,'0'0'314'0,"0"0"-264"16,0 0 10-16,0 0-19 15,0 0 25-15,0 0-33 16,11-33-33-16,-11 66-1 16,0 17 1-16,-6 17 49 15,-10 12-17-15,-6 16-8 16,-8 11-12-16,-2 10 2 15,1 7-4-15,-3 3-3 16,4 2 6-16,-1 8-11 16,1-2 4-16,4-4-2 15,5-5-4-15,5-13 0 16,5-11 10-16,3-11-10 16,3-12 2-16,1-13 0 0,2-7-2 15,1-8 1-15,1-8-1 16,0-9 1-1,0-8 2-15,0-8-3 0,0-8 0 16,1-1 1-16,5-5 9 16,1 0 15-16,4 0-3 15,-2-3-13-15,3 3-3 16,-2 0-4-16,-1-3-2 16,3 0 3-16,-1 0-1 15,-1 0 4-15,-1 0-2 16,0 0 3-16,3 0-4 15,6 0-3-15,6 0 0 16,5 0 0-16,7 0 0 0,3 4 0 16,6 2-11-16,6-4-11 15,5 3 2-15,4-4-1 16,1 0-49-16,-5-1-33 16,-3 0-88-16,-10 0-124 15</inkml:trace>
  <inkml:trace contextRef="#ctx0" brushRef="#br0" timeOffset="6530.36">10744 15765 812 0,'0'0'130'0,"0"0"-56"16,0 0-30-16,0 0-39 0,0 0-5 16,0 0-19-16,-3-21-5 15,15 23-12 1,-1 4-31-16,-4-2-115 0,-4-4-202 15</inkml:trace>
  <inkml:trace contextRef="#ctx0" brushRef="#br0" timeOffset="12221.7">11387 13808 314 0,'0'0'126'0,"0"0"-52"16,0 0-28-16,0 0-30 16,0 0-2-16,0 0 2 15,0 0-1-15,3-20 17 16,-3 12 10-16,0 2-5 16,0-2-14-16,0-1 1 15,0-1-2-15,0 1-11 16,0 0 7-16,0-4-4 15,-2 6-7-15,-12-3-4 16,-3 1-1-16,-7 3-2 16,-7 2 0-16,-9 4-1 15,-2 0 0-15,-2 7 1 16,2 10 0-16,6 3 0 16,4 8 0-16,4 8 0 15,1 10 5-15,9 9 8 0,6 11-2 16,12 7 3-16,5 3-3 15,26-1-6-15,14-13-5 16,11-12 0-16,13-19-3 16,9-13-21-16,12-14-6 15,6-4-51-15,-4-14-92 16,-10-16-203-16</inkml:trace>
  <inkml:trace contextRef="#ctx0" brushRef="#br0" timeOffset="12536.41">11857 13785 658 0,'0'0'105'16,"0"0"-7"-16,0 0-52 15,0 0-34-15,0 0-10 16,0 0-2-16,-49 51 16 16,35-4-4-16,1 8 0 15,-2 5-4-15,9 4-2 16,0-3-4-16,4-5-2 0,2-11 0 16,0-11-2-16,0-12 1 15,0-8-16-15,8-8-20 16,-2-6-20-16,6-4-70 15,0-23-150-15</inkml:trace>
  <inkml:trace contextRef="#ctx0" brushRef="#br0" timeOffset="12745.34">11845 13788 552 0,'0'0'83'16,"0"0"23"-16,0 0-59 15,78-84-18-15,-47 67-10 16,5 2 6-16,2 0-4 16,1 1-13-16,0 5-5 0,-1-1-3 15,-2 4-2-15,-8 2-33 16,-8 4-50-16,-11 0-37 16,-9 0-94-16,-19 4-101 15</inkml:trace>
  <inkml:trace contextRef="#ctx0" brushRef="#br0" timeOffset="12939.57">11725 13975 349 0,'0'0'143'0,"0"0"-46"16,0 0-47-16,0 0 5 0,0 0 5 15,0 0-25-15,96 26-15 16,-68-30-12-16,2-9-8 15,1 4 0-15,2-2-6 16,-1 5-88-16,-6 1-31 16,-6 0-188-16</inkml:trace>
  <inkml:trace contextRef="#ctx0" brushRef="#br0" timeOffset="13603.38">12210 14150 532 0,'0'0'97'0,"0"0"15"16,0 0-61-16,0 0-43 16,0 0-7-16,0 0 3 15,0 26 33-15,0 2-2 16,-4 6-5-16,-8 5-9 15,-2 2-10-15,0 2-7 16,-1 0 1-16,-2-3-5 16,4-4-1-16,-1-7-14 15,5-6-27-15,2-9-40 0,2-9-98 16,0-5-274 0</inkml:trace>
  <inkml:trace contextRef="#ctx0" brushRef="#br0" timeOffset="14686.28">10883 14682 428 0,'0'0'46'0,"0"0"33"16,0 0-38-16,0 0-4 15,0 0-1-15,0 0 14 16,-16-14-5-16,52 14 20 15,21 0-22-15,21 0-10 16,24 0-7-16,27 4-6 0,26 9-10 16,20 1-6-16,16 4-4 15,1-1-1-15,-1 3-13 16,-10-8-16-16,-13 2 5 16,-20-1 9-16,-20-9 7 15,-22 1 9-15,-27-5-3 16,-22 0 3-16,-21 0 0 15,-17 0 3-15,-15 0-2 16,-4 0-1-16,-7 0-146 16,-19 0-275-16</inkml:trace>
  <inkml:trace contextRef="#ctx0" brushRef="#br0" timeOffset="14843.65">12983 14824 745 0,'0'0'69'0,"0"0"-69"15,0 0-20-15,0 0-130 16,0 0-139-16</inkml:trace>
  <inkml:trace contextRef="#ctx0" brushRef="#br0" timeOffset="17199.6">11123 15076 250 0,'0'0'74'0,"0"0"23"0,0 0-12 15,0 0-8-15,0 0-4 16,0 0-7-16,0 0 9 15,14-61-38-15,-13 57-5 16,-1 2-1-16,0 2-9 16,0 0-6-16,0 0-16 15,0 11 1-15,0 14-1 16,-1 12 3-16,-12 10 4 16,-3 8 0-16,1 4-6 15,0-4-1-15,6-8 0 16,2-6 0-16,2-10-12 15,4-7-13-15,1-7-20 0,0-10-31 16,1-7-48 0,13 0 11-16,4-15-203 0</inkml:trace>
  <inkml:trace contextRef="#ctx0" brushRef="#br0" timeOffset="17465.62">11471 15137 702 0,'0'0'77'0,"0"0"28"16,0 0-71 0,0 0-34-16,0 0 0 0,0 0 3 15,19 22 8-15,-18 9 2 16,-1 6-6-16,0 4-3 15,0-1-2-15,-3-1 0 16,-4-3-2-16,-2-3-7 16,0-5-35-16,-2-5-57 15,0-9-98-15,3-12-231 16</inkml:trace>
  <inkml:trace contextRef="#ctx0" brushRef="#br0" timeOffset="17650.92">11341 15280 776 0,'0'0'51'16,"0"0"21"-16,0 0-68 15,0 0-2-15,0 0-2 16,0 0 3-16,110-11-3 16,-64 11-1-16,5 0-17 15,1 0-35-15,-2-1-82 16,-4-13-58-16,-4-4-249 15</inkml:trace>
  <inkml:trace contextRef="#ctx0" brushRef="#br0" timeOffset="18132.09">11748 15075 802 0,'0'0'77'15,"0"0"-67"-15,0 0 23 16,0 0 1-16,57 109-12 15,-43-61-5-15,-3-1-4 16,1-1-13-16,-3-2 2 16,-2-9 0-16,-2-10-1 15,-4-9-1-15,-1-7 0 16,0-8-7-16,0-1 4 16,-6-1 2-16,-7-19 1 15,0-5-9-15,3-6 7 16,7 0 1-16,3 2 0 15,11 2-4-15,17 5-5 0,8 4-1 16,7 3-11-16,2 3-7 16,0 4-8-16,-5 2-3 15,-4 0 7-15,-5-1-28 16,-5 0 38-16,-9-4 15 16,-8 2 8-16,-7 0 2 15,-2 2 39-15,0 3 18 16,0 0-7-16,-3 4-3 15,-6 0-14-15,-1 17-21 16,-1 16-2-16,-4 9 4 16,2 8 0-16,-2 7-10 15,1 0-3-15,2-4-2 0,1-1-1 16,0-9-6 0,2-5-20-16,0-6-47 0,5-15-154 15</inkml:trace>
  <inkml:trace contextRef="#ctx0" brushRef="#br0" timeOffset="18325.28">12333 15395 951 0,'0'0'69'15,"0"0"-37"-15,0 0-31 16,0 0-2-16,0 0 2 15,10 75 1-15,-10-41-2 16,0 1-7-16,0-1-21 0,0-2-10 16,2-4-56-16,-1-9-156 15</inkml:trace>
  <inkml:trace contextRef="#ctx0" brushRef="#br0" timeOffset="18831.42">12621 15430 947 0,'0'0'70'0,"0"0"-49"15,0 0-20-15,0 0-2 16,-3 79 2-16,-5-43-1 16,0-2 0-16,3-2 0 0,5-3-5 15,0-11-19-15,0-10-9 16,13-8-13-16,9-10-15 15,8-21-23-15,1-8 2 16,-2-2 44-16,-5 0 15 16,-3 10 23-16,-2 6 0 15,-5 11 1-15,0 9 32 16,-2 5 46-16,0 0-21 16,1 8-20-16,0 13-10 15,-2 4-8-15,0 4-11 16,-3 4-6-16,-2 1 0 15,-6-2-1-15,0-6 0 0,0-4-2 16,0-10-19 0,0-10-41-16,7-2-42 0,11-21 86 15,6-13 3-15,2-7 13 16,-2-3 27-16,-7-8 38 16,-5 0-16-16,-12 2 7 15,0 7-6-15,-12 10 0 16,-3 10-23-16,0 15-18 15,3 8-9-15,0 0-8 16,1 19-30-16,3 9-16 16,-1 0-99-16,0-4-193 15</inkml:trace>
  <inkml:trace contextRef="#ctx0" brushRef="#br0" timeOffset="19065.39">13284 15161 506 0,'0'0'432'15,"0"0"-395"-15,0 0-32 16,0 0 5-16,48 127 2 16,-48-46 2-16,-2 8-5 15,-20 7-5-15,-11-5-2 16,-8-4-2-16,-4-11-4 15,-3-12-37-15,2-11-29 16,-3-17-79-16,-6-18-65 0</inkml:trace>
  <inkml:trace contextRef="#ctx0" brushRef="#br0" timeOffset="19597.52">11150 14839 446 0,'0'0'143'0,"0"0"-45"16,0 0 6-16,0 0-68 16,-103-25-12-16,66 48-3 15,-4 12 7-15,-2 9-7 16,4 13 1-16,5 7-2 15,7 16-4-15,8 7-9 16,8 5-3-16,11 0-4 16,0-5-1-16,24-12-21 15,15-13-62-15,15-20-142 0,14-23-378 16</inkml:trace>
  <inkml:trace contextRef="#ctx0" brushRef="#br0" timeOffset="20236.1">13686 15025 645 0,'0'0'146'0,"0"0"-82"16,0 0-16-16,0 0-18 15,0 0-25-15,0 0-4 16,-6 19 2-16,-2 19 17 16,-1 5-3-16,-1 7-10 0,4 1-6 15,3-7-1-15,1-9-6 16,2-7-48-16,0-16-80 16,11-12-120-16</inkml:trace>
  <inkml:trace contextRef="#ctx0" brushRef="#br0" timeOffset="20520.76">13955 14512 913 0,'0'0'12'0,"8"-75"16"15,-4 58-6-15,-2 8-15 16,-1 6-6-16,-1 3-1 16,0 2 0-16,0 22-2 15,-3 15 2-15,-9 11 0 16,0 6 1-16,-1 2 0 16,4-2 0-16,2 5-1 15,2-8-15-15,1-7-58 16,4-13-123-16,0-20-200 0</inkml:trace>
  <inkml:trace contextRef="#ctx0" brushRef="#br0" timeOffset="20724.68">13778 14604 273 0,'0'0'592'15,"0"0"-515"-15,0 0-57 16,0 0-20-16,0 0 0 15,0 0 0-15,-4-8 0 16,34 10 6-16,14-1-5 16,13-1 0-16,8 0-1 15,6 0-33-15,2-1-45 16,-1-13-140-16,-7-3-405 0</inkml:trace>
  <inkml:trace contextRef="#ctx0" brushRef="#br0" timeOffset="21232.13">14877 13943 644 0,'0'0'110'0,"0"0"-62"15,-112-2-24-15,65 22 1 16,0 6-3-16,6 8-2 15,5 7-6-15,9 6 1 16,11 10-8-16,11 1 0 16,5-2-1-16,24-6-6 15,27-9-12-15,22-14-50 16,14-12-67-16,11-15-57 16,6 0-260-16</inkml:trace>
  <inkml:trace contextRef="#ctx0" brushRef="#br0" timeOffset="21464.97">15353 13906 788 0,'0'0'63'0,"0"0"5"16,0 0-60-16,0 0-6 15,0 0 2-15,-79 109 11 16,57-45-2-16,-1 6-2 15,7 3-4-15,0-1-4 16,8-8-2-16,6-9-1 16,2-11-6-16,2-15-31 15,10-9-37-15,9-17-75 16,6-3-81-16</inkml:trace>
  <inkml:trace contextRef="#ctx0" brushRef="#br0" timeOffset="21654.61">15429 13819 719 0,'0'0'14'15,"0"0"32"-15,0 0-38 16,0 0-8-16,0 0 0 16,0 0 1-16,64 11-1 15,-34 1 0-15,4 1-7 16,2-2-67-16,0-5-65 15,-6-4-347-15</inkml:trace>
  <inkml:trace contextRef="#ctx0" brushRef="#br0" timeOffset="21844.48">15225 14098 645 0,'0'0'112'0,"0"0"-85"15,0 0 15-15,12 97-24 16,22-73 1-16,8-2-10 16,8-5-9-16,6-3-1 15,9-7-49-15,8-7-99 16,5 0-114-16</inkml:trace>
  <inkml:trace contextRef="#ctx0" brushRef="#br0" timeOffset="22243.57">15798 14341 684 0,'0'0'15'0,"0"0"-10"16,0 0 62-16,0 0 7 15,0 0-39-15,0 0-16 16,73 23-9-16,-70-4-4 0,-3 8-2 16,0 4-2-16,-18 3 3 15,-9 0-4-15,-6 0-1 16,-1-5 0-16,8-3-14 16,4-8-8-16,10-6 9 15,7-7 10-15,5-2 1 16,0-3 2-16,14 0 2 15,17-7 11-15,8-9-5 16,7 1 1-16,6 1 3 16,3 6-8-16,1 2-3 15,-4 6-1-15,-8 0-22 16,-11 0-57-16,-11 0-117 0,-11 0-181 16</inkml:trace>
  <inkml:trace contextRef="#ctx0" brushRef="#br0" timeOffset="22396.17">16045 14625 851 0,'0'0'81'16,"0"0"-39"-16,0 0-42 15,0 0-17-15,0 0-48 16,0 0-178-16,5 46-384 15</inkml:trace>
  <inkml:trace contextRef="#ctx0" brushRef="#br0" timeOffset="23027.34">14392 14897 502 0,'0'0'99'16,"0"0"-21"-16,0 0-8 15,0 0-35-15,0 0-18 16,0 0 17-16,83 0-1 15,-9 2-11-15,31 0 4 16,29 4-7-16,31-1-7 16,30-1-8-16,16-1-2 15,16 0-1-15,-5-2-2 16,-12 2-3-16,-20 1 1 0,-24 2 2 16,-31-3-1-16,-29 1-8 15,-30-2-15-15,-31 3-10 16,-23-5-91-16,-19 0-120 15</inkml:trace>
  <inkml:trace contextRef="#ctx0" brushRef="#br0" timeOffset="23183.22">16627 14956 465 0,'0'0'432'0,"0"0"-370"15,0 0-53-15,0 0-9 0,0 0-52 16,0 0-83 0,-55 55-131-16</inkml:trace>
  <inkml:trace contextRef="#ctx0" brushRef="#br0" timeOffset="24053.95">14707 15366 613 0,'0'0'64'0,"0"0"86"15,0 0-100-15,0 0-36 16,0 0-14-16,0 0 8 16,3 47 5-16,-3-7 6 15,0 7-2-15,-2 3-13 16,-5-1 1-16,1 1-5 15,-2-6-22-15,4-8-53 16,3-13-134-16,1-14-236 16</inkml:trace>
  <inkml:trace contextRef="#ctx0" brushRef="#br0" timeOffset="24296.28">15069 15337 553 0,'0'0'326'0,"0"0"-254"16,0 0-53-16,0 0-18 15,0 0-1-15,0 0 1 16,-30 75-1-16,13-29 1 16,0 4 0-16,1 1-1 15,4-3 0-15,3-6-11 16,0-7-39-16,8-7-27 15,1-11-84-15,0-10-33 16,0-7-206-16</inkml:trace>
  <inkml:trace contextRef="#ctx0" brushRef="#br0" timeOffset="24491.67">14900 15577 663 0,'0'0'139'0,"0"0"-49"16,0 0-49-16,0 0-28 15,0 0-13-15,0 0 0 16,-70-12-1-16,70 23 2 16,23 0 1-16,10 1 0 15,9-3-2-15,9-2-10 16,4-7-30-16,6 0-22 0,9-2-80 16,3-16-104-16</inkml:trace>
  <inkml:trace contextRef="#ctx0" brushRef="#br0" timeOffset="24892.6">15473 15327 800 0,'0'0'75'15,"0"0"-30"-15,0 0-37 0,0 0-4 16,0 0 13-16,67 84-3 16,-63-34 3-16,-4 8-6 15,0 0-4-15,-15-5-3 16,1-9-4-16,0-9 2 16,3-10-1-16,7-10-1 15,1-8 2-15,3-7-1 16,0 0 1-16,0-12 4 15,0-16-5-15,4-9-1 16,8-5 0-16,6-1-1 16,3 3 1-16,6 8-1 15,1 7-16-15,2 9-8 16,-3 8 11-16,-5 5-3 16,-4 3-5-16,-4 8-52 0,-2 11-82 15,-2-3-21-15,-4-1-242 16</inkml:trace>
  <inkml:trace contextRef="#ctx0" brushRef="#br0" timeOffset="25112.39">15927 15444 879 0,'0'0'80'16,"0"0"-8"-16,0 0-53 15,0 0-19-15,0 0 0 16,-58 106 2-16,35-47-1 0,-2 10-1 16,0-2 1-16,-2 1-1 15,2 0-12-15,1-5-21 16,3-9-18-16,2-16-115 16,8-18-357-16</inkml:trace>
  <inkml:trace contextRef="#ctx0" brushRef="#br0" timeOffset="25322.08">16130 15665 526 0,'0'0'422'0,"0"0"-402"15,0 0-19-15,0 0 0 16,0 0 0-16,-28 107-1 15,-1-63 1-15,3 6-1 16,0-3-3-16,7-4-48 16,4-9-119-16,8-12-191 15</inkml:trace>
  <inkml:trace contextRef="#ctx0" brushRef="#br0" timeOffset="25774.9">16235 15761 483 0,'0'0'481'0,"0"0"-432"16,0 0-47-16,0 0-2 0,-8 79 3 15,-2-42-3-15,-1-3-2 16,4-5 1-16,2-7-7 16,5-6-19-16,0-8-26 15,5-8-24-15,19-5-36 16,5-25-7-16,6-7-24 15,-1 0 123-15,-5 5 21 16,-9 10 117-16,-6 9-16 16,-7 10 42-16,1 3-99 15,-2 0-35-15,-2 16 0 16,1 5-6-16,-5 5-1 16,6 3-1-16,-1-1-1 0,4-1 0 15,4-5 0 1,0-5-22-16,-3-10-43 0,2-7-49 15,3-2 76-15,2-24 38 16,0-9 1-16,0-6 45 16,-7-5 48-16,-4 0-32 15,-1 0-2-15,-5 13-12 16,0 10-16-16,0 12-22 16,-11 11-10-16,-12 0-10 15,-4 11-42-15,-3 11-104 16,5-2-184-16</inkml:trace>
  <inkml:trace contextRef="#ctx0" brushRef="#br0" timeOffset="26024.08">16833 15498 801 0,'0'0'62'0,"0"0"-17"16,0 0-43-16,3 76 17 16,-20-13 13-16,-6 9-6 15,2 12-10-15,0 3-11 16,-3-1-1-16,-5-6-4 0,-2-13 0 16,-4-10-14-16,-1-16-28 15,0-9-62-15,-3-16-100 16,-7-15-263-16</inkml:trace>
  <inkml:trace contextRef="#ctx0" brushRef="#br0" timeOffset="26595.37">14607 15275 581 0,'0'0'50'15,"0"0"48"-15,0 0-49 16,0 0-32-16,0 0 8 0,0 0 16 15,-102 112-1 1,76-41-8-16,7 11-16 0,7 8-7 16,12 11-5-16,4-1-4 15,26-8-27-15,12-15-96 16,16-26-109-16</inkml:trace>
  <inkml:trace contextRef="#ctx0" brushRef="#br0" timeOffset="27289.55">17142 15182 649 0,'0'0'24'16,"0"0"52"-16,0 0-62 16,0 0-10-16,94-31 17 15,-63 31-1-15,2 0-7 0,-5 4-3 16,-6 14-7 0,-5 6-3-16,-11 6 0 0,-6 5-6 15,-3-2-73-15,-20-1-14 16,-2-2 6-16,0-7-22 15,4-3 40-15,1-7 61 16,8-4 8-16,5-6 86 16,6-2 19-16,1 0-50 15,0 1-22-15,3-2 19 16,16 0-3-16,5 0-37 16,1 0-9-16,5 0-2 15,3-9-1-15,2-3 0 16,4-5-21-16,2-2-51 15,2-3-34-15,-2-8-218 16</inkml:trace>
  <inkml:trace contextRef="#ctx0" brushRef="#br0" timeOffset="27572.86">17923 14601 870 0,'0'0'18'0,"0"0"25"15,0 0-21-15,0 0-14 16,0 0-8-16,0 0-1 0,-8-19-5 16,-12 62 6-16,-6 19 2 15,-3 11 1-15,8 1-3 16,2-4 0-16,5-13-9 15,5-15-32-15,2-11-31 16,6-11-53-16,1-8 3 16,0-12-167-16</inkml:trace>
  <inkml:trace contextRef="#ctx0" brushRef="#br0" timeOffset="27743.44">17713 14858 500 0,'0'0'94'0,"0"0"6"15,0 0-23-15,0 0-69 16,0 0-8-16,0 0-1 16,-22-32 0-16,31 32 2 0,17 0 15 15,14 4 10-15,8 0-26 16,6-1-8-16,3-3-107 16,-1 0-47-16,1-3-354 15</inkml:trace>
  <inkml:trace contextRef="#ctx0" brushRef="#br0" timeOffset="27905.82">18265 14804 779 0,'0'0'73'0,"0"0"-41"16,0 0-27-16,0 0-5 0,0 0-17 15,0 0-62-15,116 20-138 16,-62-17-308-16</inkml:trace>
  <inkml:trace contextRef="#ctx0" brushRef="#br0" timeOffset="28039.68">18828 14773 667 0,'0'0'96'0,"0"0"-40"15,0 0-56-15,0 0-8 16,0 0-23-16,0 0-48 15,41 14-9-15,-16-10-201 16</inkml:trace>
  <inkml:trace contextRef="#ctx0" brushRef="#br0" timeOffset="28376.31">20004 14740 865 0,'0'0'40'16,"0"0"29"-16,0 0-27 15,0 0-41-15,0 0-1 16,0 0-8-16,85-42-20 16,-52 64-45-16,4-1-134 15,5-5-195-15</inkml:trace>
  <inkml:trace contextRef="#ctx0" brushRef="#br0" timeOffset="29295.46">20031 13600 415 0,'0'0'39'0,"0"0"34"15,0 0-13-15,94-17-37 16,-41 17 2-16,8 0-11 16,5-1 2-16,3-1-4 15,-5-2 8-15,-2-1 4 16,-5 2-1-16,-9 0-6 0,-6 2-16 16,-18 1 0-16,-5 0-1 15,-10 0-2-15,-7 7-6 16,-2 14-11-16,0 11 10 15,-3 16 8-15,-16 13 1 16,-9 21-1-16,-8 17 1 16,-8 19 3-16,-1 16 12 15,-1 10 0-15,11 9-6 16,10 4-1-16,13-3-4 16,10-7-3-16,2-17 2 15,7-18-1-15,6-17-2 16,0-17 0-16,-2-17 0 15,-7-17 9-15,-2-10 16 0,-2-8 15 16,0-5-16-16,0-1-9 16,-9-3-10-16,-5 3 1 15,0-1-4-15,0-4 1 16,1-2-3-16,4-5 3 16,3-2-3-16,3-6 3 15,3 2-2-15,0-2 2 16,0 0-3-16,0 0-4 15,0 3-53-15,0-2-149 16,4-1-217-16</inkml:trace>
  <inkml:trace contextRef="#ctx0" brushRef="#br0" timeOffset="29487.32">20375 15722 733 0,'0'0'150'0,"0"0"-77"16,0 0-25-16,0 0-24 15,0 0-11-15,0 0-13 16,-3 2 2-16,0 8-4 16,1 0 0-16,-3 2-24 15,-1-2-25-15,0-1-59 16,1-1-89-16,4-3-83 16,-1 0-60-16</inkml:trace>
  <inkml:trace contextRef="#ctx0" brushRef="#br0" timeOffset="29853.61">20342 15847 205 0,'0'0'290'0,"0"0"-141"0,0 0-15 16,0 0-48-16,0 0-19 15,0 0-13-15,-28-47-7 16,24 37-7-16,2 4-7 16,2 5-21-16,0 1-12 15,0 0-2-15,0 0-8 16,-1 0-7-16,-4 7-1 15,-2 0-4-15,-5 0 9 16,-3-1 5-16,0-3 5 16,-4-3-3-16,-1 0 5 15,1 0 1-15,-4 0 0 16,0-6 0-16,3 1-2 0,5 2 0 16,8 1-4-16,4 2-9 15,1 0 10-15,2 0 2 16,0 0 1-16,0 0-5 15,0 0 0-15,0 0 5 16,0 0-1-16,2 0 3 16,5 0 0-16,5 0-14 15,4 0-56-15,1 0-153 16,1 0-433-16</inkml:trace>
  <inkml:trace contextRef="#ctx0" brushRef="#br0" timeOffset="30219.82">20284 15754 294 0,'0'0'429'0,"0"0"-283"15,0 0-104-15,0 0-42 16,0 0-2-16,0 0-2 16,-22-25 1-16,19 31-6 15,3-3-2-15,0 4 3 16,0-1 6-16,4 1 2 15,17 3-3-15,5-3-6 16,4 2-24-16,4-5-14 16,-3-2 16-16,-1-2 14 15,-6 0 9-15,-6 0-10 0,-8-7 7 16,-4-1 10 0,-6 2 1-16,0 0-10 0,-16 1-54 15,-5 2-22-15,1 2 0 16,0-2 29-16,6 1 57 15,2-1 5-15,6 1 61 16,2-1 46-16,4 0-9 16,0 3-1-16,9 0-102 15,10 0-10-15,-1 6-111 16,-2-2-164-16</inkml:trace>
  <inkml:trace contextRef="#ctx0" brushRef="#br0" timeOffset="39077.62">4014 16034 492 0,'0'0'64'16,"0"0"-57"-16,0 0 41 15,0 0 31-15,-40 94-7 16,22-52-22-16,0 3-23 16,3 0-10-16,3-2-7 15,3-5-4-15,3-7-4 0,2-9 1 16,2-10-3 0,1-6 1-16,1-6 0 0,0 0-1 15,0-15 5-15,0-19-5 16,7-12-16-16,4-5-1 15,2-6 0-15,2-2-12 16,0 0-8-16,3 5-17 16,3 7 25-16,-1 12 29 15,0 11 1-15,1 10 21 16,-6 10 10-16,6 4-17 16,-2 14-6-16,6 20 0 15,-2 10 5-15,2 7-8 16,-1 4-3-16,0-6-1 15,-6-5-2-15,1-8-42 16,-5-13-40-16,2-9-4 0,-4-12-54 16,0-2 108-16,-2-18 32 15,-2-11 5-15,5-8 2 16,-2-6-2-16,1-3 3 16,1-2 14-16,4-1-18 15,0 2-1-15,1 5-1 16,3 6-2-16,-3 5 1 15,0 8 40-15,-3 4 31 16,-5 7-26-16,-1 3 4 16,-6 5 44-16,0 4-41 15,0 0-45-15,-1 11-5 16,5 17 0-16,-2 16 2 0,0 14 18 16,-2 8-4-1,-1 5 1-15,1-4-12 0,0-2 0 16,3-4-3-16,-1-7 0 15,-4-10-5-15,-1-12 2 16,0-13-2-16,0-9 2 16,0-10-1-16,0 0 4 15,0-12 3-15,0-17-2 16,6-14-6-16,1-6 0 16,-1-4-8-16,-5-2-13 15,-1 0-18-15,4-4-19 16,5-2-40-16,10 5 6 0,6 6-16 15,7 9 87-15,-2 15 21 16,-4 10 37-16,-3 9 32 16,-5 7-9-16,-2 7-22 15,-5 20-11-15,-7 15-4 16,-4 6-6-16,-7 0-9 16,-17-2 0-16,-3-10-2 15,3-4-5-15,3-9 1 16,2-5-2-16,4-6 0 15,3-5 0-15,9-5-23 16,3-2-31-16,0 0 9 16,18-12-31-16,10-13-190 15,8-9-80-15</inkml:trace>
  <inkml:trace contextRef="#ctx0" brushRef="#br0" timeOffset="39444.42">4915 15916 475 0,'0'0'169'15,"0"0"11"-15,0 0-93 16,0 0-55-16,0 0-27 15,0 0-4-15,-1 45 11 16,-7-4 5-16,-1 2-9 16,9-1-5-16,0 0 2 15,0-4-4-15,8-3-1 16,14-4 0-16,9-5-10 16,7-8-22-16,4-12-30 15,2-6-29-15,-2-3-37 0,-1-21 7 16,-8-9-13-16,-7-9 72 15,-10-6 62 1,-6-6 37-16,-5-3 71 0,-5-2 16 16,-7 4 12-16,-14 10-33 15,0 18-27-15,5 11-31 16,11 15-25-16,5 1-20 16,0 17-2-16,0 14-2 15,0 13 3-15,9 3 2 16,9-2-1-16,9-2 0 15,4-8-4-15,5-7-19 16,9-8-26-16,14-13-62 16,-2-7-174-16</inkml:trace>
  <inkml:trace contextRef="#ctx0" brushRef="#br0" timeOffset="39960.33">5642 16213 657 0,'0'0'119'0,"0"0"-69"15,0 0-49-15,0 0 0 0,0 0 4 16,0 0 7 0,90 0-5-16,-39-2-2 0,7-1-2 15,6-3-2-15,10 2 1 16,1-3-2-16,-1 0-1 16,-7-3-27-16,-15 1-69 15,-19-4 56-15,-15 2 16 16,-17 1 13-16,-1-1-2 15,-12 0 10-15,-18 3-8 16,-4 1-7-16,0 3 19 16,10 1 1-16,8 3 34 15,5 0-14-15,8 0-14 16,3 14-6-16,0 1 12 16,0 0 15-16,6 4 36 0,6-1-23 15,-3 2-2-15,1 0-15 16,-2-2-14-16,-5-1-2 15,-3-1-1-15,0-2-7 16,0-1 2-16,-21 1-2 16,-3-1-34-16,-4-1-119 15,-1-7-211-15</inkml:trace>
  <inkml:trace contextRef="#ctx0" brushRef="#br0" timeOffset="40360.24">6693 15986 780 0,'0'0'98'0,"0"0"-46"15,0 0-39-15,0 0-10 16,0 0-1-16,-12 98 10 15,2-48-6-15,2 4-4 16,5-2 1-16,-1-2-2 16,4-5-1-16,-2-8-1 15,-1-10-39-15,3-12-53 16,0-10-87-16,0-5-91 16,0-13-9-16</inkml:trace>
  <inkml:trace contextRef="#ctx0" brushRef="#br0" timeOffset="40878.42">6662 16237 319 0,'0'0'115'15,"0"0"9"-15,-3-72-57 16,3 61 45-16,0 9-35 16,0 2-48-16,1 0-28 15,14 0 2-15,6 5 9 16,4 3 7-16,7-3 1 16,2-4-1-16,6-1-14 15,3 0-1-15,-4 0-3 16,-3-3 0-16,-6-7 0 15,-8 2 0-15,-8 1 0 16,-4 1-1-16,-7 5 2 16,1 1 2-16,3 0-4 15,-1 0-2-15,1 12 0 16,3 5 2-16,-2 8 2 16,4 1-2-16,0 5 0 0,6 2 1 15,4-1-1-15,5-3-3 16,3-9-31-16,-3-8-29 15,-2-10-34-15,-1-2 38 16,-6-8 29-16,-2-15 30 16,-1-6 0-16,-5-5 1 15,-4-3 7-15,-6-2 21 16,0-4 2-16,-3 2 22 16,-11 4-12-16,0 9 5 15,5 10-4-15,3 14-14 16,5 4-27-16,1 4 0 15,0 17-1-15,0 7 1 16,0 4-1-16,3-3 0 0,10-3 0 16,8-9 0-1,-2-2 0-15,3-8-1 0,5-7-6 16,2 0-19-16,-1-2-26 16,-1-15-64-16,-8-5-35 15</inkml:trace>
  <inkml:trace contextRef="#ctx0" brushRef="#br0" timeOffset="41244.62">7578 16223 624 0,'0'0'48'0,"0"0"-42"16,0 0-4-16,0 0 3 15,89-24 4-15,-64 16-6 16,1 2 0-16,-1-2-2 16,-7-4 0-16,-5 1 0 15,-8 0 2-15,-5-1-3 16,0 1 4-16,-12 3-2 16,-15 2-2-16,-10 4 2 15,-2 2-2-15,3 0 1 16,6 3 3-16,8 11 13 15,5 6-11-15,10 4-1 0,7-1 1 16,0 4-3 0,12 1 3-16,13-5 4 0,11-3-5 15,3-6-2-15,10-3-2 16,4-7-1-16,-3-4-122 16,-6 0-349-16</inkml:trace>
  <inkml:trace contextRef="#ctx0" brushRef="#br0" timeOffset="41412.34">7857 16322 854 0,'0'0'57'0,"0"0"-52"0,0 0-2 15,0 0-2-15,0 0-1 16,0 0-70-16,61 11-138 15,-58-12-373-15</inkml:trace>
  <inkml:trace contextRef="#ctx0" brushRef="#br0" timeOffset="42241.65">8335 15663 94 0,'0'0'407'0,"0"0"-286"16,0 0-24-16,0 0-31 16,0 0-53-16,0 0-10 15,0 37 31-15,-6 12 22 16,-11 15-15-16,-2 11-17 16,-3 6-13-16,0-1-9 0,6-5 0 15,7-8-1-15,4-8 1 16,5-9-2-16,0-11 0 15,0-12-8-15,0-10-21 16,0-12-11-16,10-5-10 16,4-11 38-16,2-21-62 15,2-11 5-15,1-7 26 16,-3-6-40-16,1-2-120 16,-5-2 50-16</inkml:trace>
  <inkml:trace contextRef="#ctx0" brushRef="#br0" timeOffset="42558.47">8383 15775 377 0,'0'0'181'16,"0"0"-29"-16,0 0-44 0,0 0-67 16,0 0-31-1,-118 15 12-15,78 25 7 0,6 0-14 16,7-2-10-16,9-5-4 16,9-11 1-16,0-9-2 15,6-6 2-15,3-7-4 16,0 0-13-16,0-20 11 15,13-13-52-15,8-11-23 16,9-2-24-16,5-1-1 16,1 8-70-16,-3 4 49 15,-3 11 125-15,-9 10 67 16,-6 11 37-16,-1 3-26 0,-7 5-51 16,-1 19-6-16,-3 10 13 15,0 8-3-15,6 5-7 16,6-2-20-16,2-4 1 15,6-6-5-15,1-10-6 16,-2-11-52-16,-2-9-203 16</inkml:trace>
  <inkml:trace contextRef="#ctx0" brushRef="#br0" timeOffset="42697.12">8529 15838 862 0,'0'0'9'0,"0"0"-9"16,0 0-17-16,0 0-57 16,0 0-62-16,0 93-188 15</inkml:trace>
  <inkml:trace contextRef="#ctx0" brushRef="#br0" timeOffset="46696.13">4523 16872 313 0,'0'0'44'16,"0"0"1"-16,0 0 65 15,32 72-30-15,-19-38-19 16,3 7 12-16,3 5-32 16,-1 2-12-16,-1-2-11 15,-3-7-6-15,-3-5-4 16,-2-8-5-16,-2-7 0 15,-5-9 1-15,-2-4-3 16,0-5 11-16,0-1 28 16,0 0 10-16,-3 0-23 15,-9-1-17-15,0-7-4 0,-1-7-1 16,4-4 1 0,4-8-4-16,5-4-2 0,0-8-5 15,25-3 3 1,11-5-7-16,6 2-9 0,7 3-16 15,-2 5-8-15,-4 11 5 16,-12 9 10-16,-13 11-46 16,-12 6-61-16,-6 0-179 15</inkml:trace>
  <inkml:trace contextRef="#ctx0" brushRef="#br0" timeOffset="47270.66">5112 17154 687 0,'0'0'153'0,"0"0"-78"16,0 0-38-16,0 0-21 15,0 0-16-15,0 0 0 16,-36-12-2-16,36 13-2 16,14 8 3-16,8 2 1 15,14-3 2-15,6-5-2 16,11-3-2-16,8 0-20 0,6-1 9 16,8-7 11-1,10-5-2-15,-4 3-4 0,-4-6 7 16,-13-4 0-16,-10 3 1 15,-18-2 0-15,-11 2-1 16,-10 1 1-16,-10 1-16 16,-5 2-2-16,0 2 6 15,-23 0 9-15,-9 7 0 16,-6 1 2-16,2 3 1 16,8 0 4-16,8 0-1 15,10 7-3-15,7 12-1 16,3 8 0-16,0 0 0 0,9 3 2 15,6-2 0-15,3-4 1 16,-5-6 0-16,-2-4 2 16,-8-5 3-16,1-4 4 15,-4 0 2-15,0 0 4 16,-12 1 0-16,-6 2-11 16,-3 2-6-16,2 0 0 15,6-1-89-15,1-1-152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22:01.528"/>
    </inkml:context>
    <inkml:brush xml:id="br0">
      <inkml:brushProperty name="width" value="0.05292" units="cm"/>
      <inkml:brushProperty name="height" value="0.05292" units="cm"/>
      <inkml:brushProperty name="color" value="#FF0000"/>
    </inkml:brush>
  </inkml:definitions>
  <inkml:trace contextRef="#ctx0" brushRef="#br0">6672 16871 319 0,'0'0'166'15,"0"0"-91"-15,0 0 30 16,0 0-86-16,0 0 13 15,0 0 39-15,0 0-47 16,0 0-16-16,-12-43-6 16,12 40 13-16,0 0 13 15,0-1-15-15,0-3-8 16,0 2 6-16,0 0 3 16,0-2-10-16,0-2 9 15,0 1-11-15,0 0 3 16,0 2 6-16,0 5 5 15,0-1-6-15,0 2-1 16,0 0-6-16,0 0-3 0,0 5-5 16,0 21-1-16,0 19 3 15,-4 21 3-15,-11 19 0 16,-2 10 2-16,1 4 0 16,4-7-1-16,7-10-1 15,1-9-10-15,1-9-8 16,2-16 3-16,1-15 7 15,0-16 3-15,0-13 0 16,0-4 5-16,0 0 5 16,0-21 15-16,-3-7-16 15,-3-5-3-15,0-4-1 16,-6 0 0-16,0 3 0 0,0 7 0 16,-1 5 2-16,2 11-1 15,6 7-1-15,1 2 6 16,-2 2-6-16,-3 0-2 15,-3 15 1-15,-5 9-2 16,3 3 3-16,4 3 0 16,7 2-2-16,3-5 0 15,0 0 0-15,20-5 0 16,6-3-1-16,5-7 2 16,3-7-4-16,2-5-16 15,2 0-3-15,3-24-15 16,-2-7-2-16,1-6-22 15,0-9 19-15,-6 0 19 16,-5 0 25-16,-5 5 4 16,-9 11 29-16,-6 8 65 0,-6 11-8 15,-1 8-25-15,-2 3-35 16,4 0-30-16,0 17-7 16,4 5 7-16,2 8 0 15,5 1 2-15,-1 2-2 16,0-3 0-16,-3-4-1 15,1-7-11-15,-2-9-7 16,-3-7-12-16,2-3-1 16,5-13-35-16,1-20-106 15,1-17-391-15</inkml:trace>
  <inkml:trace contextRef="#ctx0" brushRef="#br0" timeOffset="158.01">7126 16900 409 0,'0'0'463'16,"0"0"-365"-16,0 0-54 16,0 0-32-16,0 0-12 15,0 0-6-15,13-31-44 16,-1 56-12-16,-3 5-108 16,-6 4-216-16</inkml:trace>
  <inkml:trace contextRef="#ctx0" brushRef="#br0" timeOffset="606.74">7121 17417 811 0,'0'0'109'16,"0"0"-69"-16,0 0-23 15,0 0-4-15,0 0 0 16,0 0-12-16,15-23-1 15,-5 12 0-15,4-7 0 16,4-4-6-16,-2-5-1 16,1-2 0-16,-4-4-4 15,-1-2 1-15,-5 2 3 16,-2 3-1-16,-5 3 8 0,3 7 2 16,-3 7-1-16,0 8 6 15,3 5-1-15,4 0-6 16,1 7-4-16,5 15 3 15,2 10 1-15,-3 9-1 16,1 7 1-16,-4-1 2 16,-1-2-1-16,-2-4 0 15,-3-7 0-15,-3-9-1 16,0-9 1-16,0-10 5 16,-3-3-4-16,-9-2 11 15,-7-1 0-15,-7 0-7 16,-3 0-4-16,1 0-1 15,3 0-1-15,12 0-18 0,7 0-22 16,6 0-76 0,0-3-311-16</inkml:trace>
  <inkml:trace contextRef="#ctx0" brushRef="#br0" timeOffset="2297.72">7580 17099 269 0,'0'0'289'0,"0"0"-151"16,0 0 1-16,0 0-74 15,0 0-34-15,0 0-21 16,-56 30-3-16,29 1-2 16,3 7-2-16,3-1-1 15,5 1-2-15,7-1 2 16,7-2-2-16,2-3-17 16,8-5-30-16,22-8-28 15,11-14-79-15,12-5 9 16,14-20-130-16,1-14 167 15,-2-4 108-15,-11 1 128 0,-17 7 112 16,-15 9-90-16,-17 5 19 16,-6 3-68-16,-1 6-44 15,-18 0-24-15,-6 7-16 16,0 0-16-16,0 7-1 16,3 10 0-16,6 6-2 15,8 5 1-15,3 6 1 16,5 4-1-16,0 4 0 15,5-6-2-15,14 0-6 16,6-7-8-16,8-5 10 16,2-14 7-16,9-7 0 15,-5-3 1-15,-8-3 0 16,-7-20 1-16,-6-2 1 0,-8-4 0 16,-7 0 3-16,-3-3 0 15,0 2-2-15,-9 2-3 16,-4 5-1-16,-5 1-1 15,3 4-3-15,1 0-8 16,0 4 1-16,3-2-1 16,1 6 9-16,3 3 3 15,1 3 0-15,1 1 1 16,2 0 1-16,-1 1 1 16,2 0 3-16,-1 1-6 15,2 1 7-15,-1-2-6 16,2 2 5-16,0 0-6 15,0 0-1-15,0 0 1 16,0 0 2-16,0 0-2 0,0 0-1 16,0 0 0-16,0 0 2 15,0 0-1-15,0 0 0 16,0 0 0-16,0 0 0 16,0-1 0-16,8-2 0 15,12 2 1-15,6-3-1 16,4 1 0-16,3 1 0 15,1 1-1-15,3-1 1 16,0 2 1-16,-4 0-1 16,-5 0 0-16,-3 0-1 15,-9 0 1-15,-7 0-1 16,-6 3 1-16,-3 10-2 16,0 5 2-16,-3 6 0 0,-9 5 0 15,-1 0 1-15,7-3-1 16,4-1 0-16,2-2-5 15,0-4-9-15,9-5-7 16,8-9-6-16,6-5 5 16,4-2 10-16,3-18 8 15,0-9 4-15,1 0 1 16,-1-5 0-16,-2 3 6 16,-6 4 15-16,-7 12 8 15,-7 5-8-15,-5 10-10 16,0 0-12-16,2 5-1 15,0 10 1-15,-3 4 0 16,1 1 0-16,0 1 1 16,1-4 0-16,2 0-1 0,2-3-1 15,4-4-1-15,-2-5-6 16,2-1-1-16,0-4-3 16,0 0-9-16,4-4-3 15,1-10-1-15,2 2 3 16,-3-2 14-16,-6 8 8 15,0 1 11-15,-4 2 19 16,-2 2 5-16,-2 1-2 16,1 0-14-16,2 0-17 15,9 0-2-15,12 9 0 16,4 5 1-16,2-3-1 0,-5-2 0 16,-9-2-9-16,-9-6-11 15,0-1-4-15,1 0 6 16,1 0 13-16,1 0-6 15,3 0 7-15,-3 0 3 16,4 0 0-16,-1 0-1 16,6 0-2-16,-2 0 4 15,2 4-1-15,0 0 0 16,0-3-8-16,0 1 0 16,6-2 1-16,-2 0-9 15,5 0-14-15,0-11-11 16,-1-11 11-16,4-9 26 15,-1-9 5-15,-1-10 16 16,-3-11 24-16,-7-7 19 16,-7 0 2-16,-1 1-6 0,-3 10-4 15,-2 16-22-15,4 13-10 16,-6 14 0-16,-5 11-19 16,4 3-4-16,2 3-11 15,3 23 1-15,3 12 11 16,-6 12 1-16,-4 10-1 15,-3 5 3-15,0 0 0 16,-6-3 0-16,0-5-1 16,6-9-11-16,0-8 2 15,3-7-19-15,8-11-29 16,0-15-40-16,-3-7-52 16,1-4 19-16,-2-26-305 0</inkml:trace>
  <inkml:trace contextRef="#ctx0" brushRef="#br0" timeOffset="2476.32">9270 16980 771 0,'0'0'21'0,"0"0"65"15,0 0-43-15,0 0-43 16,0 0 1-16,0 0-1 16,-26 32 2-16,26-10-2 15,7 1 0-15,18-4 0 16,11-5 1-16,9-8-1 15,10-6-25-15,2 0-44 16,0-20-114-16,-5-8-209 0</inkml:trace>
  <inkml:trace contextRef="#ctx0" brushRef="#br0" timeOffset="3362.74">8729 17269 216 0,'0'0'110'16,"0"0"18"-16,0 0-17 15,0 0-62-15,0 0 8 16,0 0-5-16,70 28 6 16,-55-9-31-16,-4 3-11 15,-2 1-9-15,2-1-7 16,-3-5 3-16,-4-3 2 16,2-5-5-16,-5-2-15 15,9-7-26-15,-1 0-36 16,5-7 50-16,8-19-30 15,4-4-25-15,3-4-34 16,-3 3 56-16,-2 3 60 16,-4 6 76-16,-8 8 45 0,-3 5-13 15,-3 9 20-15,-2 0-86 16,2 15-41-16,1 11 20 16,-1 6 2-16,1 4-6 15,-3 0-12-15,0-4-3 16,1-1 0-16,-3-7-1 15,5-10-1-15,-1-6-50 16,4-8-66-16,4-2-130 16</inkml:trace>
  <inkml:trace contextRef="#ctx0" brushRef="#br0" timeOffset="16782.94">9882 17006 402 0,'0'0'133'0,"0"0"-43"0,0 0-14 16,0 0-28-16,0 0-10 16,0 0-8-16,0 0-13 15,0 0-16-15,6-55-1 16,-1 55-1-16,3 0 1 16,4 5 2-16,3 9-1 15,2 6 2-15,2 10 8 16,1 4 0-16,-4 8 9 15,-4 4-5-15,-2-1-9 16,-5-3 4-16,-4-3-4 16,-1-14-6-16,0-8 2 15,0-8-1-15,0-5 3 16,0-4-3-16,0 0 0 0,0 0 6 16,0 0-4-16,0-9-3 15,0-3-2-15,0 1-12 16,2-3-10-16,16-2-11 15,9-7-4-15,8-3 12 16,11-7 16-16,7-6 9 16,2-6-2-16,-7 3 3 15,-2 1 1-15,-10 9 7 16,-11 8 3-16,-9 7 15 16,-7 7-4-16,-4 8 0 15,-5-1 10-15,0 3 4 16,0 0-21-16,-12 6-12 15,-2 14-2-15,3 7 1 16,3 5-1-16,7 4 0 16,1 1 1-16,3-4-1 0,12-3 2 15,8-7-1-15,1-8-1 16,3-7 0-16,1-8 0 16,0 0 2-16,1-15-2 15,-2-12 0-15,-3-4-16 16,-8-1 9-16,-6 2 7 15,-7 7 4-15,-3 8-2 16,0 6 23-16,0 6 4 16,0 3-20-16,0 0-9 15,0 16-2-15,6 10 2 16,20 5-2-16,5-2 1 16,3-5 0-16,1-13 0 0,-5-9-6 15,-5-2 7-15,-3-19 1 16,-5-23-1-16,2-13 0 15,-2-11-3-15,-3-2-17 16,-8 5 5-16,-6-1 1 16,-7 8 14-16,-20 9 0 15,-3 13 0-15,8 13 17 16,8 17 1-16,11 4-9 16,3 18-9-16,0 19-2 15,11 18 2-15,4 8 7 16,3 10 2-16,1 4 1 15,-4 5-6-15,-4-3-3 16,-4-9 0-16,-4-11-1 0,-3-10-1 16,0-18 0-16,0-6-23 15,1-11-29-15,5-14-107 16,2 0-208-16</inkml:trace>
  <inkml:trace contextRef="#ctx0" brushRef="#br0" timeOffset="17099.51">11075 17190 614 0,'0'0'117'0,"0"0"7"16,0 0-78-16,0 0-29 15,0 0-7-15,0 0 5 16,32-21 1-16,-21 12-6 0,1-6-6 16,2-7 0-16,-4-2-2 15,-2 1 0-15,-7-3-1 16,-1 2-1-16,-9 5 0 15,-15 4-2-15,-1 10 0 16,4 2-4-16,6 3 4 16,8 3 1-16,7 21 0 15,0 8 1-15,7 7 0 16,18 7 1-16,7-3 0 16,6-6-1-16,7-7 0 15,0-10 0-15,3-10-1 16,-3-10-7-16,-2 0-11 15,-4-7-48-15,-14-13-129 16,-16-6-303-16</inkml:trace>
  <inkml:trace contextRef="#ctx0" brushRef="#br0" timeOffset="17304">10898 16854 548 0,'0'0'21'0,"83"-13"46"16,-41 10 26-16,-3 0-12 15,-2 0-38-15,2-2-23 0,-1 5-14 16,6 0-4 0,1 0-2-16,7 8-30 0,9-2-158 15,7-5-362-15</inkml:trace>
  <inkml:trace contextRef="#ctx0" brushRef="#br0" timeOffset="17867.07">12047 17212 522 0,'0'0'80'0,"0"0"-26"16,0 0 11-16,0 0 11 15,0 0-31-15,0 0-22 16,-13 0-15-16,42 3-1 16,14 0 3-16,15-2-8 15,9-1-1-15,8 0-1 16,1 0-13-16,-2-4-11 0,-5-7-3 16,-9-3-5-16,-15-3-31 15,-17-4 30-15,-13 1 18 16,-15-6 8-16,0 2 5 15,-23 2 2-15,-2 2 2 16,0 4 7-16,5 10 26 16,10 4 6-16,4 2-14 15,6 13-25-15,0 17-1 16,2 9 24-16,11 5 2 16,2 1-1-16,3-1-10 15,-5-6-3-15,2-5-6 16,-11-5-3-16,-4-8-3 15,0 0-1-15,-14 1 4 0,-14-4-4 16,-4 2-16 0,-1-8-96-16,9-9-137 0</inkml:trace>
  <inkml:trace contextRef="#ctx0" brushRef="#br0" timeOffset="18831.48">13040 16948 617 0,'0'0'56'15,"0"0"82"-15,0 0-58 16,0 0-60-16,0 0-19 15,0 0 0-15,-87 78 4 16,69-18 5-16,2 2-5 16,7-2 0-16,7-3-4 15,2-3-1-15,5-6 0 16,20-9-4-16,14-12-35 16,15-23-14-16,11-4 16 15,12-21-13-15,4-16-28 16,-9-4 30-16,-14 2 41 15,-22 1 7-15,-26 6 46 16,-10 5 80-16,-20 6-42 16,-15 9-39-16,1 6-34 0,9 6-6 15,5 0-5-15,11 20-1 16,4 9-2-16,5 7 3 16,0 3 0-16,0 1-1 15,8-2 1-15,4-9-2 16,0-4 2-16,3-11 0 15,5-11 0-15,3-3 3 16,4-13 4-16,3-14 1 16,-6-8-1-16,-6-3-6 15,-8-2-1-15,-10 5-2 16,0 2-20-16,0 5-13 0,0 6-9 16,2 5 28-1,13 4 2-15,5 6 9 0,6 4 5 16,2 3 5-16,4 1 5 15,2 18 5-15,0 5-4 16,-2 6-3-16,-2 0 8 16,-4 2-11-16,-6 1 0 15,-6 1-4-15,-4 3-1 16,-3-3 1-16,-3 0 1 16,-2-6 1-16,-2-8 0 15,0-6-2-15,0-4-1 16,0-9 0-16,-6-1 0 15,-1 0 3-15,-3-8-1 0,1-14-2 16,1-7-12-16,8-5-11 16,0-5-34-16,22-2-96 15,17 5-28-15,13 2-66 16,8 5 77-16,2 2 111 16,4 3 59-16,-2 0 121 15,-1 2 12-15,-2-3 32 16,-12 2-19-16,-15 3-20 15,-14 5 27-15,-14 9-55 16,-6 6-52-16,0 0-34 16,0 9-12-16,-17 20-13 15,-8 13 13-15,-12 9 0 16,7-1 1-16,6-2-1 0,4-4-7 16,10-5-14-16,8-5-19 15,2-5-35-15,0-10-48 16,6-10-43-16,-1-9-305 15</inkml:trace>
  <inkml:trace contextRef="#ctx0" brushRef="#br0" timeOffset="18998.84">13827 17174 845 0,'0'0'41'16,"0"0"-16"-16,0 0-24 0,136-15-1 15,-57 15 3 1,5 4-3-16,11 4-2 16,5 5-36-16,9-2-81 15,1-2-222-15</inkml:trace>
  <inkml:trace contextRef="#ctx0" brushRef="#br0" timeOffset="19680.31">15460 17333 624 0,'0'0'68'0,"0"0"12"0,0 0-31 15,0 0-19-15,0 0-9 16,-97 37 4-16,80-4-7 15,6-2-4-15,5-1-11 16,6-6 4-16,0-3-1 16,9-8-2-16,8-6-1 15,3-7 4-15,3 0 3 16,3-17-1-16,-4-19-5 16,-5-13-4-16,-9-8-3 15,-8-6-18-15,0-6 1 16,-21-1 4-16,-3-2 7 15,-1 9 9-15,10 8 0 0,11 18-11 16,4 9-27 0,8 12 13-16,19 8 17 0,9 8 7 15,2 2 1-15,6 24 0 16,-1 13 4-16,-2 14 4 16,-6 11 4-16,2 6 5 15,-1 8-2-15,-1 0 5 16,-1 3-1-16,-4 1-8 15,-6-2-4-15,-5-5 2 16,-5-7-7-16,1-9 0 16,0-6 0-16,1-11 0 15,2-11-1-15,-3-10-1 16,1-10 0-16,-1-8 0 16,4-3 0-16,2-15 1 0,2-14 0 15,-2-10-1-15,-4-6 0 16,-8-8 1-16,-3-4-1 15,-6-4 3-15,0 0-2 16,-22 5 2-16,-12 7-3 16,-2 9 0-16,-1 10-10 15,5 9-41-15,13 8 11 16,14 5 7-16,5 5-37 16,29 2-62-16,21-2-18 15,22-2-94-15</inkml:trace>
  <inkml:trace contextRef="#ctx0" brushRef="#br0" timeOffset="20645.52">17174 17036 653 0,'0'0'57'15,"0"0"6"-15,-110-38-44 16,63 38-10-16,1 25-8 15,0 11 5-15,4 9-5 16,11 3 0-16,7 5 0 16,15 0-1-16,9 0 0 15,5-6 1-15,34-11-2 16,20-17-34-16,22-18-4 0,11-1 19 16,1-18-8-16,-5-9 3 15,-20-2 16-15,-21 2 9 16,-20 1 29-16,-21 4 81 15,-6 1-42-15,-19 6-25 16,-15 1-26-16,-4 9-17 16,2 5 0-16,6 0 2 15,13 5-4-15,6 15-1 16,5 6-5-16,6 4 7 16,0 4-9-16,11-7 3 15,12-5-3-15,15-13 1 16,4-9 9-16,3 0 1 0,1-18 3 15,-8-2-4 1,-11-1 3-16,-8-1 6 0,-12 2 6 16,-7-1-4-16,0 4 0 15,0 4-4-15,-3 6-2 16,0 2-3-16,-1 5-2 16,4 0-3-16,0 10-25 15,4 13 15-15,16 7 13 16,13 4-7-16,14 2-6 15,18-4-25-15,9-5 8 16,4-15 5-16,-8-12 2 16,-5-7 23-16,-15-15 14 15,-9-9 34-15,-10-2-1 16,-11 2-9-16,-8 2-7 16,-10 7-5-16,-2 9-8 0,0 7-9 15,-1 6-9-15,-18 12-6 16,-11 25 2-16,-10 18 4 15,-6 15-2-15,4 0 2 16,4 5 0-16,10-6 1 16,7-9 1-16,11-7-2 15,5-14 1-15,5-13 1 16,0-11-2-16,0-15 0 16,0 0 5-16,5-30 19 15,9-15-21-15,6-13-2 16,-2-5-1-16,-3-6 0 15,-1 0-3-15,3 1-9 16,7 9-2-16,9 9-2 0,6 12 7 16,3 15 7-1,-4 12 2-15,-3 11 0 0,-9 0-1 16,-4 24-2-16,-9 8 1 16,-9 10 1-16,-4 7 1 15,0-9 0-15,0-5 0 16,-12-15 0-16,-2-10 0 15,-7-8 0-15,-6-2 2 16,-3-2 3-16,-2-16 2 16,9-5-6-16,14-1-1 0,9 4-44 15,12 0-203 1,22 6-224-16</inkml:trace>
  <inkml:trace contextRef="#ctx0" brushRef="#br0" timeOffset="20945.83">18301 17352 296 0,'0'0'176'16,"0"0"-30"-16,0 0-76 15,0 0-19-15,0 0-21 16,0 0-13-16,79 31-3 16,-69-31 8-16,3-4 44 15,2-17-19-15,2-7-26 16,-4-5-13-16,-1-3 1 16,-6-1-2-16,-3 1-5 15,-3 5-2-15,0 9 1 16,0 10-1-16,0 9-3 15,0 3-2-15,0 5-8 16,0 22-4-16,0 16 14 16,0 6 1-16,0 9 2 0,18-2 0 15,9-8 0-15,8-12 0 16,3-12-2-16,-2-20 0 16,-2-4-1-16,-1-12-23 15,-2-19-41-15,-1-10-111 16,-5-9-65-16</inkml:trace>
  <inkml:trace contextRef="#ctx0" brushRef="#br0" timeOffset="21085.53">18478 16690 897 0,'0'0'1'0,"0"0"-1"0,0 0-52 15,31 75 35-15,-13-18-26 16,-6 4-71-16,0 0-24 15,0-15-114-15</inkml:trace>
  <inkml:trace contextRef="#ctx0" brushRef="#br0" timeOffset="21860.82">18746 16927 408 0,'0'0'92'0,"0"0"67"15,0 0 2-15,0 0-74 16,0 0-31-16,0 0-56 15,7-14-2-15,-17 68 1 16,-3 15 1-16,1 11-2 0,2 3 4 16,6-4-2-1,4-7 1-15,5-8 0 0,20-16-1 16,8-15-1-16,9-19-1 16,12-14 2-16,7-9 5 15,3-25-5-15,-1-9-1 16,-14-6 0-16,-15-1 1 15,-19 6 0-15,-15 8 4 16,0 7 2-16,-4 9 6 16,-6 11 9-16,3 9-17 15,-1 0-4-15,-3 13-5 16,-5 15 3-16,-2 8 1 0,3 3-4 16,0 4 3-16,7-5 0 15,3-7-1-15,5-8 0 16,0-11-5-16,0-10 4 15,13-2 4-15,7-11 3 16,2-15-3-16,-2-4 2 16,-4-1-2-16,-5 5 3 15,-5 4-2-15,-4 7-1 16,-1 5 3-16,-1 8-3 16,2 2 0-16,9 0-5 15,2 16-5-15,3 6 9 16,6 10-1-16,1 3-2 15,2-1-4-15,5-6-17 16,7-11-5-16,14-13 25 16,4-4 5-16,3-19 0 0,-4-15 4 15,-8-12-3-15,-5-10 0 16,-3-4-1-16,-6-10 0 16,-8-7-2-16,-18-1 1 15,-6 0-1-15,-2 7 2 16,-15 16 11-16,3 16 22 15,6 19 6-15,4 17-14 16,1 3-25-16,0 28-16 16,-8 21 7-16,2 23 9 15,-1 18 0-15,-2 9 0 16,5-2 0-16,7-5 0 16,0-12-3-16,16-10-3 0,14-12-4 15,2-14-3-15,0-18-3 16,-8-12 3-16,-2-11-29 15,-3-3-6-15,0-18-9 16,0-20-186-16</inkml:trace>
  <inkml:trace contextRef="#ctx0" brushRef="#br0" timeOffset="22066.22">18824 16937 744 0,'0'0'42'16,"0"0"-40"-1,0 0-2-15,0 0 10 0,82 30 17 16,-25-24-12-16,7-1-3 16,0 0-10-16,-3-1-2 15,-1-4-59-15,-3 0-119 16,-7-9-346-16</inkml:trace>
  <inkml:trace contextRef="#ctx0" brushRef="#br0" timeOffset="168750.02">4230 14809 37 0,'0'0'39'0,"0"0"-9"15,0 0 34-15,0 0-36 16,0 0-4-16,-84 0-7 0,75 0-13 16,-2 0 7-1,1 0-5-15,-1 0 0 0,4 0-4 16,2 0 3-16,1 0 48 16,1-1 0-16,1 0-41 15,-1 1-8-15,3 0-4 16,0 0-74-16,0 0-2 15,0 0 35-15,0 0-31 16,0 0 70-16,2 0 2 16,-2-2 5-16,0 1 39 15,0 1 19-15,0-2-1 16,0 2-35-16,0 0 11 0,-6-2-1 16,0 2 10-1,-3 0-13-15,3 0-3 0,1 0 23 16,-2 0-45-16,-2 0-7 15,3 7-2-15,-3-3-1 16,3 1 1-16,1 0 1 16,0-4 4-16,2 1 3 15,0-1 18-15,1-1 38 16,1 0-5-16,-1 0-4 16,1 0-16-16,-1 0-8 15,1 0-5-15,-2 0-10 16,3 0-6-16,0 0-1 15,0 0-2-15,0 0-7 16,0-3 0-16,30-14 0 0,25-10-1 16,27-10 1-16,31-8-1 15,32-8-5-15,28-9 6 16,22-5 1-16,22 1 0 16,14 0 2-16,2 2-2 15,-4 4-1-15,-20 3 0 16,-29 10 0-16,-26 6 1 15,-29 11 0-15,-25 6 1 16,-25 7-2-16,-26 5-2 16,-20 3 2-16,-15 4 0 15,-8 4 0-15,-6-2 0 16,0 2 3-16,0-4-2 16,-1 0 5-16,-12 1-6 15,-7-2-1-15,-1 2 1 0,-4 4 0 16,0 0-4-16,3 0-14 15,2 5-24-15,2 7-23 16,4 5-89-16,8-8-27 16,5-7-228-16</inkml:trace>
  <inkml:trace contextRef="#ctx0" brushRef="#br0" timeOffset="169216.4">6265 13872 170 0,'0'0'230'0,"0"0"-112"16,0 0-29-16,0 0-53 0,0 0-19 16,0 0 16-16,89-6 19 15,-23 8-21-15,6 4-7 16,4 0-14-16,-6 5-2 15,-12 2-6-15,-7 0-2 16,-14 6-1-16,-15 0-2 16,-11 1-3-16,-5 2 5 15,-6 2 1-15,-6 5 3 16,-18-3 1-16,-12 5 0 16,-6-1-3-16,-10 1 6 15,-3 2-7-15,3-2-39 16,10-3-51-16,17-8-15 15,17-11-223-15</inkml:trace>
  <inkml:trace contextRef="#ctx0" brushRef="#br0" timeOffset="170732.78">7016 13311 195 0,'0'0'71'16,"0"0"-3"-16,0 0 45 15,0 0-72-15,0 0-4 16,0 0 30-16,0-20-39 15,0 17 0-15,0 0 8 16,-5 1-14-16,-3 2-2 0,1 0 8 16,-2 0-24-1,-6 0-4-15,1 0 2 0,-2 7-2 16,-2 3 0-16,0-1 0 16,-1 6-2-16,2 2 2 15,-2 2 7-15,1 5 3 16,5 6-5-16,2-1-1 15,5 7 1-15,2-1-1 16,4 2-2-16,0-1 3 16,15 3-3-16,7-5 4 15,9 0-6-15,5-5 4 16,5-11 1-16,6-9-2 16,1-7-2-16,3-2 5 0,-4-11-5 15,-6-14 1-15,-2-7-1 16,-10-2 6-16,-6-7-7 15,-4 0 13-15,-10 1 26 16,-7 0-9-16,-2-1-8 16,0 3-2-16,-18 1-8 15,-6 4-9-15,-6 1-1 16,-4 5-1-16,-2 4 0 16,-1 7-2-16,-1 7 0 15,1 4 1-15,-5 5-1 16,3 0-3-16,7 7-4 15,3 8-16-15,12 4-11 16,8 3-33-16,9-4-91 16,4-12-73-16</inkml:trace>
  <inkml:trace contextRef="#ctx0" brushRef="#br0" timeOffset="170906.78">7221 13294 649 0,'0'0'92'16,"0"0"20"-16,0 0-57 15,0 0-53-15,0 0-2 0,0 0-88 16,0 0-40 0,-23 86-91-16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24:56.256"/>
    </inkml:context>
    <inkml:brush xml:id="br0">
      <inkml:brushProperty name="width" value="0.05292" units="cm"/>
      <inkml:brushProperty name="height" value="0.05292" units="cm"/>
      <inkml:brushProperty name="color" value="#FF0000"/>
    </inkml:brush>
  </inkml:definitions>
  <inkml:trace contextRef="#ctx0" brushRef="#br0">5355 4360 432 0,'0'0'79'0,"0"0"70"15,0 0-76-15,0 0-42 16,0-78 14-16,0 70-9 16,0 1-1-16,-4 4 5 15,2 1-20-15,2 2 4 16,-2 0-18-16,1 0-6 15,-5 5-3-15,-3 20-6 16,-3 19 7-16,-9 15-2 16,-6 17 4-16,-4 18-1 15,-3 1 0-15,1 2 1 16,3-11 1-16,3-16-1 16,8-19-1-16,4-15-3 15,9-16-12-15,4-12 4 16,2-7-5-16,0-1 10 0,0-14 2 15,13-20-80-15,7-17-424 16</inkml:trace>
  <inkml:trace contextRef="#ctx0" brushRef="#br0" timeOffset="205.11">4864 4293 572 0,'0'0'69'0,"0"0"45"16,-13-81-52-16,41 58-40 16,23 2-16-16,13-1 1 0,18 0-7 15,7 5 2-15,2 5 0 16,2 4-2-16,-4 3-50 16,-5 5-7-16,-8 0-54 15,-19 6-52-15,-27 8-93 16</inkml:trace>
  <inkml:trace contextRef="#ctx0" brushRef="#br0" timeOffset="682.95">4588 5132 22 0,'0'0'135'0,"0"0"2"0,117 23-8 15,-46-20-45-15,7-3-56 16,10 0-18-16,8 0-10 16,-1-13-31-16,-4-11-66 15,-14 1 22-15,-20 0 14 16,-24 6 61-16,-17 5 34 16,-14 5 134-16,-2 2-62 15,-9 3-50-15,-9-1-27 16,-3 3 1-16,3 5-9 15,5 12-21-15,4 7-1 16,4 5 0-16,5 5 0 16,0 1 0-16,15-1-4 0,18-4 3 15,13-10 0-15,16-14-2 16,8-6-9-16,0-11-17 16,-2-16 16-16,-20-2 14 15,-12-2 0-15,-20 4 41 16,-16 3 40-16,-7 5-9 15,-34 2-61-15,-20 5-7 16,-16 7-4-16,2 5-3 16,17 0-6-16,25 5-6 15,23 11-56-15,10 9-27 16,0 0-15-16,20-5-195 16</inkml:trace>
  <inkml:trace contextRef="#ctx0" brushRef="#br0" timeOffset="965.44">6120 4461 365 0,'0'0'216'16,"0"0"-134"-16,0 0-45 0,0 0-12 16,112-41 6-16,-72 38-9 15,8 3-7-15,3 0-10 16,6 0 0-16,4 0-5 16,0 4-1-16,-3 4-13 15,-7 0-104-15,-19 0-73 16,-21-4-199-16</inkml:trace>
  <inkml:trace contextRef="#ctx0" brushRef="#br0" timeOffset="1135.84">6111 4769 300 0,'0'0'207'0,"0"0"-142"16,0 0 47-16,106 3-42 0,-58-3-32 15,10 0-22-15,14-6-13 16,9-1-3-16,6-1-50 16,-4-5-157-16</inkml:trace>
  <inkml:trace contextRef="#ctx0" brushRef="#br0" timeOffset="3133.09">8004 4255 23 0,'0'0'264'0,"0"0"-145"15,0 0 67-15,0 0-122 16,0 0 9-16,3-73-13 16,-3 69-25-16,0 1-4 15,0 3-8-15,0 0-7 16,0 0-7-16,0 3-9 15,-1 23-23-15,-4 17-6 0,-7 23 29 16,-4 21-5 0,-6 22 5-16,-1 6 2 0,-1 0 0 15,1-7-2-15,3-15 4 16,6-16-3-16,5-24-1 16,6-21 0-16,2-18 0 15,1-11 2-15,0-3 43 16,0-24 35-16,17-26-52 15,13-24-28-15,4-16-26 16,-6-8 15-16,-10-5-4 16,-12 2-12-16,-6 10 17 15,0 11 2-15,0 17-3 16,-3 11-5-16,1 11-5 0,2 7-15 16,0 11 20-1,0 6 13-15,0 7 2 0,6 5 1 16,7 5 0-16,12 0-5 15,9 7 5-15,4 12-1 16,0 7-2-16,-5 6 3 16,-8 1-4-16,-10-2 2 15,-10-3-6-15,-5-4 6 16,-9-3-5-16,-21-5 6 16,-11 1 1-16,-8-6 0 15,0-5 9-15,1-1 0 16,11-1 0-16,12 1-7 15,8 3-2-15,9 6-8 16,4 5-72-16,4 3-57 16,0-4-117-16</inkml:trace>
  <inkml:trace contextRef="#ctx0" brushRef="#br0" timeOffset="4114.36">8529 4242 511 0,'0'0'111'0,"0"0"-77"16,0 0-32-16,0 0-2 15,0 0-13-15,0 0 12 0,4 44 1 16,1-11 9-16,1 4 1 15,0 7-4-15,-3 4-1 16,-3 4 1-16,0 3-4 16,0-1 3-16,0-4-4 15,-1-10 0-15,1-7 2 16,0-2-3-16,0-7-3 16,19-2-1-16,6-7 1 15,8-3-16-15,4-7-14 16,5-5-29-16,0 0 0 15,-2-17-2-15,-4-3 64 16,-7-4 4-16,-1-5 22 16,-6-4 30-16,-2-3 16 15,2-11-55-15,-4-4-4 0,-5 0 8 16,-1-2 22-16,-9 7-14 16,-3 3 34-16,0 5-43 15,-2 4-15-15,-11 7 9 16,4 9-10-16,0 7-3 15,4 6 0-15,1 5-1 16,-2 0 0-16,-4 12-28 16,-3 14 28-16,-1 3-1 15,-1 7-3-15,7 0 4 16,8-2 0-16,0-4-5 16,7-5 3-16,15-4-6 0,8-4-4 15,11-7-15 1,15-9-39-16,10-1-61 0,8-18-371 15</inkml:trace>
  <inkml:trace contextRef="#ctx0" brushRef="#br0" timeOffset="4661.62">9321 4299 531 0,'0'0'111'15,"0"0"-34"-15,0 0-38 16,0 0-39-16,0 0-16 16,0 0-2-16,-6 43 18 15,3 3-2-15,-7 11 2 16,-11 13 0-16,1 7 2 15,-2-1 6-15,3-5-8 16,8-10 5-16,5-6-5 16,3-14-1-16,1-7-46 15,2-15-48-15,0-18-137 0</inkml:trace>
  <inkml:trace contextRef="#ctx0" brushRef="#br0" timeOffset="5177.57">9309 4302 737 0,'0'0'31'16,"0"0"47"-16,18-85-64 0,12 67 8 15,12 2-10-15,11 6-9 16,7 4-3-16,4 6 0 16,-6 0-4-16,-11 4 4 15,-10 16-2-15,-17 5-14 16,-6 9-7-16,-14 4-18 16,-6 4-9-16,-26-4 20 15,-12-1-2-15,-3-10-16 16,6-5 41-16,10-8 2 15,14-1 3-15,9-5 2 0,5 4-3 16,3 2 3 0,0 5-2-16,3 3 2 0,13 8 0 15,4 2 0-15,3 5 3 16,4 6-3-16,1-2 0 16,-4 2-1-16,-10-6 2 15,-6-8-1-15,-8-6 2 16,-4-5-2-16,-18-3 6 15,-13 0 0-15,-9-2 1 16,-8-3-1-16,-1-3-6 16,4-3-4-16,9-4 2 15,10 0 1-15,15 0-1 16,10-2-10-16,5-9-84 16</inkml:trace>
  <inkml:trace contextRef="#ctx0" brushRef="#br0" timeOffset="5335.5">9469 5026 458 0,'0'0'219'16,"0"0"-98"-16,0 0-29 16,0 0-42-16,0 0-50 15,0 0-66-15,-5 14-225 16,5-14-105-16</inkml:trace>
  <inkml:trace contextRef="#ctx0" brushRef="#br0" timeOffset="5748.53">7564 5409 582 0,'0'0'67'0,"0"0"-38"15,0 0-29-15,0 0-8 16,0 0 8-16,95 5 24 16,-14-3 6-16,23-1-8 15,25 2-8-15,14 0 3 16,11 0-5-16,-5 0-12 16,-18 2 0-16,-18-3 2 15,-21 0-1-15,-19-2 0 16,-17 0-1-16,-20 0-7 15,-15 0-30-15,-21 0-10 16,-6 0-35-16,-37 0-134 16</inkml:trace>
  <inkml:trace contextRef="#ctx0" brushRef="#br0" timeOffset="5960.95">7962 5567 262 0,'0'0'126'0,"0"0"-126"16,0 0 46-16,0 0 69 15,112 9-28-15,-44-9-37 16,15 0-28-16,21 0-11 0,17 0-6 16,10 0-5-1,6 0-46-15,-2 0-125 0,-13 0-151 16</inkml:trace>
  <inkml:trace contextRef="#ctx0" brushRef="#br0" timeOffset="6085.95">9198 5591 325 0,'0'0'265'0,"0"0"-265"15,0 0-10-15,0 0-220 16,0 0 68-16</inkml:trace>
  <inkml:trace contextRef="#ctx0" brushRef="#br0" timeOffset="7759.56">4803 6385 377 0,'0'0'143'16,"0"0"47"-16,0-81-107 15,0 60-10-15,-3 7-42 16,-1 6-15-16,2 5 0 16,2 3-12-16,-1 0-4 0,1 0-6 15,-4 19-14-15,0 18-1 16,-8 21 19-16,-10 20 4 16,-8 11 2-16,-7 4-4 15,-3-1 0-15,4-11 0 16,9-16 0-16,9-19-10 15,8-23-11-15,5-15-16 16,5-8-25-16,12-31 51 16,18-29-176-16</inkml:trace>
  <inkml:trace contextRef="#ctx0" brushRef="#br0" timeOffset="7958.27">4323 6227 509 0,'0'0'64'0,"0"0"-16"16,0 0-20-16,106-87-17 15,-35 68 22-15,12 7-26 16,6 6-6-16,5 6-1 16,3 0 0-16,-5 13-50 15,-14 11-110-15,-8-2-114 16</inkml:trace>
  <inkml:trace contextRef="#ctx0" brushRef="#br0" timeOffset="8376.03">4071 7146 220 0,'0'0'53'16,"85"17"30"-16,-17-17-15 15,12 0-17-15,11-10-31 16,6-4-13-16,-1-2-4 16,-9 5-3-16,-13 2 1 15,-27 4 0-15,-19 3 8 16,-18 2 21-16,-10 0-20 0,0 0-1 16,-16 10-8-1,-6 8 9-15,4 1-9 0,3 1 1 16,6-2-2-16,6-1-2 15,3-2-1-15,0-4-31 16,12-11 32-16,10 0 2 16,7-9 6-16,-1-16 2 15,-3-6 26-15,-10-6 29 16,-3-3 19-16,-12-2-19 16,0 2-1-16,-5 1-30 15,-17 6-17-15,0 9-12 16,0 12-3-16,8 12-51 15,8 0-81-15,6 14-50 16,15 0-67-16</inkml:trace>
  <inkml:trace contextRef="#ctx0" brushRef="#br0" timeOffset="8583.14">5476 6699 113 0,'0'0'636'16,"0"0"-510"-16,0 0-85 15,0 0-41-15,0 0-16 16,0 0-25-16,61-29 30 16,-1 36-9-16,7-2-75 0,1 0-3 15,-2-4-61 1,-11-1-133-16</inkml:trace>
  <inkml:trace contextRef="#ctx0" brushRef="#br0" timeOffset="8755.14">5507 6907 326 0,'0'0'173'15,"0"0"-173"-15,0 0 62 16,0 0 0-16,95 18-7 15,-30-18-27-15,18 0-16 0,20 0-12 16,11-9-63 0,0-17-355-16</inkml:trace>
  <inkml:trace contextRef="#ctx0" brushRef="#br0" timeOffset="9558.21">7865 6440 673 0,'0'0'12'0,"0"0"68"16,-22-76-17-16,-3 67-45 16,-12 9-18-16,-11 0-3 15,-13 24 2-15,-2 11-4 16,4 13 4-16,12 12-4 15,8 8 3-15,11 10-5 0,11 3-15 16,13-8-23 0,4-12-35-16,34-22-29 0,27-22 35 15,27-17 11-15,17-18-41 16,13-28-97-16</inkml:trace>
  <inkml:trace contextRef="#ctx0" brushRef="#br0" timeOffset="9745.88">8335 6491 389 0,'0'0'152'0,"-13"-74"19"16,-6 52-77-16,8 9-14 16,1 10-61-16,4 3-19 15,-7 21-19-15,-7 21 14 16,-11 19 5-16,1 7 1 16,0 9-1-16,9 0 0 15,6-6-5-15,10-12-15 16,5-15-10-16,0-21 27 0,0-14-9 15,9-9-40-15,11-14 38 16,5-30-102-16</inkml:trace>
  <inkml:trace contextRef="#ctx0" brushRef="#br0" timeOffset="9940.05">8155 6321 596 0,'0'0'82'0,"0"0"-52"15,0 0-12-15,118-79 19 16,-56 66-24-16,-1 4 7 0,-4 5-6 16,1 4-11-1,-3 0-3-15,-5 8-2 0,-4 8-84 16,-15-4-130-16,-17-3-221 16</inkml:trace>
  <inkml:trace contextRef="#ctx0" brushRef="#br0" timeOffset="10105.84">7940 6724 252 0,'0'0'335'0,"0"0"-330"16,0 0 0-16,116-3 8 15,-52-8 5-15,4-3-11 16,-1 2-7-16,0-1-1 0,-6-2-124 15,-6-3-292-15</inkml:trace>
  <inkml:trace contextRef="#ctx0" brushRef="#br0" timeOffset="10309.29">8626 6720 740 0,'0'0'157'16,"0"0"-96"-16,0 0-61 16,0 0-1-16,0 0-26 0,3 73 18 15,0-17 8-15,-1 12-12 16,-2 7-52-16,0-5-97 16,0-12-178-16</inkml:trace>
  <inkml:trace contextRef="#ctx0" brushRef="#br0" timeOffset="10805.69">7413 7331 378 0,'0'0'153'16,"0"0"-90"-16,-98-29-1 0,86 26-2 16,6 0-9-16,3 3 3 15,3 0-19-15,0 0-35 16,21 0-5-16,36 0 5 16,48 0 5-16,54 6 0 15,52-2 2-15,43-2-4 16,15-2-3-16,-5 0 1 15,-21 0 0-15,-35 0 4 16,-30 0-5-16,-34 3 0 16,-25-1 0-16,-31 4 1 15,-34 0-3-15,-30 7 2 16,-24 6-55-16,-50 2-118 16,-44-1 40-16</inkml:trace>
  <inkml:trace contextRef="#ctx0" brushRef="#br0" timeOffset="11342.71">7297 7652 260 0,'0'0'287'0,"0"0"-115"15,0 0-71-15,0 0-23 16,0 0-27-16,0 0-51 16,2-37-8-16,1 62-15 15,-2 18 23-15,-1 11 1 16,0 6-1-16,0 7 0 16,-14 1-4-16,0-5-15 15,-2-5-32-15,0-11-32 16,4-15-52-16,4-18-117 15</inkml:trace>
  <inkml:trace contextRef="#ctx0" brushRef="#br0" timeOffset="11572.72">7707 7686 283 0,'0'0'506'16,"0"0"-412"-16,0 0-48 15,0 0-46-15,0 0-2 16,0 0-13-16,-15 41 15 16,-2 9 0-16,-2 6-1 15,0 8 0-15,0-1-6 16,4-3-32-16,-4-7-38 16,2-12-40-16,-1-15-87 0,5-15-112 15</inkml:trace>
  <inkml:trace contextRef="#ctx0" brushRef="#br0" timeOffset="11750.75">7339 7957 508 0,'0'0'228'0,"0"0"-228"16,0 0 3-16,0 0-3 15,106-15 3-15,-58 12 22 16,5 1-15-16,7 2-10 15,7 0-1-15,4-2-79 0,-4-8-80 16,-7-7-239 0</inkml:trace>
  <inkml:trace contextRef="#ctx0" brushRef="#br0" timeOffset="12071.81">7874 7728 805 0,'0'0'20'0,"0"0"-17"16,0 0 3-16,0 0-6 15,0 0 0-15,102 105 3 16,-78-46-1-16,-4 2-2 16,-1-2 3-16,-6-7-2 15,-4-18 3-15,-8-11-3 0,-1-11 1 16,0-7 0-1,0-5 0-15,0 0 13 0,-3-5 18 16,-6-16 12-16,0-10-45 16,9-8-5-16,0-8-1 15,27-3-9-15,19 2-16 16,14 4-17-16,7 10-32 16,4 7 6-16,0 9-37 15,-6 4-108-15</inkml:trace>
  <inkml:trace contextRef="#ctx0" brushRef="#br0" timeOffset="12320.35">8772 7678 817 0,'0'0'56'15,"0"0"18"-15,0 0-59 16,0 0-15-16,0 0-6 16,83 100 6-16,-67-4 0 15,-16 16-4-15,-9 13 1 16,-36 4-24-16,-24-8-31 16,-22-5-27-16,-13-18-77 0,-5-24-76 15</inkml:trace>
  <inkml:trace contextRef="#ctx0" brushRef="#br0" timeOffset="12770.04">7078 7596 542 0,'0'0'89'16,"0"0"7"-16,0 0-9 15,0 0-46-15,0 0-39 16,-80 8-2-16,57 37 0 16,-7 24 6-16,-1 27-4 15,4 21-1-15,9 10 1 0,9 3-1 16,9-15-1-16,9-16-25 15,29-20-28-15,21-20-36 16,23-20 19-16,21-17-36 16,18-20-233-16</inkml:trace>
  <inkml:trace contextRef="#ctx0" brushRef="#br0" timeOffset="13714.01">9088 7599 526 0,'0'0'138'0,"0"0"-39"16,0 0-7-16,0 0-57 0,0 0-4 16,0 0-13-1,2-39-17-15,-1 39-1 0,2 16-11 16,2 15-12-16,0 11 23 16,-5 12-27-16,0 4-51 15,-8-2-48-15,-22-8-60 16,-10-13-277-16</inkml:trace>
  <inkml:trace contextRef="#ctx0" brushRef="#br0" timeOffset="14215.79">7891 8325 514 0,'0'0'106'0,"0"0"-46"16,0 0-33-16,0 0-9 15,0 0-2-15,83-26-12 16,-29 16 6-16,9 1-5 0,4 1-4 16,0 3-1-1,-2 1-7-15,-9 3-87 0,-12 1-66 16,-21-2-245-16</inkml:trace>
  <inkml:trace contextRef="#ctx0" brushRef="#br0" timeOffset="14412.9">7926 8462 396 0,'0'0'14'0,"0"0"-1"15,0 0 50-15,8 86-28 16,-4-57-9-16,-4 4-17 0,0 0-4 16,-1 0-5-16,-18-4-45 15,-1-5-92-15,2-10-181 16</inkml:trace>
  <inkml:trace contextRef="#ctx0" brushRef="#br0" timeOffset="14852.74">8101 8582 780 0,'0'0'14'16,"0"0"-14"-16,0 0-26 16,0 0 26-16,0 0 5 15,0 0-3-15,30 45-1 16,-17-37-1-16,4-6-24 0,4-2-17 15,7-1-17-15,-3-15-35 16,-5-6-37-16,-5 1 49 16,-9 6 46-16,-3 4 35 15,-3 5 68-15,0 1 0 16,0 5-39-16,1 0-29 16,4 0-55-16,5 0 55 15,3 10 4-15,8 0 4 16,3-2 6-16,3-1-2 15,-4-1-5-15,3-2-1 16,-5-1-2-16,-8-3-2 16,-4 0 2-16,-7 0 16 0,-2-14 55 15,0-4-46-15,-9-7-7 16,-15-6 9-16,-10-2 25 16,-6 2-30-16,-5 5 2 15,0 11-28-15,8 12-20 16,14 3-149-16,23 0-113 15</inkml:trace>
  <inkml:trace contextRef="#ctx0" brushRef="#br0" timeOffset="15334.51">10273 6839 508 0,'0'0'67'0,"0"0"7"15,0-82-38-15,0 68 5 16,0 9 5-16,0 5-4 16,0 0-42-16,1 14-18 15,2 24-13-15,-1 21 30 16,-2 16 2-16,-3 12-1 16,-21 5 0-16,-1-8-13 15,-2-14-79-15,13-19-28 16,7-24-139-16</inkml:trace>
  <inkml:trace contextRef="#ctx0" brushRef="#br0" timeOffset="15503.83">10067 6991 690 0,'0'0'14'15,"0"0"-14"-15,99-44 4 16,-25 33-2-16,9 0 2 15,11 3-3-15,8 0-1 16,3-1-72-16,3-13-110 16,-9-10-201-16</inkml:trace>
  <inkml:trace contextRef="#ctx0" brushRef="#br0" timeOffset="15917.12">11035 6547 636 0,'0'0'75'15,"0"0"18"-15,0 0-33 16,0 0-60-16,0 0-5 16,0 0-8-16,-79 85 13 15,64-7 5-15,7 6-3 16,8-3-2-16,17-15-9 16,35-23-9-16,17-16 2 15,11-20 7-15,7-7-6 0,0-21-7 16,-1-19-18-16,-7-15 6 15,-18-5 34-15,-21 2 6 16,-19 2 1-16,-16 7 15 16,-5 6-7-16,-12 6 28 15,-8 9-13-15,5 10 3 16,5 10 9-16,5 8-42 16,0 9-14-16,-6 25-66 15,-10 23 80-15,-3 21 1 16,-5 12-1-16,2 1 1 15,13-11-1-15,11-22 0 16,3-19-2-16,8-17 0 0,4-12-7 16,1-10-12-16,4 0 4 15,3-25-40-15,7-18-267 16</inkml:trace>
  <inkml:trace contextRef="#ctx0" brushRef="#br0" timeOffset="16091.52">11576 6488 786 0,'0'0'19'15,"0"0"-18"-15,105-31 1 16,-53 28 0-16,6 2-1 16,-3 1 4-16,-2 0-5 0,-7 3-2 15,-9 8-18 1,-4-2-100-16,-6-9-186 0</inkml:trace>
  <inkml:trace contextRef="#ctx0" brushRef="#br0" timeOffset="16286.99">11585 6707 754 0,'0'0'31'16,"0"0"8"-16,0 0-39 15,0 0-7-15,0 0 7 16,0 0-6-16,109 8 0 16,-49 5-55-16,2-6-97 0,4-7-158 15</inkml:trace>
  <inkml:trace contextRef="#ctx0" brushRef="#br0" timeOffset="16617.19">12047 6774 693 0,'0'0'13'0,"0"0"4"15,0 0-14-15,0 0 2 16,86 10-3-16,-75 16-2 16,-7 6-4-16,-4 9-7 15,0 0-20-15,-24 0-3 0,-12-6-11 16,1-4 4-16,-1-9-7 15,11-10 3-15,9-3 41 16,7-6 4-16,6-3 23 16,3 0 63-16,0 0 51 15,0 0-52-15,12 0-56 16,23-9-16-16,15-5-12 16,17 5-1-16,11 1 0 15,-1 5-16-15,-2 3-73 16,-14 0-1-16,-19 0-14 15,-20 0-66-15,-19 3-51 16</inkml:trace>
  <inkml:trace contextRef="#ctx0" brushRef="#br0" timeOffset="16900.86">10612 7335 709 0,'0'0'115'0,"0"0"-104"15,0 0-11-15,132 1 2 16,-23-1 7-16,27 2 1 16,26 0-5-16,22 3-5 0,14-1 3 15,15-4-1 1,11 0-2-16,-12-2-1 0,-18-7 1 15,-27 2 0-15,-33 4 0 16,-32 3-9-16,-26 0-44 16,-33 15-93-16,-31 3-110 15</inkml:trace>
  <inkml:trace contextRef="#ctx0" brushRef="#br0" timeOffset="17282.53">11013 7807 575 0,'0'0'53'0,"0"0"132"16,0 0-97-16,0 0-48 15,0 0-24-15,0 0-16 0,0-15-24 16,-8 56 24-16,-3 20 2 15,-2 12-2-15,-3 7-3 16,0 5-14-16,0-6-51 16,3-11-50-16,9-17-4 15,4-25-198-15</inkml:trace>
  <inkml:trace contextRef="#ctx0" brushRef="#br0" timeOffset="17486.82">11399 7840 878 0,'0'0'69'0,"0"0"-20"15,0 0-41-15,0 0-8 16,0 0-12-16,0 0-20 16,0 62 29-16,-2 6 2 15,-4 8-15-15,0-4-19 16,-1-8-62-16,0-15-55 15,-3-18-108-15,-4-17 0 16</inkml:trace>
  <inkml:trace contextRef="#ctx0" brushRef="#br0" timeOffset="17660.27">11140 8049 800 0,'0'0'8'0,"0"0"-8"0,0 0 1 15,111-46-1-15,-62 35 8 16,6 2-3-16,8 4 0 16,4 5-5-16,8 0-8 15,-1-4-127-15,-5-12-157 16</inkml:trace>
  <inkml:trace contextRef="#ctx0" brushRef="#br0" timeOffset="17998.66">11920 7715 837 0,'0'0'17'0,"0"0"-5"15,0 0-12-15,0 0-2 16,50 87-1-16,-36-24 3 16,2 8 0-16,-4-1 3 15,1-11-3-15,-5-17 2 16,-5-17-2-16,-3-13-11 15,0-5-1-15,0-7 8 16,0 0 4-16,0-13 53 16,-6-13-39-16,-7-5-13 15,3-4-1-15,4 0 0 16,6-1 0-16,0 1-6 16,24 1-1-16,15 6-14 15,12 6 5-15,3 6 15 0,4 9 0 16,0 7-10-16,-1 0-38 15,-10 11-50-15,-14 12-21 16,-22 2-94-16</inkml:trace>
  <inkml:trace contextRef="#ctx0" brushRef="#br0" timeOffset="18212.99">11575 8226 714 0,'0'0'40'0,"0"0"-40"16,0 0 0-16,0 0 39 15,115 0 10-15,-53 0-27 16,7 0-9-16,4 0-9 16,3 0-2-16,-4 0-4 15,-3 10-29-15,-11-3-126 16,-19-4-165-16</inkml:trace>
  <inkml:trace contextRef="#ctx0" brushRef="#br0" timeOffset="18411.87">11800 8430 738 0,'0'0'23'15,"0"0"-20"-15,0 0-3 16,-18 78 3-16,11-46-3 15,1 2 4-15,3-1-4 16,3 3 0-16,0-3 0 16,0-2-70-16,0-9-54 15,10-15-125-15,5-7 1 16</inkml:trace>
  <inkml:trace contextRef="#ctx0" brushRef="#br0" timeOffset="18814.8">11877 8609 374 0,'0'0'253'16,"0"0"-64"-16,0 0-97 15,0 0-49-15,0 0-42 16,0 0-1-16,24-39-14 0,-18 55-4 16,2 7 18-16,3 0 0 15,2 1 0-15,5-6 0 16,6-6-8-16,6-5 7 16,2-7 0-16,4 0 1 15,0-19-4-15,-9-4-12 16,-5 2 6-16,-9 4 10 15,-5 8 0-15,-5 4 1 16,-3 4-1-16,0 1-1 16,3 0-6-16,0 0-24 15,0 0 9-15,2 6 22 16,1 3-1-16,1 1 1 0,3-1 1 16,2-4-1-1,5-5 0-15,3 0 0 0,4-8 4 16,0-15 0-16,0-4-2 15,-3-7 18-15,-12 0 1 16,-9-2-10-16,0 5 13 16,-28 9-17-16,-5 8-7 15,1 12-29-15,4 2-18 16,11 5-95-16,16 8-40 16,1-6-236-16</inkml:trace>
  <inkml:trace contextRef="#ctx0" brushRef="#br0" timeOffset="19080.89">12859 7824 836 0,'0'0'9'0,"0"0"-9"15,0 0 0-15,106 95-8 16,-85-18 2-16,-11 15 3 16,-10 14 2-16,-11 8 1 15,-28 0 1-15,-15-3 4 16,-18-12-5-16,-11-12-27 16,-14-12-49-16,-16-22-67 0,-13-23-88 15</inkml:trace>
  <inkml:trace contextRef="#ctx0" brushRef="#br0" timeOffset="19482.74">10734 7690 700 0,'0'0'27'16,"0"0"70"-16,0 0-35 16,0 0-57-16,0 0-5 15,0 0-5-15,-84 102 5 16,48-2 0-16,1 23 0 16,3 22 0-16,10 1-2 15,11-13-8-15,11-18-67 0,23-25-55 16,36-27-22-16,35-27-228 15</inkml:trace>
  <inkml:trace contextRef="#ctx0" brushRef="#br0" timeOffset="20112.7">13068 7567 568 0,'0'0'146'0,"0"0"-24"16,0 0-53-16,0 0-36 15,0 0-32-15,92-51-1 16,-44 51 0-16,-4 13 0 16,-4 14-1-16,-3 3-5 15,-14 5 0-15,-12 4-38 16,-11-3 13-16,-11-4-6 15,-19-5-2-15,-8-5 21 16,-1-6 16-16,8-6 0 16,9-3 2-16,8-6 0 0,9-1 3 15,3 0 20-15,2 0 63 16,0-7-29-16,15-7-39 16,21-2-18-16,20-1-3 15,13 1-19-15,10 0-7 16,-2 1 2-16,-2 1-28 15,-9-3-64-15,-13-8-81 16</inkml:trace>
  <inkml:trace contextRef="#ctx0" brushRef="#br0" timeOffset="20395.8">13969 6621 785 0,'0'0'39'16,"0"0"43"-16,0 0-64 16,0 0-18-16,0 0-3 15,0 0-38-15,28 78 39 16,-26 0 2-16,-2 8-1 15,0 1-2-15,-15-3-16 16,-7-9-35-16,-3-11-54 0,0-16-9 16,3-17-126-1,4-23-20-15</inkml:trace>
  <inkml:trace contextRef="#ctx0" brushRef="#br0" timeOffset="20555.01">13674 6959 749 0,'0'0'39'0,"0"0"-30"16,87-28-8-16,-19 22 2 15,15 3 2-15,8 3 6 16,6 0-11-16,8 11-22 16,11-11-208-16</inkml:trace>
  <inkml:trace contextRef="#ctx0" brushRef="#br0" timeOffset="21161.3">15052 6528 761 0,'0'0'69'0,"0"0"-69"15,0 0-19-15,0 0 12 16,0 0 7-16,-127 101 1 15,69-54 2-15,1 7-3 16,5 12 2-16,13 3-1 16,18-3-1-16,21-11-11 15,15-17-49-15,46-17 38 16,26-15 22-16,25-6-3 16,14-23-3-16,3-18-39 15,-7-10-11-15,-15-10 1 0,-19 0 43 16,-22 1 12-1,-21 2 7-15,-18 7 77 0,-17 1 0 16,-10 6 27-16,0 8-61 16,-13 9 4-16,-1 11-23 15,2 13-30-15,3 3-1 16,-5 15-10-16,-11 26-18 16,-14 19 28-16,-8 22-1 15,-4 15 1-15,5 7 0 16,12-7 0-16,16-17-2 15,15-27-3-15,3-22 1 16,0-19 0-16,7-9 4 16,8-3 0-16,18-22-1 15,13-19-61-15,11-16-122 0,0-14-42 16</inkml:trace>
  <inkml:trace contextRef="#ctx0" brushRef="#br0" timeOffset="21320.95">15741 6414 514 0,'0'0'69'16,"0"0"-20"-16,0 0-15 16,116-66-28-16,-55 54 22 15,4 0 9-15,0 4-7 16,-2 5-22-16,-5 3-5 16,-7 0-3-16,-9 0-37 0,-10 3-185 15</inkml:trace>
  <inkml:trace contextRef="#ctx0" brushRef="#br0" timeOffset="21515.86">15468 6654 463 0,'0'0'179'15,"0"0"-179"-15,0 0 0 16,0 0 8-16,91 25 38 15,-29-22 2-15,8-3-36 0,10 0-12 16,6 2 0 0,5-2-111-16,-1-2-289 0</inkml:trace>
  <inkml:trace contextRef="#ctx0" brushRef="#br0" timeOffset="21962.97">16169 6832 851 0,'0'0'42'15,"0"0"-18"-15,0 0 2 16,0 0-26-16,0 0 0 0,105-49-1 16,-79 49 0-1,1 19 1-15,-4 3-16 0,-8 4-41 16,-7 4-56-1,-8-3-42-15,-6-3-15 0,-18-5 11 16,-2-4 49-16,5-5 67 16,9-6 43-16,7-2 121 15,4-2 80-15,-1 0-25 16,2 0-7-16,0 0-76 16,0 1-60-16,0 11-33 15,-2 7-11-15,1 8 11 16,1 10 1-16,0-1-1 0,0-3-12 15,-2-4-8 1,-1-9 17-16,-2-8 2 0,-2-7 1 16,-3-4 1-16,-7-1 3 15,-12 0-3-15,-8 0 1 16,-11-3-1-16,-4 0-1 16,1 3 0-16,5 0-119 15,21 5-70-15,18 2-368 16</inkml:trace>
  <inkml:trace contextRef="#ctx0" brushRef="#br0" timeOffset="22343.86">14436 7474 434 0,'0'0'232'0,"0"0"-136"16,0 0-96-16,0 0-13 16,0 0-2-16,0 0 15 15,34 16 6-15,29-6 25 16,38-3 6-16,36 0-11 15,45-1-8-15,29-1 0 16,23-1 0-16,13-2-16 16,-9-2-1-16,-12 0 0 0,-27 0-1 15,-37-4 0-15,-37 2 0 16,-30 2-20-16,-39 0-6 16,-27 2-25-16,-29 13-89 15,-17 1-70-15,-40-1 9 16</inkml:trace>
  <inkml:trace contextRef="#ctx0" brushRef="#br0" timeOffset="22797.36">14862 8061 613 0,'0'0'88'0,"0"0"24"16,0 0-36-16,0 0-76 15,0 0 0-15,0 0-14 16,-4 43 13-16,-8 18 1 16,-7 14 0-16,-1 6-3 15,1-5-50-15,7-11-20 16,10-20-64-16,2-21-94 16</inkml:trace>
  <inkml:trace contextRef="#ctx0" brushRef="#br0" timeOffset="23010.19">15246 8036 565 0,'0'0'247'0,"0"0"-153"16,0 0-39-16,0 0-55 16,0 0-5-16,0 0-22 15,-11 37 27-15,1 18 0 16,-1 8-2-16,3 3-20 15,6-5-31-15,2-13-24 16,0-12-34-16,0-16-4 16,0-20-142-16</inkml:trace>
  <inkml:trace contextRef="#ctx0" brushRef="#br0" timeOffset="23176.35">15095 8188 680 0,'0'0'68'15,"0"0"-13"-15,0 0-53 16,105-64 1-16,-47 55 1 16,3 6-4-16,6 3-1 15,8 0-76-15,4 0-84 16,-5 0-194-16</inkml:trace>
  <inkml:trace contextRef="#ctx0" brushRef="#br0" timeOffset="23478.71">15726 7942 817 0,'0'0'57'16,"0"0"-29"-16,0 0-28 15,0 0-1-15,15 90 1 16,-6-41 0-16,0 2 1 16,-3-4 0-16,3-2 2 15,0-9-3-15,-2-7 2 16,-5-11-1-16,-2-8-1 15,0-6-9-15,0-4-2 16,0 0 11-16,0-7 5 0,0-18-5 16,0-11-5-1,0-4-10-15,0-3 15 0,0 2 6 16,20 5 0-16,14 6 7 16,10 10-13-16,14 9-34 15,6 10-28-15,4 1-40 16,-7 0-39-16,-11 5-144 15</inkml:trace>
  <inkml:trace contextRef="#ctx0" brushRef="#br0" timeOffset="23660.1">16239 8067 583 0,'0'0'127'0,"0"0"-61"15,0 0-55-15,-100 81-7 16,44-21 2-16,-2 15-1 15,-5 11-1-15,6 4 2 16,8-1-5-16,4-10-1 16,12-13-3-16,7-15-69 15,6-18-74-15,8-23-208 16</inkml:trace>
  <inkml:trace contextRef="#ctx0" brushRef="#br0" timeOffset="23862.13">16254 8388 889 0,'0'0'70'0,"0"0"-70"16,0 0 0-16,0 0-11 16,-30 79 11-16,-1-22 1 15,-10 8-1-15,-3 2 0 16,6-4-30-16,11-10-68 15,17-14-67-15,10-19-145 16</inkml:trace>
  <inkml:trace contextRef="#ctx0" brushRef="#br0" timeOffset="24277.28">16395 8550 871 0,'0'0'75'16,"0"0"-30"-16,0 0-45 15,0 0-9-15,0 0 4 16,0 0 5-16,-56 104-3 16,46-73 0-16,5-5-14 15,5-10-12-15,13-10-15 16,20-6 36-16,17-12 6 16,6-19-15-16,-2-5-23 15,-8 2 26-15,-19 6 14 16,-11 10 11-16,-8 8 7 15,-5 7 14-15,-3 3-32 16,0 0-7-16,0 13-33 0,0 7 38 16,0 8 1-16,0 2 1 15,3 3 1-15,7 0 1 16,2-7 1-16,1-9-1 16,1-10 1-16,5-7 2 15,4-10 27-15,7-16-5 16,3-8-17-16,-5-4 0 15,-7-2 2-15,-7 2 1 16,-14 4 1-16,-8 6-14 16,-31 8-46-16,-12 9-132 15,5 3-173-15</inkml:trace>
  <inkml:trace contextRef="#ctx0" brushRef="#br0" timeOffset="24543.05">17265 8009 734 0,'0'0'33'16,"0"0"-14"-16,0 0-19 15,81 76-3-15,-69-1 3 16,-8 22 2-16,-4 14 9 15,-24 8-3-15,-20 6-4 0,-17-5 0 16,-17-9 2 0,-13-7-6-16,-15-15-32 0,-7-18-99 15,-7-23 18-15,-10-27-205 16</inkml:trace>
  <inkml:trace contextRef="#ctx0" brushRef="#br0" timeOffset="24993.02">14661 7841 538 0,'0'0'143'0,"0"0"-112"15,0 0-31-15,3 92 0 16,-19-14 11-16,-11 22 12 16,-7 15 6-16,4 8-12 15,4-2-11-15,12-6-4 16,13-15-4-16,2-17-13 15,39-16-65-15,24-24-53 16,27-20-143-16</inkml:trace>
  <inkml:trace contextRef="#ctx0" brushRef="#br0" timeOffset="25521.36">17608 7674 495 0,'0'0'51'0,"0"0"45"15,92-56-32-15,-52 44-31 0,2 2-15 16,-5 4 8-16,-5 6-9 15,-3 0-17-15,-7 6-5 16,-7 13-52-16,-15 6-66 16,-3 4-51-16,-34-3-29 15</inkml:trace>
  <inkml:trace contextRef="#ctx0" brushRef="#br0" timeOffset="25743.07">17661 7804 238 0,'0'0'101'0,"0"0"75"15,0 0-34-15,0 0-21 16,0 0-78-16,0 0-34 0,64 53-8 16,-46-13-2-1,-5 0 0-15,-3-5 1 0,-7-11-24 16,-3-9-5-16,0-6 0 16,-4-6 6-16,-18 0 17 15,-11-3-8-15,-3 0-48 16,-1-6-13-16,8-11 15 15,2-4-12-15,7-3-209 16</inkml:trace>
  <inkml:trace contextRef="#ctx0" brushRef="#br0" timeOffset="26022.86">18005 7003 632 0,'0'0'34'0,"0"0"37"16,0 0-3-16,0 0-19 15,0 0-49-15,0 0-6 16,12 30 6-16,-12 29 0 15,-6 9 2-15,-7 1-1 16,2-4-1-16,4-9-34 16,-3-11-44-16,7-12-39 0,3-16-117 15</inkml:trace>
  <inkml:trace contextRef="#ctx0" brushRef="#br0" timeOffset="26201.86">17828 7220 664 0,'0'0'11'15,"0"0"-5"-15,125-21 7 16,-62 17 4-16,2 1-14 0,4 3-3 16,7 0-29-1,-1-4-87-15,6-11-289 0</inkml:trace>
  <inkml:trace contextRef="#ctx0" brushRef="#br0" timeOffset="26623.36">19115 6578 268 0,'0'0'277'15,"0"0"-216"-15,0 0 29 16,0 0-11-16,0 0-38 16,0 0-24-16,-82-53-16 15,52 71-1-15,-4 13-1 16,-2 14-3-16,-1 15 4 16,5 18 0-16,9 6-1 0,15-3-1 15,8-14-43 1,31-21-73-16,32-20 4 0,23-19 24 15,13-7-46-15,7-26-167 16</inkml:trace>
  <inkml:trace contextRef="#ctx0" brushRef="#br0" timeOffset="26832.94">19644 6571 547 0,'0'0'62'15,"0"0"108"-15,0 0-72 16,0 0-54-16,0 0-44 15,0 0-31-15,-82 28 31 16,56 36 0-16,-1 19 1 16,0 10-1-16,3 4-2 0,8-8 2 15,9-16-14-15,7-22-11 16,0-18-3-16,3-19-16 16,13-14 16-16,9-13 18 15,6-26-150-15,7-17-250 16</inkml:trace>
  <inkml:trace contextRef="#ctx0" brushRef="#br0" timeOffset="26994.59">19683 6459 519 0,'0'0'16'0,"0"0"71"16,119-70-17-16,-72 58-30 15,2 2-7-15,0 4-3 0,1 6-16 16,-1 0-13-16,-3 3-1 15,1 14-12-15,-7 2-97 16,-6-3-170-16</inkml:trace>
  <inkml:trace contextRef="#ctx0" brushRef="#br0" timeOffset="27170.98">19404 6747 281 0,'0'0'17'16,"0"0"63"-16,0 0-12 0,130 85-3 16,-44-68-11-16,18-5-39 15,6-4-15-15,-4-8-167 16,-8 0-148-16</inkml:trace>
  <inkml:trace contextRef="#ctx0" brushRef="#br0" timeOffset="27491.14">20088 6803 358 0,'0'0'130'0,"0"0"-31"16,0 0-42-16,-98 29-23 16,78 2-25-16,-1 13-7 15,4 5 1-15,8-1-3 16,8-2-3-16,1-7 2 16,15-8 0-16,25-14 1 0,15-10 3 15,14-7 7 1,1-15-10-16,-7-16-3 0,-17-3 3 15,-18 1 14-15,-16 1 91 16,-12 0-47-16,0 7-19 16,-12 7-5-16,-1 8-13 15,-2 10-21-15,-8 6-6 16,-3 23-5-16,-6 14 7 16,-1 10-11-16,4 12-10 15,1 8-14-15,5 7-15 16,6-4-4-16,1-8-66 15,4-18-39-15,-1-17-87 0</inkml:trace>
  <inkml:trace contextRef="#ctx0" brushRef="#br0" timeOffset="27723.6">19082 7342 552 0,'0'0'70'15,"0"0"-35"-15,0 0-35 16,0 0-1-16,0 0 1 16,0 0 36-16,41 71 80 15,48-62-56-15,33-2-35 16,30-4-11-16,29-3-4 0,14 0-10 16,5 0-1-1,-8-4-5-15,-13 3-40 0,-18 1-144 16,-32-2-96-16</inkml:trace>
  <inkml:trace contextRef="#ctx0" brushRef="#br0" timeOffset="28204.45">18902 8088 721 0,'0'0'95'16,"0"0"-40"-16,0 0-55 16,0 0-9-16,0 0 9 15,0 0-2-15,6 125 2 16,-6-62 0-16,-8 2 0 16,-6 0-54-16,4-12-77 15,8-17-65-15,2-23-164 16</inkml:trace>
  <inkml:trace contextRef="#ctx0" brushRef="#br0" timeOffset="28414.84">19264 8063 827 0,'0'0'85'0,"0"0"-46"15,0 0-39-15,0 0-3 16,0 0-9-16,0 0 12 15,-12 108 1-15,10-47-1 16,2 0-2-16,0-5-30 16,0-5-8-16,-1-15-47 15,1-10-19-15,0-15-53 16,0-11-111-16</inkml:trace>
  <inkml:trace contextRef="#ctx0" brushRef="#br0" timeOffset="28579.29">19128 8179 768 0,'0'0'5'16,"0"0"22"-16,0 0-27 15,90-14 0-15,-36 14 5 16,11 0 1-16,10 8-6 16,7-3 0-16,-3-1-46 15,-2-4-91-15,-14-8-115 16</inkml:trace>
  <inkml:trace contextRef="#ctx0" brushRef="#br0" timeOffset="28871.78">19719 7989 651 0,'0'0'184'0,"0"0"-179"16,0 0-5-16,0 0 0 15,0 121 0-15,0-61 2 16,-5-1 0-16,2-8 0 15,0-11 2-15,2-11-2 16,-1-9 1-16,-2-11 1 16,3-5-3-16,-2-4 2 15,3 0 5-15,0-9 9 16,0-17 10-16,0-13-27 0,0-6-5 16,14-2 4-16,10 4-3 15,12 3 1-15,10 11-30 16,10 7-64-16,5 13-41 15,-5 9-31-15,-8 0-47 16</inkml:trace>
  <inkml:trace contextRef="#ctx0" brushRef="#br0" timeOffset="29034.66">20119 8070 258 0,'0'0'151'16,"0"0"-12"-16,0 0 0 15,0 0-30-15,0 0-60 16,0 0-49-16,-70 52-1 15,30 8 1-15,-7 12 0 0,-3 12 0 16,3 0 0 0,7 0-7-16,4-13-63 0,9-13-47 15,9-25-92-15,11-22-232 16</inkml:trace>
  <inkml:trace contextRef="#ctx0" brushRef="#br0" timeOffset="29538.81">20056 8327 907 0,'0'0'30'16,"0"0"36"-16,0 0-66 15,0 0-7-15,0 0-12 16,0 0 16-16,0 90 2 16,-3-43 1-16,-3-4 0 15,2-5-24-15,2-12-9 0,2-9-28 16,6-15-14-16,24-2 63 15,12-22 7-15,14-13-63 16,-3-6 8-16,-10 5 60 16,-13 5 49-16,-14 14 8 15,-10 9-18-15,-1 8-30 16,-2 0-9-16,0 2-18 16,3 11 16-16,-1 4-2 15,-3 7 3-15,1-2 0 16,-3-1 2-16,0-4-1 15,3-5 3-15,-3-4-2 16,4-8 0-16,8 0 1 0,6-13 58 16,5-11-53-1,0-3 0-15,-8 4 10 0,-5 6 1 16,-3 9-15-16,-6 6 4 16,-1 2-7-16,2 0-4 15,1 3-20-15,3 11-16 16,1 5 39-16,5 1 1 15,2 1 0-15,-1-3-2 16,-1-4-5-16,-5-7-58 16,0-5 8-16,1-2 39 15,6-4 9-15,6-18-26 16,6-7-189-16</inkml:trace>
  <inkml:trace contextRef="#ctx0" brushRef="#br0" timeOffset="29771.12">20915 8090 703 0,'0'0'103'15,"0"0"-13"-15,0 0-90 16,0 0-31-16,0 0 29 16,14 111 0-16,-14-32 2 15,0 14-4-15,-15 4 4 16,-8-5 3-16,-6-14-2 15,-1-16-1-15,-3-15 0 0,-3-14-9 16,-4-10-15 0,-12-6-36-16,-5-14-50 0,-12-3-196 15</inkml:trace>
  <inkml:trace contextRef="#ctx0" brushRef="#br0" timeOffset="30138.08">18552 7786 741 0,'0'0'86'16,"0"0"-83"-16,0 0-2 15,0 0-1-15,47 131 6 16,-20-40-3-16,-2 18-3 0,-4 5 0 15,-5 2 0 1,0-5-27-16,0-15-112 0,4-23-44 16,7-26-301-16</inkml:trace>
  <inkml:trace contextRef="#ctx0" brushRef="#br0" timeOffset="30820.81">21101 7689 650 0,'0'0'141'15,"0"0"-60"-15,0 0-79 16,0 0-2-16,0 0-6 15,-4 72 6-15,1-19 2 16,1 12 0-16,2 1-2 16,0-8 1-16,2-14 0 15,15-18-1-15,5-17-4 16,6-9 4-16,10-4 11 16,3-24 4-16,5-9-10 15,-5-4-1-15,-10-6-1 0,-12 7-3 16,-9 5 3-16,-10 12 11 15,0 7-10-15,0 12-2 16,0 4-2-16,-8 13-40 16,-7 23 1-16,3 10 31 15,3 9-34-15,5 1-31 16,4 1-14-16,0-6-46 16,19-14-137-16</inkml:trace>
  <inkml:trace contextRef="#ctx0" brushRef="#br0" timeOffset="31102.81">21578 7120 642 0,'0'0'35'16,"0"0"45"-16,0 0-80 15,0 0-7-15,0 0 7 16,23 87-1-16,-21-34 1 16,-2 3 0-16,0 2 5 15,0-7-5-15,-12-6-17 0,-5-7-85 16,4-17-83-16,0-14-231 15</inkml:trace>
  <inkml:trace contextRef="#ctx0" brushRef="#br0" timeOffset="31273.67">21288 7302 707 0,'0'0'4'0,"0"0"-4"15,136-16 10-15,-63 15 27 16,3 1 0-16,4 0-31 16,5 0-6-16,8 3-67 0,4-3-240 15</inkml:trace>
  <inkml:trace contextRef="#ctx0" brushRef="#br0" timeOffset="31834.56">22839 6628 553 0,'0'0'54'0,"0"0"-40"16,0 0-11-16,-91 34-3 15,60 7 0-15,1 19 3 16,2 19 0-16,4 12 1 16,17 1 1-16,7-11 4 15,35-19-7-15,30-20 6 16,16-16-1-16,14-17 2 15,5-9-9-15,4-18-51 16,-4-19-50-16,-7-10 39 0,-12-8-27 16,-15-5 42-16,-16-6 42 15,-18-1 5-15,-22 4 73 16,-10 5 67-16,-7 11-79 16,-15 14 15-16,3 12 19 15,11 13-21-15,0 8-39 16,-3 3-35-16,-9 28-16 15,-10 20 16-15,-6 23 3 16,-2 13-3-16,3 5-1 16,12-6 1-16,15-14 4 15,8-14-4-15,5-19 3 16,14-12 1-16,-2-16-4 0,2-8-8 16,3-3-33-1,6-24-23-15,5-16-259 16</inkml:trace>
  <inkml:trace contextRef="#ctx0" brushRef="#br0" timeOffset="31999.26">23619 6663 481 0,'0'0'161'0,"0"0"-76"16,83-68-37-16,-50 54 4 15,6 3-24-15,5 6-18 16,2 5-5-16,0 0-5 15,2 13-4-15,-5 8-59 16,-8-3-117-16,-17-9-233 16</inkml:trace>
  <inkml:trace contextRef="#ctx0" brushRef="#br0" timeOffset="32164.64">23283 6882 686 0,'0'0'0'16,"0"0"0"-16,0 0 2 16,137 43 11-16,-63-27-13 15,10 2-2-15,-4-7-158 16,-7-11-259-16</inkml:trace>
  <inkml:trace contextRef="#ctx0" brushRef="#br0" timeOffset="32651.71">23829 7149 733 0,'0'0'112'0,"0"0"-61"16,0 0-48-16,0 0-3 15,0 0-16-15,0 0-12 16,-38 47 24-16,20-8-10 15,5 1-27-15,10 3 13 16,3-1 12-16,0-4 13 16,0-7 1-16,0-11 2 15,0-5 0-15,0-8 0 16,-2 3 0-16,-13 4 8 0,-9-1-7 16,-4 1 3-1,-7 3-2-15,1-7 0 16,-4 0 2-16,3-4-3 0,4-6-1 15,6 0-16-15,7 0 10 16,13-9-25-16,5-11-64 16,9-5-28-16,21-5-251 15</inkml:trace>
  <inkml:trace contextRef="#ctx0" brushRef="#br0" timeOffset="32823.07">23920 7132 618 0,'0'0'106'0,"0"0"-19"15,0 0-82-15,127-25-5 16,-59 25-4-16,8 0-7 16,4 8-63-16,2 4-64 15,-4-3-210-15</inkml:trace>
  <inkml:trace contextRef="#ctx0" brushRef="#br0" timeOffset="33252.64">22309 7708 339 0,'0'0'124'0,"0"0"-26"16,-90-65-8-16,78 54 27 15,10 7-21-15,2 4-30 16,17 0-66-16,45 0 1 0,40 6-3 16,41 14 4-16,26 5 0 15,17 3 0-15,17-3-2 16,9-5-5-16,-2-8-7 16,-4-7 11-16,-17-2 0 15,-24 0 0-15,-24 1-4 16,-31 2-14-16,-38 2-13 15,-31 3 3-15,-40 6-77 16,-21 1-139-16,-45-4 73 16</inkml:trace>
  <inkml:trace contextRef="#ctx0" brushRef="#br0" timeOffset="33625.63">22468 8291 740 0,'0'0'106'0,"0"0"-17"15,0 0-58-15,0 0-31 16,0 0-15-16,0 0 6 16,7 64 9-16,-17-2 0 15,-12 7-1-15,-5 2-2 16,-1-1-8-16,4-7-26 15,8-10-27-15,13-14-60 16,3-19-64-16,26-20-175 16</inkml:trace>
  <inkml:trace contextRef="#ctx0" brushRef="#br0" timeOffset="33833">22732 8393 143 0,'0'0'692'15,"0"0"-616"-15,0 0-76 16,0 0-4-16,0 0-13 16,0 0 17-16,0 72 2 15,0-26-2-15,0 0 0 16,3 0-3-16,6-9-35 16,1-6-51-16,3-12-34 15,-1-14-120-15</inkml:trace>
  <inkml:trace contextRef="#ctx0" brushRef="#br0" timeOffset="33994.07">22621 8497 767 0,'0'0'80'16,"0"0"-44"-16,0 0-31 15,98-27-5-15,-40 27 0 16,4 0-5-16,-2 0-6 15,-5 0-66-15,-1 0-75 16,-6 0-149-16</inkml:trace>
  <inkml:trace contextRef="#ctx0" brushRef="#br0" timeOffset="34383.67">23081 8369 794 0,'0'0'59'16,"0"0"-59"-16,0 0-3 15,33 79 3-15,-17-46 0 16,-1-3 2-16,-4-3-1 16,-3-3 6-16,-5-2-5 15,-3-3 1-15,0-2-3 16,-3-5-1-16,-14-4-1 16,3-4 2-16,-2-4-37 15,7 0 0-15,9-12 28 16,0-13-21-16,13-6 0 15,22-5 11-15,12 2 19 0,10-2 0 16,3 5-3 0,-2 3-4-16,-12 5 7 0,-13 1 43 15,-12 7 34-15,-14 5 11 16,-5 2-25-16,-2 7-30 16,0 1-31-16,0 6-2 15,-3 22-17-15,-18 16 12 16,-9 16 2-16,-9 10-5 15,-7 5-14-15,-2 3-22 16,-1-3-31-16,6-7-40 16,8-18-129-16</inkml:trace>
  <inkml:trace contextRef="#ctx0" brushRef="#br0" timeOffset="34577.89">23442 8681 848 0,'0'0'74'0,"0"0"-18"16,0 0-56-16,0 0-6 15,0 0-9-15,-27 72 14 16,4-20-5-16,-1 1-14 16,5-1-37-16,5-8-32 15,14-11-72-15,1-16-110 16</inkml:trace>
  <inkml:trace contextRef="#ctx0" brushRef="#br0" timeOffset="34982.71">23666 8768 688 0,'0'0'154'0,"0"0"-68"16,0 0-85-16,0 0-1 16,0 0-24-16,0 0 24 15,19 43 1-15,-13-21-1 16,0-3 1-16,-1-10-1 15,-1-4-2-15,3-5 2 16,7 0 7-16,10-8 7 16,7-10-9-16,2-4-5 15,-6 3 7-15,-11 7-7 16,-4 5 1-16,-9 5-1 0,0 2-1 16,2 0-11-16,1 11 4 15,1 4 7-15,-1 2 0 16,-2 2 0-16,2 1 1 15,-1-3 0-15,0-4 0 16,-3-8 0-16,0-5 1 16,4 0 3-16,6-11 37 15,5-16-18-15,5-8-23 16,-5-5 0-16,-9-2-1 16,-8-2-2-16,-6 5 2 15,-22 8-1-15,-2 12-22 16,3 16-24-16,9 3-120 15,11 5-174-15</inkml:trace>
  <inkml:trace contextRef="#ctx0" brushRef="#br0" timeOffset="35216.02">24329 8518 744 0,'0'0'70'0,"0"0"36"15,0 0-76-15,0 0-30 16,0 0-9-16,41 94 9 16,-41-27-1-16,0 12 1 15,-25 5-1-15,-19-1 0 0,-19-4-1 16,-14-5-6 0,-17-12-28-16,-14-13-44 0,-11-20-35 15,-13-27-101-15</inkml:trace>
  <inkml:trace contextRef="#ctx0" brushRef="#br0" timeOffset="35647.92">22316 8260 426 0,'0'0'7'0,"0"0"35"0,0 0 45 16,-51 98-17-16,29-51-2 15,-2 6-27-15,0 15 1 16,-4 12-12-16,5 9-17 15,0 1-13-15,6-6 0 16,8-11-58-16,9-12-44 16,19-11-69-16,38-14-95 15</inkml:trace>
  <inkml:trace contextRef="#ctx0" brushRef="#br0" timeOffset="36296.72">24382 8243 366 0,'0'0'56'15,"0"0"34"-15,0 0-43 16,0 0 5-16,0 0 44 0,0 0-58 16,12-8-38-16,-12 27-7 15,0 16 6-15,0 11 1 16,0 7 0-16,6 0-4 16,2-5-3-16,0-6-3 15,-2-16 5-15,-2-4 4 16,-4-11-1-16,0-3 0 15,0-3 2-15,0-4 4 16,-10 2 7-16,-17-1 7 16,-12-1 4-16,-10-1-11 15,-1 0-11-15,4 0-20 16,9 0-86-16,16 0-106 0</inkml:trace>
  <inkml:trace contextRef="#ctx0" brushRef="#br0" timeOffset="36497.28">24423 8143 710 0,'0'0'92'15,"85"-31"-54"-15,-19 17-10 16,14 6 0-16,8 5-19 15,1 3-6-15,-4 3-3 16,-6 11-55-16,-11-6-190 16</inkml:trace>
  <inkml:trace contextRef="#ctx0" brushRef="#br0" timeOffset="38086.71">18746 7610 114 0,'0'0'33'0,"0"0"-7"16,0 0 19-16,-94 24 11 16,63-12 0-16,1 4-9 15,-1 3 6-15,1 3-5 16,2 7-26-16,1 3 9 15,2 8-4-15,5 12-8 16,2 9-7-16,8 8-6 16,4 1 3-16,5-4-7 15,1-1-1-15,0 0 3 16,0-3-2-16,0-4-2 0,0-10 1 16,0-12 1-16,0-10-1 15,-8-8 2-15,3-4 0 16,4-5-1-16,1-1-2 15,0-2-4-15,18 0-22 16,12-1 4-16,4 0-2 16,0-4 21-16,-8 1 3 15,-11-2 5-15,-6 0 17 16,-4 0 22-16,-4 0-33 16,1 0-9-16,1 1-2 15,2-1 1-15,0 4 0 16,-2-1-1-16,0-2 2 15,-2-1-1-15,-1 0 2 0,0 0 21 16,0 0 40 0,0 0 15-16,0 0-27 0,0 0-32 15,0 0-18-15,0-4 1 16,0 0 8-16,2 4-8 16,-2 0-3-16,1 0-2 15,-1 0-45-15,3 0-214 16,-3 7-57-16</inkml:trace>
  <inkml:trace contextRef="#ctx0" brushRef="#br0" timeOffset="38263.07">18626 8656 642 0,'0'0'187'0,"0"0"-100"16,0 0-45-16,0 0-33 15,0 0-9-15,0 0-48 16,-3-9-138-16,3 9 15 16,0 0-224-16</inkml:trace>
  <inkml:trace contextRef="#ctx0" brushRef="#br0" timeOffset="54479.69">4558 9213 304 0,'0'0'143'0,"0"0"-18"16,0 0-27-16,0 0-24 0,0 0-8 15,0 0-29-15,0 0-2 16,2-65-4-16,-2 62-16 16,0 3-7-16,0 0 1 15,0 0-9-15,0 0-2 16,3 0-2-16,6 3-2 15,9 13 5-15,0 8 1 16,4 6 0-16,-3 10-1 16,-2 12-1-16,1 8 2 15,-9 12 0-15,-6 1 0 16,-3-3 2-16,0-9-2 16,-9-16 0-16,-4-12 0 15,5-17 5-15,2-7-5 16,4-8 1-16,1-1 10 0,-1-10 21 15,2-19-16-15,0-11-16 16,3-7-1-16,20-6 0 16,8 0-9-16,11 4-4 15,10 5-4-15,5 7-15 16,-5 7 2-16,-7 8 15 16,-6 10 7-16,-11 10-21 15,-5 2-45-15,-7 14-27 16,-11 15-26-16,-5 5-133 15</inkml:trace>
  <inkml:trace contextRef="#ctx0" brushRef="#br0" timeOffset="54978.57">5115 9585 675 0,'0'0'94'16,"0"0"-3"-16,0 0-45 15,0 0-35-15,0 0-11 16,0 0-6-16,4 8 1 16,27 4 5-16,13 1 3 15,10-2-1-15,9-1-2 16,20-5-1-16,11-5 1 0,10 0 1 15,5 0 3-15,0-3-4 16,-9-3 1-16,-9-3-2 16,-12 1-5-16,-15-3-19 15,-13-3-16-15,-17-1-22 16,-11-2-7-16,-12-2 2 16,-11 0 21-16,-3 2 20 15,-25 3-20-15,-5 4 34 16,2 2 13-16,4 6 44 15,10 2 11-15,10 0-20 16,4 6-35-16,0 15-1 16,2 8 1-16,-1 4 3 0,2-4-2 15,0 3 3 1,0-5 6-16,0-3 23 0,0-4-14 16,0-3-5-16,0-3-6 15,0 2-3-15,-16-1-3 16,-17 2-2-16,-13 0-10 15,-11-5-165-15</inkml:trace>
  <inkml:trace contextRef="#ctx0" brushRef="#br0" timeOffset="55445.8">6787 9745 150 0,'0'0'36'15,"113"-49"-2"-15,-63 16-12 16,-4-4-10-16,-7-2 8 0,-11-4 14 16,-7-5 8-1,-14-3-17-15,-7 0 3 0,-6 0 45 16,-22 2 3-16,-5 4-8 16,3 11 53-16,8 12-17 15,11 13-68-15,7 9-36 16,1 5-4-16,-4 27-48 15,1 16 49-15,-2 19 6 16,2 16-3-16,3 7 1 16,3 3 0-16,0-8-1 15,8-12-2-15,7-16-19 16,4-19-22-16,-4-15 3 16,2-12-42-16,1-11-79 15,-1-17-228-15</inkml:trace>
  <inkml:trace contextRef="#ctx0" brushRef="#br0" timeOffset="56427.62">6532 9518 627 0,'0'0'0'0,"0"0"0"15,84 15 2-15,-43-4 12 16,7-1 15-16,12 1 32 15,11 2-16-15,5 2-2 16,3 4-13-16,-4 4-18 16,-5 5-12-16,-13 5 0 15,-13 0 0-15,-14 0-2 16,-12-4-3-16,-9-3 4 0,-6-8 0 16,-3-6-8-16,0-7 9 15,0-5-1-15,0 0 1 16,-3-5 10-16,-7-15-2 15,2-8-5-15,8-5 1 16,0-1-4-16,18 1-7 16,17-1-17-16,12 1-18 15,5 3-15-15,2 6-1 16,-9 2 52-16,-7 10 6 16,-11 5 7-16,-9 7 19 15,-6 0-26-15,-1 14-5 0,-4 13-8 16,-1 10 13-16,3 7 0 15,0 3 2-15,10-4-2 16,7-6-22-16,20-10-40 16,12-16-12-16,10-11-21 15,7-3 30-15,-6-21 65 16,-12-6 29-16,-14-4 115 16,-16 2-6-16,-14 1-10 15,-10 7-36-15,-3 5-34 16,0 9-39-16,-4 5-18 15,-5 5-1-15,-5 7-10 16,-7 17-27-16,-4 10 36 16,3 4-23-16,5 2-9 15,8-2 1-15,5-6-5 0,4-8 8 16,0-9-18-16,7-13 21 16,7-2 26-16,4-7 41 15,3-13 17-15,-2-4-20 16,-4 0-2-16,-6 5 11 15,-3 4-23-15,-3 3-9 16,-2 7-6-16,1 5-6 16,-1 0-3-16,9 0-12 15,6 9-37-15,9 11 48 16,11 7 0-16,13 2-4 16,7 0 2-16,7-8-3 15,3-15 5-15,-5-6 1 16,0-13 0-16,-6-20 6 0,-5-11-5 15,-4-7 3 1,-4-2-4-16,-9-5 0 0,-11-3-1 16,-15-4-2-16,-7 1 3 15,-6 3 14-15,-16 10 23 16,1 17-15-16,6 16-15 16,7 12-7-16,4 6-1 15,-5 24-24-15,-4 22-8 16,-6 21 33-16,-1 16 1 15,2 9-1-15,8 3-2 16,2-4 0-16,4-3-3 16,1-7-13-16,0-14-20 0,1-16-10 15,-1-21-31-15,0-18-17 16,1-12-6-16,2-22 39 16</inkml:trace>
  <inkml:trace contextRef="#ctx0" brushRef="#br0" timeOffset="56614.32">7691 9196 570 0,'0'0'9'15,"0"0"-8"-15,0 0-1 16,0 0 0-16,92 75 0 15,-47-41-1-15,10 5-1 0,5-5-156 16</inkml:trace>
  <inkml:trace contextRef="#ctx0" brushRef="#br0" timeOffset="57161.62">9658 9982 893 0,'0'0'77'15,"0"0"-38"-15,0 0-19 16,0 0-17-16,0 0-2 15,0 0 0-15,0-75-1 16,0 51 1-16,0-5-1 16,0-10 0-16,0-7-3 15,0-5-16-15,0-4 0 16,10-1-12-16,4 5-25 16,4 7 2-16,-2 10 11 15,1 9-11-15,-2 10 6 16,-3 5 22-16,-4 10 18 0,-1 0-13 15,-3 8-30 1,-4 13 38-16,0 4 6 0,-11 5 6 16,-15 4 1-16,-8-2 0 15,-6-3 5-15,-3 0 3 16,-6-4 8-16,3-1 8 16,6-3-3-16,10-1 11 15,9 0-29-15,9 3 2 16,6 2-5-16,6-2 0 15,0-4 0-15,11-1 1 16,23-6 0-16,21-2-1 16,21-5 7-16,21-3-7 15,18-2-20-15,9-14-158 16</inkml:trace>
  <inkml:trace contextRef="#ctx0" brushRef="#br0" timeOffset="57492.94">10395 9723 283 0,'0'0'172'16,"0"0"-166"-16,0 0-6 16,0 0 47-16,0 0 58 15,0 0 4-15,110 20-46 16,-69-35-40-16,-1-4-7 0,-5-5-6 15,-4 2-4-15,-11-1-3 16,-10 2 0-16,-7 2-3 16,-3 2-1-16,-23 1-6 15,-13 5 7-15,-13 9 0 16,0 2 0-16,9 16-3 16,7 16-2-16,9 9 0 15,13 7-2-15,11 6 1 16,3-2-17-16,41-5-64 15,27-13 13-15,22-17 25 16,11-14-199-16</inkml:trace>
  <inkml:trace contextRef="#ctx0" brushRef="#br0" timeOffset="58228.93">11008 9553 724 0,'0'0'0'16,"0"0"-67"-16,5 79 67 15,5-41 7-15,-1 3 7 16,2 0 5-16,5-4 16 16,-3-5-9-16,-1-6-11 15,-3-9 0-15,-6-9-10 0,-1-4 2 16,-2-4-6-16,0 0 7 15,0 0 23-15,0-8 38 16,0-16-58-16,0-3-11 16,3-4-66-16,19 0-65 15,11 2 5-15,5 2-100 16,3 5 124-16,1 5 102 16,-7 6 49-16,-3 6 65 15,-2 5 6-15,-5 0-71 16,0 16-34-16,-1 9-2 15,-4 8-4-15,-6 4-2 16,-3 2-4-16,-5-1 2 16,-1-6 1-16,-4-7-5 0,2-11 4 15,-2-9-4 1,-1-5-1-16,0 0 14 0,0-3 120 16,2-19-83-16,4-7-51 15,4-10-21-15,8 0-70 16,2-4-24-16,6 6-17 15,4 1-107-15,0 8 69 16,3 3 170-16,-3 8 33 16,-6 8 105-16,-7 4-4 15,-6 5-9-15,-2 0-98 16,0 9-27-16,-3 13 0 16,-3 3 1-16,-2 8 3 15,-1 6 24-15,0 3-11 16,0 6 6-16,-6 5-5 15,0 0-5-15,6-2 2 0,0-8-11 16,11-13-2-16,17-11 5 16,8-12 29-16,8-7 33 15,4-10-10-15,4-16-29 16,-7-15-18-16,-5-5-4 16,-14-5-1-16,-11 0-7 15,-14 2-14-15,-1 6-17 16,-30 9-82-16,-19 8-32 15,-8 6-189-15</inkml:trace>
  <inkml:trace contextRef="#ctx0" brushRef="#br0" timeOffset="58587.67">11894 9693 248 0,'0'0'136'0,"101"39"-1"16,-41-14-41-16,-6 1-7 15,-2 4-24-15,-1 1-17 16,-8 1-33-16,-8-5-5 15,-10-8 1-15,-16-11-9 16,-7-7 3-16,-2-1 0 16,0 0 3-16,2-14 54 15,4-14-21-15,3-9-39 16,6-4-3-16,1-1-3 16,5 5-7-16,-1 4-7 15,4 4-7-15,2 8-46 16,4 6 9-16,-1 5 38 0,-7 7 26 15,-2 3 6-15,-3 0 8 16,-3 0-7-16,1 16-7 16,-5 8-1-16,0 4 1 15,-5-2-2-15,-4 2 2 16,1-6 0-16,-2-4 2 16,0-2-4-16,0-4 4 15,0 2-4-15,0-4-75 16,0-10-245-16</inkml:trace>
  <inkml:trace contextRef="#ctx0" brushRef="#br0" timeOffset="60291.65">12294 9709 172 0,'0'0'47'16,"0"0"48"-16,0 0-65 16,0 0 2-16,0 0-14 15,0 0 31-15,0-27-23 16,0 24-2-16,0 0 64 15,-1 1-24-15,1 1-8 16,0 1-43-16,0 0-13 16,0 0-11-16,0 0-26 15,0 0 10-15,0 0 11 0,0 0 13 16,0 6 1-16,0 6 2 16,0 7 4-16,0 4-2 15,0 11 1-15,0 5 0 16,0 7-2-16,-8 2 6 15,0-3-4-15,-1-5 1 16,2-14-4-16,4-11 5 16,3-7-2-16,0-6 6 15,0-2 33-15,0 0 52 16,-1 0-39-16,1 0-31 16,0 0-7-16,-2 0-6 15,2 0 3-15,-1 0-7 0,1 0-1 16,-2 0 2-16,2 0 5 15,-1 0-6-15,1 0-6 16,0 0 1-16,0 0-4 16,0 0 1-16,0 0 1 15,0 0 0-15,0 0 1 16,0 0 1-16,0 0 4 16,0-3 16-16,0-7-16 15,0-2-5-15,0 0-1 16,0-2 0-16,0-1-5 15,4 1-6-15,1-3-3 16,6-7 0-16,8-3-3 16,15-12-26-16,13-6 5 0,13-6-40 15,3-1 12-15,-1 2-3 16,-3 9 3-16,-10 9-51 16,-13 10 21-16,-10 10 83 15,-12 10 12-15,-8 2-9 16,-6 2 7-16,0 15 0 15,0 5 3-15,-11 2 6 16,-2 0 0-16,-3-4 3 16,5 0 6-16,1 0-7 15,1 3-3-15,0-6-5 16,-5-8-98-16</inkml:trace>
  <inkml:trace contextRef="#ctx0" brushRef="#br0" timeOffset="60956.91">7534 10396 562 0,'0'0'102'0,"0"0"-24"16,0 0-28-16,0 0-46 16,0 0-4-16,0 0 0 15,115-16 2-15,-3 16 0 16,52 0-1-16,51 0-1 16,43 1 1-16,40 12 0 15,27 6-1-15,18-2-1 16,5 2-24-16,-7-4-5 15,-17-3 13-15,-24-7 9 16,-28-3 5-16,-27-2 3 16,-40 0 13-16,-44-7 15 0,-37 0 21 15,-47-1-20-15,-33 4-16 16,-25 3-13-16,-19 1-4 16,-12 0-25-16,-34 0-89 15,-17 0-74-15,-6 0-316 16</inkml:trace>
  <inkml:trace contextRef="#ctx0" brushRef="#br0" timeOffset="61093.54">11608 10486 573 0,'0'0'63'0,"0"0"31"0,0 0-46 15,0 0-48 1,0 0-93-16,0 0-178 0</inkml:trace>
  <inkml:trace contextRef="#ctx0" brushRef="#br0" timeOffset="62521.27">10802 2132 358 0,'0'0'111'15,"0"0"0"-15,0 0-28 16,0 0-14-16,0 0-48 16,0 0-21-16,9-3-17 15,-9 43 14-15,0 16 2 16,-1 12 1-16,-22 11 2 0,-7 4 4 16,-2 1-4-16,-1 1 1 15,3-8-1-15,9-11-1 16,9-15 3-16,2-13-3 15,5-11-1-15,2-10-5 16,3-10-64-16,1-7-56 16,33-22-34-16</inkml:trace>
  <inkml:trace contextRef="#ctx0" brushRef="#br0" timeOffset="63021.49">11235 2276 651 0,'0'0'64'16,"0"0"-39"-16,0 0-25 15,-54 79 0-15,17-15 9 16,-5 6-3-16,3 2 4 16,8-9-10-16,12-12 2 15,13-16-2-15,6-16 1 16,0-13-1-16,0-6 0 15,10-14 0-15,20-23 0 16,7-16-44-16,3-11-17 16,-7-8 4-16,-4-4 25 15,-6 0 13-15,0 4 15 0,2 14 4 16,4 11 0-16,-1 14 0 16,-3 15 0-16,-6 12 11 15,-9 6-8-15,-10 17-3 16,0 20-7-16,-20 18 5 15,-9 5 2-15,-1 0-1 16,3-9 1-16,7-9 0 16,6-9 0-16,4-5 3 15,3-6-2-15,4 1 1 16,0-1 2-16,3 1-2 0,0 0 3 16,0-1-5-1,1 2 11-15,13-2-4 0,8-1 2 16,10-2 3-16,11-2-5 15,15-3 4-15,11-6-6 16,7-3-5-16,3-5-48 16,1-8-253-16</inkml:trace>
  <inkml:trace contextRef="#ctx0" brushRef="#br0" timeOffset="63522.58">12015 2358 791 0,'0'0'61'0,"0"0"22"16,0 0-62-16,0 0-21 0,0 0-4 15,-76 87 3-15,41-17 1 16,3 3 0-16,6-10 3 16,12-17-3-16,11-19 0 15,3-13 0-15,0-12 0 16,0-2 0-16,0-7 6 15,7-27 14-15,15-17-20 16,7-15-16-16,5-8-5 16,-3-8-15-16,-1-3 6 15,3 3 24-15,3 10-3 16,7 16 1-16,5 14 8 16,-2 16 0-16,-4 11 0 15,-9 11-2-15,-9 4-5 16,-8 10-30-16,-7 14-4 0,-9 4 27 15,0 4 5-15,-15 2 5 16,-12 2 4-16,-5-2 0 16,-3 1 4-16,1-2 2 15,4-2 4-15,6-2-2 16,3-2-1-16,4-1-5 16,7 2 0-16,4 0-1 15,6 2 0-15,0 0 2 16,0 2-1-16,16-1 0 15,7-2 1-15,5 0-2 16,4-2 1-16,2-2-4 16,3 1-17-16,2-5-118 15,1-8-136-15</inkml:trace>
  <inkml:trace contextRef="#ctx0" brushRef="#br0" timeOffset="64129.58">10598 2133 262 0,'0'0'87'16,"0"0"-21"-16,0 0 26 16,0 0 26-16,0 0-97 0,87-48-8 15,-32 33 7 1,7-2 7-16,8 3-19 0,0 2-8 15,-5 4-5-15,-9 6-46 16,-21 2-82-16,-28 0-92 16</inkml:trace>
  <inkml:trace contextRef="#ctx0" brushRef="#br0" timeOffset="64352.47">10276 2875 355 0,'0'0'86'16,"0"0"-64"-16,97 0-3 16,-41 0 6-16,13 0-3 15,19 8-15-15,16 3-7 16,8 2-15-16,9-6-85 15,-1-7-99-15</inkml:trace>
  <inkml:trace contextRef="#ctx0" brushRef="#br0" timeOffset="64557.11">13096 2729 594 0,'0'0'57'15,"0"0"14"-15,0 0-64 16,0 0-7-16,0 0-267 16,0 0 24-16</inkml:trace>
  <inkml:trace contextRef="#ctx0" brushRef="#br0" timeOffset="88112.62">11164 2238 45 0,'0'0'48'16,"0"0"-16"-16,0 0 4 16,0 0 0-16,0 0-13 0,0 0 5 15,0 0-2 1,0 0 14-16,-7-3 20 0,7 2-17 15,-1-1-11-15,1 0 0 16,0 2 3-16,0-3-4 16,0 0-8-16,0 0 2 15,0 0-16-15,0 0 0 16,0 1 0-16,0-1-3 16,0 0 1-16,1 0-6 15,2 0 0-15,3-2 5 16,2 2-5-16,1-2 3 15,0-1-3-15,0 3 0 16,1-2-1-16,0 1 1 0,1 1-1 16,-1-1 5-1,2-2-2-15,3 1 4 0,-3-1 2 16,4 2-7-16,-4 0 0 16,2-1 0-16,1 3-1 15,-5-1-1-15,3-2 2 16,3 1 0-16,-5 1-1 15,0 2 1-15,-5-1-2 16,3 1 0-16,1-2 0 16,1 3 1-16,2-3 1 15,-2 3-1-15,-1 0 0 16,0 0-1-16,-2 0-1 0,-2 0 0 16,-2 0-2-1,1 0 2-15,-2 0-1 0,3 3 2 16,-2 1-2-16,2 4 2 15,0-1 1-15,0 0-1 16,1 1 0-16,1 0 0 16,-3-4 0-16,-1 3 0 15,1-2 0-15,-2 0 0 16,-3 2-1-16,4-4-1 16,-4 3 2-16,0 0 0 15,0 1 0-15,0 2 0 16,0 2 4-16,-4 2-3 15,-1 0-1-15,-2 1 1 16,-1-2-1-16,2 0 1 0,-1-3 0 16,-1 2 1-1,1-2-1-15,-2 3 2 0,-4-2-2 16,2 0 3-16,-2 2-1 16,-1-4-3-16,-1 2 3 15,2 0-1-15,-3 0 1 16,5 0 2-16,0 0-3 15,0-3-2-15,3 0 2 16,-3 0-1-16,-2-1 0 16,0 2 2-16,0 2 0 15,-1-2-2-15,0 1 0 16,1-3 0-16,1 2 0 16,0-2-1-16,-1 1 0 0,4-2 1 15,-3 0 1-15,0 3 0 16,0-3-2-16,0 4 2 15,-1-2 0-15,2 1 0 16,-1 1-2-16,-1-2 1 16,4-2 0-16,1 0-1 15,4-2 1-15,1-3 1 16,1 0 6-16,2 0 2 16,0 0 7-16,-2 0 4 15,2 0-12-15,0 0 1 16,0 0 2-16,0 0 6 15,0 0 0-15,0 0 1 0,-2 0 3 16,2 0 0 0,-1 0-4-16,-1 0-11 0,-1 0-5 15,2 0-1-15,-1 0 0 16,1 0-1-16,1 0 0 16,0 0 0-16,-2 0-1 15,0 0-14-15,-2 1-64 16,-2 10-80-16,4-3 5 15,2-7-284-15</inkml:trace>
  <inkml:trace contextRef="#ctx0" brushRef="#br0" timeOffset="90161.06">11855 2189 59 0,'0'0'84'15,"0"0"-9"-15,0 0 5 16,0 0-22-16,0 0 5 15,0 0 0-15,-8-1-10 16,7 1-12-16,1 0-8 16,0 0-3-16,0-1 0 0,-1-1 0 15,-1 1-2-15,-2 1 0 16,3-3-16-16,-2 3-2 16,3 0 19-16,0 0-7 15,0 0-5-15,0 0-6 16,0 0 1-16,0 0 1 15,0 0-3-15,0-2-1 16,0 2-1-16,0-2 1 16,0-4-6-16,17-3 2 15,12-5-5-15,10-2-1 16,7-1 1-16,2 3 1 16,-1 0-1-16,-3 3-7 0,-3 0-21 15,-11 3 6 1,-9 4-8-16,-10 2-7 0,-7 2-7 15,-4 0-39-15,0 0-64 16,-10 5 85-16,-12 4 44 16,-6 4-2-16,0-2-82 15,7-2 24-15,6-1-99 16</inkml:trace>
  <inkml:trace contextRef="#ctx0" brushRef="#br0" timeOffset="90339.04">12137 2140 251 0,'0'0'96'16,"0"0"-48"-16,0 0-48 15,0 0-32-15,0 0-43 16,0 0-88-16</inkml:trace>
  <inkml:trace contextRef="#ctx0" brushRef="#br0" timeOffset="112755.26">4575 11123 312 0,'0'0'77'0,"0"0"21"16,0 0-3-16,0 0-28 15,0 0-4-15,0 0-22 16,0 0 17-16,-18-79-17 16,11 72-2-16,2 0-12 0,1 5-9 15,1 1-9-15,3 1-6 16,-2 0-3-16,1 0-5 15,-7 13-3-15,-4 17 2 16,-5 12 3-16,-8 14 3 16,-3 11-2-16,-2 8-1 15,2 0 3-15,1-5 0 16,4-11 4-16,7-15-4 16,2-12 0-16,8-9-3 15,-2-8 2-15,5-10 0 16,3-3-4-16,0-2-2 15,0 0 5-15,0-17 2 16,0-17-224-16,3-14-206 0</inkml:trace>
  <inkml:trace contextRef="#ctx0" brushRef="#br0" timeOffset="113005.42">4156 10967 558 0,'0'0'55'16,"0"0"25"-16,0 0-44 15,0 0 12-15,-21-73-19 16,48 61-27-16,13-3 0 0,17-1 5 16,8 4-4-16,7 3 4 15,0 6-7-15,-4 3-3 16,-7 3-5-1,-10 18-114-15,-18 5 17 0,-20 6-97 16,-13 5-26-16</inkml:trace>
  <inkml:trace contextRef="#ctx0" brushRef="#br0" timeOffset="113455.3">3863 11685 173 0,'0'0'60'0,"0"0"26"16,0 0-43-16,97 45 16 16,-52-39-25-16,9-6 7 15,6 0-1-15,4-4-15 16,0-10 0-16,-1 0-11 16,-10 0 7-16,-11 8 11 15,-21 1-5-15,-6 2 10 16,-14 3-10-16,-1 0-17 15,0 0-10-15,0 10-1 16,-4 12 1-16,-5 4 2 16,1 4-1-16,5 0-1 15,3-1-1-15,0-1 1 16,8-4 5-16,17-10-5 16,11-7 1-16,10-7-1 0,8-5 4 15,-3-17 7-15,-1-7 5 16,-12 0 25-16,-13 1 3 15,-13-1 3-15,-10 4-12 16,-2 1-5-16,-8 7-9 16,-12 2-18-16,-5 9-3 15,2 6-7-15,0 0-29 16,8 12-21-16,2 10-17 16,11 3-39-16,2-5-27 15,13-9-203-15</inkml:trace>
  <inkml:trace contextRef="#ctx0" brushRef="#br0" timeOffset="113670.78">5195 11490 639 0,'0'0'115'15,"0"0"-39"-15,0 0-34 16,0 0-42-16,0 0-10 15,0 0-41-15,3-23 48 16,33 34 3-16,8-3-2 16,3 0-10-16,1-1-64 15,-5 1-24-15,-5 0-5 16,-12-5-102-16,-15 3-64 0</inkml:trace>
  <inkml:trace contextRef="#ctx0" brushRef="#br0" timeOffset="113842.69">5064 11702 72 0,'0'0'348'16,"0"0"-237"-16,0 0-63 15,0 0-23-15,0 0 17 16,0 0-21-16,81 32-7 16,-38-31 4-16,6-1-11 15,3 0-7-15,-1 0-27 16,-3 0-87-16,-9-8-206 0</inkml:trace>
  <inkml:trace contextRef="#ctx0" brushRef="#br0" timeOffset="130188.77">6351 11112 287 0,'0'0'87'0,"0"0"9"16,0 0 0-16,0 0-53 16,0 0 6-16,0 0 3 15,0 0-20-15,0 0-14 16,6-48-3-16,-4 44 2 15,1 0-7-15,-2-1 5 16,-1 2 11-16,0 2-7 0,0-2-3 16,0 3-4-16,0 0-6 15,0 0-3-15,0 0 3 16,0 0-6-16,0 3-2 16,0 10-8-16,0 11 3 15,0 7 1-15,-6 8 5 16,-7 8 0-16,0 4 0 15,-4 5 2-15,2-3 2 16,0-6-2-16,5-11 3 16,4-9-4-16,1-5-4 15,2-4-6-15,0 1-29 0,-2-1-23 16,3-1-21-16,1-3-49 16,1-4-120-16</inkml:trace>
  <inkml:trace contextRef="#ctx0" brushRef="#br0" timeOffset="130672.31">6685 11105 554 0,'0'0'99'16,"0"0"-60"-16,0 0-39 16,0 0 0-16,0 0 0 15,0 0 5-15,-28 107 9 16,17-59-4-16,4 5-7 15,3-2-3-15,2-2 0 16,2-11 0-16,0-6-1 16,3-14-1-16,7-5-2 15,7-13 4-15,7 0 5 16,12-17 5-16,9-16-5 0,-1-9-3 16,-5-7 3-16,-13-2 19 15,-7-2 22-15,-15 2 31 16,-4 1-39-16,0 8-10 15,-23 9-4-15,2 11-16 16,-2 11-8-16,1 10 0 16,1 1-7-16,3 12-40 15,3 18-52-15,8 13 7 16,7 7-62-16,0-1-136 16</inkml:trace>
  <inkml:trace contextRef="#ctx0" brushRef="#br0" timeOffset="130913.92">7137 11536 803 0,'0'0'47'15,"0"0"-47"-15,0 0-10 16,0 0 5-16,0 0-1 15,-20 85 6-15,5-46 5 16,-2 5-4-16,-5 3-1 16,1-1 0-16,-3-2-49 15,-3-1-47-15,0-11-50 0,0-6-165 16</inkml:trace>
  <inkml:trace contextRef="#ctx0" brushRef="#br0" timeOffset="132286.48">7540 11279 512 0,'0'0'6'16,"0"0"3"-16,0 0 5 0,0 0 22 15,-73 109-17 1,65-67 6-16,4 3 2 0,1 1-11 16,3 2-3-1,0-2-12-15,0-4 2 0,0-10-3 16,11-11 0-16,8-10-12 16,8-11 12-16,6-2 2 15,5-19 7-15,0-6 10 16,-3-4 14-16,-9 0 3 15,-11 0 0-15,-11 1 4 16,-4 2-20-16,-6 0-9 16,-19 3-11-16,-2 1-1 15,-1 3-3-15,3 4-4 0,2 2-1 16,4 4 6-16,1 1 1 16,7 2 0-16,4 1 2 15,2 0 1-15,4 2 2 16,-2 2 0-16,3 1 15 15,0-3 8-15,0 1-2 16,0 0-12-16,0 1 6 16,0 1-3-16,0 2-12 15,0 0-1-15,0-1 1 16,0 1 0-16,0 0-1 16,0 0 0-16,0 0 0 15,0 0-1-15,0 0 0 16,0 0 1-16,0 0 0 15,0 0-2-15,0 0 0 0,0 0 0 16,0 0-2 0,0 0 2-16,0 0-2 0,0 0 0 15,0 0-2-15,0 0-11 16,0 0-10-16,15 7 8 16,15 3 12-16,14-1 4 15,17-2-9-15,10-6-24 16,-3-1-2-16,-2 0 1 15,-8-11 21-15,-4-3 14 16,-12 1 1-16,-10 2 0 16,-12 2 8-16,-13 4 18 15,-7 3 18-15,0 0-18 0,0 2-21 16,0 0-6 0,-18 1-5-16,-12 20-1 0,-9 13 5 15,-2 10 0-15,2 5-1 16,-1 0 2-16,6-1 0 15,7-7-7-15,15-8-1 16,9-8-3-16,3-8 0 16,6-10-11-16,22-7 22 15,20 0 6-15,16-17-6 16,8-10-1-16,-4-4-4 16,-11-5 5-16,-21 3 2 15,-15 3 9-15,-17-2 15 16,-4 2 6-16,0 5-10 15,-18 0-14-15,-6 7-8 16,-1 5 1-16,3 4-1 0,2 5 0 16,4 4 0-16,7 0-1 15,3 0 0-15,3 0-2 16,3 0-1-16,0 0-8 16,0 0 0-16,10 0-5 15,14 0 11-15,16-3 6 16,9-4 0-16,1 1 2 15,4 1-2-15,-8 0 1 16,-6 4-1-16,-9 1 1 16,-5 0-1-16,-10 8 0 15,-1 9-4-15,-9 5 4 16,-4 5-3-16,-2 3-7 0,-11 5 10 16,-13 4 0-16,-4 0 1 15,4-2 1-15,7-4-2 16,10-7 0-16,7-4 0 15,0-7-3-15,15-7 2 16,19-8 1-16,21 0 4 16,14-22 0-16,8-10-4 15,-5-2 3-15,-14-7 0 16,-14 0 12-16,-17-1 20 16,-11 0 4-16,-12 2 3 15,-4 4-22-15,-14 5-16 16,-21 9-4-16,-5 5-3 15,-6 12-11-15,0 5-1 0,5 0 1 16,0 10-8-16,3 13-12 16,5 5-24-16,7 3-23 15,8-2-76-15,12-10-128 16</inkml:trace>
  <inkml:trace contextRef="#ctx0" brushRef="#br0" timeOffset="132444.02">8699 11397 594 0,'0'0'93'0,"0"0"18"15,0 0-28-15,0 0-32 0,0 0-41 16,0 0-10 0,-49 1-51-16,28 26-64 0,-4-8-95 15</inkml:trace>
  <inkml:trace contextRef="#ctx0" brushRef="#br0" timeOffset="140163.27">10370 11207 243 0,'0'0'93'0,"0"0"31"16,0 0-44-16,0-76 4 15,0 63 0-15,0 5-55 16,0-1 20-16,0 4 2 15,0-1-38-15,0 0 17 16,0 2-11-16,0 0 12 16,0 4-11-16,0 0-3 15,0 0-11-15,0 0-6 16,0 7-5-16,0 14-4 16,0 15 4-16,-9 22 2 15,-9 19 2-15,-6 7 1 16,-5 2-2-16,-1-5 2 0,-2-12-1 15,4-10-5 1,10-12-9-16,3-11-12 0,7-10-2 16,7-12-35-16,1-13-31 15,9-8-115-15,22-35-172 16</inkml:trace>
  <inkml:trace contextRef="#ctx0" brushRef="#br0" timeOffset="140695.27">10634 11233 794 0,'0'0'30'0,"0"0"-29"16,-18 80-2-16,-4-26 1 0,-1 6 0 16,-6 2 1-16,4-3 2 15,3-6-3-15,5-7 5 16,6-11-5-16,5-12 1 15,6-12 3-15,0-6-4 16,0-5 5-16,0-13 6 16,0-23-11-16,19-14-1 15,4-12-72-15,0-6 32 16,2-5 3-16,6 6 22 16,4 7-10-16,13 11 10 15,-1 12 4-15,8 10 11 16,-6 8 2-16,-4 10 0 15,-8 5 6-15,-3 4-1 0,-11 0-1 16,-10 15-4 0,-13 5-1-16,0 8-3 0,-23 2 3 15,-11 6 1-15,-6-1 3 16,-5-2-2-16,5-5 1 16,4-6-3-16,9-3 2 15,6-4 0-15,11 2-1 16,10 3 1-16,0 1 4 15,0 3 1-15,19 3 8 16,10-4 6-16,2 3-4 16,8-4-1-16,4-1-11 15,6-3-2-15,2-1-2 0,3-5-1 16,-5-3-63-16,-7-9-67 16,-8-1-273-16</inkml:trace>
  <inkml:trace contextRef="#ctx0" brushRef="#br0" timeOffset="141194.29">11235 11303 764 0,'0'0'101'16,"0"0"-3"-16,0 0-82 16,0 0-16-16,0 0-7 15,-15 78 6-15,12-15 0 16,-3 3 1-16,0-4 0 0,2-5 3 15,4-17-3 1,0-11 0-16,0-15-1 0,0-10 1 16,0-4 0-16,0-8 5 15,0-24-5-15,13-12-9 16,8-15-68-16,-2-5-29 16,2-6 13-16,-2 4 66 15,1 7 26-15,4 13 1 16,3 10 5-16,-1 13-5 15,3 7 0-15,-5 8 3 16,1 8 0-16,-4 0-1 16,-3 12-4-16,-5 8-1 15,-9 2 3-15,-4 5-2 16,0 0 2-16,-8 1 0 0,-14 2 0 16,-5-1 0-1,-3-2 2-15,2-3 4 0,5-5-4 16,5-4 3-16,4-2 2 15,6 1-2-15,3 1-1 16,5 4-1-16,0 3-3 16,2 1 2-16,19 2-4 15,4-3 0-15,8-1 2 16,9-3 0-16,7-3-3 16,2-6-57-16,1-9-133 15</inkml:trace>
  <inkml:trace contextRef="#ctx0" brushRef="#br0" timeOffset="141495.63">11997 11115 786 0,'0'0'17'0,"0"0"70"15,0 0-42-15,-3-72-37 16,3 66 0-16,4 2-6 15,15 0-2-15,13 2 0 16,14 2 0-16,7 0 0 16,-1 0 0-16,-6 0 0 15,-12 0 0-15,-10 6 0 0,-10 4 0 16,-8 6-13-16,-6 6 1 16,0 7-7-16,-27 12 15 15,-18 8 0-15,-10 8 3 16,-2 10-17-16,5 1-40 15,3-4-47-15,8-9-48 16,9-12-352-16</inkml:trace>
  <inkml:trace contextRef="#ctx0" brushRef="#br0" timeOffset="141659.99">12105 11780 628 0,'0'0'250'0,"0"0"-136"16,0 0-96-16,0 0-18 0,0 0-25 16,0 0-1-16,6 42-15 15,-15-20-65-15,-2-6-144 16</inkml:trace>
  <inkml:trace contextRef="#ctx0" brushRef="#br0" timeOffset="142050.23">9706 12083 509 0,'0'0'87'15,"0"0"-11"-15,0 0 36 16,0 0-74-16,0 0-34 16,113-27 3-16,-13 26 8 15,31 1 1-15,19 0-2 16,29 0-8-16,13 0-4 15,-1 0 3-15,-10 0-4 0,-19 0 0 16,-23 0-1-16,-20 0 0 16,-25 3 0-16,-24 1-11 15,-24 2-25-15,-26-2-61 16,-20-1-41-16,-18-3-131 16</inkml:trace>
  <inkml:trace contextRef="#ctx0" brushRef="#br0" timeOffset="142359.57">9968 12148 408 0,'0'0'54'0,"0"0"-54"16,0 0 1-16,0 0-1 15,0 0 0-15,0 0 15 16,11 27 59-16,26-26 24 16,23-1 1-16,22 0-28 15,17 0-39-15,11 0-20 16,6 0-8-16,12 0-1 16,2 0-2-16,1 0-1 15,-5 0 0-15,-16 0-27 16,-12 1-88-16,-20-1-52 15,-21 0-296-15</inkml:trace>
  <inkml:trace contextRef="#ctx0" brushRef="#br0" timeOffset="142507.41">11320 12165 617 0,'0'0'204'16,"0"0"-127"-16,0 0-47 15,0 0-27-15,0 0-3 16,0 0-48-16,24-15-85 16,-20 17-108-16</inkml:trace>
  <inkml:trace contextRef="#ctx0" brushRef="#br0" timeOffset="144675.12">4538 12408 280 0,'0'0'76'15,"0"0"93"-15,0 0-65 16,34-86-17-16,-34 76-27 16,0 1-6-16,0 2-23 15,-6 2-17-15,-15 0-11 16,-10 5-3-16,-13 0 1 16,-12 3-1-16,-13 18 0 15,-5 8-2-15,2 5 2 16,15 9 0-16,17 5-2 15,18 2 0-15,19 2-5 16,3-5 6-16,28-3-8 0,23-7 3 16,25-12-9-16,19-12-18 15,19-13-55-15,2-6-118 16</inkml:trace>
  <inkml:trace contextRef="#ctx0" brushRef="#br0" timeOffset="144906.35">4876 12332 755 0,'0'0'95'0,"0"0"-25"0,0 0-64 16,0 0-6-16,0 0-13 15,0 0 11-15,0 74 0 16,-7-20 2-16,-2 7-1 15,-3 1 1-15,6-5-1 16,1-4-3-16,5-7-22 16,0-6-17-16,0-8-42 15,6-9-36-15,5-20-75 16</inkml:trace>
  <inkml:trace contextRef="#ctx0" brushRef="#br0" timeOffset="145104.24">4890 12273 767 0,'0'0'13'0,"0"0"21"15,0 0-24-15,0 0-10 16,0 0 0-16,98-64 0 16,-62 56 1-16,3 0-1 15,2 5 0-15,0 3-1 16,-8 0-44-16,-11 6-95 15,-18 5-127-15</inkml:trace>
  <inkml:trace contextRef="#ctx0" brushRef="#br0" timeOffset="145283.43">4666 12584 685 0,'0'0'104'0,"0"0"-92"15,0 0-7-15,0 0 13 16,109 0-9-16,-63 2-6 16,5 0-3-16,1 1-26 15,0 2-104-15,-4-5-131 16</inkml:trace>
  <inkml:trace contextRef="#ctx0" brushRef="#br0" timeOffset="145493.39">5076 12839 777 0,'0'0'34'16,"0"0"-34"-16,0 0-2 16,-12 86 2-16,5-50 1 15,-4 3 1-15,1-2-2 16,-1-1 0-16,-1 0-16 15,-1-5-95-15,1-7-42 16,-3-12-176-16</inkml:trace>
  <inkml:trace contextRef="#ctx0" brushRef="#br0" timeOffset="145711.38">5415 12651 602 0,'0'0'65'0,"0"0"79"16,0 0-99-16,0 0-38 15,0 0-7-15,0 0 0 16,40-67-6-16,-16 67 0 16,4 2-33-16,2 8-33 15,4 1-39-15,-3-5-31 16,-8 1-94-16</inkml:trace>
  <inkml:trace contextRef="#ctx0" brushRef="#br0" timeOffset="145889.43">5224 12824 696 0,'0'0'169'15,"0"0"-142"-15,0 0-26 16,0 0 4-16,82-2-5 15,-25-6 0-15,5-2-2 16,11-2-42-16,11-5-118 16,2-9-204-16</inkml:trace>
  <inkml:trace contextRef="#ctx0" brushRef="#br0" timeOffset="148338.12">6313 12402 440 0,'0'0'111'0,"0"0"-34"15,0 0-1-15,0 0-34 16,0 0-8-16,38-80-25 15,-6 68-4-15,0 5-1 16,-1 6-4-16,-2 1-1 16,-9 3-2-16,-4 18-2 15,-11 8-6-15,-5 9-2 16,-14 10 10-16,-23 0-2 0,-8 1 5 16,-1-6-1-16,3-9 2 15,7-9-1-15,9-6 0 16,8-5-1-16,8-4 1 15,3-5 0-15,7-1-1 16,1-4-6-16,0 0 0 16,0 0 7-16,6 0 1 15,19 0 6-15,10-7 4 16,7-1-8-16,5 2-3 16,3 3-1-16,0 3-69 15,-4 0-56-15,-10-5-207 16</inkml:trace>
  <inkml:trace contextRef="#ctx0" brushRef="#br0" timeOffset="148537.56">6668 12668 597 0,'0'0'91'16,"0"0"-90"-16,0 0-1 15,0 0 1-15,-33 87 6 16,19-56-2-16,3 1-5 16,3 2 0-16,5-3-3 0,3-4-65 15,0-9-103 1,0-9-135-16</inkml:trace>
  <inkml:trace contextRef="#ctx0" brushRef="#br0" timeOffset="149419.45">6944 12504 516 0,'0'0'90'16,"0"0"57"-16,0 0-114 15,0 0-33-15,0 0-1 16,0 0-1-16,-8 84 0 15,2-43 2-15,3 3 0 0,3 1 0 16,0-3-1-16,0-2 0 16,9-6-3-16,9-7 4 15,0-12-7-15,6-10 7 16,1-5 4-16,5-7 2 16,-3-20 11-16,-2-4-9 15,-4-6 14-15,-12-1-11 16,-9 1-5-16,0 4-6 15,-13 1-4-15,-17 6-15 16,-5 4-13-16,1 5 9 16,9 3 15-16,9 4 8 15,8 7 0-15,5-2 1 0,3 5-1 16,0 0-12-16,0 0-63 16,8 0 51-16,12 0 24 15,9 1 0-15,5-1 4 16,3 0-1-16,5 0 0 15,-3 0-1-15,-2 4-1 16,-4 3 2-16,-3 7-1 16,-6 5-2-16,-12 1 0 15,-5 2-1-15,-7 0 0 16,0 6 1-16,-7 0 0 16,-5 1 0-16,-1 1 2 15,6-4-2-15,7 0-2 0,0-9-4 16,12-7-22-1,16-8 23-15,5-2 5 16,5-13 2-16,-4-13 4 0,-4-5 6 16,-2 0 4-16,-4-3 10 15,1 2-14-15,0 3-12 16,1 4-1-16,-1 4-7 16,-1 9 8-16,-8 3 0 15,-2 8 4-15,-5 1 3 16,-2 0-7-16,1 10-5 15,-4 12 1-15,-1 5 1 16,2 7 3-16,-1 4 0 16,5 0 1-16,2-4 0 15,2-7-1-15,11-10 0 16,4-10 3-16,10-7 2 0,5-4 15 16,-3-18 11-16,1-6 16 15,-9-3 3-15,-8-2-17 16,-9 2-6-16,-11 3 8 15,-4 5-16-15,-13 3-19 16,-29 8-3-16,-19 8-31 16,-15 4-63-16,-5 3-32 15,14 14 9-15,24 1-117 16,24 2 45-16</inkml:trace>
  <inkml:trace contextRef="#ctx0" brushRef="#br0" timeOffset="149885.68">8458 12573 534 0,'0'0'137'0,"0"0"12"16,-41-79-60-16,33 63-51 15,2 8-14-15,6 6-18 0,0 2-6 16,0 0-5-1,0 7-27-15,0 13-80 0,6 13 68 16,8 5-90-16,1-8-138 16</inkml:trace>
  <inkml:trace contextRef="#ctx0" brushRef="#br0" timeOffset="150102.48">8550 12818 772 0,'0'0'101'16,"0"0"-101"-16,0 0-1 16,0 0-2-16,0 0-1 15,3 107 1-15,-12-64 3 16,-9 3 1-16,-4 2 0 0,-8-2-1 16,-2-6-7-16,-7-6-56 15,-5-6-10-15,1-8-62 16,4-11-157-16</inkml:trace>
  <inkml:trace contextRef="#ctx0" brushRef="#br0" timeOffset="150702.41">9220 12518 204 0,'0'0'318'0,"0"0"-141"16,0 0-82-16,-8-71-46 15,-14 71-44-15,-5 1-5 0,-7 23-3 16,-4 8 2-16,3 7-1 16,5 8 0-16,12 5 1 15,12 4-1-15,6-3-7 16,13-7-30-16,26-13-35 15,14-11 25-15,10-15 14 16,6-7-9-16,1-9-28 16,-7-19 5-16,-14-5 67 15,-13-4 22-15,-15-1 82 16,-12-2-20-16,-3 0 20 16,-6-1-28-16,0 4-26 15,0 9-10-15,-6 9-21 16,4 14-6-16,-2 5-13 0,-4 8-10 15,-8 25-14-15,-4 12 22 16,-4 8 0-16,-2 6 2 16,3 1-2-16,7-4-1 15,10-10-22-15,6-10-4 16,0-11-14-16,15-11-23 16,3-11-33-16,7-3 31 15,2-20-230-15</inkml:trace>
  <inkml:trace contextRef="#ctx0" brushRef="#br0" timeOffset="150870.04">9551 12501 669 0,'0'0'28'0,"0"0"-19"16,104-48-7-16,-59 36-2 15,1 2 2-15,-4 8-2 16,-3 2 0-16,-5 0-6 15,-4 0-43-15,-12 10-67 16,-9 2-152-16</inkml:trace>
  <inkml:trace contextRef="#ctx0" brushRef="#br0" timeOffset="151043.1">9435 12731 404 0,'0'0'260'0,"0"0"-208"0,0 0-52 16,0 0-7 0,0 0 4-16,0 0-1 0,82 24-25 15,-29-24-19-15,8 0-72 16,5 0-124-16</inkml:trace>
  <inkml:trace contextRef="#ctx0" brushRef="#br0" timeOffset="151350.64">9851 12850 727 0,'0'0'41'0,"0"0"-37"0,0 0-4 16,0 0 0 0,0 0 3-16,58 92-1 0,-42-62-2 15,-2 1 0-15,-8 0 1 16,-6-3-1-16,0-1 0 15,-17-4-1-15,-7-5 1 16,-3-3-1-16,4-5 1 16,2-3-1-16,10-2 1 15,5-3 0-15,5-2 1 16,1 0-1-16,1 0-8 16,26 0 5-16,12 0 1 15,12-10-21-15,6-4-29 16,1-6-46-16,4-6-187 15</inkml:trace>
  <inkml:trace contextRef="#ctx0" brushRef="#br0" timeOffset="151554.78">10260 12704 574 0,'0'0'218'0,"0"0"-171"15,0 0-34-15,0 0-13 16,0 0 1-16,104-38-1 16,-73 38 0-16,5 0 0 15,3 0-1-15,1 0-8 0,-3 2-76 16,-4 1-45-16,-8-1-127 16</inkml:trace>
  <inkml:trace contextRef="#ctx0" brushRef="#br0" timeOffset="151740.27">10225 12841 599 0,'0'0'0'16,"0"0"4"-16,0 0-1 15,0 0 7-15,0 0 24 16,82 34 4-16,-36-34-30 0,7 0-8 15,9 0-115-15,7-16-287 16</inkml:trace>
  <inkml:trace contextRef="#ctx0" brushRef="#br0" timeOffset="152385.39">10898 12570 513 0,'0'0'142'0,"0"0"3"15,0 0-82-15,-31-72-18 16,31 63-25-16,5 2-11 15,26 0-9-15,18 4-2 0,12 1-9 16,6 2-3-16,-7 0-6 16,-8 0-6-16,-13 2-13 15,-16 10-15-15,-8 1-32 16,-15 4-37-16,0-2-29 16,-21 3 62-16,-9-3 58 15,-1-3 11-15,3 1 21 16,7-7 9-16,10 1 94 15,7-2-7-15,4 2-36 16,0 4 1-16,0 8-1 16,7 7-9-16,11 7-16 0,2 4-19 15,-2-3-10-15,-6-1-3 16,-4-4-2-16,-6-5 3 16,-2-4-1-1,0-4-2-15,-12-2 2 0,-6 0-1 16,-10-2-2-16,-5-1-9 15,0 0-48-15,5-2-2 16,8-3-24-16,17-5-203 16</inkml:trace>
  <inkml:trace contextRef="#ctx0" brushRef="#br0" timeOffset="152566.74">11424 12937 421 0,'0'0'332'15,"0"0"-185"-15,0 0-80 16,0 0-59-16,0 0-8 16,0 0-15-16,-25 46 14 15,-2-10-10-15,-1 2-46 16,9-2-61-16,6-4-81 16,9-14-199-16</inkml:trace>
  <inkml:trace contextRef="#ctx0" brushRef="#br0" timeOffset="153416.3">11754 12643 738 0,'0'0'40'15,"0"0"-40"-15,0 0-24 16,0 0-8-16,0 0 32 15,0 0 0-15,1 76 0 16,-1-42 1-16,0 3 0 16,6 0 0-16,9-3 3 15,9-6-4-15,6-7-2 16,1-6-8-16,4-10 2 16,-2-5-2-16,-7 0 7 15,-2-8 3-15,-6-13 3 0,-4-6 6 16,-8-6 21-16,-6-4 4 15,0 1 14-15,-13 0-31 16,-9 8-10-16,4 6-3 16,1 8-4-16,9 6 2 15,3 7-2-15,4 1-4 16,1 0 3-16,0 0-15 16,0 0-40-16,0 0 17 15,0 0 21-15,0 4 17 16,9 1 1-16,6 1 0 15,10-1 2-15,8 0 0 16,3 1 0-16,1-2 0 16,0 0-2-16,-7 0 0 15,-3-1 0-15,-6 1 1 16,-6 1-1-16,-2-1 0 0,-7 4-1 16,-3 1-1-16,-3 5-3 15,0 5 5-15,-10 2 0 16,-5 1-2-16,2 0-5 15,3-5-15-15,6 0-28 16,4-5 9-16,4-7-4 16,19-5 8-16,10 0 25 15,7-12 12-15,11-10 0 16,-1-4 11-16,-2-1 30 16,-5 2 17-16,-10 5-20 15,-9 7-7-15,-5 5-15 16,-5 6 12-16,-7 2-20 0,-1 0-8 15,-1 0-8-15,-2 14-1 16,0 6 7 0,-3 7 2-16,0 1 0 0,1 1 0 15,4-2 2-15,5-7-1 16,4-6 0-16,8-8 1 16,8-6 2-16,1 0 5 15,2-13 2-15,-3-9 30 16,-8-5 16-16,-4-3-20 15,-6 0-16-15,-11 0 13 16,-1 0-6-16,-26 7-28 16,-34 4 0-16,-24 9-62 15,-5 10-91-15,13 0-70 0,25 4-199 16</inkml:trace>
  <inkml:trace contextRef="#ctx0" brushRef="#br0" timeOffset="154030.55">13160 12637 673 0,'0'0'157'16,"0"0"-94"-16,0 0-34 0,0 0-15 15,0 0-14-15,0 0-6 16,26-22-81-16,-20 44 25 16,1 3-46-16,-2-2-33 15,-5-1-188-15</inkml:trace>
  <inkml:trace contextRef="#ctx0" brushRef="#br0" timeOffset="154232.39">13307 12927 767 0,'0'0'68'0,"0"0"-47"0,0 0-21 16,0 0-3 0,0 0 2-16,-8 106-4 0,-17-63 5 15,-7 6-1-15,-8 0-11 16,-3 2-54-16,-5-5-67 15,6-10-185-15</inkml:trace>
  <inkml:trace contextRef="#ctx0" brushRef="#br0" timeOffset="154680.95">13981 12580 388 0,'0'0'88'0,"0"0"57"16,3-74-13-16,-6 57-42 16,-8 5-39-16,0 7-18 15,-3 5-29-15,1 6-4 16,-4 22-4-16,1 19 3 15,2 15-5-15,8 13 3 16,6 3-34-16,0-11-35 16,26-13-92-16,19-21 68 15,14-16-25-15,11-12 27 16,6-5 5-16,-2-16-49 16</inkml:trace>
  <inkml:trace contextRef="#ctx0" brushRef="#br0" timeOffset="154883.38">14400 12818 86 0,'0'0'142'16,"45"-97"24"-16,-42 44 23 0,-3-3-61 15,-9 3-45-15,-5 12-17 16,1 14-26-16,8 17-8 16,5 10-32-16,-1 8-5 15,1 21-51-15,-3 19 56 16,-3 11 0-16,0 9 0 16,-1 1 1-16,2-3 2 15,5-3-3-15,0-10 0 16,0-11-1-16,0-12-8 15,5-10-14-15,3-10-23 16,1-8-43-16,4-2-16 16,4-19-221-16</inkml:trace>
  <inkml:trace contextRef="#ctx0" brushRef="#br0" timeOffset="155062.45">14384 12446 789 0,'0'0'51'0,"0"0"-26"16,113-57-25-16,-55 46 3 16,3 1-2-16,0 8 3 15,-2 2-4-15,-7 0 0 16,-4 9-2-16,-7 8-33 16,-11 5-127-16,-13 2-93 15</inkml:trace>
  <inkml:trace contextRef="#ctx0" brushRef="#br0" timeOffset="155249.39">14369 12743 448 0,'0'0'285'16,"0"0"-184"-16,0 0-57 16,0 0-24-16,0 0-17 15,0 0-3-15,17 10-5 16,19-1 3-16,11 1-9 15,11 0-39-15,2-3-56 16,8-5-21-16,-1-2-193 16</inkml:trace>
  <inkml:trace contextRef="#ctx0" brushRef="#br0" timeOffset="155713.47">14731 12945 826 0,'0'0'8'0,"0"0"37"15,0 0-43-15,0 0-1 16,0 0 10-16,97-9 5 16,-46 6-15-16,4 3 1 15,0 0-2-15,-7 0 0 16,-11 3-1-16,-13 2-1 0,-15 5-26 15,-9-2-56-15,0 4 8 16,-24 0 63-16,-6 2 12 16,-1 1-14-16,4-3 1 15,11-2 13-15,6-3-1 16,5 0 2-16,4 3 12 16,1 5 13-16,0 5 9 15,0 5-3-15,14 5-15 16,0 1 0-16,2-2-8 15,-5-3-8-15,-5-3 1 16,-5-6 0-16,-1-4 0 16,-4-5 1-16,-18-1 5 15,-13-1 0-15,-5-3-4 0,-1-2 0 16,1-1-3-16,7 0-2 16,8 0-4-16,5-7-50 15,16-8-83-15,4-9-349 16</inkml:trace>
  <inkml:trace contextRef="#ctx0" brushRef="#br0" timeOffset="155913.94">15476 12679 746 0,'0'0'59'0,"0"0"-37"16,0 0-22-1,0 0 0-15,0 0-8 0,0 0 5 16,44-28 3-16,-20 34 0 16,3 8-12-16,1 3-68 15,1-1-34-15,-3-5-158 16</inkml:trace>
  <inkml:trace contextRef="#ctx0" brushRef="#br0" timeOffset="156096.28">15301 12825 658 0,'0'0'134'16,"0"0"-108"-16,0 0-24 0,0 0-2 16,84 19-2-16,-35-9-32 15,12-2-76-15,11-8-79 16</inkml:trace>
  <inkml:trace contextRef="#ctx0" brushRef="#br0" timeOffset="156615.04">16102 12322 835 0,'0'0'94'16,"0"0"-65"-16,0 0-29 16,0 0-13-16,0 0 13 15,-9 116 1-15,-7-56-1 0,0 1-1 16,6-8-12-16,7-11-27 16,3-16 1-16,5-10 12 15,20-12 27-15,6-4 3 16,7-10 2-16,2-17 1 15,-4-7 0-15,-10-4 7 16,-9 0 2-16,-4 3 2 16,-8 6 7-16,-5 12-2 15,0 7-8-15,0 10-14 16,0 0-3-16,0 27-35 16,-10 12 29-16,-7 13 8 15,-4 7 0-15,5 6-10 0,-1 2-13 16,13-5-31-1,4-11-92-15,0-10 36 0,13-21-114 16</inkml:trace>
  <inkml:trace contextRef="#ctx0" brushRef="#br0" timeOffset="157444.87">16551 12600 563 0,'0'0'0'0,"0"0"-15"15,0 0 13 1,0 0 2-16,0 0 10 0,-2 104 9 16,-12-60-6-16,-3 7-2 15,1 4-7-15,7-1-1 16,9-8 1-16,2-8-1 15,24-13-2-15,4-16 0 16,3-9 2-16,2 0 15 16,1-22 40-16,0-9 19 15,-4-8-15-15,-9-6-34 16,-8-2-18-16,-12 1-8 16,-3 5-2-16,-5 10-3 15,-11 8-12-15,4 9-60 16,2 6 31-16,5 2 44 0,5 4 2 15,0 2-2-15,0 0-29 16,14 6 10-16,11 7 19 16,14 2 6-16,3 1 21 15,0 2-2-15,-5 1-2 16,-9 2-13-16,-11 3-10 16,-11 3 0-16,-6 5 0 15,-3 2 0-15,-21 0 3 16,1-3-3-16,3-6-21 15,10-7-30-15,9-8 17 16,1-10 16-16,6 0 18 16,20-17 26-16,12-15-16 15,6-8 12-15,-1-5-8 0,-3 3 2 16,1 4-7 0,-6 7-9-16,-2 8 0 0,-12 9 0 15,-6 6 4-15,-8 6-1 16,-2 2-3-16,-2 0 0 15,-1 19-8-15,-2 6 7 16,0 9 0-16,-2 8 2 16,-7 7 0-16,3-3 0 15,4-7-1-15,2-9-8 16,15-12-22-16,22-9 30 16,13-9 3-16,8 0-2 15,0-19-1-15,-5-12 7 0,-8-4 23 16,-12-3 34-1,-4-5-27-15,-13 1 12 0,-7 1 4 16,-9 5-11-16,-9 3-26 16,-18 11-16-16,-6 9-5 15,-3 13-24-15,2 0-20 16,0 18-21-16,1 13-29 16,5 2-31-16,10-5-163 15</inkml:trace>
  <inkml:trace contextRef="#ctx0" brushRef="#br0" timeOffset="157644.08">18044 12596 772 0,'0'0'59'16,"0"0"-26"-16,0 0-33 15,0 0-13-15,0 0-83 16,0 0-16-16,7 50 76 16,-10-13-79-16,-4-6-114 15</inkml:trace>
  <inkml:trace contextRef="#ctx0" brushRef="#br0" timeOffset="157845.38">17826 13063 334 0,'0'0'499'16,"0"0"-499"-16,0 0-4 15,0 0 4-15,0 96 0 16,0-62 0-16,0 7 1 16,0 2 0-16,-12 2-2 15,-6 0-1-15,-9-1-77 16,-8-8-40-16,-8-8-85 15</inkml:trace>
  <inkml:trace contextRef="#ctx0" brushRef="#br0" timeOffset="158895.4">18387 12566 582 0,'0'0'172'15,"0"0"-74"-15,0 0-52 16,0 0-20-16,0 0-26 15,0 0-8-15,-12-9 3 16,-9 50 5-16,-3 12 0 16,3 10 0-16,1 3 0 15,2 1-2-15,13-9-14 16,5-9-29-16,3-16-10 16,32-14 15-16,17-13 40 0,16-6 2 15,11-12 1-15,0-16 0 16,-8-8-1-16,-12-7 7 15,-18-6 20-15,-12-4 12 16,-11 1 0-16,-9 6 8 16,-6 7-19-16,-3 15-2 15,0 12 0-15,0 7-25 16,0 5-3-16,0 5-13 0,0 20-11 16,-8 14 24-1,-4 10 0-15,-1 6-1 0,3 0 0 16,4-2-7-16,2-3-18 15,4-8-5-15,0-6-8 16,0-8-23-16,0-8-104 16,0-14 11-16,8-6-107 15</inkml:trace>
  <inkml:trace contextRef="#ctx0" brushRef="#br0" timeOffset="159082.42">18881 12529 686 0,'0'0'24'0,"0"0"6"0,82-47-24 15,-46 40 8 1,5 4 7-16,1 3-10 0,3 0-11 16,-5 6-4-16,0 13-42 15,-4-2-90-15,-4-5-248 16</inkml:trace>
  <inkml:trace contextRef="#ctx0" brushRef="#br0" timeOffset="159262.26">18833 12797 723 0,'0'0'38'0,"0"0"-35"16,0 0-3-16,0 0 7 0,0 0-3 15,95 48-1-15,-54-39-3 16,3-2-29-16,1-7-92 16,0 0-287-16</inkml:trace>
  <inkml:trace contextRef="#ctx0" brushRef="#br0" timeOffset="160225.43">19212 13034 236 0,'0'0'65'0,"0"0"-11"16,0 0 47-16,0 0-17 16,0 0-41-16,0 0-39 15,7 5-4-15,-7-3-29 16,0 0-27-16,0 1 19 16,0-3-4-16,0 2 36 15,0 0 5-15,0-2 21 16,0 1 48-16,0-1 1 15,0 0-26-15,0 0-32 0,0 0-12 16,0 0 0-16,0 0 3 16,0 0 0-16,0 0-2 15,0 0 6-15,0 0-7 16,0 0 7-16,0 0 2 16,2 0 3-16,-2 0 3 15,0 0-4-15,1 0-11 16,-1 0-3-16,0 0 2 15,0 0 1-15,2 0 0 16,-1 0 1-16,-1 0-1 16,3-3 1-16,-1-2-1 0,-1 3 10 15,2 1 10-15,-3 1-12 16,0 0-5-16,0-1-1 16,0-1 0-16,3 1-1 15,-3-1-1-15,2-1 5 16,-2 3-4-16,0 0 1 15,0 0 4-15,0 0-6 16,0 0-3-16,0 0 1 16,0 0 2-16,0 0 0 15,0 0 0-15,0 0 4 16,0 0 11-16,0 0 2 16,0 0-17-16,0 0 0 15,0 2-7-15,0 15 3 16,0 6 3-16,0 8 0 0,-11 2-1 15,2 2-8 1,-1 1-48-16,5-7 0 0,5-5 16 16,0-7 16-16,20-8 13 15,1-8 13-15,9-1 5 16,0-8 5-16,2-12 34 16,-2-4 20-16,-6 1-1 15,-6 3-28-15,-9 6-22 16,-5 2-8-16,-2 4-3 15,-2 3 7-15,0 3 6 16,0 2-11-16,0 0-4 16,-3 10-22-16,-12 9 21 15,-8 8 1-15,1 6 0 0,2 3 0 16,0 3-8-16,2 3-44 16,6 0 23-16,1-3-13 15,6-6-25-15,5-11-52 16,0-11-219-16</inkml:trace>
  <inkml:trace contextRef="#ctx0" brushRef="#br0" timeOffset="160446.82">19740 12918 352 0,'0'0'100'16,"0"0"-34"-16,0 0 12 15,101-30-17-15,-69 28-25 16,-1 2-28-16,-1 0-8 16,-2 2-17-16,-4 6-53 15,-6-6-141-15</inkml:trace>
  <inkml:trace contextRef="#ctx0" brushRef="#br0" timeOffset="160625.45">19640 13026 463 0,'0'0'11'0,"0"0"13"16,115 22 22-16,-63-16-46 15,6-2-8-15,2-4-168 16</inkml:trace>
  <inkml:trace contextRef="#ctx0" brushRef="#br0" timeOffset="160935.09">20465 12663 588 0,'0'0'15'16,"0"0"-15"-16,0 0 0 15,0 0 1-15,-85 112 2 16,64-65 0-16,6 5 2 16,3-1-3-16,8-4-1 15,4-5-1-15,0-10 0 16,0-8 3-16,3-5 5 15,-3-7 0-15,0 0 1 16,0-4 1-16,0 0-7 16,-19-3 2-16,-13 1 6 15,-4 0 0-15,-3-2-11 0,5-2-2 16,7 0-48 0,8-2-99-16,10-2-70 0</inkml:trace>
  <inkml:trace contextRef="#ctx0" brushRef="#br0" timeOffset="162424.49">20554 12796 59 0,'0'0'446'15,"0"0"-430"-15,0 0 14 0,99-24 4 16,-81 24 13-16,0 0-19 15,-6 3-18-15,1 9-8 16,-7 4-2-16,-5 2-1 16,-1 6 1-16,0 3 0 15,-12 6 1-15,-7 1-1 16,-2 3 3-16,0 1 0 16,2-2-1-16,0-2-2 15,10-5-1-15,6-7-4 16,3-6 1-16,3-10 4 15,25-6 3-15,9 0 8 16,3-17 4-16,1-10 16 16,-7-5 7-16,-6-3-3 0,-5-2-35 15,-5 0 0 1,-6 4-64-16,-2 5-3 0,-2 8 20 16,-1 5 18-16,-2 6 27 15,3 8-3-15,3 1-4 16,2 0 3-16,7 9 6 15,4 7 1-15,4 1 3 16,2 3 16-16,-2 2 11 16,-4-3-15-16,-8 2 3 15,-4-2-4-15,-10-2-14 16,-2 0 2-16,0 1-2 16,-12-3 0-16,-1-2 0 15,6-4 1-15,4-6 1 16,2-3-1-16,1 0 3 0,4-11 80 15,17-9-57-15,9-9-26 16,4-3 2-16,-3 3-3 16,-2 0-1-16,-7 8-1 15,-5 7 0-15,-8 6-3 16,-3 5 3-16,-5 3 0 16,2 0-21-16,0 0-15 15,-3 13 30-15,0 5 3 16,0 0-1-16,0 0 3 15,2-4 2-15,11-5 0 16,2-4 7-16,1-5-1 16,-1 0 2-16,-4 0 18 15,-2-13 14-15,-2-3-11 0,-3-1-2 16,-1-1-15-16,-1 4 0 16,-2 2-8-16,2 7-1 15,-2 1-3-15,0 3-1 16,0 1 1-16,0 0-6 15,0 0-1-15,-2 0-6 16,-10 0 5-16,5 0 8 16,-1 0 0-16,5 0 0 15,3 0 1-15,-3 0 0 16,1 0 2-16,0 0 1 16,-2-4-2-16,2-1 2 15,-3 3-1-15,4-3-1 0,-1 2 1 16,1 2-1-16,1 1-2 15,0 0 0-15,-3 0 0 16,3 0 0-16,0 0 0 16,0 0 0-16,0 0 0 15,0-1 0-15,0 1 1 16,0 0 11-16,0 0-2 16,0 0-4-16,0-1 2 15,0-2-1-15,0 0-2 16,0-2-4-16,0 2-1 15,0 3 2-15,0 0-2 16,0-2 0-16,0 2 0 16,0-1 0-16,0 1 0 15,0 0 1-15,0 0-1 16,0 0 0-16,0 0 1 0,0 0-1 16,0 0 1-16,0-2-1 15,0 2 3-15,0-2-2 16,0 2 0-16,0-2 0 15,0 1 0-15,0 1-1 16,0 0 0-16,0 0-2 16,0 0-4-16,0 0 3 15,0 4-5-15,0 12 6 16,-5 4 2-16,-2 8 0 16,-5 3-2-16,-2 2 3 15,3 1-2-15,2 0 1 16,9-4-13-16,0-4-14 0,6-6 18 15,15-4 4-15,-1-10-1 16,2-6 6-16,4 0 0 16,6-10 11-16,2-17-1 15,4-7 2-15,-3-6 4 16,-4-1-4-16,-3-3-8 16,-8 6-1-16,-5 4-1 15,-6 7-2-15,-6 3-1 16,-3 4 1-16,0 6-1 15,0 6-4-15,-18 7-10 16,-12 1-28-16,-12 9-2 16,-7 13-48-16,0 7 2 15,7 1-3-15,12-2-116 0,12-9-105 16</inkml:trace>
  <inkml:trace contextRef="#ctx0" brushRef="#br0" timeOffset="162956.15">21094 12984 382 0,'0'0'153'16,"0"0"-82"-16,0 0 10 15,0 0-21-15,0 0-16 16,0 0-44-16,7-13-15 16,-16 26 11-16,-2 7 4 15,-4 5-1-15,1-1-1 0,4-4-15 16,3-4-34-16,7-6 1 16,0-5 41-16,1-5 2 15,17 0 7-15,3 0 4 16,1-11 1-16,2-6 13 15,-3-2 17-15,-6-1 24 16,-2 0-17-16,-5 0-16 16,-5-1-11-16,-3 3-2 15,0 2-6-15,0 5-7 16,-8 8-4-16,-9 3-64 16,-6 2-69-16,-1 10 0 15,2 0-253-15</inkml:trace>
  <inkml:trace contextRef="#ctx0" brushRef="#br0" timeOffset="163027.59">21094 12984 611 0</inkml:trace>
  <inkml:trace contextRef="#ctx0" brushRef="#br0" timeOffset="163102.33">21094 12984 611 0,'24'16'153'0,"-22"-27"-39"0,1 2-45 0,-3 2-37 15,1 7-31-15,-1 2-1 16,0 16-162-16,0-2-26 15,0-2-197-15</inkml:trace>
  <inkml:trace contextRef="#ctx0" brushRef="#br0" timeOffset="163859.06">21942 12819 616 0,'0'0'133'0,"0"0"-21"16,0 0-76-16,0 0-36 15,0 0 0-15,0 0-53 16,0 11-30-16,0 23 2 15,0 2-46-15,-6-6-295 16</inkml:trace>
  <inkml:trace contextRef="#ctx0" brushRef="#br0" timeOffset="164055.57">21885 13179 696 0,'0'0'133'15,"0"0"-102"-15,0 0-31 16,0 0-5-16,-17 99 5 16,0-48 0-16,-6 4-7 15,-5-3-19-15,-4-2-35 16,-3-10-56-16,-1-10 11 16,2-11-130-16</inkml:trace>
  <inkml:trace contextRef="#ctx0" brushRef="#br0" timeOffset="164388.55">22508 12784 659 0,'0'0'110'0,"0"0"-31"16,0 0-61-16,0 0-18 15,0 0-4-15,0 0 4 0,-88 92 0 16,42-27 3-16,1 6-2 16,11 1-1-16,12-5-1 15,16-11-29-15,6-16-34 16,34-12-13-16,21-13 50 15,12-14 2-15,11-1-8 16,-2-14-70-16,-4-14 1 16,-9-3-66-16</inkml:trace>
  <inkml:trace contextRef="#ctx0" brushRef="#br0" timeOffset="164578.68">22762 12969 330 0,'0'0'176'0,"0"0"-12"0,0 0-66 15,0 0-19-15,0 0-79 16,0 0-3-16,-36 23 3 16,24 18 3-16,-3 5-2 15,0 8-1-15,-1 0 2 16,-1 0-4-16,0-4-1 16,1-8-82-16,-1-11-18 15,1-11-34-15,6-15-136 16</inkml:trace>
  <inkml:trace contextRef="#ctx0" brushRef="#br0" timeOffset="164775.01">22814 12786 670 0,'0'0'40'0,"0"0"18"16,90-47-31-16,-59 41-2 15,-1 4-3-15,-2 2-12 16,-1 1-10-16,3 15 0 16,-2 7-31-16,-3 0-111 15,-4-3-117-15</inkml:trace>
  <inkml:trace contextRef="#ctx0" brushRef="#br0" timeOffset="164976.84">22653 13043 694 0,'0'0'56'15,"0"0"-34"-15,0 0-22 16,0 0 7-16,0 0 19 16,0 0-9-16,101 39-13 15,-55-25-4-15,-4-1-10 16,3-1-95-16,-5-7-86 15,-1-3-276-15</inkml:trace>
  <inkml:trace contextRef="#ctx0" brushRef="#br0" timeOffset="165370.5">23118 13264 563 0,'0'0'94'16,"0"0"-93"-16,0 0 1 16,0 0-2-16,-65 79 4 15,36-45-2-15,3 3 1 16,-3 2-2-16,2 1 2 0,4-2-3 15,14-1 0-15,9-8-13 16,0-8-23-16,26-10 36 16,8-11 0-16,4 0 5 15,1-20 1-15,-7-5 21 16,-6 0 38-16,-11-2 27 16,-9 3-45-16,-6 2-15 15,-3 2-19-15,-22 4-13 16,-11 8-6-16,-6 6-68 15,6 2-133-15,11 0-165 16</inkml:trace>
  <inkml:trace contextRef="#ctx0" brushRef="#br0" timeOffset="166070.17">23150 13280 538 0,'0'0'106'0,"0"0"-86"15,0 0-18-15,0 0-2 16,0 0 0-16,-42 80 3 16,19-46-1-16,1 0 0 15,4-3 0-15,3-1-2 16,8-11 0-16,4-2-1 0,3-8-9 16,0-2-26-16,0-6-6 15,9-1 10-15,7 0 3 16,2-5-15-16,3-4 44 15,-5 3 15-15,-2 1 38 16,-5 2-22-16,-5 3-2 16,-2 0-4-16,-2 0-23 15,0 8 1-15,0 12-3 16,-6 11 4-16,-14 11 1 16,-10 10-4-16,-7 2 1 0,-1-9 11 15,3-11-12-15,5-12 5 16,10-12-6-16,3-8 4 15,1-2 0-15,-2 0 36 16,-2-9 3-16,0-11-11 16,4 0 12-16,6-3-20 15,7 5 0-15,3 3-24 16,12 2-47-16,18-2-182 16,4-2-264-16</inkml:trace>
  <inkml:trace contextRef="#ctx0" brushRef="#br0" timeOffset="166267.9">23151 13353 536 0,'0'0'24'15,"0"0"-3"-15,0 0-3 16,90-24 36-16,-57 20 5 15,-2 1-39-15,-1 2-20 16,-2 1-1-16,-1 0-15 16,-7 0-68-16,-3-7-164 15</inkml:trace>
  <inkml:trace contextRef="#ctx0" brushRef="#br0" timeOffset="166500.95">23554 12878 657 0,'0'0'37'15,"0"0"-24"-15,0 0-12 16,0 0-2-16,0 0 1 15,99 10-20-15,-67 7-50 16,-2-2-54-16,-5-5-155 16</inkml:trace>
  <inkml:trace contextRef="#ctx0" brushRef="#br0" timeOffset="166686.23">23327 13058 395 0,'0'0'81'0,"0"0"-41"15,100 18 30-15,-55-12-50 16,1-1-20-16,2-3-6 16,-3-2-88-16,-4 0-182 15</inkml:trace>
  <inkml:trace contextRef="#ctx0" brushRef="#br0" timeOffset="167818.6">24219 12625 638 0,'0'0'33'16,"0"0"13"-16,0 0-46 15,0 0-6-15,0 0 6 0,-128 118 1 16,68-43 5-16,-1 7-5 16,1 1 5-16,12-11-1 15,15-11-5-15,22-15-30 16,11-17-25-16,16-13 42 15,21-15 13-15,8-1 5 16,6-7 1-16,-5-15 1 16,-9-6 3-16,-10 0-3 15,-12-2 38-15,-10 0-24 16,-5 1-1-16,-5 1-15 16,-15 5-3-16,2 9-2 15,4 11-7-15,7 3-25 0,5 2-74 16,2 13 99-16,0 2 6 15,29-3-3-15,9-5 1 16,7-3-2-16,-3-4 5 16,-3-2 6-16,-7 0 4 15,-8 0 9-15,-4-2 40 16,-8-4 10-16,-5 3-18 16,-4 3-30-16,-3 0-20 15,0 0-1-15,-3 14-21 16,-18 6 8-16,-4 7 12 15,-3 2 1-15,-4 6 0 16,2-1-2-16,12-5-27 16,14-3-46-16,4-9 35 15,27-13 35-15,9-4 5 16,2-1 10-16,1-19 0 0,2-6 15 16,-1-6 9-16,-6 1 15 15,-6-5-24-15,-11 3-7 16,-7 5-9-16,-5 6-7 15,1 10-2-15,0 7-3 16,3 5-20-16,0 0-23 16,6 0 16-16,4 8 13 15,4 4 13-15,4 2 4 16,1 2 2-16,-2 0-1 16,-3-1 3-16,-6 3 1 15,-6 0-3-15,-7 1-2 16,-4 1 0-16,0 0-1 0,-13 2 0 15,-2-6-1-15,3-5-6 16,6-5-23-16,6-6 7 16,0 0 24-16,14-6 28 15,14-15 3-15,4-7-8 16,3-2 15-16,0 3-12 16,-7 3 11-16,-4 7-31 15,-10 6-2-15,-5 7-4 16,-3 4-2-16,-1 0-16 15,-1 0-29-15,1 12 11 16,-1 5 9-16,-4 3 19 16,2 2 2-16,2 2 6 15,7-3-3-15,4-7 0 0,1-6-11 16,-2-6 14-16,-4-2 2 16,4-4 1-16,-1-11 4 15,0-4 9-15,0-7 17 16,-3-1-26-16,-1-4 2 15,-2-1 29-15,-4 0 3 16,-2 3-3-16,-1 7 24 16,0 10-36-16,0 8-26 15,-17 4-27-15,-19 7-84 16,-8 19 42-16,-2 4-77 16,12 1-140-16</inkml:trace>
  <inkml:trace contextRef="#ctx0" brushRef="#br0" timeOffset="178424.29">3488 13687 353 0,'0'0'139'0,"0"0"-32"15,0 0-19-15,0 0-15 16,0 0-31-16,0 0-23 16,0 0-19-16,0-22 0 15,0 22-7-15,0 12 4 0,0 12 2 16,-4 12 0-1,-4 7-4-15,-4 11 5 0,0 7 4 16,-2 2-2-16,-2 2-2 16,1-4 2-16,-3-8-2 15,0-3 0-15,0-3 0 16,-2-9-98-16,3-14-111 16</inkml:trace>
  <inkml:trace contextRef="#ctx0" brushRef="#br0" timeOffset="178824.55">3629 13958 239 0,'0'0'417'15,"0"0"-417"-15,0 0 0 16,-3 84 1-16,3-47 2 16,3 4-3-16,8 2 2 15,8-4-4-15,5-5-5 16,6-10-25-16,9-9-24 16,7-15-8-16,8 0 46 15,2-26-7-15,-4-9 25 16,-11-8 55-16,-14-6 29 0,-14-3-28 15,-13 0 46-15,-10-2-38 16,-31 4-12-16,-12 8-31 16,-7 9-6-16,6 16-10 15,11 14-5-15,10 3-2 16,6 28-43-16,12 17-91 16,5 7 6-16,10 1-93 15</inkml:trace>
  <inkml:trace contextRef="#ctx0" brushRef="#br0" timeOffset="179047.08">4167 14243 784 0,'0'0'91'15,"0"0"-54"-15,0 0-37 16,0 0-12-16,0 0 2 15,0 0 8-15,-5 44 2 16,-7-17 2-16,1 1 0 16,-2 4-2-16,-2 2 0 15,0 4-21-15,2-4-73 16,-2-5-74-16,6-15-162 16</inkml:trace>
  <inkml:trace contextRef="#ctx0" brushRef="#br0" timeOffset="180272.33">4545 13900 625 0,'0'0'38'15,"0"0"78"-15,0 0-66 16,0 0-50-16,0 0-2 15,0 0-6-15,-12-5 2 16,2 41 6-16,2 10 0 0,1 7 0 16,4 0 0-1,3 1 0-15,0-4-4 0,3-8-2 16,12-9-17-16,12-13-7 16,0-10 21-16,4-10 9 15,7-1 6-15,1-21 0 16,-3-8 3-16,-6-2 23 15,-9-2 13-15,-14 0-16 16,-7 0-1-16,0 2-15 16,-22 2-5-16,-5 5-8 15,-3 2 0-15,4 8 0 16,7 3 0-16,5 6 1 16,8 4-1-16,3 0 0 15,1 2-6-15,2 0 2 16,0 0-3-16,0 0 5 0,0-3 0 15,0 3 2 1,0-4 2-16,0 0 2 0,0 0 11 16,0-1 0-16,0-4 5 15,0 2 0-15,0-1-7 16,0 3 3-16,0 0-10 16,0 1-4-16,0 4 0 15,-2 0-2-15,2 0-2 16,-1 0 0-16,1 0 0 15,0 0-1-15,-1 0-8 16,-4 0 0-16,5 0 9 16,-3 0-3-16,-1 0 2 0,4 2 2 15,0 0-1-15,-3-2 0 16,3 1-1-16,0 0 1 16,0 2-1-16,3 2-7 15,19 5 0-15,10 2 5 16,15-1-11-16,10 0-8 15,2-4-3-15,4-1-9 16,0-2 6-16,-8-2 8 16,-10-2 21-16,-12 0 1 15,-13 0 6-15,-11 0 7 16,-8 0 25-16,-1 0-6 16,0 0-15-16,0 0-10 15,0 1-7-15,-1 8-8 16,-8 5 6-16,-4 4 1 15,-2 6 1-15,6 4 0 0,-4 2-1 16,7 3-2-16,0-2 3 16,1-1-3-16,5-4-5 15,0-8-16-15,5-6-6 16,11-11 23-16,8-1 7 16,1-7 25-16,7-17 4 15,-4-5-8-15,0-7-17 16,-9 2 7-16,-6 2-5 15,-9 4-4-15,-2 6 2 16,-1 5-4-16,0 6-8 16,3 5 2-16,0 4 1 15,6 2-9-15,-2 0-10 16,6 4 16-16,0 11 7 0,0 4 1 16,-2 3 0-16,3 3-1 15,-1 1 1-15,0 1 0 16,4-1 0-16,-5 1 1 15,4-6-1-15,-2-3 0 16,-2-6-6-16,-1-6 1 16,3-5-4-16,0-1 9 15,10-5 1-15,2-17 1 16,3-4 4-16,-2-6 12 16,-1-2-3-16,-7-4 10 15,-9 6 5-15,-8 4 12 16,-3 6-22-16,-19 5-20 0,-26 4-5 15,-13 13-33 1,-6 0-49-16,6 8 7 0,15 18-10 16,16 1-70-16,9-2-151 15</inkml:trace>
  <inkml:trace contextRef="#ctx0" brushRef="#br0" timeOffset="180650.81">6238 13955 634 0,'0'0'124'0,"0"0"-16"15,0 0-57-15,0 0-35 0,0 0-16 16,0 0-4-16,0 0 1 15,72-53 3-15,-41 53-15 16,2 4-33-16,5 9-31 16,-2 2-46-16,-4-1 8 15,-10-2-150-15</inkml:trace>
  <inkml:trace contextRef="#ctx0" brushRef="#br0" timeOffset="180838.42">6181 14156 608 0,'0'0'225'0,"0"0"-225"0,0 0 0 15,0 0 5-15,0 0-1 16,96 31-2-16,-41-30 8 16,5-1-2-16,7 0-8 15,4 0-6-15,-1 0-113 16,1-5-176-16</inkml:trace>
  <inkml:trace contextRef="#ctx0" brushRef="#br0" timeOffset="181855">7697 13684 601 0,'0'0'40'16,"0"0"50"-16,0 0-37 15,56-79-27-15,-30 69-12 16,2 0-2-16,-1 9-4 16,-6 1-4-16,-2 9-4 15,-7 18-1-15,-7 11-4 16,-5 11 1-16,-6 8 2 16,-19 1-26-16,-7 0-23 15,-1-4 2-15,4-7 3 16,3-7 6-16,7-11 17 0,7-8 18 15,3-6 5-15,4-8 0 16,2-4 9-16,3-3 144 16,0 0-31-16,0 0-64 15,8 0-58-15,20 0-1 16,13-3-2-16,11-3-3 16,6-2-3-16,6 0 3 15,2 1-21-15,-2 2-30 16,-6 0-34-16,-9 1-24 15,-15-4-104-15</inkml:trace>
  <inkml:trace contextRef="#ctx0" brushRef="#br0" timeOffset="182119.89">8335 13980 136 0,'0'0'658'16,"0"0"-530"-16,0 0-100 16,0 0-28-16,0 0-7 15,0 0 6-15,-40 91-2 0,13-40-12 16,-1 2-13-16,0-2-11 15,7-5-56-15,7-11-56 16,9-14-189-16</inkml:trace>
  <inkml:trace contextRef="#ctx0" brushRef="#br0" timeOffset="183303.4">8641 13772 704 0,'0'0'0'15,"0"0"-19"1,0 0 16-16,0 0-1 0,-60 113 1 16,45-64 3-16,2 4 0 15,7 2 2-15,3-7-2 16,3-9 0-16,11-11 0 15,17-12 0-15,6-12 0 16,8-4 7-16,-3-4-1 16,-8-18 6-16,-5-3 31 15,-10-5-2-15,-4-2 9 16,-11-2-17-16,-1-5-11 16,-3 3-15-16,-15 5-5 15,2 7-1-15,3 7-1 16,8 8 0-16,2 4 1 0,3 4-1 15,0 1 0-15,0 0-1 16,0 0-8-16,3 0 9 16,12-2 1-16,-5 2 0 15,-4 0 3-15,-2 0-1 16,0 0 13-16,-4-2 8 16,0 2 2-16,0-1-13 15,0-3-4-15,0 1-3 16,0 1-4-16,0-1-1 15,-5 2-1-15,1 0 0 16,2 1 3-16,-1 0-3 16,3 0-4-16,0-2 4 15,0 2 0-15,0 0 0 0,0 0-1 16,0 0 1-16,0 0 0 16,-1 0 1-16,1 0-1 15,0 0 1-15,0 0-1 16,0 0 3-16,0 0-2 15,0-1-1-15,0 1 0 16,0-2-1-16,0 2 1 16,0 0-5-16,0 0-6 15,0 0-1-15,2 0-4 16,18 0-3-16,13 0 0 0,7 0 3 16,8 0-4-1,-3 2 8-15,-2 3 5 0,-3 0 5 16,-5 3 2-16,-8-1 1 15,-2-2-1-15,-10 2 0 16,-6-1 0-16,-4 0-1 16,-3-1 1-16,-2 4-3 15,0 3 3-15,0 3-3 16,-7 4 3-16,-8 3 0 16,0 2 0-16,1 0 1 15,4-3-1-15,1-3 0 16,6-6-1-16,3-1-10 15,0-8-18-15,2-3 19 16,13 0 10-16,11-14 15 16,2-8 11-16,2-6-14 15,-4-1-5-15,-2-1 2 0,-3 4-3 16,-6 7-3-16,-2 6-3 16,-3 8 0-16,-3 3 0 15,3 2-2-15,-1 0-3 16,1 12 0-16,2 8 2 15,5 7 2-15,0 3-1 16,2 2 4-16,4 2-2 16,4-4 0-16,4-8-2 15,11-6-5-15,1-9 3 16,6-7 2-16,-4 0-6 16,1-12-1-16,-7-12 9 0,-7-6 2 15,-7-4 10 1,-10-3 9-16,-7 0 4 0,-8 1 1 15,-7-1 1-15,-25 7-10 16,-15 7-17-16,-12 13-4 16,-6 10-7-16,-1 3-57 15,6 22-5-15,10 11-51 16,11 5-7-16,9 0-173 16</inkml:trace>
  <inkml:trace contextRef="#ctx0" brushRef="#br0" timeOffset="184069.23">7457 14583 419 0,'0'0'66'16,"0"0"-42"-16,0 0-14 15,-82-10-8-15,76 10 6 16,4 0 9-16,2 0 44 16,2 0-27-16,35 0-6 15,34-3 70-15,41-4-35 16,46-1-41-16,41-2-10 16,41-1-12-16,21 0 0 15,12 0-1-15,-8 2-9 16,-16 1-13-16,-23 2 23 0,-28 2 3 15,-37-2 4 1,-38 0-5-16,-40 1 2 0,-39 1 11 16,-23-1-5-16,-16 1 17 15,-5 1-9-15,-10 3-18 16,-29 0-37-16,-17 0-120 16,-12 0-131-16</inkml:trace>
  <inkml:trace contextRef="#ctx0" brushRef="#br0" timeOffset="184206.48">9786 14526 686 0,'0'0'0'0,"0"0"-91"15,0 0-18-15,0 0-210 16</inkml:trace>
  <inkml:trace contextRef="#ctx0" brushRef="#br0" timeOffset="185104.99">7653 14902 139 0,'0'0'50'0,"0"0"-7"16,0 0-24-16,0 0 11 16,0 0 3-16,0 0 4 15,33-59 45-15,-27 48 1 16,-1 0-23-16,1-2-8 16,-2 0-6-16,2 1 41 15,-3-1-45-15,0 1-6 16,-1 4-22-16,2 2 6 15,-2 2-13-15,1 1-5 0,-3 3 2 16,0-3-2 0,0 3-2-16,0-1 2 0,0 1 6 15,0 0 5-15,0 0-11 16,0 0-2-16,0 8-5 16,0 17 2-16,0 6 1 15,-12 13 0-15,-8 3 2 16,-2 6 4-16,2 1-1 15,0 0-3-15,6-5 1 16,2-9-1-16,5-8 1 16,4-10-1-16,1-10 0 15,2-3 0-15,0-9-1 16,0 3 1-16,0-3 6 16,0 0-4-16,0 0-1 15,0 0-1-15,0 0-9 0,0 0-25 16,0 0-66-1,0 0-107-15,0 0-202 0</inkml:trace>
  <inkml:trace contextRef="#ctx0" brushRef="#br0" timeOffset="186440.14">8268 14880 516 0,'0'0'73'0,"0"0"23"16,0 0-25-16,0 0-30 15,0 0-30-15,0 0-11 16,24-51-8-16,-24 69 6 15,0 10 2-15,-16 8 2 16,-4 8 1-16,-1 4 0 16,0 0 0-16,5 1-3 0,0-8 0 15,6-7-1-15,3-9-12 16,4-5-37-16,3-4-10 16,0-8-35-16,0-8-195 15</inkml:trace>
  <inkml:trace contextRef="#ctx0" brushRef="#br0" timeOffset="186644.72">8111 15020 657 0,'0'0'40'0,"0"0"-40"15,0 0-2-15,0 0 2 16,0 0 2-16,0 0 2 15,83 2-3-15,-36-2-1 0,10 0-2 16,1 0-19-16,2-2-45 16,-4-9-106-16,-9-3-156 15</inkml:trace>
  <inkml:trace contextRef="#ctx0" brushRef="#br0" timeOffset="187098.96">8747 14802 482 0,'0'0'104'0,"0"0"-60"16,0 0-16-16,0 0-7 15,0 0 15-15,0 0-7 16,87 52-8-16,-73-10-9 16,-9 5-4-16,-5 8-2 15,0 1 0-15,-14-4-3 16,-5-10-1-16,7-10 2 16,2-12-1-16,5-11-1 0,4-6-1 15,-1-3 16 1,1 0 64-16,1-16-13 0,0-14-56 15,0-12-11-15,16-11-1 16,17 0-1-16,13 0-3 16,9 4-1-16,5 8-17 15,-3 7-1-15,-6 10-10 16,-5 9 12-16,-13 10-11 16,-5 5-30-16,-16 3-12 15,-12 23 6-15,-5 10-13 16,-28 3-94-16</inkml:trace>
  <inkml:trace contextRef="#ctx0" brushRef="#br0" timeOffset="187399.33">8487 15255 585 0,'0'0'93'0,"0"0"21"15,0 0-81-15,0 0-25 16,0 0-7-16,0 0-1 16,-10-1 0-16,35 1 9 15,14 0 14-15,18 0 1 0,7 0-14 16,3-3-9-16,6-1-1 15,-3-2-5-15,-3-2-38 16,-10 1-85-16,-15-6-44 16,-18 4-267-16</inkml:trace>
  <inkml:trace contextRef="#ctx0" brushRef="#br0" timeOffset="187632.56">8757 15302 544 0,'0'0'26'0,"0"0"-11"15,0 0 34-15,0 0-10 16,0 0-2-16,0 0-2 16,15 81-25-16,-15-52-5 15,-4 3-2-15,-7 1-1 16,1 2-2-16,1-2 0 15,5-4-84-15,4-8-81 16,0-11-238-16</inkml:trace>
  <inkml:trace contextRef="#ctx0" brushRef="#br0" timeOffset="188048.37">9036 15422 659 0,'0'0'136'0,"0"0"-37"16,0 0-73-16,0 0-26 0,0 0-4 15,0 0 0-15,5 5 4 16,-5 19 0-16,-5 2 3 16,4-1-2-16,1-4 1 15,0-5-3-15,0-5 1 16,7-9-15-16,14-2 15 16,6-13 0-16,6-15 6 15,-2-3-6-15,-3 2 0 16,-7 8 1-16,-9 8 0 15,-4 8-1-15,-1 4 0 16,-4 1-1-16,0 0-1 16,5 1 2-16,-2 7-2 0,-2 2 0 15,3 1 4-15,-1-4-4 16,2-1 5-16,-2-2-7 16,-1-4 8-16,5 0-3 15,0-10 3-15,5-11-2 16,-3-6 2-16,-4-2 19 15,-4-4 3-15,-4-2-15 16,0 1-6-16,-9 8 5 16,-15 10-10-16,-7 13-12 15,0 3-123-15,5 0-147 16,14 9-208-16</inkml:trace>
  <inkml:trace contextRef="#ctx0" brushRef="#br0" timeOffset="188364.5">9584 14643 693 0,'0'0'6'0,"80"-18"9"16,-47 25 20-16,-3 28-21 0,-11 11 4 16,-10 15-1-16,-9 9 1 15,-13 9 1-15,-17 9-1 16,-10 2-2-16,-11 2-13 16,-6-5-2-16,-10-4 4 15,-9-5-5-15,0-10-1 16,4-10-98-16,5-17-85 15,3-17-216-15</inkml:trace>
  <inkml:trace contextRef="#ctx0" brushRef="#br0" timeOffset="188964.15">7457 14740 532 0,'0'0'64'0,"0"0"47"0,0 0-46 16,0 0-53-16,-64 85 10 16,43-22 17-16,4 15-19 15,10 10-4-15,7 9-11 16,7 2-2-16,20-8-3 16,6-8-1-16,3-16-65 15,4-15-83-15,8-21-121 16</inkml:trace>
  <inkml:trace contextRef="#ctx0" brushRef="#br0" timeOffset="189800.51">9959 14621 468 0,'0'0'102'15,"0"0"28"-15,0 0-53 16,0 0-15-16,0 0-50 15,0 0-12-15,0 17 0 16,-11 24 3-16,-3 3-1 0,-2 1 3 16,1-2-4-16,3-8 1 15,0-6-2-15,7 3-1 16,-3-9-83-16,2-11-200 16</inkml:trace>
  <inkml:trace contextRef="#ctx0" brushRef="#br0" timeOffset="189969.55">9898 14875 821 0,'0'0'23'0,"0"0"1"16,0 0-24-16,0 0-2 0,0 0 2 15,0 0-52 1,30 67-111-16,-25-59-168 15</inkml:trace>
  <inkml:trace contextRef="#ctx0" brushRef="#br0" timeOffset="-201636.8">884 12997 257 0,'0'0'77'0,"0"0"15"15,0 0-60-15,0 0-28 0,0 0 1 16,0 0-2 0,0 0 0-16,0 0 0 0,-5-29 9 15,5 26 3-15,-3 2 3 16,3-4-3-16,0 2 3 16,0-2 8-16,0-2-7 15,0 0 9-15,0-2-6 16,0-2 32-16,0-1 8 15,0 1-14-15,0-3-10 16,0 0-12-16,0 2-10 16,0-3-2-16,0 4 0 15,0 1-6-15,3-3 0 16,-3 7 3-16,0-1 0 16,0 4-2-16,0 0-4 0,0 3 0 15,0-2-5-15,0 2 0 16,0 0-4-16,0 0 3 15,0 0-2-15,0 0-3 16,0 5-2-16,-9 14-5 16,0 10 9-16,-9 6 3 15,-1 7 1-15,-1 3 0 16,-2 2 1-16,7 0 0 16,-1-5 0-16,2-4-1 15,8-7 1-15,-2-2-1 16,6-5 0-16,0-4 0 15,1-2 0-15,1 1-1 16,0-2 1-16,0 0-1 0,0 0 1 16,0-3-1-16,3-1-2 15,4-3 3-15,2 0-3 16,5-1 2-16,3-1 1 16,3 2 0-16,10-4-2 15,4 2-18-15,2-2-20 16,4 0-34-16,-1-3-98 15,-2-3-135-15</inkml:trace>
  <inkml:trace contextRef="#ctx0" brushRef="#br0" timeOffset="-201088.24">1132 13387 542 0,'0'0'95'0,"0"0"-30"15,0 0-23-15,0 0-17 16,0 0-9-16,0 0-1 16,60-78 7-16,-54 63 3 15,3 1 0-15,-3-2 1 16,-6 3-5-16,0-4-3 16,-1 4-7-16,-16 0-9 15,-1 6-2-15,-4 5-1 16,-2 2 1-16,-3 8-1 15,-2 14 0-15,3 9 1 16,4 9-5-16,8 3-6 16,8 5 2-16,6 0-8 0,0-4-4 15,21-7-3-15,12-13-1 16,13-17-26-16,11-7 40 16,8-14-7-16,9-20-3 15,-1-11-17-15,1-8 19 16,-13-5 16-16,-16-1 3 15,-20 1 11-15,-13 4 11 16,-12-1 27-16,0 4 15 16,-4 4-11-16,-5 8 14 15,0 14-24-15,6 11-11 0,3 10-20 16,0 4-12 0,0 0-9-16,-3 17-28 15,0 17 22-15,1 14 12 0,-4 7 3 16,2 4 0-16,-3-1 0 15,4-2 3-15,1-8-3 16,0-2-2-16,2-11-1 16,0-9-23-16,0-9-47 15,0-15-83-15,0-4-161 16</inkml:trace>
  <inkml:trace contextRef="#ctx0" brushRef="#br0" timeOffset="-200372.18">1440 13129 757 0,'0'0'0'0,"0"0"-5"15,0 0 3-15,101 60 2 16,-55-47 2-16,8-5 0 16,7-3-1-16,5-5 1 15,-4 0-2-15,-7-5-5 16,-13-4 5-16,-15 1 5 15,-13 2 27-15,-11 3 29 16,-3 3-6-16,0 0-39 16,0 0-16-16,0 0-9 15,0 12 3-15,0 11 5 16,0 5 1-16,0 5 0 0,0 4 1 16,0-4-1-1,7-8-6-15,10-11-21 0,6-14 10 16,6 0 13-16,5-14 2 15,0-12-14-15,-4-4-8 16,-6-1 24-16,-9 4 1 16,-6 6 9-16,-5 8 29 15,-2 5-16-15,-2 6 2 16,0 2-4-16,0 0-21 16,3 0-14-16,0 13-2 15,0 11 11-15,7 2 2 16,4 5 3-16,6-8-2 15,5-8-16-15,3-9 7 0,2-6 10 16,-2-9-4 0,0-15-4-16,1-5-17 0,-1-7-12 15,4 2 21-15,-2 7 17 16,-1 2 15-16,-8 8 30 16,-9 8-15-16,-6 4 12 15,-6 5-21-15,0 0-21 16,0 12-8-16,0 18 0 15,0 13 5-15,0 5 3 16,-9-2 1-16,0-7 0 16,-1-14 4-16,5-9-5 15,-1-9 0-15,0-4 2 0,-7-3 1 16,-10 0 4 0,-8 0 1-16,-12-15-8 0,7-4-13 15,6 4-16-15,19 4-1 16,11 9-12-16,8 2-140 15,17 0-13-15,11 11-65 16</inkml:trace>
  <inkml:trace contextRef="#ctx0" brushRef="#br0" timeOffset="-198956.67">3240 13275 821 0,'0'0'118'16,"0"0"-52"-16,0 0-49 15,0 0-17-15,0 0-6 16,0 0-14-16,-51-20 8 16,17 59 1-16,-3 10-9 15,-1 8-7-15,4 2-10 16,6 2-7-16,10-15-55 0,18-16 17 16,2-17 17-1,28-13 53-15,9-12 12 0,2-20 19 16,1-8-2-16,-7 1 24 15,-8 3 26-15,-12 5 52 16,-6 9-62-16,-4 5-13 16,-4 9-12-16,-1 2-12 15,0 6-20-15,2 0-1 16,-2 1-29-16,0 19-15 16,0 9 38-16,0 7 5 15,0 2-13-15,0-3-7 16,14-6-17-16,9-8-7 15,5-11-8-15,5-8 9 0,1-2 8 16,5-9 19 0,3-18-15-16,1-2-1 0,5-9 18 15,-2-1 16-15,-1-1 2 16,-3-3 10-16,-5-2 44 16,-6 3 45-16,-4 6 15 15,-6 9-59-15,-5 11-29 16,-4 9-28-16,-3 7-10 15,-2 0-29-15,0 16 0 16,-4 11 23-16,-3 9 14 16,0 12 2-16,0 8 0 15,-6 7 2-15,0-4 10 16,6-2-6-16,0-12-1 16,0-10-2-16,0-9 1 0,0-12 3 15,0-8 0-15,-3-4 2 16,-12-2 10-16,-5 0-2 15,-5 0-11-15,0-14-1 16,2-8-1-16,8-4-4 16,9 1 6-16,6-1-6 15,12 2-4-15,29 2-26 16,24 2-22-16,16-1-4 16,13 4-30-16,7-3 22 15,-4-1 23-15,-3 0 41 16,-9-4 4-16,-10 2 15 15,-23-1 5-15,-18 4 26 16,-19 6 38-16,-12 7-49 0,-3 5-39 16,-12 2-27-16,-16 0-72 15,-5 15 78-15,-4 10 19 16,-2 8 1-16,3 5 0 16,2 4 1-16,10-1 5 15,9 0 1-15,9-5 3 16,6-2 6-16,0-4-2 15,0-4 4-15,11-5 10 16,-1-4-13-16,-6-4-6 16,-4-3-4-16,0-1-1 15,-4 2-3-15,-20-1 4 16,-3-1-3-16,-4-5-1 16,3-2 0-16,7-2 0 0,13 0 5 15,5 0-3-15,3-8 5 16,0-6-2-16,21 0-2 15,19-6-3-15,17 0-1 16,10 1-6-16,2 2 7 16,4 0 0-16,-14 3 0 15,-12 1 1-15,-13 4 3 16,-16 5 21-16,-7 3-9 16,-8 1-16-16,-3 0-2 15,0 15-4-15,0 9 5 16,0 3-2-16,0-2-18 15,0-2 0-15,11-9 3 16,7-6 12-16,8-5 5 16,4-3 1-16,4-12 7 0,0-18 5 15,-1-9 13-15,-8-4-13 16,-4 5-2-16,-3 5-8 16,-6 15 17-16,-6 4-6 15,0 8 5-15,-4 6-9 16,-2 0-9-16,0 3-11 15,0 21 0-15,0 12 11 16,-11 11 0-16,6 5-12 16,1-1-53-16,4-6-48 15,0-12-32-15,12-13-145 16</inkml:trace>
  <inkml:trace contextRef="#ctx0" brushRef="#br0" timeOffset="-198306.75">5134 13561 893 0,'0'0'89'15,"0"0"-59"-15,0 0-30 16,0 0-9-16,0 0 3 16,0 0 4-16,14 51-2 15,-14-25-3-15,-8-2-3 16,-2-4-1-16,4-5-21 15,2-5-1-15,4-6-25 16,0-4-51-16,20 0 88 0,7-14 1 16,0-3-39-16,-3 2 35 15,-6 3 24-15,-6 5 14 16,-5 4 34-16,-3 3-15 16,-4 0-33-16,0 3-3 15,0 11-7-15,0-3 9 16,0-3 1-16,-1-3 0 15,-2-5 0-15,3 0 1 16,0 0 46-16,0-2 14 16,0-12-49-16,0 0-11 15,9 1-1-15,8 1-14 16,2 1-13-16,2 5 11 0,5 6 11 16,9 0 2-1,4 0 2-15,10 8-1 0,0 1-7 16,2 0-30-16,-5-6 0 15,0-3 12-15,-8 0 13 16,-7-10 7-16,-6-12-12 16,-8-2 12-16,-2-3 7 15,-10-3 0-15,-3 2 0 16,-2 0 4-16,0 3 50 16,-12 8 62-16,-4 3-44 15,2 11-47-15,-2 3-17 16,-1 3-8-16,-2 14-3 15,1 9 3-15,0 4 0 16,6 3 0-16,8 4 0 0,4 1-2 16,16-1 4-16,20-4 1 15,13-10-2-15,9-4-1 16,13-7-37-16,6-10-108 16,4-2-277-16</inkml:trace>
  <inkml:trace contextRef="#ctx0" brushRef="#br0" timeOffset="-197807.89">6335 13442 838 0,'0'0'92'16,"0"0"-50"-16,0 0-32 15,0 0-10-15,0 0-2 16,0 0-4-16,60-9 3 0,-41 42 2 16,-5 6 1-16,-3 4 0 15,-6-1 0-15,-5-6 2 16,0-7-1-16,0-11-1 16,0-9 1-16,0-7 0 15,0-2-1-15,0 0 4 16,1-13 4-16,4-21 21 15,7-15-29-15,9-5 1 16,4 1-1-16,9 8-4 16,0 10 0-16,3 13-12 15,-4 9-3-15,3 11-27 16,-1 2-31-16,-5 6-84 0,-8 13-75 16,-7 1-175-1</inkml:trace>
  <inkml:trace contextRef="#ctx0" brushRef="#br0" timeOffset="-197606.7">6850 13450 696 0,'0'0'126'0,"0"0"-46"16,0 0-43-16,0 0-28 15,0 0-9-15,0 0-1 16,62-34 1-16,-33 34-5 15,-1 0-15-15,0 0-19 16,-1 9-41-16,-5-1-57 16,-8-2-37-16,-11-2-183 0</inkml:trace>
  <inkml:trace contextRef="#ctx0" brushRef="#br0" timeOffset="-197441.57">6844 13522 545 0,'0'0'93'15,"0"0"3"-15,0 0 4 16,0 0-68-16,0 0-25 16,86 0 0-16,-36 0-4 15,8 0-3-15,1-2-21 16,1-4-117-16,-3-3-188 16</inkml:trace>
  <inkml:trace contextRef="#ctx0" brushRef="#br0" timeOffset="-197208.88">7442 13264 833 0,'0'0'69'0,"0"0"6"15,0 0-47-15,0 0-28 16,0 0-13-16,0 0-18 15,-6 30 30-15,-15 20 1 16,-12 10 0-16,-1 5-1 0,-2-2-20 16,9-5-61-1,11-11-67-15,6-19-33 0,10-18-239 16</inkml:trace>
  <inkml:trace contextRef="#ctx0" brushRef="#br0" timeOffset="-196892.63">7549 13372 830 0,'0'0'139'16,"0"0"-115"-16,0 0-24 15,0 0-31-15,0 0 7 16,0 0 24-16,-25 83 0 16,8-44-3-16,1-1-10 15,10-5-20-15,6-8-19 0,6-10-4 16,21-11 11-16,7-4 25 15,8-17 18-15,-3-16 2 16,-5-4 1-16,-7 1 15 16,-12-3 54-16,-6 3-12 15,-9 2-21-15,0 6-15 16,-2 8 2-16,-10 10-19 16,2 10-5-16,-5 0-59 15,-4 13-48-15,-5 13 29 16,-2 3-45-16,1-3-212 15</inkml:trace>
  <inkml:trace contextRef="#ctx0" brushRef="#br0" timeOffset="-196716.04">7855 13257 902 0,'0'0'56'16,"0"0"-56"-16,0 0-2 16,0 0-71-16,0 0-23 15,0 0-62-15,74 1-81 0</inkml:trace>
  <inkml:trace contextRef="#ctx0" brushRef="#br0" timeOffset="-196492.37">8246 13101 855 0,'0'0'92'0,"0"0"-80"16,0 0-10-16,0 0-2 16,-78 107 1-16,24-41 0 15,-5 10 0-15,-1 4-1 16,8-2-1-16,20-3-41 15,16-12-66-15,16-18-89 16,6-18-214-16</inkml:trace>
  <inkml:trace contextRef="#ctx0" brushRef="#br0" timeOffset="-196339.08">8399 13508 951 0,'0'0'66'15,"0"0"-16"-15,0 0-48 16,0 0-2-16,0 0-45 16,0 0-15-16,-16-11-33 15,-20 32-99-15,-1-2-295 16</inkml:trace>
  <inkml:trace contextRef="#ctx0" brushRef="#br0" timeOffset="-194296.38">8650 14858 38 0,'0'0'49'0,"0"0"-7"15,0 0 1 1,0 0-2-16,0 0 22 16,0 0-5-16,0-31 28 15,-1 26-24-15,-1-2-38 0,1 3 1 16,-1 0-17-16,2 2 0 15,0 1-6-15,0-1 0 16,0 2-2-16,-1-2 1 16,-1-1 0-16,-1 3-1 15,-1-3 0-15,4 2 0 16,-1 1 0-16,0 0 0 16,-1 0-1-16,2 0-11 15,0 0-8-15,0 0 16 16,0 0 4-16,0 0 2 15,0-2 0-15,0 1 9 16,0-1 12-16,0 1-3 16,0 0-2-16,0-5 1 0,0 3 5 15,0-1 4-15,0 1-1 16,0-1 12-16,0 4-21 16,0-2 0-16,0 1 6 15,0-2-8-15,0 1-9 16,0 1 3-16,0 1 1 15,0-3 4-15,0 3 1 16,0 0-1-16,0 0-6 16,0 0-9-16,0 4 0 15,-1 16-9-15,-9 4 7 0,1 7 0 16,-5 5 2 0,-4-1-1-16,3 3 1 0,-1-1 0 15,3 1 3-15,5-4-3 16,4-2 0-16,4-8-2 15,0-6 0-15,0-6 1 16,0-6 0-16,0-5 1 16,0 0 1-16,0-1 0 15,0 0 1-15,0 0 1 16,0 0 1-16,0 0-4 16,0 3-5-16,0 3-136 15,0 1 47-15,0-3-87 16</inkml:trace>
  <inkml:trace contextRef="#ctx0" brushRef="#br0" timeOffset="-192793.77">9023 14892 226 0,'0'0'97'16,"0"0"2"-16,0 0-18 15,0 0-7-15,0 0-63 16,0 0-3-16,-30-17-3 16,25 14 0-16,-2 0-3 15,1 0-2-15,-3 1 2 16,-4 2 2-16,1 0-4 16,0 0 3-16,-2 0-2 0,4 0-1 15,2 0 0-15,-2 3 2 16,1 2-1-16,0-2 8 15,-6 2 0-15,3 1-2 16,-1 0 0-16,1 2-5 16,0-3 0-16,3 2-2 15,3 0 0-15,-1 2 0 16,-1-1 1-16,2 1 3 16,0-1-1-16,0 1-2 15,2 4 5-15,-1-2 1 16,-2 3-4-16,4 1 0 15,2 2-2-15,1 2 0 16,0-4 1-16,0 1-2 0,0-3 3 16,10-2-1-16,3-1-1 15,5-5 3-15,-1 3-2 16,2-4-1-16,-2 0 0 16,2-1-1-16,2 1 1 15,4-2-1-15,2 0-2 16,5 0-3-16,3-2 0 15,-2 0-3-15,0 0 3 16,-1-10 5-16,1-1 0 16,0-2 0-16,-3 0-1 15,-3 0-19-15,-8 1 6 16,-5-1 14-16,-5-1-1 0,-1 0-1 16,1-3 2-16,-1 5 0 15,0-2 1-15,3 2-2 16,-3 1 2-16,-1-2-1 15,-1 0 1-15,0 4 9 16,-3-5 9-16,-3 3 27 16,0-1 14-16,0-3-21 15,0 3-5-15,0-5-15 16,-9 3 3-16,2-3 1 16,-1 2-9-16,2 3-4 15,-2 3-7-15,0 1-3 16,0 6 0-16,-5 0-1 15,-5 0-2-15,-4 2-5 16,-5 0 5-16,-1 0-2 0,-2 4 3 16,2 8 2-16,2 0-1 15,-1 2 1 1,-1 2 0-16,5-1 0 0,0 0 0 16,3-2 0-16,-1 3-1 15,1 0 1-15,1-1 0 16,3 1-2-16,3-4 2 15,1-1 0-15,4-3 0 16,2 0-1-16,2 2 1 16,-3 0 0-16,5 1-4 15,-1 1 4-15,2 0 0 16,-1 4 4-16,1-2-6 16,1 0 2-16,0 1 0 0,0-2 0 15,0 0 0 1,0-1 0-16,6-3-1 0,7-1-1 15,0-1 2-15,7-3 0 16,0-2 0-16,2-2 1 16,3 0 0-16,0 0-1 15,2 0-1-15,0-8 1 16,-1-2-6-16,-1 1-7 16,0-5-10-16,-3 3-45 15,-4-1-66-15,-6-4-154 0</inkml:trace>
  <inkml:trace contextRef="#ctx0" brushRef="#br0" timeOffset="-191098.5">11075 13943 494 0,'0'0'48'0,"0"0"18"15,0 0 3-15,0 0-35 16,0 0-34-16,0 0-15 16,0 7 15-16,-3 24 3 15,-3 7 7-15,-1 5 8 16,-5 0-7-16,0 2-2 15,-2 0-4-15,-2-4-5 16,-2 0 1-16,-1-4-1 16,-4-4-47-16,1-9-60 15,1-15-171-15</inkml:trace>
  <inkml:trace contextRef="#ctx0" brushRef="#br0" timeOffset="-190926.82">10829 14204 684 0,'0'0'126'0,"0"0"-29"16,0 0-55-16,0 0-19 15,0 0-21-15,0 0-2 16,84-25-2-16,-29 26-24 16,7 11-58-16,4-9-144 15,-5-3-358-15</inkml:trace>
  <inkml:trace contextRef="#ctx0" brushRef="#br0" timeOffset="-190348.6">11654 13680 132 0,'0'0'463'0,"0"0"-401"16,0 0 42-16,1-83-43 15,14 62-22-15,6-1-22 16,7 5-13-16,8 5 2 16,9 9-6-16,7 3-5 15,0 0-8-15,-5 10-24 16,-11 12-36-16,-11 2-18 16,-17 5 18-16,-8-1 9 15,-13 0 33-15,-19-1 22 16,-7-3 9-16,-3-3 0 15,5-4 8-15,6-3 17 16,11-1 20-16,10-1-19 0,10 5-14 16,0 4 1-16,0 6-9 15,17 9 2-15,3 2-1 16,-1 3-2-16,-5-1 0 16,-3-4-1-16,-9-4-2 15,-2-2 0-15,-4-2 1 16,-19-5 2-16,-7 1-2 15,-4-4-1-15,0-5-4 16,2-3-13-16,10-5 6 16,12-2 0-16,10-5-80 15,6 0-214-15</inkml:trace>
  <inkml:trace contextRef="#ctx0" brushRef="#br0" timeOffset="-190167.87">12210 14165 730 0,'0'0'56'16,"0"0"18"-16,0 0-54 15,0 0-20-15,0 0-2 16,0 0-1-16,-92 93-6 16,80-61-40-16,12-4-53 15,0-4 0-15,12-11-127 16</inkml:trace>
  <inkml:trace contextRef="#ctx0" brushRef="#br0" timeOffset="-189365.48">12492 13955 745 0,'0'0'13'16,"0"0"38"-16,0 0-51 15,0 0-13-15,0 0 1 16,0 0 12-16,-9 91-1 16,9-47-1-16,0-4 2 15,0-4-2-15,2-4 1 0,10-11 0 16,1-6 1-16,-1-8 1 16,-3-7 0-16,3 0 13 15,0-5 28-15,3-15-22 16,-3-6-9-16,-3-7-3 15,-6-1 7-15,-3-2-8 16,0 0 0-16,0 6 0 16,-9 1-6-16,-3 7-1 15,-2 5-3-15,4 5 1 16,1 2-1-16,5 5 1 16,2 4 2-16,2 1-1 15,0 0-9-15,0 0-54 16,19 8 38-16,17 6 26 15,13 3 2-15,8 0-2 16,-3-3-4-16,-6-3-25 0,-11 1 29 16,-12-4 0-16,-10-1 2 15,-8 0-2-15,-5 3-6 16,-2 2 3-16,0 5 2 16,-8 2 1-16,-3 0-12 15,2-6-4-15,4 0 0 16,5-6-24-16,0-3 14 15,5-2 6-15,15-2 20 16,9 0 6-16,4-10-4 16,5-6 1-16,3-5-2 15,-4 1 2-15,-1-2 4 16,-11 2 3-16,-4 7 17 0,-4 7 9 16,-4 3 1-16,-5 3-25 15,-1 0-12-15,-3 7-8 16,-1 8 4-16,-1 5 3 15,-2 3 0-15,1 0 1 16,5 1 1-16,6-5 1 16,5-4 2-16,9-4 7 15,10-8-2-15,6-3 17 16,4-1 5-16,-1-17-3 16,-6-3-3-16,-8-6 6 15,-10-1-1-15,-9 0 1 16,-6-2-11-16,-6 2-8 0,-8 6-12 15,-40 7-8-15,-22 12-63 16,-21 0-139-16,-2 2-322 16</inkml:trace>
  <inkml:trace contextRef="#ctx0" brushRef="#br0" timeOffset="-188883.43">11633 14517 632 0,'0'0'75'16,"0"0"-24"-16,0 0-40 16,0 0-9-16,0 0 4 15,0 0 12-15,-27-15-4 16,65 15-2-16,37 7 35 15,41 6-21-15,43-1-17 16,30-3-6-16,23-6-2 16,11-3 3-16,5 0-4 0,-6 0 0 15,-12-3 2-15,-20 1 0 16,-33 2-2-16,-32 0 1 16,-36 0 0-16,-35 0-1 15,-29 2-11-15,-25 6-26 16,-16 6-87-16,-41 8 82 15,-30-2-132-15</inkml:trace>
  <inkml:trace contextRef="#ctx0" brushRef="#br0" timeOffset="-188248.94">12112 15003 587 0,'0'0'44'16,"0"0"78"-16,0 0-61 15,0 0-32-15,0 0-29 16,0 0-9-16,13-2 4 16,-13 35 5-16,-7 8 1 15,-4 8 2-15,-1 4-1 16,2 3-2-16,-2-1-29 15,3-10-113-15,6-12-131 16</inkml:trace>
  <inkml:trace contextRef="#ctx0" brushRef="#br0" timeOffset="-188083.74">12419 15200 855 0,'0'0'14'0,"0"0"20"16,0 0-34-16,0 0-39 16,0 0 4-16,0 0-30 15,3 36-49-15,9-25-49 16,3-8-205-16</inkml:trace>
  <inkml:trace contextRef="#ctx0" brushRef="#br0" timeOffset="-187866.9">12692 14979 891 0,'0'0'70'16,"0"0"-17"-16,0 0-53 16,0 0-9-16,0 0 2 15,-4 75 7-15,11-22 3 16,-3 2-3-16,-3-1-9 15,-1-2-34-15,3-5-34 0,0-11-114 16,6-15-134-16</inkml:trace>
  <inkml:trace contextRef="#ctx0" brushRef="#br0" timeOffset="-187564.84">12969 15112 865 0,'0'0'37'0,"0"0"27"16,0 0-64-16,0 0-5 16,0 0 5-16,0 0 0 15,26 72 0-15,-20-40 0 16,0 0-2-16,3-5-14 16,4-6-8-16,5-9 1 0,6-8 7 15,6-4 7-15,3-7 8 16,1-19-4-16,-7-6 5 15,-8-8 0-15,-17-1 8 16,-2-5 8-16,-32 1 4 16,-12 4-7-16,-4 12-8 15,6 18-5-15,12 11-1 16,14 15-128-16,7 16-94 16,3-2-70-16</inkml:trace>
  <inkml:trace contextRef="#ctx0" brushRef="#br0" timeOffset="-187327.25">13382 14849 855 0,'0'0'17'0,"0"0"59"16,41-72-32-16,-34 72-27 15,-1 13-17-15,1 31-7 16,-4 24 7-16,-3 23-4 15,-6 9 3-15,-17-1 0 16,-1-9-2-16,-3-15-10 16,-4-15-4-16,-5-10-3 15,-7-9-8-15,-9-7-19 16,-14-9-35-16,-7-13-119 0</inkml:trace>
  <inkml:trace contextRef="#ctx0" brushRef="#br0" timeOffset="-186968.71">11714 14824 716 0,'0'0'86'16,"0"0"-13"-16,0 0-57 15,0 0-16-15,0 0-1 16,-36 109 1-16,34-28 0 15,2 13 0-15,8 8 1 16,17 0-1-16,10-7-75 16,6-19-110-16,10-25-204 15</inkml:trace>
  <inkml:trace contextRef="#ctx0" brushRef="#br0" timeOffset="-186352.7">13621 14800 589 0,'0'0'21'16,"0"0"59"-16,0 0 26 15,0 0-31-15,0 0-26 16,0 0-33-16,93-34-15 16,-63 54-1-16,3 6 0 0,-2 6 0 15,-5 3-5-15,-6-2-22 16,-11 0-13-16,-9-5-3 15,0-3 0-15,-7-3 9 16,-16-5 13-16,4-3-3 16,-2-4 17-16,2-6 4 15,9-4 3-15,3 0 32 16,4 0 41-16,3 0-5 16,0 0-22-16,0-2-30 15,18 0-16-15,12-1-4 16,9-1 4-16,8 4-10 15,7-3-18-15,0-3-8 16,-2-5-35-16,0-5-42 0,-8-9-142 16</inkml:trace>
  <inkml:trace contextRef="#ctx0" brushRef="#br0" timeOffset="-186051.95">14570 14179 485 0,'0'0'14'0,"0"0"9"16,0 0-23-16,0 0 0 16,0 0 7-16,-43 91 26 15,29-51-3-15,1 4-15 16,2 2-5-16,0 2-7 16,2-6-3-16,3-7-82 15,0-17-195-15</inkml:trace>
  <inkml:trace contextRef="#ctx0" brushRef="#br0" timeOffset="-185863.91">14209 14376 798 0,'0'0'33'16,"0"0"29"-16,0 0-43 15,0 0-16-15,106-34-1 16,-46 34-1-16,2 0 0 15,-2 0-1-15,0 0-12 16,-2 0-57-16,5 0-123 16,4-4-454-16</inkml:trace>
  <inkml:trace contextRef="#ctx0" brushRef="#br0" timeOffset="-185234">15288 13765 535 0,'0'0'180'0,"0"0"-58"15,0 0-78-15,0 0-44 0,0 0 0 16,0 0-2-16,-93 82 1 16,74-25 1-16,5 6-1 15,8 2 1-15,6-4 0 16,2-14-4-16,26-11-23 15,12-14 19-15,11-13 8 16,2-9 0-16,0-3-3 16,-7-17-4-16,-14-4 7 15,-13-2 2-15,-15 4 22 16,-4 1 14-16,-1 4-18 16,-13 5 1-16,2 9-4 15,-1 3-17-15,0 15-1 16,-2 18-7-16,0 11-6 15,3 10-6-15,2 7-5 0,2 3-32 16,0-3-72-16,5-10-6 16,3-18-184-16</inkml:trace>
  <inkml:trace contextRef="#ctx0" brushRef="#br0" timeOffset="-184402.46">15620 14150 473 0,'0'0'145'15,"0"0"-145"1,0 0 0-16,-9 82 2 16,4-44 5-16,4 3 4 0,1-2-3 15,0-5 2-15,3-5-7 16,12-8 3-16,3-7 3 15,5-7 2-15,2-7 3 16,3 0 4-16,-1-13 15 16,-3-11-8-16,-11-5-5 15,-7-5 3-15,-6-1-8 16,-4-1-10-16,-14 1-4 16,-3 4 0-16,0 5-1 15,2 2-4-15,-1 7 2 16,8 6 1-16,1 5 1 0,8 4 3 15,3 0 3 1,0 2-3-16,0 0-2 0,0 0-1 16,16 0 2-16,14 7-2 15,11 7 0-15,12 1 0 16,3 2-1-16,3 0 0 16,0-2-21-16,-10 1-14 15,-7-4 6-15,-11 0 11 16,-12-5 11-16,-8-4 7 15,-6-3 2-15,-5 0-1 16,0 0 36-16,0 0 10 0,-2 4-31 16,-10 4-15-1,0 4 0-15,2 3 0 16,3 1-7-16,4-3-17 16,3 1-18-16,0-3-17 0,19-7 0 15,9-4 24-15,5 0-7 16,6-18-12-16,1-8 43 15,-1-5 11-15,-2-1 66 16,-4 3 7-16,-5 8-10 16,-5 8-6-16,-8 6-31 15,-4 7-11-15,-4 0-10 16,2 3-5-16,-3 18-4 16,-1 4-3-16,1 7 5 15,-2 4 1-15,4 6 1 16,4-2 2-16,5-7-1 15,11-11 1-15,9-10 2 16,6-12 10-16,1 0 10 0,-7-23 4 16,-3-8 0-16,-7-5 9 15,-7-5-5-15,-10-4-5 16,-10 2-2-16,-7 1-8 16,-34 8-17-16,-33 12-8 15,-26 10-66-15,-19 0-163 16</inkml:trace>
  <inkml:trace contextRef="#ctx0" brushRef="#br0" timeOffset="-184004.29">15310 14676 622 0,'0'0'124'0,"0"0"-62"0,0 0-32 15,0 0-21 1,0 0-2-16,0 0 23 0,27-5 2 16,41 5-22-16,41 1-7 15,41 3 7-15,36-4-9 16,24 3 2-16,12-3 4 16,-4 0-5-16,-12 6-2 15,-24 5-1-15,-33 4 1 16,-28 7-2-16,-39 6-4 15,-45 1-124-15,-37-5-201 16</inkml:trace>
  <inkml:trace contextRef="#ctx0" brushRef="#br0" timeOffset="-183620.64">15487 15068 702 0,'0'0'164'0,"0"0"-63"16,0 0-54-16,0 0-43 16,0 0-4-16,0 0-9 15,0 44 9-15,0 2 0 16,0 9-1-16,0 4-21 15,0-1-43-15,0-8-91 16,0-14-67-16</inkml:trace>
  <inkml:trace contextRef="#ctx0" brushRef="#br0" timeOffset="-183464.7">15775 15252 883 0,'0'0'95'15,"0"0"-58"-15,0 0-37 16,0 0-2-16,0 0-31 16,0 0 21-16,57 23-29 15,-35 0-51-15,2-9-147 16</inkml:trace>
  <inkml:trace contextRef="#ctx0" brushRef="#br0" timeOffset="-183237.8">16112 15017 850 0,'0'0'25'0,"0"0"60"0,0 0-37 16,0 0-46-16,0 0-2 16,0 0-6-16,-6 44 6 15,-1 11 0-15,-1 6 0 16,0 5-1-16,6-9-16 15,1-6-27-15,1-8-24 16,0-13-110-16,0-13-175 16</inkml:trace>
  <inkml:trace contextRef="#ctx0" brushRef="#br0" timeOffset="-182939.05">16354 15193 881 0,'0'0'32'15,"0"0"25"-15,0 0-57 16,0 0-9-16,0 0-1 16,0 0 8-16,-8 52 0 15,1-11 2-15,1 3-7 16,6-5-18-16,0-6-2 16,7-10-5-16,20-14-11 15,8-9 38-15,5 0 3 16,-1-23-29-16,-6-9-15 15,-5-5 26-15,-16-2 20 0,-12-1 41 16,-19 0 19-16,-26 0-26 16,-14 10-26-16,2 10-4 15,13 19-4-15,20 1-99 16,15 16-81-16,9 2-173 16</inkml:trace>
  <inkml:trace contextRef="#ctx0" brushRef="#br0" timeOffset="-182722.51">16694 15017 878 0,'0'0'43'0,"0"0"-7"0,0 0-24 16,0 0-12-16,0 0-2 15,54 118-1-15,-53-33 2 16,-1 7 0-16,-7 1 1 15,-19-7 0-15,-6-15 0 16,-10-8-1-16,-9-12-1 16,-10-6-17-16,-14-11-70 15,-8-17-146-15</inkml:trace>
  <inkml:trace contextRef="#ctx0" brushRef="#br0" timeOffset="-182406.46">15028 14945 694 0,'0'0'109'0,"0"0"-19"16,0 0-36-16,0 0-47 15,0 0-7-15,0 0-2 16,10 95 2-16,1-11 1 16,4 18 2-16,0 9-1 0,2-3-2 15,2-11-61-15,4-21-92 16,6-25-83-16</inkml:trace>
  <inkml:trace contextRef="#ctx0" brushRef="#br0" timeOffset="-181556.88">16880 14998 526 0,'0'0'122'16,"0"0"82"-16,0 0-114 0,35-72-48 15,-14 57-20 1,6 4-20-16,2 3 3 0,-2 7-4 16,-1 1-1-16,-9 0-1 15,-5 17-3-15,-6 5-11 16,-6 4-11-16,0 5-30 16,-9-1-12-16,-8-5-30 15,3-5 9-15,4-7 38 16,5-8 44-16,5-2 7 15,-1-2 2-15,1-1 52 16,0 0 69-16,0 0-32 16,0 0-30-16,0 2-31 15,0 5-28-15,0 8 0 0,0 12-2 16,6 8 0 0,6 5 2-16,-2-6-2 0,2-6-3 15,-5-9-1 1,-4-5 3-16,-1-6-4 0,-2-3 2 15,0-3-4-15,0-2 3 16,0 0 4-16,-18-1 3 16,-10-13 1-16,-11-3-4 15,-3-3-1-15,3 3-12 16,11 3-30-16,16 3-52 16,12-5-203-16</inkml:trace>
  <inkml:trace contextRef="#ctx0" brushRef="#br0" timeOffset="-181252.02">17862 14272 806 0,'0'0'65'16,"0"0"-27"-16,0 0-38 0,0 0-4 16,-9 78 4-1,-12-25 0-15,-3 5-2 0,1 0 2 16,3-5 0-16,5 0-7 15,5-4-34-15,2-6-89 16,1-17-108-16</inkml:trace>
  <inkml:trace contextRef="#ctx0" brushRef="#br0" timeOffset="-181075.58">17501 14450 125 0,'0'0'730'0,"0"0"-720"16,0 0-7-16,116-25 2 16,-55 25-1-16,8 0 5 15,7 8-9-15,1 7-57 16,3-6-144-16</inkml:trace>
  <inkml:trace contextRef="#ctx0" brushRef="#br0" timeOffset="-180388.74">18482 14216 791 0,'0'0'19'0,"0"0"53"16,0 0-24-16,0 0-48 16,0 0 0-16,0 0-2 0,-4-1 1 15,-7 18-1 1,0 4 4-16,2 1-3 0,6 4 1 16,3 3-5-16,4 3 1 15,28 2-5-15,11-3-6 16,2-4 2-16,-5-6 12 15,-10-4 1-15,-15-4 0 16,-8-4 0-16,-7 0-4 16,0 2 3-16,-11 1-3 15,-15 7 4-15,-9 3 0 16,-4-1 0-16,-1-3 3 16,5-2-1-16,3-7-2 15,4-2 5-15,9-3-2 16,8-4 0-16,8 0-3 15,3 0-16-15,6-10-158 16</inkml:trace>
  <inkml:trace contextRef="#ctx0" brushRef="#br0" timeOffset="-179624.72">18591 14241 747 0,'0'0'24'0,"0"0"42"16,81-46-40-16,-44 35 0 16,4 4 7-16,3 3-5 15,1 4-12-15,-3 0-9 0,-2 0-1 16,-6 10-6 0,-5 5 0-16,-6 5-1 0,-6 3-3 15,-6 5 2-15,-6 2-17 16,-5-1 1-16,0 2 5 15,-18-1 3-15,-2-2 10 16,3-1 0-16,4-2 0 16,7-2-3-16,6-3 1 15,0-6-7-15,15-6 3 16,9-6-3-16,8-2 1 16,-1-11-6-16,-2-17-14 15,-6-3 24-15,-6-7 4 0,-3 1 8 16,0 0 10-16,0 3-9 15,2 4-5-15,3 9-2 16,0 7-1-16,-2 8-2 16,-2 6 2-16,2 0-2 15,-4 6 0-15,1 11-2 16,-4 3 3-16,-4 4 0 16,-1 4 0-16,-4 0 0 15,2-3 0-15,3 0 2 16,0-5-2-16,6-1 1 15,1-7 0-15,5-5 0 16,5-7 0-16,2 0 1 16,2-11-1-16,0-11 3 15,-3-5 1-15,-5-2 23 16,-7 4 7-16,-3 9-14 0,-7 4-10 16,2 7-6-1,-4 5-5-15,0 0-10 0,0 8-44 16,1 10 27-16,1 6 24 15,1 6-5-15,3 1-1 16,7-5-2-16,11-3-1 16,15-7 1-16,4-8 11 15,3-8 3-15,-5 0-2 16,-8-14 2-16,-10-10 25 16,-8-4-6-16,-7-3 20 15,-8-3-20-15,-5-2-8 16,-27 4 5-16,-21 6-19 0,-21 13-1 15,-11 13-90 1,3 0-147-16,20 4-196 0</inkml:trace>
  <inkml:trace contextRef="#ctx0" brushRef="#br0" timeOffset="-179174.9">18378 15069 555 0,'0'0'33'0,"0"0"11"16,0 0-3-16,0 0 24 15,0 0 17-15,0 0-25 16,-56-32-10-16,56 32-14 16,5 0-33-16,43 0 6 15,37 0-7-15,43 0 1 0,34 0 0 16,16 0 8-1,9-5-5-15,1-2-3 0,0-1-1 16,-14 0 1-16,-17 4 2 16,-30 4-2-16,-33 0 0 15,-33 3-2-15,-28 14-24 16,-32 5-90-16,-16 1-107 16,-47-2-116-16</inkml:trace>
  <inkml:trace contextRef="#ctx0" brushRef="#br0" timeOffset="-178834.04">18615 15357 754 0,'0'0'77'0,"0"0"28"15,0 0-47-15,0 0-26 16,0 0-32-16,0 0-6 0,2-20-7 15,-6 57 13 1,-4 11 0-16,0 5-4 0,-2 5-18 16,-2-4-31-16,2-4-55 15,2-13-76-15,6-16-196 16</inkml:trace>
  <inkml:trace contextRef="#ctx0" brushRef="#br0" timeOffset="-178663.97">18848 15504 899 0,'0'0'53'0,"0"0"-2"16,0 0-51-16,0 0-7 16,0 0-40-16,0 0 3 0,24 29-7 15,-5-9-137-15,2-11-171 16</inkml:trace>
  <inkml:trace contextRef="#ctx0" brushRef="#br0" timeOffset="-178443.87">19130 15322 830 0,'0'0'79'0,"0"0"-5"16,0 0-61-16,0 0-13 15,0 0-9-15,0 0 9 0,-6 80 0 16,-8-27 2-16,-2 10-2 16,-3 1 0-16,-1-6-15 15,4-3-42-15,3-12-58 16,5-12-101-16,8-16-275 16</inkml:trace>
  <inkml:trace contextRef="#ctx0" brushRef="#br0" timeOffset="-178143.92">19286 15475 911 0,'0'0'64'16,"0"0"-57"-16,0 0-7 0,0 0-5 16,0 0 5-1,0 84 1-15,-3-39-1 0,-5-1-1 16,6-4-20-16,2-9-16 15,0-9-5-15,18-12-6 16,9-10 44-16,6-3 1 16,4-23-28-16,-1-9 9 15,-5-6 22-15,-10-6 9 16,-11 0 33-16,-10-4-7 16,-12 4-6-16,-19 10-11 15,0 15-14-15,4 19-4 16,15 3-81-16,12 16-223 0,0 3-150 15</inkml:trace>
  <inkml:trace contextRef="#ctx0" brushRef="#br0" timeOffset="-177908">19828 15318 833 0,'0'0'19'0,"0"0"-5"16,0 0-14-16,0 0 0 16,60 73-1-16,-60-6 1 15,-6 17 1-15,-18 4 2 0,-12 0-3 16,-9-6 1 0,-8-8 2-16,-7-10 2 0,-1-9-5 15,-8-14-14-15,-4-14-106 16,-9-15-174-16</inkml:trace>
  <inkml:trace contextRef="#ctx0" brushRef="#br0" timeOffset="-177495">18156 15232 556 0,'0'0'111'15,"0"0"-82"1,0 0-24-16,0 0 70 0,-18 109-9 16,16-41-30-16,1 14-21 15,-3 4-7-15,3 6-6 16,1 0-2-16,0-5-2 15,0-10-40-15,19-14-98 16,13-24-131-16</inkml:trace>
  <inkml:trace contextRef="#ctx0" brushRef="#br0" timeOffset="-176778.87">20304 15255 264 0,'0'0'196'0,"0"0"-39"16,0 0-13-16,0 0-65 15,0 0-12-15,0 0-38 16,0-8-25-16,0 12-4 16,-3 15-2-16,0 7 2 15,0 7 1-15,1 0-1 16,2 2 0-16,0-8-23 16,5-6-24-16,16-8-1 15,7-7-24-15,3-6-2 16,0 0 16-16,-5-16-14 15,-11-3 59-15,-7-3 13 16,-8-2 86-16,0 7-18 16,-8 1 39-16,2 8-37 0,-2 8-26 15,1 0-44 1,-2 21-1-16,-1 14-2 0,2 8-7 16,1 7-30-16,1 2-40 15,6-9-56-15,0-16-228 16</inkml:trace>
  <inkml:trace contextRef="#ctx0" brushRef="#br0" timeOffset="-175670.74">20821 14447 697 0,'0'0'60'15,"0"0"49"-15,0 0-60 16,0 0-48-16,0 0-1 16,0 0-5-16,0 75 5 15,-6-19 0-15,-4 8 0 0,-4-1-1 16,1-4-23 0,-4-8-37-16,0-8-54 0,-1-19-34 15,4-19-179-15</inkml:trace>
  <inkml:trace contextRef="#ctx0" brushRef="#br0" timeOffset="-175498.06">20590 14587 560 0,'0'0'117'0,"0"0"-32"15,0 0-66-15,121-9 13 16,-49 9 1-16,7 0-26 15,4 0-7-15,2 0-7 0,-2 0-118 16,-5-8-71-16</inkml:trace>
  <inkml:trace contextRef="#ctx0" brushRef="#br0" timeOffset="-175146.98">21539 14162 804 0,'0'0'13'0,"0"0"24"0,0 0-37 15,0 0-7 1,0 0 7-16,-26 110 4 0,10-42-4 16,-7 8 2-16,3 1-1 15,12-3-2-15,8-13-2 16,18-15-44-16,24-16 16 15,4-17 20-15,2-13 4 16,-11 0-11-16,-10-22 18 16,-12-9 6-16,-14-3 12 15,-1-7 26-15,-31-2-18 16,-20 2-10-16,-4 5 6 16,9 15-11-16,13 17-9 15,18 6-2-15,14 24-144 16,1 7-1-16,17-1-171 0</inkml:trace>
  <inkml:trace contextRef="#ctx0" brushRef="#br0" timeOffset="-174447.53">22014 14448 535 0,'0'0'104'0,"0"0"-57"0,0 0-47 16,0 0-1 0,0 0 1-16,-31 88 9 0,28-43 9 15,3 2-8-15,0-4-7 16,14-6-3-16,14-8-2 15,3-12 2-15,7-14 8 16,2-6-3-16,2-24-2 16,-3-11-3-16,-4-1-8 15,-8 0 8-15,-8 4 10 16,-6 4 30-16,-5 9-9 16,0 5-18-16,-4 6-7 15,-2 9 6-15,-2 1 5 16,1 1-17-16,1 0-13 15,1 17 10-15,0 6 3 0,1 3 0 16,5 0 0-16,3 2 0 16,9-3-1-16,4-4 1 15,2-7-1-15,0-4-14 16,-3-10-6-16,-3 0 6 16,-2-15 15-16,-4-7 2 15,-3-5 7-15,-2 1-5 16,-4 4-1-16,0 5 17 15,-4 5-16-15,-1 7-3 16,1 5-1-16,0 0-15 16,3 9-62-16,0 14 68 15,4 8 7-15,1 4-2 16,10 3-11-16,6-2 4 0,13-4 2 16,10-9 9-16,-1-8 2 15,-5-13 4-15,-9-2 9 16,-8-16 78-16,-6-11-46 15,-3-6-6-15,-10-1-2 16,-5 0-14-16,-2-1-8 16,-7 4-16-16,-26 6-1 15,-24 9-8-15,-19 7-101 16,-19-2-123-16</inkml:trace>
  <inkml:trace contextRef="#ctx0" brushRef="#br0" timeOffset="-174082.01">21290 14929 649 0,'0'0'44'16,"0"0"42"-16,-91-50-49 15,88 50-37-15,3 0 0 0,4 7-14 16,32 11 14 0,31 4 28-16,36 2 17 0,28-2-11 15,32-4-17 1,22-4-13-16,24-3 2 0,6-1-4 15,-10-6-2-15,-23 1 1 16,-39 3-2-16,-38 1-6 16,-35 5-7-16,-37 3-29 15,-33 4-120-15,-17-1-57 16,-43-5-137-16</inkml:trace>
  <inkml:trace contextRef="#ctx0" brushRef="#br0" timeOffset="-173765.07">21569 15391 694 0,'0'0'83'16,"0"0"6"-16,0 0-38 16,0 0-35-16,0 0-16 0,0 0-3 15,0-25-1 1,0 46 2-16,0 8 4 0,-5 9-1 16,-4 8-1-1,0 4-3-15,-1 4-33 0,4-4-63 16,3-9-69-16,3-12-237 15</inkml:trace>
  <inkml:trace contextRef="#ctx0" brushRef="#br0" timeOffset="-173601.46">21810 15565 899 0,'0'0'76'0,"0"0"-53"0,0 0-23 15,0 0-13-15,0 0-34 16,0 0 25-16,55 34-68 16,-29-18-119-16,2-11-315 15</inkml:trace>
  <inkml:trace contextRef="#ctx0" brushRef="#br0" timeOffset="-173382.62">22215 15392 831 0,'0'0'59'0,"0"0"22"15,0 0-26-15,0 0-42 16,0 0-13-16,0 0-13 16,2 35 13-16,-17 22-1 0,-5 12 1 15,-6 4-27 1,1-4-25-16,4-10-72 0,7-16-76 15,14-16-198-15</inkml:trace>
  <inkml:trace contextRef="#ctx0" brushRef="#br0" timeOffset="-173082.52">22446 15520 872 0,'0'0'50'16,"0"0"-33"-1,0 0-17-15,0 0-9 0,0 0 8 16,0 0 1-16,4 98 0 16,-4-56-1-16,-2 0-2 15,2-6-30-15,2-11-7 16,16-10-4-16,6-13 44 16,4-2 2-16,5-18 5 15,3-13-3-15,-4-7 1 16,-9-3 3-16,-11 0 19 15,-12-3 4-15,-13 1-10 16,-28 6-17-16,-11 13-4 16,4 12-65-16,14 12-92 0,19 0-78 15,15 16-196 1</inkml:trace>
  <inkml:trace contextRef="#ctx0" brushRef="#br0" timeOffset="-172848.98">22935 15378 754 0,'0'0'121'15,"0"0"-63"-15,0 0-19 16,0 0-39-16,0 0-9 16,0 0 8-16,18 126 1 15,-38-39 0-15,-11 6 1 16,-8 0-1-16,-8-5 0 0,-10-11-2 15,3-9 2 1,-2-14-5-16,-8-14-16 0,-13-10-51 16,-11-16-125-16,-7-14-399 15</inkml:trace>
  <inkml:trace contextRef="#ctx0" brushRef="#br0" timeOffset="-172465.96">21342 15270 643 0,'0'0'153'16,"0"0"-103"-16,0 0-45 15,0 0-5-15,-3 72 15 0,3-12 18 16,0 18-15-1,-3 11-13-15,-5 11-3 0,-1 6-2 16,3 0 0-16,6-9-30 16,0-19-92-16,20-25-98 15,20-21-173-15</inkml:trace>
  <inkml:trace contextRef="#ctx0" brushRef="#br0" timeOffset="-171800.54">23287 15412 410 0,'0'0'129'16,"0"0"-19"-16,0 0 18 15,0 0-46-15,0 0-29 16,0 0-27-16,-17-40-26 16,11 51-6-16,-1 15 3 15,-3 12 3-15,7 7-2 0,3 5-15 16,4-5-19 0,23-9-2-16,6-9 5 0,7-8 16 15,-6-9 9-15,-9-5-3 16,-11-2 11-16,-9-3 4 15,-5 0 5-15,0 0 14 16,-8 1-16-16,-20 4-6 16,-10 2 2-16,-9 2 3 15,-3 1-6-15,-2 3 0 16,2-1-6-16,5-2-78 16,6-6-29-16,18-4-120 15</inkml:trace>
  <inkml:trace contextRef="#ctx0" brushRef="#br0" timeOffset="-171611.72">23462 15337 180 0,'0'0'663'0,"0"0"-585"16,0 0-27-16,0 0-36 15,131-57-11-15,-61 57-4 16,12 11-2-16,2 10-68 16,-1-8-164-16</inkml:trace>
  <inkml:trace contextRef="#ctx0" brushRef="#br0" timeOffset="-171446.84">23836 15312 792 0,'0'0'37'0,"0"0"37"15,0 0-74-15,0 0-49 16,0 0-105-16,0 0-251 16</inkml:trace>
  <inkml:trace contextRef="#ctx0" brushRef="#br0" timeOffset="-169634.13">2588 15607 495 0,'0'0'74'16,"0"0"24"-16,0 0-20 15,0 0-26-15,0 0 11 16,0 0-27-16,5-28-21 16,-5 28-7-16,0 0-8 15,-5 12-6-15,-5 13 3 16,-7 11 3-16,-8 12 0 16,-1 10 2-16,0 8-2 0,1 4 0 15,5-1 4-15,4-3-4 16,1-1 0-16,3-7-35 15,9-8-104-15,3-20-59 16</inkml:trace>
  <inkml:trace contextRef="#ctx0" brushRef="#br0" timeOffset="-169284.89">2779 15716 561 0,'0'0'69'0,"0"0"42"16,0 0-96-16,0 0-15 16,0 0 0-16,0 0 9 15,-33 74 14-15,26-24-10 16,5 4-5-16,2 6-3 16,14-4-2-16,14-8-1 15,11-12 0-15,4-15-4 16,7-18-1-16,11-6 3 15,-2-31 1-15,-2-18 3 16,-12-11 1-16,-17-3 5 16,-19 6 1-16,-9 7 22 0,-21 10-19 15,-22 11 3 1,-14 10-12-16,-6 12-5 16,2 10-8-16,15 7-67 0,22 18-31 15,18 8-63-15,6 0-122 16</inkml:trace>
  <inkml:trace contextRef="#ctx0" brushRef="#br0" timeOffset="-169078.53">3468 16092 925 0,'0'0'48'16,"0"0"-48"-16,0 0-1 15,0 0-3-15,-13 89 3 0,-10-40 1 16,-5 4 0-16,-5-1-1 16,6-2-34-16,0-7-36 15,5-6-39-15,7-15-57 16,8-16-310-16</inkml:trace>
  <inkml:trace contextRef="#ctx0" brushRef="#br0" timeOffset="-167954.37">3759 15911 838 0,'0'0'14'0,"0"0"-14"15,0 0-7-15,0 0 5 16,0 0 2-16,-1 72 0 15,1-40 2-15,3 4 5 16,10 3-4-16,-2-1 1 16,8-4-1-16,-4-5-2 15,-2-9 0-15,-4-4-1 16,0-8-4-16,-4-8-4 16,3 0 8-16,1-15 10 15,-4-14 3-15,3-4 10 0,-4-2 3 16,-4-3-10-1,-4-1-2-15,-12 2-11 0,-8 0-3 16,1 5-7-16,2 3-3 16,0 6 0-16,10 7 6 15,0 5 4-15,5 5 0 16,4 3 2-16,1 3-2 16,1 0-1-16,0 0-2 15,0 0-3-15,0 0 3 16,0 0-1-16,0 0 2 15,0 0 2-15,0 0 1 16,0 0 0-16,0 0 1 16,0 0 0-16,0 0 2 15,0 0-2-15,0 0 1 16,0 0 1-16,0 0-3 0,0 0 0 16,-2 0-1-16,2 0 0 15,0 0 0-15,0 0 1 16,0 0-1-16,0 0 0 15,0 0 0-15,0 0 0 16,0 0 0-16,0 0-1 16,0 0 1-16,0 1-6 15,5 7-2-15,20 3 4 16,12 1 3-16,15 1-2 16,13-2-11-16,0-3-32 15,-2-4-33-15,-2-4 33 16,-7 0 31-16,-14 0 15 0,-12 0 10 15,-14 0 26 1,-14-3 66-16,0-1-40 0,-6 2-42 16,-11 2-13-16,-6 0-6 15,-3 14-1-15,1 10 0 16,8 0-4-16,5 5 3 16,5-2-2-16,6 3-3 15,1-2-5-15,0-4-12 16,13-9-1-16,2-8 1 15,7-7 9-15,5-7 13 16,4-18 1-16,2-14 0 16,-3 0-1-16,-2-1 0 15,-4 4-3-15,-7 8 2 0,-6 6 4 16,-3 8-1 0,-2 6 42-16,0 7-33 0,6 1-5 15,1 0-2-15,5 12-1 16,2 8 0-16,-1 4-1 15,2 4-1-15,-5 0 0 16,-1-4 1-16,-4-3-1 16,-5-6 1-16,-2-5-2 15,-1-7-5-15,6-3-9 16,3-6 15-16,9-22 12 16,0-11-10-16,1-6 7 15,-7-2 15-15,-12-2 6 16,-3 4-7-16,-3 3 3 15,-15 13-16-15,-4 8 1 0,1 14-11 16,-3 7-7-16,-1 6-30 16,1 16-25-16,5 11-34 15,8 7-32-15,8-2-21 16,3-4-160-16</inkml:trace>
  <inkml:trace contextRef="#ctx0" brushRef="#br0" timeOffset="-167687.47">4867 15855 604 0,'0'0'196'15,"0"0"-102"-15,0 0-73 16,113-47-14-16,-63 43-2 16,7 4-5-16,-1 0-1 15,-2 1-18-15,-14 7-40 16,-13 0-67-16,-15-1-15 16,-12-2-160-16</inkml:trace>
  <inkml:trace contextRef="#ctx0" brushRef="#br0" timeOffset="-167483.27">4894 16109 588 0,'0'0'82'0,"0"0"-72"16,0 0 32-16,0 0-2 15,0 0 38-15,0 0-45 16,108-5-22-16,-68-4-5 15,-3-1-5-15,4 0-1 16,-1 1-31-16,-5 2-88 16,-6 1-35-16,-13-2-154 15</inkml:trace>
  <inkml:trace contextRef="#ctx0" brushRef="#br0" timeOffset="-148506.11">5803 15788 249 0,'0'0'134'0,"0"0"11"0,0 0-53 15,0 0-27-15,0 0-18 16,0 0-12-16,0 0-15 16,-15-72 3-16,15 65-3 15,0 2 9-15,0 1 5 16,0 2-18-16,0 2-4 16,0-3-11-16,0 3 3 15,0 0-4-15,0 0 0 16,0 0 1-16,0 0-4 15,0 0 3-15,0 0 0 16,0 6-7-16,0 17 3 16,0 14 4-16,0 15 0 15,0 15 0-15,-2 8 4 0,-4 4-3 16,-1-4-1-16,7-10 0 16,0-13 2-16,0-15-6 15,0-17 4-15,0-17-24 16,10-3-37-16,15-30 40 15,10-15-209-15,1-11-350 16</inkml:trace>
  <inkml:trace contextRef="#ctx0" brushRef="#br0" timeOffset="-147924.28">6457 15906 581 0,'0'0'68'0,"0"0"35"16,0 0-59-16,42-85-15 15,-33 63-20-15,-1-2-6 16,-4 1 6-16,-4 2-8 16,0 2 3-16,-18 5-4 0,-15 6 0 15,-8 6-4-15,0 2-13 16,4 2 7-16,8 13 6 16,9 9-6-16,8 12 9 15,6 10 0-15,6 13-1 16,0 8 2-16,22-1 1 15,4-4 1-15,2-7 20 16,0-5-4-16,-3-7 3 16,-5-6-8-16,-8-6-13 15,-12-9 4-15,0-6-4 16,-13-6 1-16,-16-2 13 16,-2-4-10-16,-3-4 3 15,4 0 1-15,6-14-5 0,9-6 3 16,7-6-6-1,8-3 5-15,3-3-5 0,26 2 0 16,14 0 0-16,9 1 0 16,6-3 0-16,0 3-2 15,-5 2 0-15,-1 0-22 16,-6 3-17-16,-7-2-45 16,-5 1-37-16,-7-2-78 15</inkml:trace>
  <inkml:trace contextRef="#ctx0" brushRef="#br0" timeOffset="-147730.71">6899 15769 680 0,'0'0'153'16,"0"0"-107"-16,0 0-43 16,0 0-3-16,-39 81 6 15,20-23 3-15,-5 10 0 16,9 1-7-16,-3 2 3 15,10-2-5-15,7-4 0 16,1-12-7-16,2-12-88 16,17-22-124-16,5-17-312 15</inkml:trace>
  <inkml:trace contextRef="#ctx0" brushRef="#br0" timeOffset="-147224.39">7190 16053 808 0,'0'0'52'0,"0"0"17"16,0 0-37-16,19-91-24 15,-14 70 0-15,-2 0-8 16,0 4 0-16,-3-2 0 16,0 4 1-16,0-1-2 15,-3 1-4-15,-13 2-11 16,-7 4 0-16,-1 6 3 15,0 3 2-15,2 0-9 16,10 17 2-16,0 11 10 16,-1 14 1-16,2 9 7 15,2 7 0-15,-1 1 1 0,5 1 19 16,2-4-5-16,2-3-8 16,1-4 2-16,0-8-7 15,0-7-2-15,0-8 4 16,-2-9-3-16,-2-5 2 15,-4-7-1-15,2-1-1 16,-4-4 2-16,-2 0-2 16,-6 0 0-16,3-6-2 15,0-8-4-15,3-3 4 16,3-1 1-16,9-2-4 16,0 0 3-16,15-2-22 15,13-3 4-15,8-2 6 16,10-3 3-16,2-1 10 15,6 1 0-15,-3 1-4 0,-2 0 3 16,-3 3-24-16,-7 4-75 16,-8 3 2-16,-12 2-179 15</inkml:trace>
  <inkml:trace contextRef="#ctx0" brushRef="#br0" timeOffset="-146972.1">7405 16196 189 0,'0'0'591'15,"0"0"-493"-15,0 0-63 0,0 0-28 16,0 0-2-16,0 0-5 16,16 0 0-16,6-1 8 15,5-6-6-15,12 0 2 16,2-4-3-16,9 1 1 15,0 0-2-15,-5-2 0 16,-10 5-25-16,-12-3-18 16,-10 4-76-16,-10-3-29 15,-3-1-348-15</inkml:trace>
  <inkml:trace contextRef="#ctx0" brushRef="#br0" timeOffset="-146725.27">7509 15886 781 0,'0'0'90'16,"0"0"-34"-16,0 0-40 15,0 0-16-15,0 0 8 16,0 0-7-16,46 17 0 16,-39 32 9-16,-7 15-9 15,0 7 3-15,-10 7-4 16,-12 1 1-16,-1-4 2 15,-2-7-3-15,7-13 0 16,6-11 1-16,3-10-1 16,6-9-16-16,3-13-81 0,0-12-171 15</inkml:trace>
  <inkml:trace contextRef="#ctx0" brushRef="#br0" timeOffset="-146566.21">7573 16313 865 0,'0'0'83'0,"0"0"-41"16,0 0-42-16,0 0-10 15,0 0 2-15,0 0-24 16,0 62-42-16,0-40-103 16,0-10-268-16</inkml:trace>
  <inkml:trace contextRef="#ctx0" brushRef="#br0" timeOffset="-138832.82">8495 16087 144 0,'0'0'114'15,"0"0"-55"-15,0 0 12 16,0 0 16-16,0 0-28 16,0 0-23-16,0 0-16 15,9-19 26-15,-9 19-24 16,0 0 21-16,0 0-6 0,0-2-15 16,0 2-5-16,0 0-10 15,0 0-5-15,0 0 8 16,0 0-3-16,0 0 3 15,0-1 4-15,0 1-6 16,0 0 2-16,0-1-2 16,0-2-7-16,3-2-2 15,4 0 1-15,4-3-1 16,5-1-3-16,7 1 6 16,6-1-2-16,4 1 0 15,4 1 0-15,1 3 1 16,-2 4 3-16,-7 0 3 0,-5 9-3 15,-5 13-4-15,-8 8 0 16,-6 9 0-16,-5 8-1 16,-5 6-1-16,-14 3 4 15,-7-3-2-15,4-7 0 16,1-11 3-16,6-9-3 16,2-11 0-16,7-6 1 15,1-5 0-15,2-1-1 16,3-3 0-16,0 0 1 15,0 0 1-15,0 0-3 16,0 0 1-16,4 0 0 16,13 0 1-16,6 0 0 15,6 0 3-15,6 0 1 0,1 0 3 16,8 0 3-16,0 0-1 16,0 0-6-16,3 0 8 15,-4 0-11-15,-6 0-1 16,-10 0 0-16,-14 0 0 15,-7 0 0-15,-5 0 0 16,-1 0-3-16,0 0-12 16,-4 5-30-16,-12 0-35 15,-8-2-90-15,6-3-265 16</inkml:trace>
  <inkml:trace contextRef="#ctx0" brushRef="#br0" timeOffset="-137817.46">9286 15969 514 0,'0'0'86'16,"0"0"22"-16,0 0-18 16,14-75-34-16,-14 69-21 15,2 5-13-15,-1 1-22 16,5 4 0-16,1 18 0 16,2 10 5-16,-4 9-3 15,0 4 0-15,-1 2-2 0,1-4 1 16,1-2-1-1,4-9 0-15,3-6 0 0,8-11 0 16,9-10-2-16,10-5 2 16,8-13-6-16,-3-15 0 15,1-6 6-15,-15-3 1 16,-8 0 1-16,-12 2 9 16,-6 8 3-16,-3 10 1 15,-2 10 6-15,0 7-18 16,0 0-3-16,0 20-7 15,0 13 7-15,0 7 0 16,-3 5 2-16,1 2-4 16,2 0 2-16,0-1-3 0,0-2 1 15,0-6-24 1,0-12-45-16,0-15-124 0,14-11-220 16</inkml:trace>
  <inkml:trace contextRef="#ctx0" brushRef="#br0" timeOffset="-137533.59">9909 15990 778 0,'0'0'41'0,"0"0"8"15,0 0-34-15,0 0 9 16,119-56-10-16,-80 55-3 0,4 1-3 15,0 0-7-15,-6 14 1 16,-5 8-2-16,-7 7-2 16,-12 10 1-16,-8 6-6 15,-5 7 7-15,-8 4 0 16,-21 1 0-16,-5 1 0 16,-2-5 0-16,0-6-37 15,6-10-70-15,10-17-87 16,4-13-337-16</inkml:trace>
  <inkml:trace contextRef="#ctx0" brushRef="#br0" timeOffset="-137016.48">9962 16199 599 0,'0'0'31'0,"0"0"9"15,103-32 51-15,-52 23-33 16,7 1-23-16,-2 1-21 15,2 0-5-15,-3 0-9 16,-3-1 2-16,-3 2-2 16,-4-2 0-16,-6 0-4 15,-9-4 4-15,-11 1-9 16,-11-3 8-16,-8-3 0 16,0-2 1-16,-6-2-3 15,-15 2 6-15,-2 6 4 0,0 9 11 16,6 4-6-1,5 6-8-15,2 19-4 0,5 4-2 16,5 3 0-16,0 2 2 16,2 0 0-16,11-5-2 15,4-5 4-15,0-8-4 16,4-12 4-16,0-4-2 16,5-7 10-16,-3-16-9 15,0-4 5-15,-7-3-5 16,-8 2 0-16,-8 7 22 15,0 3-8-15,-6 6-5 16,-8 5-1-16,-1 7-9 16,3 0-2-16,0 25 2 15,-2 11 0-15,3 5-3 16,1 7 5-16,2 5-2 0,1 3 0 16,3 1 0-16,4-2-1 15,-1-6-2-15,1-9-27 16,-3-15-54-16,3-19-148 15,0-6-374-15</inkml:trace>
  <inkml:trace contextRef="#ctx0" brushRef="#br0" timeOffset="-136792.47">10751 16264 409 0,'0'0'66'0,"0"0"17"15,0 0-19-15,0 0-43 16,0 0 61-16,118 12-4 16,-57-15-57-16,10-7-2 15,0-1-14-15,-6 0-3 16,-10 0-2-16,-9 3-8 16,-12-1-34-16,-9 2-63 15,-11-3-20-15,-13-4-242 16</inkml:trace>
  <inkml:trace contextRef="#ctx0" brushRef="#br0" timeOffset="-136558.75">11063 16043 830 0,'0'0'36'0,"0"0"-20"15,0 0-16-15,0 0 0 16,0 0 16-16,5 75 4 15,-5-31-5-15,0 7 1 16,-8 7-12-16,-9 1-3 16,1-2 6-16,-1-6-6 15,0-9-1-15,1-7 0 16,5-8-13-16,5-7-57 16,6-12-112-16,0-8-136 15</inkml:trace>
  <inkml:trace contextRef="#ctx0" brushRef="#br0" timeOffset="-125246.42">11535 16162 559 0,'0'0'118'15,"0"0"-4"-15,0 0-60 16,0 0-26-16,0 0-9 15,0 0 5-15,0 0-18 0,16-77 3 16,-14 70-4-16,0-1-1 16,3 2 13-16,4-2-15 15,0 0 0-15,4 3-2 16,5-2 0-16,6 3 0 16,4 3 0-16,7 1-1 15,4 0 1-15,-2 15 0 16,-3 7 0-16,-7 5-3 15,-11 7 0-15,-14 5-2 16,-2 6 3-16,-21 1 0 16,-13-5 2-16,2-9 0 15,3-11-3-15,3-9 1 16,11-7 4-16,7-3-2 16,6-2 4-16,2 0-4 0,2 0 0 15,21-2-3-15,9-5-25 16,3 2 23-16,-3 3-2 15,-8 2 7-15,-9 0 0 16,-5 5-4-16,-4 9 4 16,-6 6-5-16,0 4 2 15,-2 0 0-15,-12 0 5 16,-4-5-2-16,-1-5 1 16,2-3 2-16,-1-8-1 15,4-3-2-15,5 0 1 16,2 0 3-16,7-6-4 15,3-11-11-15,30-5-100 16,12-5-126-16</inkml:trace>
  <inkml:trace contextRef="#ctx0" brushRef="#br0" timeOffset="-124930.19">12385 16182 604 0,'0'0'208'0,"0"0"-87"16,0 0-65-16,0 0-21 15,0 0-8-15,0 0-19 16,-67-53-8-16,67 60-11 16,0 17 8-16,0 6 2 15,22 5-5-15,5-1-4 16,4-5-9-16,4-10-8 0,1-15 15 16,9-4 10-16,-3-11 2 15,-3-15 6 1,-10-2-5-16,-15-3 2 0,-12 1 0 15,-2 0-1-15,-21 3 5 16,-18 0-7-16,-12 2 0 16,2 7 0-16,8 8-1 15,18 10-1-15,22 1-4 16,2 23-84-16,29 4-1 16,12-1-142-16</inkml:trace>
  <inkml:trace contextRef="#ctx0" brushRef="#br0" timeOffset="-124613.48">12946 16098 703 0,'0'0'162'16,"0"0"-78"-16,0 0-52 16,0 0-32-16,0 0-1 15,0 0-4-15,-51 50 5 16,42-13 0-16,3 0 2 15,1-3-6-15,5-7 4 16,0-10-3-16,0-10-7 16,13-7 3-16,7-2 7 15,2-17 5-15,4-8-3 16,-8-5 0-16,-7 3-2 16,-10-2 5-16,-1 1 9 0,-12 4-9 15,-13 2 6-15,-1 10-11 16,10 6-4-16,9 8-4 15,7 0-60-15,11 5-89 16,18 6-2-16,6-5-149 16</inkml:trace>
  <inkml:trace contextRef="#ctx0" brushRef="#br0" timeOffset="-124363.34">13192 16076 17 0,'0'0'260'0,"0"0"-18"16,0 0-66-16,0 0-32 15,0 0-80-15,0 0-28 16,62-53-33-16,-66 56-3 15,-8 20 0-15,-6 13 1 16,0 10-1-16,5 11-3 0,10 5 2 16,3 3 1-16,6-5 2 15,13-13 9-15,-2-11-2 16,-7-15-4-16,-4-11 2 16,-6-6-7-16,0-4 9 15,0 0 18-15,-18 0-7 16,-16-4-5-16,-10-9-15 15,-5-5-26-15,7-7-8 16,19-3-73-16,23-5-208 16</inkml:trace>
  <inkml:trace contextRef="#ctx0" brushRef="#br0" timeOffset="-124145.34">13512 16049 387 0,'0'0'231'16,"0"0"-95"-16,0 0-36 16,0 0-47-16,0 0-25 15,0 0-23-15,-79-59-5 16,102 59-8-16,14 10 8 16,14 0 3-16,7 3-2 15,-3-5-1-15,2 2-18 16,3 2-48-16,-4-6-140 15,-4 0-298-15</inkml:trace>
  <inkml:trace contextRef="#ctx0" brushRef="#br0" timeOffset="-123905.63">13780 16313 835 0,'0'0'54'0,"0"0"-52"16,0 0 13-16,0 0 8 16,0 0 1-16,0 0 1 15,58 2-7-15,-24-2 0 0,11 0-18 16,1-3 2 0,8-6-2-16,4 0-6 0,0 1 2 15,-3-1-32-15,-11 1-46 16,-21-5-147-16</inkml:trace>
  <inkml:trace contextRef="#ctx0" brushRef="#br0" timeOffset="-123689.12">14047 16104 194 0,'0'0'617'0,"0"0"-474"15,0 0-91-15,0 0-38 16,0 0-14-16,0 0-6 15,-6 19 4-15,6 20 2 16,0 8-4-16,0 10 2 0,0 2 2 16,0 2 0-16,0-6 0 15,-7-5 0-15,0-6-12 16,-5-8-23-16,-1-7-52 16,2-14-134-16</inkml:trace>
  <inkml:trace contextRef="#ctx0" brushRef="#br0" timeOffset="-111342.35">14557 16233 413 0,'0'0'138'16,"0"0"-39"-16,0 0-43 15,0 0 44-15,0 0-24 16,0 0-34-16,0 0-10 16,-11-28-1-16,9 27-12 15,1-2-3-15,1 1-8 0,0 1 2 16,0-3-2 0,0-2-6-16,0-3-2 0,12-2 0 15,13-3-7-15,11-2 7 16,9-1-1-16,4 0 1 15,-3 7 1-15,-10 3 0 16,-9 7-2-16,-9 0 0 16,-6 9-4-16,-8 16 5 15,-4 11-8-15,-1 8-4 16,-26 2-1-16,-6-2-8 16,-3-8 2-16,6-8 3 15,10-10 1-15,9-8 13 0,10-3 0 16,1-2-8-1,9 0 8-15,14-3-4 0,7 0 6 16,2-1 0-16,-3 2 0 16,0 1 8-16,-5 3 0 15,0 0-3-15,-5 5 3 16,-5-1-8-16,-4 2 3 16,-9-1-3-16,-1 1 0 15,0 0 0-15,-20-1 2 16,-7 1 0-16,-6-3 1 15,2-3-1-15,1-5-1 16,6-2-1-16,7 0-2 16,9-2 1-16,8-13-40 15,13-6-107-15,23-5-271 16</inkml:trace>
  <inkml:trace contextRef="#ctx0" brushRef="#br0" timeOffset="-110877.18">15292 16145 643 0,'0'0'190'0,"0"0"-124"0,0 0-43 15,0 0-12-15,0 0-11 16,0 0 0-16,10 32-1 16,-10-3 1-16,0 2 0 15,0 3 1-15,0-3 2 16,0-4 0-16,0-6-2 16,8-6-2-16,12-8 1 15,13-7-1-15,9 0-1 16,6-20-15-16,-5-5 9 15,-10 0 0-15,-12 0 8 16,-14 5 24-16,-7 4 17 16,0 7-5-16,0 4-11 15,-1 5-15-15,-5 0-10 16,0 22-10-16,-4 9 10 16,1 8-1-16,-1 7 1 0,-1-3-4 15,2-1-10-15,1-5-19 16,0-4 7-16,2-9-27 15,2-12-106-15,3-11-118 16</inkml:trace>
  <inkml:trace contextRef="#ctx0" brushRef="#br0" timeOffset="-110643.87">15775 16216 188 0,'0'0'754'0,"0"0"-688"16,0 0-52-16,0 0-14 16,0 0-9-16,0 0 8 15,0 91 2-15,-13-40 0 16,-5-1 3-16,1-2-2 16,1-4-4-16,5-7-1 15,7-4-44-15,4-13-42 16,0-15-172-16</inkml:trace>
  <inkml:trace contextRef="#ctx0" brushRef="#br0" timeOffset="-110377.03">15956 16307 912 0,'0'0'52'0,"0"0"-32"15,0 0-20-15,0 0-1 16,0 0 1-16,0 0-1 15,20 107 2-15,-4-66-1 16,4-1 0-16,4-5 2 16,-4-9 0-16,-3-8 1 15,-7-5-1-15,-4-5 2 16,-4-3-4-16,-2-1-2 16,-2 0-1-16,-20 5 3 0,-13 0 11 15,-8-1-8 1,-1-1-3-16,7-2-23 15,8-3-38-15,12-2-114 0,17-7-132 16</inkml:trace>
  <inkml:trace contextRef="#ctx0" brushRef="#br0" timeOffset="-110177.62">16143 16191 831 0,'0'0'110'0,"0"0"-56"16,0 0-32-16,0 0-18 16,0 0-3-16,0 0-1 15,108-19 0-15,-51 28 0 16,7 8-9-16,8 5-45 16,2-5-112-16,-7-4-347 0</inkml:trace>
  <inkml:trace contextRef="#ctx0" brushRef="#br0" timeOffset="-109945.26">16572 16480 772 0,'0'0'85'15,"0"0"-81"-15,0 0-4 0,0 0 4 16,0 0 15-1,0 0 7-15,77 17 2 0,-42-17 0 16,2 0-21-16,11 0-5 16,7 0-2-16,4-2-8 15,-1-2-37-15,-8 0-47 16,-19-4-124-16,-16-6-270 16</inkml:trace>
  <inkml:trace contextRef="#ctx0" brushRef="#br0" timeOffset="-109736.24">16866 16290 671 0,'0'0'174'0,"0"0"-66"15,0 0-52-15,0 0-24 16,0 0-29-16,0 0-3 0,-8-10-10 16,5 47 10-16,-3 16 0 15,-7 10 4-15,-1 2-4 16,-7-2 0-16,1-6-4 15,-2-5-8-15,5-10-19 16,0-9-12-16,10-15-101 16,7-12-286-16</inkml:trace>
  <inkml:trace contextRef="#ctx0" brushRef="#br0" timeOffset="-108063.13">22050 14512 61 0,'0'0'49'0,"0"0"14"0,0 0 43 16,0 0-39-16,0 0 2 15,0 0-24-15,5-17-24 16,5 14 5-16,2 0 15 16,-3-1-3-16,-1 2 3 15,0 2-19-15,1 0-8 16,1 0-11-16,3 0-2 16,-3 0 1-16,4 10-2 15,2 4 0-15,2 5 0 16,0 1 0-16,1 1 0 0,-1-1 1 15,0-6-1-15,0-2 0 16,-6-5 0-16,-4-2 1 16,-5-4-3-16,-3-1-12 15,0 0-31-15,-20 3 41 16,-12 1-44-16,0 0-138 16,5 2-182-16</inkml:trace>
  <inkml:trace contextRef="#ctx0" brushRef="#br0" timeOffset="-107897.04">22173 14722 574 0,'0'0'99'16,"0"0"9"0,0 0-38-16,0 0-70 0,0 0-4 15,0 0-51-15,-36 58-18 16,21-33-86-16,3-8-190 15</inkml:trace>
  <inkml:trace contextRef="#ctx0" brushRef="#br0" timeOffset="-89896.12">17344 16399 266 0,'0'0'213'16,"0"0"-69"-16,0 0 14 16,0 0-94-16,0 0-26 15,0 0 5-15,0 0-34 16,2-22 1-16,-2 20-8 16,0-1 2-16,-2 0-3 15,1 1-1-15,-1 0 7 16,1-2-5-16,1 1 3 15,0-3 0-15,0-2-4 16,4-6-2-16,16 0 1 16,8-2-2-16,4 2 0 15,2 4-1-15,-7 4 3 16,-5 5 2-16,-4 1-2 0,-8 1 0 16,-5 15-5-16,-5 9-3 15,-3 5 7-15,-19 4-10 16,-4 2-22-16,2-6-18 15,3-6-41-15,9-7 26 16,6-4 40-16,6-4-4 16,0-2 8-16,0-4-9 15,12-2 26-15,2-1 5 16,-1 0 3-16,-4 2 23 16,-1 1 6-16,-1 4-9 15,3 1 12-15,-1 2 10 0,2 1-16 16,-4 1-12-1,-1 1-8-15,-3 1-4 0,-3-1-4 16,0 0 0-16,-4-2-1 16,-17-3 2-16,-7 0 4 15,-6-3 5-15,1-4-10 16,0-1-1-16,4 0 0 16,11 0 0-16,10 0-1 15,8-3-11-15,21-5-125 16,17-6-191-16</inkml:trace>
  <inkml:trace contextRef="#ctx0" brushRef="#br0" timeOffset="-89448.01">17923 16346 356 0,'0'0'185'0,"0"0"-137"0,0 0 8 15,0 0 88-15,0 0-95 16,0 0-22-16,17-21 9 16,-3 21-16-16,2 0-10 15,7 2 7-15,1 7-9 16,3 2-8-16,0 0 7 16,1 6-6-16,-8 2-1 15,-3 3 0-15,-6 5-4 16,-8 3 3-16,-3 5 0 15,-1 1 0-15,-19 1 1 16,-8-1 1-16,-2-2-1 16,0-5-2-16,2 0-27 15,2-8-10-15,7-4-39 0,5-7-84 16,5-7-116-16</inkml:trace>
  <inkml:trace contextRef="#ctx0" brushRef="#br0" timeOffset="-89247.23">17877 16591 802 0,'0'0'128'0,"0"0"-88"16,0 0-31-16,0 0-9 16,97-20 0-16,-57 20 2 15,0 0-2-15,3 0-1 0,-1 0 1 16,7 7-23-16,6-1-14 15,3 1-49-15,3-7-84 16,-6 0-283-16</inkml:trace>
  <inkml:trace contextRef="#ctx0" brushRef="#br0" timeOffset="-88613.14">18560 16441 623 0,'0'0'146'0,"0"0"-49"15,0 0-54 1,0 0-17-16,0 0-11 0,0 0-7 16,88-20-8-16,-76 42 0 15,-3 11 0-15,-4 3 0 16,-3 6 0-16,-2-1 0 15,0-4-2-15,-11-3-19 16,-5-7-11-16,2-7 8 16,2-7-15-16,2-8-28 15,5-3 6-15,0-2 61 16,1 0 7-16,4 0-1 16,0-7 23-16,0 0 0 15,13 1-29-15,8 0-3 16,6 1 2-16,1-1 1 0,5-3 1 15,2 2 6 1,3 0 2-16,2-5 25 0,-1-4-26 16,6-3 5-16,0-3-3 15,2-1-9-15,-3-2-1 16,-13 4-7-16,-12 4-8 16,-14 7 14-16,-5 2-1 15,0 3 2-15,0 5-2 16,-2 0-2-16,-11 0-1 15,1 16 4-15,0 5 1 16,2 8 0-16,7 1 5 16,3 8 9-16,3 1 13 15,18 2 1-15,3-2 2 0,4-2-13 16,-5-7-12 0,-4-7 8-16,-9-6-9 0,-4-6-2 15,-6-8 0-15,0 0-1 16,-3-1-1-16,-18-2 8 15,-9 0-8-15,-6 0 0 16,-4-10-23-16,6-7-62 16,12-5-228-16</inkml:trace>
  <inkml:trace contextRef="#ctx0" brushRef="#br0" timeOffset="-88403.25">19255 16511 750 0,'0'0'150'0,"0"0"-75"15,0 0-47-15,0 0-23 16,0 0-5-16,0 0-3 16,54-37 3-16,-2 37-1 15,12 0-21-15,8 6-36 16,7 1-31-16,2-5-156 15</inkml:trace>
  <inkml:trace contextRef="#ctx0" brushRef="#br0" timeOffset="-87952.34">19847 16690 75 0,'0'0'567'0,"0"0"-447"15,0 0-115-15,0 0 6 16,0 0 46-16,0 0-17 15,93-8-10-15,-56 8-14 16,0 0-13-16,4 0 0 16,2 0-3-16,-7 0-21 15,-8 3-21-15,-16 2-76 0,-12 1-70 16,-9 0-246 0</inkml:trace>
  <inkml:trace contextRef="#ctx0" brushRef="#br0" timeOffset="-87771.77">19876 16806 642 0,'0'0'81'15,"0"0"16"-15,80 12-49 16,-47-10-22-16,1 1-15 16,1-1 2-16,2 1-9 15,-3 2-1-15,0-1-6 0,-11 1-6 16,-11 2-57-16,-12-4-154 15</inkml:trace>
  <inkml:trace contextRef="#ctx0" brushRef="#br0" timeOffset="-85752.13">1651 14894 314 0,'0'0'96'0,"0"0"6"0,0 0-37 16,0 0-8-16,0 0-17 15,0 0-2-15,2-73 30 16,-2 67-37-16,0 0 1 15,0 4-10-15,0 0-1 16,0 2-2-16,0 0-5 16,0 0-14-16,0 0 0 15,0 0 0-15,0 0-4 16,0 2 1-16,0 10-4 16,-6 8 0-16,-6 7 7 15,0 9-4-15,-6 7 3 16,0 9-1-16,-4 5 1 0,0 4 1 15,-1-3 3-15,4-2 0 16,7-9 0-16,3-11-3 16,9-11-1-16,0-11-1 15,9-7 2-15,8-7 0 16,12 0 4-16,7-9 1 16,10-15 5-16,5-2-9 15,0-1-2-15,-1 5-3 16,-6 4-35-16,-7 5-40 15,-7 1-84-15,-12 2-199 16</inkml:trace>
  <inkml:trace contextRef="#ctx0" brushRef="#br0" timeOffset="-85268.19">2114 14764 874 0,'0'0'12'0,"0"0"30"16,0 0-42-16,0 0-6 16,0 0 1-16,0 88 5 15,0-31-1-15,0 9 2 16,0 3 2-16,0 2 8 16,0-7-9-16,3-10 6 15,7-12-7-15,-1-14 0 16,-4-11 3-16,-4-10-3 15,-1-2 1-15,0-5 2 0,0 0 0 16,0 0 6-16,-1-10 2 16,-13-13-12-16,7-8-17 15,7-5-21-15,0-4-17 16,25-1 6-16,11-1-11 16,7 6-13-16,2 0 26 15,1 3-4-15,-2 1 50 16,-3-4 1-16,-11 1 31 15,-6 3 24-15,-8 4 37 16,-10 4 3-16,-4 12-27 16,-2 7-31-16,0 5-18 0,0 0-19 15,0 22-7 1,-8 14-5-16,-5 11 11 0,-2 13-1 16,3 9 1-16,0 6-3 15,6 3-23-15,4-7-22 16,2-14-63-16,0-23-86 15</inkml:trace>
  <inkml:trace contextRef="#ctx0" brushRef="#br0" timeOffset="-84817.02">2815 14933 581 0,'0'0'55'0,"0"0"35"15,0 0-39-15,0 0-24 16,3-81-15-16,-3 63-4 16,0 3-5-16,0 0-2 15,0 1-1-15,0 4-30 16,0 4-12-16,-3 6 4 16,3 0 0-16,-4 0-8 15,4 2-25-15,-2 5 40 16,-1 5 31-16,-2 2 0 15,-3 4 20-15,0 5 16 16,-1 7 0-16,0 6 6 16,3 6-27-16,2 3 4 15,4 1 12-15,0-2-14 0,0-3 0 16,13-7-4-16,-2-6-4 16,5-4 14-16,-4-3-12 15,2-3-2-15,0-2-3 16,-3-3-5-16,-3-5 5 15,-3-1-6-15,-5-2 1 16,0 3 1-16,-6 3-1 16,-26 3 5-16,-13 4-6 15,-15 2-17-15,-4 1-100 16,1-4-14-16,8-2-51 16,16-6-21-16</inkml:trace>
  <inkml:trace contextRef="#ctx0" brushRef="#br0" timeOffset="-84434.01">1617 15612 447 0,'0'0'121'16,"0"0"-68"-16,0 0 19 15,0 0 15-15,0 0-56 16,0 0-26-16,-33 6-1 0,60-6 4 16,15 0 27-16,28 0-10 15,23-3-12-15,21-8 7 16,16 0-20-16,7-3 6 15,-1 5-3-15,-6-2-3 16,-15 4 0-16,-14-2 0 16,-22 2-6-16,-19-1 6 15,-22 0-3-15,-18 3 3 16,-10 1 4-16,-10 1-4 16,0-1-29-16,-11-2-239 15</inkml:trace>
  <inkml:trace contextRef="#ctx0" brushRef="#br0" timeOffset="-84276.95">3179 15475 736 0,'0'0'67'15,"0"0"-67"-15,0 0-49 16,0 0-106-16,0 0-142 15</inkml:trace>
  <inkml:trace contextRef="#ctx0" brushRef="#br0" timeOffset="-66320.08">20648 16579 222 0,'0'0'279'0,"0"0"-146"16,0 0-52-16,0 0-5 0,0 0-32 16,0 0-11-16,0 0-7 15,6-68-8-15,-4 61 0 16,-2 3-6-16,1 2-1 15,-1 1-1-15,2 1-5 16,-2 0-3-16,0 0-2 16,0 0-1-16,0 0-1 15,0 4-1-15,-5 18-4 16,-13 9 4-16,-4 10 6 16,-12 10-3-16,1 9 5 15,-4-4-3-15,7 2 1 16,3-7 0-16,10-13-2 0,7-13-1 15,6-11 1-15,4-9-1 16,0-5 3-16,0-3-1 16,17-18 2-16,10-6-4 15,1-3-51-15,-6 3-102 16,-8 4-157-16</inkml:trace>
  <inkml:trace contextRef="#ctx0" brushRef="#br0" timeOffset="-65818.59">20958 16537 130 0,'0'0'500'16,"0"0"-344"-16,0 0-72 15,0 0-54-15,0 0-25 16,0 0 10-16,3 33 16 16,-3-2-14-16,-4 9-2 15,-2 6-11-15,-1 3-1 16,1 3 0-16,3-8-2 0,3-10 1 15,0-12-2-15,10-15-4 16,17-7 3-16,13-6 1 16,7-19-7-16,6-11 1 15,-2-6-2-15,-11-3 8 16,-10-3 0-16,-9 4 0 16,-12 10 4-16,-6 12 12 15,-2 10 6-15,-1 12 10 16,0 0-32-16,0 17-11 15,-1 21 11-15,-11 11-1 16,-5 9 1-16,-3 4 0 0,-3 2 0 16,-1-3 0-16,5-4 0 15,4-5 0 1,5-12-28-16,4-20-52 0,4-16-236 16</inkml:trace>
  <inkml:trace contextRef="#ctx0" brushRef="#br0" timeOffset="-64985.05">21572 16987 516 0,'0'0'177'0,"0"0"-31"16,0 0-78-1,0 0-24-15,0 0-27 0,0 0-17 16,0-4-5-16,-8 27 5 16,-10 10 6-16,-4 5-2 15,-5 0 0-15,1-4-1 16,3-3-1-16,4-4-2 15,4-7 0-15,5-3-20 16,2-7-52-16,3-9-85 16,5-1-339-16</inkml:trace>
  <inkml:trace contextRef="#ctx0" brushRef="#br0" timeOffset="-64372.13">21768 16644 650 0,'0'0'176'0,"0"0"-70"15,0 0-59-15,0 0-31 16,0 0-16-16,0 0-2 16,11 26 2-16,1 16 1 15,1 6 3-15,-4 0-1 16,-1-4-3-16,-4-8 0 16,2-15-17-16,3-11-5 15,9-10 7-15,9-3 15 16,11-22 0-16,4-11-1 15,-1-4 1-15,-6-4 1 0,-14 3 0 16,-7 7 23-16,-10 8 11 16,-2 14-11-16,-2 8-8 15,0 4-16-15,0 5-7 16,-2 23 0-16,-13 14 4 16,-1 8 2-16,-3 4 1 15,2 1 0-15,5-2-1 16,6-2-23-16,6-9-5 15,0-9-24-15,6-19-131 16,18-14-145-16</inkml:trace>
  <inkml:trace contextRef="#ctx0" brushRef="#br0" timeOffset="-63555.65">22428 16626 508 0,'0'0'122'16,"0"0"39"-16,0 0-73 15,0 0-30-15,0 0-41 16,0 0-17-16,0-8 0 0,4 33 0 16,2 8 2-1,-6 7 2-15,0 4-4 0,0-3 0 16,0-5 2-16,-6-9 0 15,6-8-2-15,0-10-4 16,0-9-13-16,23 0 16 16,5-15 1-16,6-15-25 15,1-6 5-15,-5-4 14 16,-10 2 6-16,-5 4 5 16,-8 14 5-16,-3 7 14 15,-4 10-9-15,0 3-10 16,0 2-5-16,-4 23-9 15,-13 8 8-15,-7 12 0 16,0 5 1-16,-6 3-2 16,0 3 2-16,-1 1 0 15,1-7 6-15,3-7-6 0,6-12-1 16,8-7-26-16,3-13-61 16,10-11-90-16,0 0-401 15</inkml:trace>
  <inkml:trace contextRef="#ctx0" brushRef="#br0" timeOffset="-62370.51">22908 16702 344 0,'0'0'134'16,"0"0"5"-16,0 0-69 0,0 0 41 15,0 0-78-15,0 0 38 16,-27-59-42-16,46 50-23 16,4 4-2-16,3 3 8 15,-1 2-5-15,0 0-5 16,-4 2-1-16,-2 14 2 16,-1 9-6-16,-10 4 3 15,-8 8-3-15,0 6-7 16,-20-3-10-16,-10 2-3 15,-3-5 15-15,2 1-27 16,-1-6 5-16,12-6 6 16,2-9 19-16,9-8 2 0,7-7 2 15,2-2 1-15,0 0 19 16,5 0-8-16,22 0 3 16,13-3 19-16,11-9-28 15,1 3 4-15,-2-2-7 16,-4 5-2-16,-8 3 0 15,-6 3 0-15,-8 0-56 16,-9 0-107-16,-8 0-156 16</inkml:trace>
  <inkml:trace contextRef="#ctx0" brushRef="#br0" timeOffset="-62213.2">23162 16992 884 0,'0'0'94'16,"0"0"-83"-16,0 0-11 16,0 0-49-16,0 0-9 15,0 0-60-15,-32 73-140 16</inkml:trace>
  <inkml:trace contextRef="#ctx0" brushRef="#br0" timeOffset="-61725.26">20812 17258 459 0,'0'0'159'0,"0"0"-43"16,0 0 1-16,0 0-87 16,0 0-21-16,0 0-7 15,49-9 4-15,-2 9 5 16,13 0 6-16,18 2-3 16,18 1-5-16,22 1-8 15,19-4 5-15,12 5-6 16,11 1 0-16,-2 2-3 15,-6-2-28-15,-10 2-18 0,-14 0-38 16,-21-3-35 0,-20 1-39-16,-23-5-104 0</inkml:trace>
  <inkml:trace contextRef="#ctx0" brushRef="#br0" timeOffset="-61560.33">22607 17345 601 0,'0'0'226'0,"0"0"-114"16,0 0-50-16,0 0-21 16,0 0-33-16,0 0-6 15,1-12-2-15,2 12-7 16,-3 0-18-16,0 7-63 16,0 0-126-16,-18-6-317 15</inkml:trace>
  <inkml:trace contextRef="#ctx0" brushRef="#br0" timeOffset="-60576.24">22056 17579 947 0,'0'0'24'0,"0"0"1"0,0 0-24 15,0 0-1-15,0 0-5 16,0 0-2-16,-25 57 6 16,-5-12 1-16,-5 7 0 15,-2-2 1-15,-3-3 4 16,5-8-3-16,9-16-1 15,8-9 1-15,12-9-2 16,5-5 1-16,1-5 9 16,7-21 32-16,23-14-42 15,13-9-21-15,10-5-12 16,5 4-10-16,0 1-12 16,-3 9-2-16,-3 6 39 15,-7 9 18-15,-14 6 32 0,-12 11 6 16,-12 8-13-1,-7 0-25-15,-2 19-4 0,-28 15-1 16,-13 3 3-16,-9 1-2 16,-2-4-25-16,8-10-4 15,8-6 27-15,15-7-8 16,8-5 7-16,7-3 5 16,8-3 2-16,0 0 44 15,9 0 13-15,18 0-51 16,12-3-2-16,9 3-3 15,1 0 5-15,5 4-3 16,-4 13-3-16,-3 5 2 0,-6 1-2 16,-8 5-7-16,-5-2-19 15,-5-1-64-15,-3-6-69 16,0-10-196-16</inkml:trace>
  <inkml:trace contextRef="#ctx0" brushRef="#br0" timeOffset="-60108.47">22671 17551 852 0,'0'0'87'0,"0"0"-47"16,0 0-40-16,0 0-8 16,0 0 8-16,0 83 0 15,0-29 2-15,-5 7 7 16,-2 5-8-16,2-7 3 0,2-8-4 15,0-16 0-15,2-15 4 16,1-11-3-16,-3-8 0 16,2-1 7-16,-1 0 7 15,-4-18 29-15,0-9-44 16,1-3-4-16,5-3-12 16,0 0-30-16,23 3 4 15,9 2-16-15,8 1 6 16,6 3 21-16,2-1 29 15,2 1 2-15,-6-2 30 16,-4-1 2-16,-2-2 5 16,-8 1 12-16,-9 5-19 0,-4 7-2 15,-11 10-9 1,-6 6-19-16,0 0-2 0,0 18-12 16,-9 13 12-16,-11 13 1 15,-2 8 1-15,-1 7-2 16,0 4 2-16,5 0-7 15,9-4-17-15,6-10-33 16,3-17-56-16,4-13-131 16</inkml:trace>
  <inkml:trace contextRef="#ctx0" brushRef="#br0" timeOffset="-59677.51">23442 17709 739 0,'0'0'94'16,"0"0"-31"-16,0 0-49 15,0 0-4-15,59-81 2 16,-54 62-9-16,-3 0-2 16,-2-1-2-16,0 1-2 15,-17 2-17-15,-2 5-41 16,-2 2-43-16,0 7 17 15,8 3-3-15,3 0-46 16,4 10 57-16,5 10 79 0,0 3 27 16,-2 5 63-16,-1 3 19 15,0 2-34-15,-2 7 32 16,2 3-45-16,-3 10-12 16,5-4-35-16,2-2-5 15,0-8-7-15,0-9-3 16,0-9 4-16,0-6-3 15,-8-2 0-15,-4-6-1 16,-10-1-1-16,-11-6-2 16,-8 0-49-16,-7 0-83 15,-3-9 68-15,6-4 11 16,5 2-13-16,18 1 52 16,11 10-12-16,11 0-159 0</inkml:trace>
  <inkml:trace contextRef="#ctx0" brushRef="#br0" timeOffset="-59543.37">23361 18015 435 0,'0'0'235'15,"0"0"-58"-15,0 0-66 16,0 0-83-16,0 0-27 16,0 0-1-16,-35-24-62 15,0 20-154-15,-6-9-275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31:33.049"/>
    </inkml:context>
    <inkml:brush xml:id="br0">
      <inkml:brushProperty name="width" value="0.05292" units="cm"/>
      <inkml:brushProperty name="height" value="0.05292" units="cm"/>
      <inkml:brushProperty name="color" value="#FF0000"/>
    </inkml:brush>
  </inkml:definitions>
  <inkml:trace contextRef="#ctx0" brushRef="#br0">2226 4355 334 0,'0'0'148'15,"0"0"-117"-15,0 0 32 16,0 0-24-16,0 0-1 15,0 0 32-15,0 0-32 16,0-14-6-16,0 14 9 16,0 0 6-16,0 0-9 15,0 0-14-15,0 0-5 16,0 0-13-16,-2 0-6 16,-4 8-1-16,-4 10-9 15,-9 12 10-15,-4 9-1 0,-5 11 2 16,-4 9-1-16,4 3 0 15,0-1 0-15,4-8-10 16,9-11-27-16,2-9-4 16,7-8-25-16,1-3-33 15,5-12-69-15,0-8-162 16</inkml:trace>
  <inkml:trace contextRef="#ctx0" brushRef="#br0" timeOffset="366.6">2362 4434 608 0,'0'0'130'16,"0"0"-81"-16,0 0-49 15,0 0-2-15,0 0 2 16,-17 104 0-16,14-52 3 15,1 1 0-15,2 0-2 16,0-10 3-16,6-10-4 16,7-12-13-16,6-12-16 15,6-9 29-15,5-13 3 16,6-21 8-16,1-13-11 16,-7-9 10-16,-3-4 36 15,-15 2 3-15,-12 4 11 16,0 10-39-16,-17 13 2 0,-5 5-20 15,6 15-1-15,11 10-2 16,4 1-1-16,1 21-128 16,0 13 18-16,14 5-56 15,8 3-322-15</inkml:trace>
  <inkml:trace contextRef="#ctx0" brushRef="#br0" timeOffset="561.45">2806 4746 567 0,'0'0'340'0,"0"0"-330"16,0 0-10-16,0 0-1 16,-3 104 1-16,-7-56 3 15,-2 3-3-15,1 0-31 16,-4-3-35-16,0-6-53 15,-4-11-79-15</inkml:trace>
  <inkml:trace contextRef="#ctx0" brushRef="#br0" timeOffset="1615.72">3215 4412 636 0,'0'0'109'16,"0"0"-109"-16,0 0-6 16,-18 72 4-16,0-18 2 15,2 4 2-15,2 6-1 16,5-3-2-16,2-5 0 15,7-12-47-15,0-8-18 16,15-12 11-16,2-11-2 0,3-12 18 16,2-1 13-16,2-18 9 15,4-11-35-15,-1-6 52 16,-2-1 32-16,-8-4 11 16,-4 1 44-16,-7 0 7 15,-6 1-40-15,0 4 13 16,0 4-24-16,-3 7-17 15,-8 6 1-15,0 6-22 16,2 3 0-16,-3 5-5 16,0-3-2-16,-1 4-3 15,0-2 5-15,2-1 1 16,1 2 0-16,1-4 8 16,1 2 23-16,3 1-19 15,0-2 9-15,2 3-6 16,1 1-3-16,1 0-4 0,-1 1-6 15,2 1-1-15,0 0 0 16,0 0-2-16,0 0 1 16,0 0-1-16,0 0-1 15,0 0 1-15,0 0-2 16,0 0 1-16,0 0-1 16,0 0-6-16,5 0-3 15,16 0 11-15,13 0 1 16,6 0-1-16,8 0-3 15,1 0-5-15,0-3-4 16,-4-2 8-16,-6 2 4 16,-8 1 1-16,-7 1-1 0,-12 1-1 15,-2 0 1-15,-9 0-5 16,-1 0-17-16,0 11 8 16,-6 8 12-16,-13 12 2 15,-7 13 0-15,-1 7-1 16,0 0 2-16,3-3-1 15,12-10 0-15,11-13-7 16,1-13-1-16,20-12 5 16,21-4 3-16,9-24 13 15,7-13 2-15,2-9-4 16,-7-1-8-16,-10 3 0 16,-7 7-2-16,-11 10-1 15,-6 9 0-15,-6 9-3 16,-2 8 3-16,-2 5-2 0,-4 0-5 15,5 14-4-15,0 11 6 16,-1 7 3-16,1 6 2 16,-4 6 0-16,6-1-1 15,1-4 1-15,3-10 0 16,6-10-1-16,4-13 1 16,5-6 2-16,7-11 2 15,0-18 6-15,1-10 7 16,-10-5 10-16,-6-1 8 15,-14-2-21-15,-8 9 11 16,-5 6-25-16,-26 9 0 0,-21 13-20 16,-9 10-62-16,1 5-114 15,14 13-226-15</inkml:trace>
  <inkml:trace contextRef="#ctx0" brushRef="#br0" timeOffset="3779.38">3300 2724 555 0,'0'0'155'16,"0"0"-70"-16,0 0-30 16,0 0 4-16,0 0-44 15,0 0-8-15,0 0-7 16,0-50-1-16,0 56-8 16,-3 16 6-16,-8 14 1 15,-4 12-1-15,-3 10 3 0,-4 5-1 16,4 0 2-16,5-2-1 15,6-3 4-15,7-10-4 16,0-10-2-16,5-11-6 16,12-10 0-16,5-7 2 15,8-10-1-15,14 0 5 16,8-19-7-16,15-6-99 16,-4-4-77-16,-12 0-73 15</inkml:trace>
  <inkml:trace contextRef="#ctx0" brushRef="#br0" timeOffset="4279.27">3632 3047 360 0,'0'0'162'0,"0"0"-38"16,0 0-44-16,0 0-44 15,0 0-33-15,0 0-3 16,0-2 0-16,18 7 0 16,9-3 8-16,10-2 30 15,4 0-9-15,2 0-18 16,-12-7-9-16,-13-1 1 15,-10-1 3-15,-8-1-4 16,0 1 7-16,-11-2-8 16,-18 5-1-16,-6 6-9 15,-4 0-2-15,6 13 4 16,8 12-16-16,10 7-13 16,11 4 20-16,4 7-2 0,4-1-22 15,33-6-12 1,20-11-7-16,21-18 51 0,11-7 8 15,-2-22 5-15,-5-16-1 16,-9-8-2-16,-9-6 0 16,-9-2 5-16,-12 0 22 15,-16 0 8-15,-14 0 47 16,-13 0 4-16,-2 5-34 16,-18 8-29-16,-1 14-8 15,8 13-13-15,6 14-4 16,-1 4-5-16,-4 30-65 15,-6 20 67-15,-7 12 3 16,7 8 0-16,3-1 0 16,6-6 0-16,9-8 0 0,0-11-1 15,2-7-12-15,5-12-15 16,-2-4-27-16,2-14-77 16,0-11-144-16</inkml:trace>
  <inkml:trace contextRef="#ctx0" brushRef="#br0" timeOffset="4407.6">4193 2997 522 0,'0'0'30'0,"0"0"-30"16,125-2-1-16,-65 19-9 15,9-4-108-15,1-1-60 0</inkml:trace>
  <inkml:trace contextRef="#ctx0" brushRef="#br0" timeOffset="4929.26">4759 3028 463 0,'0'0'187'0,"0"0"-19"16,0 0-120-16,0 0-48 15,0 0-11-15,0 0 11 16,-8 61-1-16,8-40 1 15,12-3-2-15,18-5-3 16,8-8 5-16,3-5 0 0,1 0 1 16,-4-11 1-16,-5-14-2 15,-9 2 0-15,-8-5 1 16,-8 3-1-16,-8 5 8 16,0 6-5-16,0 6 3 15,0 8-6-15,0 0 0 16,3 3-127-16,7 16 107 15,2 7 20-15,9 7-3 16,7 0-29-16,11-7-4 16,9-12-37-16,-1-11 36 15,0-3 37-15,-10-15 7 16,-7-9 19-16,-8-2 52 16,-5 2-30-16,-4 3 6 15,-5 5 26-15,-4 8-25 16,-2 7-27-16,-2 1-17 0,3 0-11 15,-2 16-49-15,-1 9 39 16,0 9 8-16,0 2 1 16,-6-1-1-16,-4-4 2 15,-2-9-2-15,3-8-12 16,-6-7 4-16,-7-3-6 16,1-4-19-16,-3 0-37 15,9 0-27-15,13-6-31 16,4-9-179-16</inkml:trace>
  <inkml:trace contextRef="#ctx0" brushRef="#br0" timeOffset="6094.26">6262 3048 387 0,'0'0'159'15,"0"0"-32"-15,0 0-66 16,-85-13-61-16,70 31 0 16,3 6 0-16,3 2 0 15,9-1-2-15,0 1 1 16,15-9-5-16,15-6 6 16,9-5 8-16,-1-6-1 15,-2 0-1-15,-6-17 5 0,-8 0 19 16,-5-3-8-16,-5 2 8 15,-11 0 14-15,-1 7-22 16,0 0-8-16,0 6 0 16,0 5-14-16,0 0-2 15,0 0-29-15,0 16-26 16,0 6 56-16,0 4-4 16,0-1-20-16,12-7 4 15,18-11 18-15,7-7 3 16,5 0 3-16,1-19 4 15,-1-6 6-15,-3-6 3 16,-5 0 7-16,-7 2-7 0,-3 5-8 16,-8 7 7-16,-5 8 6 15,-7 6-10-15,1 3-11 16,-2 4-4-16,0 16-11 16,-3 7 7-16,0 5 2 15,-20 1 6-15,1-1 1 16,1-9 0-16,9-9 1 15,4-8-1-15,4-6-1 16,-2 0 0-16,3 0 4 16,0 0-3-16,3 0 4 15,22-17-5-15,16-8-4 16,8-3-9-16,2-3 5 16,-2-1 8-16,-3 0 0 15,-7 1 1-15,-8-1-1 16,-8 6 20-16,-12 4-1 0,-3 7-6 15,-5 7-6-15,0 8-7 16,3 0-3-16,6 11-54 16,3 14 51-16,0 8-4 15,3 6 3-15,-1 2-2 16,-3-5 6-16,1-1 3 16,-6-9 0-16,-3-7 0 15,-3-8 0-15,-2-5 1 16,-1 1 0-16,0 0-1 15,-1 1 1-15,-14 4 0 0,-9-1 3 16,-4-3-2 0,-2-3 0-16,3-5-1 0,9 0 3 15,5 0-1-15,10 0 11 16,3-5 11-16,13-9-5 16,32-4-20-16,25-5 0 15,18-1 2-15,6 3-1 16,-11 1-1-16,-20 5 2 15,-21 2 0-15,-18 4-1 16,-11 2 8-16,-10 4 2 16,-3 3 1-16,0 0-12 15,0 0-3-15,0 5-19 16,-11 12 16-16,-2 7 5 16,1 3 0-16,5-1-16 15,7 1-20-15,15-8 0 0,16-8 12 16,9-11 23-16,5 0 2 15,-3-17 2-15,-2-11 7 16,-11-5 11-16,-10 2 19 16,-9 3-15-16,-1 5-3 15,-5 8-4-15,-2 8 0 16,-2 6-6-16,0 1-11 16,0 5-14-16,0 17-5 15,0 14 14-15,0 8 5 16,0 1-30-16,6-5-36 15,9-6-55-15,2-10-63 16,12-15-11-16,0-9-41 0</inkml:trace>
  <inkml:trace contextRef="#ctx0" brushRef="#br0" timeOffset="6661.23">7958 3137 754 0,'0'0'96'0,"0"0"-1"16,0 0-66-16,0 0-23 15,0 0-6-15,0 0-28 16,22 42 26-16,5-16 0 16,0-2 0-16,0-7 1 15,-10-5-2-15,-6-4-1 16,-5-6-4-16,-1-2 8 16,-4 0 3-16,6-9-3 0,-1-4-4 15,0-2 3 1,-1 6 0-16,2 6 0 0,-2 1 1 15,-1 2-5-15,1 0-4 16,1 0 5-16,6 0 2 16,3 0-1-16,1 5 0 15,1 2 1-15,0-4-7 16,-5 0 4-16,-1-3 5 16,7 0 2-16,-2 0-2 15,5 0 2-15,0-5 0 16,2 1-2-16,-1 0 0 15,8 4 0-15,8 0-2 0,8 0 0 16,11 0-12 0,10 0-19-16,6 0 4 15,0 0 14-15,-7 0-18 16,-9-3 20-16,-12-9 13 0,-15-2 0 16,-10-1 4-16,-15-4 1 15,-5-1 4-15,-9 1 10 16,-23-3-13-16,-2 5-5 15,4 6-1-15,5 5 8 16,9 6-7-16,8 0-1 16,2 7-1-16,3 12-3 15,3 8 2-15,3 4 2 16,25 6 2-16,21-3 1 16,17 1-1-16,10-7-2 15,3-6-22-15,-7-9-239 0</inkml:trace>
  <inkml:trace contextRef="#ctx0" brushRef="#br0" timeOffset="7093.51">9767 3067 589 0,'0'0'132'0,"0"0"-23"0,0 0-64 16,0 0-45-16,0 0-1 16,0 0-1-16,38 54 2 15,-30-20 2-15,1 2 1 16,0-3-2-16,2-3-1 15,-4-9 0-15,-2-8-1 16,-2-7-2-16,-3-6-5 16,0 0 8-16,0 0 3 15,0-12 1-15,0-11-4 16,0-6-2-16,0-6 1 16,0-1 0-16,4 0 2 15,17 3 1-15,10 6 3 16,10 6-5-16,9 7-2 0,6 6-5 15,0 6-14-15,-6 2-23 16,-7 3-45-16,-8 11-77 16,-5-2-146-16</inkml:trace>
  <inkml:trace contextRef="#ctx0" brushRef="#br0" timeOffset="8436.54">10574 3127 372 0,'0'0'98'0,"0"0"-14"15,0 0-31-15,0 0 2 16,0 0-32-16,0 0-11 0,15-18-12 16,10 13 0-16,2 2 5 15,0-2 14-15,3 0 6 16,-3 3-8-16,-4 0-13 16,-4-1-4-16,-3 3 0 15,-9 0-12-15,-5 0-81 16,-2 3-96-16,-9 3 2 15,-18 1-10-15</inkml:trace>
  <inkml:trace contextRef="#ctx0" brushRef="#br0" timeOffset="8592.7">10574 3127 247 0,'-55'75'227'0,"55"-75"-157"0,14 0-29 15,6 0 10 1,2 0-1-16,-1-3-30 0,-1 0-8 15,2 2-12-15,2 1-4 16,6-2-76-16,3-6-212 16</inkml:trace>
  <inkml:trace contextRef="#ctx0" brushRef="#br0" timeOffset="8940.12">11026 2914 529 0,'0'0'93'0,"0"0"47"16,0 0-98-16,0 0-42 15,0 0-21-15,0 0 21 16,-18 58 1-16,-7-21 2 16,0 2 4-16,-1 3-6 15,2 0 4-15,3 2 3 16,6-4-8-16,5-8-70 0,7-9-109 15,3-17-126-15</inkml:trace>
  <inkml:trace contextRef="#ctx0" brushRef="#br0" timeOffset="9262.25">11330 3009 674 0,'0'0'72'0,"0"0"0"16,0 0-39-16,0 0-33 16,0 0-29-16,0 0 29 0,20 55 0 15,-9-16 0-15,0 0 0 16,2-1 3-16,-3-4-2 16,-2-6-1-16,-1-4 2 15,-6-6-1-15,1-8 0 16,-2-3 2-16,0-3-2 15,0-4 3-15,0 0 2 16,0 0 2-16,-5 0-4 16,-6 0 1-16,-8-11-5 15,1 2-5-15,-3-1-24 16,-4 1-64-16,5 2-78 16,3-4-154-16</inkml:trace>
  <inkml:trace contextRef="#ctx0" brushRef="#br0" timeOffset="9465.49">11448 3048 89 0,'0'0'547'0,"0"0"-441"16,0 0-2-16,24-85-57 15,-15 77-25-15,0 1-16 16,10 7 2-16,7 0-8 15,11 0-1-15,2 11-12 16,0 5-56-16,1 1-99 16,0-9-176-16</inkml:trace>
  <inkml:trace contextRef="#ctx0" brushRef="#br0" timeOffset="9657.23">11833 3067 638 0,'0'0'126'16,"0"0"-20"-16,0 0-51 15,0 0-53-15,0 0-2 16,0 0-82-16,66 0-14 16,-44 7-101-16,0-7-227 15</inkml:trace>
  <inkml:trace contextRef="#ctx0" brushRef="#br0" timeOffset="9840.52">12105 2895 697 0,'0'0'146'0,"0"0"-42"16,0 0-69-16,0 0-34 15,0 0-1-15,0 0-13 16,2 86 12-16,-7-17 0 15,-9 8-8-15,-2 5-41 16,1-7-95-16,4-14-131 0</inkml:trace>
  <inkml:trace contextRef="#ctx0" brushRef="#br0" timeOffset="10006.48">12257 3347 897 0,'0'0'51'16,"0"0"2"-16,0 0-34 16,0 0-19-16,0 0-47 15,0 0-78-15,10 31-16 16,-25-3-222-16</inkml:trace>
  <inkml:trace contextRef="#ctx0" brushRef="#br0" timeOffset="10940.82">4960 4529 594 0,'0'0'120'16,"0"0"-25"-16,0 0-41 16,0 0-6-16,0 0-12 15,0 0-19-15,46-41-14 16,-19 31-1-16,11-1 2 16,6 5-4-16,-1 3 0 15,3 3-2-15,-5 0-20 16,-10 0-45-16,-9 9-47 15,-14 2-79-15,-8-2-164 16</inkml:trace>
  <inkml:trace contextRef="#ctx0" brushRef="#br0" timeOffset="11112.52">4922 4680 360 0,'0'0'88'0,"0"0"5"16,0 0-28-16,0 0-2 15,0 0 49-15,83 8-59 16,-30-8-26-16,7 3-19 16,7 1-5-16,4-1-3 15,3-3-97-15,-1-2-177 16</inkml:trace>
  <inkml:trace contextRef="#ctx0" brushRef="#br0" timeOffset="12141.23">6442 4213 776 0,'0'0'64'0,"0"0"-5"16,13-73-37-16,3 62-14 16,5 3-8-16,12 1-2 15,13 5-6-15,3-1 7 16,-1 3-4-16,-2 0 5 16,-10 0-5-16,-10 11-35 15,-9 6-33-15,-12 6-32 16,-5 2 19-16,-30 2 4 0,-15 2 55 15,-9-2-8-15,5-2-2 16,7-2 21-16,14-6 16 16,14-4-1-16,11 0 1 15,3 1 2-15,0 1 32 16,6 5 20-16,11 3 35 16,5 4-10-16,0 3-59 15,-1 5-1-15,-4-1-13 16,-9 1 3-16,0-9-5 15,-8-6-3-15,0-3 3 16,-13-4-1-16,-12-2 6 0,-5-2-2 16,-3-4-6-1,9-3 6-15,1-2-6 0,10 0 1 16,10 0-2-16,3-2-99 16,21-11-99-16</inkml:trace>
  <inkml:trace contextRef="#ctx0" brushRef="#br0" timeOffset="12374.47">6972 4567 636 0,'0'0'204'0,"0"0"-137"0,0 0-67 15,0 0-6-15,0 0 2 16,-25 108 4-16,15-65 0 16,3 0-23-16,4-8-37 15,3-6-38-15,3-7-31 16,14-11-90-16</inkml:trace>
  <inkml:trace contextRef="#ctx0" brushRef="#br0" timeOffset="13272.47">7416 4224 664 0,'0'0'50'15,"0"0"31"-15,0 0-81 16,0 0-19-16,0 0 12 15,0 0 7-15,-10 97 0 16,-2-55 2-16,1 0-1 16,3-4 2-16,5-3-1 15,3-2 2-15,0-5 0 16,0-8-2-16,4-5 2 16,6-7-4-16,3-8-10 15,7 0 10-15,7-20 11 0,4-8-6 16,1-3-1-16,-5-4 5 15,-8-1-7-15,-4-1 23 16,-7-2-9-16,-6 1 38 16,-2 2-37-16,0 6-9 15,-7 8-7-15,-7 7-1 16,3 7-3-16,2 6-3 16,3 2-1-16,0 0-20 15,6 0-1-15,0 0 14 16,0 0 11-16,0 0-2 15,0 0 1-15,12 0 3 16,19 5 1-16,14 1 4 0,15-4 0 16,2 4-4-16,-4-3 1 15,-6 2 0-15,-13 1-1 16,-14-1-2-16,-7 2 2 16,-12-2 0-16,-4 0-4 15,-2 1 1-15,0 5-2 16,-5 4 5-16,-8 6 4 15,-5 4 3-15,0 1-7 16,3 2 3-16,2 0-2 16,7-5-1-16,6-2 0 15,0-7-1-15,24-8 1 16,10-6 0-16,10-6 0 16,6-21 6-16,1-3-6 15,-5-3 3-15,-6 0 2 16,-6 1 4-16,-7 5 4 0,-4 8-5 15,-2 8-6 1,-2 8-2-16,-4 3-3 0,3 0 1 16,-3 14 0-16,3 5-1 15,-6 7 2-15,-2 2-4 16,-4-1 5-16,1-1-1 16,3-5 4-16,3-8-3 15,-1-5 1-15,1-7 0 16,1-1 6-16,5-5 4 15,9-19 39-15,2-5-41 16,-6-6-7-16,-9-2 3 16,-12-2 1-16,-3-4-6 0,-18 2 0 15,-28 8-3-15,-20 11 1 16,-15 16-62-16,3 6-60 16,15 18-123-16,23 7-203 15</inkml:trace>
  <inkml:trace contextRef="#ctx0" brushRef="#br0" timeOffset="13820.03">5962 5173 503 0,'0'0'76'0,"0"0"5"15,0 0-19-15,0 0-46 16,127-35-14-16,-3 26 3 15,44-2 6-15,51 2-4 16,50 1-3-16,28-3-4 16,13 0 1-16,-9 0 0 15,-28-1-1-15,-33-1 0 16,-44 2 3-16,-49 1 14 16,-51 5 8-16,-40 1-5 0,-30 3-9 15,-19 1-11 1,-7 0-5-16,-37 10-132 0,-37 7 57 15,-35-5-230 1</inkml:trace>
  <inkml:trace contextRef="#ctx0" brushRef="#br0" timeOffset="14152.73">6596 5416 649 0,'0'0'147'16,"0"0"-32"-16,0 0-58 15,0 0-57-15,0 0-4 16,0 0-22-16,0 0 26 16,-9 78 2-16,2-34 1 15,-4 6-3-15,-2 2-21 16,3 3-28-16,0-5-41 16,6-11-84-16,4-19-118 15</inkml:trace>
  <inkml:trace contextRef="#ctx0" brushRef="#br0" timeOffset="14309.54">6775 5564 877 0,'0'0'74'16,"0"0"-47"-16,0 0-27 15,0 0-62-15,0 0-85 16,0 0 66-16,58 36-68 15,-18-36-241-15</inkml:trace>
  <inkml:trace contextRef="#ctx0" brushRef="#br0" timeOffset="14502.3">7152 5402 614 0,'0'0'239'16,"0"0"-136"-16,0 0-73 15,0 0-30-15,0 0-6 16,0 0-1-16,-16 76 7 16,3-26 2-16,-3 4-2 15,-1 5-39-15,2-3-62 16,3-12-33-16,12-17-153 16</inkml:trace>
  <inkml:trace contextRef="#ctx0" brushRef="#br0" timeOffset="14852.52">7427 5456 859 0,'0'0'71'16,"0"0"-10"-16,0 0-58 16,0 0-3-16,0 0-10 15,0 0-29-15,0 38 34 16,0 2 4-16,1 4-9 15,7-2-3-15,5-2-32 0,2-8 37 16,0-8 6 0,-3-8 1-16,-7-10 0 0,-1-3 1 15,-4-3 3-15,0 0 32 16,0 0 3-16,0 0-27 16,0 0 3-16,0 0-7 15,0 0-7-15,0 0-3 16,-3 6-5-16,-17 4-10 15,-9 3 4-15,-9 2-29 16,-6-1-91-16,-1-5-11 16,3-9-178-16</inkml:trace>
  <inkml:trace contextRef="#ctx0" brushRef="#br0" timeOffset="15037.56">7527 5489 575 0,'0'0'139'16,"0"0"24"-16,0 0-91 15,0 0-55-15,91-63-17 16,-47 58 0-16,10 1-2 16,0 3-1-16,3 1-29 15,1 0-63-15,0-7-160 16</inkml:trace>
  <inkml:trace contextRef="#ctx0" brushRef="#br0" timeOffset="15251.88">8152 5304 703 0,'0'0'140'15,"0"0"-140"-15,0 0 4 16,0 83-1-16,-3-20 13 15,-4 19-8-15,-7 15 0 16,0-2-7-16,-9-6 6 16,-7-14-6-16,-9-19-2 15,-13-17-29-15,-14-10-61 16,-13-10-14-16,-9-16-116 16</inkml:trace>
  <inkml:trace contextRef="#ctx0" brushRef="#br0" timeOffset="15584.45">6374 5329 586 0,'0'0'69'16,"0"0"34"-16,0 0-41 0,0 0-47 15,0 0-15-15,0 0-7 16,-49 15 6-16,35 30-1 16,-2 12 4-16,1 17 0 15,3 12-2-15,-4 5 0 16,2 0 6-16,5-8-6 15,9-15-35-15,3-17-65 16,37-20-23-16,26-21-235 16</inkml:trace>
  <inkml:trace contextRef="#ctx0" brushRef="#br0" timeOffset="16033.61">8441 5358 671 0,'0'0'155'0,"0"0"-100"16,0 0-52-16,0 0-3 15,0 0-14-15,0 0 14 16,-43 75 1-16,28-34-1 16,-1 3 0-16,0 2-54 15,5-7-110-15,4-10-94 16</inkml:trace>
  <inkml:trace contextRef="#ctx0" brushRef="#br0" timeOffset="16430.89">9112 4729 155 0,'0'0'442'0,"0"0"-355"16,0 0-3-16,0 0-84 15,0 0-3-15,0 0-55 16,8-13 58-16,20 19 0 16,17-1 27-16,16-3 4 15,12-2-25-15,9 0-6 0,2 0-47 16,-10-11-103-16,-18-7-145 15</inkml:trace>
  <inkml:trace contextRef="#ctx0" brushRef="#br0" timeOffset="16612.18">9294 4526 583 0,'0'0'189'0,"0"0"-100"16,0 0-72-16,0 0-17 15,0 0-4-15,0 0 0 16,-10 83 4-16,10-24 0 0,0 8 0 16,0 3-69-16,0-11-117 15,15-17-251-15</inkml:trace>
  <inkml:trace contextRef="#ctx0" brushRef="#br0" timeOffset="17117.58">10097 4235 611 0,'0'0'114'15,"0"0"-1"-15,0 0-46 16,0 0-67-16,0 0-14 16,0 0 7-16,13 81 7 15,-7-29 4-15,-3 8-4 16,5-4-10-16,4-6-14 15,7-14 6-15,5-13 7 0,1-13 6 16,3-10 5 0,2-13 7-16,3-15 6 0,-3-9 13 15,-5 0-2-15,-10 3-5 16,-4 7-2-16,-8 7 26 16,-1 10-20-16,-2 5 2 15,0 5-18-15,0 0-7 16,2 13-32-16,-1 21-34 15,3 19 66-15,6 17-2 16,6 6-7-16,2 1-25 16,8-12-74-16,4-15-84 15,4-22-137-15</inkml:trace>
  <inkml:trace contextRef="#ctx0" brushRef="#br0" timeOffset="18632.58">6656 4224 270 0,'0'0'122'16,"0"0"11"-16,0 0-41 15,0 0-39-15,0 0 1 0,0 0-22 16,0 0-12-16,-26-9-7 15,17 9-7-15,-7 0 1 16,-3 0-6-16,-11 9 1 16,-3 1-2-16,-7 3 5 15,-1-2-5-15,0-3 0 16,3-3 1-16,10-4-1 16,10-1 1-16,8 0 3 15,7-1 5-15,3-13-5 16,0-5-4-16,19-3-16 15,8-1-20-15,3 0 11 16,2-1-18-16,0 4 4 0,0 3 14 16,-3 4 10-16,-4 5 8 15,-4 7 5-15,-3 1 4 16,-1 0-2-16,2 1 1 16,2 14 4-16,-3 8 0 15,-2 5 9-15,-5 5-4 16,-10 1 7-16,-1 5 7 15,0 2-9-15,-10 0-2 16,-8 3 2-16,-2 1 6 16,-4-1-12-16,-7 2-2 15,-3-2 2-15,-6-8 5 16,-1-4-2-16,-1-6-1 16,-2-9-11-16,5-2 5 15,5-3 0-15,7-3-4 16,8-5 1-16,10-4-1 0,1 0 4 15,6 0 23-15,1-6-1 16,1-8-16-16,0 0-11 16,0-2-4-16,18 5-6 15,4 1 3-15,4 5 4 16,4 2 3-16,7 3-2 16,2 0 2-16,1 0 2 15,-3 3-2-15,-10 5-2 16,-10 3 0-16,-1 5 1 15,-6 5-2-15,-2 7 3 0,5 6 3 16,-2 1-2-16,0 3 1 16,3-2-2-16,7-3-10 15,4-3-29-15,14-6-42 16,4-7-22-16,5-9-27 16,-9-8-66-16,-15 0 9 15,-15 0 187-15,-9-13 59 16,-2-3 76-16,-16-2-14 15,-3-1 1-15,-1 1-53 16,7 4 76-16,3 5-25 16,9 4-79-16,3 5-41 15,0 4-22-15,0 16-207 16,12 0 36-16</inkml:trace>
  <inkml:trace contextRef="#ctx0" brushRef="#br0" timeOffset="19947.29">10009 4339 338 0,'0'0'160'0,"0"0"-82"16,0 0 3-16,0 0-56 15,0 0-20-15,0 0-3 0,50-65-2 16,-26 53 1-16,0-1-1 15,3 2 2-15,2 2-2 16,-2 1 0-16,2 4 0 16,2 4 0-16,-5 0-7 15,-1 0 2-15,-6 0 2 16,-1 0-1-16,0 9 3 16,-7 3 1-16,-2 5-6 15,-8 0 4-15,-1 7-5 16,0 2 7-16,-10 4 3 15,-14 2-3-15,-7 1 4 16,-8 3 19-16,-4-5 8 0,3-6-20 16,9-8-6-1,2-4 1-15,12-2 10 0,1-5 0 16,7-2-9-16,4-2-2 16,2-1-4-16,3-1 0 15,0 0 2-15,0 0 5 16,0-1 4-16,20-13-12 15,10-1-8-15,7-1-2 16,5 5 3-16,-4 2 3 16,-3 7 4-16,-7 2 0 15,-4 0-2-15,-5 0 2 16,4 11-2-16,2 9 1 16,3 11-1-16,-4 8 1 15,-9 7-4-15,-6 0 5 16,-9 3 2-16,0-1 1 0,-12-5 0 15,-4-6-3-15,-4-11 3 16,3-11-1-16,-4-8 2 16,-3-4 7-16,-8-3 14 15,-7 0-11-15,-5 0-8 16,-1-8-3-16,1-6-2 16,8-2 0-16,7 1 4 15,11 0-5-15,11 5 10 16,7 2-10-16,15 3-5 15,27 1-179-15,16-6-220 16</inkml:trace>
  <inkml:trace contextRef="#ctx0" brushRef="#br0" timeOffset="21046.63">11069 4422 556 0,'0'0'141'0,"0"0"-141"16,0 0 2-1,0 0-2-15,-39 78 5 0,12-28 12 16,-1 9-7-16,5 0-4 16,6 2-3-16,8-10-2 15,9-7 0-15,9-11-1 16,19-13-2-16,8-15 2 16,1-5 7-16,5-7 7 15,0-18 14-15,-5-8 5 16,-5-2-30-16,-12-1 3 15,-11-5 5-15,-9-1-2 16,0-1-3-16,-13-1-3 0,-8 6-3 16,1 9 8-16,7 12-5 15,3 6 1-15,7 8-1 16,3 0-2-16,0 3-1 16,0 0-5-16,0 0-15 15,12 0 17-15,11 0 2 16,9 0 2-16,-2 0 1 15,0 0-1-15,-6 0 1 16,-7 0 4-16,-6 0-6 16,-3 3 0-16,-1 6 0 15,-4 7-2-15,-3 5 2 16,0 5-3-16,0 4 3 16,0 3 2-16,0-1-2 15,0-2-3-15,0-5-1 0,0-7-9 16,0-4 4-16,6-8 7 15,-3-3 2-15,0-3 1 16,1 0 9-16,5 0 37 16,5-9-22-16,6-5-21 15,0 1-4-15,4-1 0 16,-5 2-2-16,-4-4 4 16,0-2-2-16,-7-4 3 15,1-5-3-15,-5-4 2 16,-4-1 6-16,0-3 4 15,-17 0-7-15,-5 1-3 16,2 2 10-16,-2 6-9 16,12 10 6-16,3 7-8 0,2 8-1 15,5 1-3-15,5 0-16 16,24 14-14-16,16 5 33 16,10 3-1-16,6 0 1 15,-1-1-1-15,-5-1 1 16,-7-2-2-16,-15-2 2 15,-10-2-1-15,-16-1-2 16,-7 1-7-16,0 3 1 16,-9 4 8-16,-12 4 1 15,0-1 0-15,1 0 0 16,1-2 0-16,5 0-1 16,6 1-3-16,6-2-18 15,2-3-21-15,18-4 10 0,21-9 31 16,9-5 2-16,8-8 3 15,-5-17 7-15,-2-6 13 16,-7-4 30-16,-11-7-16 16,-5 1 3-16,-12-1-8 15,-9 1-8-15,-5 7-12 16,-9 5-1-16,-22 11-11 16,-17 11-4-16,-19 7-42 15,-17 7-55-15,-2 11-135 16</inkml:trace>
  <inkml:trace contextRef="#ctx0" brushRef="#br0" timeOffset="21512.64">9978 5228 12 0,'0'0'491'16,"0"0"-439"-16,0 0-51 15,0 0-1-15,0 0-5 16,0 0 5-16,98 13 91 16,9-13 11-16,41 0-43 15,37-1-27-15,33-11-19 16,19-3-9-16,10 1-1 15,-14 5-1-15,-24 3-2 16,-30 6-1-16,-34 0-2 16,-34 0-4-16,-36 3-13 0,-35 9-38 15,-37 5-55-15,-18 0-63 16,-44 2 29-16</inkml:trace>
  <inkml:trace contextRef="#ctx0" brushRef="#br0" timeOffset="21824.37">10328 5603 649 0,'0'0'157'15,"0"0"-72"-15,0 0-73 16,0 0-12-16,0 0-41 16,0 0-13-16,-10 60 54 15,-7-13 4-15,-1 6 0 16,3 0-4-16,5 2-16 15,4-11-117-15,6-8-53 16,3-12-171-16</inkml:trace>
  <inkml:trace contextRef="#ctx0" brushRef="#br0" timeOffset="21998.58">10574 5784 716 0,'0'0'126'0,"0"0"-74"16,0 0-52-16,0 0-26 15,0 0-167-15,0 0 19 16,73 32-267-16</inkml:trace>
  <inkml:trace contextRef="#ctx0" brushRef="#br0" timeOffset="22211.63">10943 5598 781 0,'0'0'97'0,"0"0"-13"16,0 0-61-16,0 0-23 15,0 0-11-15,0 0-3 16,-18 84 14-16,6-23 0 15,-6 1-6-15,1 0-37 16,8-9-57-16,5-9-72 16,4-13-73-16</inkml:trace>
  <inkml:trace contextRef="#ctx0" brushRef="#br0" timeOffset="22671.46">11229 5659 744 0,'0'0'118'16,"0"0"-45"-16,0 0-48 15,0 0-25-15,0 0-9 16,0 0-9-16,0 31 18 0,-6 11 3 16,0 5-3-1,0-4-5-15,1-8-21 0,5-9-1 16,0-9 13-16,0-5 3 15,0-7 2-15,0-2 1 16,0-3 8-16,0 0 14 16,0 0 34-16,0-6-30 15,0 2 11-15,2-1-14 16,-1 5-12-16,-1 0-3 16,0 0-7-16,0 0-31 15,0 2 16-15,2 8 18 16,-2 0 4-16,0-1-2 15,0 4 2-15,-2-1 1 16,-8-2-1-16,1 0 1 0,0-3 1 16,2-3 0-16,-1-4-2 15,1 0 2-15,-2 0 0 16,-4 0 4-16,0 0-6 16,-1 0 0-16,-3 0-1 15,1 0-61-15,2 0-159 16,5-2-141-16</inkml:trace>
  <inkml:trace contextRef="#ctx0" brushRef="#br0" timeOffset="22858.05">11290 5721 516 0,'0'0'203'16,"0"0"-48"-16,0 0-84 0,0 0-43 15,0 0-16-15,0 0-12 16,97-67 0-16,-42 67-5 16,18 7-28-16,5 7-60 15,4-9-182-15</inkml:trace>
  <inkml:trace contextRef="#ctx0" brushRef="#br0" timeOffset="23093.94">11951 5552 861 0,'0'0'56'0,"0"0"-56"16,0 0-14-16,0 82 10 16,0-9 4-16,0 22 4 15,-14 11 3-15,-20 2-6 16,-22-8-2-16,-15-11-11 15,-9-14-42-15,-8-17-33 16,-3-18-11-16,-1-19-99 16,6-18-106-16</inkml:trace>
  <inkml:trace contextRef="#ctx0" brushRef="#br0" timeOffset="23412.58">10059 5517 293 0,'0'0'430'0,"0"0"-334"15,0 0-35-15,0 0-34 16,0 0-25-16,0 0-2 0,-14-6-10 16,-6 42 9-16,-5 21 0 15,1 22 1-15,5 17 1 16,11 6-1-16,8 3-8 16,11-7-52-16,30-8-31 15,23-18-26-15,21-26-181 16</inkml:trace>
  <inkml:trace contextRef="#ctx0" brushRef="#br0" timeOffset="24029.91">12315 5465 695 0,'0'0'105'15,"0"0"-16"-15,0 0-36 16,0 0-33-16,0 0-10 15,0 0-9-15,100-48-1 16,-66 50 0-16,3 15-2 16,-2 3-2-16,-7 6-21 15,-7 3-8-15,-14-3-15 16,-7 1-22-16,-16-3-6 16,-18-2 48-16,-7-3 21 15,-3-7-7-15,5-4-2 16,7-6 16-16,12-2 3 15,8 0 15-15,9 0 44 0,3 0 32 16,0 0-57-16,0 0-37 16,12 0-7-16,25 0-20 15,17 0 13-15,10-5-26 16,7-5-22-16,2-6 13 16,-1-4-5-16,-4-9-49 15,-11 0-280-15</inkml:trace>
  <inkml:trace contextRef="#ctx0" brushRef="#br0" timeOffset="24313.56">13041 4675 812 0,'0'0'30'0,"0"0"34"15,0 0-22-15,0 0-42 16,0 0-39-16,0 0 38 16,27 114 0-16,-27-40 0 15,-12 2-2-15,-7-3-23 16,-1-10-20-16,2-10-44 0,2-15-24 15,1-17-149-15</inkml:trace>
  <inkml:trace contextRef="#ctx0" brushRef="#br0" timeOffset="24502.13">12806 4971 604 0,'0'0'39'0,"0"0"-10"0,105-29 37 16,-55 23-13 0,6 2-24-16,7 4-19 0,4 0-10 15,2 0-18-15,2-2-113 16,4-15-274-16</inkml:trace>
  <inkml:trace contextRef="#ctx0" brushRef="#br0" timeOffset="25325.79">13560 4346 604 0,'0'0'160'0,"0"0"-43"16,0 0-112-16,0 0-5 16,0 0-15-16,0 0 15 15,13 96 3-15,-6-46-3 16,0 1-1-16,5-5-21 16,7-12-27-16,7-14 14 15,2-14 35-15,3-6 0 16,2-6 8-16,-1-19 2 15,-1-7 0-15,-6-6-4 0,-8 1 36 16,-7 4-5 0,-7 5-29-16,-3 9 6 0,0 9 11 15,0 6 10 1,0 4-27-16,0 4-8 0,-3 24-65 16,-9 18 57-16,2 12 2 15,1 5-32-15,6 1-35 16,3-6-44-16,0-13-14 15,1-19-288-15</inkml:trace>
  <inkml:trace contextRef="#ctx0" brushRef="#br0" timeOffset="25992.67">14126 4480 508 0,'0'0'119'0,"0"0"-119"16,0 0-6-16,0 0 5 16,-29 96 2-16,16-54 5 15,1-1-1-15,4-2-5 16,7-8 0-16,1-11 0 16,0-6 10-16,4-8-1 15,14-6-4-15,11-1 35 16,6-21 37-16,1-6-64 15,-5-7-12-15,-7-3-1 16,-12-3-83-16,-10-1-8 0,-2 4 57 16,0 6 34-16,-6 13 0 15,3 9 2-15,3 8-4 16,1 2-8-16,19 0-5 16,7 14 15-16,4 6 8 15,1 3 16-15,0 2-7 16,-4-1-7-16,-2 1 6 15,-2-4 0-15,-4 3-11 16,0-2 3-16,-2-2-6 16,-8-4 1-16,-1-6-3 15,-5-2 0-15,0-8 0 16,0 0 0-16,5-8 15 16,4-14-11-16,4-10-1 15,2-6 31-15,3-3-17 16,4 3 19-16,7 7-13 0,-1 9-23 15,-2 14-2-15,-5 8-3 16,-8 0-2-16,-7 8-9 16,2 14 14-16,-5 6-3 15,-3 8-1-15,-2 6 6 16,2-3 0-16,5-4 0 16,3-6 1-16,9-14-1 15,7-12 3-15,2-3-1 16,4-12 9-16,-4-15 6 15,-2-5 22-15,-8-4-22 16,-5-3 13-16,-11-2-11 16,-4 4-3-16,-10 2 1 0,-33 13-17 15,-25 10-73-15,-15 9-191 16</inkml:trace>
  <inkml:trace contextRef="#ctx0" brushRef="#br0" timeOffset="26358.26">13368 5136 677 0,'0'0'117'0,"0"0"-80"15,0 0-37-15,113-8-6 16,-8 8 6-16,36 0 0 16,28 0 4-16,17 0 1 15,13 0-5-15,-7 0 0 16,-14-7 1-16,-25 1 1 15,-26 2 4-15,-26 4-1 16,-24 0-5-16,-24 0-32 16,-26 7-153-16,-27 0-148 0</inkml:trace>
  <inkml:trace contextRef="#ctx0" brushRef="#br0" timeOffset="26736.63">14021 5615 561 0,'0'0'117'0,"0"0"14"15,0 0-65-15,0 0-66 16,0 0-7-16,0 0-5 15,-70 67 12-15,42-14 4 0,1 1-4 16,6-1-5 0,3-4-3-16,3-6-56 0,9-10-57 15,6-13-171-15</inkml:trace>
  <inkml:trace contextRef="#ctx0" brushRef="#br0" timeOffset="26910.34">14149 5770 680 0,'0'0'171'0,"0"0"-93"16,0 0-57-16,0 0-21 16,0 0-98-16,0 0 15 0,23 24-62 15,8-14-79-15</inkml:trace>
  <inkml:trace contextRef="#ctx0" brushRef="#br0" timeOffset="27140.03">14503 5561 755 0,'0'0'93'0,"0"0"21"16,0 0-90-16,0 0-24 15,0 0-6-15,0 0-1 16,-48 83 7-16,24-20 0 0,0 9-11 16,3-6-31-16,10-8-48 15,11-14-33-15,0-16-55 16,16-13-46-16</inkml:trace>
  <inkml:trace contextRef="#ctx0" brushRef="#br0" timeOffset="27440.51">14820 5574 779 0,'0'0'101'0,"0"0"-34"16,0 0-64-16,0 0-3 15,0 0-22 1,0 0 12-16,0 108 2 0,8-43-4 15,4-1-11-15,3-8 22 16,-2-13 0-16,-2-16 0 16,-4-11 0-16,-4-10 2 15,-3-4 0-15,0-2 5 16,0 0 27-16,-4 0 5 16,-23-2-17-16,-14-6-21 15,-11 6-5-15,-1 2-18 16,5 0-52-16,8 0-79 15,16 0-124-15</inkml:trace>
  <inkml:trace contextRef="#ctx0" brushRef="#br0" timeOffset="27620.74">14886 5567 700 0,'0'0'89'15,"0"0"16"-15,0 0-72 16,0 0-10-16,0 0-23 16,105-42-3-16,-53 52-19 15,6 9-35-15,8-3-86 16,-1-10-127-16</inkml:trace>
  <inkml:trace contextRef="#ctx0" brushRef="#br0" timeOffset="27840.31">15459 5547 534 0,'0'0'350'15,"0"0"-350"-15,0 0-13 16,0 0 13-16,-21 131 0 16,-1-44 1-16,-9 9 2 15,-11 9 5-15,-12-11-8 16,-9-9 0-16,-7-13-39 15,-10-15-37-15,-13-20-39 16,-7-15 15-16,-7-22-197 16</inkml:trace>
  <inkml:trace contextRef="#ctx0" brushRef="#br0" timeOffset="28155.52">13617 5514 666 0,'0'0'76'0,"0"0"51"0,0 0-105 16,0 0-22-16,0 0-3 15,0 0-5-15,-18 56 6 16,5 8 1-16,3 23 1 16,10 14 2-16,0 5 1 15,16-8-3-15,20-14-23 16,10-16-44-16,14-21-41 16,9-21-16-16,15-23-198 15</inkml:trace>
  <inkml:trace contextRef="#ctx0" brushRef="#br0" timeOffset="28888.46">15523 5425 491 0,'0'0'102'16,"0"0"46"-16,0 0-69 0,0 0-33 16,0 0-19-16,0 0-1 15,45-79-19-15,7 67-7 16,8-2 0-16,-4 7-1 16,-5 2 2-16,-11 4-2 15,-10 1-2-15,-12 0-27 16,-11 15-45-16,-7 5-34 15,-20 4 44-15,-16 2 22 16,-9-1-22-16,2-4 11 16,9-4 5-16,10-5 41 15,13-7 8-15,8-1 2 16,3 1 6-16,0 0 21 0,0 4 29 16,0 5 8-1,0 5-33-15,8 4-14 0,-2 0-8 16,-2-6-4-16,-1-4-5 15,-1-7 3-15,-2-4 0 16,0-1 18-16,0 1 15 16,-5 3-32-16,-23 1 5 15,-14 0-2-15,-12 1-9 16,1-6-113-16,11-1-276 16</inkml:trace>
  <inkml:trace contextRef="#ctx0" brushRef="#br0" timeOffset="29270.49">15732 4492 549 0,'0'0'100'16,"0"0"20"-16,0 0-55 15,0 0-65-15,0 0-12 16,0 0 1-16,-36 104 11 16,9-43 5-16,-1-1-5 15,4 1-3-15,3-5-15 16,6-6-46-16,-1-9-45 16,4-15-34-16,0-15-69 15</inkml:trace>
  <inkml:trace contextRef="#ctx0" brushRef="#br0" timeOffset="29442.26">15653 4659 547 0,'0'0'27'16,"91"-21"-4"-16,-21 16-9 15,17 4-10-15,15 0-4 16,6-3-46-16,8-6-70 15,1-6-18-15,-4-11-12 16</inkml:trace>
  <inkml:trace contextRef="#ctx0" brushRef="#br0" timeOffset="29686.86">16815 4411 225 0,'0'0'192'0,"0"0"-136"16,0 0 3-16,0 0 12 15,-81-36-54-15,56 40-14 0,0 20-3 16,2 9 0-16,1 12 0 15,-2 9 6-15,8 3 8 16,8-4 52-16,7-3-39 16,1-8 6-16,0-5-10 15,0-6-9-15,-2-11-2 16,-2-7-11-16,-4-3 4 16,-8-1-3-16,-13-3 6 15,-11-5-8-15,-7-1-21 16,2-9-105-16,8-16-134 15</inkml:trace>
  <inkml:trace contextRef="#ctx0" brushRef="#br0" timeOffset="30403.47">16748 4400 521 0,'0'0'62'16,"0"0"-13"-16,0 0-32 15,0 0-6-15,118 5 18 16,-69 7 7-16,-1 0-19 16,-5 2-12-16,-9-1-2 15,-10-2-3-15,-11 2 0 16,-10 3-5-16,-3 2-3 16,-10 6 4-16,-23 5 4 0,-8 4 9 15,-4 5-4-15,-3 2-2 16,6 0-1-16,12-4 0 15,13-7-2-15,17-8 0 16,1-12 0-16,36-6 3 16,17-3 13-16,16-14-2 15,6-16-8-15,-3-4-6 16,-12-5 5-16,-13-1-5 16,-8 2 3-16,-11-1-2 15,-5 7 17-15,-7 8 7 16,-6 10-13-16,-5 9-4 15,0 5-8-15,-3 0-1 16,1 17-7-16,-1 9 3 0,-3 8 0 16,0 2 1-1,0 1 2-15,0-3 2 0,11-8-1 16,8-8 4-16,6-4-2 16,1-11 2-16,1-3 2 15,1-6 1-15,2-20 0 16,3-6 0-16,-3-4-3 15,-4 0-3-15,-3 2 1 16,-6 5 0-16,-6 11 4 16,-3 9-5-16,-5 9-1 15,0 2-14-15,-1 20-42 16,-1 7 45-16,3 8 2 0,-1 2 6 16,3 2 4-1,7-3 0-15,8-9 0 0,2-12 5 16,5-8-5-16,-2-9 15 15,6-2 7-15,4-22 3 16,4-5-17-16,-4-3-7 16,-8-2 6-16,-10-1 1 15,-13 1 13-15,-5-5-16 16,-19 5-5-16,-30 11-9 16,-28 12-63-16,-15 11-168 15</inkml:trace>
  <inkml:trace contextRef="#ctx0" brushRef="#br0" timeOffset="30770.87">16323 5227 595 0,'0'0'87'0,"0"0"10"0,0 0-54 15,0 0-34-15,110-14-5 16,-18 9-1-16,34 0-3 15,35-2 5-15,30 2-5 16,18-2 4-16,7 2-3 16,-16 3 2-16,-32 2-4 15,-32 0 1-15,-32 0-5 16,-39 7-19-16,-27 3-83 16,-32 4-54-16,-12-2-175 15</inkml:trace>
  <inkml:trace contextRef="#ctx0" brushRef="#br0" timeOffset="31139.25">16864 5643 529 0,'0'0'129'0,"0"0"11"0,0 0-60 16,0 0-4-16,0 0-73 15,0 0-3-15,-4 0-26 16,-7 37 22-16,-5 13 4 16,-3 8 3-16,0-4-3 15,3-2-9-15,6-9-37 16,7-5-36-16,3-13-47 16,0-13-139-16</inkml:trace>
  <inkml:trace contextRef="#ctx0" brushRef="#br0" timeOffset="31311.23">17070 5771 836 0,'0'0'72'0,"0"0"-72"15,0 0-10-15,0 0-174 16,0 0 114-16,0 0-55 15,47 59-194-15</inkml:trace>
  <inkml:trace contextRef="#ctx0" brushRef="#br0" timeOffset="31552.35">17431 5528 185 0,'0'0'654'16,"0"0"-563"-16,0 0-52 16,0 0-39-16,0 0-7 15,0 0-3-15,3 65 9 16,-6-4 1-16,-13 9-6 16,-3 2-34-16,0-4-27 15,4-10-19-15,9-16-67 16,6-16-199-16</inkml:trace>
  <inkml:trace contextRef="#ctx0" brushRef="#br0" timeOffset="31868.63">17893 5595 843 0,'0'0'20'0,"0"0"48"15,0 0-41-15,0 0-27 16,0 0-17-16,0 0-35 16,6 83 52-16,-6-20 0 15,0 5-1-15,0-3 1 16,0-11-2-16,0-9-5 0,3-14 0 16,-1-9 7-1,-2-10-2-15,0-7 2 0,0-5 2 16,-2 0 6-16,-23-7 21 15,-14-9-26-15,-14-6-3 16,-9 2-5-16,1 1-12 16,5 2-37-16,14 4-124 15,15-1-97-15</inkml:trace>
  <inkml:trace contextRef="#ctx0" brushRef="#br0" timeOffset="32044.88">18003 5589 706 0,'0'0'67'16,"0"0"-15"-16,0 0-12 16,0 0-27-16,0 0-13 15,104-1-8-15,-37 17-81 16,6-3-133-16</inkml:trace>
  <inkml:trace contextRef="#ctx0" brushRef="#br0" timeOffset="32270.82">18499 5593 889 0,'0'0'8'0,"0"0"-8"15,0 0-8-15,-13 140 5 16,-21-41 3-16,-19 16 5 16,-26 1-2-16,-17-11-3 15,-8-16-25-15,3-16-10 16,-3-17-34-16,-1-14-39 16,2-20-21-16,-1-20-217 15</inkml:trace>
  <inkml:trace contextRef="#ctx0" brushRef="#br0" timeOffset="32618.09">16479 5487 277 0,'0'0'431'16,"0"0"-302"-16,0 0-61 0,0 0-62 16,0 0-6-1,0 0-6-15,2 22-9 0,-18 28 15 16,-8 23 3-16,-9 19 1 15,-2 9-4-15,5 1 0 16,10-9-47-16,15-9-53 16,5-14-2-16,32-19-54 15,23-22-314-15</inkml:trace>
  <inkml:trace contextRef="#ctx0" brushRef="#br0" timeOffset="33080.57">18588 5517 679 0,'0'0'98'16,"0"0"-74"-16,0 0-24 16,0 0-3-16,0 0 2 15,17 103 2-15,-11-60-2 16,-2 4 1-16,4-5-36 15,7-9-55-15,9-7-17 16,10-14-60-16,7-10 31 0</inkml:trace>
  <inkml:trace contextRef="#ctx0" brushRef="#br0" timeOffset="33214.81">18883 5682 247 0,'0'0'116'0,"0"0"103"15,0 0-83-15,0 0-70 16,0 0-66-16,0 0-8 15,-42 47 4-15,29 3-10 16,9 9-30-16,4-5-70 16,3-9-78-16</inkml:trace>
  <inkml:trace contextRef="#ctx0" brushRef="#br0" timeOffset="33801.49">18603 4772 486 0,'0'0'128'0,"0"0"-15"16,0 0-51-16,0 0-51 15,0 0-11-15,0 0 0 16,80-4 2-16,-21 4 0 16,7 0-1-16,9 0 3 15,3 0-4-15,3 0-53 16,-8-9-60-16,-13-7-88 15</inkml:trace>
  <inkml:trace contextRef="#ctx0" brushRef="#br0" timeOffset="33994.42">19009 4536 736 0,'0'0'108'16,"0"0"-54"-16,0 0-54 15,0 0-10-15,0 0 1 16,-22 92 9-16,4-27 1 16,0 8-1-16,-2 2-32 15,8-3-85-15,11-16-87 16,1-20-200-16</inkml:trace>
  <inkml:trace contextRef="#ctx0" brushRef="#br0" timeOffset="34416.38">19955 4325 642 0,'0'0'55'16,"0"0"50"-16,0 0-91 15,0 0-14-15,0 0-11 16,0 0 11-16,-79 134 3 0,43-57-3 16,1 11 2-16,10 0 4 15,18-9-5-15,7-13-1 16,29-15-7-16,27-19-5 16,8-16 12-16,3-16 2 15,-7-5 2-15,-8-16 0 16,-15-9 5-16,-13-3-9 15,-15 0-1-15,-9-4-3 16,-15-3 3-16,-28-2-16 16,-12 1 3-16,4 9 9 15,11 13 5-15,17 16-3 16,13 3-9-16,10 23-120 16,0 10 46-16,33-4-48 0,26-2 8 15,26-8-70-15</inkml:trace>
  <inkml:trace contextRef="#ctx0" brushRef="#br0" timeOffset="35050.55">20493 4758 98 0,'0'0'153'16,"100"-38"16"-16,-78 18 7 16,-16 0-10-16,-6 2-80 15,0-1-44-15,0 6-5 16,-1 3-15-16,-5 10-2 16,-7 0-20-16,-3 18-3 15,-12 15-1-15,-9 13 4 16,3 3-2-16,2-2 1 15,14-7-19-15,11-15-3 16,7-9 4-16,6-12 19 0,15-4 2 16,12-3 0-16,8-18 2 15,6-8-3-15,-1-2-1 16,-6-1-5-16,-8-1 5 16,-7 1 0-16,-3 6 0 15,-7 3 17-15,0 9 1 16,-6 8-11-16,1 6-7 15,1 1-5-15,2 16-4 16,1 5-3-16,-7 3 5 16,-1 0-5-16,-3 3-5 15,2-1 11-15,3 1 4 16,4-2 1-16,6-2 1 0,2-8 0 16,1-4-1-1,1-9-7-15,1-3-1 0,3-10 9 16,6-17 2-16,5-8 1 15,-5-4-1-15,-6-3-2 16,-7 0 16-16,-5 6 8 16,-7 8 7-16,-4 12 5 15,-1 9-26-15,-1 7-10 16,1 0-12-16,2 15-52 16,4 15 58-16,2 8 4 15,4 1-2-15,6-1-7 16,10-8-11-16,5-9 18 15,4-9 4-15,-5-12 3 0,0 0 0 16,-7-10 2 0,-3-12 14-16,-2-1-12 0,-8-6 5 15,-9-1 8-15,-5-8-11 16,-19-1-9-16,-27 5-1 16,-24 12-9-16,-18 22-70 15,-6 0-159-15,13 29-252 16</inkml:trace>
  <inkml:trace contextRef="#ctx0" brushRef="#br0" timeOffset="35398.78">19683 5254 663 0,'0'0'129'16,"0"0"-31"-16,0 0-51 15,0 0-38-15,0 0-9 16,163-24 0-16,-48 24 0 15,32 0 2-15,25 0-2 16,25 10 3-16,19 0-3 0,5 1 0 16,-8 2-4-16,-18 1-10 15,-33-2-28-15,-37 4-19 16,-42-3-61-16,-44-1-72 16,-37-4-176-16</inkml:trace>
  <inkml:trace contextRef="#ctx0" brushRef="#br0" timeOffset="35798.15">20360 5736 655 0,'0'0'149'0,"0"0"-55"16,0 0-40 0,0 0-54-16,0 0 0 0,0 0-13 15,2 26-8-15,-2 17 21 16,-8 11-1-16,-6 4-3 16,0-2-63-16,2-5-40 15,6-10-4-15,6-13-75 16,0-14-125-16</inkml:trace>
  <inkml:trace contextRef="#ctx0" brushRef="#br0" timeOffset="35970.42">20559 5903 738 0,'0'0'113'16,"0"0"-55"-16,0 0-58 15,0 0-13-15,0 0-58 16,0 0-13-16,35 61-92 16,-9-52-284-16</inkml:trace>
  <inkml:trace contextRef="#ctx0" brushRef="#br0" timeOffset="36181.17">20936 5754 847 0,'0'0'71'16,"0"0"-21"-16,0 0-50 15,0 0-8-15,0 0 0 16,-34 71 8-16,10-13 4 16,-3 1-4-16,-1-3-63 15,5-4-42-15,10-15-60 16,13-15-177-16</inkml:trace>
  <inkml:trace contextRef="#ctx0" brushRef="#br0" timeOffset="36498.37">21291 5741 872 0,'0'0'76'0,"0"0"-54"15,0 0-22-15,0 0-28 16,0 0 13-16,-7 101 14 16,5-36 1-16,2-2-26 15,4-2-12-15,16-10 11 16,2-12 10-16,-6-12 13 16,-6-14 3-16,-7-6 1 15,-3-6 4-15,0-1 15 16,0 0 65-16,0 0-30 15,-18-3-33-15,-15-6-21 0,-13 4-5 16,-12 5-25 0,1 0-30-16,8 7-77 0,13 2-65 15,18-8-153-15</inkml:trace>
  <inkml:trace contextRef="#ctx0" brushRef="#br0" timeOffset="36673.26">21470 5730 532 0,'0'0'140'16,"0"0"-36"-16,0 0-38 16,0 0-60-16,85-31-6 0,-36 42-2 15,11 14-39-15,3-2-91 16,8-7-88-16</inkml:trace>
  <inkml:trace contextRef="#ctx0" brushRef="#br0" timeOffset="36882.85">22176 5768 862 0,'0'0'18'0,"0"0"-18"15,0 0-6-15,-48 135 6 16,9-46 1-16,-14 15 3 0,-13 7-1 16,-9-8-3-16,-10-17-42 15,-4-18-57-15,-7-19-60 16,-1-21-57-16</inkml:trace>
  <inkml:trace contextRef="#ctx0" brushRef="#br0" timeOffset="37198.99">20354 5574 620 0,'0'0'29'15,"0"0"60"-15,0 0-16 16,0 0-25-16,0 0-48 16,0 0-7-16,-53 87 7 15,29 1 4-15,3 15-4 16,3 6-4-16,12-3-21 15,6-8-73-15,7-17-50 0,28-25-170 16</inkml:trace>
  <inkml:trace contextRef="#ctx0" brushRef="#br0" timeOffset="37780.16">22443 5516 645 0,'0'0'132'16,"0"0"-47"-16,0 0-78 0,0 0-7 16,0 0-34-16,-8 75 32 15,-5-13 2-15,7 11-8 16,6 2-26-16,0-7 4 16,12-13-12-16,3-15 19 15,-5-12 23-15,-5-13-1 16,-5-8 2-16,0-3 7 15,0-4 46-15,0 0 16 16,-8 0-23-16,-19 0-11 16,-9-1-34-16,-6 0-2 15,3 1-8-15,3 0-37 16,6 1-31-16,7 7-43 16,8-5-57-16,9-3-162 15</inkml:trace>
  <inkml:trace contextRef="#ctx0" brushRef="#br0" timeOffset="37986.31">22687 5557 829 0,'0'0'62'16,"0"0"14"-16,0 0-47 15,94-44-10-15,-59 44-10 16,3 0-9-16,10 4-3 16,-1 14-23-16,2 6-29 0,-2-9-131 15,-2-8-269-15</inkml:trace>
  <inkml:trace contextRef="#ctx0" brushRef="#br0" timeOffset="38116.2">22905 5571 617 0,'0'0'48'15,"0"0"-48"-15,0 0-357 16</inkml:trace>
  <inkml:trace contextRef="#ctx0" brushRef="#br0" timeOffset="39202.44">1866 6684 677 0,'0'0'135'16,"0"0"-91"-16,0 0-44 16,0 0-16-16,0 0 4 15,0 0 6-15,0 100 3 16,-16-35 3-16,-18 8 0 15,-14 5-34-15,-13-4-143 16,1-14-253-16</inkml:trace>
  <inkml:trace contextRef="#ctx0" brushRef="#br0" timeOffset="39544.97">1965 6818 792 0,'0'0'56'16,"0"0"-38"-16,0 0-18 15,0 0-18-15,0 0 18 16,28 91-2-16,-15-47 1 16,1-5-22-16,8-3-27 15,5-11 17-15,1-11-2 16,-2-10 10-16,2-4 16 15,2-17 9-15,3-16 12 16,1-9 21-16,-7-8 41 16,-9-4 0-16,-12 0-20 0,-6-1-29 15,0 9-5-15,-12 10-5 16,-4 17-15-16,-1 16-2 16,-1 3-37-16,5 29-155 15,-2 20 69-15,12 4-27 16,3 3-181-16</inkml:trace>
  <inkml:trace contextRef="#ctx0" brushRef="#br0" timeOffset="39725.62">2491 7153 745 0,'0'0'145'15,"0"0"-120"1,0 0-25-16,0 0-4 0,0 0-1 15,-49 74 2-15,27-43-10 16,-2 2-60-16,7-2-10 16,1-8-62-16,10-10-224 15</inkml:trace>
  <inkml:trace contextRef="#ctx0" brushRef="#br0" timeOffset="40460.57">2927 6728 802 0,'0'0'46'0,"0"0"-44"16,0 0-2-16,0 0-75 16,0 0 75-16,-38 92 3 15,19-42-3-15,0 4 2 16,4 0-2-16,4-1 0 15,4-10-1-15,7-4-3 16,0-13-23-16,19-12 10 16,5-14 17-16,9 0 9 15,10-27 3-15,11-11-6 16,1-8 9-16,-7-1 17 0,-11-1-17 16,-17-4 8-16,-12 6-11 15,-8 2 3-15,0 10-3 16,0 13-2-16,0 11 0 15,0 5-10-15,0 5-3 16,0 0-6-16,4 0-15 16,15 11-6-16,8 6 27 15,9 3-1-15,4 0 3 16,-3-2 1-16,-3 2 1 16,-8-3-1-16,-15 0-4 15,-6 0-60-15,-5 0 15 16,0 2 10-16,0-2 26 15,0-3-19-15,-1-3-2 0,-1-4 2 16,2-7 1 0,0 0 31-16,2-3 57 0,14-18 15 15,8-7-23-15,0-2 43 16,6-4-39-16,4 8-39 16,0 9-10-16,5 9-4 15,1 8 0-15,2 4-18 16,-3 17-14-16,-3 5 3 15,-6 2 9-15,4-1 15 16,-6-4 4-16,-6-5-1 16,-8-8 2-16,-4-7 3 15,-7-3 7-15,0-6 95 0,2-20-27 16,2-15-73 0,-3-10-3-16,-4-4-2 0,0 2-1 15,-23 9-2-15,-17 12 0 16,-7 13-30-16,3 14-94 15,8 5-61-15,21 18 28 16,15 10-60-16</inkml:trace>
  <inkml:trace contextRef="#ctx0" brushRef="#br0" timeOffset="40768.78">5236 6846 836 0,'0'0'38'0,"0"0"-29"16,0 0-6-16,88-39-1 16,-51 34-2-16,2 3 0 15,7 2 0-15,-1 0-2 16,4 0 2-16,-4 8-15 0,-4 4-104 16,-9-10-147-16</inkml:trace>
  <inkml:trace contextRef="#ctx0" brushRef="#br0" timeOffset="40953.28">5218 7146 747 0,'0'0'145'0,"0"0"-110"15,0 0-31-15,0 0-4 16,0 0 0-16,131 0 0 15,-77-3-4-15,15 1-26 0,5-2-57 16,6-4-143 0</inkml:trace>
  <inkml:trace contextRef="#ctx0" brushRef="#br0" timeOffset="49918.39">6107 6786 331 0,'0'0'131'0,"0"0"-47"0,0 0-2 16,0 0 32-16,0 0-60 15,-2-71-19-15,1 64 3 16,-2 1 1-16,2-2-18 16,1 1-2-16,-2-1-7 15,2 5 3-15,-4 0 2 16,4 1-8-16,0 2 0 16,0 0-7-16,0 0-2 15,0 0-2-15,0 0-1 16,0 0-2-16,-2 25-4 15,-4 19-2-15,-6 16 9 16,-9 12 2-16,-9 5-2 0,-4 5 2 16,-2-7 0-16,5-7-1 15,7-13-4-15,6-14-14 16,9-12-7-16,6-15-45 16,3-12-76-16,9-6-47 15,21-32-282-15</inkml:trace>
  <inkml:trace contextRef="#ctx0" brushRef="#br0" timeOffset="50250.49">6415 6771 684 0,'0'0'142'16,"0"0"-62"-16,0 0-26 15,0 0-42-15,0 0-12 16,118-34 1-16,-49 32-1 16,10 2 0-16,-1 0 0 15,-4 14 1-15,-4087 11-2 16,8150 4 1-16,-4101 9 0 15,-14 1 0-15,-16 2-7 16,-6 2 3-16,-12-3-2 16,-22 6 2-16,-14 2 3 0,-10 0-33 15,-5 5-28-15,8-7-103 16,10-19-230-16</inkml:trace>
  <inkml:trace contextRef="#ctx0" brushRef="#br0" timeOffset="50469.4">6508 7054 741 0,'0'0'89'0,"0"0"-16"16,0 0-61-16,83-43-12 15,-39 40 10-15,8-2-8 0,8 5-1 16,5 0 0-16,4 0-1 15,7 0-5-15,0 0-117 16,-6 0-273-16</inkml:trace>
  <inkml:trace contextRef="#ctx0" brushRef="#br0" timeOffset="51050.49">7363 6750 678 0,'0'0'174'0,"0"0"-104"16,33-77-36-16,-13 66-21 15,6 6-12-15,2 5-1 16,9 0 0-16,-1 0-6 16,-6 13 2-16,-5 1-19 0,-10 1-6 15,-10-1 7 1,-5 0-22-16,0 1-13 0,-8 2 17 15,-17 1 19-15,-5 2 20 16,-1 0-7-16,10-1 8 16,0-2 0-16,9 2 1 15,3 1-1-15,2 0 3 16,2 4 1-16,4 5 10 16,-1 3 1-16,2 6 5 15,0 6-4-15,5 0-15 16,5 1 7-16,-1-3-7 15,-5-7 1-15,-4-8 1 16,0-4-2-16,-10-7 1 16,-11-2 4-16,-6-6-6 0,-7-3 0 15,-3-5-1-15,1 0-1 16,6-10 2-16,10-7 3 16,15 0 3-16,5 0-6 15,37 0-76-15,14-5-259 16</inkml:trace>
  <inkml:trace contextRef="#ctx0" brushRef="#br0" timeOffset="51466.5">8089 6892 601 0,'0'0'68'0,"11"-98"74"0,-8 58-61 16,-3 9-14-16,0 7-43 15,0 7-13-15,0 8 10 16,0 6-14-16,0 3-7 16,0 0 0-16,-11 20-12 15,-4 14 7-15,-6 16 2 16,-1 11 3-16,5 3-10 16,7-6-9-16,9-15 3 15,1-18-25-15,13-13 28 16,18-12 13-16,5-6 0 15,3-19 3-15,-5-4-2 16,-11-3 3-16,-10 1 13 0,-9 3 4 16,-4 3 17-16,0 6-20 15,0 6 1-15,0 9 0 16,0 4-19-16,0 14 0 16,-7 27-27-16,0 21 27 15,-4 13-1-15,1 7-7 16,-2 1-12-16,4-8 10 15,-2-13-7-15,4-17-25 16,0-15-40-16,-2-16-64 16,2-14-157-16</inkml:trace>
  <inkml:trace contextRef="#ctx0" brushRef="#br0" timeOffset="51720.7">8608 6997 462 0,'0'0'446'0,"0"0"-405"16,0 0-4-16,0 0-30 16,0 0-2-16,86-47-5 15,-40 47 0-15,13 3 0 16,19 5 0-16,8 1 0 15,0-4-3-15,-3-3-3 16,-7-2-25-16,-9 0-62 0,-10-7-123 16,-16-13-279-16</inkml:trace>
  <inkml:trace contextRef="#ctx0" brushRef="#br0" timeOffset="51930.56">8925 6759 512 0,'0'0'313'16,"0"0"-242"-16,0 0-4 16,0 0-40-16,0 0-27 15,0 0-5-15,0 18 2 16,10 40 0-16,-4 26 3 16,-5 20 0-16,-1 7 0 15,-7-4-6-15,-23-12-16 0,-11-14-52 16,3-28-71-16,4-24-247 15</inkml:trace>
  <inkml:trace contextRef="#ctx0" brushRef="#br0" timeOffset="61289.99">9721 6890 314 0,'0'0'145'15,"0"0"-89"-15,0 0-30 16,0 0 10-16,0 0 62 16,0 0-25-16,0 0-16 15,10-34-18-15,-8 31-2 16,-2 0 21-16,1 3-29 0,-1-1-8 16,2 1-17-16,-1-3-3 15,4 1-1 1,16-6-1-16,5-1-1 0,10 0-2 15,0 4 2-15,-3 4 0 16,-5 1 2-16,-4 0-6 16,-2 9-3-16,-6 12-11 15,-6 6-10-15,-10 8 5 16,0 6-20-16,-21 3 18 16,-16 1 26-16,-6 0-2 15,-1-4-1-15,8-8 3 16,12-9 0-16,12-11 1 15,7-7 0-15,3-2 3 16,2-2 3-16,0-1 18 16,0 0 12-16,2-1-28 0,17 0-4 15,15 0-3-15,9-1 0 16,7-6-2-16,5 1 1 16,6-1-29-16,2 2-26 15,-1-2-84-15,-5-7-149 16</inkml:trace>
  <inkml:trace contextRef="#ctx0" brushRef="#br0" timeOffset="61708.56">10416 6707 750 0,'0'0'115'0,"0"0"-67"16,73-73-13-16,-39 60-13 15,4 11-22-15,0 2 0 16,-5 9-1-16,-6 16 1 16,-4 9-1-16,-10 6-11 15,-7 2-15-15,-6-3-6 16,-9-2-47-16,-17-4 53 15,-6-7 1-15,0-3-6 16,2-6 28-16,4-4 0 0,5-3 4 16,4-2 0-16,7-2 2 15,3-3-2-15,7-1 0 16,0-2 0-16,0 0 13 16,0 0 2-16,14 0 12 15,21 0 2-15,14 0-16 16,17 0-5-16,7-2-8 15,3-7-2-15,1-2-82 16,-9-4-87-16,-12-6-242 16</inkml:trace>
  <inkml:trace contextRef="#ctx0" brushRef="#br0" timeOffset="62074.88">11208 6558 677 0,'0'0'126'15,"0"0"-2"-15,0 0-108 16,0 0-16-16,0 0-23 16,0 0 23-16,-19 110 1 15,-7-35 3-15,-5 9-2 16,1 0-2-16,5-3 0 15,10-16 2-15,12-12-2 0,3-17-2 16,14-19-5 0,21-15 7-16,13-2 8 0,10-26-5 15,2-10-3-15,-11-3 0 16,-12 3 0-16,-19 3 0 16,-16-1 1-16,-4 0 0 15,-37 7-1-15,-19 9-1 16,-6 11-16-16,4 7-69 15,17 10-39-15,18 14-20 16,14 0-131-16</inkml:trace>
  <inkml:trace contextRef="#ctx0" brushRef="#br0" timeOffset="62605.29">11678 6845 644 0,'0'0'136'15,"0"0"-19"-15,0 0-67 16,31-88-28-16,-12 69-19 16,7-3 0-16,2 0 0 15,2 2-3-15,-7 0 0 16,-9 7-1-16,-9 6 1 15,-5 1-2-15,0 4-10 16,-16 2-22-16,-5 0 10 0,0 12-12 16,-2 15-4-16,5 10 14 15,1 11-1-15,4 7 14 16,3 8 12-16,6-3 2 16,2-4 1-16,2-6-2 15,0-5 0-15,7-9-2 16,2-5 6-16,-6-9 10 15,-3-5-4-15,0-7-5 16,-3-2 4-16,-22-1 4 16,-3-1 2-16,-5-4-11 0,5-2 2 15,5 0-1 1,7-16 6-16,3-7 0 0,7-3 7 16,6-4 7-16,4 0-16 15,27-1-9-15,17 0-6 16,12-4-7-16,7 0 2 15,2 2-4-15,-5 5-17 16,-5 6-27-16,-10 0-53 16,-17 1-109-16</inkml:trace>
  <inkml:trace contextRef="#ctx0" brushRef="#br0" timeOffset="62870.76">12248 7047 620 0,'0'0'136'0,"0"0"-31"16,0 0-67-16,0 0-21 15,0 0-17-15,100-26 1 16,-56 26 0-16,9 0-1 15,5 0 0-15,6 0-1 16,6 0 2-16,-1 0-4 16,-5-6-4-16,-11-1-39 15,-12-6-29-15,-16-4-109 0,-14-5-170 16</inkml:trace>
  <inkml:trace contextRef="#ctx0" brushRef="#br0" timeOffset="63072.08">12643 6735 67 0,'0'0'600'0,"0"0"-439"16,0 0-49-16,0 0-71 15,0 0-41-15,0 0-1 16,-5 19-9-16,1 37 10 16,-6 22 2-16,-1 18-1 15,-4 6 1-15,-3 4-2 16,-1-7-21-16,-2-16-26 15,5-18-21-15,-2-21-57 16,1-27-225-16</inkml:trace>
  <inkml:trace contextRef="#ctx0" brushRef="#br0" timeOffset="79089.72">13407 6953 428 0,'0'0'99'16,"0"0"-9"-16,0 0-28 15,0 0-5-15,0 0-22 16,0 0-18-16,0 0-1 16,0-5-4-16,0 4 12 0,0 1 10 15,0 0-2 1,0 0-8-16,0 0-6 0,0-3-6 15,0 1-3-15,0-1-6 16,0-2-5-16,4-5 2 16,25-7 0-16,16-2-6 15,17 0 10-15,-4075 5-4 16,8157 8 0-16,-4090 6 0 16,-17 0 0-16,-12 3 0 15,-11 14-11-15,-8 6 7 16,-6 10-10-16,-10 7 6 15,-20 8-3-15,-15 1 2 16,-10 2 5-16,2-8-10 16,10-9 9-16,15-12 3 15,13-7 2-15,12-9 0 0,3-1 0 16,0-2 2-16,0 1-1 16,0-4-1-16,21 0-1 15,12 0 1-15,6 0 1 16,7 0 0-16,2 0-2 15,4 0 0-15,0 0-16 16,0 0-50-16,-6 0-56 16,-3-10-90-16</inkml:trace>
  <inkml:trace contextRef="#ctx0" brushRef="#br0" timeOffset="79540.37">14196 6718 585 0,'0'0'115'0,"0"0"-115"16,0 0 1-16,0 0-1 15,-21 96 40-15,0-40-8 0,-5 10-5 16,1 9-8-16,4 4-16 16,8 2 8-16,7-12-11 15,6-15 1-15,0-20 0 16,15-17 3-16,18-15-3 15,10-2 6-15,6-8-6 16,0-13 7-16,-17-1-8 16,-15-2 3-16,-17 1-2 15,-26-2-1-15,-37 1-8 16,-25 6-7-16,-6 7-21 16,19 11-62-16,35 0-19 0,37 14-92 15,18 8 45 1</inkml:trace>
  <inkml:trace contextRef="#ctx0" brushRef="#br0" timeOffset="79930.71">14603 6888 601 0,'0'0'108'15,"0"0"10"-15,0 0-26 16,0 0-53-16,0 0-12 16,0 0-10-16,0-66-9 15,0 66-8-15,0 0-7 16,5 0 7-16,14 0-16 16,8 0-19-16,2 0 1 15,4 3-38-15,-4 7-78 0,-3 4-21 16,-6-2-105-16,-13 0 52 15</inkml:trace>
  <inkml:trace contextRef="#ctx0" brushRef="#br0" timeOffset="80171.96">14761 6897 131 0,'0'0'182'0,"0"0"-7"15,0 0-14-15,0 0 15 16,0 0-153-16,0 0-18 16,-54 59-5-16,47-23 1 15,2 6 2-15,0 1-3 16,2-5 3-16,1 0-2 15,-1-10-1-15,-3-6 0 16,-2-5 0-16,-5-4 1 16,-8 0 0-16,-7-2-1 0,-11-3 2 15,-1-1-4 1,-2-4-1-16,5-1-9 0,16-2 9 16,9 0-5-16,12 0 8 15,15 0-46-15,25-5-159 16,20-11-150-16</inkml:trace>
  <inkml:trace contextRef="#ctx0" brushRef="#br0" timeOffset="80488.83">15046 7061 501 0,'0'0'149'15,"0"0"13"1,0 0-108-16,0 0-54 0,0 0 6 15,0 0-14-15,-73 49 9 16,71-10-1-16,2 0 0 16,3-3 0-16,21-8 0 15,9-15-6-15,7-13 6 16,4 0 9-16,-1-13-7 16,-4-11 2-16,-11-4 3 15,-14 3-5-15,-9-1 9 16,-5-1 10-16,-15 0-20 15,-19 2-2-15,-9 6 1 16,-3 8-5-16,9 11-34 16,15 0-36-16,19 21-71 15,3 7-4-15,32 3-117 0</inkml:trace>
  <inkml:trace contextRef="#ctx0" brushRef="#br0" timeOffset="80763.39">15550 7140 606 0,'0'0'51'15,"0"0"-48"-15,0 0 9 0,0 0 20 16,94 9 11-1,-41-4 11-15,10-2-13 0,4-3-9 16,2 0-15-16,4 0-6 16,-3 0-4-16,-1 0-6 15,-8-3-2-15,-10-2-14 16,-20 0-49-16,-17-5-128 16,-14-4-210-16</inkml:trace>
  <inkml:trace contextRef="#ctx0" brushRef="#br0" timeOffset="80991.26">15804 6872 645 0,'0'0'152'0,"0"0"-28"0,0 0-83 16,0 0-22-16,0 0-19 15,0 0-9-15,14 50 9 16,-15 15-2-16,-18 18 6 15,-8 7-3-15,-3 3-1 16,-1-4-1-16,1-9-17 16,8-13-25-16,6-17-49 15,10-22-109-15,6-20-358 16</inkml:trace>
  <inkml:trace contextRef="#ctx0" brushRef="#br0" timeOffset="105563.07">16691 7013 498 0,'0'0'137'0,"0"0"-42"15,0 0-7-15,0 0-40 16,0 0 2-16,0 0-38 16,0 0 6-16,0 0 3 15,-6-65-9-15,6 62-1 16,0 2-9-16,0 1-1 16,0 0 3-16,0 0-4 15,0 0-3-15,2 0 0 16,12 0-4-16,8 0 7 15,4 0 0-15,3 5-1 0,-1 13 0 16,-3 6-11-16,-6 5 0 16,-9 8 2-16,-10 5-5 15,-4 5-1-15,-28 0 6 16,-13 0-6-16,-4-5 13 16,-5-5-6-16,3-7-8 15,13-10 14-15,11-6 1 16,11-6 2-16,11-1-1 15,4-2-7-15,1 2-19 16,0 0 11-16,4 1 2 16,18-1 9-16,8-2 5 15,11-1 1-15,9-4-1 16,5 0-2-16,5 0 1 0,-2 0 0 16,-3-2-1-16,-8-5 2 15,-6 4-17-15,-8-1-58 16,-13 3-46-16,-12-3-110 15</inkml:trace>
  <inkml:trace contextRef="#ctx0" brushRef="#br0" timeOffset="106246.4">17496 7061 461 0,'0'0'86'16,"0"0"-33"-16,0 0-19 15,0 0-2-15,50-77-1 0,-38 54 13 16,-6-2 2 0,-2 1 0-16,-3 1-20 0,-1-1 3 15,0 1-16-15,-2 2-11 16,-13 0 1-16,-9 3-3 15,-3 3-3-15,-1 8 1 16,2 7-3-16,8 0 3 16,2 22-12-16,5 14-10 15,3 11 22-15,5 8 1 16,3 2 1-16,0-3-1 16,19-3 2-16,-1-7-3 15,-2-2 2-15,-7-6 0 16,-7 0 1-16,-2-2 1 15,0-4-2-15,-18-2 0 0,-15-4 0 16,-10-3-1-16,0-5-9 16,7-6-11-16,2-6 17 15,11-4 4-15,1 0 1 16,4-12 10-16,0-9 11 16,6-8 4-16,8-1 25 15,4-6-34-15,22 2-4 16,23-1-13-16,15 4-2 15,10 4-1-15,3 4-8 16,-5 6-6-16,-1 4-18 16,-9 6-23-16,-8 3-56 15,-14-2-71-15,-20 1-243 16</inkml:trace>
  <inkml:trace contextRef="#ctx0" brushRef="#br0" timeOffset="106711.9">17846 7045 756 0,'0'0'25'0,"0"0"-25"16,0 0 0-16,0 0-2 0,0 0 4 15,-38 92 1-15,25-66-3 16,1-4 0-16,7-5-1 16,4-6-20-16,1-5-19 15,0-6 4-15,18 0 27 16,4-4 7-16,4-11-34 16,-6 3 36-16,-6 5 0 15,-5 3 31-15,-5 4 0 16,-1 0-17-16,-1 4-14 15,2 13-5-15,-3 5 4 16,-1 6 1-16,2 1-1 16,-2-1 2-16,0-2 0 15,0-5 3-15,0-4-3 0,-6-5 3 16,-6-3 2-16,-4-2-2 16,-9-1 7-16,-8-6 1 15,-9 0-2-15,-7 0 3 16,-6 0-11-16,2 0-2 15,7-8-14-15,16 3-63 16,20-4-8-16,10-3-116 16</inkml:trace>
  <inkml:trace contextRef="#ctx0" brushRef="#br0" timeOffset="106935.23">17777 6989 404 0,'0'0'61'16,"0"0"-11"-16,115-22 37 16,-67 19-29-16,7 1-24 15,3 2-19-15,5 0-14 16,-1 0-1-16,-2 0-29 15,-9 0-149-15</inkml:trace>
  <inkml:trace contextRef="#ctx0" brushRef="#br0" timeOffset="107512.04">18657 7034 586 0,'0'0'130'16,"0"0"-79"-16,0 0-43 0,0 0 6 15,25-73 7-15,-25 68-15 16,0 2-6-16,0 3-7 16,-16 0-5-16,-2 17 0 15,-9 8-2-15,-1 5 14 16,3 6-8-16,1 2-10 16,10 0-10-16,14-9-39 15,3-5 17-15,30-14 27 16,9-6 23-16,2-4 2 15,-5 0-2-15,-9-9 1 16,-11-8 2-16,-9 0 18 16,-7 0 63-16,-3 0 8 15,0 0-41-15,-2 6-9 16,-6 2-22-16,5 8-11 16,0 1-9-16,0 3-23 0,-4 20 0 15,-2 8 23-15,-1 13-1 16,-5 6-1-16,4 4 2 15,-2-3 0-15,6-3 0 16,2-10 0-16,3-12 1 16,2-8-1-16,-2-4 3 15,0-4-6-15,-6-3-21 16,0-7-182-16,-1 0-323 16</inkml:trace>
  <inkml:trace contextRef="#ctx0" brushRef="#br0" timeOffset="107880.89">19055 7229 576 0,'0'0'74'0,"0"0"41"15,0 0-93-15,0 0-1 16,114-22-4-16,-71 22 1 15,8 0-10-15,5 0-4 16,5 0 2-16,4 0-6 16,0 0 0-16,-5 0-5 15,-10 0-56-15,-14 0-55 16,-18-5-103-16,-18-7-207 16</inkml:trace>
  <inkml:trace contextRef="#ctx0" brushRef="#br0" timeOffset="108093.58">19215 7084 582 0,'0'0'135'15,"0"0"0"-15,0 0-112 16,0 0-23-16,0 0 2 16,0 0-2-16,34 57 4 15,-27-16-2-15,0 12-2 16,-5 7 3-16,0 3 0 15,-2 3-6-15,0-6-1 16,-6-8-80-16,-6-12-72 16,0-14-198-16</inkml:trace>
  <inkml:trace contextRef="#ctx0" brushRef="#br0" timeOffset="127125.83">19974 7299 269 0,'0'0'118'16,"0"0"3"-16,0 0-54 0,0 0-4 15,0 0-17-15,0 0-26 16,0 0 17-16,-6-61 14 16,6 55-22-16,0-2 2 15,0 0-11-15,0 2 0 16,0-4-6-16,0 5-8 15,0-2 7-15,0 0-5 16,0-1-1-16,6-2-5 16,13-1-2-16,10-1 0 15,5 1-1-15,9 6-1 16,-4 5 2-16,1 0 0 16,-2 15 0-16,-10 12 0 15,-7 10-4-15,-15 8 1 0,-6 2-2 16,-18 3-12-16,-19-5 12 15,-8-6-3-15,0-7-3 16,3-6 4-16,7-7 1 16,11-6 2-16,7-4 0 15,9-5 3-15,5-3-3 16,3-1 4-16,0 0 0 16,0 0-1-16,0 0 1 15,23 0 0-15,15-1-2 16,23-9 4-16,15-2 0 15,3-1-2-15,0 2 0 16,-10 3 0-16,-11 0-1 0,-8 5-25 16,-12 2-64-16,-15 1 4 15,-15 0-103-15,-8-2-181 16</inkml:trace>
  <inkml:trace contextRef="#ctx0" brushRef="#br0" timeOffset="127674.83">20922 7070 351 0,'0'0'112'0,"0"0"45"15,0 0-47-15,30-96-36 16,-28 70-24-16,-2 3 1 16,0 4-27-16,-6 5-12 15,-4 7-7-15,2 5-3 16,-1 2-2-16,-3 21-7 15,0 20 4-15,6 11-3 0,6 8-8 16,5-2-1-16,21-7-10 16,7-14 17-16,3-13 1 15,-1-15 7-15,-9-9 5 16,-5 0-3-16,-9-3 5 16,-5-12 12-16,-3-5-9 15,-4-1 3-15,0 0-8 16,-8 1-3-16,-5 4-1 15,3 8-1-15,5 3 3 16,4 5-3-16,1 8-5 16,-2 20-13-16,0 14 18 15,1 9 0-15,-1 4 0 16,1-4 0-16,-1-4 0 16,2-7 0-16,0-5-1 15,0-4-8-15,0-5-87 0,8-18-117 16</inkml:trace>
  <inkml:trace contextRef="#ctx0" brushRef="#br0" timeOffset="128242.31">21624 7262 496 0,'0'0'139'16,"0"0"-65"-16,0 0-20 16,65-72 22-16,-45 47-42 15,-4 3-21-15,-1 1 4 16,-3-1-13-16,-4 4-4 15,-5 3 0-15,-3 5-1 16,0 3 0-16,0 4-7 16,-6 3-20-16,-8 0-33 15,-2 0 5-15,-1 17 38 16,-1 7 9-16,3 8-4 16,1 11 4-16,4 7 6 15,6 8 3-15,4-1 4 16,0-2 17-16,0-10 4 0,3-9-18 15,0-10-2-15,-3-6 1 16,0-8-1-16,0-5-3 16,0-3 7-16,-13-1-7 15,-10-3 4-15,-14 0 2 16,-5-8-5-16,2-8-6 16,7-4-21-16,12-2-5 15,14-3 15-15,7-3 11 16,9-3 3-16,25-3 1 15,17 0-1-15,14-2-4 0,9 3-2 16,9-1-3 0,5 2-26-16,1 8-41 0,-5 1-111 15,-21 7-49-15</inkml:trace>
  <inkml:trace contextRef="#ctx0" brushRef="#br0" timeOffset="128790.19">22122 7137 636 0,'0'0'83'16,"0"0"-27"-16,0 0-31 15,101-34-15-15,-66 31 2 16,-3 3 4-16,0 0-12 16,-4 0-2-16,-3 9-2 15,-7 4-2-15,-4 2-1 16,-10 7-56-16,-4 1-49 15,-13 2-24-15,-20 0-1 16,-7-4 22-16,-9-3 18 0,2-3 13 16,7 1 52-1,10-7 28-15,14 2 69 0,8-5 19 16,5-2-12-16,2 0 31 16,1 5-49-16,-5 6-27 15,5 6 3-15,0 4-15 16,0-3-8-16,8-1 8 15,-1-3 1-15,-2-4-2 16,-4-5-10-16,-1 2-4 16,0-4 3-16,-6 2-6 15,-21 1 5-15,-13-1 9 16,-18 4-4-16,-16 0-4 16,-4 0-5-16,-1 1-2 15,13-1-25-15,19-2-50 16,19-8-133-16</inkml:trace>
  <inkml:trace contextRef="#ctx0" brushRef="#br0" timeOffset="129360.6">21059 6991 417 0,'0'0'115'0,"0"0"-107"16,0 0-6-16,0 0-4 15,0 0 4-15,0 0 0 16,23 93-2-16,-27-65 0 0,-17 0 1 16,-6 2-1-16,-1-5-36 15,-2-5-146-15</inkml:trace>
  <inkml:trace contextRef="#ctx0" brushRef="#br0" timeOffset="129522.82">21009 7241 494 0,'0'0'128'15,"0"0"18"-15,0 0-100 16,0 0-46-16,0 0-52 16,0 0-234-16,-7 34-22 15</inkml:trace>
  <inkml:trace contextRef="#ctx0" brushRef="#br0" timeOffset="131205.13">2005 7998 317 0,'0'0'129'0,"0"0"35"0,-10-83-89 15,-1 63-20-15,-1 4-14 16,5 7 23-16,0 4-45 15,5 4 0-15,2 1-11 16,-2 0-8-16,-2 8-7 16,-8 22 6-16,-5 18-2 15,-8 13 5-15,-3 9-3 16,-4 2 1-16,-2 3 0 16,4 0 1-16,-1-3 1 15,4-8-2-15,8-11 0 16,8-14-39-16,11-16-34 15,0-20-57-15,33-10-110 0</inkml:trace>
  <inkml:trace contextRef="#ctx0" brushRef="#br0" timeOffset="131489.99">2141 8136 476 0,'0'0'151'0,"0"0"-137"16,0 0-14-16,0 0 0 15,0 0 17-15,-21 95 15 16,16-59-12-16,4 0-9 16,1 0-3-16,0-6-7 15,6-9-1-15,10-9 0 16,7-12 1-16,12-4 30 16,9-22 24-16,5-11-37 0,-7-4 4 15,-12-1-14-15,-11 3 16 16,-18 0-1-16,-1 5-18 15,-20 6 3-15,-4 11-8 16,-2 12-7-16,5 5-1 16,5 17-101-16,7 16 1 15,9 4-23-15,3 0-84 16</inkml:trace>
  <inkml:trace contextRef="#ctx0" brushRef="#br0" timeOffset="131678.68">2639 8427 128 0,'0'0'601'16,"0"0"-555"-16,0 0-46 15,0 0 0-15,-61 76 0 16,33-36 0-16,3 3 0 16,2 3 0-16,3 0-3 15,4-3-15-15,0-4-52 16,11-11-58-16,5-17-139 15</inkml:trace>
  <inkml:trace contextRef="#ctx0" brushRef="#br0" timeOffset="132902.98">2982 8151 469 0,'0'0'66'0,"0"0"-66"16,0 0 0-16,0 0 3 16,0 0 3-16,0 94-3 15,0-59 22-15,0 5-9 16,0 1-5-16,0 4-1 16,6-3-1-16,6-5-6 15,3-11-1-15,-2-6-2 16,2-11 1-16,2-6 2 15,5-3 2-15,3-12 2 0,0-11-4 16,-5-4-3 0,-7-3 6-16,-10 1-5 0,-3-1 1 15,0 4 3-15,-13 2 13 16,-5 3-8-16,-3 3-9 16,-1 4 1-16,1 2-2 15,2 4-9-15,5 2 1 16,4 3 5-16,5 0 1 15,4 3 2-15,1 0 6 16,0 0 12-16,0 0 3 16,0 0-15-16,0 0 0 15,0 0-4-15,0 0-2 16,0 0 6-16,-2 0 9 16,2 0 11-16,-1 0 5 15,-1 0-11-15,2 0-8 0,0 0-10 16,-1 0 0-16,-1 0 3 15,1 0-4-15,1 0 2 16,-3 0 0-16,3 0-3 16,0 0-3-16,0 0 3 15,0 0-1-15,0 0 1 16,0 0 0-16,0 0 4 16,0 0-4-16,0 0-10 15,4 0-14-15,18 0 2 16,16 0 22-16,18 0-7 15,13 0-36-15,6 0-16 0,1-7 37 16,-12 3 3-16,-16 1 19 16,-14-2 4-16,-18 0 8 15,-7 3 57-15,-7-1 7 16,-2 3-11-16,0 0-39 16,0 0-26-16,-6 0-8 15,-9 15-30-15,-10 8 23 16,-5 10 11-16,-3 1 0 15,5 5 4-15,2-3 0 16,8-5-6-16,10-5-1 16,8-6-6-16,0-10-10 15,20-8 20-15,15-2 3 16,12-8 6-16,4-14 5 16,1-6-10-16,-11 0 2 0,-9 0 1 15,-15 3 17 1,-10 6-3-16,-4 3-6 0,-3 4-10 15,0 4-2-15,-7 4-17 16,-7 1-7-16,-2 3-9 16,4 0 2-16,7 0 5 15,5 4-30-15,0 2 39 16,7-1 14-16,22-1 6 16,6 1 1-16,8-3 9 15,6 1-12-15,2 2 7 16,-7 1-8-16,-9 5 3 15,-10 0 1-15,-16 6-1 0,-9 0-3 16,0 1 5 0,-10 3-2-16,-9 1 3 0,-1 2-5 15,4-2-1-15,7-3 0 16,9-1-3-16,0-9-10 16,19-4-2-16,18-5 15 15,12-12 1-15,13-15 3 16,3-11 1-16,-5-4 47 15,-9 0-2-15,-13 0 11 16,-15 6-15-16,-17 10-16 16,-6 4-21-16,-13 9-9 15,-28 6-17-15,-20 7-40 16,-15 0-51-16,9 10-35 16,13 9-108-16,23-1 53 15</inkml:trace>
  <inkml:trace contextRef="#ctx0" brushRef="#br0" timeOffset="133202.7">5118 8289 468 0,'0'0'136'0,"0"0"23"15,0 0-86-15,0 0-56 16,0 0-17-16,0 0 1 16,76-42-3-16,-36 41 2 15,1 1-2-15,2 0-19 16,-3 0-47-16,2 7-47 15,-5 0-130-15</inkml:trace>
  <inkml:trace contextRef="#ctx0" brushRef="#br0" timeOffset="133380.64">5074 8442 767 0,'0'0'2'0,"0"0"-2"15,0 0 0-15,0 0 4 16,93 35 4-16,-40-33 3 16,9 0-3-16,5-2-7 15,-1 0-1-15,-2 0-52 16,-6-4-89-16,-13-5-154 16</inkml:trace>
  <inkml:trace contextRef="#ctx0" brushRef="#br0" timeOffset="148587.81">6417 8158 273 0,'0'0'118'0,"0"0"-13"15,0 0-9-15,17-88-22 16,-13 65 1-16,-3 1-21 16,1 3-5-16,-1-1-12 15,2 4-20-15,0 3 1 16,-1 3-6-16,-1 8-7 15,-1 0-1-15,0 2-2 16,0 0-4-16,0 0 1 16,0 0-8-16,0 17 7 15,0 12-2-15,0 10 2 16,0 11 2-16,-16 10-1 16,-5 6 1-16,0 4 0 0,-1-9 1 15,8-6-4-15,1-9 2 16,4-14-5-16,5-10-20 15,4-8-29-15,0-10-41 16,7-4-57-16,12-18-216 16</inkml:trace>
  <inkml:trace contextRef="#ctx0" brushRef="#br0" timeOffset="149020.96">6820 8085 498 0,'0'0'71'0,"0"0"67"0,0 0-108 16,80-79-21-16,-36 64 0 15,9 3 1-15,7 7-4 16,1 5 2-16,-10 0-7 15,-14 5-1-15,-15 15-2 16,-19 12-7-16,-3 7 4 16,-30 9 4-16,-17 7 0 15,-14 1 1-15,-6 0-66 16,1-6-6-16,6-9 31 16,16-11 31-16,15-9 9 15,19-9 1-15,8-6-6 0,2-3 6 16,9-3 27-16,21 0 31 15,16 0 14-15,14 0-46 16,12-9-13-16,4 2-12 16,3 0 0-16,-7 4-1 15,-10-2 0-15,-17 5-2 16,-15 0-4-16,-13 0-60 16,-14 2-52-16,-3 3-139 15</inkml:trace>
  <inkml:trace contextRef="#ctx0" brushRef="#br0" timeOffset="149674.39">7779 8593 501 0,'0'0'106'0,"0"0"34"15,0 0-89-15,0 0-40 16,0 0-11-16,0 0-13 16,9 1 11-16,-9 25 2 15,-7 3 0-15,-10 8 2 16,-4 6 0-16,-3-1-2 16,2-4 5-16,1-5-5 15,1-8-3-15,6-8-80 0,6-15-58 16,8-2-136-16</inkml:trace>
  <inkml:trace contextRef="#ctx0" brushRef="#br0" timeOffset="150220">8128 8151 437 0,'0'0'138'0,"0"0"-1"16,0 0-77-16,0 0-51 15,0 0-9-15,0 0-3 16,10 45 3-16,-10-3 0 16,0 9 1-16,-4 4 4 15,-8 1-5-15,2-5 2 16,5-12-2-16,5-9 0 16,0-12-8-16,4-9 7 15,19-9 2-15,14 0 4 0,8-21-2 16,1-6-3-16,-6-5 0 15,-11-3 1-15,-10 1 0 16,-10 2 14-16,-1 7 22 16,-7 9 9-16,1 9-2 15,-2 7-36-15,0 2-8 16,0 23-20-16,0 15 19 16,3 11 0-16,5 10 1 15,3-1 0-15,0 3 0 16,6-9-24-16,4-9-17 15,1-14-31-15,5-13-14 0,6-18 11 16,3-3-169 0</inkml:trace>
  <inkml:trace contextRef="#ctx0" brushRef="#br0" timeOffset="150469.93">8769 8293 678 0,'0'0'71'16,"0"0"20"-16,0 0-60 15,0 0-28-15,95-53 2 16,-66 60-4-16,3 20 0 16,-2 12-1-16,3 9 0 0,-8 6-1 15,-9 3-1-15,-12-3-1 16,-4-6-1-16,-1-7-13 15,-18-4-10-15,-6-6-19 16,0-7-23-16,1-7-60 16,7-15-135-16</inkml:trace>
  <inkml:trace contextRef="#ctx0" brushRef="#br0" timeOffset="150969.95">8699 8511 493 0,'0'0'80'0,"0"0"-36"16,106-41 11-16,-28 27 3 16,17 0-2-16,20 2-33 15,10-1-18-15,3-2-1 16,2-5-4-16,-8-4-5 16,-17-2-8-16,-19 0-7 15,-23 0 11-15,-24 3 9 16,-21 6 0-16,-18 0 10 15,-8 2 9-15,-33 6-19 16,-14 1 0-16,-1 8 0 16,4 0 4-16,16 16-4 0,6 12 1 15,5 7-1 1,9 6 0-16,4 1 0 0,10-2 0 16,2-11 0-16,11-9-2 15,20-11 2-15,11-7 6 16,1-2 5-16,-4 0-7 15,-8-14 6-15,-8-3 17 16,-10 2-9-16,-9 3 8 16,-4 0 7-16,0 5-25 15,0 3 5-15,0 4-6 16,0 0-7-16,-6 9-5 16,-10 17 2-16,-2 14 3 15,0 8 0-15,3 7-5 16,2 4 3-16,4 3-9 15,2-4-23-15,2-7-29 0,4-12-47 16,1-14-71 0,0-14-252-16</inkml:trace>
  <inkml:trace contextRef="#ctx0" brushRef="#br0" timeOffset="151134.79">10104 8843 423 0,'0'0'402'0,"0"0"-271"16,0 0-83-16,0 0-35 16,0 0-13-16,0 0 0 15,18-39-43-15,-18 46-143 16,0 0 39-16,-2-7-236 16</inkml:trace>
  <inkml:trace contextRef="#ctx0" brushRef="#br0" timeOffset="155896.85">3926 9780 44 0,'0'0'12'16,"0"0"6"-16,0 0 11 16,0 0-8-16,0 0-16 15,0 0 27-15,34-68-11 16,-23 50 1-16,4-2 30 0,-2 2 20 16,-1-1-5-16,0 0-27 15,-3 2-5-15,0-1 43 16,-4 0-22-16,-1 0-11 15,0-1 13-15,-2-1-12 16,1-2 29-16,-3 5-32 16,0-2-15-16,0 7 3 15,0 2-16-15,0 5 3 16,0 5-9-16,0 0-9 16,0 0-2-16,0 16-6 15,0 14 5-15,-8 9 2 16,-7 10 1-16,-5 9 0 15,-1 7-1-15,-3 5 3 0,-3 4-4 16,3-4 3-16,6-8-1 16,8-11 0-16,10-18-11 15,1-13 1-15,32-15 2 16,21-5 7-16,17-29-7 16,15-17 6-16,3-10-19 15,-10-3 17-15,-17 2 4 16,-17 8 4-16,-21 11 21 15,-15 9-11-15,-9 9-3 16,0 9-11-16,-4 8 0 16,-14 3-1-16,1 0-9 15,-5 22-14-15,3 7 10 0,1 9 4 16,4 8 8-16,7 3 0 16,7 1-1-16,0-5 2 15,15-11-2-15,20-14-8 16,15-12 1-16,13-8 9 15,12-17 1-15,5-19 0 16,3-8 1-16,-7-7-2 16,-10-4-1-16,-17-2 2 15,-17 1 3-15,-15-3-3 16,-14-1 4-16,-3 4 13 16,0 7 5-16,-4 18 11 15,-2 13-9-15,6 17-13 16,0 1-11-16,0 31-43 0,-3 17 40 15,1 18 2 1,-5 10 1-16,1 7-3 0,3-2 5 16,0-7-3-16,3-11 1 15,0-15-28-15,0-14-11 16,0-14-45-16,0-20-103 16,0-9-276-16</inkml:trace>
  <inkml:trace contextRef="#ctx0" brushRef="#br0" timeOffset="156040.51">4920 9657 499 0,'0'0'1'0,"0"0"-1"0,113 39 7 16,-46-23-2-16,13 1-5 15,10-3-31-15,3-11-256 16</inkml:trace>
  <inkml:trace contextRef="#ctx0" brushRef="#br0" timeOffset="156979.45">5919 9651 760 0,'0'0'29'0,"0"0"-29"16,0 0-6-16,0 0 3 15,0 0 3-15,-51 84-2 0,32-47 2 16,1 1 0 0,0-1 1-16,7-3-1 0,4-3 0 15,5-7-2-15,2-9-6 16,0-6 6-16,17-9 2 16,11-7 5-16,13-21-5 15,3-8-8-15,-3-6 8 16,-9 1 3-16,-8 0 43 15,-10 4 7-15,-4 8 1 16,-4 9-39-16,-3 9-3 16,-2 8-8-16,-1 3-4 15,2 0-2-15,1 6-23 0,0 14-1 16,-1 7 22 0,1 4 4-16,-2 0-1 0,-1-3 0 15,2-6 1-15,-1-8 0 16,2-9 4-16,-3-3-2 15,0-2-1-15,0 0 3 16,0 0 18-16,0 0 20 16,0-7-15-16,0 1-20 15,0 0-7-15,0 4 4 16,0 0-4-16,0 2-2 16,0 0 2-16,0 0-14 15,0 0-4-15,0 0-1 16,0 2-8-16,0 3 26 0,0 1-1 15,0-3 2 1,0 0-2-16,0-3 4 0,0 0-2 16,0 0 0-16,0 0 3 15,0 0-3-15,0 0 0 16,0 0-4-16,0 0 3 16,0 0-3-16,0 0 4 15,0 0 1-15,0 0-1 16,3 0 11-16,-2 0 4 15,4 0-13-15,6-8-2 16,9-3-9-16,10-6-14 16,12-8 16-16,7-1-7 15,6-8 6-15,-1-3 2 16,-3-3 3-16,-7 1 0 0,-14 3 3 16,-12 6 1-16,-13 6 7 15,-5 10 0-15,0 7-8 16,-3 7-7-16,-12 2-65 15,-6 20 16-15,-7 11 42 16,1 9 13-16,0 4 0 16,7 4-1-16,9-1 0 15,8-9 1-15,3-8 1 16,0-8-2-16,3-5 2 16,4-6 26-16,-3-6-4 15,-2-2-17-15,-2-2-2 16,0-1 1-16,0 0-3 15,-10 1 4-15,-10 2 6 0,-2 3-5 16,-2 1-6 0,9 4-10-16,8 0-85 0,7-6-158 15</inkml:trace>
  <inkml:trace contextRef="#ctx0" brushRef="#br0" timeOffset="158163.13">7700 9745 846 0,'0'0'24'0,"0"0"5"16,0 0-18 0,0 0-11-16,-82-69-9 0,46 70 7 15,0 19 1-15,5 7-5 16,4 6 6-16,9 7-10 15,5-2-2-15,10-5 1 16,3-6-34-16,0-7 14 16,19-10 21-16,5-10 10 15,9 0 10-15,5-19 1 16,3-9-2-16,-5-3 14 16,-9 5 2-16,-10 2 5 15,-8 6-12-15,-4 6-12 16,-4 7-3-16,-1 3-3 15,0 2-3-15,0 0-60 16,0 9-41-16,0 13 93 0,3 4 11 16,11 1-11-16,5-2-10 15,17-8 7-15,12-11 14 16,7-6 9-16,4-7 5 16,1-14 13-16,-6-8-1 15,-5-5 2-15,-6 2-10 16,-10-2-10-16,-9 5-5 15,-9 5-3-15,-7 7 4 16,-4 9-2-16,-3 5-2 16,1 3 0-16,-2 5-40 15,0 23-63-15,0 14 103 16,-15 12 5-16,-3 4-3 0,-3-2 2 16,2-9-2-16,7-13 0 15,4-15 6-15,1-9-6 16,4-8 7-16,3-2 33 15,-6 0 51-15,1 0-19 16,-5-12-46-16,-2-8-28 16,8-6 0-16,4-3-12 15,25-5-24-15,27-7-26 16,15-2 20-16,6-4 14 16,-4 1 28-16,-9 3 1 15,-14 10 36-15,-15 10-15 16,-13 11-11-16,-11 5-11 15,-5 7-18-15,-2 0-82 0,0 11 27 16,0 14 62 0,-18 11 11-16,-10 9 1 0,1 5 0 15,0-2 8-15,5-1-7 16,5-7 1-16,8-5 6 16,5-9-8-16,1-7 7 15,0-7 0-15,0-5 0 16,0-2 5-16,-1-4-1 15,2-1 0-15,-2 0-2 16,-7 0 8-16,-5-3 47 16,-1-13-55-16,4-3 0 15,6 1 0-15,7-1-6 0,7 4 5 16,24 0-6 0,15 1-1-16,11 2-2 0,6 4 0 15,-2 1 1-15,-10 2 1 16,-7 5-1-16,-13 0 0 15,-8 0-1-15,-6 6-2 16,-3 8 2-16,-5 5-3 16,-6 1 0-16,-1-3-8 15,-2-3-7-15,1-9 6 16,-1-4 8-16,0-1 4 16,5 0 21-16,5-14 31 15,5-10-49-15,3-5 1 16,-1-2-4-16,-3 8 0 15,-5 5 14-15,-3 11-6 16,-3 4 6-16,0 3-14 0,5 5-17 16,-2 15-1-16,-2 11 9 15,-1 6-7-15,2 4 3 16,6-2-27-16,9-7-57 16,8-10-25-16,7-17-98 15</inkml:trace>
  <inkml:trace contextRef="#ctx0" brushRef="#br0" timeOffset="158777.53">9196 9810 673 0,'0'0'111'0,"0"0"-111"0,0 0-11 16,0 0 11-16,0 0 0 15,-11 93 0-15,5-64 2 16,2-1 0-16,2-7-1 15,2-5 0-15,0-6-1 16,0-3-18-16,0-4-14 16,6-3 22-16,5 0 10 15,8-10 0-15,3-7-24 16,0 0-8-16,-3 4 6 16,-2 1 26-16,-1 5 4 15,-3 5 3-15,6-1-2 16,1 3 1-16,1 0-6 15,1 0 0-15,-6 3 0 0,-5-1-2 16,-5 1 2 0,-3-2-1-16,0 1 1 0,1-2 6 15,4 0-4-15,-2 0 15 16,6 0 11-16,3 0-12 16,5-2-9-16,8 1-7 15,12 1 0-15,9 0 0 16,11 0 0-16,10 4-1 15,1 1-4-15,3-2-2 16,-3-3 7-16,-8 0 0 16,-4 0 0-16,-9-8 0 15,-4-6-15-15,-7-5 0 16,-11-1-4-16,-9-1-29 16,-10-2 6-16,-9 2 0 0,-4-1 13 15,-20 8 18-15,2 5 11 16,4 4 54-16,0 5-27 15,1 2-27-15,0 15 0 16,4 8 2-16,9 6-1 16,4 4 7-16,0-1-8 15,24-2 7-15,21-3-2 16,14-3-5-16,13-4 0 16,11-7-80-16,7-7-260 15</inkml:trace>
  <inkml:trace contextRef="#ctx0" brushRef="#br0" timeOffset="159243.57">11363 9752 667 0,'0'0'81'16,"0"0"-15"-16,0 0-53 15,0 0-12-15,96 5-1 16,-70 24-6-16,-2 13 6 15,-8 5 0-15,-6 0 0 16,-2-4 0-16,-6-8 4 16,-1-14-3-16,-1-8 2 15,0-9-3-15,0-4 5 16,0 0 4-16,0 0 58 16,0-14 9-16,0-13-56 15,4-14-19-15,8-3-2 16,11 3-4-16,10 5-5 15,9 7-11-15,7 12-20 0,8 8-8 16,-1 9-41-16,4 0-2 16,-5 2-34-16,-10 10-72 15,-10-2-70-15</inkml:trace>
  <inkml:trace contextRef="#ctx0" brushRef="#br0" timeOffset="159512.86">12459 9832 572 0,'0'0'22'0,"0"0"34"16,0 0-40-16,0 0-10 15,0 0-6-15,0 0-7 16,38-17 7-16,-14 19 1 16,2 3 2-16,4 1-3 15,0-2 0-15,-2 0-4 16,-3 2-30-16,-5-1-59 16,-11-5-147-16</inkml:trace>
  <inkml:trace contextRef="#ctx0" brushRef="#br0" timeOffset="159678.68">12285 9969 448 0,'0'0'121'0,"0"0"-109"16,0 0 3-16,0 0 40 16,119 3-5-16,-41-3-27 15,7 0-15-15,6 0-8 16,-1 0-46-16,-9-5-187 15</inkml:trace>
  <inkml:trace contextRef="#ctx0" brushRef="#br0" timeOffset="160043.48">13325 9711 538 0,'0'0'180'16,"0"0"-44"-16,0 0-58 15,0 0-50-15,0 0-3 0,0 0-18 16,37-65-7-16,-36 87-11 16,-1 17-1-16,0 14 11 15,-18 8 0-15,-10 8-3 16,-3-1-7-16,4-5-20 16,6-8-46-16,5-8-22 15,13-16-85-15,3-20-148 16</inkml:trace>
  <inkml:trace contextRef="#ctx0" brushRef="#br0" timeOffset="160794.45">13793 9851 237 0,'0'0'131'16,"0"0"9"-16,0 0-42 16,88-79 7-16,-79 60-47 15,-6 4-11-15,-3 3-39 0,-8 2-8 16,-20 8-14-16,-12 2-18 16,-8 4 9-16,-4 21-10 15,4 8-14-15,0 8 27 16,8 6-10-16,10 3 2 15,17 0 0-15,13-3 18 16,15-4 10-16,22-4 2 16,2-3 0-16,-2-6 25 15,-10-4-9-15,-14-6-9 16,-5-4-9-16,-8-8 3 16,0-4-2-16,0-4 6 15,-15 0 37-15,-13-9 29 16,-7-9-40-16,2-6-1 15,6-4 9-15,10 0 5 0,11-2-15 16,6-1-19 0,10 4-12-16,26 0-4 0,16 2-25 15,8 3-12-15,6-1 13 16,2 4-10-16,-1 2-1 16,-1 2 8-16,-9 3-39 15,-8 3-2-15,-8 1-68 16,-10 2-130-16</inkml:trace>
  <inkml:trace contextRef="#ctx0" brushRef="#br0" timeOffset="160989.86">14316 9864 721 0,'0'0'99'0,"0"0"-48"16,0 0-51-16,0 0-12 16,0 0-129-16,0 0 60 15,66 31-74-15,-33-26-302 16</inkml:trace>
  <inkml:trace contextRef="#ctx0" brushRef="#br0" timeOffset="161208.2">14991 9578 687 0,'0'0'113'0,"0"0"-13"16,0 0-100-16,0 0-3 16,0 0 2-16,-30 112 1 15,6-36 0-15,-4 12 0 16,5 0-3-16,1 1-34 15,4-7-5-15,-1-5-36 16,4-13-37-16,9-19-125 16</inkml:trace>
  <inkml:trace contextRef="#ctx0" brushRef="#br0" timeOffset="161365.19">15195 10157 725 0,'0'0'55'15,"0"0"-10"-15,0 0-16 16,0 0 1-16,0 0-3 16,0 0-27-16,0 3-110 15,-22 18-24-15,-8-3-131 16</inkml:trace>
  <inkml:trace contextRef="#ctx0" brushRef="#br0" timeOffset="172080.86">13320 9821 136 0,'0'0'162'0,"0"0"-118"16,0 0 12-16,0 0-13 15,0 0-21-15,0 0 11 16,0 0-9-16,0 0-16 0,0-4 5 16,0 4 20-1,0 0 20-15,0-2 37 0,0 0-29 16,0 0-36-16,0 1-2 16,0 1-11-16,0 0-5 15,0 0-6-15,0 0-1 16,0 0 0-16,0 0-8 15,0 0 6-15,0 0-3 16,-4 0 5-16,-1 0 0 16,1 0 0-16,-1 0 2 15,-2-2 3-15,1-2-5 16,-1-3 5-16,0-4-2 0,3-3-2 16,1-1-1-1,3-4-14-15,0 2-1 0,0 2 9 16,0 2-1-16,1 2 7 15,5 2-19-15,-1 4-6 16,1 0-4-16,3 3 7 16,6 2-14-16,5 0 19 15,5 0 5-15,1 7 12 16,0 5-1-16,-6 1 1 16,-6 1 4-16,-8 5-4 15,-6-2 2-15,0 9 10 16,-21 5 5-16,-10 4 12 15,-9 2 4-15,-3-1-10 16,3 0-8-16,-1 0-10 16,-3-2-3-16,-2-3 4 0,0 0-4 15,4-6 2-15,10-4-4 16,10-8 2-16,6-5 0 16,7-4-2-16,4-2 6 15,4-2 8-15,1 0 20 16,0 0 1-16,0-14-29 15,18-6-6-15,9 1-6 16,0 2 5-16,-7 5 1 16,-6 2 10-16,-5 9-2 15,-2 1-3-15,1 0-5 16,1 0-3-16,4 13 1 16,1 10 3-16,4 10-1 0,7 7 0 15,2 5 0-15,8-4-21 16,6-4-50-16,1-11-16 15,5-9-33-15,-5-12-126 16</inkml:trace>
  <inkml:trace contextRef="#ctx0" brushRef="#br0" timeOffset="173480.35">13882 9839 214 0,'0'0'119'16,"0"0"-28"-16,0 0-20 16,0 0-5-16,0 0-45 15,0 0 13-15,-19-7-27 16,4 7-5-16,-3 6-2 15,-2 7 0-15,-3 2 4 16,-1 4 5-16,-3 2 8 16,-1 1-5-16,-6 3-1 0,-1 4 1 15,-5 0 5-15,3 0-9 16,2 2 1-16,9-4-9 16,7-2 1-16,6-1 3 15,9-5-4-15,4 1 0 16,0-1 2-16,0-3-1 15,13-4 15-15,8-2-9 16,3-4-1-16,6-4 1 16,6-2-3-16,7-3 2 15,3-18-1-15,6-4-5 16,3-6 3-16,2-3-2 16,-3 3 0-16,-7-1-1 0,-11 3 3 15,-10 3-3 1,-8 1 0-16,-7 0 0 0,-6 3-3 15,-5-1 3-15,0-1 0 16,0 0 0-16,0 0 5 16,-5 4 0-16,-1 3-1 15,1 5 11-15,2 6 20 16,0 3-25-16,0 0-10 16,-3 3-1-16,0 0-7 15,-5 0 7-15,-1 0-1 16,-3 0 0-16,-1 0 2 15,-3 0 0-15,2 0 3 16,-4 0-3-16,1 0 1 0,1 0-3 16,1 0-1-16,5 0 3 15,0 2 1-15,1 2-1 16,0 0 0-16,-4 3-1 16,2 2 1-16,-1-1 0 15,2 2 0-15,-1 2-1 16,1 2-1-16,-2 3 2 15,0 2 0-15,-1 3 0 16,-1 3 1-16,-2 0-2 16,-2 0 1-16,3 1 0 15,0-3 0-15,3-1 0 16,2-1 0-16,-1 2 0 16,3-2 1-16,3 0 2 15,4-1-3-15,2-3-3 0,2 0 2 16,0-3-5-16,8-1-10 15,12-4 11-15,10 1-20 16,9-7 0-16,9-3 7 16,3 0 6-16,2-6 0 15,2-16-5-15,0-5 16 16,-2-4 1-16,-3-2 1 16,-5-1 3-16,-6-2 16 15,-11 2 9-15,-5 0 8 16,-11 1-11-16,-9 1-8 15,-3 0-14-15,-2 1-4 0,-22 3-7 16,-7 4 2 0,-2 1-11-16,3 8 16 0,5 3 4 15,5 5-2-15,4 4-4 16,7 3 1-16,-4 0-1 16,2 0 1-16,-5 0-6 15,0 0 7-15,-4 9 0 16,-1 2 1-16,-6 3-2 15,0 3 2-15,2 5-1 16,0 2 0-16,7 3-29 16,2 3-50-16,8-2-37 15,8-7-168-15</inkml:trace>
  <inkml:trace contextRef="#ctx0" brushRef="#br0" timeOffset="173647.88">13845 9893 507 0,'0'0'202'16,"0"0"-118"-16,0 0-21 15,0 0-31-15,0 0-32 16,0 0-13-16,-41-18-107 16,27 35-15-16,-10-3-222 15</inkml:trace>
  <inkml:trace contextRef="#ctx0" brushRef="#br0" timeOffset="176007.41">1606 10780 456 0,'0'0'192'0,"0"0"-71"16,0 0-36-16,0 0-55 15,0 0-30-15,0 0-7 16,0 0 3-16,-2 30 3 15,-7 7 1-15,-5 7 0 16,-5 8 1-16,-2 3 0 0,-6 3-1 16,-2 1 0-16,-1-3-2 15,4-9-73-15,5-8-15 16,15-17-82-16,6-19-184 16</inkml:trace>
  <inkml:trace contextRef="#ctx0" brushRef="#br0" timeOffset="176360.55">1854 10872 603 0,'0'0'89'0,"0"0"37"16,0 0-67-16,0 0-53 16,0 0-6-16,0 0-9 15,6-28 9-15,-6 49-2 0,0 11 1 16,0 4-1-16,0 6 2 15,0-2-1-15,0-4-20 16,3-7-35-16,9-9 9 16,9-13 9-16,13-7-8 15,8-9 29-15,6-21-19 16,-6-8 8-16,-9-3 28 16,-16-4 60-16,-15 2 33 15,-2 3-13-15,-11 8-29 16,-8 8-20-16,4 16-22 15,3 8-9-15,5 8-57 16,2 23-41-16,5 4 5 16,0 2-50-16,21-3-134 0</inkml:trace>
  <inkml:trace contextRef="#ctx0" brushRef="#br0" timeOffset="176509.79">2271 11129 568 0,'0'0'161'15,"0"0"-70"-15,0 0-87 16,0 0-2-16,-78 81-2 16,44-38 1-16,2 5-1 15,7 3 0-15,4-7-32 16,12-10-59-16,9-16-20 16,0-18-126-16</inkml:trace>
  <inkml:trace contextRef="#ctx0" brushRef="#br0" timeOffset="177178.61">2649 10902 556 0,'0'0'75'0,"0"0"-35"16,0 0-40-16,0 0 0 15,0 0 11-15,-71 83 6 16,56-47-6-16,0 3 6 15,3 1-17-15,4-1 4 16,7-5-4-16,1-6-2 0,6-10-1 16,16-11-8-1,8-7-22-15,6-11 23 0,0-15-3 16,-3-7 13 0,-5-2 3-16,-10-5 5 0,-13 2 26 15,-5 1-5-15,0 6 10 16,-9 8-13-16,-2 7 2 15,6 8-24-15,2 6-4 16,3 2-3-16,0 0-30 16,0 2-15-16,0 10 36 15,8 3 10-15,16-2-1 16,7-2-14-16,8-1 4 16,7-5-9-16,2-1 2 15,7-1-9-15,-7 1 17 0,-8-1 11 16,-13 1 0-16,-15 2 1 15,-9 1 6-15,-3 4-4 16,0 4 10-16,-9 8-2 16,-6 4-6-16,-1 1-1 15,0 2-1-15,6-4 0 16,7-5-2-16,3-6-4 16,6-7-3-16,24-8-1 15,12-6 4-15,4-17 4 16,2-6 4-16,-6-5 17 15,-10 0 44-15,-5 1 7 16,-11 3-32-16,-8 8-3 16,-5 3 1-16,-3 6-35 0,-14 6-3 15,-17 5-28-15,-4 2-21 16,0 0 1-16,4 1 23 16,9 10 15-16,2 1-15 15,5 4-21-15,3-4-21 16,5-1-55-16,7-4-100 15</inkml:trace>
  <inkml:trace contextRef="#ctx0" brushRef="#br0" timeOffset="178208.07">3562 11125 333 0,'0'0'159'15,"0"0"-9"-15,0 0-91 16,0 0-59-16,0 0-9 16,0 0 9-16,0 26-3 0,0-1 3 15,6 1-1-15,2 2 0 16,6-3-1-16,6-8-6 15,8-7-20-15,9-10 21 16,5-6 7-16,3-18 1 16,1-7 4-16,-7 0 18 15,-9 0 21-15,-9 3-3 16,-12 2 3-16,-9 1-19 16,-3 4 6-16,-24 4-25 15,-12 7-6-15,-5 8-3 16,0 2-25-16,7 10-23 15,7 14-22-15,9 8-39 0,6-1-46 16,5-1-85-16</inkml:trace>
  <inkml:trace contextRef="#ctx0" brushRef="#br0" timeOffset="178820.45">4392 11037 480 0,'0'0'110'0,"0"0"-33"16,0 0-60 0,0 0-11-16,101-36 10 0,-59 27 0 15,4 3-7 1,6 4-8-16,3 2-2 0,-4 0-74 15,-3 0-102-15,-16 0-211 16</inkml:trace>
  <inkml:trace contextRef="#ctx0" brushRef="#br0" timeOffset="179024.73">4211 11269 414 0,'0'0'93'16,"0"0"3"-16,79 0-24 0,-24-3-24 16,11-8-33-16,7 4-7 15,4-1-8-15,0 3-13 16,0-4-72-16,-11-3-194 16</inkml:trace>
  <inkml:trace contextRef="#ctx0" brushRef="#br0" timeOffset="180005.96">5803 10950 459 0,'0'0'144'0,"0"0"-58"16,0 0 3-16,0 0-57 15,0 0-5-15,0 0-19 16,-10-62-6-16,9 57 1 15,0 2 3-15,1 1 0 16,0-1 5-16,0 0-2 0,0-1-1 16,0-1-7-1,10 0-1-15,11 0-7 0,10 2 7 16,9 0-3-16,2 2 3 16,-1 1 0-16,-4 1-2 15,-10 17 0-15,-8 9 0 16,-8 9-4-16,-11 8 1 15,-9 5-15-15,-29 3 9 16,-14-6 11-16,-6-8 0 16,10-13 0-16,15-11 1 15,11-9-1-15,10-5 6 16,2 0 7-16,1 0 40 16,-5-11-26-16,4-3-24 15,4 1 6-15,3 3-8 0,3 4-1 16,0 5 0-16,12 1-13 15,12 0 0-15,7 5 4 16,5 12-8-16,4 5 2 16,2 7-21-16,3 4-35 15,3-2-9-15,2-6-51 16,-1-11-86-16</inkml:trace>
  <inkml:trace contextRef="#ctx0" brushRef="#br0" timeOffset="181221.73">6478 10943 658 0,'0'0'74'0,"0"0"53"15,0 0-87-15,0 0-33 16,0 0-7-16,0 0-34 16,-21 3 30-16,15 36 2 15,3 9 2-15,0 4 0 16,3 0 0-16,0-7-3 15,1-8-12-15,15-8-12 16,5-12 4-16,2-14 18 16,7-3 5-16,2-11 9 15,2-17-6-15,-3-4 0 16,-7-3 6-16,-10-4-6 16,-11-1 16-16,-3-1 5 0,-3 0-13 15,-12 12 21 1,3 9 0-16,4 10-23 0,5 7-9 15,3 3-9-15,0 0-43 16,0 1-31-16,0 11 36 16,6 1 45-16,12 1 2 15,1-1 0-15,6-4 0 16,3 1 0-16,-1-6 3 16,-7-1-3-16,-9 0 0 15,-5-3 5-15,-6 1 2 16,0-1 30-16,0 0 14 15,0 0-17-15,0 0-6 16,0 0-8-16,0 0-8 0,0 0-2 16,0 0-10-1,0 0 3-15,0 0-3 0,0 0-3 16,0 0 3-16,0 0 0 16,0 0 0-16,0 0-1 15,0 0 2-15,0 0 0 16,0 0 1-16,0 0 1 15,0 0 3-15,0 1 2 16,0-1-6-16,0 0 0 16,0 0-2-16,0 0 0 15,0 0-1-15,0 2-4 16,0-2 1-16,0 0 0 16,0 0-5-16,0 0 5 15,0 0-4-15,0 0-6 0,3 0-4 16,8 2-3-16,11 0 20 15,12 1-1-15,6 0 0 16,4-2 2-16,2 0-4 16,-3-1 0-16,-3 0-1 15,-10 0 4-15,-10 0 1 16,-10-1 3-16,-7 0-2 16,-3-1 22-16,0 2-10 15,0-1-5-15,0 1-8 16,0 0-8-16,-16 7 1 15,-5 13 5-15,-3 5 0 16,0 6 1-16,0 1 1 16,3 3 0-16,10-7 0 0,11-6-9 15,0-6-7-15,14-11 7 16,15-5 9-16,12-3 6 16,5-18-4-16,4-10 2 15,-1-2 0-15,-12-1-2 16,-13 1-2-16,-13 3 0 15,-4 4 3-15,-7 5 1 16,0 6-4-16,0 7 0 16,0 5 0-16,3 3-6 15,9 0-10-15,6 0 3 16,10 6 10-16,7 11 3 16,6-2 0-16,-2 5 0 15,3 0 1-15,-1 0 0 0,-6-1-1 16,-5 0 0-16,-7-2 2 15,-3-2-5-15,-5-1-4 16,-6-4-26-16,-2-4 5 16,-2-5-10-16,7-1 29 15,3-7 9-15,0-15 8 16,4-6 37-16,-1-2 12 16,-6-6-16-16,-1-2-18 15,-4 2 22-15,-6 0-23 16,-1 5 1-16,0 7-23 15,-22 9-4-15,-26 9-28 16,-26 6-79-16,-19 0-79 0,-7 14-443 16</inkml:trace>
  <inkml:trace contextRef="#ctx0" brushRef="#br0" timeOffset="181656.63">5753 11601 548 0,'0'0'58'0,"0"0"22"16,0 0-24-16,0 0-56 16,0 0 3-16,0 0-3 15,112-9 20-15,3 15-6 16,37-3 13-16,37 0-13 15,29-2-14-15,25-1 1 16,10 0 0-16,-7 0-2 0,-14 0-3 16,-32 0 4-16,-30 0 0 15,-27 0-1-15,-35 3-2 16,-32 7 1-16,-40 2-17 16,-36 6-78-16,-34 3-26 15,-44-1-80-15</inkml:trace>
  <inkml:trace contextRef="#ctx0" brushRef="#br0" timeOffset="181940.69">6201 11930 648 0,'0'0'121'15,"0"0"-16"-15,0 0-97 16,0 0-8-16,0 0 0 16,0 0 0-16,4 95-2 15,-14-54 0-15,-5 5-1 16,-3-1-44-16,0-1-29 15,5-4-34-15,4-14-150 16</inkml:trace>
  <inkml:trace contextRef="#ctx0" brushRef="#br0" timeOffset="182121.52">6471 12080 547 0,'0'0'300'0,"0"0"-196"15,0 0-91-15,0 0-13 16,0 0-78-16,0 0 10 16,15-9 19-16,-9 23-58 15,2-7-67-15,3-7-228 16</inkml:trace>
  <inkml:trace contextRef="#ctx0" brushRef="#br0" timeOffset="182637.66">6636 11937 650 0,'0'0'204'0,"0"0"-138"16,0 0-58-16,0 0-6 15,96-26-2-15,-69 34 0 16,-4 8-1-16,-3 5 1 16,-10 4 0-16,-8 2-1 15,-2 2-15-15,-15-2-18 16,-9-6 9-16,-1-1 1 15,1-5 11-15,9-5-14 16,3-6 15-16,6-3 12 0,6-1 3 16,0 0 53-16,13-1 13 15,26-12-69-15,18-1 0 16,22 3-2-16,12 2 1 16,3 1-4-16,-6 1-9 15,-21 0 5-15,-24 0 7 16,-25 3 2-16,-11-2 8 15,-7 6 21-15,0 0-17 16,0 0-12-16,-7 0-10 16,-8 6 6-16,-4 8-5 15,4 3 2-15,0 0-2 16,8 2-19-16,5-5-4 16,2-6-1-16,12-8 24 0,15 0 9 15,7-5 15-15,-1-15 2 16,-9-4 16-1,-5-4-13-15,-10 1 15 0,-9-1 0 16,0 4-18-16,-18 6-16 16,-16 8-1-16,3 10-90 15,6 0-39-15,12 5-32 16,13 7-79-16</inkml:trace>
  <inkml:trace contextRef="#ctx0" brushRef="#br0" timeOffset="182870.27">7733 11869 684 0,'0'0'181'0,"0"0"-115"16,0 0-44-16,0 0-22 16,0 0-7-16,14 83 0 15,-33-13 4-15,-17 10 3 16,-16 3 0-16,-9-4 0 15,-5-8-1-15,-1-11-7 16,0-11 1-16,-9-9-12 16,-6-12-35-16,-11-12-18 15,-7-16-96-15,-7-7-160 16</inkml:trace>
  <inkml:trace contextRef="#ctx0" brushRef="#br0" timeOffset="183186.22">5980 11887 475 0,'0'0'166'0,"0"0"-30"16,0 0-82-16,0 0-48 16,0 0-6-16,0 0 0 15,-92 69-2-15,75-24 4 16,4 10-2-16,2 9 0 16,7 3 2-16,4-2-4 15,6 2-8-15,34-6-59 16,27-10-33-16,21-14-138 15</inkml:trace>
  <inkml:trace contextRef="#ctx0" brushRef="#br0" timeOffset="183627.94">8050 11811 195 0,'0'0'349'15,"0"0"-133"-15,0 0-129 16,0 0-87-16,0 0-4 16,0 0 1-16,-11 73 1 15,-8-32-16-15,-1 1-31 16,0-4-58-16,10-8-140 16</inkml:trace>
  <inkml:trace contextRef="#ctx0" brushRef="#br0" timeOffset="183920.41">8586 11397 356 0,'0'0'169'0,"0"0"-85"0,0 0-43 16,115-42-7-16,-75 38-14 15,9 0-16-15,6 4 0 16,8-3-4-16,0 3-8 16,-2 0-43-16,-9-5-74 15,-16-4-224-15</inkml:trace>
  <inkml:trace contextRef="#ctx0" brushRef="#br0" timeOffset="184087.31">8885 11209 336 0,'0'0'246'16,"0"0"-86"-16,0 0-45 16,0 0-69-16,0 0-46 0,0 0 2 15,-14 14-4-15,14 29 1 16,1 9 0-16,2 8 1 15,0 1-19-15,-3 3-71 16,0-9-85-16,-1-15-174 16</inkml:trace>
  <inkml:trace contextRef="#ctx0" brushRef="#br0" timeOffset="185484.78">9375 10955 542 0,'0'0'185'0,"0"0"-81"16,0 0-70-16,107-53-27 15,-60 48 1-15,2 5-7 16,1 0 2-16,-5 21-3 16,-4 5 0-16,-15 8-1 15,-15 2-1-15,-11 1-15 16,-24 2-5-16,-15 0 13 15,-7-3-7-15,4-3-22 16,6-5-5-16,9-8 18 16,13-11 11-16,12-4 7 15,2-5 4-15,22 0 3 16,17-8 15-16,12-8 10 16,11-1 10-16,10 4-18 0,12-4-17 15,4 1-26-15,6-3-45 16,-5 0-38-16,-7-4-66 15,-13 1 40-15,-22 3 10 16,-19 4 112-16,-17 2 13 16,-11 2 152-16,0 1 31 15,-4 3-47-15,-10 1-105 16,1 6 90-16,-5 0-93 16,-2 5-27-16,-2 16-2 15,-3 5 0-15,-3 6 1 16,-1 1 0-16,9 0-2 15,4-2 0-15,10-4 2 0,6-4-3 16,0-3-1-16,6-5 4 16,15-7 1-16,0-6 5 15,5-2-5-15,3-8 5 16,1-12-6-16,-1-7-15 16,-6-1 14-16,-6 0-5 15,-10-2 6-15,-7 3 23 16,0 0 16-16,0 4-9 15,-7 6-14-15,1 7-10 16,3 6-3-16,1 3-3 16,-2 1-1-16,4 0-1 15,-3 0-14-15,-2 1 5 16,0 11 7-16,2 4 4 16,3 0-1-16,0 1-9 15,8 3-5-15,13-3 5 0,11 0-25 16,8-4 25-16,5-1-30 15,4-3 17-15,-4-9-7 16,-11 0 13-16,-12 0 17 16,-9 0 33-16,-8-3 69 15,-3 0-41-15,-2-2-25 16,0 4-18-16,0 1-17 16,0 0-1-16,0 0-5 15,0 3-36-15,-11 10 25 16,3-1 15-16,1-1 0 15,1 3-13-15,1-5 9 0,2-1-32 16,3-5 30-16,0-3 7 16,0 0 3-16,0-3 81 15,7-10-42-15,3-2-36 16,1 0 22-16,-4 2-7 16,-2 5 0-16,-5 2-19 15,0 5-2-15,0 1 0 16,0 0-4-16,0 0-5 15,0 0-19-15,0 0-55 16,0 7-31-16,-14 6 51 16,-4-3-15-16,-1-2-176 15</inkml:trace>
  <inkml:trace contextRef="#ctx0" brushRef="#br0" timeOffset="186333.62">9627 11056 262 0,'0'0'101'16,"0"0"-30"-16,0 0-55 15,0 0 22-15,0 0-5 16,98-31 5-16,-75 24 3 16,-3 6 4-16,0 1-8 15,-5 0-18-15,-2 0-18 16,-7 16-1-16,-6 5-2 16,0 8 2-16,-22 3 1 15,-15 1 0-15,-10 4 8 16,1-5-9-16,9-9 5 0,8-6 0 15,12-8-4-15,8-6 0 16,6-3 2-16,0 0-2 16,-1 0 16-16,3 0 3 15,0 0-19-15,1 0 10 16,0-9-11-16,9 2-3 16,17 0-22-16,9 1-30 15,4 4 50-15,-3 0 4 16,-5 2 1-16,-5 0 5 15,-6 0-1-15,-6 12 1 16,-4 8-5-16,-7 8 0 16,-3 6 0-16,-2 7 3 15,-20-2-1-15,-5-5 2 16,-4-7-4-16,3-8 1 16,-1-8-1-16,1-5 1 0,0-4 4 15,2-2 0-15,-2 0-2 16,0-9 2-16,5-4-4 15,5 2-1-15,17-2-111 16,1-5-402-16</inkml:trace>
  <inkml:trace contextRef="#ctx0" brushRef="#br0" timeOffset="187220.76">10579 11129 222 0,'0'0'125'16,"0"0"-64"-16,0 0-61 15,0 0 0-15,0 0 0 0,0 0 6 16,-10 13 9-16,7-2 15 15,-2 4 6-15,-1 7-11 16,-2 6 21-16,1 6-30 16,0 1-6-16,5-1-6 15,2-5 2-15,0-10-4 16,4-9-2-16,10-9 2 16,5-1 14-16,1-9 47 15,3-15-4-15,1-4 16 16,-4-2-38-16,1-2-19 15,-5 4-12-15,0 0 12 16,-5 7-3-16,-7 1-15 0,-2 3-1 16,-2 3-2-16,0-1 2 15,0 4 0-15,-3 1-7 16,-7 4 1-16,9 4-7 16,1 2-5-16,0 0-12 15,0 0-1-15,0 0 7 16,0 0 1-16,11 5 4 15,13 6 20-15,11 3 6 16,4 2-2-16,2-1 0 16,-4 1-4-16,-2-1 1 15,-10 0 2-15,-8-1-3 16,-6-3 0-16,-8-2-3 16,-3 1-21-16,0 0 5 15,0 1-7-15,-6 1-5 0,4-2-9 16,2-2 0-16,0-2 17 15,0-3-1-15,6-2 24 16,14-1 13-16,6 0 26 16,7 0-9-16,4-1-2 15,4-8-8-15,1-2-14 16,-7-2 2-16,-5-2-4 16,-6-3 15-16,-5 3 10 15,-7 0 17-15,-7-3-2 16,-5 1-28-16,0-2 7 15,-33-5-16-15,-27 3-7 0,-31 3-2 16,-28 8-27-16,-8 7-115 16,14 3-230-16</inkml:trace>
  <inkml:trace contextRef="#ctx0" brushRef="#br0" timeOffset="187698.94">9457 11669 583 0,'0'0'91'0,"0"0"51"15,0 0-90-15,0 0-42 16,0 0-10-16,0 0-3 15,-5-9-1-15,43 9 4 16,32 0 0-16,45 0 1 0,40-5 4 16,42 0-4-16,23 2 2 15,19 0-3-15,1 3-1 16,-13 0-1-16,-18 0-7 16,-29 0 4-16,-32 0-6 15,-38 4-6-15,-37 10-25 16,-41 6-35-16,-32 2-40 15,-39-3-136-15</inkml:trace>
  <inkml:trace contextRef="#ctx0" brushRef="#br0" timeOffset="187927.64">9869 11956 777 0,'0'0'148'0,"0"0"-127"15,0 0-21-15,0 0-6 16,0 0 6-16,22 81-1 16,-19-45 1-16,-3 3-26 15,0 3-21-15,0 0-70 16,0-8-35-16,0-6-141 15</inkml:trace>
  <inkml:trace contextRef="#ctx0" brushRef="#br0" timeOffset="188089.9">10247 12079 220 0,'0'0'561'0,"0"0"-429"16,0 0-121-16,0 0-11 15,0 0-76-15,0 0 40 16,48-8-79-16,-31 12-55 16,0-4-214-16</inkml:trace>
  <inkml:trace contextRef="#ctx0" brushRef="#br0" timeOffset="188548.42">10449 11969 327 0,'0'0'208'0,"0"0"-69"0,0 0-53 16,0 0-71-16,93-27-9 15,-77 42-6-15,-3 4 0 16,-5 5-4-16,-5 1 4 16,-3-2 0-16,0 0 0 15,-13-6 3-15,-6 0-2 16,-3 1 4-16,5-1-3 16,1-2 1-16,4-3-3 15,12-4-39-15,0-4-36 16,27-4 6-16,24 0-25 0,23-14-57 15,3-8 128-15,3 0 23 16,-14-3 47-16,-21 4 101 16,-18 4 17-16,-16 5-8 15,-10 7-74-15,-1 3-63 16,0 2-20-16,-6 0-10 16,-11 9 2-16,-4 9 7 15,1 1-5-15,4 3-5 16,4 0-2-16,7-1-12 15,5-3-8-15,8-4 4 16,20-9 7-16,7-5 22 16,-1-3-1-16,-3-18 2 15,-5-2 1-15,-7-3 5 16,-12 2-6-16,-7 2 8 16,-9 0-4-16,-28 7-5 0,-8 6-63 15,6 5-142-15,14 1-178 16</inkml:trace>
  <inkml:trace contextRef="#ctx0" brushRef="#br0" timeOffset="188757.51">11391 11922 695 0,'0'0'110'15,"0"0"12"-15,0 0-86 16,0 0-36-16,0 0-18 15,0 0 18-15,-38 133-7 16,-12-56 7-16,-15 9-2 0,-16-1-2 16,-5 0-20-16,-5-11-46 15,7-13-15-15,7-17-18 16,4-20-18-16,3-19-58 16</inkml:trace>
  <inkml:trace contextRef="#ctx0" brushRef="#br0" timeOffset="189021.56">9681 11944 586 0,'0'0'146'16,"0"0"-14"-16,0 0-83 15,0 0-24-15,0 0-25 16,0 0-1-16,-94 81 0 16,71-18 1-16,2 9-7 15,5 3 7-15,13 2-52 16,3 0-14-16,27-4 13 16,28-10-84-16,27-21-176 15</inkml:trace>
  <inkml:trace contextRef="#ctx0" brushRef="#br0" timeOffset="189615.63">11502 11879 428 0,'0'0'167'16,"0"0"-103"-16,0 0 41 16,0 0-81-16,0 0 13 15,82-71 11-15,-63 67-14 16,2 4-11-16,1 0-12 15,2 10-10-15,-1 15-2 0,-7 5 1 16,-4 1-6-16,-9 2 4 16,-3-2-19-16,0 1-17 15,-8-3 16-15,-6-6-17 16,-7-3 20-16,3-5-13 16,1-10 23-16,4-3 9 15,0-2 3-15,5 0 9 16,7-7 45-16,1-8-18 15,7 2-22-15,26-3-17 16,12-1-3-16,16 2-6 16,4 2-10-16,6 6-34 15,-2 0-67-15,-7-3-166 16</inkml:trace>
  <inkml:trace contextRef="#ctx0" brushRef="#br0" timeOffset="189877.72">12251 11439 636 0,'0'0'63'0,"0"0"14"0,0 0-77 15,0 0 0-15,0 0 0 16,114-14 0-16,-46 14-3 16,3 0-38-16,2 0-2 15,-3 0-26-15,-7-6-53 16,-11-6-160-16</inkml:trace>
  <inkml:trace contextRef="#ctx0" brushRef="#br0" timeOffset="190095.76">12540 11153 596 0,'0'0'176'0,"0"0"-62"16,0 0-64-16,0 0-45 0,0 0-5 15,0 0-5-15,0 107 5 16,-7-20 0-16,-8 20-4 15,-6 4-7-15,0-5-65 16,4-14-84-16,1-26-25 16,9-26-230-16</inkml:trace>
  <inkml:trace contextRef="#ctx0" brushRef="#br0" timeOffset="195408.45">13359 10975 513 0,'0'0'82'0,"0"0"-36"0,0 0 19 15,0 0-8-15,0 0-28 16,0 0-10-16,0 0-12 16,0-18-7-16,0 18-4 15,0 0 1-15,-3 10 3 16,-6 5 2-16,-3 6 2 16,-4 6 6-16,-4 4 3 15,-5 8-1-15,-2 3-3 16,-1 6-4-16,1 8-2 15,6 2-2-15,7-3 1 0,11-9-3 16,3-12 1-16,20-12-9 16,22-18-13-16,17-4-14 15,15-21-12-15,4-16-16 16,-4-6 22-16,-16-3 42 16,-19 4 3-16,-14 2 1 15,-15 8 70-15,-9 7 14 16,-1 5-36-16,0 7-14 15,-5 7-23-15,1 6-11 16,-3 0-4-16,0 14-3 16,-6 14-1-16,1 13 4 15,-2 13 0-15,-2 7 0 16,-2 4 1-16,0-1-2 0,1-8-28 16,6 0-55-1,8-14-80-15,3-16-182 0</inkml:trace>
  <inkml:trace contextRef="#ctx0" brushRef="#br0" timeOffset="195596.14">13734 11500 555 0,'0'0'251'16,"0"0"-154"-16,0 0-97 15,0 0-1-15,0 0 1 16,0 0-2-16,-1 78 4 0,-8-41-2 15,-6 2 0 1,0-3-37-16,-1 0-56 0,9-11-69 16,7-18-182-16</inkml:trace>
  <inkml:trace contextRef="#ctx0" brushRef="#br0" timeOffset="196424.05">14051 11301 401 0,'0'0'227'0,"0"0"-88"16,0 0-67-16,0 0-63 15,0 0-9-15,0 0 0 16,4 17-1-16,-4 23 2 16,0 2 2-16,0 1-3 0,0-3 0 15,0-3 3 1,6-6-3-16,6-6 0 0,6-6-1 15,2-10-4-15,4-9 5 16,7 0-1-16,3-19 1 16,1-8-2-16,-6-8 7 15,-7-1-5-15,-12-3 10 16,-10-4-1-16,-5 2 8 16,-20 5-11-16,-9 6-6 15,1 11 0-15,9 8 1 16,9 3-1-16,10 8 0 15,5-3-2-15,0 3-12 0,0 0-26 16,0 0 22-16,11 0 15 16,11 0 3-16,8 6 2 15,8 3-2-15,6 4 2 16,-1 3-2-16,2 4 0 16,-3 3 0-16,-6 5-1 15,-10-2 1-15,-3 3-1 16,-11 0-1-16,-3 1 0 15,-5 1 1-15,-4-8-6 16,0-1-2-16,0-5 3 16,0-7-13-16,0-3-12 15,0-5-14-15,4-2-12 16,9 0 31-16,10-14 0 0,5-13-19 16,7-7 45-1,-1-2 12-15,4-1 36 0,-1-2 12 16,2 6-5-16,-2 5-8 15,-3 6-31-15,-4 9-4 16,-8 9-6-16,-5 4-3 16,-4 0-2-16,-2 13-1 15,-3 7-5-15,-2 7 4 16,-2 3 0-16,-4 2 0 16,0-1 0-16,0-1 2 15,3-5 0-15,4-5 1 16,11-8 1-16,6-10-1 15,12-2 4-15,6-7-6 16,7-19 8-16,-1-5-4 0,-5-4 11 16,-11-5 27-16,-12 1 5 15,-10-1-13-15,-10 3-10 16,-4 4-11-16,-39 8-13 16,-31 11-2-16,-31 14-55 15,-19 0-81-15,-8 3-182 16</inkml:trace>
  <inkml:trace contextRef="#ctx0" brushRef="#br0" timeOffset="197024.25">13391 11989 346 0,'0'0'173'0,"0"0"-32"15,0 0-48-15,0 0-61 16,0 0-32-16,0 0 1 0,66-19 9 16,34 22 21-1,45 0-1-15,35 2-12 0,32-2-10 16,28-3-7-16,9 0-1 15,-4 0 0-15,-15-8 9 16,-29 4 6-16,-26 4 6 16,-26 0-12-16,-30 3-9 15,-29 11-1-15,-32 2-6 16,-39-2-41-16,-19 6-67 16,-39-8-58-16,-29-2-267 15</inkml:trace>
  <inkml:trace contextRef="#ctx0" brushRef="#br0" timeOffset="197485.95">13621 12354 593 0,'0'0'185'15,"0"0"-124"-15,0 0-61 16,0 0 3-16,0 0-3 15,-10 87 0-15,1-37 2 0,-3 4 1 16,-2-1 0 0,0-2-6-16,0-4-50 0,4-11-112 15,9-16-195-15</inkml:trace>
  <inkml:trace contextRef="#ctx0" brushRef="#br0" timeOffset="197643.49">13803 12495 708 0,'0'0'121'0,"0"0"-60"15,0 0-38-15,0 0-23 16,0 0-49-16,0 0 11 0,26 23-89 16,-16-3-63-1</inkml:trace>
  <inkml:trace contextRef="#ctx0" brushRef="#br0" timeOffset="198222.44">14024 12337 145 0,'0'0'436'15,"0"0"-291"-15,0 0-65 16,101-61-36-16,-75 61-14 0,-5 4-11 15,-3 21-19-15,-8 7 0 16,-8 9 0-16,-2 7-2 16,-18 1 2-16,-11-6 0 15,-1-2 0-15,2-10 0 16,4-3 0-16,2-4-8 16,6-6-25-16,8-4-7 15,4-5-21-15,4-7-1 16,16-2 43-16,14 0 12 15,6-11 0-15,7-4 7 16,0-1 0-16,5-1 3 16,-1 0 8-16,1 1 3 15,-9-1 34-15,-9 5-5 16,-15 2-4-16,-6 6-7 16,-5 2-16-16,-4 2-11 0,0 0-5 15,0 14-7-15,0 5 4 16,-9 5 3-16,1 1 0 15,5 2 0-15,3 1 0 16,5-4-14-16,22-7 6 16,9-8 3-16,7-9 2 15,2 0 2-15,-4-20 2 16,-6-5 2-16,-11-6 6 16,-13-2 5-16,-9 0 12 15,-2-3 7-15,-23 4-21 16,-17 7-1-16,-10 9-11 15,-1 13-2-15,8 3-18 0,15 14-46 16,16 14-28-16,12 3-29 16,0 1-145-16</inkml:trace>
  <inkml:trace contextRef="#ctx0" brushRef="#br0" timeOffset="198454.68">14979 12285 627 0,'0'0'131'15,"0"0"-45"-15,0 0-67 16,0 0-14-16,97 20-5 16,-81 39 0-16,-9 18-2 15,-7 11 2-15,-14 10 3 0,-30 1-3 16,-24 0-1-16,-22-6-15 15,-17-9-68-15,-8-14-54 16,5-21-113-16</inkml:trace>
  <inkml:trace contextRef="#ctx0" brushRef="#br0" timeOffset="198880.14">13492 12233 569 0,'0'0'176'0,"0"0"-97"0,0 0-30 16,0 0-45-16,0 0 0 15,-52 89 6-15,35-6-1 16,2 13-1-16,0 6-6 16,2-5-2-16,4-10 0 15,9-12-40-15,0-12-58 16,34-17-75-16,27-20-146 16</inkml:trace>
  <inkml:trace contextRef="#ctx0" brushRef="#br0" timeOffset="199787.24">15317 12250 99 0,'0'0'266'15,"0"0"-105"-15,0 0-43 16,0 0-39-16,0 0-38 15,0 0 12-15,-15-20-10 16,15 14-10-16,0-2-13 16,0-1-2-16,8-1-6 15,5 0-9-15,4 3 0 16,3 2-3-16,3 2-1 16,-2 3 0-16,-2 0 1 0,-5 4-7 15,-5 10-21-15,-8 3-16 16,-1 0-4-16,0 0-12 15,-10-1 14-15,-7-1 14 16,4-1 16-16,1-3 16 16,3 2 0-16,9-1 0 15,0 1 0-15,0 2 7 16,10 1 7-16,4 1 31 16,0 2-24-16,-1-4 9 15,-6-1 5-15,-2 2-23 0,-4-2 1 16,-1 2-12-1,0-2 6-15,-1-1-7 0,-8-3 1 16,-3-1-1-16,-3-2 3 16,1-2-1-16,-5-5 1 15,-2 0-2-15,-3-3 0 16,-1-11-2-16,4 1-17 16,7 0-63-16,14 1-86 15,0-6-283-15</inkml:trace>
  <inkml:trace contextRef="#ctx0" brushRef="#br0" timeOffset="200216.03">16138 11337 581 0,'0'0'22'0,"0"0"0"16,0 0-20-16,0 0-2 15,-33 88 8-15,11-35 3 16,2 8 21-16,-1 1-13 15,-1 2-16-15,8-3 0 16,3-7-3-16,9-8-52 16,2-17-127-16</inkml:trace>
  <inkml:trace contextRef="#ctx0" brushRef="#br0" timeOffset="200403.85">15853 11531 632 0,'0'0'0'0,"0"0"7"15,123-22 12-15,-56 16 15 16,2 3-4-16,3 0-21 16,3 3-9-16,0 0-68 15,2-7-176-15</inkml:trace>
  <inkml:trace contextRef="#ctx0" brushRef="#br0" timeOffset="200819.01">16687 11088 664 0,'0'0'82'16,"0"0"-50"-16,0 0-31 15,0 0 8-15,8 102 15 16,-8-42-8-16,-5 8-15 16,-9-1 1-16,6-13 1 15,4-13-1-15,4-17-2 16,9-7 1-16,12-8 4 0,13-9-5 16,4 0-7-1,2-13-16-15,-4-14 6 0,-9-5 14 16,-14-7 2-16,-12 0 2 15,-1 3-1-15,0 7 11 16,-3 11 24-16,-1 13 20 16,4 5-43-16,0 11-12 15,0 21-6-15,-1 16 4 16,-5 8 4-16,-2 5-4 16,0-1 3-16,4-2-2 15,4-8-14-15,0-6-33 16,0-8 5-16,9-11-82 0,6-21-217 15</inkml:trace>
  <inkml:trace contextRef="#ctx0" brushRef="#br0" timeOffset="201417.61">16843 11159 459 0,'0'0'43'15,"0"0"4"-15,0 0-17 16,0 0-15-16,0 0 58 16,0 0-8-16,-1-56-44 15,51 56-20-15,19 0-1 16,13 7 0-16,6 2 0 0,1 1-10 16,-1 0-46-1,-8-1-23-15,-15 0-44 0,-17-4-126 16</inkml:trace>
  <inkml:trace contextRef="#ctx0" brushRef="#br0" timeOffset="201751.46">16952 11517 470 0,'0'0'137'16,"0"0"-14"-16,0 0-95 15,0 0-25-15,0 0-3 16,-77 101 2-16,33-46 6 16,-3 6-2-16,5-8-5 15,6-10 7-15,15-13-7 16,9-14-1-16,4-9 11 15,6-4-3-15,-4-3 5 16,-5 0 19-16,-2-14-18 16,-5-8-14-16,6-5-5 15,4 1-57-15,8 4 5 16,8 5-55-16,24 5-230 16</inkml:trace>
  <inkml:trace contextRef="#ctx0" brushRef="#br0" timeOffset="202801.49">17173 11536 507 0,'0'0'155'15,"0"0"-116"-15,0 0-33 0,0 0 4 16,0 0 20-16,-69 111-5 16,52-60-14-16,6 5-6 15,8-8-4-15,3-9-1 16,24-11 0-16,16-14 0 16,14-14 7-16,2 0-7 15,-2-20 0-15,-5-12-4 16,-7-2 4-16,-12-5 2 15,-9 2 1-15,-14-2-3 16,-7 3 5-16,-3 2-1 16,-15 6-1-16,-3 9 0 15,5 9-3-15,7 6 0 16,3 4 0-16,2 0-7 0,-2 0 5 16,0 3 0-1,3 1 2-15,1 0-3 0,2-2 3 16,0-2 0-16,0 0 0 15,0 0 3-15,0 0 0 16,-1 0 26-16,-2 0 12 16,-1 0 5-16,-1 0-30 15,-3-2-13-15,1 0-1 16,1 0-1-16,0 1-2 16,0 1 0-16,-4 0 0 15,1 0 1-15,0 0 0 16,-1 0 0-16,2 0 0 0,2 0 2 15,1 0-2 1,2 0 0-16,1 0 1 0,2 0-2 16,0 1 1-16,0 1-3 15,5 3-5-15,24 2-20 16,17 1 24-16,17 1-19 16,7-5-13-16,6-1-20 15,4-3-8-15,3 0 22 16,-9 0 30-16,-16-6 12 15,-24-4 8-15,-17 3 37 16,-13 3 33-16,-4 3-21 16,-3 1-50-16,-25 1-1 15,-14 19-7-15,-10 4 2 16,0 6-2-16,12 0 1 16,10-2-3-16,16-6 2 0,11-6-5 15,3-9-9-15,20-7 15 16,21 0 0-16,15-17 7 15,2-13-6-15,-3-2 2 16,-10 0-2-16,-6 6-1 16,-9 6 0-16,-7 7-1 15,-7 8 3-15,-5 5-4 16,-5 0-1-16,-4 18-6 16,-2 5 8-16,0 5-7 15,-3 8 6-15,-6 3 1 16,1 1 2-16,8-3-1 15,0-6 0-15,17-11 1 0,19-10 12 16,10-8-12-16,7-2 6 16,1-11-4-16,1-12 0 15,-6-8-3-15,-12-5 12 16,-11 3-1-16,-12-2 9 16,-14 3-6-16,-5 6-8 15,-37 6-6-15,-25 10-10 16,-21 10-98-16,-8 0-145 15</inkml:trace>
  <inkml:trace contextRef="#ctx0" brushRef="#br0" timeOffset="203167.47">16544 12137 458 0,'0'0'144'0,"0"0"-43"16,0 0-54-16,0 0-43 0,129-49 7 15,-36 43 27-15,29 2-8 16,32 1 1-16,26 1-6 16,16 2-17-1,5 0-2-15,-10 0-6 0,-9 3-1 16,-8 6-8-16,-18 4-44 16,-20 1-2-16,-42-3-42 15,-47 1-18-15,-47-4-279 16</inkml:trace>
  <inkml:trace contextRef="#ctx0" brushRef="#br0" timeOffset="203433.29">17030 12530 816 0,'0'0'101'0,"0"0"-57"15,0 0-44-15,0 0-4 16,0 0 4-16,-9 91 1 16,1-48-1-16,2 2-2 15,-2 1-11-15,0 3-52 16,2-6-56-16,3-11-62 15,3-15-305-15</inkml:trace>
  <inkml:trace contextRef="#ctx0" brushRef="#br0" timeOffset="203599.38">17337 12632 758 0,'0'0'76'0,"0"0"0"16,0 0-74-16,0 0-2 15,0 0-23-15,0 0 7 16,21 19-30-16,-6 1-70 16,0-7-55-16,4-10-252 15</inkml:trace>
  <inkml:trace contextRef="#ctx0" brushRef="#br0" timeOffset="204115.71">17655 12489 599 0,'0'0'56'16,"0"0"58"-16,0 0-74 16,94-28-16-16,-81 31-4 15,-6 14-11-15,-7 6-9 16,0 3 0-16,-29 8 0 16,-12 2 6-16,-6 1-5 15,1-6-1-15,11-1-7 16,13-7-58-16,8-3 31 0,10-3-22 15,4-4-14 1,6-5 33-16,21-7 12 0,12-1 16 16,5 0 8-16,4-14 2 15,-3-4 2-15,-2-4 10 16,-10 1 22-16,-6 0 20 16,-7 5 13-16,-7 5-35 15,-6 5 11-15,-6 4-26 16,-1 2-14-16,0 0-4 15,0 5-9-15,-10 9 8 16,-2 6 2-16,-4 1 0 16,5 2 2-16,6 4-3 15,5-3 0-15,10-3 0 16,30-6 1-16,10-7 1 16,9-8-2-16,2 0-1 0,-4-20 1 15,-11-7 0 1,-11-4 1-16,-16 1-1 0,-19-2 0 15,-6-1-1-15,-32 1-4 16,-17 6 2-16,-5 13-1 16,8 10-52-16,15 3-108 15,13 7-106-15</inkml:trace>
  <inkml:trace contextRef="#ctx0" brushRef="#br0" timeOffset="204339.18">18509 12460 610 0,'0'0'142'15,"0"0"-24"-15,0 0-50 16,0 0-60-16,0 0-8 16,0 0 0-16,-12 58-4 15,-37 20 4-15,-13 10 0 16,-12 5-5-16,-5 6-3 15,-3-6-25-15,2-7-6 16,4-20-88-16,0-22-50 16,-3-21-137-16</inkml:trace>
  <inkml:trace contextRef="#ctx0" brushRef="#br0" timeOffset="204682.32">16576 12337 509 0,'0'0'57'15,"0"0"39"-15,0 0-29 16,0 0-38-16,0 0-20 16,0 0 2-16,-95 82 33 15,79-16-15-15,-1 13-10 16,2 8-9-16,2 1-10 16,1 0 0-16,1-10-1 15,8-7-67-15,3-16-73 16,24-16-151-16</inkml:trace>
  <inkml:trace contextRef="#ctx0" brushRef="#br0" timeOffset="205231.49">18593 12251 326 0,'0'0'148'0,"0"0"-50"0,0 0-47 16,0 0-31-1,0 0 1-15,79 75-15 0,-70-55 5 16,1 0-8-16,3 2-1 15,6 1-2-15,8-1-8 16,4-7-75-16,0-8-97 16,1-7-132-16</inkml:trace>
  <inkml:trace contextRef="#ctx0" brushRef="#br0" timeOffset="205368.66">18857 12329 301 0,'0'0'129'16,"0"0"69"-16,0 0-72 0,0 0-107 15,0 0-16 1,0 0-3-16,-40 110 0 0,40-62-12 16,13-3-48-16,11-4-24 15,5-10-84-15,0-13-167 16</inkml:trace>
  <inkml:trace contextRef="#ctx0" brushRef="#br0" timeOffset="206268.41">19140 12010 229 0,'0'0'105'0,"0"0"-13"16,82-5-23-16,-43 3-19 15,5 0-19-15,5 2-28 16,1 0-3-16,-5 0-11 0,-2-5-92 16,-12-7-115-16</inkml:trace>
  <inkml:trace contextRef="#ctx0" brushRef="#br0" timeOffset="206448.74">19298 11834 575 0,'0'0'46'0,"0"0"-45"15,0 0-1-15,0 103 19 16,0-50-12-16,0 8 2 15,-4 8-9-15,-4-9-75 0,5-13-251 16</inkml:trace>
  <inkml:trace contextRef="#ctx0" brushRef="#br0" timeOffset="206846.62">20123 11368 184 0,'0'0'433'16,"0"0"-416"-1,0 0-17-15,-58 115 36 0,7-38-10 16,-5 14-1-16,4 5-17 15,11-3-1-15,20-14-7 16,21-15 1-16,18-21-5 16,30-15 9-16,13-18 4 15,9-10 4-15,0-6-10 16,-2-21 20-16,-6-6-17 16,-16-5-1-16,-18-4 8 15,-18-1 7-15,-10-2 11 16,-29 5-18-16,-17 8-12 0,-11 14-2 15,7 17-19 1,9 2-37-16,11 30-36 0,7 10-34 16,6 5-98-16</inkml:trace>
  <inkml:trace contextRef="#ctx0" brushRef="#br0" timeOffset="207845.86">20620 11739 156 0,'0'0'465'0,"0"0"-429"0,0 0-26 15,0 0-10-15,-82-5 2 16,60 31-2-16,0 8 5 15,2 6 0-15,2 3 3 16,6-4-6-16,7-3-1 16,5-7-1-16,0-9 0 15,15-9 2-15,3-6 9 16,0-5 15-16,6-3 21 16,4-15-11-16,1-5-20 15,-6-3-6-15,-3 0-6 16,-10 2 9-16,-5 3 1 15,-4 5-14-15,-1 6 1 0,0 6-1 16,0 2-1 0,0 2-8-16,0 0-18 0,-4 0 7 15,-5 0 12-15,0 0 8 16,6 2 3-16,2-2 0 16,1 0 4-16,0 0 32 15,-3 0-7-15,1 0-15 16,1 0-16-16,-3-5 0 15,1 2 2-15,-1-2-3 16,-3 1 0-16,4-2 0 16,0 4 0-16,1-1 0 15,1 1 0-15,1 0-2 16,0 0 2-16,3-2-3 16,16 0-5-16,6 0 4 15,10-2-6-15,7 4 0 0,7-2-2 16,7 1-14-16,6-2-2 15,6-1-20-15,-2 3-16 16,-3-4 12-16,-7 1 30 16,-8-1 18-16,-11-2 3 15,-15 1 2-15,-11 1 45 16,-11 3 51-16,0 4-53 16,-22 0-44-16,-16 11-3 15,-5 10 3-15,1 4 0 16,11 2 0-16,10-6-1 0,12-3 1 15,9-6-4-15,0-9 4 16,28-3 4-16,14 0 11 16,12-12-6-16,4-12-7 15,-4-4 4-15,-3-1-5 16,-5 1-2-16,-6 6-1 16,-6 8-4-16,-11 8 3 15,-7 6 1-15,-7 0-13 16,-3 16 1-16,0 10 3 15,-6 8 10-15,0 6-2 16,-6-1 2-16,-4-3 1 16,3-9 0-16,7-8 1 15,8-11-1-15,23-8 7 16,8 0 4-16,10-10 7 16,2-15-10-16,-3-8 5 0,-7-6 7 15,-9 0-8-15,-11-1 1 16,-12 2 6-16,-9 5-9 15,-8 9-10-15,-33 9-2 16,-25 12-76-16,-21 3-122 16,-10 0-410-16</inkml:trace>
  <inkml:trace contextRef="#ctx0" brushRef="#br0" timeOffset="208180.24">19704 12278 293 0,'0'0'293'0,"0"0"-146"15,0 0-97-15,122-43-39 16,-22 34 13-16,32-1 5 16,19 3 2-16,23 5-11 15,17 2-18-15,11 0 5 16,3 0-5-16,-10 0-1 16,-20 0-1-16,-31 0-8 0,-33 0 0 15,-34 3-49-15,-33 10-87 16,-31-1-99-16</inkml:trace>
  <inkml:trace contextRef="#ctx0" brushRef="#br0" timeOffset="208472.56">20101 12729 565 0,'0'0'202'16,"0"0"-85"-16,55-73-56 16,-48 71-38-16,-4 2-23 15,0 8 1-15,-3 17-3 16,0 14 3-16,0 12-1 15,-17 9 0-15,-6 3-10 16,-5 0-38-16,4-6-45 16,8-9-64-16,8-15-66 15</inkml:trace>
  <inkml:trace contextRef="#ctx0" brushRef="#br0" timeOffset="208653.47">20526 12811 760 0,'0'0'48'0,"0"0"-26"15,0 0-22-15,0 0-6 16,0 0-5-16,0 0-2 16,5 34-57-16,-5-17-44 15,5-10-137-15</inkml:trace>
  <inkml:trace contextRef="#ctx0" brushRef="#br0" timeOffset="209161.56">20735 12643 700 0,'0'0'30'16,"0"0"13"-16,100-26-13 15,-73 26-6-15,-5 1 1 16,-1 13 0-16,-6 5-24 15,-9 7 0-15,-6 2-1 16,-8 2-9-16,-22 3 8 16,-5-1-13-16,3-2-44 15,8 1 9-15,10-8-9 16,3-4-2-16,11-8 26 16,0-7 23-16,17-4 11 15,18 0 11-15,11-8-8 0,6-9 7 16,0-4-6-16,-6-1 7 15,-9-3 27-15,-9 3 15 16,-10 2 3-16,-10 5-23 16,-6 2 16-16,-2 7-20 15,0 3-4-15,0 3-22 16,0 0-3-16,-8 17 0 16,-7 11-2-16,3 6 2 15,9 5-3-15,3-2-2 16,22-7-16-16,23-11 7 0,4-13 14 15,-1-6 0 1,-9-5 4-16,-4-21-2 0,-6-5-2 16,-10-2 10-16,-7-3-3 15,-12 1-4-15,-10 0 0 16,-29 6-3-16,-13 7-2 16,-9 11-42-16,3 11-123 15,16 0-92-15</inkml:trace>
  <inkml:trace contextRef="#ctx0" brushRef="#br0" timeOffset="209412.31">21682 12586 414 0,'0'0'276'0,"51"-85"-168"0,-32 65-32 16,-8 14-44-16,-3 6-17 15,-3 10-15-15,-5 26-1 16,0 22 0-16,-8 14 0 16,-25 13 2-16,-8 7 1 15,-11 2 1-15,-5-9-3 16,-3-3-12-16,-7-16-27 16,3-8-20-16,-3-14-14 15,-6-14-76-15,-2-20-68 16</inkml:trace>
  <inkml:trace contextRef="#ctx0" brushRef="#br0" timeOffset="209785.7">20116 12547 493 0,'0'0'47'0,"0"0"90"15,0 0-64-15,0 0-30 16,-99-17-25-16,69 54-7 16,-1 17 12-16,3 12-13 15,3 13-1-15,2 9-9 16,7-1 0-16,2-8 0 16,13-10-66-16,2-13-68 15,36-17-45-15,17-15-62 16</inkml:trace>
  <inkml:trace contextRef="#ctx0" brushRef="#br0" timeOffset="210535.09">22189 12218 538 0,'0'0'79'0,"0"0"57"16,0 0-63-16,0 0-47 15,0 0-25-15,0 0-2 16,-24 47 2-16,-6-7 0 16,-1 5 2-16,1 0-1 15,3-6-2-15,11-11-30 16,8-10 3-16,7-13 11 15,1-5 5-15,8 0 11 16,20-10 0-16,12-14-15 16,6-2-13-16,2-2-3 15,-9 7 19-15,-8 6 12 16,-10 7 0-16,-8 5 13 16,-5 3-5-16,-5 1-7 15,-3 17 3-15,0 13-4 0,-4 5 7 16,-15 3-2-16,-3 1 0 15,-3-7 4-15,4-5-6 16,0-3 2-16,0-5-4 16,0-4 2-16,0-6-1 15,-1-3-1-15,1-4-1 16,-2-3 6-16,6 0-4 16,-4 0 1-16,3 0-3 15,3-3-168-15,12-6-215 16</inkml:trace>
  <inkml:trace contextRef="#ctx0" brushRef="#br0" timeOffset="210759.72">22307 12201 509 0,'0'0'74'0,"0"0"43"16,0 0-50-16,0 0 2 15,0 0-50-15,0 0-13 16,100-54 4-16,-49 54-1 16,4 3 8-16,-5 7-17 0,-5 3 4 15,-5 3-8 1,-4 1-57-16,-6-5-109 16,-9-4-198-16</inkml:trace>
  <inkml:trace contextRef="#ctx0" brushRef="#br0" timeOffset="211892.4">18774 12198 193 0,'0'0'73'16,"0"0"12"-16,0 0 16 16,0 0-41-16,0 0-4 15,0 0-18-15,-4-38-5 16,4 33 18-16,0 4-1 16,0 1 12-16,0 0-10 15,0 0-37-15,0 6-15 16,0 16-4-16,-6 9 4 15,-8 8 0-15,-7 6 1 0,-2 4-1 16,-2-2 0-16,1-6-4 16,7-11 2-16,4-13 1 15,9-9-6-15,2-8 6 16,1 0-2-16,1 0 3 16,0 0 0-16,0 0 2 15,0 0-1-15,10 0-1 16,12-4-11-16,8 0 10 15,3 0-8-15,2-1 9 16,2-2 0-16,0-3 1 16,3 1-1-16,-2 1 0 15,-1 0-4-15,-1 6-56 16,-8-1-76-16,-9 0-46 16,-9-3-32-16</inkml:trace>
  <inkml:trace contextRef="#ctx0" brushRef="#br0" timeOffset="212110.4">18900 12293 279 0,'0'0'195'15,"0"0"-62"-15,0 0-23 16,0 0-31-16,0 0-23 16,0 0-48-16,4-24-7 15,-2 41 1-15,-2 9 3 16,0 12 6-16,0 9-8 0,-10 6-1 15,-8 3-2 1,0 0 0-16,-1-6-1 0,2-2-77 16,7-10-63-16,8-12-129 15</inkml:trace>
  <inkml:trace contextRef="#ctx0" brushRef="#br0" timeOffset="212275.65">18817 12682 642 0,'0'0'123'16,"0"0"-20"-16,0 0-46 15,0 0-33-15,0 0-17 16,0 0-7-16,-2 1-47 0,1 18-24 16,-2-3-128-16,-2-8-296 15</inkml:trace>
  <inkml:trace contextRef="#ctx0" brushRef="#br0" timeOffset="213783.88">1141 13081 478 0,'0'0'94'0,"0"0"75"15,0 0-90-15,0 0-79 16,0 0-2-16,0 0 2 16,-57 78 2-16,23-30 5 15,-3 3-5-15,4 5 0 16,0 2 3-16,2 3-3 0,7 3-2 16,2-2-25-16,11-9-131 15,10-19-113-15</inkml:trace>
  <inkml:trace contextRef="#ctx0" brushRef="#br0" timeOffset="214089.24">1225 13278 779 0,'0'0'85'0,"0"0"-42"15,0 0-43-15,0 0-1 16,0 0 0-16,0 0 1 15,30 106 0-15,-18-72 1 0,2-2-2 16,3-9-21-16,8-6 0 16,4-9-2-16,2-8 6 15,5-1 16-15,-2-23-4 16,-2-10 6-16,-7-6 1 16,-9-9 0-16,-16 3 6 15,0 2 24-15,-22 6-13 16,-19 12-3-16,-6 9-15 15,2 14-1-15,12 6-9 16,14 25-95-16,19 11-45 0,1 3-104 16</inkml:trace>
  <inkml:trace contextRef="#ctx0" brushRef="#br0" timeOffset="214283.48">1928 13609 772 0,'0'0'109'16,"0"0"-59"-16,0 0-50 15,0 0 0-15,-56 85 0 16,31-39-2-16,-2-1-19 16,0-3-48-16,-1-5-28 15,2-9-75-15,6-11-261 16</inkml:trace>
  <inkml:trace contextRef="#ctx0" brushRef="#br0" timeOffset="-214041.43">2294 13324 590 0,'0'0'53'0,"0"0"60"15,0 0-113-15,0 0 4 16,0 0-4-16,0 0 2 16,8 73 7-16,5-37-5 15,4 4-2-15,8 2 1 16,7 1-3-16,6-6 0 0,4-9-40 16,-3-13-11-16,-5-10 13 15,0-5 16-15,-2-8 10 16,-2-18 12-16,-5-5 1 15,-7-8 12-15,-3 0 34 16,-14-2 21-16,-1 1-17 16,-16 1-13-16,-10 5-11 15,-5 5-7-15,7 12-16 16,4 5-4-16,12 7 3 16,3 5-3-16,4 0-3 15,1 0-3-15,-2 0-10 0,1 0 4 16,-1 0 7-1,-1 0 5-15,2 4-4 0,-1-1 0 16,2-3 4-16,0 0 0 16,-1 0 1-16,1 0 31 15,-4-2-18-15,1-3-7 16,-2 0 9-16,-1 1-14 16,0 1 2-16,1 3-4 15,-2 0-2-15,-1 0 1 16,1 0 1-16,-2 0 0 15,-1 0-2-15,1 0 2 16,-3 0 0-16,-3 3 0 16,3 3 2-16,-4-1-2 15,-1 0 0-15,-2 0-1 0,0 2 1 16,-4 0 0 0,-1 0-5-16,2-1-3 0,6-2-2 15,5-1 5-15,8-3 3 16,3 0 2-16,0 0-3 15,8 0 0-15,30 0-6 16,22 0 7-16,18-7-9 16,22-1 0-16,4-1-2 15,0 1 11-15,-4-2 1 16,-17 0 1-16,-12 1 0 16,-19 4 7-16,-15 5 0 15,-14 0-1-15,-14 0-6 16,-5 8-9-16,-4 4 5 0,-15 10-8 15,-19 5 12 1,-5 3-1-16,2 2 5 0,5 0-4 16,7-2 0-1,10-3-2-15,7-5 1 0,8-7-8 16,0-9-14-16,17-6 2 16,16-1 16-16,13-23 5 15,3-8 0-15,-4-4 1 16,-6-1 18-16,-8-1-9 15,-5 8 3-15,-1 4 2 16,-3 9-11-16,4 10-2 16,-3 6-2-16,4 1 0 15,3 0 4-15,1 17-2 16,1 3-2-16,-2 5 0 0,4 0 3 16,-3 0-3-16,-1 0 0 15,-5-6 1-15,-5-5 0 16,-7-3-1-16,-7-7-3 15,-1-4-8-15,1 0 11 16,3-17 0-16,7-10 0 16,-2-5 0-16,-2-5 3 15,-5-3 4-15,-7 2 21 16,0-1-4-16,-8 3 9 16,-15 5 0-16,-6 11-24 15,-5 8-8-15,-9 12-2 16,-2 2-11-16,-1 27-62 15,7 9-46-15,9 1-65 0,14-6-178 16</inkml:trace>
  <inkml:trace contextRef="#ctx0" brushRef="#br0" timeOffset="-213763.15">4337 13330 709 0,'0'0'120'15,"0"0"-78"-15,0 0-39 16,0 0-2-16,120-28-1 15,-54 28 0-15,9 0-1 16,6 0-20-16,-6 6-26 16,-12 5-67-16,-23-2-43 15,-25-4-197-15</inkml:trace>
  <inkml:trace contextRef="#ctx0" brushRef="#br0" timeOffset="-213575.99">4287 13522 440 0,'0'0'167'16,"0"0"-166"-16,0 0 9 15,0 0 22-15,91 12 22 16,-37-12-3-16,11-2-25 16,4-5-19-16,1-1-7 15,3 0-48-15,-9-1-103 16,-6-5-281-16</inkml:trace>
  <inkml:trace contextRef="#ctx0" brushRef="#br0" timeOffset="-206544.44">5346 13338 292 0,'0'0'73'0,"0"0"15"16,0 0-74-16,0 0-2 15,0 0 4-15,0 0 34 16,0 0-6-16,3-38 20 16,-5 32-8-16,2 0-10 15,-1 1-15-15,1 2-4 16,0 0-4-16,0 0-11 16,0 2-3-16,0-1 11 15,0 2-5-15,0-3 9 16,0 3-10-16,0-4-5 15,0 3 4-15,0-1-12 16,0 2 7-16,0 0-8 16,0 0-1-16,0 0 0 15,0 7-8-15,0 15-4 0,0 12 12 16,0 9 1-16,-3 11 0 16,-3 4-4-16,-4 5 1 15,-6 0 3-15,3-6-20 16,-4-9-26-16,3-11-14 15,5-15-26-15,3-15-99 16,6-7-293-16</inkml:trace>
  <inkml:trace contextRef="#ctx0" brushRef="#br0" timeOffset="-206132.22">5847 13076 678 0,'0'0'124'16,"0"0"-72"-16,0 0-52 15,0 0 0-15,0 0-4 16,-97 108 4-16,60-46 2 15,7 6-1-15,5 2-2 16,6 2 4-16,6-3-4 16,7-12 1-16,6-15-3 0,0-18-2 15,26-21 2 1,19-8 3-16,13-29 11 0,4-7-10 16,-8-2 1-16,-18 8 11 15,-19 4-2-15,-17 7 50 16,-2 4-32-16,-34 7-21 15,-25 10-8-15,-11 3-11 16,-3 11-57-16,23 12-43 16,26 3-42-16,26-2-49 15,1-5-154-15</inkml:trace>
  <inkml:trace contextRef="#ctx0" brushRef="#br0" timeOffset="-205597.66">6332 13219 588 0,'0'0'207'0,"0"0"-97"15,0 0-62-15,0 0-41 16,0 0-7-16,0 0-1 16,-9 49-1-16,-3-1-1 15,-1 11 1-15,-5 2 2 16,1 6-1-16,1-2-4 16,4-7-40-16,7-14 22 15,5-18-16-15,0-18-13 0,25-8 52 16,10-20 14-16,6-18-9 15,-4-4 7-15,-7-3 9 16,-13 6 9-16,-12 2 18 16,-5 4-16-16,-19 6-8 15,-25 10-24-15,-18 13-1 16,-8 4-19-16,-2 21-115 16,13 6-216-16</inkml:trace>
  <inkml:trace contextRef="#ctx0" brushRef="#br0" timeOffset="-204750.33">6715 13210 389 0,'0'0'137'16,"0"0"11"-16,0 0-46 16,0 0-17-16,0 0-27 15,0 0-26-15,-11-38-1 0,22 34-26 16,25 1-3-16,22 2-4 15,14 1 1-15,16 0 1 16,1 0-4-16,-1 0-11 16,-13 0 15-16,-14 0 0 15,-22 5 0-15,-21 5 0 16,-9 7-1-16,-9 5-5 16,-11 11 4-16,-18 7 0 15,-10 7 0-15,-6 4 4 16,2 2-2-16,4 2 0 15,3-1-16-15,8-4-13 16,2-5-13-16,7-7 1 16,4-12-40-16,4-6-25 0,4-12-60 15,3-8-134 1</inkml:trace>
  <inkml:trace contextRef="#ctx0" brushRef="#br0" timeOffset="-204586.47">6799 13430 708 0,'0'0'139'16,"0"0"-86"-16,0 0-48 15,116-26-5-15,-62 26 1 16,9 10-1-16,7 4 0 16,6 0-22-16,9-1-41 15,-3-9-123-15,-5-4-182 16</inkml:trace>
  <inkml:trace contextRef="#ctx0" brushRef="#br0" timeOffset="-204100.59">7855 13541 268 0,'0'0'234'0,"0"0"-122"0,0 0-57 16,0 0-6-1,0 0-22-15,0 0 20 0,115-7-19 16,-63 5-5-16,8-1-5 16,7-1-16-16,1 1-1 15,-3 3-1-15,-4-4-9 16,-12 0-40-16,-16-2-48 16,-20-4-20-16,-13-4-72 15</inkml:trace>
  <inkml:trace contextRef="#ctx0" brushRef="#br0" timeOffset="-203867.65">8108 13239 555 0,'0'0'154'0,"0"0"-72"16,0 0-38-16,0 0-44 15,0 0 0-15,0 0 1 16,-4 75 8-16,-6-22 8 15,-7 13-15-15,-5 12-1 16,-1 7-1-16,1 1-5 16,6-6-35-16,2-10-11 15,7-13-58-15,5-19-42 16,2-18-245-16</inkml:trace>
  <inkml:trace contextRef="#ctx0" brushRef="#br0" timeOffset="-195126.33">8818 13484 201 0,'0'0'67'0,"0"0"61"16,0 0-22-16,0 0-25 15,-7-79-22-15,5 65-13 16,1-2-1-16,-2 3-11 15,3-2 9-15,-3 2-6 16,0 4-12-16,0 3-3 16,0 1-9-16,2 5-8 15,1 0-2-15,0 0-3 16,0-2 0-16,0 1 4 16,6-1 4-16,22 0-5 15,15 2-1-15,10 0 1 16,-1 5-3-16,-6 15 0 0,-12 3-4 15,-16 9 3-15,-11 6 0 16,-7 9 1-16,-28 7-2 16,-18 3 4-16,-15-3-4 15,-2-9 2-15,2-13-7 16,13-13 3-16,17-6 3 16,13-9 1-16,12-4 2 15,6 0-2-15,3 0-9 16,28-6 0-16,20-12-4 15,19-7 2-15,8 0 7 16,1-5 4-16,-6 2 0 16,-12-2-2-16,-12 3 2 15,-13 3 3-15,-14 4-2 0,-11 6 28 16,-6 5-1 0,-5 5-10-16,0 4-15 0,0 0-3 15,-7 15-1-15,-8 8 0 16,-3 10 0-16,8 4 0 15,4 2 1-15,6 0 0 16,0-1-1-16,6-8 0 16,19-10-5-16,11-12-5 15,13-8 11-15,11-11-1 16,7-20 1-16,-4-5-6 16,-15-4 5-16,-15-5 2 15,-17 7-1-15,-16 4 0 0,-5 5 0 16,-33 4-3-16,-20 8 3 15,-10 9-1-15,4 8-1 16,16 1-51-16,23 19-33 16,20 10-46-16,5 2-30 15,26-2-195-15</inkml:trace>
  <inkml:trace contextRef="#ctx0" brushRef="#br0" timeOffset="-194543.26">9948 13450 538 0,'0'0'131'0,"0"0"-25"16,0 0-54-16,0 0-20 16,0 0-14-16,33-78-2 15,-29 61-3-15,3 0-13 16,-4 1 9-16,-3 2-9 16,0 3 3-16,0 2-3 15,-11 4-8-15,-6 5 0 16,-2 0-16-16,-1 2-14 0,1 13 2 15,4 6-1-15,3 2 9 16,6 5 20-16,3 5 1 16,3 2 7-16,0 2 1 15,0 1 4-15,0 3 20 16,3 3-2-16,-2-1-1 16,1-6-8-16,-2-6-10 15,0-7 2-15,-2-7-4 16,-9-7-2-16,0-3 7 15,-1-7-4-15,-1 0 6 16,2 0 10-16,-5-17-6 16,2-5 2-16,2-4-1 15,2-2-9-15,9 0 6 0,1 0-11 16,13 0-6-16,23-2-2 16,6 0-20-16,8-1 14 15,0 0 0-15,-3 4-11 16,-3 5-19-16,-3 3-84 15,-14 4-40-15,-13 0-251 16</inkml:trace>
  <inkml:trace contextRef="#ctx0" brushRef="#br0" timeOffset="-194060.36">10298 13302 565 0,'0'0'92'15,"0"0"32"-15,0 0-89 16,0 0-29-16,0 0-4 16,0 0-2-16,102-31 0 15,-81 37 1-15,-2 7-5 16,-6 1 3-16,-8 4-35 15,-5 1-58-15,-2-2 21 16,-17 2-12-16,1-5-84 16,-1-1 75-16,3-3 49 0,3-5 45 15,6 1 0 1,4-5 47-16,3 1 44 0,0 0 30 16,0-2 10-16,0 6-49 15,0 8-23-15,15 11-12 16,7 5-36-16,0 9 6 15,-2-1-16-15,-7-5 3 16,-7-5-3-16,-6-6 1 16,0-7 0-16,0-4-2 15,-3-3 0-15,-12-3 5 16,2-5-5-16,-5 0 8 16,3 0-6-16,2 0 0 0,5-3 4 15,5 1-6-15,3 2-30 16,3 0-161-16,20 0-130 15</inkml:trace>
  <inkml:trace contextRef="#ctx0" brushRef="#br0" timeOffset="-193786.46">11016 13438 580 0,'0'0'62'15,"0"0"3"-15,0 0-35 0,0 0-6 16,108-16-5-16,-66 15-8 16,10-1 17-16,7-1-7 15,3 3-15-15,2-2 0 16,-5 1-5-16,-10-3-1 15,-12 0-26-15,-13 0-102 16,-15-5-30-16,-9 0-182 16</inkml:trace>
  <inkml:trace contextRef="#ctx0" brushRef="#br0" timeOffset="-193578.67">11289 13254 572 0,'0'0'159'0,"0"0"-69"15,0 0-50-15,0 0-40 16,0 0-4-16,0 0 4 16,-3 84 8-16,-6-26-8 15,-4 15 1-15,-4 9 4 16,-1 5-5-16,1-4 0 16,-1-8-20-16,0-12-81 15,-2-20-69-15</inkml:trace>
  <inkml:trace contextRef="#ctx0" brushRef="#br0" timeOffset="-184004.54">11785 13458 585 0,'0'0'127'0,"0"0"-31"15,0 0-35-15,0 0-36 16,0 0 5-16,0-74-15 15,0 69-5-15,0-2-2 16,0 4-2-16,0-3 0 16,5 1-6-16,10-3-1 0,13 1 0 15,15-3 1-15,11 2-3 16,6 2 1-16,-1 1 3 16,-6 5-1-16,-9 0 1 15,-13 8-1-15,-12 14-1 16,-12 11-2-16,-7 8-10 15,-23 8 4-15,-27 9-2 16,-16 4 5-16,-8-1 1 16,5-12-14-16,14-16-5 15,22-13 15-15,16-9 6 16,13-8 1-16,4-3-2 16,0 0 4-16,7 0 4 15,20-10 0-15,11-9-2 16,4 0 1-16,1 2-2 0,2-2 7 15,1 6-8-15,0 0 0 16,2 5 1-16,-5 5-1 16,2 3-4-16,-5 0-93 15,-12 0-84-15,-12 0-322 16</inkml:trace>
  <inkml:trace contextRef="#ctx0" brushRef="#br0" timeOffset="-183450.66">12628 13381 478 0,'0'0'285'0,"0"0"-180"15,0 0-73-15,0 0-15 16,0 0-9-16,0 0-8 16,12-48 0-16,5 45-7 15,3-1 7-15,-1 2 0 16,-2-1-5-16,-2 3 3 16,-5 0-15-16,0 0-3 15,-7 0-23-15,-1 0 6 0,-2 8-27 16,0 1 7-16,0 0 37 15,0-1 5-15,0 0 13 16,0 1 2-16,0 0 0 16,0 1 0-16,0 5 0 15,2 2 6-15,7 5-4 16,1 2 9-16,2 1-3 16,-3-1 4-16,-4-3-6 15,-5-2-6-15,0-4 4 16,0-3-2-16,0 0 6 15,0 0 16-15,-8-3-10 16,-1 2 2-16,-1-2-8 16,-1-1-7-16,-3 0 8 0,-4-3-9 15,-2-1 2 1,-1-2 12-16,2-2-8 0,9 0 11 16,3 0 8-16,1 3-25 15,2 4-7-15,-2 2-110 16,1-6-79-16</inkml:trace>
  <inkml:trace contextRef="#ctx0" brushRef="#br0" timeOffset="-182586.1">12677 13363 453 0,'0'0'164'0,"0"0"-49"15,0 0-35-15,0 0-40 0,0 0-13 16,0 0-23-16,53-47 3 15,-37 47-6-15,5 0-2 16,-1 0 0-16,-1 8-5 16,-3 6 5-16,-8 3-13 15,-1 3-15-15,-7 2 16 16,0 2-5-16,-5 2 6 16,-18 3 9-16,-9 0-9 15,-5-3 11-15,3-3 0 16,2-9-2-16,10 0 2 15,10-11 1-15,9 0 0 16,3-1-4-16,0-2-44 16,0 0 12-16,16 0 33 15,11 0-2-15,2 0 3 16,0 0 2-16,-2 0 2 0,-2 0-2 16,-5 2 2-16,0 9-1 15,-3 4 7-15,-6 5-3 16,-5 2 1-16,-6 2-6 15,0-1 3-15,0-1 9 16,-15-4-11-16,-8-3 4 16,-3-3 4-16,0-6-4 15,-2-3 6-15,-2-3-8 16,0 0 5-16,8-3 1 16,4-8-8-16,12 1-2 15,6-8-40-15,17 1-304 16</inkml:trace>
  <inkml:trace contextRef="#ctx0" brushRef="#br0" timeOffset="-182324.41">13264 13332 704 0,'0'0'156'0,"0"0"-78"0,0 0-69 16,0 0-9-1,0 0-10-15,0 0 10 0,-16 64 3 16,7-22-2-16,-2 6-1 16,-1 3 0-16,-3-1-23 15,4 0-52-15,3-10-94 16,7-13-68-16</inkml:trace>
  <inkml:trace contextRef="#ctx0" brushRef="#br0" timeOffset="-181994.41">13521 13392 836 0,'0'0'81'16,"0"0"-46"-16,0 0-35 15,0 0-2-15,0 0-6 16,0 0 8-16,-1 51-1 16,1-18 1-16,0 6-2 15,0 4 1-15,15 0-1 16,3-1 2-16,-3-12 0 16,0-9 0-16,-8-5 0 15,-1-10 0-15,-6-1 1 16,0-3-1-16,0-2 2 15,0 0 0-15,-9 3-1 16,-15 1 2-16,-9 6-5 16,1-2 2-16,2 3-30 0,3-2-27 15,6-1-87 1,4-5-19-16,9-3-197 0</inkml:trace>
  <inkml:trace contextRef="#ctx0" brushRef="#br0" timeOffset="-181791.27">13669 13344 657 0,'0'0'135'0,"0"0"-33"16,0 0-38-16,0 0-48 0,0 0-7 15,0 0-9-15,102-59 0 16,-46 59 0-16,10 0-1 15,3 9-15 1,-1 2-76-16,-13-2-159 0</inkml:trace>
  <inkml:trace contextRef="#ctx0" brushRef="#br0" timeOffset="-181565.41">14031 13620 746 0,'0'0'66'15,"0"0"-45"-15,0 0-18 0,0 0 11 16,0 0 13 0,87-5-18-16,-47 5-7 0,12 0-2 15,8 0 0-15,3 0-28 16,-2 0-106-16,-12-3-85 15</inkml:trace>
  <inkml:trace contextRef="#ctx0" brushRef="#br0" timeOffset="-181370.52">14315 13344 677 0,'0'0'143'0,"0"0"-41"0,0 0-60 16,0 0-42-1,0 0-10-15,0 0 10 0,-9 64 2 16,9-8 2-16,0 17-4 16,0 14 1-16,4 7-2 15,-4 1-24-15,0-14-74 16,-1-25-116-16</inkml:trace>
  <inkml:trace contextRef="#ctx0" brushRef="#br0" timeOffset="-169919.6">14833 13668 244 0,'0'0'160'0,"0"0"-18"16,0 0-67-16,0 0-18 16,0 0 5-16,0 0-34 15,0 0-8-15,-10-37-11 16,10 32 19-16,-1-1-13 15,-1 1 1-15,2 2 2 16,-1 0-6-16,1 1-8 16,0 0 2-16,0 1-5 15,0-3 0-15,1-6-1 16,16-4 0-16,10-3 0 16,3-1 0-16,1 2 0 15,-1 3 2-15,-2 6 3 16,-4 3-5-16,-6 4 0 0,-4 7-7 15,-6 14 6-15,-6 16-6 16,-2 11 7-16,-15 8-2 16,-17 3 2-16,-9-3 0 15,-2-5-7-15,4-11-11 16,9-8 8-16,9-13 2 16,10-7 8-16,4-7-1 15,5-3 4-15,2-2-3 16,0 0 3-16,0 0-2 15,0 0-1-15,14 0 4 16,11-2-4-16,7-4 10 16,7 1-7-16,1-1 7 0,6 4 9 15,-1-1-17 1,1 2 8-16,-3 1-9 0,-1 0 2 16,-6 0-3-16,-8 0 0 15,-5 0-2-15,-10 0-17 16,-3 0-20-16,-6 0-56 15,-4-2-57-15,-5-3-268 16</inkml:trace>
  <inkml:trace contextRef="#ctx0" brushRef="#br0" timeOffset="-169151.66">15414 13520 222 0,'0'0'131'15,"0"0"64"-15,0 0-102 0,0 0-60 16,0 0 102-16,0 0-84 16,15-30-19-16,-13 23 7 15,-2-1-16-15,0 0-3 16,0 3 3-16,0 2-17 15,0 2 6-15,0 1-9 16,0-2 1-16,0 2 3 16,0 0-5-16,0 0-1 15,0 0-1-15,0 0 2 16,0 0-4-16,0 0 2 16,0 0-2-16,0 0 2 15,0 3-11-15,0 15 7 16,0 6 3-16,0 7-3 0,-2 3 4 15,-4 4 2 1,-1 1-1-16,1 2-2 0,6-1-1 16,0-5-13-16,0-9-12 15,16-8-12-15,14-9 17 16,12-9 13-16,13-9 2 16,6-20-10-16,0-12-9 15,-7-3 26-15,-14-2 6 16,-14 1-6-16,-13 6 36 15,-10 9 0-15,-3 9-9 16,0 10-12-16,0 7-14 16,0 4-2-16,0 0 1 15,0 0-9-15,-6 15 3 16,-7 14 5-16,-1 10 1 0,-2 9 0 16,1 3 1-16,3 0-1 15,3-1 0-15,2-6-1 16,7-3 0-16,0-6 0 15,0-5-19-15,13-5-20 16,4-9-79-16,0-13-196 16</inkml:trace>
  <inkml:trace contextRef="#ctx0" brushRef="#br0" timeOffset="-168892.21">16126 13503 554 0,'0'0'178'16,"0"0"-109"-16,0 0-69 16,0 0 0-16,0 0 18 15,0 0 10-15,-3 106-14 16,-3-57-2-16,1-1-8 15,2-2 3-15,2-2-5 16,1-6 0-16,0-6-2 16,0-2-36-16,3-9-87 0,9-13-131 15</inkml:trace>
  <inkml:trace contextRef="#ctx0" brushRef="#br0" timeOffset="-168615.56">16365 13534 706 0,'0'0'128'0,"0"0"-56"16,0 0-32-16,0 0-24 16,0 0 8-16,0 0-14 15,22-46-10-15,-21 56-6 16,1 18 2-16,-2 17 2 15,0 4 2-15,0 6 0 0,-11-1 1 16,1-4 1-16,0 0-2 16,2-3 0-16,3-1-8 15,2-7-21-15,2-3-44 16,1-14-107-16,0-15-186 16</inkml:trace>
  <inkml:trace contextRef="#ctx0" brushRef="#br0" timeOffset="-168374.96">16551 13796 681 0,'0'0'112'16,"0"0"-93"-16,0 0-1 15,110 0-2-15,-58 0-12 16,13 2 0-16,3 2-4 16,5-3 0-16,-3-1-1 15,-1 0-35-15,-8-5-100 16,-13-11-79-16</inkml:trace>
  <inkml:trace contextRef="#ctx0" brushRef="#br0" timeOffset="-168134.25">16814 13585 461 0,'0'0'297'0,"0"0"-158"16,0 0-86-16,0 0-45 15,0 0-7-15,0 0-1 16,12 27 0-16,-8 24-3 15,-3 12 6-15,-1 2-2 16,0 5-1-16,-5-2 0 16,-10-5-38-16,-2-8-24 0,1-12-91 15,4-20-127-15</inkml:trace>
  <inkml:trace contextRef="#ctx0" brushRef="#br0" timeOffset="-147703.57">17768 13740 304 0,'0'0'138'0,"0"0"-60"16,0 0-50-16,0 0 6 16,0 0 6-16,0 0 0 15,0 0-6-15,-8-30 24 0,6 27-16 16,0 0-10-16,1 0-23 15,1-1 7-15,0 3-4 16,0-1-6-16,0-1-2 16,0-1 1-16,0-4-5 15,10-1 0-15,11-2-3 16,3 0 0-16,6 3 2 16,-1 2 2-16,-3 6-1 15,-6 0 0-15,-3 6-1 16,-4 16 1-16,-7 12-3 15,-6 8-5-15,0 9 6 16,-26 6 1-16,-9 1 1 16,-4-7 6-16,1-6-5 15,5-11 3-15,8-11-4 0,10-9-2 16,5-6-2-16,3-8 4 16,3 0 0-16,1 0 4 15,-3 0-3-15,6 0 2 16,0 0-2-16,0-6 1 15,4 0-4-15,19-2 2 16,6 2-2-16,7-1-1 16,6-2 4-16,3 2-1 15,-2-2 0-15,0 2 0 16,-4 1-3-16,-2-1 3 16,-1 6-15-16,-4-1-44 15,-4 2-84-15,-9 0 26 16,-14-1-109-16</inkml:trace>
  <inkml:trace contextRef="#ctx0" brushRef="#br0" timeOffset="-147007.85">18348 13580 266 0,'0'0'102'16,"0"0"32"-16,0 0-37 0,0 0-58 15,0 0-27-15,0 0 1 16,0-5 5-16,0 12 12 15,0 7 43-15,0 2-31 16,0 7-11-16,0 4-14 16,0 4-11-16,-6 5 11 15,-4 0-12-15,0 4-5 16,2-1 5-16,5-3-4 16,3-4 4-16,0-8-1 15,6-7-2-15,21-9-2 16,13-8 0-16,14 0-20 15,8-20-23-15,1-5-46 16,-11-5 29-16,-16 2 54 16,-13 0 6-16,-12 1 40 15,-9 4 49-15,-2 7-26 0,0 6-19 16,0 4-20-16,0 6-12 16,0 0-12-16,0 2-9 15,-5 20 8-15,-4 8 1 16,-2 5-2-16,0 3 2 15,0 1 0-15,4-2 0 16,6-1-1-16,1-4-9 16,0-5-30-16,16-7-33 15,5-15-137-15</inkml:trace>
  <inkml:trace contextRef="#ctx0" brushRef="#br0" timeOffset="-146736.6">19081 13635 771 0,'0'0'138'0,"0"0"-78"15,0 0-34-15,0 0-26 16,0 0-1-16,0 0-6 15,0 30 3-15,0 12 4 16,-2 8 3-16,-7-2-2 16,-3 1-1-16,2-6-1 0,1-6-7 15,0-6-30 1,5-5-30-16,4-9-70 0,0-13-80 16</inkml:trace>
  <inkml:trace contextRef="#ctx0" brushRef="#br0" timeOffset="-146503.76">19415 13663 795 0,'0'0'118'0,"0"0"-38"16,0 0-35-16,0 0-45 0,0 0 0 15,0 0-6 1,7-12 0-16,-7 43 6 0,0 13-4 15,-12 6 6-15,-2 1-2 16,0 2 0-16,-1-4-8 16,4-3-24-16,-2-7-13 15,0-10-68-15,2-15-166 16</inkml:trace>
  <inkml:trace contextRef="#ctx0" brushRef="#br0" timeOffset="-144177.18">1369 14286 552 0,'0'0'66'0,"0"0"65"16,0 0-38-16,0 0-37 15,0 0-17-15,0 0-22 16,0-31-17-16,0 31-2 16,0 7 1-16,-5 11-7 15,-4 13 7-15,0 10-1 16,-3 10 4-16,-3 9-2 16,-4 2 4-16,-1 2-3 15,-1-1-2-15,2-2-53 16,4-8-70-16,7-19-86 15,8-17-269-15</inkml:trace>
  <inkml:trace contextRef="#ctx0" brushRef="#br0" timeOffset="-143859.65">1526 14416 797 0,'0'0'46'16,"0"0"17"-16,0 0-63 15,0 0-10-15,0 0 5 16,0 0 3-16,6 76-1 16,-3-32 6-16,3 1 0 15,4-6-2-15,1-7-1 16,3-9-9-16,2-11-3 0,3-10-4 16,5-2 14-1,9-25 1-15,6-18-23 16,1-10-1-16,-10-6 25 0,-14 2 29 15,-13 8 0-15,-3 7 34 16,-21 8-24-16,-4 12-31 16,2 13-7-16,3 9-1 15,6 9-41-15,7 26-80 16,7 5-67-16,0 0-159 16</inkml:trace>
  <inkml:trace contextRef="#ctx0" brushRef="#br0" timeOffset="-143684.59">2048 14642 776 0,'0'0'103'0,"0"0"-88"0,0 0-10 16,0 0-6-16,-56 102 2 15,30-51-1-15,1 3 0 16,-1-2-33-16,-2-8-71 15,1-12-172-15</inkml:trace>
  <inkml:trace contextRef="#ctx0" brushRef="#br0" timeOffset="-142562.24">2271 14337 729 0,'0'0'66'16,"0"0"-66"-16,0 0-10 15,0 0 4-15,-8 76 5 16,-1-39-2-16,3 2 6 16,2 1-3-16,4 4 5 15,0-1-3-15,0-4 0 16,13-3 4-16,9-7-6 15,-2-9 1-15,7-9-1 16,4-11-27-16,3 0 1 16,5-21-19-16,-5-10 29 15,-7-6 16-15,-8-5 43 0,-9-3 7 16,-10 2 13-16,0 1-10 16,-2 9-10-16,-16 7-23 15,-3 9-18-15,-2 6-2 16,-3 6-12-16,5 4 1 15,0 1 0-15,6 0 4 16,5 0 4-16,4 0 1 16,3 0-5-16,3 0 0 15,0 0 3-15,0 0 4 16,0 0 2-16,0 0-2 16,0 0 4-16,0 0 5 15,0 0 16-15,0 0-2 0,-4 0-13 16,2 0 4-16,2-1-12 15,0 1-2-15,0 0 0 16,-2 0 0-16,1 0 0 16,-1 0 0-16,-1 0 0 15,-1 0 0-15,1 0-4 16,-1 0 2-16,4 0 0 16,0 0 2-16,0 5-3 15,0 2 2-15,13 2-2 16,13-4 3-16,14-2-2 15,11-3 4-15,17 0-5 16,5-5-7-16,0-7-2 16,-9 2 6-16,-11 3-11 0,-13-2 17 15,-19 4 0 1,-8 3-1-16,-8-1 1 0,-5 3 0 16,0 0-8-16,-14 11 7 15,-9 9-4-15,-2 8 5 16,2 5 0-16,0 3 2 15,7 1-2-15,5-2 0 16,4-3-6-16,7-8-7 16,7-12-18-16,23-12-25 15,15 0 46-15,10-27 2 16,8-10 4-16,-8-6-2 16,-9-1 6-16,-13 6 8 0,-14 7 4 15,-11 12 3-15,-2 7-13 16,-2 6 0-16,-4 6-4 15,5 0-2-15,2 5-2 16,4 11 4-16,1 7 2 16,7 4 2-16,5 4-2 15,6 1-1-15,3-1 1 16,-2-6 0-16,0-7 5 16,-4-11-11-16,0-7-8 15,3-2-5-15,1-22 13 16,5-9 1-16,-8-6 5 15,-9-2 39-15,-11 2 3 16,-8-1 1-16,0 5 8 16,-19 4-17-16,-14 7-11 15,-6 9-23-15,-6 12 0 0,-1 3-3 16,10 14-20-16,10 13-15 16,13 7-10-16,9 2-25 15,4 1-10-15,16-6-68 16,20-9-338-16</inkml:trace>
  <inkml:trace contextRef="#ctx0" brushRef="#br0" timeOffset="-142363.77">4191 14420 818 0,'0'0'91'15,"0"0"-38"-15,0 0-53 16,0 0 0-16,0 0-4 16,83-29 4-16,-34 22 0 15,12 3-10-15,15 1-39 16,5 2-44-16,-11-3-128 16</inkml:trace>
  <inkml:trace contextRef="#ctx0" brushRef="#br0" timeOffset="-142139.66">4299 14543 624 0,'0'0'212'0,"0"0"-196"0,0 0-12 16,0 0 3-16,0 0-4 15,0 0 9-15,74 11 6 16,-26-11-12-16,12 0 0 15,10 0-6-15,3-3-2 16,-1-2-24-16,-5 2-34 16,-9 1-29-16,-12 1-22 15,-13 1-149-15</inkml:trace>
  <inkml:trace contextRef="#ctx0" brushRef="#br0" timeOffset="-129074.65">5594 14454 481 0,'0'0'129'15,"0"0"-50"-15,0 0-4 16,0 0-8-16,0 0-38 16,0 0 17-16,-14-72-12 15,14 65-14-15,0-1-3 16,0 5-7-16,0 0 1 15,-1 1 5-15,1 2-6 16,0 0-5-16,-2 0-5 0,1 7-13 16,-5 20 6-1,-2 17 5-15,-5 14 2 0,-4 17 2 16,-3 9-2-16,-1 5-2 16,6-5-25-16,2-11-41 15,8-23-53-15,5-28-93 16,13-22-165-16</inkml:trace>
  <inkml:trace contextRef="#ctx0" brushRef="#br0" timeOffset="-128725.03">5968 14355 745 0,'0'0'88'0,"0"0"-69"15,0 0-16-15,0 0 4 16,-55 113 1-16,52-64 12 16,3 4-7-16,0 3-4 15,0 0-2-15,18-6-6 16,7-9 0-16,9-19-2 16,13-22 5-16,9-5-4 15,10-35 3-15,-2-11-2 16,-10 0 1-16,-15 2-2 15,-21 5 0-15,-18 6 7 16,-8 4-5-16,-32 2 17 16,-16 9-19-16,-10 9 2 0,6 10-5 15,17 4 2-15,17 7-19 16,25 18-52-16,1 5-115 16,31-2-185-16</inkml:trace>
  <inkml:trace contextRef="#ctx0" brushRef="#br0" timeOffset="-128094.11">6613 14688 786 0,'0'0'106'0,"0"0"-39"0,0 0-67 16,0 0-2-16,0 0-5 16,0 0 6-16,-5 78 0 15,5-23 1-15,-6 4 0 16,-9 2 4-16,2-7-4 16,-5-1-30-16,4-14-98 15,1-11-148-15</inkml:trace>
  <inkml:trace contextRef="#ctx0" brushRef="#br0" timeOffset="-127509.67">7140 14493 792 0,'0'0'120'15,"0"0"-90"-15,0 0-12 16,0 0-7-16,0 0-5 16,0 0-3-16,26-60-2 15,-17 43 1-15,-2-3-2 0,-4 0 0 16,-3 2 1-1,-1 1-1-15,-23 1-3 0,-12 4-4 16,-10 4-5-16,1 4 10 16,8 4-4-16,13 0 2 15,10 7 3-15,13 15-7 16,1 7 7-16,0 13-1 16,12 11 0-16,12 7 1 15,4 5 2-15,6 3-1 16,-4-3 4-16,-7-11-2 15,-5-12-1-15,-14-14 2 16,-4-11-2-16,0-4-1 16,-22-4 1-16,1-7 1 15,-9-2-2-15,-1-2 0 0,-2-20-8 16,4-14 7-16,12-13-7 16,11-11 8-16,6-3 0 15,17 5 0-15,16 10 6 16,9 6-6-16,6 13-2 15,1 7-8-15,-1 7-43 16,1 9-8-16,-9 6-68 16,-10 0 10-16,-5 0-280 15</inkml:trace>
  <inkml:trace contextRef="#ctx0" brushRef="#br0" timeOffset="-126993.78">7688 14398 597 0,'0'0'135'16,"0"0"-14"-16,0 0-57 16,6-71-31-16,-6 52-14 15,0 3 4-15,0 6-5 16,0 0-12-16,-6 3-6 15,-15 4-1-15,-9 3-6 16,-10 0 6-16,-9 13-4 16,1 11-1-16,6 5-6 0,9 7-1 15,7 5 9 1,13 5-5-16,9 0 8 0,4 0-5 16,9-2 4-16,15-6 1 15,3-8-1-15,-3-3 2 16,-5-8 5-16,-4-1 1 15,-9-3-5-15,-6 0-1 16,0 0 1-16,-6 1-1 16,-12-3 1-16,-9-4-1 15,-4-6 0-15,-5-3 0 16,2-1 0-16,-1-15-2 16,8-6 3-16,4 0-1 15,11-2 1-15,6-1 3 16,6 1 22-16,15-2-25 15,16-3-1-15,9 0 0 0,9-3-5 16,1 3 5-16,7-2-4 16,-1 4-19-16,-1 6-31 15,-6 5-49-15,-8 3-83 16,-8 3-193-16</inkml:trace>
  <inkml:trace contextRef="#ctx0" brushRef="#br0" timeOffset="-126660.08">7965 14283 577 0,'0'0'215'0,"0"0"-128"0,0 0-65 15,0 0-22-15,0 0-3 16,0 0 3-16,46-14 1 15,1 28 1-15,6 2 2 16,5 3-2-16,-2 5 1 16,-5 3 8-16,-17 5-8 15,-11 4-3-15,-18 6 0 16,-5 1 0-16,-22 2 0 16,-12 1-3-16,-8 3 8 15,0 2-1-15,5-7-4 0,8-11-42 16,9-14-19-16,9-11-11 15,4-8-34 1,2 0-82-16,4-12-245 0</inkml:trace>
  <inkml:trace contextRef="#ctx0" brushRef="#br0" timeOffset="-126495.42">7948 14565 650 0,'0'0'231'0,"0"0"-145"16,0 0-57-16,0 0-29 15,0 0-2-15,0 0-1 16,46-11 3-16,12 16 2 16,15-1-2-16,5-2-2 0,-2-2-22 15,-5 0-32 1,-8 0-101-16,-9-19-226 0</inkml:trace>
  <inkml:trace contextRef="#ctx0" brushRef="#br0" timeOffset="-126330.01">8619 14563 784 0,'0'0'151'16,"0"0"-104"-16,0 0-39 16,0 0-8-16,0 0-17 15,0 0-55-15,7 15-87 0,-7-15-196 16</inkml:trace>
  <inkml:trace contextRef="#ctx0" brushRef="#br0" timeOffset="-118717.33">6317 15107 219 0,'0'0'80'16,"0"0"-33"-16,0 0 37 15,0 0 20-15,98 0-35 16,-58-1-13-16,8-4-8 0,9 1 10 15,4 0-26-15,5 1-26 16,3 0 3-16,-2 0-9 16,-3 3 0-16,-6-1-2 15,-9 1-11-15,-10 0-44 16,-12 0 1-16,-12 0 7 16,-15 0-14-16,0 5-100 15,-27 2-13-15</inkml:trace>
  <inkml:trace contextRef="#ctx0" brushRef="#br0" timeOffset="-118500.03">6323 15216 441 0,'0'0'120'0,"0"0"-47"15,0 0 12-15,0 0 1 16,119 0-43-16,-71-3-12 15,10-6-5-15,10-1-7 16,7 3-14-16,2 0-1 16,2 4-7-16,-6 3 3 15,-5 0-48-15,-11 2-105 16,-14 2-135-16</inkml:trace>
  <inkml:trace contextRef="#ctx0" brushRef="#br0" timeOffset="-118334.7">7201 15236 744 0,'0'0'182'0,"0"0"-139"16,0 0-21-16,0 0-22 16,0 0-35-16,0 0-57 15,0 14-34-15,-2-2-76 16</inkml:trace>
  <inkml:trace contextRef="#ctx0" brushRef="#br0" timeOffset="-115271.96">4698 15415 269 0,'0'0'129'0,"0"0"-8"16,0 0-27-16,0 0-44 0,0 0 2 16,0 0 10-1,0-27-27-15,0 25-1 0,0-1-14 16,0 0 2 0,0 3-18-16,0 0 1 0,0 0 1 15,0 0-4-15,0 0-2 16,0 0 0-16,0 0 3 15,0 0-3-15,0 0 0 16,0-1 0-16,0 1 1 16,0 0 1-16,0 0-1 15,0 0 3-15,0 0-2 16,0 0-1-16,0 0-1 0,0 0-1 16,0 0 0-1,0 0-7-15,0 13 2 0,0 10 4 16,0 6-5-16,0 8 7 15,0 8-2-15,-2 3 2 16,-6 1 4-16,-1-3-3 16,1-3 3-16,3-7 3 15,2-6-6-15,3-3-1 16,0-5 0-16,0-5 0 16,0-2-1-16,0 3 2 15,8-4 0-15,-1 3-1 16,2-2-16-16,1-1-5 15,2-4-8-15,6-2-30 16,3-2-19-16,3-6-50 16,0 0-92-16</inkml:trace>
  <inkml:trace contextRef="#ctx0" brushRef="#br0" timeOffset="-114721.57">4988 15778 472 0,'0'0'142'15,"0"0"41"-15,0 0-155 16,0 0-19-16,0 0-9 16,0 0-3-16,2-16 1 15,8 12 2-15,3 0 0 16,-2-5 1-16,-2-2 4 16,1-2 2-16,-7 0 2 0,-3-2 14 15,0 0-9 1,0 0 13-16,-16 4-18 0,-2 2-7 15,-4 6-1-15,-1 3-1 16,1 5 0-16,4 13-2 16,6 9-8-16,8 4 5 15,4 9-5-15,6 9 8 16,16 6 0-16,11 0 3 16,8-5-1-16,6-13 0 15,11-17-15-15,6-16 10 16,3-4 2-16,-5-21 0 15,-2-17-2-15,-10-11 5 16,-10-7 0-16,-10-3 0 16,-9 2 0-16,-12 1 0 15,-9 1 6-15,-2 2 4 0,-16 3 26 16,-1 10-5-16,5 13-11 16,6 12 4-16,5 13-3 15,3 2-21-15,-3 17-6 16,-2 24-9-16,0 15 15 15,-5 11-3-15,0 11 3 16,-2 5 2-16,0-3-1 16,3-8 0-16,4-13-1 15,4-16-7-15,1-13-17 16,0-15-33-16,0-15-105 16,1-12-257-16</inkml:trace>
  <inkml:trace contextRef="#ctx0" brushRef="#br0" timeOffset="-114562.18">5552 15665 546 0,'0'0'31'16,"0"0"24"-16,94 25-27 15,-42-17-14-15,12 1-11 16,15-1-3-16,9-4-42 15,2-4-222-15</inkml:trace>
  <inkml:trace contextRef="#ctx0" brushRef="#br0" timeOffset="-113737.02">6532 15654 827 0,'0'0'94'16,"0"0"-94"-16,0 0-1 15,0 0 0-15,0 0 1 16,0 0-17-16,-48 65-4 16,45-49-17-16,3-3-28 15,0-3 11-15,0-2-2 16,0-4 13-16,0-1 4 16,0-3 15-16,0 0 25 0,0 0 34 15,0 0 40-15,0-7 60 16,0 2-72-16,0 2 24 15,0 1-72-15,0 2-4 16,0 0-10-16,-3 0-4 16,0 16 1-16,-1 7 2 15,-5 10 2-15,6 4-1 16,-2 1 0-16,4-1 0 16,1-5 0-16,0-6-6 15,0-12-10-15,18-6-8 16,4-8 12-16,10-8 12 15,6-18 0-15,-2-13 1 16,-5-8 4-16,-5-1-1 16,-8 0 8-16,-5 7 6 15,-7 9-13-15,-3 8 4 0,-3 8-8 16,0 9 2-16,0 6-2 16,0 1 5-16,0 0-3 15,-3 4-3-15,-3 17-2 16,-5 9 2-16,3 9 0 15,2 7 1-15,3-2-2 16,3 2 1-16,0-8-1 16,6-10-6-16,22-9-13 15,12-14 3-15,14-5 11 16,12-8-11-16,2-21 11 16,-2-17-13-16,-14-4 19 15,-13-4 2-15,-11 6-1 0,-13 2 7 16,-6 7-4-16,-6 8 5 15,-3 8-3-15,0 12-5 16,0 6 1-16,0 5-2 16,0 0 0-16,0 7-3 15,0 15 1-15,0 9-1 16,0 8 0-16,0 7 5 16,0 7-2-16,0-5 5 15,10-3-4-15,1-5 7 16,-2-9 0-16,-3-8-4 15,-6-9 1-15,0-3-3 16,-2-3-1-16,-20 1 6 16,-6-4-5-16,-1-2-2 0,2-3-10 15,7 0-31 1,9 0-17-16,11-12-136 0,0-1-268 16</inkml:trace>
  <inkml:trace contextRef="#ctx0" brushRef="#br0" timeOffset="-112524.68">8117 15715 870 0,'0'0'92'0,"0"0"-41"15,0 0-43-15,0 0-8 16,0 0 0-16,-101-7-4 15,71 40 0-15,6 4 4 16,10 4-16-16,6-3-2 16,8-7-2-16,0-5-36 15,22-10 16-15,3-13-5 16,4-3-20-16,2-8 35 16,-1-21 3-16,-4-5 24 15,-4 0 3-15,-6 3 48 16,-10 9 62-16,-3 8-40 15,-3 7-17-15,0 4-9 16,0 3-43-16,0 0-1 0,0 10-6 16,0 11-2-1,0 8 6-15,0 5-7 0,0-4-1 16,8-8-7-16,19-11 1 16,13-11 16-16,11 0-2 15,5-22 4-15,4-11-2 16,1-7 1-16,-3 0-1 15,-5-1 1-15,-7 7 0 16,-12 4 1-16,-10 8-1 16,-8 9-1-16,-8 6 9 15,-4 7-3-15,-2 0-4 16,-2 20-2-16,0 21-5 16,-6 16 4-16,-9 12 1 15,4 1 1-15,8-8 0 0,2-12-2 16,1-16 2-16,0-7 3 15,0-13-3-15,0-5 1 16,0-6 3-16,0-3-5 16,0 0 1-16,0 0 5 15,1-16-6-15,10-13-2 16,14-10-25-16,10-12-37 16,14-5 14-16,7 1-23 15,7 1 30-15,-2 8 43 16,-4 11 23-16,-12 5 24 15,-14 11-33-15,-7 4 2 16,-14 8-4-16,-5 5-12 16,-4 2 0-16,-1 0-3 0,-3 2-7 15,-14 18 9-15,-8 6 1 16,-1 10 0-16,-1 7 2 16,3 7 1-16,9 6-3 15,7-4 21-15,7-4-3 16,1-11 10-16,0-8-8 15,0-7-5-15,0-6 0 16,0-6-15-16,0-4 4 16,0-3-2-16,0-3 1 15,0 0 0-15,0 0-1 16,-5-9 6-16,5-15-7 16,0-5-1-16,11-7-12 0,17 0-3 15,11 0-16-15,3 5 26 16,-2 6 5-16,0 7 1 15,-4 5 12-15,-6 5-9 16,-3 2 1-16,-9 6-1 16,-8 0-1-16,-2 0-3 15,-4 3 0-15,3 9 0 16,-2 5 0-16,-2 3 0 16,1-2 0-16,4-2 1 15,-1-4 0-15,4-7-1 16,1-5 0-16,6 0 1 15,1-15 6-15,-1-9-5 16,0-6-1-16,-5-1 4 16,-3 6-3-16,-5 9 1 15,-3 7 4-15,-2 8 15 0,0 1-21 16,0 3-1-16,0 15-3 16,0 9 0-16,0 4 3 15,0 4-1-15,0 0 1 16,21-4-13-16,10-7 2 15,7-7-26-15,0-14-40 16,-1-3-84-16,-8-17-170 16</inkml:trace>
  <inkml:trace contextRef="#ctx0" brushRef="#br0" timeOffset="-112004.02">9757 15766 486 0,'0'0'272'0,"0"0"-136"15,0 0-72-15,0 0-64 0,0 0-4 16,0 0 3-16,0 0 1 15,0 96 0-15,0-70 3 16,1-3-3-16,2-11 0 16,0-5 0-16,0-3-3 15,2-4 1-15,5 0 2 16,-1-14 5-16,5-7-5 16,-1-3-4-16,-4 6 3 15,1 4 1-15,-4 4 0 16,-1 4 1-16,-2 3 4 15,0 2-1-15,1 1-4 16,1 0-1-16,1 0 0 16,4 0 0-16,2 7 1 0,4 0-1 15,8 3 2-15,5-2-1 16,9 0 0-16,7 1-4 16,7-4 4-16,11-1 0 15,4-2 4-15,1-2-8 16,0 0 4-16,-4-3-16 15,-3-8-1-15,0-5-31 16,-4-1-16-16,-11-6-15 16,-14 1 11-16,-12-1 40 15,-17 1 22-15,-3 1 6 16,-13 5 31-16,-11 5 22 16,-3 6 61-16,-4 5-69 15,0 0-44-15,-1 19 2 0,6 5-3 16,10 5 2-16,9 1-5 15,7 5 6-15,3-4-3 16,36-1 0-16,25-2-8 16,31-5 8-16,28-2-47 15,13-11-116-15,4-10-284 16</inkml:trace>
  <inkml:trace contextRef="#ctx0" brushRef="#br0" timeOffset="-111624.48">11806 15633 218 0,'0'0'358'15,"0"0"-355"-15,-16 72 46 16,11-29 10-16,1 11 23 15,-1 3-41-15,4 0-6 16,1-7-23-16,0-11 3 16,0-12-7-16,0-6-8 15,0-9 14-15,0-7-14 16,0-2 4-16,0-3 3 0,0 0 1 16,0-24 52-1,0-10-52-15,10-19-4 0,13-8-8 16,15-3 0-16,9 4-4 15,11 12-23-15,2 7-27 16,-2 15 23-16,-9 10 8 16,-13 12-90-16,-17 4 16 15,-15 6-150-15</inkml:trace>
  <inkml:trace contextRef="#ctx0" brushRef="#br0" timeOffset="-109842.3">12682 15686 365 0,'0'0'128'0,"0"0"-18"16,0 0-55-16,0 0-28 15,95-24-25-15,-72 24-2 16,0 0-8-16,0 0-49 16,-7 0-16-16,-1 0-112 0,-9 0-70 15</inkml:trace>
  <inkml:trace contextRef="#ctx0" brushRef="#br0" timeOffset="-109610.71">12566 15923 515 0,'0'0'135'16,"0"0"-101"-16,0 0 54 15,0 0-25-15,81-3-32 16,-48 0-18-16,3-3-12 16,6 1 5-16,-2 0-6 15,0 0-15-15,0 0-63 0,-7 1-80 16,-10-3-200 0</inkml:trace>
  <inkml:trace contextRef="#ctx0" brushRef="#br0" timeOffset="-106513.62">13523 15628 345 0,'0'0'156'0,"0"0"-35"15,0 0-1-15,0 0-37 16,0 0-30-16,0 0-31 16,6-69 7-16,15 58-9 15,9-3-7-15,5 2-2 16,3 3 2-16,5 4-13 16,-7 5 5-16,0 0-5 15,-5 3 0-15,-7 15-1 16,-8 9 1-16,-10 8-10 15,-6 7 10-15,-19 9-5 16,-20 1-7-16,-6 3 2 16,0-5-27-16,5-12 17 15,11-13 4-15,9-10 14 0,8-9 1 16,9-6 1 0,3 0 0-16,0 0 9 0,19-5 3 15,13-12-11-15,11-6 1 16,6 1-2-16,3 1-1 15,2 3-6-15,3 3-33 16,-3-2-18-16,-7 3-73 16,-10-1-42-16,-11 1-201 15</inkml:trace>
  <inkml:trace contextRef="#ctx0" brushRef="#br0" timeOffset="-106114.04">14291 15487 738 0,'0'0'76'0,"0"0"37"16,0 0-87-16,0 0-22 15,82-39-4-15,-58 56-1 16,1 10 1-16,-7 5 0 15,-5 6-3-15,-9 3 1 16,-4-4-3-16,0-4-2 16,-14-5 0-16,-2-5-9 0,-4-6 5 15,-1-2-10-15,4-6-1 16,2-6 21-16,6-3 1 16,6 0 4-16,3 0 49 15,0-5-30-15,12-3-13 16,15 1-10-16,8 0 1 15,10 1-3-15,3 2 3 16,4 0-1-16,6 2 0 16,3-1-22-16,1 0-14 15,-6-1-13-15,-14-4-86 16,-17-6-47-16</inkml:trace>
  <inkml:trace contextRef="#ctx0" brushRef="#br0" timeOffset="-105923.95">14924 15487 847 0,'0'0'92'16,"0"0"-41"-16,0 0-36 15,0 0-15-15,0 0 0 16,0 0-33-16,23-3 6 15,-2 19-39-15,3-5-144 16,3-10-227-16</inkml:trace>
  <inkml:trace contextRef="#ctx0" brushRef="#br0" timeOffset="-105712.66">15407 15283 596 0,'0'0'282'15,"0"0"-201"-15,0 0-67 16,0 0-13-16,0 0-1 16,-39 105 0-16,11-26 1 15,-5 8-1-15,-2 4 0 16,7 2-1-16,10-7-15 16,12-13-45-16,6-12-28 15,0-24-76-15,15-17-177 0</inkml:trace>
  <inkml:trace contextRef="#ctx0" brushRef="#br0" timeOffset="-105561.66">15623 15870 826 0,'0'0'107'0,"0"0"-24"16,0 0-35-16,0 0-48 15,0 0-3-15,0 0-60 16,-15 33 25-16,-10 2-77 15,-7-7-208-15</inkml:trace>
  <inkml:trace contextRef="#ctx0" brushRef="#br0" timeOffset="-74761.83">1992 16542 565 0,'0'0'77'16,"0"0"8"-16,0 0-27 15,0 0-31-15,0 0 6 16,0 0 3-16,0 0-4 15,0-22-15-15,0 22 3 16,0 0-3-16,0 0-10 16,0 0 12-16,0 0-6 15,0 0-5-15,0 0 0 16,0 0-8-16,0 0-2 0,0 0-2 16,0 12-7-16,-5 12 8 15,-4 11 3-15,-3 11 0 16,2 7-1-16,-1 2-6 15,-2 3-18-15,7 0-22 16,1-8-73-16,5-13-36 16,0-15-90-16,7-15-136 15</inkml:trace>
  <inkml:trace contextRef="#ctx0" brushRef="#br0" timeOffset="-74461.27">2259 16659 804 0,'0'0'105'0,"0"0"-79"16,0 0-26-16,0 0 0 15,0 0-3-15,-35 88 3 16,29-50 0-16,6 0 1 16,0 0-2-16,11-5-6 15,8-10-25-15,5-9-13 16,6-14-8-16,8-2 7 15,1-29 0-15,-1-9 25 16,-10-3 21-16,-7-1 22 16,-14 6 37-16,-7 4 12 15,-1 5-21-15,-21 7-3 16,2 6-20-16,-2 13-27 16,1 3 0-16,4 9-74 0,4 16-117 15,6 4-43-15</inkml:trace>
  <inkml:trace contextRef="#ctx0" brushRef="#br0" timeOffset="-74278.95">2627 16927 878 0,'0'0'85'15,"0"0"-65"-15,0 0-20 16,-60 85 0-16,41-32-2 0,1 5-8 15,8-2-28-15,0-8-44 16,8-7-103-16,2-18-294 16</inkml:trace>
  <inkml:trace contextRef="#ctx0" brushRef="#br0" timeOffset="-73197.4">2909 16758 844 0,'0'0'19'0,"0"0"-19"0,0 0-7 15,0 0 7 1,0 0 0-16,-15 78 6 0,15-43 3 16,0 2-1-16,0 3-5 15,0 2-2-15,4 1 6 16,4-9-7-16,2-8-11 15,1-13-15-15,5-11-9 16,5-2 5-16,1-18 26 16,2-13-4-16,-4-8 8 15,-7-1 4-15,-7-1 30 16,-6 2 8-16,0 5-8 16,-6 4-12-16,-12 5-5 15,2 5-13-15,-1 8 0 16,4 2-4-16,3 6-2 15,3 1-2-15,3 3-1 0,4 0 5 16,0 0-13-16,0 0-17 16,0 0 20-16,0 0 5 15,0 0-2-15,0 0 5 16,0 0 0-16,0 0 2 16,0 0 3-16,0 0-3 15,0 0 21-15,0 0 0 16,0 0-3-16,0 0 2 15,0 0-12-15,-3 0 2 16,3 0-1-16,0 0-9 16,-3 0 1-16,-2 0-1 15,-1 0 0-15,2 0 1 16,3 0-1-16,-3 0 0 16,3 0-3-16,0 0 0 0,-1 4 3 15,2 1 0-15,0-2-9 16,0 2 3-16,2 1-14 15,17-3 0-15,14-3 19 16,7 0-18-16,8-3-9 16,-6-5-18-16,-3-1 24 15,-11 3 22-15,-6 2 1 16,-10 3 8-16,-5 1 10 16,-5 0-19-16,-2 0-1 15,0 15-5-15,-4 7 1 16,-13 4 5-16,-5 6 3 15,0 4 1-15,5 0-2 16,4-2-2-16,8-2-5 0,5-7-33 16,0-9-43-1,24-13 8-15,7-3 25 0,10-12-52 16,3-16-10-16,3-8 110 16,-4 0 104-16,-9 0 12 15,-10 4-32-15,-11 10 60 16,-8 5-63-16,-5 7-33 15,0 7-37-15,0 3-10 16,2 0-2-16,0 0-20 16,3 6-27-16,2 6 47 15,4 5-1-15,2-2 2 16,1 4 0-16,0-2-2 0,0-2-3 16,8-2-11-1,1-7-16-15,11-6-12 0,-6 0-25 16,-4-11 43-16,-6-9 26 15,-6-5 14-15,-5 1 17 16,-4 2 56-16,-3 1-39 16,0 5-12-16,-10 2-27 15,-11 7-7-15,0 0 1 16,1 4-3-16,4 3 0 16,3 0-2-16,3 0-19 15,2 11-49-15,-2 5-43 16,4-4-58-16,-2-4-342 15</inkml:trace>
  <inkml:trace contextRef="#ctx0" brushRef="#br0" timeOffset="-72497.49">4367 16827 500 0,'0'0'350'0,"0"0"-248"0,0 0-77 16,0 0-23-16,0 0 0 15,0 0-2-15,-10-19-1 16,13 19-1-16,21-2-1 15,7-1 3-15,11 1 0 16,3-3-13-16,0 3-19 16,-4-1-6-16,-8 3-24 15,-6 0-65-15,-17 0 4 16,-10 0-203-16</inkml:trace>
  <inkml:trace contextRef="#ctx0" brushRef="#br0" timeOffset="-72327.08">4296 16958 646 0,'0'0'119'0,"0"0"-78"15,0 0-14-15,0 0 15 16,125 3-23-16,-71-6-12 16,-6-7-5-16,1 1-2 15,-3-1-17-15,-6-2-75 16,-10 2-194-16</inkml:trace>
  <inkml:trace contextRef="#ctx0" brushRef="#br0" timeOffset="-52793.64">14312 15484 99 0,'0'0'75'16,"0"0"-30"-16,0 0 15 15,0 0 33-15,0 0-25 16,0 0-36-16,0 0-12 16,6-9 7-16,-4 7-1 15,-2-1 15-15,0 3-5 16,0 0-8-16,0 0-16 16,0 0-8-16,0 0-3 0,0 0 2 15,0 0-3-15,0 0 0 16,0 0 0-16,0 0 2 15,0 0-1-15,0 0-1 16,0 0 1-16,0-2 2 16,0 2 4-16,0 0 3 15,0 0 17-15,0 0 16 16,0 0-16-16,1-1-22 16,2-1-5-16,3 1 0 15,3-2-2-15,1 0 2 16,-1 0 0-16,3 1 1 15,-3 0-1-15,-2 1 0 16,4-1 0-16,-5 2 1 16,0 0-1-16,-3 0 0 15,-1 0 0-15,0 0-2 0,0 0 2 16,2 0 0-16,-1 0 2 16,3 0-1-16,0 2 0 15,3 1-1-15,2 2 0 16,-1-2 3-16,-1 1-2 15,0-1-1-15,-3-1 0 16,-2 3-1-16,-2-3 1 16,3 1 0-16,-2 0-1 15,-2 1-1-15,-1-1 4 16,0 2-2-16,0 2 0 0,0 2 0 16,0 0 0-1,-4 0 0-15,-3-1 1 0,-1 3 1 16,4-3-2-16,-1 1 0 15,0 0 0-15,2 1 0 16,0 0 0-16,-1 0 0 16,-2-1 0-16,-2 1 1 15,2-4-1-15,0 2 0 16,2-5 0-16,1 2 2 16,0-2-3-16,0-2 1 15,0 0 0-15,-2 1 3 16,3 0-1-16,-3-2-2 15,-1 4 0-15,-2 0-1 16,1-1 1-16,3 0 0 16,1-2 0-16,3 0 0 0,0-1 0 15,0 0 0-15,0 0 7 16,0 0-6-16,0 0 1 16,0 0-2-16,0 0 0 15,0 0 2-15,0 0-1 16,0 0 5-16,0 0 20 15,3 0 3-15,1 0-11 16,5-1-8-16,-2 0-9 16,1-1 8-16,4-1-9 15,-3 2 1-15,-2-2 3 16,2 3-1-16,-1-1-2 16,-1 1 0-16,1-2 0 0,-1 2-1 15,1 0 0-15,0 0 0 16,0 0 1-16,2 0-1 15,1 0 0-15,-1 0 0 16,-1 0 4-16,0 0-4 16,-4-2 0-16,4 2 0 15,-2 0 1-15,-1-2-1 16,0 0 0-16,0 1 0 16,-1 1 1-16,2 0-2 15,-2 0 1-15,3-1 0 16,1 1 1-16,3 0-1 15,-3 0 0-15,-1 0 0 16,-2 0 1-16,-1 0-2 0,0 0 1 16,-1 0-1-1,-1 0 1-15,0 0 0 0,2 0 0 16,-3 0 1-16,5 0 0 16,-1 0-2-16,0 0 1 15,1 0 0-15,1 0 0 16,2 4 0-16,-3 0 0 15,1-1 0-15,1 0 1 16,-2 0-1-16,-1-2 0 16,-1 2 0-16,-2-2-2 15,-1 2 2-15,1 2 0 16,-2-2-2-16,2 4 2 16,-2 0-1-16,-1 0 1 15,0 3 0-15,0-3 1 0,0 3-1 16,0 2 0-16,0 1 0 15,-10-1 2-15,-2 4-1 16,3-1-1-16,-4 1 1 16,4-1-2-16,-3 1 1 15,3-3 0-15,1-1 2 16,-1-2-1-16,-1-2-1 16,-1 1 8-16,-2-4 0 15,0 2 4-15,-5-1-5 16,0 0 0-16,-5-1 1 15,0-2-7-15,-3 2 2 16,2-1-3-16,0-3 5 16,2 2-1-16,1-2 1 0,3-1 6 15,3 0 2-15,3 2-8 16,2-1-2-16,-2 1 0 16,3-2-2-16,-2 0 4 15,0 0-4-15,2 0-1 16,0 0 5-16,0 0 3 15,3 0 0-15,-3-5 5 16,3 1-13-16,-1 0 4 16,2 0-1-16,0-1-1 15,4 3 0-15,0-1-2 16,1 2 0-16,0 1-1 16,0-2 1-16,0 2 0 0,0 0-1 15,0 0 1-15,0 0-4 16,0 0 2-16,0 0-7 15,0 8-39-15,0 4-38 16,0 1-219-16</inkml:trace>
  <inkml:trace contextRef="#ctx0" brushRef="#br0" timeOffset="-52628.45">14304 15969 764 0,'0'0'147'0,"0"0"-104"16,0 0-43-16,0 0-11 15,0 0-160-15,0 0-364 16</inkml:trace>
  <inkml:trace contextRef="#ctx0" brushRef="#br0" timeOffset="-42727.41">5237 16677 587 0,'0'0'182'15,"0"0"-98"-15,0 0-48 16,0 0-8-16,0 0-14 15,0 0-2-15,0 0 5 16,0-28-7-16,0 24 2 16,0 0 14-16,0 1-25 15,0 2 10-15,0 1-5 16,0 0-3-16,0 0 0 16,0 0-2-16,0 0 0 0,0 0-1 15,0 0-1-15,-3 3-4 16,-3 18-8-16,-7 11 8 15,-1 15 5-15,-5 7 0 16,2 10 0-16,2 2-1 16,5 2-4-16,3-3-25 15,1-10-20-15,6-13-6 16,0-18-49-16,0-21-59 16,13-3-232-16</inkml:trace>
  <inkml:trace contextRef="#ctx0" brushRef="#br0" timeOffset="-42327.35">5558 16620 697 0,'0'0'145'15,"0"0"-107"-15,0 0-24 16,0 0 0-16,0 0-14 16,0 0 0-16,-29 62 10 15,10-17 0-15,-2 7-1 16,4 6-5-16,6 3-3 16,8 2 3-16,3-5-4 15,0-7 0-15,12-12-3 0,9-16-16 16,10-23 2-16,14-3 8 15,7-30 9-15,0-10 1 16,-1-4 0-16,-12 4 2 16,-18 7 23-16,-20 6 5 15,-1 5-1-15,-30 5-15 16,-17 10-12-16,-13 10-3 16,-6 0-22-16,7 19-39 15,15-1-131-15,19 1-194 16</inkml:trace>
  <inkml:trace contextRef="#ctx0" brushRef="#br0" timeOffset="-41761.22">6124 16757 639 0,'0'0'150'15,"0"0"-94"-15,0 0 10 16,0 0-24-16,0 0-18 16,0 0-16-16,17-21-8 15,-9 42-5-15,-3 8 4 16,2 10-1-16,-6 2 2 16,-1 1-3-16,0-4 1 15,0-1-14-15,0-4-7 16,-6-1-24-16,-1-4 1 15,2-9-25-15,2-8 29 16,0-5 38-16,3-5 4 16,0-1 9-16,0 0 52 15,0 0-10-15,0 0-25 0,0 0-21 16,0 0-1-16,3 0-3 16,9-1 0-16,4-5 1 15,4-4 5-15,8-2-6 16,10-2 4-16,6-6-3 15,7 1 0-15,1 0-4 16,0 4 2-16,-1 2-42 16,-11 6-54-16,-7 0-42 15,-9 5-186-15</inkml:trace>
  <inkml:trace contextRef="#ctx0" brushRef="#br0" timeOffset="-41345.11">6756 16643 924 0,'0'0'68'16,"0"0"-17"-16,0 0-32 15,0 0-13-15,0 0-6 16,0 0-14-16,-27 5 12 16,6 43 1-16,0 7 0 0,2 9 1 15,2 2-4-15,7 1 3 16,4 1 1-16,6-5-15 16,0-14-9-16,4-17-14 15,23-18-14-15,12-14 35 16,10-5 9-16,2-22 7 15,-9-11 1-15,-12-4 3 16,-14 4 31-16,-13 4 0 16,-3 11 3-16,-19 3-14 15,-14 10-23-15,-9 10-2 16,-3 0-42-16,11 7-85 16,10 7-143-16,15 1-277 15</inkml:trace>
  <inkml:trace contextRef="#ctx0" brushRef="#br0" timeOffset="-40971.66">7358 16919 526 0,'0'0'263'15,"0"0"-159"-15,0 0-65 16,0 0-20-16,0 0-7 15,0 0-1-15,36-12-11 16,-3 12 4-16,7 0 0 16,8 0-3-16,4 0 2 15,-3 0-3-15,-3 0-4 16,-5 0-1-16,-14 0-32 16,-7 0-21-16,-12-2-55 0,-8-6-73 15</inkml:trace>
  <inkml:trace contextRef="#ctx0" brushRef="#br0" timeOffset="-40745.02">7467 16682 732 0,'0'0'101'0,"0"0"-13"16,0 0-45-16,0 0-24 15,0 0-12-15,0 0-7 16,21-2-5-16,-13 34 5 15,0 13 4-15,-3 9 1 16,-4 10 4-16,-1 2-8 16,0 4 1-16,-3-2-2 0,-8-2-3 15,0-6-29 1,0-14-83-16,1-17-246 0</inkml:trace>
  <inkml:trace contextRef="#ctx0" brushRef="#br0" timeOffset="-40586.8">7625 17089 614 0,'0'0'384'0,"0"0"-300"16,0 0-63-16,0 0-21 16,0 0-52-16,0 0 8 0,15 34-35 15,-15-5-190-15</inkml:trace>
  <inkml:trace contextRef="#ctx0" brushRef="#br0" timeOffset="-30755.09">8125 16733 105 0,'0'0'131'15,"0"0"-37"-15,0 0 15 16,0 0 0-16,0 0-54 16,0 0-3-16,0 0 20 15,0 0-37-15,-8-34-6 16,7 31 9-16,-1 0 2 15,0 0 7-15,1 3-27 16,0-3 1-16,1 1 1 16,0 2-20-16,0 0 3 15,0 0-5-15,-2 0 4 16,2 0-8-16,0 11-4 0,0 16 5 16,-4 12 2-16,0 10-1 15,-4 9 2-15,-2 2 0 16,5 5 0-16,-1 1 1 15,2-3-1-15,4-13 0 16,0-11-10-16,1-16-36 16,17-14-41-16,3-9-92 15,0-13-195-15</inkml:trace>
  <inkml:trace contextRef="#ctx0" brushRef="#br0" timeOffset="-30222.57">8641 16866 615 0,'0'0'119'15,"0"0"-5"-15,0 0-68 16,0 0-23-16,8-85-9 16,-8 64 0-16,0-1-9 15,0 0 5-15,-15 5-8 0,-2 0 0 16,-11 5-4 0,1 8 2-16,-3 4 0 0,2 0-1 15,4 14 1-15,5 10-3 16,6 3 3-16,9 5-6 15,4 3 2-15,12-1-6 16,15-9-4-16,10-7 2 16,9-10-2-16,1-8 9 15,-3 0 2-15,-9-14 3 16,-13-3 2-16,-13 0 2 16,-9 2 0-16,0 1 11 15,-13 2 8-15,-5 7-4 0,-3 5-9 16,0 0-7-1,4 16-3-15,4 15-2 0,6 12 2 16,5 11-1-16,2 10 2 16,0 6-1-16,8 3 1 15,3-6-1-15,-1-11 3 16,-3-11-3-16,-1-10-29 16,1-15-62-16,1-20-198 15</inkml:trace>
  <inkml:trace contextRef="#ctx0" brushRef="#br0" timeOffset="-29589.24">9044 16981 407 0,'0'0'224'15,"0"0"-59"-15,0 0-86 16,0 0-47-16,27-92-4 16,-20 69-11-16,-6-1 11 15,1 1-5-15,-2 0-12 16,0 4 1-16,0 2-9 0,-13 2-3 15,-4 6 0-15,-5 6-1 16,-4 3-8-16,3 0-14 16,3 3-1-16,4 13-5 15,1 9 12-15,1 9 10 16,4 10 5-16,5 12-2 16,4 6 2-16,1 10 2 15,0-2 0-15,0-5 0 16,10-10 9-16,3-10-5 15,0-6 12-15,2-10-8 16,-5-3 0-16,-2-11-3 16,-5-1-5-16,-3-9 3 15,0 0-3-15,0-5 0 0,0 0 4 16,-11 0-1 0,-8-7 6-16,-5-16-6 0,3-7-1 15,3-4-2-15,9-8 0 16,3 3-1-16,6 2-1 15,0 5 2-15,12 3-5 16,9 1-5-16,2 2-6 16,8 0 2-16,7 2-10 15,4 0 0-15,0 2-26 16,0 2-64-16,-6 3 34 16,-4 0-7-16,-3-2-283 15</inkml:trace>
  <inkml:trace contextRef="#ctx0" brushRef="#br0" timeOffset="-29023.46">9309 16811 736 0,'0'0'132'0,"0"0"-84"16,0 0-29-16,0 0 8 0,0 0-19 16,0 0-6-16,33-46-2 15,-12 43 0-15,3-2-2 16,1 3 2-16,-1 2-2 15,-3 0 0-15,0 0-10 16,-12 2 0-16,0 7 0 16,-9 7-15-16,0 1 5 15,0 2 6-15,-12 1 8 16,-6 3 7-16,1-3-3 16,0-1 4-16,4 3 0 15,3 0 1-15,8 1 1 16,2 7 3-16,0 1 1 0,9 6 5 15,5 2-4 1,4-3 0-16,-2-3-4 0,1-7 0 16,-4-6-2-16,-3-5-1 15,-6-8 1-15,-2 0 1 16,0-1-1-16,-2-2 0 16,0-1-1-16,0-1 4 15,-8 3-3-15,-9-3 20 16,-7 1-7-16,-4 1-1 15,-2 1-5-15,0 0-6 16,12 1 1-16,0 5-3 16,11-1-72-16,7-5-183 15</inkml:trace>
  <inkml:trace contextRef="#ctx0" brushRef="#br0" timeOffset="-28214.79">9730 16941 568 0,'0'0'74'0,"0"0"-59"15,0 0 17-15,0 0 44 16,103 0-13-16,-57 0-37 16,3-4-12-16,2-3-9 15,-3 1 2-15,-3-3-7 16,-7-1 0-16,-5 2-30 16,-12-1-33-16,-8 0-50 0,-13-1-52 15,0-2-244-15</inkml:trace>
  <inkml:trace contextRef="#ctx0" brushRef="#br0" timeOffset="-27975.89">9899 16692 666 0,'0'0'181'15,"0"0"-118"-15,0 0-48 0,0 0-11 16,0 0 4-1,0 0 13-15,70 113-10 0,-50-52-2 16,-5 10-4-16,-4 7-5 16,-6 0 7-16,-3-5-5 15,-2-12-2-15,0-14-3 16,0-8-22-16,0-8-15 16,-9-12-132-16,2-13-329 15</inkml:trace>
  <inkml:trace contextRef="#ctx0" brushRef="#br0" timeOffset="-27824.98">10101 17235 403 0,'0'0'490'16,"0"0"-423"-16,0 0-67 15,0 0-45-15,0 0-116 16,0 0-72-16</inkml:trace>
  <inkml:trace contextRef="#ctx0" brushRef="#br0" timeOffset="-16436.24">10657 16811 416 0,'0'0'160'16,"0"0"-80"-16,0 0-26 0,0 0-30 16,0 0 5-16,0 0-12 15,72-87 22-15,-51 73-19 16,-1 0 1-16,-3 5 15 16,-2 1-20-16,2 5-6 15,-4 3-10-15,3 0 0 16,1 14-2-16,-1 12 1 15,-5 7 0-15,-8 12 0 16,-3 3-5-16,-8 5 1 16,-17-1 0-16,-5-2-16 0,-3-2 4 15,2-7-8 1,1-12-3-16,4-7 27 0,12-14 1 16,3-1 0-16,6-7 3 15,5 0 7-15,0 0 15 16,0 0-15-16,10-4 2 15,14-9-7-15,8-4-2 16,1 2-2-16,2-2 2 16,-4 3-2-16,-1 4 11 15,0 1-6-15,-5 4 1 16,-2 0-3-16,0 1-3 16,0 1-1-16,-3 0 0 15,-3-1-23-15,-5 3-26 16,-3 1-77-16,-6 0-7 15,-3 0-223-15</inkml:trace>
  <inkml:trace contextRef="#ctx0" brushRef="#br0" timeOffset="-16093.17">11248 16690 669 0,'0'0'174'0,"0"0"-92"16,0 0-37-16,0 0-26 15,0 0-19-15,0 0-3 16,12-3 1-16,-7 22 2 15,-1 8 0-15,-2 6-1 16,-2 9 3-16,0 7-2 16,0 3 0-16,0 3 2 15,-7 1-2-15,2-3 0 16,2-3-10-16,1-11-36 16,2-14-60-16,0-13-106 15,0-12-345-15</inkml:trace>
  <inkml:trace contextRef="#ctx0" brushRef="#br0" timeOffset="-15570.15">11479 16747 536 0,'0'0'146'0,"0"0"49"0,0 0-123 16,0 0-19-16,0 0-30 15,0 0-15-15,-7-31-8 16,7 34-5-16,0 14 4 15,7 9-1-15,-1 6 2 16,0 6 0-16,0 1 1 16,-1-1-2-16,1-3 1 15,-2-11-4-15,4-5-10 16,4-16-6-16,10-3 18 16,9-13 0-16,5-17 3 15,-2-4-1-15,-8-4 1 16,-11 4-1-16,-15-2 11 15,0 5 1-15,0 9 15 0,-5 8-3 16,0 9-3 0,1 5-21-16,4 0-5 0,0 19-16 15,0 12 20-15,0 9-1 16,0 6 2-16,5 1 0 16,4 5-17-16,3 3-8 15,1 1 3-15,1-9-24 16,-4-8-51-16,2-17-125 15</inkml:trace>
  <inkml:trace contextRef="#ctx0" brushRef="#br0" timeOffset="-15037.44">12051 16862 567 0,'0'0'133'0,"0"0"-11"16,0 0-73-16,41-80-2 16,-28 56-16-16,-2-1-8 15,-2 1-9-15,-3 0 13 16,-6 1-13-16,0 5-3 0,-13 3-11 15,-13 6-1 1,-3 6-2-16,-4 3 0 0,3 4 3 16,6 19-4-16,8 6 4 15,13 7-13-15,3 2 4 16,15 1-4-16,14-3 6 16,6-11-5-16,4-11-8 15,4-14 20-15,-4 0 0 16,-10-9 5-16,-9-7 10 15,-13 2 1-15,-7 3 10 16,0 3-15-16,-11 3-11 16,-15 3 0-16,-6 2-4 0,0 3 4 15,2 16-4-15,9 5 1 16,6 9 0-16,8 8 3 16,4 7-3-16,3 7 2 15,0 3-2-15,1 0-18 16,17-3 7-16,4-7-25 15,7-8-21-15,1-11-129 16,-5-15-281-16</inkml:trace>
  <inkml:trace contextRef="#ctx0" brushRef="#br0" timeOffset="-14536.95">12376 16990 670 0,'0'0'108'0,"0"0"-26"15,0 0-81-15,0 0-1 16,0 0 0-16,0 0 2 16,-8-17 3-16,25 24 6 15,8 0 16-15,8-2 4 16,9 0-15-16,2-5-8 16,7 0-3-16,6 0-4 15,-1-3 3-15,-5-4-4 16,-9 3-1-16,-18-1-1 0,-11 4-25 15,-13 1-30 1,0 0-130-16,-25 0-158 0</inkml:trace>
  <inkml:trace contextRef="#ctx0" brushRef="#br0" timeOffset="-14301.88">12488 16771 166 0,'0'0'606'16,"0"0"-482"-16,0 0-70 16,0 0-33-16,0 0-14 0,0 0-7 15,18-5-3 1,-17 40 3-16,2 6 6 0,-3 11-6 16,0 5 2-16,0 7-2 15,0 0 1-15,-7-3-1 16,-1-6 0-16,-1-11-23 15,-1-9-72-15,3-12-128 16</inkml:trace>
  <inkml:trace contextRef="#ctx0" brushRef="#br0" timeOffset="864.79">13349 16753 298 0,'0'0'92'16,"0"0"-9"-16,0 0 4 15,0 0-23-15,0 0-10 16,0 0 20-16,0 0-32 16,61-30-27-16,-59 30 4 15,2 0-8-15,0 0-4 16,2 0 4-16,1 0-5 15,3 0-3-15,3 3-3 16,2 4 3-16,-1 3-1 16,0 0-2-16,-2 6-3 15,-6 3 3-15,-6 4-7 0,0 7 2 16,-12 7 3-16,-20 7 2 16,-8 4 2-16,-11 4 5 15,2-5-6-15,3-10-1 16,7-10-18-16,13-8 15 15,8-12-1-15,10-3 4 16,7-2 1-16,1-2-1 16,0 0 2-16,0 0-1 15,15 0 0-15,7-11 1 16,8 0-2-16,3 0 2 16,1 2 1-16,2-2 2 15,-2 2 7-15,2-3 1 16,0 2-2-16,0 2-1 15,1 2-5-15,-3 1-4 0,0 5-1 16,-4-2-1-16,-5 2-23 16,-5 0-39-16,-8 0-101 15,-11 0-187-15</inkml:trace>
  <inkml:trace contextRef="#ctx0" brushRef="#br0" timeOffset="1156.59">13862 16727 669 0,'0'0'182'15,"0"0"-76"-15,0 0-58 16,0 0-28-16,0 0-20 15,0 0-8-15,0 20 6 16,0 19 2-16,0 10 0 16,0 8 0-16,0 7 0 15,-5-2 1-15,2-1-1 16,1-11 0-16,2-10-22 16,0-11-25-16,0-12-69 15,0-14-214-15</inkml:trace>
  <inkml:trace contextRef="#ctx0" brushRef="#br0" timeOffset="1695.95">14291 16862 635 0,'0'0'151'15,"0"0"-85"-15,0 0-45 16,0 0 16-16,0 0-16 16,45-81-5-16,-41 65-5 0,-2 0-10 15,-2 0 4-15,0-1-5 16,-19 7-1-16,-10-3-1 16,-2 7-3-16,0 6 0 15,9 0 4-15,6 3 0 16,12 16-10-16,4 8-5 15,0 6 5-15,4 9 3 16,11 2 5-16,-2 4-1 16,5 0 1-16,-3-1 3 15,-3-6 0-15,-1-6 4 16,-8-6-4-16,-3-6 0 16,-5-3 1-16,-16-4 2 15,-4-5 9-15,-3-4-8 16,1-4-1-16,4-3 8 15,6 0-10-15,4-15 7 0,6-8-3 16,7-9-2 0,0-5 13-16,26-6-12 0,8 0-3 15,12 0-1-15,5 5 2 16,-2 3-2-16,-1 2 0 16,-8 7-2-16,-7 5 2 15,-6 4 0-15,-9 6-24 16,-5 5-43-16,-5-1-123 15,-3-1-307-15</inkml:trace>
  <inkml:trace contextRef="#ctx0" brushRef="#br0" timeOffset="2062.74">14619 16673 746 0,'0'0'162'0,"0"0"-76"16,0 0-60-16,0 0-26 15,0 0-4-15,0 0 0 16,-2 74 2-16,-3-25 4 16,-1 7-2-16,0-5 4 15,6-4-4-15,0-10-3 16,7-13-21-16,20-17 7 16,13-7 15-16,11-20 1 15,1-15-31-15,-4-9-3 16,-17 2 27-16,-15 0 8 15,-16 6 5-15,0 8 29 0,-11 9 4 16,-3 11-13-16,1 8-24 16,4 1-1-16,0 20-2 15,-1 14 1-15,-1 6-2 16,2 12 4-16,-4 5-1 16,1 3 0-16,-1-1-10 15,7-6-21-15,6-13-23 16,0-12-49-16,16-23-185 15</inkml:trace>
  <inkml:trace contextRef="#ctx0" brushRef="#br0" timeOffset="2279.71">15039 16905 888 0,'0'0'63'16,"0"0"-63"-16,0 0-2 15,0 0 2-15,0 0 15 16,0 0-2-16,86 19 6 16,-40-16-11-16,15 0-2 15,9-2-4-15,-1-1-2 16,-6 0-7-16,-10-2-26 16,-11-11-33-16,-14-5-85 15,-14-3-241-15</inkml:trace>
  <inkml:trace contextRef="#ctx0" brushRef="#br0" timeOffset="2490.5">15301 16741 754 0,'0'0'186'16,"0"0"-111"-16,0 0-73 16,0 0-2-16,0 0-8 15,0 0 8-15,6 95 7 16,-5-43-3-16,-1 6 0 15,0 3-2-15,0-3-1 16,-1-3 4-16,-8-10-5 16,0-8-12-16,-5-5-22 15,-1-8-62-15,-1-14-183 16</inkml:trace>
  <inkml:trace contextRef="#ctx0" brushRef="#br0" timeOffset="16798.48">15983 16779 340 0,'0'0'147'0,"0"0"-67"15,0 0-36-15,0 0-31 16,0 0 16-16,0 0-13 16,0 0 1-16,50-52 12 15,-44 51 1-15,5-1-8 16,5 2-18-16,7 0-3 15,5 0-1-15,6 0 0 16,-3 9 0-16,-7 5-1 16,-6 4-2-16,-10 8-5 15,-8 3 0-15,0 6 8 16,-27 5 3-16,-9 2 3 0,-4-1 1 16,-6-3 1-16,8-6-8 15,8-8 3-15,10-10-3 16,8-7 1-16,10-5 2 15,2-2-3-15,0 0 0 16,11 0 5-16,15-9 9 16,9-4-12-16,5-3 12 15,-1 2-8-15,-2 2 5 16,-1 3-6-16,-3 3-3 16,0 4-4-16,-1 0-5 0,-5 2-46 15,-1 0-50 1,-4-1-89-16</inkml:trace>
  <inkml:trace contextRef="#ctx0" brushRef="#br0" timeOffset="17033.88">16603 16697 833 0,'0'0'106'0,"0"0"-53"15,0 0-30-15,0 0-23 16,0 0-3-16,0 0-7 0,0 58 10 16,0-8 0-1,-1 6 0-15,-2 7 3 16,1 3-1-16,2 0-4 0,0-9-16 16,0-5-36-16,0-22-77 15,-4-20-247-15</inkml:trace>
  <inkml:trace contextRef="#ctx0" brushRef="#br0" timeOffset="17580.57">16834 16772 709 0,'0'0'153'16,"0"0"-86"-16,0 0-34 16,0 0-18-16,0 0-5 15,0 0-6-15,19-66-3 16,8 56 1-16,3 4-1 16,-1-2-1-16,3 3 0 15,-7 3 0-15,0 2 0 16,-3 0 0-16,-7 0-1 15,-3 1-2-15,-6 10-25 16,-5 1 5-16,-1 5 9 16,-1 0 6-16,-13-1 8 0,-3 3-1 15,-3 1 1-15,7 0 0 16,4-1-2-16,7 6 0 16,2-5-2-16,0 3 1 15,12-2 3-15,1-1 1 16,3-3 0-16,-6-2-1 15,-2 0 2-15,-4-1-2 16,-3 0 0-16,-1 1 1 16,0 2 0-16,-1 0 0 15,-11 0-1-15,-3 0 5 16,0-3-4-16,-1-2 0 16,-4-4-1-16,0-4 1 0,6-4-1 15,1 0 0 1,4 0 0-16,7-4-22 0,2-12-90 15,11-9-236-15</inkml:trace>
  <inkml:trace contextRef="#ctx0" brushRef="#br0" timeOffset="17814.76">17305 16751 819 0,'0'0'129'0,"0"0"-56"16,0 0-40-16,0 0-33 16,0 0-1-16,0 0-10 15,0 12 11-15,0 27-1 16,0 6 1-16,-10 5 1 16,-3-1 0-16,-5 2 2 0,-2-3-3 15,-1 1-2-15,2-6-22 16,3-6-23-16,7-13-56 15,6-14-150-15</inkml:trace>
  <inkml:trace contextRef="#ctx0" brushRef="#br0" timeOffset="18019.7">17510 16973 460 0,'0'0'432'0,"0"0"-360"15,0 0-61-15,0 0-9 16,0 0 0-16,0 0 0 16,89-43-3-16,-69 43 1 15,0 0-8-15,0 6-24 16,-1 2-36-16,-5-1-92 16,-6 0-202-16</inkml:trace>
  <inkml:trace contextRef="#ctx0" brushRef="#br0" timeOffset="18214.79">17485 17104 820 0,'0'0'60'0,"0"0"-28"0,0 0 10 16,0 0-18-16,0 0-8 15,94 0-9-15,-65-1-4 16,6-4-1-16,5 1-2 15,0 1-29-15,-5 1-36 16,-18-3-182-16</inkml:trace>
  <inkml:trace contextRef="#ctx0" brushRef="#br0" timeOffset="31100.51">18181 16753 269 0,'0'0'86'16,"0"0"57"-16,0 0-38 16,0 0-53-16,0 0-7 15,0 0 41-15,0 0-67 16,7-68 6-16,-7 62 11 0,0 0-18 15,0 3 19 1,0-1-11-16,0 3-13 0,0 1 21 16,0 0-22-16,0 0-2 15,0 12-10-15,-7 23-12 16,-8 15 10-16,-6 13 2 16,-3 12 0-16,0 3 0 15,-2-4 1-15,5-10-1 16,6-14 0-16,5-17-1 15,7-14 0-15,3-15-25 16,11-5-24-16,21-34-59 16,11-16-89-16</inkml:trace>
  <inkml:trace contextRef="#ctx0" brushRef="#br0" timeOffset="31451.48">18392 16835 538 0,'0'0'174'0,"0"0"-165"15,0 0 25-15,-6 94 42 16,6-53-33-16,0 3-7 16,0-2-13-16,10-5-17 15,6-7-2-15,5-16-4 16,6-9 2-16,10-5 2 15,8-17-2-15,9-22 0 0,-2-14 4 16,-12-10-5-16,-16 4-1 16,-24 3 0-16,-16 9 1 15,-40 10 0-15,-15 10-1 16,2 13-5-16,19 14 2 16,21 0-6-16,26 23-7 15,3 10-67-15,26 8 13 16,23 1-43-16,13-2-19 15,10-2-288-15</inkml:trace>
  <inkml:trace contextRef="#ctx0" brushRef="#br0" timeOffset="31686.64">19005 17095 730 0,'0'0'144'16,"0"0"-75"-16,0 0-69 15,0 0 0-15,-47 85 0 16,25-47 16-16,1 2-15 16,3-1 6-16,0-3-5 15,5-2-2-15,1-7-12 16,2-15-89-16,5-12-148 0,5-2-358 15</inkml:trace>
  <inkml:trace contextRef="#ctx0" brushRef="#br0" timeOffset="32016.47">19245 16909 811 0,'0'0'91'0,"0"0"-56"16,0 0-35-16,0 0-8 16,0 81 8-16,0-40 0 15,0-2 0-15,0-5 1 16,11-10-1-16,16-10 0 0,14-14 0 16,11-5-8-16,7-23 8 15,-3-8 0-15,-18-4-6 16,-19-3 5-16,-19 6 1 15,-21 1 12-15,-33 5 13 16,-25 7-24-16,-5 11 0 16,13 8-1-16,26 5-7 15,32 17-19-15,13 10-14 16,23 9-86-16,22 1-13 16,15-1-304-16</inkml:trace>
  <inkml:trace contextRef="#ctx0" brushRef="#br0" timeOffset="32358.53">19659 16716 650 0,'0'0'117'0,"0"0"-31"16,0 0-56-16,109-26 7 15,-70 26-8-15,1 6-17 16,0 14-5-16,-4 9-4 16,-11 7 0-16,-9 7-2 15,-16 8-1-15,0 7-2 0,-23 6 2 16,-12-7-2-16,-6 1 1 15,2-14 2-15,2-9-2 16,5-7-2-16,6-9-44 16,5-13-26-16,5-6-101 15,7 0-254-15</inkml:trace>
  <inkml:trace contextRef="#ctx0" brushRef="#br0" timeOffset="32547.93">19667 16924 666 0,'0'0'172'0,"0"0"-91"0,0 0-64 16,0 0-14-16,107-9 5 15,-59 9 5-15,7 9-5 16,6 1-3-16,4 3-4 16,3-2-1-16,0-2-23 15,1-9-57-15,-9 0-102 16,-6-21-218-16</inkml:trace>
  <inkml:trace contextRef="#ctx0" brushRef="#br0" timeOffset="32999.45">20256 16719 844 0,'0'0'107'0,"0"0"-91"0,0 0-11 15,106-37 15-15,-73 34-10 16,0 3-2-16,-2 0-5 16,-3 0-2-16,-7 11-2 15,-6 5 1-15,-14-1-6 16,-1 5-14-16,-10 1-22 16,-15-2-4-16,-4-1-10 15,7-4-14-15,3-3-2 0,9-3 37 16,7-4 35-1,2-2 4-15,1 4 84 0,0 8 6 16,0 11-24-16,12 16-41 16,13 12-3-16,5 4-17 15,3-1-2-15,-3-9 4 16,-11-13-7-16,-8-10-2 16,-11-7 0-16,0-5-1 15,-11-2-2-15,-14-3-1 16,-10 0 2-16,-3-7 5 15,-1 0-5-15,6 0 3 16,5 0 1-16,9 0-4 16,8 0-2-16,11 0-52 15,0 0-150-15,18 0-385 16</inkml:trace>
  <inkml:trace contextRef="#ctx0" brushRef="#br0" timeOffset="34847.65">18066 14817 262 0,'0'0'185'0,"0"0"-104"16,0 0 22-16,0 0 20 15,0 0-75-15,0 0 31 16,0 0-41-16,5-26-14 16,5 26-6-16,6 0-15 15,8 9 0-15,6 12-2 16,2 5 0-16,-2 11-1 16,-4 5 0-16,-8 11 0 15,-10 5-2-15,-8 2 2 16,0 0 0-16,-8-7 2 0,-5-11 0 15,1-12-1 1,1-10-1-16,3-10 0 0,3-6 2 16,-2-4-2-16,4-5 1 15,0-20 21-15,3-10 3 16,0-4-18-16,16-5-7 16,21-3-3-16,14 4 2 15,10-1-6-15,8 7-21 16,-5 6 13-16,-5 8-21 15,-9 9-30-15,-20 7-29 16,-19 6-74-16,-11 1-128 16</inkml:trace>
  <inkml:trace contextRef="#ctx0" brushRef="#br0" timeOffset="35053.8">18751 15009 712 0,'0'0'83'15,"0"0"-76"-15,0 0-6 16,112-4 5-16,-71 4-5 16,4 0 1-16,2 3-2 15,-1 9-2-15,-10 2-23 0,-17-1-104 16,-19-2-130-1</inkml:trace>
  <inkml:trace contextRef="#ctx0" brushRef="#br0" timeOffset="35217.38">18776 15244 621 0,'0'0'227'15,"0"0"-177"-15,0 0-39 16,0 0-7-16,118 0 2 15,-63 4-4-15,8-1-4 16,3-3-33-16,-1 0-99 16,-5-18-48-16</inkml:trace>
  <inkml:trace contextRef="#ctx0" brushRef="#br0" timeOffset="35613.54">19527 14982 653 0,'0'0'64'16,"0"0"-27"-16,0 0-10 16,0 0 1-16,76 72 1 15,-66-36-23-15,-6 3 2 16,-4 2-5-16,0-2 1 0,-3-4-2 15,-11-4-2 1,0-4 3-16,1-6-7 0,2-6 4 16,5-4-23-16,3-8-1 15,3-3 5-15,0 0 19 16,0 0 1-16,8 0 38 16,7-5-8-16,6-1-26 15,4 3-5-15,0 1 3 16,4 0-1-16,2 2 2 15,6 0-3-15,8 0-1 16,4 0 0-16,3 0-3 16,-2 0-41-16,-9-2-100 15,-11-18-60-15</inkml:trace>
  <inkml:trace contextRef="#ctx0" brushRef="#br0" timeOffset="35979.53">20089 15063 809 0,'0'0'118'0,"0"0"-91"15,0 0-27-15,0 0 0 16,2 85-2-16,-2-40 2 16,0 3 0-16,0-4 0 15,0-10 1-15,0-11-1 0,16-10 0 16,15-13 0-1,8 0-2-15,1-17 2 0,-1-10 0 16,-15-5-1-16,-9-2 0 16,-14 2 2-16,-1 3 1 15,0 11 3-15,-6 9 0 16,0 9 14-16,-2 0-19 16,0 19 0-16,-3 14-2 15,-2 6 2-15,3 7 0 16,2 2-2-16,5 1 2 15,3-3-3-15,0-8 1 16,5-9-17-16,5-14-38 16,6-15-60-16,4-4-77 15</inkml:trace>
  <inkml:trace contextRef="#ctx0" brushRef="#br0" timeOffset="36156.75">20486 15180 810 0,'0'0'4'0,"0"0"-8"15,0 0 3-15,0 0 1 16,0 0-1-16,0 0-2 16,53 77-45-16,-38-77-100 15,-1-9-297-15</inkml:trace>
  <inkml:trace contextRef="#ctx0" brushRef="#br0" timeOffset="36379.32">20829 14830 892 0,'0'0'16'15,"0"0"51"-15,0 0-52 16,0 0-14-16,33 93-2 15,-33-26 0-15,0 12-1 16,0 10 0-16,-9 0 2 16,1-3-4-16,-5-11-18 15,-1-16-69-15,10-18-68 0,4-16-172 16</inkml:trace>
  <inkml:trace contextRef="#ctx0" brushRef="#br0" timeOffset="36539.46">21035 15545 620 0,'0'0'351'0,"0"0"-251"15,0 0-44-15,0 0-23 16,0 0-30-16,0 0-3 16,16 5-30-16,-13 21-65 15,-3-7 26-15,-2-11-174 16</inkml:trace>
  <inkml:trace contextRef="#ctx0" brushRef="#br0" timeOffset="39276.68">20689 16765 54 0,'0'0'185'0,"0"0"-118"15,0 0-4-15,0 0-36 16,0 0-3-16,91-44 23 16,-81 39 0-16,0-2-6 15,-4 4 3-15,-3 3 12 16,-1 0-54-16,-2-2-2 16,0 2 0-16,0 0-1 15,0 0-2-15,0-2 6 16,0-1-1-16,-2 0 25 15,-5-3-22-15,1-1 35 0,-1 0-17 16,1 1-7-16,-1-1 8 16,0 2-20-16,-2-2 0 15,-1 0-3-15,-11-3 0 16,-7-1-1-16,-4-2 0 16,-7-2 2-16,-1-2 1 15,-5 0 8-15,0-7 6 16,-2 2 3-16,-3-2-11 15,-3 0 4-15,-4 2-2 16,-2-1-4-16,-1 3 3 16,-3 3-8-16,-4 1 0 15,-6 0-2-15,-5 4-3 0,0 1 3 16,1 0-1-16,3 3 1 16,5-1 1-16,5 1 0 15,7 0-1-15,5-1 1 16,6 2 0-16,5 0-1 15,7 3 0-15,3 1 1 16,6 1-2-16,4 2 1 16,0 0 0-16,-4 0 2 15,-2 0-2-15,-3 0 0 16,-4 6-1-16,-2 0 2 16,-3-1-3-16,-6 1 4 15,0 0-2-15,-4 1 0 16,3-2 0-16,1 0-1 0,2 3 1 15,-3-3 0 1,10 1-1-16,-1 0 1 0,4 1 0 16,3 0 0-16,0 1 1 15,0 3-2-15,0-2 1 16,-1-1 0-16,-5 3 0 16,-4-2 0-16,-2 1 0 15,-2 1-1-15,-1-2 2 16,3 2-1-16,0-2 0 15,8 4 1-15,4-1 8 16,2 2-8-16,3 2 0 16,2-2 2-16,-1 0-1 15,0-2-2-15,1-1 0 16,-1 0 0-16,-2 1 3 0,1 2-3 16,0 1 3-16,4 3 13 15,1 2-15-15,1 4 5 16,1 4-6-16,2 0 3 15,-2 2-2-15,4 0 1 16,1 0-2-16,2 3 0 16,1 1 4-16,0 3-4 15,2 4 0-15,1 0 1 16,2-1-1-16,0 2 1 16,1-3 1-16,4 0 0 15,0 2 1-15,12-1-3 16,19 4 0-16,14-1 3 15,14-1 1-15,3-1-1 0,4-5-3 16,4-7 5 0,0 0-4-16,4-2 0 0,1-2-1 15,7 0 2-15,6 0-2 16,6-1 0-16,8-4 0 16,-1-1 1-16,3-2-1 15,2-7 0-15,2-5 0 16,-5-3-8-16,1 1 0 15,-9-3-5-15,-1 0 7 16,0 0 6-16,-1 0 3 16,2-8-2-16,2-7-2 15,8-6 5-15,4-8-7 0,7-3 3 16,3-6 0-16,-2-1 3 16,-6-4 1-16,-7 1-4 15,-5-1 0-15,-11 4 3 16,-13 3-3-16,-19 0 3 15,-15 4-2-15,-13-4 13 16,-10-1-9-16,-5-8 5 16,-5-1 4-16,-6-8-3 15,-2 1 8-15,0 2-6 16,0 5-10-16,0 10 4 16,0 4-7-16,0 3 0 15,0 5 0-15,0 0-2 16,-3 2 1-16,-10 2 0 15,-7-3-1-15,-10 1 1 16,-11 2-1-16,-9 1 1 0,-7 8-3 16,4 8-10-16,13 3-6 15,14 0-24-15,15 19-26 16,11 4-62-16,5-1-39 16,23-1-32-16,8-2-58 15</inkml:trace>
  <inkml:trace contextRef="#ctx0" brushRef="#br0" timeOffset="39403.52">20806 16726 179 0,'0'0'84'0,"0"0"121"16,0 0-6-16,0 0-47 16,0 0-68-16,0 0-34 0,-1-7-9 15,-11 7-23 1,-5 17-18-16,-5 13-21 0,-3 6-39 16,11-10-83-16,10-9-172 15</inkml:trace>
  <inkml:trace contextRef="#ctx0" brushRef="#br0" timeOffset="41519.61">22265 17239 39 0,'0'0'0'0,"0"0"0"15,0 0 2-15,0 0 6 16,0 0 2-16,0 0-10 16,6 0-4-16</inkml:trace>
  <inkml:trace contextRef="#ctx0" brushRef="#br0" timeOffset="44121.6">17846 9053 597 0,'0'0'91'16,"0"0"-18"-16,0 0-10 0,0 0-14 16,-6-72-21-16,6 64 2 15,0 2-14-15,0 3-6 16,0 0 11-16,0 3-20 16,0 0 6-16,0 0 0 15,0 0-4-15,0 0-1 16,0 0-2-16,0 0 4 15,0 0-4-15,0 0 0 16,0 0 0-16,0 0 0 16,0 0-7-16,0 0 6 0,11 17-2 15,3 12 3-15,-2 10 0 16,1 9-1-16,-7 13 0 16,-4 7-1-16,-2 8 0 15,-2 0 1-15,-8-7 1 16,0-14 0-16,3-15-1 15,4-18 5-15,2-9-4 16,1-6 0-16,-2-7 2 16,2 0 2-16,0-13 20 15,0-22 43-15,0-12-50 16,6-6-17-16,12-3 0 16,9-2 0-16,9 5-7 15,14 2 0-15,15 5-9 16,6 6-24-16,1 10 22 15,-4 9-16-15,-10 8 4 0,-14 13-11 16,-16 3-14-16,-20 19-35 16,-10 6-74-16,-35-1-64 15,-17 0-77-15</inkml:trace>
  <inkml:trace contextRef="#ctx0" brushRef="#br0" timeOffset="44691.1">18486 9479 376 0,'0'0'186'15,"0"0"-176"-15,0 0-3 16,0 0 45-16,110 32 4 16,-61-28 13-16,5-1-25 15,10-1-25-15,3 0 1 16,6-1-14-16,3-1-3 0,-6 0-1 15,-4 0 0 1,-6 0-4-16,-11-5-24 0,-12-4-44 16,-13-1 3-16,-14-3-24 15,-10-4 8-15,-7-4 52 16,-23-1 31-16,-13-4 5 16,-7 1 29-16,0 3 26 15,10 3-4-15,17 9 28 16,19 10-5-16,4 0-27 15,19 6-52-15,21 17-32 16,12 5 32-16,7 5 0 16,-4 0 4-16,-4-1 2 0,-9-2 4 15,-8-4 13 1,-15-5-8-16,-12-3 5 0,-7-2-19 16,-10 4 0-16,-30 2-1 15,-10 0 3-15,-12 1-3 16,-8-9-25-16,-1-12-107 15,11-2-239-15</inkml:trace>
  <inkml:trace contextRef="#ctx0" brushRef="#br0" timeOffset="45654.58">19743 9307 401 0,'0'0'113'16,"0"0"-44"-16,0 0-20 16,0 0 25-16,0 0-8 15,0 0-4-15,0-10-45 16,0 10-11-16,0 0 0 0,0 0-5 15,0 0 1 1,0-1 12-16,0 1 3 0,0 0 3 16,0 0-11-16,0 0-7 15,0 0-1-15,0 0 0 16,0 0-1-16,0 0 0 16,0 0 2-16,0 0-1 15,0-2-1-15,0 1 2 16,0 1 6-16,0-3-8 15,0 3 3-15,0 0-3 16,0-2 0-16,0-1 0 16,0-1 0-16,1-2-6 15,14-1 6-15,9-1-11 16,8 0 11-16,2 3-1 0,3 2 2 16,-3 3-2-16,-1 0 1 15,-5 5 0-15,-2 10-1 16,-7 4 1-16,-1 5 0 15,-6 8-5-15,-7 10 3 16,-5 5 2-16,-5 9-2 16,-23 0-3-16,-11-1 5 15,-6-7-2-15,2-6 0 16,3-12-5-16,10-9-3 16,7-8 6-16,7-5-1 15,9-5 5-15,2-3 0 16,4 0 1-16,-1 0 1 15,2 0 9-15,0 0 16 0,10-3-14 16,22-5-13-16,14-5-16 16,11 3 14-16,5 0 1 15,6 4-2-15,-1 3-6 16,6 0-27-16,-11-4-22 16,-11-5-101-16,-11-8-137 15</inkml:trace>
  <inkml:trace contextRef="#ctx0" brushRef="#br0" timeOffset="46203.39">20390 9290 746 0,'0'0'81'0,"0"0"-17"16,0 0-29-16,0 0-15 15,0 0-9-15,0 0-11 16,76-60 2-16,-53 55-2 16,1 4 0-16,-2 1-3 15,2 0 4-15,-5 3-1 16,-1 8 0-16,-4 2-8 15,-4 0-14-15,-7 2-5 16,-3-1-12-16,0 0-11 0,-5 1 10 16,-12-3 23-16,3 1 16 15,-2 0-3-15,4-3 4 16,0 3 0-16,5 6-2 16,3 5 2-16,3 6 2 15,1 3-1-15,0 3 2 16,0-4-1-16,10-2 0 15,4-3 3-15,-7-6-5 16,-1-3 6-16,-3-3-6 16,-3-3 0-16,0-2 3 0,0-1-2 15,-14 1 3 1,-2-4-1-16,-5-2-2 0,-3-2 22 16,-1-2 2-16,3 0-7 15,7 0-4-15,5 0-6 16,8 0-7-16,2 0-1 15,22 0-163-15,20-3-57 16</inkml:trace>
  <inkml:trace contextRef="#ctx0" brushRef="#br0" timeOffset="46422.48">20942 9540 267 0,'0'0'512'0,"0"0"-375"15,0 0-80-15,0 0-27 16,104-44-21-16,-60 44-9 16,6 0-6-16,4 3-6 15,-3 7-25-15,-6-7-45 16,-11-3-157-16</inkml:trace>
  <inkml:trace contextRef="#ctx0" brushRef="#br0" timeOffset="46821.24">21585 9324 789 0,'0'0'79'0,"0"0"-48"16,0 0-31-16,87 25-1 16,-64 7-3-16,-3 6 1 15,-8 5 0-15,-11 3-1 16,-1-4 4-16,-15-2 0 0,-15-3 0 15,-6-3 2-15,-2-5-5 16,7-7 3-16,4-6-23 16,12-8-13-16,7-4 8 15,5-1 18-15,3-3 9 16,0 0 1-16,6-7 54 16,21-8 31-16,9 0-80 15,13 2-5-15,8 2-2 16,8 9-17-16,8-2-35 15,1-4-122-15,-6-7-113 16</inkml:trace>
  <inkml:trace contextRef="#ctx0" brushRef="#br0" timeOffset="47151.42">22088 9467 561 0,'0'0'272'0,"0"0"-148"0,0 0-62 16,0 0-36-16,0 0-26 15,0 0-14-15,1 104 1 16,15-44 12-16,7-2-2 16,12-7-1-16,6-15-23 15,4-15-5-15,2-12 10 16,-3-9 11-16,-4 0 6 16,-7-20 5-16,-10-1 3 15,-12-4 1-15,-8-1 9 0,-3 2 17 16,0 7-9-1,0 9 9-15,0 4-5 0,0 4-12 16,-4 9-13-16,-1 20-21 16,0 12-3-16,1 13 20 15,4 7-5-15,0-2-7 16,6-5-12-16,11-18-47 16,0-19-101-16,-1-17-113 15</inkml:trace>
  <inkml:trace contextRef="#ctx0" brushRef="#br0" timeOffset="47618">22926 9523 861 0,'0'0'14'15,"0"0"-14"-15,0 0-13 16,0 0 10-16,1 82-1 15,-1-46 8-15,0 0-3 16,5-6 2-16,1-8-3 16,1-6 7-16,-1-9-6 15,-1-7 1-15,5 0 2 16,8-24 2-16,3-11 3 16,3-12-9-16,-3-9-15 15,-6-5 15-15,-2-3-6 16,-4 4 6-16,0 8 19 15,4 13 2-15,5 10-15 16,8 8-6-16,7 8-16 0,1 9 14 16,-1 4 1-16,-6 0 1 15,-7 8 0-15,-5 10 0 16,-4 2-2-16,-7 11 2 16,-4 8-5-16,0 12 3 15,-22 16-3-15,-15 13 5 16,-5 3 2-16,-9 8 1 15,2-2 0-15,5-2-1 16,9-8-2-16,11-12-15 16,18-23-101-16,6-25-72 0,15-19-255 15</inkml:trace>
  <inkml:trace contextRef="#ctx0" brushRef="#br0" timeOffset="47867.53">23391 9895 872 0,'0'0'27'16,"0"0"-27"-16,0 0-29 16,0 0 29-16,-45 109-2 15,35-66 4-15,10-6-2 16,0-9 0-16,10-14 2 16,12-11-1-16,7-3 0 15,9-14 11-15,8-19 21 16,1-6-4-16,-6-7-21 15,-14 0-6-15,-15 3-1 0,-12 4-2 16,-32 6 0-16,-39 12-4 16,-33 5 2-16,-9 6-84 15,8 10-214-15</inkml:trace>
  <inkml:trace contextRef="#ctx0" brushRef="#br0" timeOffset="48550.57">18949 10014 304 0,'0'0'47'16,"-82"-22"32"-16,63 15 16 15,10 3-9-15,7 3-22 16,2 1 13-16,26 0-43 16,35 0-26-16,45 0 14 15,46 1-3-15,52 12 9 0,40 0-14 16,33 6-7-16,23 2 7 16,17 1-9-16,6 5-5 15,-1 0 0-15,-15 4 4 16,-23 1-6-16,-28 3 2 15,-35-5-5-15,-32-9 5 16,-37-6 2-16,-37-10-1 16,-34-3 3-16,-30-2-2 15,-23 0 2-15,-15 0 5 16,-10 0 4-16,-3 0-13 16,0 0-3-16,-18 0-50 15,-3 0-133-15,4 0-404 0</inkml:trace>
  <inkml:trace contextRef="#ctx0" brushRef="#br0" timeOffset="48689.45">22910 10401 780 0,'0'0'53'15,"0"0"3"-15,0 0-56 16,0 0-54-16,0 0-144 15,-97 21-207-15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40:06.195"/>
    </inkml:context>
    <inkml:brush xml:id="br0">
      <inkml:brushProperty name="width" value="0.05292" units="cm"/>
      <inkml:brushProperty name="height" value="0.05292" units="cm"/>
      <inkml:brushProperty name="color" value="#FF0000"/>
    </inkml:brush>
  </inkml:definitions>
  <inkml:trace contextRef="#ctx0" brushRef="#br0">4514 2630 187 0,'0'0'121'0,"0"0"-10"16,0 0-49-16,0 0 12 0,0 0-20 15,0 0-14-15,0 0 26 16,0-78-9-16,0 68-7 16,0-1-11-16,0 5-12 15,0 1 0-15,0 5-4 16,0 0-21-16,0 2-2 16,0 20-9-16,-3 19 2 15,-11 18 5-15,-10 16 1 16,-4 9 1-16,-2 7 3 15,2-2-3-15,7-9 1 16,9-8 0-16,6-12-1 16,6-16-6-16,0-11-9 0,0-11-24 15,0-14-34-15,8-8-23 16,14-11-11-16,2-28-435 16</inkml:trace>
  <inkml:trace contextRef="#ctx0" brushRef="#br0" timeOffset="734.05">4472 2489 473 0,'0'0'116'0,"0"0"-48"15,0 0-61-15,0 0 0 16,96-8 39-16,-56 19-13 15,6 7-14-15,-3 4-2 16,2 11-10-16,-2 8 2 16,-4 6-8-16,-3 5 2 15,-7-2-3-15,-7-6-2 16,-13-10 1-16,-4-11-2 16,-3-11-16-16,-2-9-8 15,0-3 27-15,0 0 2 16,0-16 9-16,-2-14 1 0,2-10-8 15,0-10-1-15,9-3 4 16,14 1 27-16,5 3-6 16,14 3-13-16,10 9-12 15,8 10-3-15,-11 8 0 16,-7 17-1-16,-16 2-3 16,-7 19 4-16,-9 20-6 15,-9 12-1-15,-1 17-1 16,-25 10 7-16,-6 6 1 15,-4 0 6-15,4-9-6 16,4-9 1-16,8-13-1 16,10-16-17-16,9-11-28 15,0-11-5-15,11-15-70 0,29-7 38 16,10-28-216-16</inkml:trace>
  <inkml:trace contextRef="#ctx0" brushRef="#br0" timeOffset="1498.5">5474 2835 463 0,'0'0'152'0,"0"0"-9"16,0 0-89-16,0 0-54 16,0 0-7-16,0 0 2 15,-32 87 3-15,20-41 2 16,3 6 0-16,9 1 3 16,0 1 0-16,9-8-2 15,13-14-1-15,5-11 1 16,4-18-1-16,5-3 4 15,7-19-4-15,-3-12-37 0,-4-7-10 16,-12-3-4-16,-19-4 21 16,-7-4 22-16,-35-4-30 15,-17-5 21-15,-7 1 17 16,12 3 63-16,16 5 13 16,17 10-13-16,16 6-49 15,18 4-14-15,32 1-1 16,25-2-35-16,20-7-11 15,8 4 47-15,-1 0 0 16,-17 5 11-16,-21 6 21 16,-18 8 0-16,-22 5 5 15,-14 9 10-15,-4 0-23 0,-2 20-24 16,1 21-7 0,-5 16-1-16,0 18 8 0,0 9 1 15,-10 3 2-15,1-5-1 16,3-14-2-16,0-15 2 15,6-19-2-15,0-17 1 16,0-10-1-16,0-7 0 16,0 0 6-16,0-12 18 15,0-13-5-15,0-3-19 16,0 2-2-16,-20 3 1 16,-11 7 0-16,-2 9-3 15,5 7 3-15,1 4 1 0,6 18-1 16,2 10-7-16,7 3-12 15,8 4-3-15,4-3 9 16,19-3 2-16,18-12 3 16,20-11 9-16,8-10 3 15,6-10 4-15,-1-20-2 16,-3-7-1-16,-15-1 1 16,-12 3 9-16,-17 7 6 15,-16 5 8-15,-7 9-8 16,0 4-13-16,-10 6-7 15,-7 4-5-15,-4 7-7 16,-1 20-12-16,2 7 2 16,6 4 3-16,9 3-5 0,5-6-5 15,6-7-13-15,23-11-24 16,8-15-32-16,9-4-30 16,-1-29-285-16</inkml:trace>
  <inkml:trace contextRef="#ctx0" brushRef="#br0" timeOffset="1639.26">6431 2556 763 0,'0'0'102'0,"0"0"-17"16,0 0-62-16,0 0-23 16,0 0-105-16,0 0 28 0,58 73-27 15,-11-22-144 1</inkml:trace>
  <inkml:trace contextRef="#ctx0" brushRef="#br0" timeOffset="2231.05">6854 2803 738 0,'0'0'74'16,"0"0"-29"-16,0 0-27 15,85-79-12-15,-52 59-6 16,2-4 2-16,-1-5-2 16,-4-1 1-16,-8-1-1 15,-8 0 0-15,-13 0 5 0,-1 4-5 16,0 4 4-16,-12 7 2 16,4 9-2-16,2 7-4 15,-4 3-4-15,-4 29-21 16,-6 23 13-16,-3 23 12 15,-1 20-1-15,2 13 1 16,7 2 0-16,-2-3-4 16,4-11 4-16,3-19-1 15,1-20 0-15,4-24 0 16,4-18 0-16,-1-11 1 16,-1-7 1-16,-2-10 6 15,-9-19-7-15,-11-12-136 0,-8-8-130 16,-2-4 76-16,3 4 190 15,12 6 118 1,17 10 37-16,3 8-88 0,26 7-48 16,11 5-19-16,9 2-14 15,5 2 10-15,7-3 4 16,6-2 8-16,2-1 17 16,-5 1 24-16,-12 2 7 15,-16 1-7-15,-15 5-11 16,-11 3-8-16,-5 3-3 15,-2 0-27-15,0 0-4 16,0 7-19-16,0 13 3 16,0 7 18-16,-6 2-7 0,6-2-75 15,0-5-30-15,9-16-107 16,18-6-178-16</inkml:trace>
  <inkml:trace contextRef="#ctx0" brushRef="#br0" timeOffset="2381.38">7393 2535 551 0,'0'0'246'15,"0"0"-177"-15,0 0-42 16,0 0-27-16,0 0-126 16,-2 79 90-16,2-13-80 0,6-8-184 15</inkml:trace>
  <inkml:trace contextRef="#ctx0" brushRef="#br0" timeOffset="3030.44">7607 2950 729 0,'0'0'76'15,"0"0"-34"-15,0 0-32 16,106-67 4-16,-75 53-4 15,-9-2-10-15,-5 2 7 16,-9 2-4-16,-8 0 11 16,0-3 3-16,-5 3-10 15,-17 3-7-15,-8 4-2 0,-7 5-5 16,-2 2-1-16,-1 18 1 16,10 9-7-16,12 3-13 15,10 3 8-15,8 4-5 16,11-5-11-16,38-5 20 15,17-11 15-15,13-17 0 16,3-1 9-16,-3-15-5 16,-9-10-4-16,-9-4 1 15,-6-8 5-15,-13-2-4 16,-13-7 1-16,-15-7 21 16,-12 0-2-16,-2 2-3 15,-2 13-1-15,-6 16 2 16,5 14 1-16,3 8-21 15,0 9-34-15,0 25-25 0,6 17 56 16,5 10 3-16,3 5 0 16,5-1-3-16,-1-9 1 15,2-11-16-15,-3-15 10 16,-7-13 1-16,-3-10 7 16,-5-7 0-16,-2 0 8 15,0-4 34-15,0-17 3 16,-10-11-45-16,-24-3-9 15,-10 1-11-15,-1 6 20 16,8 10 3-16,17 9 40 16,9 9-33-16,-2 2-10 15,1 22-16-15,-6 7 10 16,2 8-2-16,7 0-9 0,9-5-11 16,4-5 1-16,27-10 10 15,10-6-12-15,8-13-35 16,0 0-114-16</inkml:trace>
  <inkml:trace contextRef="#ctx0" brushRef="#br0" timeOffset="3595.75">9294 2501 548 0,'0'0'93'0,"0"0"39"16,0 0-50-1,0 0-17-15,0 0-47 0,0 0-18 16,-18-22-13-16,17 61-6 15,-5 19 18-15,-3 12 2 16,-5 7-2-16,2-2-42 16,2-10-27-16,6-14-62 15,-1-14-22-15,2-18-86 16</inkml:trace>
  <inkml:trace contextRef="#ctx0" brushRef="#br0" timeOffset="4166.06">9390 2799 636 0,'0'0'139'0,"0"0"-55"15,0 0-49-15,0 0-35 16,0 0-11-16,0 0 5 16,25 56 6-16,-21-20 2 15,3-1-2-15,-3-5-15 16,2-9-7-16,-1-6-8 15,-3-7-9-15,-2-8-9 16,3 0 25-16,2-8 23 16,5-14 0-16,2-6-6 15,0-2 3-15,-1 6 3 16,0 6 9-16,0 7-3 16,0 8-5-16,-3 3 8 15,0 0-9-15,-2 0-2 0,0 12 0 16,4 5 0-16,-2 6 2 15,2 3 0-15,8 2 0 16,9-6 2-16,9-6-2 16,4-11-12-16,3-5-52 15,-3-11 20-15,1-21-14 16,-2-13 14-16,-7-9 44 16,-9-9 13-16,-11-7 40 15,-12-2 12-15,0 2 21 16,-5 10 5-16,-7 16-21 15,5 15-7-15,2 13-24 16,5 16-36-16,0 2-3 16,0 29-69-16,0 20 68 15,0 19 1-15,0 14 1 0,8 8-1 16,1-6 0-16,6-13-3 16,0-17-39-16,0-17 6 15,-2-15 8-15,-6-14-20 16,-4-7-26-16,2-3-24 15,-1-18 76-15</inkml:trace>
  <inkml:trace contextRef="#ctx0" brushRef="#br0" timeOffset="4322.53">9648 2682 582 0,'0'0'24'0,"0"0"-23"0,0 0 3 16,101-5 14-16,-47 8 19 15,7 9-17-15,9 3-16 16,5 4-4-16,1-2-34 16,-5-8-225-16</inkml:trace>
  <inkml:trace contextRef="#ctx0" brushRef="#br0" timeOffset="4645.61">10134 2931 544 0,'0'0'58'0,"82"-22"6"15,-38 10-3-15,-1-1-10 16,-9 0-36-16,-6 4-11 16,-9 0 0-16,-12 0-2 15,-4 1 3-15,-3-3-3 16,-18-1-2-16,-15 2-30 15,-4 7-5-15,-1 3 30 16,0 3 4-16,8 17-1 16,6 7-16-16,4 6-27 15,16 1 6-15,4-3 4 16,28 1 23-16,27-7 3 16,16-5 9-16,9-6 0 0,-5-10-37 15,-5-4-187 1</inkml:trace>
  <inkml:trace contextRef="#ctx0" brushRef="#br0" timeOffset="4930.33">10550 2827 812 0,'0'0'53'15,"0"0"-15"-15,0 0-38 16,0 0-9-16,0 0 8 15,24 78 1-15,-9-39 0 16,0-5 0-16,-3-3 4 0,-2-9-4 16,-7-8 1-1,-1-6 1-15,-2-4-2 0,0-2-3 16,0-2-4-16,0 0 7 16,0-7 10-16,0-15 1 15,0-8-11-15,6-3-5 16,17 4-22-16,12 3-33 15,10 6-75-15,5 6-108 16,-3 5-101-16</inkml:trace>
  <inkml:trace contextRef="#ctx0" brushRef="#br0" timeOffset="5762.76">10955 2859 44 0,'0'0'129'0,"0"0"-19"16,0 0 11-1,0 0-37-15,0 0 1 0,0 0-43 16,-48 67-4-16,28-43-4 15,6-2-14-15,5-6-15 16,4-4 0-16,4-6-1 16,1-3-3-16,0 0 3 15,0-3-1-15,0 0 6 16,0-3 34-16,0-18 23 16,9-3-66-16,10-1-3 15,2 5 3-15,-6 8 0 16,-4 5 4-16,-3 7-2 15,-2 0-2-15,0 0-5 16,3 8 5-16,-2 5 1 16,1 5-1-16,2 3-1 15,8 2 1-15,7-2 0 16,11-5 0-16,6-6-17 0,1-10-25 16,0 0 23-16,1-9-21 15,-4-12-28-15,-7-4-6 16,-11-2-25-16,-11 4 95 15,-11 0 4-15,0 5 47 16,-2 3 26-16,-7 3 13 16,-1 5 4-16,1 7-37 15,-5 0-53-15,-6 13 0 16,-6 13-1-16,4 6 0 16,8 0-1-16,13-2-6 15,1-7-7-15,18-8 11 16,11-6 4-16,6-9 5 0,1 0 0 15,1-7-1-15,-4-12 2 16,-6-1-2-16,-8-1-2 16,-13 2 1-16,-6 1-1 15,0 4 4-15,0 7 2 16,0 2-6-16,0 5-2 16,-8 0-9-16,-3 9-26 15,-3 11 17-15,1 2 13 16,13 2-17-16,6-7-15 15,29-6 15-15,14-9 22 16,7-2 7-16,-1-4-7 16,-6-17 1-16,-5-8-1 15,-7-5 4-15,-6-9-4 0,-13-6-9 16,-18-7-24-16,-4-4 12 16,-37-3 21-16,-2 1 3 15,4 4 34-15,9 11 19 16,14 16 9-16,9 14-23 15,7 16-24-15,0 1-18 16,1 23-77-16,17 16 77 16,5 11 2-16,5 15 1 15,6 13-2-15,6 6 1 16,-2 3 0-16,-7-12-2 16,-10-9-26-16,-14-13-40 15,-7-12-24-15,-5-19-143 0</inkml:trace>
  <inkml:trace contextRef="#ctx0" brushRef="#br0" timeOffset="7226.41">12533 2610 467 0,'0'0'105'0,"0"0"1"16,0 0-11-16,0 0-90 16,0 0-5-16,0 0-16 15,7 86 16-15,-11-23 0 16,-13 1 3-16,-4-6-3 15,3-10 3-15,2-17-3 16,7-13 1-16,3-12 6 16,6-6-4-16,0 0 34 15,0-20 75-15,0-13-94 16,0-10-18-16,12-9-14 16,7-5-54-16,2-4-10 15,7 3-78-15,4 12 31 0,4 8 125 16,2 16 35-16,-3 15-24 15,-6 7-9-15,-12 4-2 16,-8 16-7-16,-9 8-1 16,0 0 8-16,-2-2 1 15,-9-4-1-15,-2-3 2 16,0-4 20-16,3-1 0 16,-2-2-3-16,0-1-6 15,0-2 2-15,2 2 8 16,2 2-16-16,5 4-7 15,3 6 0-15,2 4-3 16,20 0-3-16,12 0-16 16,17-5-33-16,10-6-20 15,8-8-31-15,2-8 56 16,-1 0 16-16,-7-8 27 0,-11-11 7 16,-14-3 40-16,-16 0 77 15,-15 2 17-15,-7 1-5 16,0 3-62-16,-11 6-5 15,-2 8-37-15,-4 2-10 16,-4 11-15-16,-6 17-1 16,1 6 0-16,6 4 1 15,8 2-7-15,10-7-5 16,2-7-15-16,12-11 12 16,17-11 15-16,6-4 6 0,4-4 3 15,-2-17 2-15,-5-4 6 16,-7 2-8-16,-14 1 3 15,-5 5-5-15,-6 4 1 16,0 6-4-16,0 2-2 16,0 5-2-16,0 0-5 15,0 0-7-15,0 12-26 16,-2 10 38-16,0 7 0 16,2 2-1-16,18-2-3 15,24-5-9-15,16-12 2 16,11-12 0-16,5-3-3 15,-3-23-6-15,-9-12 11 16,-10-10 5-16,-14-7 4 16,-15-4 5-16,-16-7-5 15,-7-2 13-15,-21-1 5 0,-12 7 12 16,2 12 6-16,7 21 4 16,12 12-20-16,6 17-20 15,-1 2-4-15,-2 25-49 16,-2 22 52-16,-4 18 1 15,8 13 0-15,7 5 0 16,7-2-8-16,28-11-4 16,9-6-25-16,2-13-29 15,-4-15-72-15,-5-19-103 16</inkml:trace>
  <inkml:trace contextRef="#ctx0" brushRef="#br0" timeOffset="7558.54">13963 2967 609 0,'0'0'18'0,"0"0"11"15,0 0-18-15,0 0 1 16,95-30 12-16,-69 22 3 16,1 1-15-16,-3-3 2 15,-1 0-1-15,-9-3-6 16,-5-1 0-16,-9-2-4 15,0 1-3-15,-25 3-11 16,-9 0-14-16,0 8 21 16,-3 4 2-16,4 2-1 15,2 19 1-15,1 11-1 0,6 5-1 16,9 3 1-16,15 0-1 16,17-3-5-16,30-7 0 15,12-12 8-15,-4-7-2 16,-10-8 3-16,-11-3 0 15,1 0-15-15,-5-18-100 16,-6-11-254-16</inkml:trace>
  <inkml:trace contextRef="#ctx0" brushRef="#br0" timeOffset="7744.29">13736 2614 678 0,'0'0'8'16,"0"0"-8"-16,112 0 11 16,-64 0 9-16,1 0-6 15,-4 0-4-15,-1 6-9 16,-3 3-1-16,6-4-100 16,3-5-375-16</inkml:trace>
  <inkml:trace contextRef="#ctx0" brushRef="#br0" timeOffset="8561.36">14988 2983 429 0,'0'0'124'0,"0"0"-124"16,0 0-13-16,0 0 7 16,0 0 6-16,0 0 26 15,-67 93 3-15,49-69-23 16,9-6-1-16,7-4-5 16,2-7 0-16,8-7 6 15,17 0 55-15,9-16 80 16,9-13-103-16,2-9-30 15,-3-5-7-15,-9-6-1 16,-9-4-17-16,-10-5-37 16,-10-2 20-16,-4-1 24 0,0 4 10 15,-2 11 14-15,-1 12-7 16,2 10-6-16,1 12-1 16,0 8-7-16,0 3-21 15,7 1-10-15,11 0 14 16,3 14 23-16,0 11 1 15,-2 11-1-15,-8 12 0 16,-11 13-11-16,0 10 12 16,-11 12 3-16,-14 8 0 15,-2 3 1-15,3-2 0 16,4-7 1-16,7-5-1 16,9-8 0-16,1-11 3 0,3-11-2 15,0-14 2 1,0-18-6-16,1-11 3 0,2-7-2 15,3 0 10-15,6-8 2 16,2-12-14-16,-1-5 1 16,-1-5 0-16,-6-6 39 15,-4-9-15-15,-2-5-9 16,0-7 6-16,0-4-1 16,-10 0-2-16,7 8 4 15,3 10-14-15,8 13-9 16,26 9-7-16,14 8-27 15,8 5-33-15,10 4-44 16,6 0 3-16,10-5-87 16</inkml:trace>
  <inkml:trace contextRef="#ctx0" brushRef="#br0" timeOffset="9093.27">15755 2571 521 0,'0'0'15'0,"0"0"66"16,0 0-3-16,0 0 19 16,0 0-68-16,0 0-29 15,-10-27-64-15,-8 68 61 16,-13 14 3-16,-11 4 7 16,-2-1-6-16,2-7 2 15,11-13-1-15,13-15 3 0,7-12 1 16,8-8-1-16,3-3 10 15,0-8 67-15,12-20-4 16,22-16-78-16,16-12-43 16,17-4-19-16,0-4-2 15,-1 5-39-15,-7 9 18 16,-7 14 30-16,-5 11 55 16,-10 15 12-16,-12 10-12 15,-13 0-2-15,-12 26-13 16,-20 10-2-16,-21 7 13 15,-16 6 4-15,-5 0 2 16,5-10 2-16,16-10-4 16,15-10 13-16,14-10 6 0,6-7-5 15,5 1 24 1,-1-3 29-16,2 0 23 0,0 2-29 16,0-2-27-16,0 3-23 15,0 2-11-15,4 5-8 16,11 5 8-16,5 3 3 15,5 5-2-15,4 1-1 16,-1 0 0-16,3-3-4 16,1-1-37-16,-1-4-72 15,3-7-45-15,5-8-114 16</inkml:trace>
  <inkml:trace contextRef="#ctx0" brushRef="#br0" timeOffset="9775.13">16172 2846 526 0,'0'0'90'0,"0"0"85"16,0 0-109-16,0 0-35 16,0 0-13-16,0 0-16 15,67-65 6-15,-43 53 12 16,0-5-2-16,-2-3-8 16,-4-2 3-16,-6-1-8 15,-7-1-1-15,-5 5-3 16,0 6-1-16,0 9-7 15,-14 4 6-15,-12 10-22 16,-9 20-15-16,-1 9 29 16,3 5-25-16,11 2 7 15,13-3-1-15,9-9-11 0,30-13-1 16,22-15 40-16,11-6 7 16,2-9 14-16,-3-19 6 15,-6-10-10-15,-9-6 0 16,-12-7-11-16,-14-2 1 15,-16-1-7-15,-5 4 18 16,0 12 9-16,-8 13 0 16,2 13 10-16,2 12-37 15,-2 0-4-15,-3 28-69 16,-2 14 68-16,2 16 3 16,6 10 2-16,3 9-3 0,18-6-11 15,24-8-15-15,7-20-4 16,3-13 32-16,-7-13-3 15,-8-11 4-15,-5-6 3 16,-4-1-1-16,-5-19 0 16,-4-10 0-16,-7-6 5 15,-6-1 4-15,-6 4 14 16,0 9 29-16,0 10-7 16,0 8-31-16,0 6-9 15,0 0-7-15,0 5-14 16,0 17-72-16,5 10 72 15,4 4 12-15,4-2-3 16,2-7-1-16,-3-8-1 16,1-7 7-16,-6-7 0 0,-4-2 1 15,0-3-1 1,1 0 0-16,6 0-3 0,5 0-4 16,11 0-34-16,9 0-82 15,8 0-76-15,3 0-214 16</inkml:trace>
  <inkml:trace contextRef="#ctx0" brushRef="#br0" timeOffset="10406.4">17248 2818 616 0,'0'0'68'0,"0"0"45"15,0 0-46-15,0 0-42 16,0 0-21-16,0 0-4 16,10-39-3-16,-10 39-3 15,0 0-8-15,0 2 10 0,0 2 4 16,0-4 0-16,0 0 2 16,0 0 3-16,0 0 1 15,0 0 1-15,0 0 3 16,0 0-1-16,0 0-8 15,0 0-1-15,0 0 1 16,0 0 1-16,0 0-2 16,0 0 0-16,0 0-2 15,0 0 2-15,0 0-7 16,0 0-10-16,0 0 5 16,0 0 4-16,0 0 8 15,0 0 0-15,0 0 2 0,0 0-1 16,0 0-1-16,0 0-1 15,0 3-3-15,0 5 0 16,0 9-1-16,-3 6 1 16,-6 7 1-16,-4 6 1 15,-3 7 2-15,-1 1 2 16,0 0 4-16,1-7-3 16,7-6-3-16,6-7-17 15,3-5-73-15,3-12-35 16,30-7-138-16</inkml:trace>
  <inkml:trace contextRef="#ctx0" brushRef="#br0" timeOffset="10773.02">17468 2838 635 0,'0'0'20'0,"0"0"34"16,0 0-47-16,0 0-4 16,0 0 1-16,0 0 6 15,87 30-5-15,-74-10-5 16,2 9 1-16,-6 2 0 16,-6 4 3-16,-3-1-1 15,0-4 0-15,-3-8-3 0,-5-7-4 16,2-9-9-16,1-5-6 15,1-1 19-15,2-1 13 16,0-19 10-16,2-11-6 16,0-11 7-16,9-7 6 15,14-2 5-15,3 4-5 16,7 10-5-16,8 10-25 16,5 12-1-16,-1 11-27 15,-4 4-38-15,-4 5-54 16,-8 9-83-16</inkml:trace>
  <inkml:trace contextRef="#ctx0" brushRef="#br0" timeOffset="11125.5">17975 2859 781 0,'0'0'81'0,"0"0"-79"16,0 0-2-16,0 0-8 15,0 0 8-15,-25 75 1 16,19-59-1-16,2-3-2 16,4-6-2-16,0-4-4 15,0-3-18-15,0 0 26 16,0-3 19-16,19-17 26 16,5-5-45-16,2-2-1 15,0 4 1-15,-8 7 1 0,-5 10 8 16,-2 6 1-16,1 0-10 15,-1 15-3-15,2 6-2 16,-7 7 3-16,-6 5 1 16,0 6-5-16,-12 5 4 15,-6-1 0-15,0 1-3 16,-2-5-39-16,-6-5-30 16,-3-8-82-16,3-10-106 15</inkml:trace>
  <inkml:trace contextRef="#ctx0" brushRef="#br0" timeOffset="11405.25">17042 2518 514 0,'0'0'74'0,"0"0"18"15,0 0 19-15,0 0-73 16,0 0-1-16,0 0-17 16,53-60-17-16,-19 55-3 15,11 5 1-15,12 0-1 16,7 0 3-16,9 0-4 16,3 0 1-16,5 6-24 0,-3-1-80 15,-1-5-126 1,-10 0-294-16</inkml:trace>
  <inkml:trace contextRef="#ctx0" brushRef="#br0" timeOffset="11560.01">17606 2434 733 0,'0'0'45'15,"0"0"39"-15,0 0-26 16,0 0-20-16,0 0-28 15,0 0-10-15,23 28-149 16,-15 5-73-16,-6-8-266 0</inkml:trace>
  <inkml:trace contextRef="#ctx0" brushRef="#br0" timeOffset="36833.15">5112 4501 262 0,'0'0'81'0,"0"0"9"16,0 0-5-16,0 0 6 15,0 0 29-15,-2-73-95 16,-1 59 33-16,3 3-11 16,0 2-29-16,-1 1-3 0,1 1 11 15,-2 1-14-15,2-1 3 16,-1 4-2-16,1 1-11 15,0 1 7-15,0 1-7 16,0 0-1-16,0 0-2 16,0 4-6-16,-3 23-21 15,0 16 24-15,-4 23 2 16,-7 20 2-16,-4 13 0 16,-7 4 2-16,1-4 1 15,0-11-3-15,3-14 0 16,7-14-5-16,3-15 2 15,11-15-14-15,0-11 14 0,0-11-21 16,0-6-12-16,0-2-18 16,0-12 50-16,13-21-132 15</inkml:trace>
  <inkml:trace contextRef="#ctx0" brushRef="#br0" timeOffset="37479.96">4694 4247 475 0,'0'0'38'0,"0"0"15"16,0 0-3-16,120-69-23 15,-62 54 1-15,6 2 22 16,3 3-9-16,3 4-5 15,0 6-12-15,-1 0-15 16,-2 24-6-16,-9 13-3 16,-9 12-3-16,-11 12 3 15,-13 2-4-15,-11 3-3 16,-14-4 6-16,-5-5-4 16,-23-9 3-16,-11-7 1 15,-1-12 1-15,-5-9 8 0,-5-4-2 16,0-7-1-16,-2-5-5 15,1-4 5-15,0 0-2 16,7-13 1-16,6-3 4 16,10 3-2-16,14 3 7 15,14 10-13-15,0 0-96 16,22 10-227-16</inkml:trace>
  <inkml:trace contextRef="#ctx0" brushRef="#br0" timeOffset="38395.47">5665 4255 561 0,'0'0'94'0,"0"0"-12"15,0 0-82-15,0 0-4 16,0 0 1-16,0 0 3 16,11 113 4-16,-11-60 6 15,0 4 2-15,-6 4 0 16,-8 4-11-16,0-1 7 15,3 0-8-15,5-13 1 16,4-4 4-16,2-10-1 16,0-12 0-16,14-8-1 15,8-13-1-15,13-4 11 16,11-21 2-16,11-16-4 16,2-8-9-16,-2-6 4 0,-11-5 17 15,-7-4 7-15,-9-1 3 16,-11 2-21-16,-10 7 5 15,-6 9-13-15,-3 9-3 16,0 6-1-16,0 4-2 16,0 7 1-16,0 1 1 15,-5 6 0-15,1 2-2 16,1 3-3-16,0 3 0 16,0 0 2-16,2 2 1 15,1 0 1-15,0 0 1 16,-2 0-1-16,-2 2-4 15,-1 10-3-15,-1 8 2 16,3 2 6-16,2 4 0 16,1-1 0-16,0 0 2 0,18-3-2 15,7-7 0-15,7-2 0 16,12-6 0-16,10-3 0 16,13-4-44-16,5 0-81 15,-4-8-137-15</inkml:trace>
  <inkml:trace contextRef="#ctx0" brushRef="#br0" timeOffset="38880.11">6787 4280 787 0,'0'0'88'0,"0"0"-64"16,0 0-24-16,0 0-24 16,0 0 21-16,0 0 3 15,33 48 0-15,-27-30 3 16,1-1-3-16,-1-5-1 15,-1-1 1-15,1-8-2 16,-3-1-1-16,-2-2 3 0,1 0 2 16,-1 0 10-16,-1-7 12 15,0-10-24-15,0 0 0 16,-18 0 2-16,-15 3 0 16,-8 8-2-16,-3 6-2 15,-1 0 0-15,8 19 2 16,3 15-2-16,0 11-3 15,1 14 3-15,3 9 2 16,3 4 0-16,11-4 0 16,16-9-1-16,0-13-6 15,28-12 7-15,14-10 2 16,7-10-1-16,13-11-1 16,18-3 0-16,8 0-37 15,4-8-178-15</inkml:trace>
  <inkml:trace contextRef="#ctx0" brushRef="#br0" timeOffset="40103.98">7440 4640 434 0,'0'0'94'15,"0"0"-8"-15,0 0-23 0,0 0 2 16,0 0-9-16,79-47-21 15,-53 40-13-15,5 0-17 16,8 4-5-16,4 3 0 16,3 0-7-16,3 1-45 15,-7 11-52-15,-7 0-32 16,-16 0-156-16</inkml:trace>
  <inkml:trace contextRef="#ctx0" brushRef="#br0" timeOffset="40292.05">7285 4911 384 0,'0'0'117'0,"0"0"-98"16,0 0 75-16,0 0 21 16,95 6-32-16,-51-6-62 15,5-4-16-15,2-5-4 16,12 3-1-16,3-5-64 15,2 1-135-15</inkml:trace>
  <inkml:trace contextRef="#ctx0" brushRef="#br0" timeOffset="41160.19">8581 4299 309 0,'0'0'136'0,"0"0"-92"15,0 0 32-15,121-7-9 16,-61 1 18-16,7 2-25 16,9-3-15-16,4 2-23 15,9 1-14-15,6 1-6 16,0 0-2-16,-4 1-7 16,-13 1-28-16,-21 1-33 0,-23 0-7 15,-26 0-24-15,-10 0-158 16,-38 0 73-16</inkml:trace>
  <inkml:trace contextRef="#ctx0" brushRef="#br0" timeOffset="41376.02">8885 4299 585 0,'0'0'160'0,"0"0"-128"16,0 0-32-16,0 0-8 15,0 0 8-15,23 95 9 0,-17-43-1 16,-5 14 7-16,-1 9-5 16,0 6-10-16,-10 0-5 15,-3-6-57-15,5-10-64 16,8-12-77-16,0-14-200 16</inkml:trace>
  <inkml:trace contextRef="#ctx0" brushRef="#br0" timeOffset="42042.11">9676 4296 568 0,'0'0'138'0,"0"0"11"16,0 0-52-16,0 0-62 0,0 0-32 16,0 0-3-16,10 0-8 15,-5 39 8-15,-2 17-2 16,-3 14 2-16,0 10-1 16,-13 2-10-16,-1-7-19 15,2-12 23-15,3-11 2 16,9-10-37-16,0-11 24 15,15-8 4-15,24-16-14 16,18-7 25-16,11-7 3 16,8-22-57-16,-6-8 17 15,-5-10 17-15,-11-6 23 16,-10-2 14-16,-11-5 46 16,-11-1 29-16,-13 6-38 0,-7 6-21 15,-2 8-9-15,-6 8-18 16,-8 10-3-16,1 7 0 15,5 8 0-15,7 8 0 16,-2 0-5-16,0 0-22 16,-2 17-31-16,1 8 58 15,4 5-1-15,0 4 1 16,4-1-1-16,22-3-2 16,10-6 2-16,13-6 1 15,12-6 2-15,9-7-2 16,5-3-5-16,3-2-135 15,-1-15-362-15</inkml:trace>
  <inkml:trace contextRef="#ctx0" brushRef="#br0" timeOffset="43375.18">8417 5184 315 0,'0'0'80'0,"0"0"45"16,0 0-39-16,0 0 11 15,0 0 5-15,0 0-47 16,-34-46-42-16,65 46-13 15,18-3 5-15,26 3-1 16,16 0 4-16,21 3-2 0,27 9-3 16,20 3 0-16,26-3-2 15,17-2-1-15,8-4 0 16,2-3-3-16,-14-3 3 16,-25 0 0-16,-25 0 0 15,-32-8 0-15,-30 2 0 16,-29-2 0-16,-28 4 2 15,-18 1 4-15,-9 2 28 16,-2 1-9-16,0-3-17 16,-6-2-8-16,-12 2-2 15,-12 3-29-15,-4 0-9 16,-2 11-18-16,2 7-53 16,7-3-101-16</inkml:trace>
  <inkml:trace contextRef="#ctx0" brushRef="#br0" timeOffset="43536.09">10742 5232 754 0,'0'0'60'16,"0"0"7"-16,0 0-67 15,0 0-3-15,0 0-123 16,0 0 59-16,-80 68-72 15,53-48-181-15</inkml:trace>
  <inkml:trace contextRef="#ctx0" brushRef="#br0" timeOffset="46105.25">8610 5632 450 0,'0'0'95'0,"0"0"-3"16,0 0 15-16,0 0-84 16,0 0 12-16,0 0-6 15,0-44 2-15,0 44-11 16,0 0-6-16,0 0-10 16,0 0-4-16,0 1-6 15,-2 27-9-15,-7 15 8 0,-10 21 7 16,-6 11 0-16,-8 0 3 15,0-2-3-15,2-6-6 16,5-9-1-16,8-10-11 16,3-11-22-16,6-6 1 15,2-9-40-15,5-8-39 16,1-13-127-16</inkml:trace>
  <inkml:trace contextRef="#ctx0" brushRef="#br0" timeOffset="46417.24">9026 5796 796 0,'0'0'43'0,"0"0"17"15,0 0-60-15,0 0 0 16,0 0-24-16,0 0 1 16,-12 60 23-16,0-5 2 15,-6 9 0-15,-6-1 1 16,-1-2-1-16,-1-8 0 16,6-10-1-16,3-9-1 0,0-9-2 15,7-5-10-15,-1-9-18 16,8-7-28-16,1-4-88 15,2-17 37-15</inkml:trace>
  <inkml:trace contextRef="#ctx0" brushRef="#br0" timeOffset="46604.42">8751 5992 634 0,'0'0'158'15,"0"0"-98"-15,0 0-60 16,0 0-2-16,0 0-5 15,0 0 7-15,60 5 5 0,-11 4 3 16,11-4-2-16,5-2-3 16,4-3-3-16,-2 0-100 15,-3-22-158-15</inkml:trace>
  <inkml:trace contextRef="#ctx0" brushRef="#br0" timeOffset="47513.35">9578 5747 570 0,'0'0'146'16,"0"0"-87"-16,0 0 6 15,0 0-52-15,0 0-13 16,0 0-11-16,0 8-9 15,0 38 19-15,-11 10 1 16,-16 9 3-16,-7-1 1 16,-3-2-4-16,3-11 2 15,5-7-2-15,10-9-8 16,2-11 7-16,7-6-16 16,2-6-19-16,4-10-81 15,4-2-20-15,0-17-145 0</inkml:trace>
  <inkml:trace contextRef="#ctx0" brushRef="#br0" timeOffset="48136.85">9485 5746 581 0,'0'0'131'0,"0"0"-19"15,0 0-75-15,0 0-5 16,0 0-27-16,0 0-2 16,27-29-3-16,16 33 0 15,10 16 0-15,2 7 0 16,-10 6 0-16,-2 4 0 16,-15-1-2-16,-5 2 2 0,-10-5-2 15,-7-7-4-15,-5-5-8 16,-1-9-2-16,0-7 8 15,0-2 5-15,0-3 3 16,0 0 10-16,0-9 18 16,0-14-20-16,0-8-5 15,0-4-3-15,0-5-2 16,9 1 2-16,11 0 0 16,3 3-3-16,1 8 1 15,-1 6-1-15,-5 11-4 16,-6 9 7-16,-3 2 0 15,-2 12-5-15,-3 17 1 0,-2 12-1 16,-2 8 2 0,-6 9 3-16,-13 2 0 0,-1 1 3 15,4-6 0-15,7-7-3 16,4-10-1-16,5-10-25 16,0-9-88-16,0-14-70 15,0-5-242-15</inkml:trace>
  <inkml:trace contextRef="#ctx0" brushRef="#br0" timeOffset="48411.73">10155 5777 741 0,'0'0'113'0,"0"0"-25"15,0 0-61-15,0 0-27 16,0 0-6-16,0 0-1 16,4 25 7-16,1 12 0 15,-3 5 0-15,-2 1 0 16,0-3 0-16,0 2 1 16,-3-6-1-16,-7-1-6 15,1-3-17-15,-1-8-23 16,1-3-33-16,2-13-97 15,7-8-220-15</inkml:trace>
  <inkml:trace contextRef="#ctx0" brushRef="#br0" timeOffset="48985.38">10417 5836 500 0,'0'0'368'0,"0"0"-319"16,0 0-49-16,0 0-53 16,0 0 51-16,4 106 2 15,-13-51-1-15,-9 1 5 16,-2-5-3-16,4-9 8 16,2-12-4-16,8-15-3 0,3-8 0 15,2-7 2-15,1 0 1 16,0-3 37-16,0-21 13 15,1-12-55-15,17-12-1 16,8-6-28-16,9-8-37 16,1 5 11-16,5-1 2 15,-4 7 51-15,-1 9 2 16,-4 11 1-16,-11 15 17 16,-4 16 1-16,-7 0-19 15,-5 27-12-15,-5 12 0 16,0 4-3-16,-9 1 5 15,-11-5 8-15,1-5-15 0,-2-10-1 16,2-7 14 0,0-8 3-16,-2-3 1 0,3-6 2 15,-2 0 2-15,2-3 15 16,2-17 47-16,-2 3-15 16,7 1 5-16,3 5-17 15,6 7-12-15,2 4-27 16,0 0-11-16,0 17-28 15,7 12 35-15,5 7 2 16,6 8 2-16,2-2-18 16,4 0 12-16,8-5-18 15,3-7-41-15,5-9-57 16,-1-12-22-16,1-9-192 0</inkml:trace>
  <inkml:trace contextRef="#ctx0" brushRef="#br0" timeOffset="49567.99">11013 5825 773 0,'0'0'56'15,"0"0"-37"-15,0 0-19 16,0 0-18-16,0 0 16 15,-24 97 2-15,1-44 6 0,-4 3 7 16,5-5 1-16,3-6-9 16,10-15 4-16,3-13-6 15,3-10 0-15,3-6-1 16,0-1 5-16,0 0 35 16,0-23 19-16,12-13-51 15,13-15-10-15,7-7-26 16,2 0-40-16,-1 2-6 15,1 6-31-15,0 5 81 16,0 8-6-16,-4 10 20 16,-9 12 8-16,-4 10 6 15,-10 5-6-15,-4 20-3 16,-3 11 3-16,-3 10 0 16,-21 0 3-16,-7-1 0 0,-5-5 6 15,-1-5-9-15,4-8 1 16,6-5 1-16,5-8-2 15,10-7-2-15,-1-2 2 16,0 0 49-16,4 0 10 16,3 0-12-16,4 0 2 15,2 0-35-15,0 0-14 16,0 0-27-16,10 8 14 16,8 6 11-16,4 5 4 15,2 1-2-15,0 3 3 16,-1 0-3-16,-1 2 3 15,3 0-2-15,0 2-2 16,4-2-38-16,5-3-123 16,8-10-175-16</inkml:trace>
  <inkml:trace contextRef="#ctx0" brushRef="#br0" timeOffset="50700.43">18985 2555 68 0,'0'0'340'16,"0"0"-210"-16,0 0-5 16,0 0-61-16,0 0-23 15,0 0-9-15,-46-57-29 16,19 81-3-16,-11 13 0 16,-3 18 5-16,-5 15-4 15,4 13 4-15,8 9-1 16,16-1-2-16,18-2-1 0,18-8-1 15,35-18-3 1,20-16-2-16,20-19-13 0,12-18-69 16,8-10-108-16</inkml:trace>
  <inkml:trace contextRef="#ctx0" brushRef="#br0" timeOffset="51316.45">19373 2727 650 0,'0'0'158'0,"0"0"-122"15,0 0-36 1,0 0-7-16,-27 75 7 0,-1-27 1 15,-4-1 1-15,6-6 0 16,5-11 2-16,12-10 0 16,4-11-2-16,4-6 0 15,1-3-1-15,0-3 10 16,10-21 41-16,23-11-52 16,10-11-2-16,3-4-16 15,2 1-5-15,-9 2 1 16,-6 6 15-16,-6 11 5 15,-5 12 1-15,-2 12 1 0,-3 6-5 16,-5 12-2 0,-3 19 3-16,-7 8-2 0,-2 7 1 15,0 0 5-15,-9-1 1 16,6-7-1-16,3-12 1 16,0-7 0-16,0-12 0 15,6-4 4-15,4-3-3 16,5-5 4-16,8-19 3 15,2-5-6-15,-3-12 7 16,-7-3-4-16,-7-2 6 16,0-1 7-16,-5 5-2 15,-1 10 10-15,-1 13-4 16,1 8-15-16,-1 9-8 0,2 2-3 16,2 13-13-1,0 16 4-15,-1 15 9 0,0 11 1 16,-4 2-1-16,3 4-18 15,3-4-32-15,3-7-23 16,3-11-70-16,0-15-120 16</inkml:trace>
  <inkml:trace contextRef="#ctx0" brushRef="#br0" timeOffset="51545.23">20041 2619 731 0,'0'0'24'0,"0"0"65"16,0 0-42-16,0 0-47 15,0 0-8-15,-41 75 8 16,14-10 5-16,-3 6-5 16,6-4 0-16,8-5-4 15,9-9-2-15,7-13-24 16,0-8-21-16,11-15-47 15,5-11-25-15,5-6-148 16</inkml:trace>
  <inkml:trace contextRef="#ctx0" brushRef="#br0" timeOffset="52082.87">20395 2735 643 0,'0'0'118'0,"0"0"-118"16,0 0 0-16,-72 81 0 16,35-42 18-16,-2 4 15 15,5 1-20-15,7-1-9 16,7-5 0-16,7-9 1 16,7-12 0-16,3-10-4 15,3-6 2-15,0-1 3 16,0-10 63-16,8-19-30 15,11-11-39-15,2-8-36 0,-5-4-5 16,-1 4 11 0,6 4-60-16,9 10 47 0,4 12-5 15,5 10-1-15,-8 12 22 16,-7 0 19-16,-10 6 4 16,-7 16 2-16,-7 3 0 15,0 2 2-15,-4-3 0 16,-9-7 5-16,0-2 4 15,3-6 9-15,2-4 7 16,2-5 41-16,5 0-30 16,0 0 44-16,-1 0-1 15,0 0-19-15,2 0-41 16,0 0-19-16,0 4-5 16,0 12-10-16,0 5 0 15,0 10 14-15,12 6 0 0,6 0-4 16,5-2-9-16,1-6-10 15,4-4-1-15,1-9-9 16,9-7-32-16,7-9-86 16,13-13-187-16</inkml:trace>
  <inkml:trace contextRef="#ctx0" brushRef="#br0" timeOffset="52582.15">20851 2706 788 0,'0'0'23'0,"0"0"-23"16,0 0-7-16,-64 82 7 15,33-28 0-15,4 6 1 16,6-3 3-16,6-11-1 16,9-13 1-16,3-14 0 15,0-9 1-15,3-8-3 16,0-2 4-16,0-2 25 15,3-20 24-15,21-11-55 16,7-11-73-16,2-5 24 16,0-1-15-16,-2 1 13 15,5 9 4-15,0 9 33 16,-2 12 13-16,-4 12-3 16,-10 7 2-16,-10 0 1 0,-6 20-2 15,-4 6 3-15,-9 1 0 16,-16 2 0-16,-3-7 5 15,-1-3 3-15,4-7 0 16,4-2 2-16,5-6-7 16,7-1 12-16,4-1-12 15,2-1 8-15,-1 1-7 16,2 3-4-16,-1 4-6 16,3 2 5-16,0 2-2 15,0 2 6-15,3-1 7 16,9 3 24-16,6-1-11 15,-1 1-12-15,2-1-2 0,-1-2-3 16,4-2-2-16,10-1-4 16,9-8-94-16,10-3-121 15</inkml:trace>
  <inkml:trace contextRef="#ctx0" brushRef="#br0" timeOffset="52865.87">21269 2400 727 0,'0'0'58'0,"0"0"-30"0,0 0 23 16,0 0-51-1,115 19-4-15,-60 38 3 0,0 26-4 16,-19 11 3-16,-24 8-3 15,-12 0 3-15,-15-6 2 16,-22-11 2-16,-9-10 3 16,-5-12-4-16,-9-9-1 15,-7-4-1-15,-12-11-70 16,1-17-123-16,11-18-338 16</inkml:trace>
  <inkml:trace contextRef="#ctx0" brushRef="#br0" timeOffset="53010.85">21192 3213 730 0,'0'0'75'0,"0"0"-10"0,0 0-13 16,0 0-45-16,0 0-7 16,0 0-74-16,-61 17-24 15,31-1-152-15</inkml:trace>
  <inkml:trace contextRef="#ctx0" brushRef="#br0" timeOffset="54162.58">8347 5496 92 0,'0'0'518'0,"0"0"-458"15,0 0-23-15,-82-4-26 0,63 33-8 16,1 17-1 0,-3 19 12-16,2 13 14 0,3 16 7 15,3 7-24-15,9 3-5 16,4 0-1-16,0-9 1 16,10-11-6-16,14-13-1 15,12-15-64-15,16-18-109 16,24-21-340-16</inkml:trace>
  <inkml:trace contextRef="#ctx0" brushRef="#br0" timeOffset="54846.09">11348 5609 51 0,'0'0'432'0,"0"0"-338"16,0 0-35-16,107-55 27 15,-67 55-46-15,8 0 1 16,4 31-33-16,3 18-2 16,-2 14 3-16,-11 19 0 15,-14 10-9-15,-19 10 0 16,-9 7 2-16,-25 0 3 15,-20-4-1-15,-6-14-4 16,-4-14-17-16,2-21-36 16,2-16-46-16,3-25-25 0,-1-15-211 15</inkml:trace>
  <inkml:trace contextRef="#ctx0" brushRef="#br0" timeOffset="55328.93">12017 5419 555 0,'0'0'37'0,"0"0"13"16,0 0-2-16,0 0-43 16,0 0 11-16,0 0 6 15,62 84-10-15,-62-42-7 16,-16 2 3-16,-5-1 2 16,-1-5-5-16,2-8 1 15,2-6-2-15,6-10 0 16,4-6-2-16,3-8 0 15,5-5 7-15,0-27 22 0,0-14-22 16,22-7-9-16,16 0-2 16,11 4-1-16,7 8-6 15,2 15 3-15,-5 10-25 16,-12 12 21-16,-11 4 10 16,-13 2-1-16,-12 19-10 15,-5 7 9-15,0 4 2 16,-20 6 7-16,-4-2 2 15,2 3-1-15,2 7 0 16,7-2-8-16,11-6-2 16,2-16-259-16</inkml:trace>
  <inkml:trace contextRef="#ctx0" brushRef="#br0" timeOffset="55477.91">12485 5613 872 0,'0'0'0'0,"0"0"-7"15,0 0-227-15,0 0 102 16,0 0-269-16</inkml:trace>
  <inkml:trace contextRef="#ctx0" brushRef="#br0" timeOffset="56475.63">4492 7548 75 0,'0'0'1'15,"-108"0"-1"-15,59 0-23 16,4 0-30-16</inkml:trace>
  <inkml:trace contextRef="#ctx0" brushRef="#br0" timeOffset="57144.94">4159 7573 78 0,'0'0'100'0,"0"0"10"15,0 0-23-15,0 0-45 16,0 0-37-16,0 0 10 16,62 6 2-16,-6-3 3 15,20 1 6-15,21-1-7 16,19 1-2-16,23-1-4 16,19 0-3-16,12 0 7 15,12-1-13-15,21 1-1 16,18-3-1-16,13 1-2 15,16-1 0-15,14 0 0 16,14 0 1-16,15 0 2 0,10 0 8 16,3 0 12-16,4 0 10 15,5 0-8-15,3 0-5 16,3 7-13-16,4 1-5 16,-3 0-2-16,-3 1 0 15,0 0 0-15,0 2 0 16,3-3 2-16,5 3-2 15,9 1 0-15,1 3 0 16,-2 1 0-16,-2 2 0 16,-5-1 0-16,-8-3 0 15,-9 1 3-15,-8 1-6 16,-8-2 7-16,-4 3-8 16,0-1 4-16,6 0-1 0,7 4-3 15,7 0-2-15,4 3-9 16,-1 1-4-16,-8-1 15 15,-13 1 0-15,-11 0 2 16,-13-2-5-16,-5 0 6 16,-3 1 1-16,3 4 0 15,12-3 0-15,10 3 0 16,7-2 0-16,0-3 4 16,-2-2 1-16,-7-3-5 15,-12-3 1-15,-18 0 6 16,-23 3-6-16,-13 0 6 15,-12 2 3-15,-8 4-1 0,-2 3 0 16,-13-2-5 0,-13 0 6-16,-11-7-10 0,-24-5 6 15,-26-4 1-15,-33-8 4 16,-31 0 2-16,-24 0-5 16,-17 0-8-16,-4 0-16 15,-10 0-385-15</inkml:trace>
  <inkml:trace contextRef="#ctx0" brushRef="#br0" timeOffset="57294.03">22013 8477 350 0,'0'0'306'0,"0"0"-210"15,0 0-31-15,0 0-65 16,0 0-72-16,-93 54-67 15,38-34-163-15</inkml:trace>
  <inkml:trace contextRef="#ctx0" brushRef="#br0" timeOffset="58582.17">4130 7357 256 0,'0'0'104'0,"0"0"8"16,0 0-52-16,0 0-15 15,0 0-4-15,0 0 7 16,12-33 3-16,-12 33-18 16,0 0-16-16,0 0-17 15,0 21-12-15,0 11 11 16,0 15 1-16,-17 10 6 16,-6 5-4-16,-2 6 1 15,-1-2-1-15,1-5 3 16,3-6-1-16,7-8-3 15,0-10-1-15,9-12-4 0,6-12-7 16,0-9-44 0,0-4-49-16,0-16 102 0,9-15-455 15</inkml:trace>
  <inkml:trace contextRef="#ctx0" brushRef="#br0" timeOffset="58725.89">4059 7702 516 0,'0'0'177'0,"0"0"-36"15,0 0-67-15,0 0-61 16,0 0-13-16,0 0-22 16,12 4-80-16,-8 12 74 15,-2-1-135-15,-2-8-299 16</inkml:trace>
  <inkml:trace contextRef="#ctx0" brushRef="#br0" timeOffset="64869.86">4074 7685 304 0,'0'0'67'15,"0"0"-5"-15,0 0-12 16,0 0-40-16,0 0-4 16,0 0-2-16,0 0 17 15,-35-36 15-15,32 32-6 16,3-1 1-16,0 0 3 16,0 2-8-16,0 3-17 15,0-1-9-15,17 1-3 16,10 0 1-16,7 0-3 15,14-2 0-15,11 1 3 0,13-3 3 16,10 0-1-16,5-1 0 16,4 1 0-16,4 3 0 15,-1-1 0-15,3 2 0 16,3 0 1-16,10-1-2 16,1 0 0-16,10-6-5 15,1 1-2-15,7-5 5 16,1-1 0-16,3 1 3 15,0 0 0-15,-5 2 4 16,-1 1 8-16,3 1 3 16,-1 3-7-16,4-2-4 15,7 2-3-15,1 0-1 16,3-1-1-16,4 1 1 16,-7-1 0-16,-8 0 0 15,-5 1 0-15,-6-1 0 0,-8 1 0 16,-5 0 0-16,-3 0-1 15,-6-1 1-15,0 0-1 16,-6 1 2-16,-6-1-1 16,-6 2 1-16,-3-4-1 15,0 3 1-15,-8-1-1 16,-2-3 0-16,0 2 2 16,4 0-1-16,0-2 0 15,5 3-1-15,-1 0-1 16,4-2 0-16,2-1 1 15,0 0 0-15,-3-3 1 16,-3 0-1-16,-8-1 0 0,-3 1 8 16,-5 0 7-16,-3 5 0 15,6 3-8-15,-1 0-4 16,3 3-2-16,6 0-1 16,8 0 0-16,3 0 0 15,2 0 0-15,1 0 0 16,-1 0-1-16,1 0 1 15,8 0 0-15,1 0-3 16,0 0 3-16,2 0 0 16,-3 0 1-16,-1 0-1 15,-4 0-2-15,-2-3 2 16,-2 1 1-16,-4-3 0 0,-1 4-1 16,-6 1 0-16,3 0 0 15,2 0 0-15,3 0-1 16,9 0 1-16,6 0 0 15,7 0-3-15,1 0 3 16,-1 0 0-16,-4 0 0 16,-3-3 0-16,-1 0 2 15,-2 0-1-15,2 3-1 16,3 0 0-16,2 0-3 16,11 0 2-16,7 0-1 15,8 0 1-15,3 6-8 16,1-3-3-16,-1 4-3 15,-6 0 8-15,-5-4 2 0,-2 3 5 16,0-6 2-16,2 2-2 16,5-2 2-16,6 0-1 15,1 0 5-15,0 0-1 16,0 0-5-16,-1 0 0 16,-1 3 0-16,1 2-6 15,-5-1-2-15,-1 4-2 16,0-3 6-16,-2-3 1 15,-6-2 0-15,-1 0 3 16,0 0 0-16,0 0 0 16,3-4 2-16,-1-1-2 15,0-1 3-15,3 2-3 16,0 1 0-16,1 3-2 16,0-2 2-16,-2 2-1 0,-8-1 1 15,5 1-2-15,-8 0 1 16,-2 0-4-16,0 0-2 15,0 0 1-15,3 0-8 16,5 4 9-16,7 2 0 16,5 2 5-16,-1-1-2 15,-2 0 0-15,-7 2 1 16,-4-1-3-16,-8 2 4 16,-10-6-3-16,-7 4 2 15,-5-4 0-15,-2-1 1 16,-1-1 1-16,-4-2 0 15,-5 0-1-15,2 0 0 16,-4 0 0-16,2 0 0 0,1 0 1 16,-1 0 2-16,0 0-3 15,3 0 1-15,-6 0 0 16,-1-4 0-16,-4-1-1 16,-5 0 13-16,-4 4-12 15,-5 1 5-15,3 0-4 16,0 0-2-16,0 0 2 15,3 3-4-15,5 0 2 16,2 2 0-16,2-2 2 16,2-3-1-16,4 0-1 15,-1 0 0-15,4 0 9 16,-2 0-3-16,3 0-1 0,-1 0-1 16,4 0-4-16,-1 0 1 15,3 0-2-15,-5 0 1 16,2 0 0-16,0 0 0 15,5 0 1-15,5 0 0 16,-4 0 11-16,-5-1 11 16,-9-6 6-16,-9-5 3 15,-4 2-14-15,-3 0-3 16,2-1-15-16,3 1 4 16,5 2-3-16,0 1 4 15,0 0-2-15,-3 4-3 16,-7 3 2-16,-12-2-1 15,-13 2-1-15,-10 0 4 0,-10 0 0 16,-3 0 11-16,-3 0-1 16,0 0-8-16,0 0-6 15,0 0 1-15,0 0-2 16,0 0 1-16,0 0 0 16,4 0 0-16,0 0 0 15,0 0 1-15,0 0 0 16,-4 0 2-16,0 0-2 15,0 0 4-15,0 0 1 16,0 0-4-16,0 0-1 16,0 0-1-16,0 0-3 15,0 0 1-15,0 0-3 16,0 0 1-16,0 0 1 0,0 0 0 16,0 0 1-16,0 0 2 15,0 0 1-15,0 0-1 16,0 0 0-16,0 0-2 15,0 0-2-15,0 0 2 16,0 0-7-16,0 0-15 16,0 0 15-16,-5 5 5 15,-8 8-15-15,-4 2-29 16,-6 2-35-16,0-3-51 16,8-4-117-16</inkml:trace>
  <inkml:trace contextRef="#ctx0" brushRef="#br0" timeOffset="65025.11">22789 7400 442 0,'0'0'113'0,"0"0"17"15,0 0-47-15,0 0-6 16,0 0-22-16,0 0-31 16,3-36-24-16,-11 39-42 15,-22 16-55-15,-7 6 6 16,-2-3-160-16</inkml:trace>
  <inkml:trace contextRef="#ctx0" brushRef="#br0" timeOffset="66684.98">1560 6845 417 0,'0'0'145'16,"0"0"-14"-16,0 0-69 15,0 0 37-15,0 0-74 16,0 0-5-16,0-49-11 16,0 49-5-16,0 0 0 15,0 0-4-15,0 3-5 16,0 18-8-16,0 15 7 0,-9 12 5 16,-8 10 1-16,-7 8 1 15,-6 2 0-15,-1 4-1 16,-2-4 0-16,0-5-30 15,5-9-42-15,7-16-90 16,15-18-172-16</inkml:trace>
  <inkml:trace contextRef="#ctx0" brushRef="#br0" timeOffset="67318.91">1753 7045 620 0,'0'0'1'0,"0"0"-1"16,0 0 1-16,0 98 2 16,0-62 7-16,3 3-1 15,9-1-2-15,1-3-5 16,4-7 1-16,9-5-3 15,0-11 1-15,4-6 5 16,4-6-3-16,-1-4 3 16,-2-19 9-16,0-8 16 15,-8-6 4-15,-8-4 10 0,-14-2-33 16,-1 3-10 0,-16 5-4-16,-11 6-5 0,-2 3-27 15,6 6-28-15,8 3 56 16,12 6 6-16,3 2 11 15,3 4-4-15,21 2-5 16,1 3 3-16,8 0 1 16,-2 10 6-16,-1 8-9 15,0 6-3-15,-2 3 1 16,-1 4-1-16,-2 2 0 16,-5 1 1-16,-2-5-1 15,-3-2-2-15,-7-6-5 16,-3-7-1-16,1-3-3 15,-6-9-10-15,3-2 5 16,2 0 16-16,3-7 19 0,2-15-18 16,3-6 62-16,-3-1-42 15,2-6 20-15,-3-2-9 16,0-4 0-16,-6-3 13 16,-3 1-17-16,0 3-9 15,-21 6-8-15,-7 10-11 16,-9 16-14-16,4 8-19 15,-2 17-23-15,7 19-45 16,12 8-26-16,13-2-33 16,3-5-179-16</inkml:trace>
  <inkml:trace contextRef="#ctx0" brushRef="#br0" timeOffset="67506.99">2580 7277 529 0,'0'0'102'0,"0"0"-59"16,0 0 6-16,0 0-30 15,-83 86-11-15,61-49-5 16,1 4 2-16,6-1-5 16,-1-4-2-16,8-11-125 15,7-14-189-15</inkml:trace>
  <inkml:trace contextRef="#ctx0" brushRef="#br0" timeOffset="68399.75">2873 6991 590 0,'0'0'54'15,"0"0"-54"-15,0 0-8 16,0 0 7-16,0 0 2 16,2 80 1-16,-2-47 4 15,0 7-1-15,0 1-1 0,0 1-4 16,0-7 2-16,3-8-6 16,5-10 6-16,0-8-2 15,4-9 2-15,7 0 3 16,2-16 7-16,0-9-9 15,-6-3 31-15,-3-5 38 16,-9 1-24-16,-3 0-33 16,0 3 0-16,-15 4-13 15,-3 4-2-15,0 6-1 16,0 4-8-16,1 3 9 16,9 3 0-16,3 1 1 15,1 4-1-15,4-3 1 16,0 3-1-16,0 0 0 15,0 0 0-15,0 0-5 16,15-3-5-16,16 3-20 0,14-1 3 16,4 0 9-16,3-1 17 15,-5 2-1-15,-10 0-2 16,-10 0 4-16,-11 4 0 16,-6 6 0-16,-5 5-4 15,-5 2 4-15,0 4-4 16,-3 1 3-16,-10 4 2 15,-1 1-1-15,1-3 2 16,5-4 0-16,4-3-2 16,4-3-3-16,0-6-5 15,6-6-32-15,13-2 25 16,5-8 15-16,0-16 3 0,6-10 12 16,8-4 33-16,0-3-28 15,2-3-14-15,-2 5 8 16,-4 5-10-16,0 7 5 15,-11 9-9-15,-4 8-2 16,-7 8 2-16,0 2-1 16,-3 2-4-16,0 14-3 15,-2 7-3-15,-2 2 8 16,-1 1-3-16,-4 4-2 16,3-2 7-16,-3-3-3 15,3-3-8-15,8-9-1 16,5-11-4-16,8-2 15 15,6-9 2-15,4-13 17 0,2-9-4 16,-2-6 36 0,0-3-9-16,-7-5 11 0,-8-1-16 15,-11 3 0-15,-8 4 5 16,-12 9-36-16,-30 11-4 16,-15 16-22-16,-9 3-60 15,0 30-64-15,9 12-1 16,14 1-190-16</inkml:trace>
  <inkml:trace contextRef="#ctx0" brushRef="#br0" timeOffset="70464.29">3239 7986 641 0,'0'0'78'16,"0"0"-78"-1,0 0-11-15,0 0 10 0,0 0 1 16,31 71 0-16,-25-41 0 16,1 3 4-16,-2-2 7 15,-2-3-7-15,-2-3 1 16,2-8-4-16,3-7-1 15,7-10-9-15,10 0 8 16,7-13 1-16,5-14 0 16,-3-6 2-16,-8-3 6 15,-5 1 37-15,-12 4 9 16,-5 6 25-16,-2 9-28 0,0 7-18 16,0 9-15-16,0 5-18 15,0 19-17-15,-6 9 13 16,-3 6 3-16,-1 5-16 15,1-1 13-15,4 3-5 16,1-3-22-16,2-5-9 16,2-3-16-16,0-8-92 15,0-12-44-15</inkml:trace>
  <inkml:trace contextRef="#ctx0" brushRef="#br0" timeOffset="70798.14">3609 8289 634 0,'0'0'102'0,"0"0"-102"16,0 0-7-16,0 0 7 15,-8 79 5-15,1-55-5 16,5-2 0-16,2-5 5 16,0-4-5-16,0-6 0 15,12-7 0-15,15 0 7 0,6-18 20 16,-2-8-9-16,-1-3 2 16,-11 0-2-16,-8 3 23 15,-8 6-9-15,-3 7-9 16,-9 6-23-16,-27 7-5 15,-13 6-98-15,4 11-154 16</inkml:trace>
  <inkml:trace contextRef="#ctx0" brushRef="#br0" timeOffset="72164">7173 7325 494 0,'0'0'40'0,"0"0"49"0,0 0-27 16,0 0 15-16,0 0-25 16,0 0-52-16,11-20-8 15,-11 47 3-15,0 12-3 16,-8 10 8-16,-17 12 3 16,-9 4-2-16,-5 2 5 15,-3-1-6-15,2-4-24 16,4-8-73-16,3-13-185 15</inkml:trace>
  <inkml:trace contextRef="#ctx0" brushRef="#br0" timeOffset="72578.7">6696 7977 649 0,'0'0'135'0,"0"0"-28"16,0 0-77-16,0 0-30 15,0 0-10-15,0 0 10 16,-3 59 4-16,6-24-3 16,2 1 0-16,-1-5-1 15,2-4-6-15,3-6-21 16,3-6-13-16,7-8-3 15,11-7 10-15,6-2 32 16,3-22-1-16,-2-5 2 0,-13 0 8 16,-6 0 37-16,-12 4 10 15,-5 4-4-15,-1 7-4 16,0 5-5-16,0 9-4 16,0 0-38-16,0 21-30 15,-1 16 17-15,-10 8 12 16,2 4-13-16,5 5-2 15,4 0 1-15,0-2-17 16,0-4-17-16,0-9-52 16,0-11-66-16,0-13-264 15</inkml:trace>
  <inkml:trace contextRef="#ctx0" brushRef="#br0" timeOffset="72766.31">7082 8341 662 0,'0'0'253'16,"0"0"-167"-16,0 0-82 16,0 0-4-16,0 0-9 15,0 0 9-15,2 69 0 16,-10-37-5-16,1 4-5 16,-2 2-19-16,-3 0-53 15,-1-8-135-15,-1-11-307 16</inkml:trace>
  <inkml:trace contextRef="#ctx0" brushRef="#br0" timeOffset="73912.85">6301 6749 391 0,'0'0'115'16,"0"0"22"-16,-6-86-42 0,6 61-24 15,0 4-17-15,4 1-4 16,10 2-28-16,8 3-14 16,6 4-3-16,4 3-5 15,5 5 1-15,-4 3-2 16,1 0-1-16,-10 3-14 15,-6 12-17-15,-9 4-11 16,-9 6-7-16,0 5-4 16,-14 1-2-16,-14 0-12 15,1 1 28-15,1-3-1 0,6-4 18 16,8-5 19-16,6-7 5 16,3-1 15-16,3 0 22 15,0 5 25-15,0 5 18 16,11 9-39-16,5 4-25 15,-2 3-12-15,0 1 0 16,-5-1 3-16,-3-2-6 16,-4-5-1-16,-2-5 0 15,0-7-1-15,-8-3-3 16,-13-4-3-16,-4-4-4 16,-6-5-8-16,1-3 0 15,0 0 11-15,6-15 2 16,8 1 5-16,10-1-17 15,6 1-119-15</inkml:trace>
  <inkml:trace contextRef="#ctx0" brushRef="#br0" timeOffset="74245.09">6827 6949 479 0,'0'0'195'0,"0"0"-60"16,0 0-60-16,0 0-70 16,0 0-5-16,0 0 0 15,-24 51 1-15,24-14 1 16,8 0-2-16,10-2-3 0,6-12-15 16,4-9 3-16,5-14 15 15,0-2 4-15,4-22 0 16,-9-11 3-16,-4-2 22 15,-6-2-4-15,-14 0 3 16,-4-4-8-16,-4 1-8 16,-29 2-10-16,-11 12-2 15,-16 18-3-15,-1 10-70 16,8 11-182-16,13 7-260 16</inkml:trace>
  <inkml:trace contextRef="#ctx0" brushRef="#br0" timeOffset="79955.98">7433 6853 401 0,'0'0'217'16,"0"0"-95"-16,0 0-58 16,0 0-14-16,0 0-20 15,0 0-30-15,0 0-2 16,-30-26-9-16,21 65 6 15,-5 15 4-15,-7 10-1 16,-2 2 2-16,-2-3 0 16,2-6 6-16,8-14-6 15,9-13-4-15,6-13-5 16,0-12 1-16,12-5 8 16,18-5 14-16,9-23-5 15,1-11-6-15,-1-1 5 16,-12-3 10-16,-8 4-11 0,-10 3 11 15,-9 3-11 1,0 6-7-16,0 5 0 0,-8 3-4 16,-3 7 2-1,2 6-3-15,3 1 4 0,-2 5 1 16,-1-2-2-16,0 2 2 16,2 0 0-16,1 0-2 15,-1 0 3-15,4 0-1 16,1 0 0-16,-1 0 3 15,2-2 7-15,1 2 6 16,-2-1-2-16,2 1-7 16,0 0 0-16,0 0-2 15,0 0-4-15,0 0-1 16,0 0 0-16,0 0-1 0,0 0 1 16,0 0-4-16,0 0 2 15,0 0 0-15,0 0-2 16,0 0-2-16,0 0 5 15,0 0-5-15,0 0 1 16,0 0 2-16,8 0-10 16,17 0 8-16,14 1 3 15,13 1 0-15,6 0-22 16,6-2 5-16,-1 0 4 16,-2 0 14-16,-9 0 1 15,-14-5 0-15,-12-1 0 16,-14 3 1-16,-6-2 13 15,-6 5 33-15,0 0-21 0,0 0-18 16,0 0-8-16,-10 3 0 16,-14 16-5-16,-7 12 3 15,-2 5 2-15,5-2 0 16,8-4-2-16,8-10-8 16,9-8-5-16,3-7 4 15,2-5 3-15,25 0 8 16,8-14 7-16,10-12 2 15,-5-5-5-15,-7 4-1 16,-9 0 3-16,-3 1-4 16,-8 7 0-16,-4 6-1 15,0 4 5-15,-4 8-5 0,-2 1-1 16,3 0-3 0,1 6-1-16,2 13 2 0,3 3 0 15,1 7 0-15,-2 0 1 16,-1-3 1-16,2-6-10 15,-3-6 0-15,0-9 1 16,0-5 5-16,3 0 4 16,3-9 1-16,3-10 1 15,2-8-2-15,-1 1 2 16,-7-3 12-16,-3 2-3 16,-5 0 6-16,-4 1-6 15,0 1 1-15,-21-1-11 16,-10 2 3-16,-11 7-3 0,-7 4-1 15,-2 12-3 1,9 1-15-16,8 14-43 0,7 16-54 16,14 4-66-16,13-6-190 15</inkml:trace>
  <inkml:trace contextRef="#ctx0" brushRef="#br0" timeOffset="81170.97">10649 7364 151 0,'0'0'226'15,"0"0"-7"-15,0-76-118 0,0 55-5 16,0 3-18 0,0 5-9-16,0 5-22 0,0 4-10 15,0 4-4-15,0 0-33 16,0 4-11-16,0 25-18 16,-5 20 6-16,-7 20 23 15,-12 14-5-15,-13 8-24 16,-17 0-51-16,-5-16-101 15,-5-18-376-15</inkml:trace>
  <inkml:trace contextRef="#ctx0" brushRef="#br0" timeOffset="81669.76">9934 7861 680 0,'0'0'199'0,"0"0"-118"16,0 0-81-16,0 0 0 0,0 0-4 16,0 0 4-16,0 78 1 15,2-36-1-15,1 0 0 16,3-4-21-16,3-11-26 16,5-8 6-16,8-8 2 15,7-11 15-15,8-1 16 16,10-23-2-16,-1-12-1 15,-6-3 11-15,-13-1 16 16,-13 2 37-16,-7 6 22 16,-7 9-2-16,0 8-38 0,0 8 11 15,0 7-32 1,0 7-14-16,-7 26-55 0,-4 18 55 16,-4 10-1-16,1 6-7 15,9 0-23-15,-1-3-16 16,1-3-25-16,-5-14-80 15,-2-12-158-15</inkml:trace>
  <inkml:trace contextRef="#ctx0" brushRef="#br0" timeOffset="82035.89">10368 8196 870 0,'0'0'119'16,"0"0"-79"-16,0 0-40 0,0 0 0 15,0 0-2-15,0 0 1 16,87 20-1-16,-77 4-8 16,-5 8-7-16,-5-1-5 15,0 1-12-15,-11-1-34 16,-8-7 21-16,-1-6-25 15,4-6 12-15,6-7 26 16,2-5 34-16,4 0 10 16,4 0 138-16,0 0-54 15,0-8-43-15,8-2-31 0,14 0-20 16,12 1-2 0,11 2 2-16,15 2-6 0,13 2-27 15,7 1-41-15,-4-5-84 16,-11-8-132-16</inkml:trace>
  <inkml:trace contextRef="#ctx0" brushRef="#br0" timeOffset="82902.16">9861 6545 655 0,'0'0'143'16,"0"0"-58"-16,0 0-32 16,0 0-53-16,0 0-4 15,0 0 0-15,0 42 3 16,-4-8 1-16,-10 3 0 15,-4 7-1-15,0 3 1 16,2 1 0-16,11-9-28 16,5-7-16-16,2-12-15 15,22-9 16-15,7-8-14 0,5-3 7 16,7-10-57-16,0-14-47 16,-7-10 96-16,-4-4 58 15,-10-1 134-15,-10 5 15 16,-1 5-31-16,-4 9 29 15,-4 9-75-15,-3 6-11 16,0 5-48-16,0 0-13 16,0 16-26-16,0 18-1 15,-12 15 27-15,0 6-3 16,-4 2-11-16,5-4 2 16,7-5-49-16,4-5-38 15,0-11-71-15,10-18-140 16</inkml:trace>
  <inkml:trace contextRef="#ctx0" brushRef="#br0" timeOffset="83500.89">10349 6817 286 0,'0'0'111'0,"0"0"-67"15,0 0 14-15,0 0 10 16,0 0-22-16,0 0 27 15,0-2-5-15,0 2-24 16,0 0-18-16,0 0-19 16,0 0-5-16,0 0-2 15,0 0-2-15,0 0 1 16,0 0 2-16,0 0-1 16,0 0 0-16,0 0 0 15,0 0 0-15,0 0-1 16,-6 10-2-16,-6 4 3 15,0 8-6-15,-3 3 6 0,0 6 1 16,3 5 2-16,3 2-1 16,6-4-2-16,3-2-3 15,0-5 3-15,17-11-6 16,13-10 0-16,8-6 5 16,9-6 0-16,2-17-29 15,-4-9 10-15,-8-2 4 16,-9-3 13-16,-9-1 3 15,-11-1 8-15,-8-2 7 16,0 0 35-16,-14 9-19 16,-2 9-11-16,4 13-13 15,-1 10-7-15,-1 17-145 0,0 16 45 16,0 5-103-16,9-4-166 16</inkml:trace>
  <inkml:trace contextRef="#ctx0" brushRef="#br0" timeOffset="83676.01">10770 6974 603 0,'0'0'153'16,"0"0"-148"-16,0 0-5 15,0 0 0-15,-62 79 0 16,36-43 3-16,4 4-3 15,0 5 0-15,4-9-107 16,12-8-206-16</inkml:trace>
  <inkml:trace contextRef="#ctx0" brushRef="#br0" timeOffset="84952.49">11038 6786 646 0,'0'0'5'15,"0"0"-5"-15,0 0-5 16,0 0 3-16,0 0 4 0,-47 106 2 16,29-64 9-16,1 1-6 15,0-6-6-15,6-6 1 16,8-8-2-16,3-9-6 15,0-8 5-15,17-6 1 16,13 0 0-16,8-23 0 16,1-5-6-16,-4-6 6 15,-7-2 3-15,-10 3 1 16,-7-1 17-16,-8 4 0 16,-3 4 1-16,0 3-12 15,0 5 12-15,-10 5-18 16,-1 6-2-16,2 1 0 15,-3 3-2-15,3 3-3 0,3 0-1 16,3 0-5-16,1 0 9 16,2 0 2-16,0 0-2 15,0 0 3-15,0 0-2 16,0 0 25-16,0 0 24 16,0 0-21-16,0 0-18 15,0 0-5-15,0 0-5 16,0 0 1-16,0 0 0 15,0 0-1-15,0 0-1 16,0 0 4-16,0 0-3 16,0 0-1-16,0 0 3 15,0 0-1-15,0 0-2 16,0 0 4-16,0 0 0 16,0 0 5-16,-2 0 5 0,2 0-11 15,0 0-1-15,0 0-2 16,0 0-2-16,-2 0 2 15,2 0-3-15,0 0-3 16,0 0-5-16,-1 5 9 16,1 0 2-16,0 1-3 15,0-3-4-15,0-2 5 16,0-1 2-16,0 0 0 16,0 0 2-16,0 0-1 15,0 0 13-15,-2 0 11 16,2 0 0-16,-2 0-9 0,2 0-11 15,-1-1-3 1,1 1 0-16,0 0-4 0,0 0 2 16,-1 0-3-16,1 0 1 15,0 0-7-15,0 0-2 16,0 0-10-16,9 0-12 16,21 4 20-16,16 2 13 15,12 3 1-15,15-4-1 16,5 0-6-16,1 0-8 15,-8-3 8-15,-21-2 6 16,-20 0 2-16,-13 0-1 16,-12 0 8-16,-5 0 13 15,0 3-22-15,-17 6-4 16,-14 6 4-16,-13 4 4 0,-2 8-4 16,2 0-1-1,6 3-1-15,9 0-3 0,9-4-11 16,14-6-3-16,6-7-50 15,18-7 50-15,17-6 19 16,12 0 4-16,6-16-4 16,-2-8-6-16,-4-6-31 15,-10 2 12-15,-7-3 24 16,-8 9 1-16,-5 4 2 16,-4 8 10-16,-3 7-10 15,-1 3-1-15,-1 0 2 16,-2 14-6-16,-3 9 1 15,0 6 2-15,-3 5 4 0,0 2-3 16,3-2 1 0,1-2-2-16,8-3 0 0,9-12-2 15,9-5 2-15,9-12 6 16,5 0-5-16,4-12 0 16,4-13 1-16,-5-8-1 15,-6-4 8-15,-11 3 24 16,-12-4-8-16,-14 4 14 15,-4 0-6-15,-35 7-33 16,-17 10-9-16,-15 15-99 16,3 2-45-16,13 13-187 15</inkml:trace>
  <inkml:trace contextRef="#ctx0" brushRef="#br0" timeOffset="85889.82">14922 7192 572 0,'0'0'130'0,"0"0"-24"15,0 0-83-15,0 0-2 16,0 0-17-16,0 0-4 16,8-15-6-16,-7 38-4 15,2 17 10-15,0 11 0 16,-2 5 2-16,-1 3-1 16,0-4-2-16,-4 3-6 15,-16-5-88-15,-5-14-118 16</inkml:trace>
  <inkml:trace contextRef="#ctx0" brushRef="#br0" timeOffset="86466.79">14533 7788 134 0,'0'0'759'0,"0"0"-681"16,0 0-36-16,0 0-42 16,0 0-12-16,0 0-19 15,10 39 31-15,-6 4 2 16,-4 6-2-16,0 1-30 15,0-8-23-15,2-13-15 0,6-13 16 16,9-16 52-16,8 0 3 16,7-24 22-16,4-5-13 15,-6-2 14-15,-8-2-5 16,-7 2 28-16,-9 8 3 16,-3 6-15-16,-3 10 10 15,0 4-37-15,0 3-10 16,0 10-27-16,0 21-15 15,-1 17 42-15,-8 13 0 16,1 5-7-16,-2 0-20 16,-1-2-11-16,-6-5-16 15,-2-14-84-15,3-17-148 0</inkml:trace>
  <inkml:trace contextRef="#ctx0" brushRef="#br0" timeOffset="86948.03">14985 8015 746 0,'0'0'108'15,"0"0"-15"-15,0 0-68 16,0 0-7-16,97-73-17 15,-75 67 1-15,-1 5-2 16,0 1 1-16,-2 0-2 0,-1 0-1 16,-8 5-16-16,-3 8-22 15,-7 1-30-15,0 2-33 16,-2 1-15-16,-12-2 66 16,-2-1 48-16,4-4 3 15,2-4 2-15,5-2 35 16,3-3 41-16,1 5-9 15,1 8-11-15,0 9-45 16,0 10-6-16,10 6-2 16,7 3 4-16,1-6-6 15,-9-5 1-15,-9-9-1 16,0-7-2-16,-2-6-1 0,-12-6 1 16,-7-1 0-16,-5-2 2 15,0 0 1-15,0 0 0 16,10-4 0-16,4-2 1 15,7 5 0-15,-1 1-4 16,0 0-27-16,-2 4-160 16,2 0-116-16</inkml:trace>
  <inkml:trace contextRef="#ctx0" brushRef="#br0" timeOffset="87763.89">13969 6483 249 0,'0'0'344'0,"0"0"-206"16,0 0-49-16,0 0-55 15,0 0-25-15,0 0-9 0,-14 37-3 16,14 1 3-16,0 3 0 16,14 8-1-16,10-2-3 15,7 0 1-15,3-6 1 16,-4-6 0-16,-10-9 4 15,-7-9-2-15,-9-6 0 16,-4-5-2-16,0 4-4 16,-17-3 6-16,-22 5 1 15,-15 0 3-15,-6-6-1 16,1 0-3-16,11-1-6 16,6-2-7-16,10 0-35 15,19-3-120-15,13 0-162 16</inkml:trace>
  <inkml:trace contextRef="#ctx0" brushRef="#br0" timeOffset="88263.57">14158 6556 452 0,'0'0'144'16,"0"0"-24"-16,0 0-32 15,100-41-59-15,-58 38-1 16,0 3-5-16,-3 0-1 16,-5 0-11-16,-4 3-8 15,-5 10 1-15,-3 2-4 0,-6 3-3 16,-5 6-6-16,-8 2-33 16,-3-1-17-16,0 1 19 15,-10-2-6-15,-7-5 43 16,0 3 2-16,0-3 2 15,-1 2 0-15,0 5 0 16,2 3-1-16,2 7 7 16,3-2-7-16,6-2 3 15,5-7-3-15,0-10 2 16,18-9 4-16,12-6 32 16,7-5 10-16,8-21-21 15,1-7-8-15,-2-7-7 16,-6-4 12-16,-10 1-18 15,-10 2 13-15,-7 2-4 16,-11 0 3-16,-3 3-12 0,-15 7-6 16,-1 9-3-16,3 9 3 15,0 8-3-15,2 3-6 16,-7 6-59-16,-5 22-10 16,1 13-40-16,5 2-78 15</inkml:trace>
  <inkml:trace contextRef="#ctx0" brushRef="#br0" timeOffset="88485.12">14817 6899 606 0,'0'0'187'0,"0"0"-92"15,0 0-54-15,0 0-41 16,0 0-2-16,0 0 2 16,-46 98-5-16,27-64-2 15,7-6-52-15,8-3-47 16,4-11-56-16,7-12-201 16</inkml:trace>
  <inkml:trace contextRef="#ctx0" brushRef="#br0" timeOffset="89228.37">15268 6618 708 0,'0'0'45'0,"0"0"73"15,0 0-111-15,0 0-7 16,0 0-12-16,0 0 11 15,-58 38 1-15,28-1 0 16,5 8 0-16,2 8 0 16,10-2-1-16,7-5-3 15,6-13-2-15,0-13-20 0,16-12 12 16,10-8 14-16,6-1 6 16,6-22 1-16,1-10-4 15,-5-10 0-15,-9-1 1 16,-8 1-3-16,-8 2 5 15,-5 6 12-15,-2 7-10 16,1 8-8-16,4 8-2 16,2 5-9-16,6 6-7 15,4 1-5-15,7 0 21 16,1 13-1-16,1 2 3 16,0 4 0-16,-5 2 6 15,-3 1-6-15,-5 2-4 16,-6 3 4-16,-3 0 0 15,-5 4 0-15,-1-2-1 0,0 0 2 16,0-5-1-16,0-7 0 16,-1-11-5-16,1-6-24 15,0 0 29-15,16-16 46 16,9-12-29-16,10-6-12 16,-1 0 7-16,-2 1 15 15,-4 6-11-15,-4 9-3 16,0 7-13-16,-3 8 0 15,-4 3-19-15,-1 0-16 16,-3 12 12-16,-1 8-2 16,-3 4 16-16,-3 2 6 15,1-1 2-15,-1-1-3 16,0-10 4-16,2-7 4 0,0-7 0 16,6 0 9-16,7-15 30 15,9-11-40-15,3-3-1 16,-5-5-2-16,-8 1 0 15,-12-1 5-15,-8-7-4 16,-25 2 3-16,-28 1-4 16,-18 8-2-16,-14 16-7 15,8 14-103-15,23 9-124 16,27 18-131-16</inkml:trace>
  <inkml:trace contextRef="#ctx0" brushRef="#br0" timeOffset="90444.72">19035 7277 342 0,'0'0'165'16,"0"0"-51"-16,0 0-38 16,0 0 5-16,0 0-30 15,0-73 1-15,0 65 0 16,0 4-7-16,0 2-27 16,0 2-16-16,0 10-2 15,-11 26-34-15,-17 19 34 0,-13 15 0 16,-6 10-7-1,2 1-26-15,0-1-52 16,10-13-84-16,9-16-250 0</inkml:trace>
  <inkml:trace contextRef="#ctx0" brushRef="#br0" timeOffset="90977.9">18482 7783 556 0,'0'0'261'16,"0"0"-133"-16,0 0-88 16,0 0-40-16,0 0-4 0,0 0 0 15,29 27 4 1,-17 9 2-16,-3 5-2 15,-2 5-12-15,-1-7-30 0,2-8-19 16,7-14-3 0,10-15-2-16,8-2 55 0,7-19-32 15,-2-9-2-15,-6-4 37 16,-15 0 8-16,-6 0 51 16,-9 3 40-16,-2 9-1 15,0 6-23-15,0 8-10 16,0 6-26-16,-10 6-31 15,-4 22-31-15,-7 14 29 16,-1 12-5-16,4 9-9 16,3 1-22-16,1 0-8 15,4-8-50-15,-2-11-78 0,5-17-287 16</inkml:trace>
  <inkml:trace contextRef="#ctx0" brushRef="#br0" timeOffset="91311.77">18886 7962 576 0,'0'0'306'15,"0"0"-211"-15,0 0-74 16,0 0-21-16,0 0-12 16,0 0 8-16,0 41 4 15,2 1-2-15,4-3-7 16,4-3-22-16,5-7-19 0,5-10 0 15,5-11-29 1,4-8 39-16,0-3 23 0,-3-19 17 16,-6-3 2-1,-7-1 56-15,-9 0 18 0,-4 3-18 16,0 8-6-16,0 5-6 16,0 9-3-16,0 1-43 15,-10 20-18-15,-2 16-2 16,-6 11 20-16,5 4-22 15,3 8-17-15,6-1-22 16,4-7-56-16,0-16-121 16</inkml:trace>
  <inkml:trace contextRef="#ctx0" brushRef="#br0" timeOffset="92325.65">18163 6280 804 0,'0'0'71'0,"0"0"-71"16,0 0-5-16,-22 92 1 16,-5-28 3-16,-3 11 2 15,-1 4-2-15,6 1 1 16,11-4-26-16,13-10-44 15,5-15 9-15,37-14-19 16,18-18 53-16,14-19-13 0,-3-8-14 16,-9-21 15-1,-13-9 39-15,-21-4 12 0,-14-1 40 16,-13-3 6-16,-17-2-4 16,-28 2-3-16,-13 5-12 15,7 12-39-15,14 12 0 16,19 10 14-16,18 7 7 15,0 0-21-15,27 11-112 16,31 4 112-16,26-2 0 16,20-3 0-16,6-3-4 15,-13-3 4-15,-20-1 3 16,-25-1 11-16,-24-2 13 0,-17 0 23 16,-8 0 11-16,-3 0-38 15,-1 8-23-15,-21 5-1 16,-11 7-1-16,-3 3 4 15,2 5 2-15,2 0-2 16,9-1-2-16,12-7 0 16,7-7-9-16,4-9-9 15,15-4 18-15,22-8 3 16,9-16 27-16,3-7-16 16,-4-4 2-16,-11-1 5 15,-10 0 12-15,-13 5 1 16,-11 1-14-16,0 9-13 0,-6 8-7 15,-13 12-13-15,-1 1-110 16,-3 20-13 0,7 12-17-16,7 3-154 0</inkml:trace>
  <inkml:trace contextRef="#ctx0" brushRef="#br0" timeOffset="92503.94">18977 6754 621 0,'0'0'168'0,"0"0"-124"16,0 0-43-16,0 0 1 15,-77 82 1-15,43-36-2 16,2-1-2-16,9-2-3 0,11-5-64 16,9-12-61-16,3-13-130 15</inkml:trace>
  <inkml:trace contextRef="#ctx0" brushRef="#br0" timeOffset="93575.05">19235 6543 674 0,'0'0'38'16,"0"0"37"-16,0 0-75 15,0 0-3-15,0 0-9 0,0 0 12 16,-1 64 0-16,-6-22 1 16,-1 0 4-1,3 0-5-15,5-5 0 0,0-5 0 16,11-10 0-16,9-11 2 16,10-8-1-16,5-3 2 15,-1-10-1-15,-2-10 1 16,-7-5 2-16,-7-1 14 15,-11-4 12-15,-7-2-11 16,0 2-9-16,-7 3-11 16,-6 7 2-16,3 6-4 15,3 8 4-15,6 3-4 16,-1 3 2-16,2 0-4 0,0 0-14 16,0 0 2-1,0 0 10-15,0 0 6 0,0 0 8 16,0 0 21-16,0 0-14 15,0 0-1-15,0 0 2 16,0 0 2-16,0 0-9 16,0 0-6-16,0 0-3 15,0 0 0-15,0 0 0 16,-1 0 0-16,-1 0 2 16,-1 0-1-16,-1-5 1 0,2 5 3 15,-2-3 0 1,0 1-5-16,1 1 0 15,1-1 1-15,-1 2-1 0,-1-1-1 16,-4-2 1-16,-3 0 0 16,2 1 0-16,5-1-1 15,3 1 1-15,1 2-8 16,0 0-26-16,12 0-12 16,26 0 38-16,19 5 7 15,18-3-4-15,1-2-19 16,-2 0-7-16,-16-2 31 15,-16-7 0-15,-18-1 9 16,-16 3 25-16,-7 2 17 16,-1-1-14-16,0 4-36 15,-25 2-1-15,-14 2-3 0,-13 21 1 16,-4 8-4-16,4 8 4 16,15-3-16-16,15-2-3 15,16-8-5-15,6-9 2 16,28-9 22-16,14-8 2 15,11 0 3-15,1-12 1 16,-3-11-1-16,-8-5 3 16,-10-1-2-16,-6 3 1 15,-6 1 4-15,-5 5 2 16,-5 7-4-16,-4 6-1 16,0 5-6-16,-1 2-9 15,1 5-12-15,2 13 10 16,2 6 9-16,-2 2-2 15,6 3 3-15,3-3 1 0,4-6 0 16,4-9 0-16,-4-7 2 16,1-4 4-16,-3 0 11 15,1-13 10-15,2-8-14 16,4-5-10-16,-4-4 1 16,-2-1-2-16,-10-3 3 15,-11-5 4-15,-12 1-8 16,-33 1-1-16,-23 8-5 15,-18 13-10-15,-4 16-104 16,9 3-79-16,27 20-151 16</inkml:trace>
  <inkml:trace contextRef="#ctx0" brushRef="#br0" timeOffset="94567.04">22914 7187 535 0,'0'0'137'15,"0"0"-9"-15,0 0-35 16,0 0-50-16,0 0-15 16,0 0-28-16,0-34-7 15,0 58-14-15,0 17 21 16,-20 15 2-16,-9 12-2 0,-6 3-1 15,-3-6-40-15,2-4-43 16,-1-15-85-16,2-16-125 16</inkml:trace>
  <inkml:trace contextRef="#ctx0" brushRef="#br0" timeOffset="95156.39">22241 7706 632 0,'0'0'212'0,"0"0"-138"15,0 0-74-15,0 0-2 0,0 0-6 16,0 0 8-16,-9 75 1 16,4-37-1-16,4-1-45 15,1-8-30-15,0-3-25 16,23-12 28-16,15-7 50 16,10-7 13-16,3-7 6 15,-5-13 2-15,-7-8 2 16,-11 1 15-16,-13 1 48 15,-9 1 57-15,-4 7-23 16,-2 5-24-16,0 6-32 16,0 7-5-16,0 0-37 15,-5 13-16-15,-10 15-11 16,-7 10 20-16,0 9-7 0,2 11-16 16,0 3-13-16,5-2-26 15,0-4-90-15,4-19-103 16</inkml:trace>
  <inkml:trace contextRef="#ctx0" brushRef="#br0" timeOffset="95421.81">22599 7931 776 0,'0'0'60'0,"0"0"1"16,0 0-61-16,0 0-15 0,0 0 5 15,0 0 10-15,3 68 0 16,-3-25 0 0,0 0 1-16,0 0-1 0,0-1 0 15,0-4 0-15,0-6 0 16,3-12 0-16,-1-8 1 16,-1-8 0-16,-1-1 2 15,0-3 3-15,0 0-4 16,0 0 0-16,-16 0-4 15,-5-10-120-15,2-7-325 16</inkml:trace>
  <inkml:trace contextRef="#ctx0" brushRef="#br0" timeOffset="95602.71">22817 7877 744 0,'0'0'80'15,"0"0"-3"-15,0 0-50 16,0 0-27-16,0 0-3 16,115-33 0-16,-63 33-6 15,9 9-27-15,5-4-102 16,2-5-139-16</inkml:trace>
  <inkml:trace contextRef="#ctx0" brushRef="#br0" timeOffset="96071.73">21631 6386 609 0,'0'0'101'16,"0"0"-22"-16,84-12-77 16,-14 12 5-16,18 12 8 15,4 4 16-15,-1 2-4 16,-10 2-10-16,-16-1-11 16,-17 0-3-16,-15 3-3 0,-19 4-5 15,-12 7-1 1,-2 3 3-16,-37 7-8 15,-23 3-1-15,-18 5-21 0,-15 0-27 16,4-2-62-16,15-9-120 16</inkml:trace>
  <inkml:trace contextRef="#ctx0" brushRef="#br0" timeOffset="97037.84">21926 6662 561 0,'0'0'120'0,"0"0"74"16,70-72-130-16,-44 64-47 16,1 8-6-16,7 0-9 15,5 0-2-15,4 13-1 0,-4 3 1 16,-6-1 0-16,-6 0 0 16,-5 2 0-16,-4-1-12 15,0-2-8-15,-3 0-8 16,-2-3-2-16,-1-1 5 15,-3-1-8-15,-2-1-12 16,-4-3 22-16,-1-3 16 16,-1-2 7-16,1 0 4 15,-2 0 49-15,4 0 22 16,1-2-3-16,1-3-50 16,3-3-19-16,-3 5-3 15,1 1 0-15,-2-1 0 0,3 0 1 16,-3 2-1-1,-2-1 2-15,-3 2-1 0,0 0-1 16,0 0 0-16,0 0 1 16,0-2-1-16,0 2 5 15,2-1 7-15,-2-1-3 16,2-1-8-16,2-2-1 16,-1 2 0-16,0 0 0 15,-3 0 1-15,3 2-1 16,-3 0 2-16,0 1-4 15,0 0 2-15,0 0-1 16,0 0 1-16,0 0-2 16,0 0 3-16,0-1-1 15,0 1 0-15,0 0 2 16,0 0 3-16,0 0 5 0,0 0 1 16,0-2-3-16,0-1 6 15,0-1-7-15,0-1-5 16,0 2-2-16,0-3 0 15,0 1-2-15,0-2 4 16,0 2-4-16,0 1 1 16,-3 1 0-16,3 2 1 15,0 1 0-15,0 0-1 16,0 0 1-16,0 0-1 16,0 0-5-16,0 0 0 15,0 0 0-15,0 3-8 16,0 9 4-16,0 4 9 0,0 1 1 15,0 3-11-15,-14 7 2 16,-5-1-5 0,-3 5-1-16,5 4-2 0,9-6-32 15,8 0 0-15,0-7-14 16,25-9 23-16,8-7 37 16,6-6 3-16,0-9 4 15,0-13 11-15,0-9 37 16,-3-3 16-16,-5-2-30 15,-1-1 10-15,-5 0-9 16,-10 2-11-16,-6-1-13 16,-9 3-11-16,0 7-4 15,-19-1-9-15,-1 10 6 0,4 7-12 16,-1 10 13-16,0 0-17 16,-6 18-65-16,-4 13 44 15,8 7-44-15,14 2-37 16,5-1-92-16</inkml:trace>
  <inkml:trace contextRef="#ctx0" brushRef="#br0" timeOffset="97221.94">22826 6856 577 0,'0'0'298'0,"0"0"-207"15,0 0-79-15,0 0-12 16,0 0-26-16,-33 72 26 16,7-26-24-16,0-2-56 15,-1-8-110-15,5-9-185 16</inkml:trace>
  <inkml:trace contextRef="#ctx0" brushRef="#br0" timeOffset="98203.74">23200 6629 731 0,'0'0'24'0,"0"0"41"15,0 0-63-15,0 0-2 16,0 0-24-16,0 0 24 15,-47 89 0-15,18-40 0 16,3 5-3-16,7-3-9 16,9-3-39-16,10-12 1 15,1-13 28-15,25-13 19 16,5-10 3-16,11-5 5 16,0-18 0-16,-2-7 10 15,-3-4 24-15,-9 0 19 16,-9 0-16-16,-8 1-11 0,-6 0-4 15,-5 3 9-15,0 5-29 16,0 5-2-16,0 9-2 16,-3 4-2-16,-4 2-1 15,-4 5-3-15,-1-2-6 16,0 2-1-16,3 0 0 16,5 0 10-16,2 0 2 15,2 0-2-15,0 0 0 16,0 0 2-16,0 0 2 15,0 0-1-15,0 0 2 16,0 0-1-16,0 0 2 16,0 0-1-16,0 0-3 15,0 0-1-15,0 0-1 0,2 0-2 16,16 0-7-16,15 0 6 16,13 2-7-16,9 0-6 15,6-2-8-15,2 0 2 16,-5 0 8-16,-9 0 14 15,-15 0 3-15,-16 0 0 16,-11 0 22-16,-7 0 16 16,0 0-35-16,0 0-6 15,-8 0-18-15,-13 12-3 16,-7 11 21-16,-1 2 0 16,-1 0 1-16,8 0-1 15,10-6-4-15,9-5-15 0,3-6-1 16,9-6 20-1,14-2 0-15,10-5 16 0,8-16 21 16,1-3-14-16,-3-3-17 16,-4 0 3-16,-5 5-3 15,-7 4 6-15,-6 5-10 16,-1 7-2-16,-5 6-4 16,0 0-1-16,-1 5-1 15,1 12-1-15,-4 3-7 16,-2 6 8-16,-1-1 5 15,1 2 0-15,2-2 0 16,2-7 1-16,0-6 0 16,0-9 5-16,1-3 0 15,7 0 11-15,4-14 11 16,4-7-14-16,-1-2-3 0,-5-4 3 16,-10 0-3-16,-4-3 1 15,-5-3-4-15,-3 1-5 16,-14 5-2-16,-6 10-1 15,-2 12-4-15,-4 5-43 16,-8 30-92-16,9 4-71 16,11-1-306-16</inkml:trace>
  <inkml:trace contextRef="#ctx0" brushRef="#br0" timeOffset="98361.5">24138 6780 641 0,'0'0'140'0,"0"0"-47"16,0 0-29-16,0 0-48 15,0 0-16-15,0 0-178 16,-44 0 29-16,33 16-224 16</inkml:trace>
  <inkml:trace contextRef="#ctx0" brushRef="#br0" timeOffset="102836.91">3540 9224 342 0,'0'0'67'16,"0"0"-48"-16,0 0 18 0,113 0 33 15,-55 0-13 1,8-3-26-16,9-7-16 0,4 0-4 15,-3-1-1-15,3 3-4 16,-9-2-6-16,-2 3 0 16,-15 2-33-16,-9-1-64 15,-17 0-187-15</inkml:trace>
  <inkml:trace contextRef="#ctx0" brushRef="#br0" timeOffset="103049.55">3980 9160 833 0,'0'0'113'15,"0"0"-112"-15,0 0-1 0,0 0-16 16,-9 72 16-16,3-23 0 16,-5 13 6-16,-8 6-5 15,-8 7 0-15,-7 0-1 16,-5-9-61-16,-2-6-15 15,2-9-71-15,7-17-118 16</inkml:trace>
  <inkml:trace contextRef="#ctx0" brushRef="#br0" timeOffset="103379.9">4429 9380 413 0,'0'0'13'0,"0"0"-5"15,0 0 69-15,0 0-5 16,0 72-26-16,0-45 5 15,0 5-9-15,0 1-18 16,0 4-3-16,0 1-10 16,0 3-9-16,-3 1 3 15,1-4-2-15,1-6-3 16,1-7-10-16,0-7-84 0,21-11 10 16,13-7-37-16,15 0-83 15</inkml:trace>
  <inkml:trace contextRef="#ctx0" brushRef="#br0" timeOffset="103566.6">4688 9731 80 0,'0'0'175'15,"66"-95"37"-15,-54 40-71 16,-6-1-39-16,-6 3 0 16,0 12-15-16,0 15-7 15,0 13-54-15,0 9-23 16,0 4-3-16,0 0-11 16,0 14-27-16,0 12 29 0,1 8 9 15,4 3 1 1,-1-1-1-16,3-6-32 0,12-5-21 15,10-8-8-15,13-7-45 16,9-10-21-16,7-10-259 16</inkml:trace>
  <inkml:trace contextRef="#ctx0" brushRef="#br0" timeOffset="103761.73">5366 9476 704 0,'0'0'92'0,"0"0"-84"15,0 0-7-15,0 0 14 0,0 0-6 16,0 0-7-16,31 36 0 16,6-25-2-16,8-2-126 15,5-6-179-15</inkml:trace>
  <inkml:trace contextRef="#ctx0" brushRef="#br0" timeOffset="103964.32">5252 9699 696 0,'0'0'75'15,"0"0"-69"-15,0 0-6 0,0 0 20 16,0 0 13-16,0 0-7 15,97 25-9-15,-51-25-15 16,17 0-2-16,10 0-22 16,3-9-149-16,2-12-347 15</inkml:trace>
  <inkml:trace contextRef="#ctx0" brushRef="#br0" timeOffset="110391.46">13993 4109 264 0,'0'0'123'16,"0"0"8"-16,0 0 35 15,0 0-79-15,3-77-23 16,-3 62-6-16,-5 2-19 16,1 7-21-16,-2 1-4 15,-2 5-8-15,-10 0-6 16,-13 23-7-16,-14 13 4 0,-13 17 3 15,-2 9-2-15,1 6-3 16,7 3-3-16,10-3-19 16,12-3-2-16,17-8 12 15,13-10-5-15,21-10 2 16,26-17 16-16,16-14 2 16,10-6-1-16,6-20-5 15,2-13-3-15,-8-8 9 16,-14 2 4-16,-20 5 8 15,-17 4 32-15,-13 7 23 16,-9 4-14-16,0 7-40 16,0 6 4-16,0 6-6 15,0 0-9-15,0 6-32 0,0 16-17 16,-3 10 47-16,-1 8 4 16,4 3-1-16,0-1-1 15,0-9-3-15,2-13 3 16,7-14-2-16,0-6 2 15,8-7 16-15,10-23 11 16,7-3-24-16,0-9-3 16,-6 7-2-16,-16 1 1 15,-12 1-2-15,0 0 2 16,-20 3 0-16,-7 0-16 16,7 11 12-16,7 7 5 15,13 9 0-15,3 3-4 16,36 0-51-16,21 0 30 15,19-3 8-15,3-2 8 0,-4-1 8 16,-14-5 0-16,-20 1 1 16,-18 2 5-16,-13-1 4 15,-11 2 32-15,-2 2-24 16,0 0-4-16,0 4-12 16,-2 1-1-16,-15 6-4 15,-6 22-1-15,-14 18 3 16,-5 14 2-16,-7 12-2 15,5 9-1-15,9 0 2 16,15-12 1-16,13-12 0 16,4-21 0-16,3-16 0 15,0-9 3-15,0-8-1 16,0-3 0-16,0 0 6 0,0 0 14 16,0 0 18-16,0-13-3 15,0-8-37-15,0-6 0 16,0-2-17-16,3 0 13 15,15 5-1-15,16 1-5 16,15 4-39-16,17 2 6 16,10 0 6-16,9-5-33 15,3-1 60-15,-9-2 10 16,-10-1 5-16,-14 1 9 16,-14-1 9-16,-9-1 12 15,-10-2-17-15,-7 1 9 16,-7-2 5-16,-8 1-5 0,0 1 0 15,-2 5-5-15,-4 9-20 16,2 7 1-16,-1 7-3 16,-4 12-22-16,-6 26-38 15,-8 20 58-15,-3 15 2 16,4 14-2-16,10 5-26 16,8-10-58-16,4-17-25 15,14-22-31-15,10-23-90 16</inkml:trace>
  <inkml:trace contextRef="#ctx0" brushRef="#br0" timeOffset="110572.03">14801 4289 775 0,'0'0'5'0,"0"0"-5"16,132-9 0-16,-61 9 3 15,14 16 1-15,15 7-3 16,9 5-1-16,12-1-157 16,0-13-257-16</inkml:trace>
  <inkml:trace contextRef="#ctx0" brushRef="#br0" timeOffset="111357.53">16057 4325 508 0,'0'0'91'0,"0"0"19"0,0 0-32 15,0 0-78 1,0 0-8-16,0 0 7 0,6 86 0 16,-3-31 2-16,4 10 0 15,9-4 0-15,3-10 0 16,2-15 4-16,2-22-3 15,0-14 10-15,7-5 67 16,4-29-11-16,6-11-52 16,-2-8-10-16,-9-6-3 15,-13-1-1-15,-14 0-2 16,-4-1-3-16,-21 0-4 16,-7 6 7-16,2 12 0 0,4 7 3 15,9 11-2 1,6 8-1-16,6 5 1 0,3 4-2 15,0-1-1-15,8 1-4 16,17 1 4-16,8 0-3 16,5 7 4-16,6 0 1 15,-1 0-2-15,3 17-1 16,-4 8 2-16,-7 12-3 16,-14 16 2-16,-16 16 1 15,-5 15-5-15,-26 17 5 16,-16 10 1-16,-3 1 0 15,2-8-1-15,8-9-5 16,15-18 1-16,9-14-2 16,9-14 3-16,2-21 1 15,0-13-3-15,0-8 4 0,0-7 2 16,11-5 7-16,8-22 7 16,4-13-12-16,-4-13-2 15,-9-6 15-15,-10-7 2 16,0-1 2-16,-16-5-12 15,-1 4-6-15,6 13 8 16,6 15-7-16,5 15-2 16,27 16-11-16,28 9-41 15,28 0-73-15,33 0-39 16,11-2-251-16</inkml:trace>
  <inkml:trace contextRef="#ctx0" brushRef="#br0" timeOffset="112407.91">17258 4140 597 0,'0'0'113'0,"0"0"-20"16,-82-13-80-16,52 39-11 16,-3 12-2-16,3 9 3 15,7 14-3-15,12 4 0 16,11 2-2-16,18-10-25 15,25-14-33-15,17-19 0 16,6-22 59-16,3-3 1 16,-6-27 4-16,-13-5 0 15,-10-3 3-15,-18 1 8 16,-13 2 32-16,-9 2 15 0,0 6-41 16,-7 6-17-16,-1 6 27 15,3 12 1-15,3 1-32 16,-4 7-30-16,-5 16 10 15,4 6 16-15,5 10-4 16,2-2-1-16,2-1-7 16,22-11-20-16,7-12 24 15,3-13 12-15,2-2 15 16,-3-20 17-16,-6-4-12 16,-8-1-11-16,-13 0 22 0,-6-2-8 15,-7 3-1 1,-14 4-16-16,6 8-2 0,3 9-2 15,6 5-4-15,3 0-42 16,1 17 0-16,2 10 37 16,0 7-4-16,14 6 8 15,13-3 0-15,4-7 3 16,5-12 0-16,-1-11 4 16,-5-7 30-16,-5 0-14 15,-8 0-3-15,-3-12 3 16,-6-1-12-16,-3-2-5 15,-5 0-2-15,0 3-2 16,0 4-13-16,-1 3 1 16,1 5 10-16,0 0-11 15,0 0-104-15,0 10 32 0,9 9 73 16,13-1-4-16,8-2-13 16,4-9-8-16,2-7 27 15,-5 0 11-15,-5-11 17 16,-7-6 50-16,-9-3-26 15,-2-1 56-15,-5 0-57 16,-3-2-1-16,0 4 20 16,0 8-6-16,0 7-13 15,0 4-40-15,-2 24-1 16,-13 27-57-16,-11 34 58 16,-9 16 4-16,-3 6-4 15,0-1 2-15,4-14-2 0,4-17 0 16,8-13 0-1,5-20 0-15,10-19 0 0,3-14-6 16,2-9 6-16,2-17 17 16,0-26 25-16,19-21-42 15,8-13-10-15,6-10 1 16,0-7-2-16,1 3-1 16,-1 7-1-16,0 11-8 15,-1 23 7-15,0 16 7 16,-4 16 1-16,-5 14 4 15,-6 4-9-15,-6 9-5 16,-11 19-12-16,0 10 12 16,-21 6 13-16,-10 2-2 15,0-9 4-15,2-7 1 16,8-10 1-16,0-9 1 0,1-3-1 16,0-8 0-16,-1 0 2 15,5 0-3-15,11-8-55 16,5-8-145-16,25-6-349 15</inkml:trace>
  <inkml:trace contextRef="#ctx0" brushRef="#br0" timeOffset="112705.72">18367 4518 538 0,'0'0'193'16,"0"0"-80"-16,0 0-59 0,0 0-35 15,0 0-12-15,0 0-5 16,28-76 1-16,-11 66-1 16,-3 3-1-16,-8 4 3 15,-5 2-3-15,-1 1-1 16,0 0-5-16,0 8-30 16,-11 13 24-16,-3 7 11 15,-2 6 0-15,5 2-5 16,11-4-13-16,0-6-15 15,25-11 15-15,17-11 18 16,10-4 0-16,8-12-70 16,-2-19-119-16,-7-9-167 15</inkml:trace>
  <inkml:trace contextRef="#ctx0" brushRef="#br0" timeOffset="112852.19">18301 4042 659 0,'0'0'105'16,"0"0"-26"-16,0 0-69 16,0 0-10-16,0 0-141 15,0 0 111-15,105 60-69 16,-36-33-114-16</inkml:trace>
  <inkml:trace contextRef="#ctx0" brushRef="#br0" timeOffset="113588.4">18696 4048 771 0,'0'0'82'16,"0"0"-61"-16,0 0-21 16,0 0-48-16,-9 103 48 15,9-28 3-15,0 12-3 16,4 5-23-16,14-9-82 15,3-14-9-15,5-20 43 16,3-22 61-16,1-20 10 16,2-7 21-16,-3-27 63 15,-2-9-35-15,-6-6-24 16,-11-1 21-16,-10 2-9 0,0 4-16 16,-13 6 1-16,0 11 48 15,8 10-2-15,2 9-63 16,0 1-5-16,0 4-68 15,2 18 38-15,1 11 30 16,0 7 0-16,3 1-4 16,19-2-19-16,5-14 19 15,0-9 3-15,-6-9 2 16,-4-7 3-16,-6 0 0 16,-3 0 6-16,-2-14 8 0,-2-3-7 15,-3-3 0 1,-1 3-4-16,0 4-7 0,0 7 36 15,0 6-13-15,0 0-23 16,0 3-65-16,8 13 25 16,2 6 38-16,10 1-2 15,5-2-9-15,5-6 10 16,1-11 0-16,-1-4 3 16,0-3 6-16,-4-13-4 15,-1-8 10-15,-2-4-7 16,0-2-5-16,-1-4 0 15,-5 0-2-15,-3-5 2 16,-5-7 1-16,-4 3 8 16,-2-1 50-16,-2 10-25 15,-1 9 5-15,0 14-4 0,0 8-35 16,0 3-3-16,0 6-18 16,4 23-38-16,6 18 53 15,5 19 6-15,6 4 1 16,4 0 0-16,-1-4-1 15,-6-9 0-15,-4-10-1 16,-10-11-19-16,-4-7-32 16,0-12-42-16,-21-9-55 15,-11-8-160-15</inkml:trace>
  <inkml:trace contextRef="#ctx0" brushRef="#br0" timeOffset="113775.95">18565 4180 89 0,'0'0'533'15,"0"0"-524"-15,0 0-3 16,95-3 45-16,-44 6-9 16,7 9-25-16,9 3-14 15,8-4-3-15,2-2-42 16,2-9-191-16</inkml:trace>
  <inkml:trace contextRef="#ctx0" brushRef="#br0" timeOffset="114420.84">20175 4192 737 0,'0'0'135'16,"0"0"-59"-16,0 0-76 15,0 0-65-15,0 0 60 16,-16 109 5-16,1-46 0 16,5 12-3-16,2 9-7 15,7-8-57-15,1-13-31 16,1-20-37-16,26-26 3 15,15-17 102-15,7-9 30 16,5-26 4-16,-2-8 9 16,-10-3 21-16,-14 0-10 15,-15 4 27-15,-11 8 64 0,-2 8-29 16,0 10 41 0,0 8-46-16,0 8-56 0,0 0-25 15,0 15-70-15,0 16 49 16,1 15 21-16,13 8 0 15,5 3-1-15,-1-9-6 16,0-13-14-16,-7-16 3 16,0-12 17-16,4-7 1 15,6-9 57-15,7-16-37 16,1-11-10-16,-5-3-2 16,-9-8 1-16,-13 2 1 15,-2 1 0-15,-34 2-10 0,-27 5-3 16,-16 6-79-1,-3 3-126-15</inkml:trace>
  <inkml:trace contextRef="#ctx0" brushRef="#br0" timeOffset="114607.6">20065 4163 472 0,'0'0'197'0,"0"0"-114"16,0 0-77-16,84-7 0 0,-22 7-6 15,16 14 0 1,13-4-176-16,13-3-338 0</inkml:trace>
  <inkml:trace contextRef="#ctx0" brushRef="#br0" timeOffset="115421.4">21439 4255 401 0,'0'0'55'0,"0"0"-6"16,0 0-49-16,0 0-11 15,0 0 11-15,0 0 2 16,-87 91 4-16,74-48-2 16,10 5 2-16,3 4-2 15,13-3-4-15,26-13-5 16,15-14-65-16,10-22 10 15,2-3 53-15,-3-27 7 16,-4-12 40-16,-8-6 14 16,-4-5-8-16,-15-6-1 15,-16 1 20-15,-16 10 4 0,0 14-23 16,-9 13-22 0,0 14 7-16,6 7-11 0,2 2-20 15,-2 24-36-15,3 15 36 16,0 13 2-16,0 9 1 15,13 6-1-15,1-6 0 16,-4-11-2-16,-1-19-10 16,-6-13-12-16,-1-16 22 15,5-4 6-15,5-10 78 16,9-13-57-16,5-7-26 16,3 6-1-16,-5 2-7 15,-3 8-50-15,1 6 31 16,-3 6 5-16,0 2 15 0,1 0 6 15,1 1 0-15,0 11-1 16,6 3 1-16,5 1 0 16,6-4 1-16,4-2-1 15,0-10-3-15,-1 0 3 16,-4-5 0-16,-1-10-27 16,-3-4-10-16,-5-3-4 15,-8-2 41-15,-20-3 5 16,-5-7 42-16,-38-3-35 15,-6 2 2-15,0 9 15 16,9 13 51-16,15 13-61 16,5 3-19-16,5 20-3 15,1 12-2-15,11 6 1 16,3 6 2-16,26 0 0 0,23-6 0 16,15-9 1-16,3-10 2 15,-1-9 0-15,-8-7-1 16,-5-6-45-16,-12 0-134 15,-14-16-348-15</inkml:trace>
  <inkml:trace contextRef="#ctx0" brushRef="#br0" timeOffset="115656.75">21101 4191 338 0,'0'0'120'15,"0"0"-80"-15,0 0-10 16,127 2 35-16,-67 0-12 16,12-1-11-16,8 2-18 15,5-2-20-15,-1 1-4 16,-8-2-106-16,-14-7-236 15</inkml:trace>
  <inkml:trace contextRef="#ctx0" brushRef="#br0" timeOffset="115939.67">21761 4016 579 0,'0'0'208'15,"0"0"-90"-15,0 0-70 16,0 0-32-16,0 0-16 16,0 0-2-16,-12 29-8 15,-18 25 10-15,-12 17 0 0,-5 16 0 16,-4 11-12-1,3 5-24-15,5-2-33 0,7-12-27 16,11-19-37-16,8-22-152 16</inkml:trace>
  <inkml:trace contextRef="#ctx0" brushRef="#br0" timeOffset="116619.99">23211 4150 401 0,'0'0'126'0,"0"0"-126"15,0 0 0-15,0 0 0 16,0 0 19-16,0 0 55 15,119 45-25-15,-61-45-36 16,8-13-2-16,0-12-5 0,-5-5 14 16,-11-5-2-1,-14-3 21-15,-13 1-1 16,-17 1-15-16,-6 1-8 0,-5 6 13 16,-14 4-12-16,4 11-5 15,0 14-7-15,-2 2-4 16,-9 35-11-16,-17 25 11 15,-7 23-1-15,1 18 1 16,4 12-19-16,4 8-19 16,8-3 5-16,-4-13-4 15,0-18-42-15,-6-23-3 16,0-29-13-16,6-18-38 16,10-19-124-16</inkml:trace>
  <inkml:trace contextRef="#ctx0" brushRef="#br0" timeOffset="116901.7">23073 4313 671 0,'0'0'11'15,"0"0"-11"-15,0 0-2 16,116 3 2-16,-70 3 20 16,13 0 26-16,15-1-13 15,13-2 9-15,6 0-23 16,-11-1-14-16,-19-2-4 15,-20 0 0-15,-21 0 0 16,-14-3 5-16,-8 0-1 16,0-2 2-16,0 3 4 0,0-1-11 15,-5 3-3 1,-10 5-15-16,-8 15-27 0,2 8 18 16,5 6-26-16,12 3-12 15,4-5-24-15,20-9-138 16</inkml:trace>
  <inkml:trace contextRef="#ctx0" brushRef="#br0" timeOffset="117067.23">23924 4004 583 0,'0'0'153'0,"0"0"-153"15,0 0-125-15,0 0 59 16,0 91-43-16,10-54-208 16</inkml:trace>
  <inkml:trace contextRef="#ctx0" brushRef="#br0" timeOffset="117351.76">23986 4313 729 0,'0'0'0'0,"0"0"-6"0,0 0 6 16,-46 92 6-1,34-60-2-15,2-1-1 0,5-7 2 16,4-10-2-16,-1-8-3 16,2-6-36-16,0 0 35 15,8-14-3-15,17-16 4 16,13-6-72-16,5-4 50 15,5-2 22-15,-2 3 2 16,-4 8 44-16,-2 13 13 16,-2 11-59-16,3 7-27 15,0 9-118-15,-3 11-75 16,-5 2-7-16</inkml:trace>
  <inkml:trace contextRef="#ctx0" brushRef="#br0" timeOffset="117817.74">24444 4395 568 0,'0'0'185'16,"0"0"-82"-16,0 0-63 15,0 0-40-15,0 0-5 16,0 0 2-16,-36 54-1 16,25-40 4-16,6-6-9 15,2-4-19-15,3-1-2 16,0-3-25-16,0 0 24 15,2 0 31-15,17-17 0 16,2-2-6-16,4-1-10 16,-5 3 16-16,-5 9 15 15,-5 5 26-15,-5 3-28 16,-1 0-13-16,-1 1-10 0,0 12 3 16,-3 4-4-16,0 1 3 15,0 2 7-15,0-2-11 16,0-4-25-16,0-8 2 15,3-4 10-15,4-2 23 16,7 0 2-16,4-15 0 16,4-6-36-16,2-4 36 15,-3 0 47-15,-3 5-19 16,-4 4 50-16,-4 8-14 16,-6 3 31-16,-2 5-33 0,-2 0-58 15,0 9-4 1,0 21-53-16,0 16 25 0,-6 16 3 15,-15 13-40-15,-3-2-27 16,-5-11-129-16</inkml:trace>
  <inkml:trace contextRef="#ctx0" brushRef="#br0" timeOffset="118816.53">16878 5552 657 0,'0'0'130'0,"0"0"-69"16,0 0-31-16,0 0 9 15,0 0-8-15,0 0-12 16,0-10-16-16,0 10-1 16,0 0-2-16,0 0 0 15,0 0 0-15,0-4 2 16,5-6 9-16,12-7 24 15,8-8-35-15,10-6 0 16,1-4-1-16,3 1 1 16,-9 4-7-16,-10 8 7 15,-10 8-2-15,-8 10 4 16,-2 1-4-16,0 3-3 0,0 0-30 16,0 9-27-16,0 11 53 15,0 6 8-15,-5 6 1 16,3 6-7-16,2 3-23 15,0 0-44-15,0-7-88 16,0-9-186-16</inkml:trace>
  <inkml:trace contextRef="#ctx0" brushRef="#br0" timeOffset="119199.58">16964 5579 650 0,'0'0'212'15,"0"0"-115"-15,0 0-75 0,0 0-22 16,0 0 0-16,0 0 0 16,110-37-1-16,-42 23 1 15,17-8 2-15,6-3-1 16,-7-8-1-16,-10-3 1 16,-13 2-1-16,-12-3-3 15,-10 3 1-15,-15 4-6 16,-8 3 8-16,-9 4-1 15,-7 6 1-15,2 6 0 16,-1 6 2-16,1 5-2 0,4 2-11 16,-1 23-104-1,7 11 115-15,5 7 5 16,-2 3-3-16,-3-2-1 0,-10-6 0 16,-2-8-1-16,0-10 1 15,-6-6 2-15,-11-7-2 16,-1 0 2-16,-13-4 0 15,-12-1-3-15,-14-2-14 16,-10-2-96-16,-8-21-28 16,-1-10-247-16</inkml:trace>
  <inkml:trace contextRef="#ctx0" brushRef="#br0" timeOffset="119391.6">17364 4928 685 0,'0'0'150'15,"0"0"-58"-15,0 0-52 16,0 0-29-16,0 0-11 16,0 0-81-16,9 19-90 15,-6 10 39-15,15-10-314 16</inkml:trace>
  <inkml:trace contextRef="#ctx0" brushRef="#br0" timeOffset="119766.89">18420 5193 610 0,'0'0'155'16,"0"0"-46"-16,0 0-77 16,0 0-32-16,0 0-5 15,0 0 5-15,-85 91 0 16,39-46 0-16,0-2 0 16,4 2-21-16,6-1-39 15,12-4-58-15,13-11-178 16</inkml:trace>
  <inkml:trace contextRef="#ctx0" brushRef="#br0" timeOffset="120081.57">18697 5188 669 0,'0'0'84'15,"0"0"14"-15,0 0-98 16,0 0 0-16,0 0-22 16,0 0 22-16,6 93 0 15,-1-35 1-15,5 5-1 16,5-6 0-16,-2-5 0 16,0-15 0-16,-6-14 0 0,-4-8-6 15,-3-10-2 1,0-1 8-16,-10 1 1 0,-16 1 1 15,-14 3-4-15,-2-4-3 16,-7-1-97-16,2-4-66 16,6 0-114-16</inkml:trace>
  <inkml:trace contextRef="#ctx0" brushRef="#br0" timeOffset="120281.16">18861 5271 635 0,'0'0'138'0,"0"0"-50"16,0 0-48-16,0 0-40 16,84-28-2-16,-47 30-31 15,8 12-24-15,3-2-77 16,5-7-145-16</inkml:trace>
  <inkml:trace contextRef="#ctx0" brushRef="#br0" timeOffset="120455.13">19242 5338 762 0,'0'0'99'0,"0"0"-17"0,0 0-82 16,0 0-36-16,0 0-85 16,0 0-24-16,74 61-202 15</inkml:trace>
  <inkml:trace contextRef="#ctx0" brushRef="#br0" timeOffset="120666.71">19636 5160 712 0,'0'0'124'0,"0"0"-19"15,0 0-63-15,0 0-42 16,0 0-6-16,0 0 2 0,-26 104 4 16,1-22 1-16,-4 8-1 15,-2 6-4-15,-2 4-48 16,-4-8-35-16,4-12-69 15,11-25-136-15</inkml:trace>
  <inkml:trace contextRef="#ctx0" brushRef="#br0" timeOffset="120818.62">19677 5666 863 0,'0'0'63'0,"0"0"-41"15,0 0-22-15,0 0-95 16,0 0-86-16,0 0-71 16</inkml:trace>
  <inkml:trace contextRef="#ctx0" brushRef="#br0" timeOffset="122450.21">13170 3909 468 0,'0'0'140'16,"0"0"-18"-16,0 0-58 15,0 0-19-15,0 0-27 16,0 0-18-16,0 0-12 16,-48 14 11-16,13 52 2 15,-8 19-1-15,0 18 1 16,4 11-1-16,15 9 0 15,11 1-11-15,13-8-28 16,5-12-23-16,36-18-5 16,31-26-46-16,35-25-109 15</inkml:trace>
  <inkml:trace contextRef="#ctx0" brushRef="#br0" timeOffset="123345.47">20041 4966 453 0,'0'0'130'16,"0"0"-130"-16,0 0 3 15,0 0 5-15,0 0 29 0,0 0 27 16,88 112-32-16,-57-56-15 16,2 9-11-16,0 7-2 15,-3 1-1-15,-10-3-3 16,-9-8 0-16,-11-10-7 15,0-9 7-15,-16-7 0 16,-16-3-6-16,-9 0-20 16,-8 1-69-16,1 0-72 15,8-8-155-15</inkml:trace>
  <inkml:trace contextRef="#ctx0" brushRef="#br0" timeOffset="123507.8">20389 5801 600 0,'0'0'253'16,"0"0"-181"-16,0 0-16 15,0 0-45-15,0 0-11 16,0 0 0-16,-11-55-42 16,-14 77-71-16,-6-1-25 15,5-4-219-15</inkml:trace>
  <inkml:trace contextRef="#ctx0" brushRef="#br0" timeOffset="127093.54">6311 9367 289 0,'0'0'127'15,"0"0"-11"-15,0 0-28 16,0 0-23-16,0 0-31 16,0 0-13-16,0 0 15 15,-4-31-11-15,4 19-2 16,7-2-8-16,10-2 1 0,3 0 3 15,7-1-11-15,4 0-6 16,8 5-2-16,2 1 0 16,0 8 0-16,-3 3-3 15,-6 0-21-15,-6 9-6 16,-7 11-33-16,-8 6 1 16,-11 6 13-16,-11 6 5 15,-24 1 8-15,-10-1 14 16,0-5 3-16,6-5 19 15,12-3 2-15,12-2-2 16,14-1-6-16,1-3 0 16,21-2 6-16,12-3 7 0,0-1 0 15,2-3-4-15,-9 0 2 16,-7-1 14-16,-8-1 1 16,-6 0-8-16,-5 1-5 15,0 0-3-15,-7 3 5 16,-13 1 21-16,-9 1 2 15,-4 1-25-15,1-3-1 16,1-5 0-16,1 3-6 16,3-3 0-16,5-2-40 15,6-5-65-15,16 0-253 16</inkml:trace>
  <inkml:trace contextRef="#ctx0" brushRef="#br0" timeOffset="127407.54">6850 9472 600 0,'0'0'111'0,"0"0"-80"16,0 0-31-16,0 0 0 16,0 0-2-16,0 93 3 15,6-54-3-15,10-2 4 16,8-2 1-16,4-7-2 0,11-9 0 15,3-13 0 1,1-6 4-16,-6-3-2 16,-5-16 0-16,-9-6 3 0,-11-1-5 15,-10-4 9 1,-2-1-8-16,-22 0 1 0,-23 6-3 16,-12 8-1-16,-1 10-2 15,13 7-87-15,21 11-10 16,20 9-130-16,4-2-56 15</inkml:trace>
  <inkml:trace contextRef="#ctx0" brushRef="#br0" timeOffset="127578.76">7348 9753 516 0,'0'0'101'16,"0"0"-76"-16,0 0-12 0,-97 71-9 15,69-37-3-15,-2 3 1 16,3 0-2-16,1-2-13 16,6-12-114-16,6-9-206 15</inkml:trace>
  <inkml:trace contextRef="#ctx0" brushRef="#br0" timeOffset="128697.64">7604 9491 677 0,'0'0'7'0,"0"0"-7"16,0 0-42-16,0 0 42 16,0 0 1-16,-37 94 0 15,24-58-1-15,4 2 2 16,3 0 3-16,4-2-5 15,2-4 4-15,3-8-4 16,21-5 0-16,10-12-12 16,5-7-14-16,10 0-8 15,-5-18-20-15,-4-10 54 16,-10-1 26-16,-9-4 43 0,-12-1 6 16,-9-2 10-1,-9 3-52-15,-15 3-16 0,-9 7-12 16,3 9-1-1,9 9-4-15,5 4 0 0,7 1-4 16,1 0-7-16,3 4-12 16,2 5 7-16,-2 0 10 15,5-3 2-15,0-4 4 16,0 1 0-16,0-3 0 16,0 0 4-16,0 0 14 15,0 0 27-15,0 0 3 16,0 0-6-16,0-3-29 15,-3-2-4-15,3 0 0 16,0 1-5-16,0 1-3 0,-2 3 1 16,2 0 1-16,0 0-3 15,0 0-2-15,0 0 1 16,0 0 1-16,0 0-2 16,-2 0 2-16,2 0-3 15,0 0 3-15,0 0-2 16,0 0-1-16,0 0-1 15,0 0-4-15,0 0 4 16,0 0-8-16,0 0-7 16,10 0 10-16,14 0 3 15,12 0 4-15,15 0-4 16,8-11-9-16,4 1 8 16,1-1 6-16,-6 5 1 15,-9 1 0-15,-11 3 3 16,-18 2 2-16,-6 0-3 0,-11 0-2 15,-3 12 0-15,0 6-8 16,-9 6 6-16,-15 4 1 16,-4 3 2-16,-2 0-1 15,6-3 0-15,12-5 0 16,10-8-26-16,2-6-24 16,11-8 18-16,20-1 13 15,10-8 19-15,0-14 1 16,-6-4 11-16,-9-1 40 15,-6 1 5-15,-5 4-29 16,-5 5 9-16,-4 7-14 16,-2 6-17-16,-2 3-6 0,1 1-3 15,8 1-28-15,3 13 14 16,6 5 17-16,5-2-1 16,2 0 0-16,0-2-7 15,-5-3-3-15,-2-7-2 16,-4-5 8-16,-1 0 5 15,-3 0 1-15,3-15 2 16,-2-2 9-16,-1 0-10 16,-3-3 10-16,-3 1-3 15,-1 1 14-15,-3 3-14 16,0 6 4-16,-1 1 1 16,-1 2-4-16,0 5-10 15,0-1 0-15,0 2-3 0,0 0-37 16,0 0-44-1,0 0-6-15,-10 3 69 0,-3 3-29 16,1-4-55-16,0-2-28 16,3 0-53-16</inkml:trace>
  <inkml:trace contextRef="#ctx0" brushRef="#br0" timeOffset="128997.69">9195 9107 666 0,'0'0'56'0,"0"0"46"16,0 0-78-16,0 0-24 15,0 0-6-15,-88 17 2 16,60 40 3-16,0 14-2 16,0 16 3-16,1 13 0 15,9 8 1-15,8 2-1 16,7-4-6-16,3-11-86 16,20-21-90-16,24-23-156 0</inkml:trace>
  <inkml:trace contextRef="#ctx0" brushRef="#br0" timeOffset="129387.93">9403 9400 708 0,'0'0'86'16,"0"0"32"-16,0 0-73 16,0 0-43-16,0 0-2 15,0 0-9-15,-31 47 9 16,16 5 3-16,-1 10-3 16,-7 1-1-16,-4 0-53 15,0-10-51-15,9-19-121 0</inkml:trace>
  <inkml:trace contextRef="#ctx0" brushRef="#br0" timeOffset="129577.29">9620 9590 826 0,'0'0'79'0,"0"0"-22"16,0 0-45-16,0 0-8 15,0 0-4-15,0 0-7 16,8-2-63-16,0 19-40 16,1-4-50-16,3-9-332 15</inkml:trace>
  <inkml:trace contextRef="#ctx0" brushRef="#br0" timeOffset="129822.04">9918 9350 717 0,'0'0'87'0,"0"0"18"16,0 0-44-16,0 0-25 16,0 0-7-16,0 0-29 15,3-50-2-15,-3 76-14 16,-3 18 12-16,-14 17 3 0,-10 11 1 15,-4 3-28-15,-3-4-10 16,4-10-45-16,8-14-32 16,13-15-74-16</inkml:trace>
  <inkml:trace contextRef="#ctx0" brushRef="#br0" timeOffset="130139.33">10174 9431 767 0,'0'0'85'15,"0"0"-55"-15,0 0-30 16,0 0-3-16,0 0-4 16,0 0 7-16,6 98 2 15,6-49-2-15,6-1 0 16,2-3 0-16,2-6 0 15,-4-9 0-15,-8-5 0 16,-4-7 0-16,-4-7 0 16,-2-4-1-16,-2-2-13 15,-20 0 6-15,-17-1 5 16,-6-4-43-16,-7 0-44 16,2 0-14-16,5-9-51 15,2-8-55-15</inkml:trace>
  <inkml:trace contextRef="#ctx0" brushRef="#br0" timeOffset="130317.73">10176 9386 817 0,'0'0'79'0,"0"0"-17"16,0 0-45-16,0 0-17 15,95-47-3-15,-54 47-29 16,5 5-28-16,3 7-57 0,0-8-94 16</inkml:trace>
  <inkml:trace contextRef="#ctx0" brushRef="#br0" timeOffset="130554.8">10728 9189 757 0,'0'0'71'16,"0"0"-43"-16,0 0-28 16,0 0 0-16,42 105 0 15,-34-32 0-15,-8 15 3 16,-6 10-1-16,-28 6 1 16,-12-1 3-16,-11-9-4 15,-3-14 0-15,2-13-2 16,5-12-43-16,1-15-54 0,-1-11-40 15,-5-19-175 1</inkml:trace>
  <inkml:trace contextRef="#ctx0" brushRef="#br0" timeOffset="131187.92">8864 7577 454 0,'0'0'155'0,"0"0"-6"16,0 0-105-16,0 0-19 15,0 0-10-15,0 0-15 16,16-18-4-16,-16 18-49 15,0 0-38-15,1 3-15 16,-1 10-80-16,3-1 48 16</inkml:trace>
  <inkml:trace contextRef="#ctx0" brushRef="#br0" timeOffset="131624.6">12352 7422 359 0,'0'0'0'16,"0"0"-53"-16,0 0-31 16,0 0 49-16,0 0-33 15</inkml:trace>
  <inkml:trace contextRef="#ctx0" brushRef="#br0" timeOffset="133588.75">22984 6090 70 0,'0'0'22'16,"0"0"24"-16,-12 108-18 16,-9-65 1-16,-11 7-4 15,-1 9 6-15,-8 8-19 16,-2 8-6-16,-5 8 5 16,-1 2-3-16,3 2 4 15,1 0-7-15,11-2 3 16,7-4 0-16,11-4-6 15,5-5 9-15,2-2 1 16,5-3-11-16,-1-1 7 0,2-7 5 16,0-6 2-1,-5-11 9-15,-5-8-7 0,-2-4-1 16,-4-7-3-16,-5 2-4 16,1 2-4-16,-3 2 1 15,-3 4-1-15,4 1-4 16,1-3 0-16,8-1 0 15,6-5-1-15,4-3 4 16,3-6 3-16,3 1 21 16,0-2 19-16,-2 5-28 15,1 3-11-15,-7 1-2 16,1 3-4-16,-2 2 2 16,-3-3-3-16,0-1 0 15,-1-3 0-15,2-1 0 16,2-3 2-16,2-2 1 0,0-3 0 15,2-1-1-15,2-6 0 16,1-3-2-16,2-3 2 16,0 0 2-16,6-26-5 15,27-23-254-15</inkml:trace>
  <inkml:trace contextRef="#ctx0" brushRef="#br0" timeOffset="134667.52">23026 5842 139 0,'0'0'191'15,"0"0"-126"-15,0 0 58 16,0 0-88-16,0 0 50 0,0 0-34 16,0-19-23-16,0 19-28 15,1 19-21-15,5 19 21 16,1 16 0-16,1 16 1 16,-8 15-1-16,0 11 3 15,-13 7-2-15,-18 5-1 16,-16 4 5-16,-14-1-3 15,-10 8 4-15,-1 4-3 16,6-3-2-16,13-2 3 16,15-10-4-16,14-7 0 15,14-11 7-15,5-7-7 16,4-14 0-16,-2-8 1 16,0-11 0-16,-1-12-1 15,-4-5 0-15,-4-8 8 16,-3 0 5-16,-5 0-7 0,-2-2 1 15,0-3-4 1,1 0 1-16,3 0 0 0,-2 1-3 16,3 0 1-16,1 1-1 15,2 1 0-15,2-2-1 16,5-1 2-16,-1-1-2 16,4 1 1-16,0 1-1 15,1 5 1-15,-1 3-1 16,0 3 2-16,1 2-1 15,-1-4 0-15,3 1-1 16,1-5 0-16,0-2-1 16,-1-2 1-16,1 1-1 0,0 3 1 15,0 1 4-15,0 4-3 16,0 0-1-16,0 0 4 16,0-4-2-16,0-1 0 15,0-3-2-15,0-4 1 16,-2-2-1-16,2-3 1 15,0-1-1-15,0-2 0 16,0 2 1-16,0 1-1 16,0-2 0-16,0 1 0 15,0 0 2-15,0-3-2 16,0-1 1-16,0-3-1 16,-4 2 0-16,1-4 0 15,2-3-4-15,1 1-29 0,0-2-54 16,0 0 77-1,19-18-281-15</inkml:trace>
  <inkml:trace contextRef="#ctx0" brushRef="#br0" timeOffset="136001.79">23129 5984 184 0,'0'0'97'15,"0"0"-42"-15,0 0-48 16,0 0-7-16,0 0-18 16,0 0 18-16,-2 109 3 15,1-48-3-15,-10 14 14 0,-9 9 8 16,-9 11 11-16,-7 6-11 15,-4 9-4-15,3 4-5 16,1 6-2-16,6-3-3 16,6-13 8-16,0-8 8 15,1-14-8-15,-4-6 3 16,5-6-11-16,-3-2-1 16,-2-3-3-16,1-4 0 15,2-2-1-15,0-3 0 16,2-2-2-16,5-4 0 15,4-4 1-15,6-8-2 16,3-8 0-16,3-5 3 0,1-6-3 16,-2-6 20-1,1-1 7-15,-2 0-15 0,-3 2-2 16,0 3-3-16,-3 3-5 16,2 4 0-16,1-5-2 15,-2 1 2-15,1-2-1 16,-1-2-1-16,4 4 1 15,-2 2-1-15,1 3 1 16,0 3-1-16,-1 2 0 16,4 2 2-16,-1-1 1 15,0 0-1-15,0 1-4 16,-2-1 3-16,-2 0-1 16,-2-3 1-16,1-3 0 0,-2 0-1 15,0-3 1-15,-1-3 4 16,-1 1 0-16,2-3-1 15,1-1 2-15,0-3-3 16,2-1 3-16,1-2-5 16,0-3 6-16,6-3-4 15,-2-3-1-15,2 1 1 16,0-2-1-16,0 0 7 16,0 2 16-16,0-2 5 15,0 3-26-15,0-1 0 16,0 2-2-16,0 0-1 15,0 0-1-15,2 0 1 16,-2-3-1-16,0-1 1 16,0 0-1-16,0 0 6 0,0 0 9 15,0 0 9-15,0 0 4 16,4-2-28-16,8-12-14 16,4-6-139-16,11-7-223 15</inkml:trace>
  <inkml:trace contextRef="#ctx0" brushRef="#br0" timeOffset="138248.1">10926 8751 485 0,'0'0'108'0,"0"0"-23"15,0 0-26-15,0 0-1 16,0 0-16-16,0 0-16 16,0-12-15-16,0 12-11 15,0 0-2-15,0 0-4 16,0 4 5-16,0 13 0 16,-6 5 1-16,-1 10-2 0,-3 4 2 15,-4 5 3 1,0 5-3-16,0 6 0 0,3-1 3 15,3-6-2-15,8-7-2 16,0-16-3-16,27-16-18 16,17-6 22-16,18-20 3 15,6-17 2-15,-3-6-4 16,-11-1 2-16,-13 3 0 16,-15 5 11-16,-11 4 28 15,-9 8-5-15,-6 5-4 16,0 8-12-16,0 9-18 15,0 2-3-15,0 0-5 16,-8 15-24-16,-8 12 22 16,-5 9 5-16,-3 11 1 0,-3 8-1 15,0 3-18-15,-2 2-43 16,-1-6-28-16,5-10-96 16,12-11-164-16</inkml:trace>
  <inkml:trace contextRef="#ctx0" brushRef="#br0" timeOffset="138731.97">11444 9593 718 0,'0'0'119'16,"0"0"-74"-16,0 0-39 15,0 0-3-15,0 0 4 16,0 0 2-16,70-9-9 16,-24 6 1-16,2 3-1 15,-3 0-6-15,-2 0-65 16,-9 12-88-16,-9-3-67 16</inkml:trace>
  <inkml:trace contextRef="#ctx0" brushRef="#br0" timeOffset="138900.63">11353 9789 487 0,'0'0'199'0,"0"0"-141"16,0 0-27-16,0 0-13 16,85 2-3-16,-33 1-13 15,6 0-2-15,3 0-101 16,5-3-93-16</inkml:trace>
  <inkml:trace contextRef="#ctx0" brushRef="#br0" timeOffset="140211.51">5045 9888 577 0,'0'0'176'16,"0"0"-54"-16,0 0-44 16,0 0-23-16,0-78-23 15,0 74-11-15,0 4-21 16,-2 0-14-16,1 4-24 15,-5 21 11-15,-5 11 22 16,-9 15-10-16,-12 8-30 16,-5 5-64-16,-5-3-65 15,-1-13-343-15</inkml:trace>
  <inkml:trace contextRef="#ctx0" brushRef="#br0" timeOffset="140622.47">3582 10626 553 0,'0'0'176'16,"0"0"-61"-16,0 0-87 15,0 0-25-15,0 0 0 16,99-19 7-16,-48 19-4 16,13 0-2-16,8 0-3 15,8 7-1-15,3 2-5 16,-3-3-59-16,-2-1-101 16,-10-5-46-16,-18 0-123 15</inkml:trace>
  <inkml:trace contextRef="#ctx0" brushRef="#br0" timeOffset="140818.37">3850 10649 630 0,'0'0'70'0,"0"0"-70"16,0 0 0-16,0 77 12 15,0-36 16-15,0 4-6 16,0 4-9-16,0 4-9 15,-3 2 0-15,-12 4-4 16,-7-2-57-16,-8-7-66 16,5-13-299-16</inkml:trace>
  <inkml:trace contextRef="#ctx0" brushRef="#br0" timeOffset="141277.54">4305 10867 707 0,'0'0'97'0,"0"0"-27"15,0 0-24-15,0 0-28 16,0 0-18-16,0 0-2 16,5-35-7-16,-8 61 7 15,-8 8 2-15,0 4 0 16,0 1 0-16,6 0 0 0,3-3-19 15,2-2-6-15,10-5 4 16,20-5-11-16,13-9-18 16,4-10-35-16,6-5 14 15,-3-4 0-15,-6-20-8 16,-7-6 79-16,-7-7 49 16,-3-2 36-16,-8-6-32 15,-10 1 72-15,-7 4-29 16,-2 5-51-16,0 9-8 15,-5 11-13-15,0 8-5 16,1 7-19-16,-4 2-14 16,-2 20-26-16,-2 4 40 0,2 7-4 15,10-1-10-15,0-2-2 16,4-3-13-16,29-7 5 16,12-5-7-16,13-5-41 15,6-10-113-15,-9 0-293 16</inkml:trace>
  <inkml:trace contextRef="#ctx0" brushRef="#br0" timeOffset="141643.95">4845 11139 838 0,'0'0'58'0,"0"0"-55"0,0 0 22 16,0 0 7-16,0 0-29 16,0 0-3-16,112-4 0 15,-84 9 0-15,-4 9-1 16,-8 4-1-16,-11 2-13 16,-5 3-9-16,-2 5 1 15,-21 4-5-15,-4 1-13 16,4 0 20-16,4-7 12 15,8-10 8-15,6-6 1 16,2-6 1-16,3-4-1 0,0 0 10 16,0 0 28-1,13 0-24-15,14-7-8 0,10-10 2 16,7-1-8-16,6-2-5 16,1-4-67-16,-6 0-105 15,-2-3-311-15</inkml:trace>
  <inkml:trace contextRef="#ctx0" brushRef="#br0" timeOffset="141838.68">5410 10880 745 0,'0'0'85'15,"0"0"-19"1,0 0-57-16,0 0-9 0,0 0 0 15,0 0-2-15,67-16 4 16,-32 21-4-16,4 4-11 16,-1 1-66-16,1-5-104 15,-9-5-208-15</inkml:trace>
  <inkml:trace contextRef="#ctx0" brushRef="#br0" timeOffset="142010.6">5350 11009 666 0,'0'0'197'0,"0"0"-166"0,0 0-28 15,0 0-2-15,0 0 11 16,129 0-3-16,-38-6-9 16,19-8-13-16,18-11-89 15,1-11-137-15</inkml:trace>
  <inkml:trace contextRef="#ctx0" brushRef="#br0" timeOffset="143342.75">6503 10436 561 0,'0'0'147'0,"0"0"23"0,0 0-87 16,0 0-51-16,0 0-32 15,0 0-8-15,2 11 7 16,-2 39 2-16,-12 11-1 16,-3 5 1-16,-8 2-2 15,3-8 0-15,2-7-21 16,9-9-20-16,6-13 19 15,3-10-43-15,10-13 3 16,20-8 57-16,9-7 5 16,6-22-11-16,-5-8-8 15,-7-2 20-15,-6-1 13 16,-12 1 41-16,-3 10 7 16,-6 11-5-16,-5 9 1 0,-1 9-42 15,0 5-15 1,0 21-28-16,0 13 23 0,-12 11 3 15,-3 4 0-15,2 2-8 16,1-1-20-16,6-3-49 16,1-7 17-16,4-9-90 15,1-18-192-15</inkml:trace>
  <inkml:trace contextRef="#ctx0" brushRef="#br0" timeOffset="143658.07">6924 10757 844 0,'0'0'58'16,"0"0"1"-16,0 0-59 0,0 0-19 15,0 0 18 1,0 77 0-16,0-31 1 0,0 2 0 16,0-4-5-16,11-5-12 15,9-10-22-15,5-10 4 16,6-17 4-16,6-2 28 15,3-19 2-15,2-17 1 16,-3-6 3-16,-7-4-1 16,-13 0 15-16,-19 3 0 15,-3 4 12-15,-26 11-3 16,-2 12-21-16,2 14-5 16,8 2-25-16,4 24-70 15,3 13 0-15,7 2-74 0,7 2-136 16</inkml:trace>
  <inkml:trace contextRef="#ctx0" brushRef="#br0" timeOffset="143818.23">7349 11050 783 0,'0'0'89'0,"0"0"-86"15,0 0-3-15,0 0 0 16,-74 103 5-16,35-55-5 15,0 3-15-15,2 1-55 16,5-9-4-16,12-15-105 0,15-22-308 16</inkml:trace>
  <inkml:trace contextRef="#ctx0" brushRef="#br0" timeOffset="144874.11">7683 10727 588 0,'0'0'74'0,"0"0"-73"16,0 0 22-16,0 0 6 16,-53 89-12-16,38-56-1 0,0 0-9 15,4 4 0-15,6-1-5 16,5-6-1-16,0-3 1 15,8-9 0-15,12-8 1 16,8-10-2-16,10 0 7 16,2-18 0-16,-3-9 16 15,-4-1 9-15,-11-1-4 16,-7 0 2-16,-6 0-24 16,-8 2-5-16,-1 3 0 15,0 5 1-15,-5 5-2 16,-1 4-1-16,0 3 0 15,1 4 0-15,2 1-1 16,2 2 0-16,1 0 1 16,0 0-7-16,0 0 2 0,0 0 1 15,0 0 3-15,0-1 2 16,0 1 2-16,0-2 18 16,-2-1-1-16,-1-1-7 15,-3 2-6-15,2-2-3 16,-2 0-3-16,1 1 0 15,1 1 5-15,-1 0-6 16,1 2 1-16,-2-1-3 16,0 1 4-16,-1 0-3 15,5-2 2-15,-1 2-1 16,3 0 0-16,0 0 0 16,0 0-2-16,0 0-2 15,0 0-3-15,0 0-9 16,0 0-18-16,9 2-12 0,15 6 37 15,13-1-1-15,17-4-34 16,16-3-43-16,12 0 31 16,7 0 28-16,-6-2 28 15,-18-8 16-15,-25 1 65 16,-17 1 28-16,-16 3-36 16,-5 3-20-16,-2 2-27 15,0 0-26-15,-11 7-3 16,-20 15-22-16,-12 10 22 15,-1 6-1-15,1 3-7 16,9-4-17-16,12-9 4 0,14-8-19 16,8-11-24-16,17-7 60 15,23-2 7-15,18-17 7 16,5-12 0-16,2-9 8 16,-5 4-2-16,-10 1-2 15,-8 8-11-15,-10 8 0 16,-13 8 1-16,-10 7 2 15,-6 2-3-15,-3 0 0 16,0 13-9-16,0 8 5 16,0 7 4-16,2 1 1 15,5 0 1-15,-1-3-1 16,0-7-1-16,4-9 1 16,5-10 3-16,6 0 1 0,9-17 9 15,4-10-1 1,-1-6 1-16,-10 2 17 0,-8-2-2 15,-11 1-15-15,-4-2 13 16,-9 5-20-16,-24 4-7 16,-15 13-3-16,-2 12-49 15,3 5-46-15,9 21-35 16,15 4-24-16,10-6-242 16</inkml:trace>
  <inkml:trace contextRef="#ctx0" brushRef="#br0" timeOffset="145290.51">9348 10257 688 0,'0'0'89'0,"0"0"-18"15,0 0-71-15,-84 78 0 16,41-2 5-16,0 18-3 16,4 13 0-16,9 9 1 15,12 5-3-15,13-5-3 16,5-8-87-16,19-21-73 15,24-26-95-15</inkml:trace>
  <inkml:trace contextRef="#ctx0" brushRef="#br0" timeOffset="149254.59">22902 7294 280 0,'0'0'57'0,"0"0"-54"16,0 0 1-16,0 0-1 16,0 0 3-16,0 0-4 15,0 0-2-15,-34-23-5 16,34 23-2-16,0 0 7 16,0 0 1-16,0 0 4 15,0 0 2-15,0 0 7 16,0 0 6-16,0 0-1 15,0 0-7-15,0 0 2 16,0 0 10-16,0 0-1 0,0 0 10 16,0 0-2-16,0 0-11 15,0 0-6-15,0 0-5 16,0 0-2-16,0-1-2 16,0 1 15-16,0 0 24 15,0-2 2-15,0 2 10 16,0 0-11-16,0 0-24 15,0 0-16-15,0-1-5 16,0 1 0-16,0 0 0 16,0 0-1-16,0 0-2 15,0 0-7-15,0 0-16 16,0 0-19-16,0 0-28 16,-2 3-33-16,-1 12 27 0,0-5-73 15</inkml:trace>
  <inkml:trace contextRef="#ctx0" brushRef="#br0" timeOffset="150491.44">13572 7149 506 0,'0'0'69'0,"0"0"-14"15,0 0 34-15,0 0-44 16,0 0-26-16,0 0-19 16,1 0-21-16,-1 0-29 15,1 0-14-15,3 5 13 16,1 4-76-16,10 2 25 16,5-2-33-16</inkml:trace>
  <inkml:trace contextRef="#ctx0" brushRef="#br0" timeOffset="150838.28">16594 7302 580 0,'0'0'70'16,"0"0"27"-16,0 0-36 0,0 0-39 15,0 0-16-15,0 0-6 16,11-11-10-16,-11 15-49 16,0 14-108-16,0 2 61 15,0-3-114-15</inkml:trace>
  <inkml:trace contextRef="#ctx0" brushRef="#br0" timeOffset="151130.7">20237 7490 247 0,'0'0'15'15,"0"0"-9"-15,0 0-6 0,0 0-5 16,0 0-28 0,0 0-12-16,-69 17-34 15,69-10 43-15</inkml:trace>
  <inkml:trace contextRef="#ctx0" brushRef="#br0" timeOffset="153032.04">9437 10696 420 0,'0'0'126'16,"0"0"-17"-16,0 0-60 16,0 0 3-16,41-73-24 15,-35 65 7-15,-5 3 12 16,1 1-3-16,-2 2-9 15,0 2-21-15,0 0-14 16,0 0 0-16,0 14-12 16,0 17 7-16,-11 10 3 15,-8 10 2-15,-3 2 0 16,-6 3 0-16,1-4-23 16,-3-4-17-16,4-6-21 0,2-9-31 15,10-14-66 1,9-13-248-16</inkml:trace>
  <inkml:trace contextRef="#ctx0" brushRef="#br0" timeOffset="153186.96">9604 10797 667 0,'0'0'100'15,"0"0"-46"-15,0 0-54 16,0 0-7-16,0 0-2 15,0 0-3-15,0 36-40 16,0-18-75-16,0-8-83 16</inkml:trace>
  <inkml:trace contextRef="#ctx0" brushRef="#br0" timeOffset="153396.04">9974 10604 697 0,'0'0'67'16,"0"0"31"-16,0 0-47 16,0 0-51-16,0 0-6 15,0 0 5-15,-32 100 0 16,11-37 1-16,-7 3-2 0,-4-2-20 16,4-6-42-16,8-15-58 15,12-16-70-15,8-20-236 16</inkml:trace>
  <inkml:trace contextRef="#ctx0" brushRef="#br0" timeOffset="153657.54">10163 10693 588 0,'0'0'123'16,"0"0"-6"-16,0 0-117 15,0 0-11-15,0 0 0 16,0 0 10-16,4 80 1 15,-4-34 3-15,4 3 0 16,7-3-2-16,4-7-1 0,1-6 1 16,-1-8 0-1,-5-7 3-15,-5-8-2 0,-4-6-2 16,-1-4 4-16,0 0 2 16,-1 0 4-16,-27 1-8 15,-13 2-2-15,-13-3-13 16,6 0-194-16,12-5-214 15</inkml:trace>
  <inkml:trace contextRef="#ctx0" brushRef="#br0" timeOffset="153852.89">10279 10657 670 0,'0'0'42'15,"0"0"-21"-15,0 0 25 16,0 0-45-16,0 0-1 16,0 0-5-16,100-19-46 15,-48 24-7-15,5 0-29 16,2-5-118-16</inkml:trace>
  <inkml:trace contextRef="#ctx0" brushRef="#br0" timeOffset="154099.82">10765 10469 733 0,'0'0'65'0,"0"0"-52"16,0 0-6-16,0 77-8 16,-5-12 2-16,-2 16 2 15,-8 9 10-15,0 6-9 16,-4-2 1-16,-3-12-2 15,2-11 1-15,0-14-4 16,-3-9 2-16,-5-9 0 16,-10-7-1-16,-8-6-1 15,-15-11-25-15,-8-15-131 16,7-3-257-16</inkml:trace>
  <inkml:trace contextRef="#ctx0" brushRef="#br0" timeOffset="154847.55">10932 10256 453 0,'0'0'47'0,"0"0"45"0,0 0-15 16,0 0-2-1,24-77-18-15,-14 59-16 16,2 0-15-16,4-2-12 0,3 4 11 15,11 4-20-15,0 3-2 16,11 4-3-16,-2 1 0 16,-2 4-3-16,-7 0-4 15,-8 9-30-15,-8 11-15 16,-11 4-14-16,-3 6 2 16,-15 0 7-16,-15 1 49 15,-4-6 8-15,-5-3 0 16,6 0 2-16,9-4 4 15,6 0-1-15,9 0-3 16,5 1 4-16,4 2 9 16,0 1-8-16,0 2 16 0,10 5 13 15,-1 1-25-15,-1 0-8 16,-6-1 1-16,-2-2-3 16,-2-2 2-16,-16-1-1 15,-6-1 4-15,-4-3-4 16,-2-2 0-16,-1-2 5 15,-1-6-4-15,2 2-2 16,8-3 7-16,7 0-8 16,10-3-21-16,5-4-124 15,10-2-207-15</inkml:trace>
  <inkml:trace contextRef="#ctx0" brushRef="#br0" timeOffset="155009.54">11322 10648 545 0,'0'0'119'0,"0"0"46"16,0 0-68-16,0 0-59 15,0 0-38-15,0 0-4 16,46-31-6-16,-14 31-32 16,10 2-28-16,7 5-84 15,0-4-115-15</inkml:trace>
  <inkml:trace contextRef="#ctx0" brushRef="#br0" timeOffset="155214.69">11154 10880 270 0,'0'0'101'0,"0"0"-18"16,0 0 22-16,0 0 0 15,0 0 6-15,135 25-83 16,-66-24-28-16,3 1-6 16,-1-2-131-16,-12 0-218 15</inkml:trace>
  <inkml:trace contextRef="#ctx0" brushRef="#br0" timeOffset="156162.35">3510 11903 320 0,'0'0'136'0,"0"0"-57"16,0 0-45-16,0 0-3 15,0 0 0-15,112 1 9 16,-51-5 8-16,11-7-13 16,8-1-12-16,8 1-20 15,-4 0-3-15,-5 5-47 16,-12 0-57-16,-15-1-77 15,-21-3-103-15</inkml:trace>
  <inkml:trace contextRef="#ctx0" brushRef="#br0" timeOffset="156344.04">3863 11901 219 0,'0'0'292'0,"0"0"-288"16,0 0 37-16,0 72-3 15,0-35-5-15,0 8-21 16,-4 9-5-16,-5 4-3 16,0 1-1-16,-3 0-3 15,-2-8-74-15,4-9-156 16</inkml:trace>
  <inkml:trace contextRef="#ctx0" brushRef="#br0" timeOffset="156779.93">4302 12042 585 0,'0'0'23'0,"0"0"114"16,0 0-60-16,0 0-40 16,0 0-37-16,0 0-2 15,3-39-5-15,-7 68 5 16,-4 7 1-16,2 10 0 15,-4 0 1-15,5 3 1 16,4-6-1-16,1-4-3 0,6-8-7 16,21-6-5-16,6-13-6 15,11-8-6-15,1-4 21 16,7-17 2-16,3-14 0 16,-1-12 4-16,-6-5 0 15,-9-4 22-15,-15 0 26 16,-10 4 8-16,-14 5-8 15,0 10-30-15,-18 13-18 16,-8 10 0-16,4 10-18 16,0 1 2-16,4 21-7 15,6 8 8-15,6 7 4 16,6 1 10-16,0-3 0 16,18-4 0-16,24-7-6 15,15-4-6-15,22-8-28 0,4-7-104 16,0-5-103-16</inkml:trace>
  <inkml:trace contextRef="#ctx0" brushRef="#br0" timeOffset="157211.76">4963 12283 629 0,'0'0'129'15,"0"0"-119"-15,0 0-7 0,0 0 53 16,0 0-15 0,0 0-16-16,70-12-9 0,-46 5-15 15,-2 0 0-15,-4 0-1 16,-5 4-8-16,-5 3-14 16,-6 0-13-16,-2 0-119 15,0 0 70-15,0 10 38 16,-1-2 33-16,-6 3 12 15,4-5 1-15,3 1 3 16,0 0 21-16,0 0 30 16,3 5 27-16,12 5 0 15,8 6-44-15,3 7-30 16,-4 1-4-16,-8 0 1 16,-11 0-4-16,-3-4 0 15,-5-4-3-15,-18-3 1 16,-4-2-1-16,4-8 3 0,2-2-4 15,9-5 3-15,2-3 1 16,9 0 2-16,1 0-2 16,0-4-4-16,13-12-157 15,18-6-452-15</inkml:trace>
  <inkml:trace contextRef="#ctx0" brushRef="#br0" timeOffset="157408.08">5518 12193 745 0,'0'0'125'15,"0"0"-90"-15,0 0-25 16,0 0-10-16,0 0-4 16,113-41-6-16,-53 36-2 15,5 1-14-15,-2 2-29 16,-3-1-86-16,-17 2-139 15</inkml:trace>
  <inkml:trace contextRef="#ctx0" brushRef="#br0" timeOffset="157571.92">5604 12254 651 0,'0'0'29'0,"0"0"-24"15,0 0-3-15,97 6-2 16,-40-5-10-16,4-1-75 16,8 0-276-16</inkml:trace>
  <inkml:trace contextRef="#ctx0" brushRef="#br0" timeOffset="158078.48">6442 11956 540 0,'0'0'133'16,"0"0"-14"-16,0 0-119 0,0 0-4 15,0 0 4 1,0 0-1-16,-31 78 1 0,19-44 1 15,8 3-1-15,4-1-1 16,0-6-2-16,7-5 0 16,22-8 3-16,11-3 0 15,3-4 4-15,-1 0-2 16,-5 1-2-16,-14 0-1 16,-7 0-1-16,-10 2 1 15,-6-1-6-15,0 0-2 16,-6 1 0-16,-16 1 9 15,-8 3 3-15,-6 2 1 16,-3 3-4-16,-4-1 0 0,1-5-102 16,9-8-201-1</inkml:trace>
  <inkml:trace contextRef="#ctx0" brushRef="#br0" timeOffset="158528.47">6668 11914 693 0,'0'0'59'0,"0"0"52"16,0 0-73-16,89-64-19 0,-56 58-6 16,3 5 1-16,-2 1-4 15,2 0-10-15,1 17 0 16,-6 4 1-16,-4 4-1 15,-11 5-15-15,-11 0-22 16,-5 1-3-16,0-2 14 16,-15 3 15-16,-1-2 11 15,1 3-2-15,6 3 2 16,7-3-5-16,2-2-19 16,17-9-22-16,23-14 8 15,11-8 38-15,12-5 3 16,-1-20 14-16,-4-7 3 15,-10-5 36-15,-9-3 2 16,-11 1 6-16,-10 1-39 16,-9 3 0-16,-6 2 0 0,-3 6-25 15,-9 8-3-15,-22 7-9 16,-17 9-34-16,-10 3-37 16,-3 13-16-16,7 15-31 15,17 1-96-15,19 0-141 16</inkml:trace>
  <inkml:trace contextRef="#ctx0" brushRef="#br0" timeOffset="158711.95">7513 12196 724 0,'0'0'104'0,"0"0"-103"16,0 0 1-16,0 0-4 15,0 0 4-15,-68 95-3 16,38-64 1-16,1 2-11 16,4 1-44-16,6-6-80 15,13-9-132-15</inkml:trace>
  <inkml:trace contextRef="#ctx0" brushRef="#br0" timeOffset="159409.9">7951 11981 821 0,'0'0'23'0,"0"0"15"0,0 0-38 16,0 0-18-16,0 0 16 16,0 0 2-16,-45 56-1 15,34-25 0-15,1 2 0 16,5 4-3-16,5 4 1 15,0-2-14-15,11-7-5 16,13-9-13-16,9-13 5 16,6-10 22-16,2 0 8 15,-2-16 2-15,-8-8 10 16,-9-6 39-16,-11-1-19 0,-5 0-5 16,-6 0-9-16,0 4-12 15,-6 6-6-15,-3 8 0 16,6 5 1-16,3 5-1 15,0 3-1-15,0 0-5 16,0 0-21-16,18 0-4 16,4 10 28-16,4 0 3 15,-3 4 0-15,-3 1-1 16,-7 2 0-16,-5 1-7 16,-7 2-35-16,-1 0 0 15,0-2 3-15,2 1 21 16,6-4-2-16,3-2 3 15,7-9 8-15,5-4 10 16,9-1 0-16,7-18 25 16,-2-6 60-16,-1-1-36 0,-6-1-6 15,-5 4-14-15,-8 5-6 16,-6 9-12-16,-6 3-5 16,-2 6-6-16,-1 0-2 15,-2 0-46-15,0 7 8 16,0 6 31-16,0 1 9 15,0-1 2-15,1-4-1 16,2-2 0-16,0-7 1 16,0 0 14-16,4 0 48 15,5-18-24-15,6-5-29 0,-1-3-2 16,-4-1-9 0,-9 3 0-16,-4 4-6 0,-11 4-1 15,-34 7-60-15,-25-2-101 16,-18 2-138-16</inkml:trace>
  <inkml:trace contextRef="#ctx0" brushRef="#br0" timeOffset="159837.58">9305 11673 663 0,'0'0'122'0,"0"0"-9"16,0 0-57-1,0 0-46-15,0 0-10 0,0 0-7 16,-107 45 3-16,68 28 4 15,1 11 0-15,10 7-6 16,10 4-33-16,18-1-30 16,0-5-6-16,29-16-75 15,17-24-66-15</inkml:trace>
  <inkml:trace contextRef="#ctx0" brushRef="#br0" timeOffset="160080.67">9515 11807 281 0,'0'0'360'16,"0"0"-183"-16,0 0-125 15,0 0-51-15,0 0-1 16,0 0-1-16,23 68 1 15,-32-21 3-15,-10 7 2 16,-4 4-5-16,5-7-17 16,9-7-114-16,9-21-97 15</inkml:trace>
  <inkml:trace contextRef="#ctx0" brushRef="#br0" timeOffset="160242.2">9809 11933 881 0,'0'0'82'16,"0"0"-65"-16,0 0-17 15,0 0-44-15,0 0 9 16,0 0-20-16,-9 75-77 16,9-61-63-16</inkml:trace>
  <inkml:trace contextRef="#ctx0" brushRef="#br0" timeOffset="160442.38">10119 11804 758 0,'0'0'123'16,"0"0"-91"-16,0 0-30 15,0 0-2-15,-60 82 0 16,28-35 0-16,-1 6-2 15,3 3-30-15,5-1-69 16,11-11-48-16,8-14-156 16</inkml:trace>
  <inkml:trace contextRef="#ctx0" brushRef="#br0" timeOffset="160743.44">10319 11877 740 0,'0'0'71'16,"0"0"-7"-16,0 0-64 16,0 0-3-16,0 0 0 15,0 0 3-15,9 70 1 16,-9-27-1-16,3-1 3 16,9 1-3-16,1-6-1 15,1-1-3-15,-4-5 2 16,-1-6-1-16,-4-3 2 15,-5-8 0-15,0-7-8 16,-7-2 9-16,-13-5 2 16,-7 0 5-16,-4 0-7 0,2 0 4 15,4-6-4-15,5 0 0 16,3-1-11-16,-1-5-102 16,8-5-141-16</inkml:trace>
  <inkml:trace contextRef="#ctx0" brushRef="#br0" timeOffset="160910.2">10355 11893 492 0,'0'0'285'16,"0"0"-178"-16,0 0-56 16,0 0-45-16,0 0-6 0,0 0-16 15,85-32-12-15,-44 46-25 16,6-3-80-16,7-8-124 15</inkml:trace>
  <inkml:trace contextRef="#ctx0" brushRef="#br0" timeOffset="161158.31">10887 11702 716 0,'0'0'118'0,"0"0"-99"15,0 0-19-15,0 0-5 16,20 88 5-16,-20-23 0 0,-12 13 0 16,-22 8 2-16,-14 4-2 15,-12-5 0-15,2-1 2 16,-2-8-2-16,7-7-4 16,6-11-43-16,3-13-1 15,8-12-49-15,4-18-48 16,7-10-64-16</inkml:trace>
  <inkml:trace contextRef="#ctx0" brushRef="#br0" timeOffset="162807.56">11217 11324 306 0,'0'0'199'0,"0"0"-86"15,0 0 36-15,0 0-59 16,0 0-48-16,0 0-31 16,43-64-10-16,-16 56 6 15,-2 2 6-15,-4 3 1 0,-6 3-5 16,0 0-6-16,-4 10-3 16,-4 19-4-16,-7 7-2 15,0 5-14-15,-16 3-4 16,-17-4 13-16,-7-3-3 15,1-6-3-15,4-8-4 16,11-7 8-16,13-11 13 16,6-2 0-16,5-3 0 15,0 0 6-15,0 0 34 16,0 0 26-16,16-5-32 0,19-8-32 16,16-4-2-16,10 3 0 15,3 2 0-15,-4 1-19 16,-4 5-21-16,-12 2-21 15,-14 1-69-15,-11 2-155 16</inkml:trace>
  <inkml:trace contextRef="#ctx0" brushRef="#br0" timeOffset="163190.4">11575 11947 682 0,'0'0'91'0,"0"0"-63"16,0 0-10-16,0 0-7 15,86 3 9-15,-39-3-14 16,9 0-6-16,4 0 0 15,3 7-30-15,-5 0-99 16,-16-2-46-16,-23-1-181 16</inkml:trace>
  <inkml:trace contextRef="#ctx0" brushRef="#br0" timeOffset="163362.09">11499 12109 337 0,'0'0'229'15,"0"0"-212"-15,0 0 21 16,0 0 28-16,0 0 22 0,118 21-54 16,-57-14-24-1,7 2-10-15,5 0 0 0,-5 1-98 16,-10-8-102-16,-18-2-192 16</inkml:trace>
  <inkml:trace contextRef="#ctx0" brushRef="#br0" timeOffset="164304.99">3673 12978 84 0,'0'0'107'16,"0"0"28"-16,0 0 33 15,0 0-20-15,0 0-38 16,0 0-31-16,-66-3-24 16,66 1-10-16,0 1-16 15,0 1-9-15,0 0-3 16,0 0-17-16,19 0-3 0,16 0 3 16,18 3-1-1,13 9 0-15,9 1-1 0,10-4-18 16,-5 1-26-16,-4-6-38 15,-19-4-110-15,-14 0-177 16</inkml:trace>
  <inkml:trace contextRef="#ctx0" brushRef="#br0" timeOffset="164487.76">3926 13029 753 0,'0'0'31'16,"0"0"-22"-16,0 0-7 15,0 72 14-15,6-31-1 16,3 10-8-16,0 7-3 0,-5 5-1 16,-4 2-3-16,0-2-5 15,-9-5-98-15,-1-12-77 16,10-14-222-16</inkml:trace>
  <inkml:trace contextRef="#ctx0" brushRef="#br0" timeOffset="164887.83">4478 13271 786 0,'0'0'69'15,"0"0"6"-15,0 0-42 0,0 0-33 16,0 0 0 0,0 0-7-16,3 9 3 0,-18 36 4 15,-4 5-2-15,1-3 2 16,4-2-8-16,10-4-8 15,4-4-20-15,9-7 1 16,22-9 15-16,15-13 5 16,8-8-25-16,9-14-16 15,4-22-12-15,-2-6 49 16,-5-8 19-16,-10-4 45 16,-12-4 28-16,-14-2 5 15,-12 2-18-15,-12 8-2 16,0 15-30-16,-6 16-14 15,-1 9-5-15,5 10-8 16,1 0-1-16,1 14-25 0,0 11 19 16,0 9 6-1,10 4-6-15,14-1 4 0,13-3-17 16,11-6-29-16,9-9-30 16,3-13-68-16,0-6-110 15</inkml:trace>
  <inkml:trace contextRef="#ctx0" brushRef="#br0" timeOffset="165253.78">5241 13447 840 0,'0'0'54'15,"0"0"-54"-15,0 0-4 16,0 0 2-16,0 0 2 15,-26 98 0-15,20-58 1 16,1 4 2-16,5 0-3 16,0-6 0-16,6-9-2 15,12-14-31-15,6-11 1 16,6-4 2-16,7-15 10 16,-1-18-11-16,0-7 13 15,-9-2 18-15,-12 1 32 16,-7 11 30-16,-7 11 7 15,-1 9 1-15,0 9-28 16,0 1-42-16,0 6-14 16,0 19-12-16,2 12 25 0,8 8 0 15,6 1-8-15,5-3-15 16,7-4-28-16,1-10-35 16,2-12-83-16,-1-16-202 15</inkml:trace>
  <inkml:trace contextRef="#ctx0" brushRef="#br0" timeOffset="165446.41">5941 13294 609 0,'0'0'224'0,"0"0"-197"15,0 0-27 1,0 0 0-16,87-11 5 0,-48 19-4 15,7 1 1-15,3 0-4 16,5-1-36-16,-7-1-120 16,-8-7-178-16</inkml:trace>
  <inkml:trace contextRef="#ctx0" brushRef="#br0" timeOffset="165613.62">5916 13459 650 0,'0'0'153'0,"0"0"-150"16,0 0-3-16,0 0 7 0,0 0 1 15,118 22-7-15,-60-19-1 16,9-3-122-16,3-1-216 16</inkml:trace>
  <inkml:trace contextRef="#ctx0" brushRef="#br0" timeOffset="166336.84">6936 12916 546 0,'0'0'304'0,"0"0"-254"16,0 0-50-16,0 0-20 16,-46 96 19-16,20-36 2 15,-2 8-1-15,3 5 3 16,4 2-3-16,8-1-2 15,11-8-19-15,2-11-50 16,15-16 19-16,22-17-13 16,11-20 55-16,9-2 10 0,2-24 9 15,-4-10-6-15,-10-4 12 16,-13-4 2-16,-15 3 7 16,-17 2-24-16,-4 5-1 15,-32 9-87-15,-4 7-207 16,4 6-34-16,12 5 329 15,20 2 58-15,4 1 146 16,13 2-157-16,24 0-36 16,14 0-2-16,14-1 17 15,9-5 10-15,-1-2 37 16,-13 1 2-16,-19 1-1 16,-22 3 17-16,-12 3-12 0,-7 0-77 15,0 11-2-15,-3 11-5 16,-15 8 5-16,-11 5 0 15,-3 4 5-15,0 3-3 16,4-1 0-16,12-4-2 16,13-6-4-16,3-7-26 15,28-17-6-15,21-7 36 16,11-12 13-16,7-21 15 16,-4-6-10-16,-8-4 5 15,-15-1-12-15,-13 3 23 16,-15 4 6-16,-12 3-10 15,-6 7-11-15,-30 10-19 16,-13 13-46-16,-6 4-156 0,10 10-23 16,12 8-170-16</inkml:trace>
  <inkml:trace contextRef="#ctx0" brushRef="#br0" timeOffset="168093.61">7824 13464 423 0,'0'0'146'16,"0"0"40"-16,0 0-98 15,0 0-28-15,0 0-25 16,0 0-33-16,0 0-2 15,13-25-5-15,-13 44 5 16,-7 9 0-16,-8 4 0 16,-9 8-13-16,-3 5-50 15,-7-5-49-15,-1-7-84 16</inkml:trace>
  <inkml:trace contextRef="#ctx0" brushRef="#br0" timeOffset="168767.35">8110 13155 723 0,'0'0'25'16,"0"0"62"-16,0 0-78 15,0 0-9-15,0 0-5 16,0 0 5-16,-6 44 1 15,-7-4 2-15,-1 4-3 16,-1 2 2-16,5-3-2 16,8-7 0-16,2-9-3 15,12-10-42-15,20-16 21 0,12-1 19 16,6-23 2 0,2-15-7-16,-6-5-1 0,-6-1 6 15,-7 3-10-15,-9 6 13 16,-4 8 2-16,0 7 7 15,-6 9 3-15,-3 8-2 16,-1 3-1-16,-1 0-7 16,-2 11-2-16,-3 9-3 15,-4 8 5-15,0 5 0 16,-4 2-2-16,-11 2-2 16,0-3-14-16,3-6-50 15,8-8 6-15,4-9-3 16,5-11 2-16,27 0 37 15,10-24 26-15,1-8 4 16,3-4 46-16,-8 0 38 0,-6 7-9 16,-8 7-29-16,-10 6 8 15,-3 7-8-15,-6 5-42 16,-4 4 1-16,2 0-9 16,2 2-25-16,7 13 1 15,6 2 22-15,3 3-1 16,4-3-13-16,-1-3-8 15,0-4-23-15,-3-6 8 16,-6-4 28-16,1 0 6 16,-2-16 5-16,-3-9 2 15,-8 1 13-15,-3-4 53 16,-1 3-12-16,-23 1-34 0,-9 4-22 16,-10 8-17-16,6 4-123 15,6 6-150-15</inkml:trace>
  <inkml:trace contextRef="#ctx0" brushRef="#br0" timeOffset="169050.1">9393 12796 826 0,'0'0'43'0,"0"0"25"0,0 0-49 16,0 0-19-16,0 0-2 15,-75 78 1-15,38-10 1 16,1 13 0-16,6 6 0 16,11 8-1-16,13-3-11 15,6-5-31-15,30-15-24 16,29-20-53-16,26-26-22 15,12-23-191-15</inkml:trace>
  <inkml:trace contextRef="#ctx0" brushRef="#br0" timeOffset="169371.18">9748 12969 840 0,'0'0'81'16,"0"0"-48"-16,0 0-33 15,0 0-3-15,0 0 1 16,0 0 2-16,-100 113 0 0,52-57 0 16,-4 8-1-16,8 2-20 15,6-6-14-15,13-9-43 16,13-12-54-16,12-19-16 16,0-19-213-16</inkml:trace>
  <inkml:trace contextRef="#ctx0" brushRef="#br0" timeOffset="169533.65">9805 13176 726 0,'0'0'96'0,"0"0"-76"16,0 0-20-16,0 0-14 15,0 0-19-15,0 0-74 16,-22 56-27-16,22-54-183 15</inkml:trace>
  <inkml:trace contextRef="#ctx0" brushRef="#br0" timeOffset="169744.37">10183 12968 809 0,'0'0'97'15,"0"0"-44"-15,0 0-53 0,0 0-3 16,-39 73 3 0,5-22-2-16,0 4 1 0,1 5-11 15,9 1-10-15,5-4-34 16,6-10-24-16,10-15-65 16,3-20-105-16</inkml:trace>
  <inkml:trace contextRef="#ctx0" brushRef="#br0" timeOffset="170065.83">10459 13014 768 0,'0'0'54'0,"0"0"4"16,0 0-58-16,0 0-11 0,0 0 6 15,0 0 4-15,-38 104 2 16,26-55-2-16,6-1 1 15,6-5-3-15,0-4-1 16,0-10 2-16,3-3 1 16,3-8 1-16,-1-5 1 15,-3-7-1-15,-2-3 1 16,0-3 0-16,0 0 2 16,0 0 0-16,-9 0-2 15,-12-1 7-15,-10-4-8 16,-7-1 0-16,0 3-7 15,3 1-29-15,8 2-81 16,7-6-79-16,15-8-257 0</inkml:trace>
  <inkml:trace contextRef="#ctx0" brushRef="#br0" timeOffset="170249.31">10483 13037 685 0,'0'0'53'15,"0"0"38"-15,0 0-60 16,0 0-26-16,61-72 0 16,-36 66-4-16,7 3 0 15,8 3-1-15,11 0 0 16,3 0-11-16,7 8-72 0,-4-7-127 16</inkml:trace>
  <inkml:trace contextRef="#ctx0" brushRef="#br0" timeOffset="170515.64">11046 12814 456 0,'0'0'394'16,"0"0"-356"-16,0 0-32 16,0 0-6-16,0 0 0 15,13 97 2-15,-13-33 0 16,-21 9-1-16,-18 5 0 15,-10 0 4-15,-9-2-3 16,-2-9-1-16,0-6-1 16,-1-10-14-16,3-5-42 0,4-14-18 15,5-8-19-15,13-14-13 16,13-10-62-16,18-3 128 16,5-19 32-16,3-7-96 15</inkml:trace>
  <inkml:trace contextRef="#ctx0" brushRef="#br0" timeOffset="170782.34">11377 12682 636 0,'0'0'29'15,"0"0"31"-15,85-79 3 16,-65 62-13-16,-5 5-18 16,-4 5 0-16,-8 7-4 15,-3 0-28-15,0 17-1 16,-12 19 1-16,-16 12 0 16,-11 10 3-16,-8 7-3 15,-3 3 0-15,4-2-51 16,5-11-80-16,11-15-189 15</inkml:trace>
  <inkml:trace contextRef="#ctx0" brushRef="#br0" timeOffset="171021.5">11499 13022 739 0,'0'0'44'16,"0"0"-13"-16,82-27-15 15,-51 25-3-15,7 2-13 16,3 0 1-16,-1 0-1 16,1 2-7-16,-5 5-36 0,-6 0-54 15,-10 1-47-15,-6-2-202 16</inkml:trace>
  <inkml:trace contextRef="#ctx0" brushRef="#br0" timeOffset="171208.31">11360 13225 707 0,'0'0'80'15,"0"0"-34"-15,0 0-5 16,0 0-25-16,0 0-7 15,94 0-1-15,-40 0-7 16,0 0-1-16,-5-6-24 16,-6-1-74-16,-4-3-84 0,-10-5-212 15</inkml:trace>
  <inkml:trace contextRef="#ctx0" brushRef="#br0" timeOffset="172230.74">3655 14300 429 0,'0'0'145'15,"0"0"-23"-15,0 0-6 16,0 0-65-16,0 0-5 0,0 0-18 16,-12-71 4-16,12 66-14 15,0 0-7-15,25 0-5 16,21 0-5-16,23 1 0 15,20 4-1-15,13 0 0 16,7 0-3-16,-1 0-33 16,-6 0-40-16,-17 0-59 15,-27-3-54-15,-27-4-216 16</inkml:trace>
  <inkml:trace contextRef="#ctx0" brushRef="#br0" timeOffset="172384.31">4156 14192 476 0,'0'0'142'16,"0"0"-95"-16,0 0-43 0,0 0 17 16,-17 88 28-16,17-40-7 15,0 10-15-15,9 6-17 16,-4 5-7-16,-2 4-3 16,-3 3-4-16,0-7-124 15,-6-15-92-15</inkml:trace>
  <inkml:trace contextRef="#ctx0" brushRef="#br0" timeOffset="172796.7">4432 14464 897 0,'0'0'71'0,"0"0"-29"16,0 0-42-16,0 0 0 15,0 0-3-15,0 0-2 16,71 87-6-16,-66-40-6 16,1 5-10-16,0-3-12 15,9-2-8-15,8-13 10 16,10-7-9-16,9-17-15 16,6-10 3-16,0 0-24 15,-2-27 58-15,-2-16 24 16,0-11 10-16,-7-5 26 15,-7-3 37-15,-13-1 38 0,-10 4-32 16,-7 3-20 0,-12 12-23-16,-12 14-18 0,0 15-11 15,-3 15-7-15,3 0-3 16,2 28 3-16,4 10 0 16,6 8-2-16,12 7 0 15,0 3-2-15,26 0-6 16,17-4-27-16,11-4-27 15,14-17-93-15,10-18-158 16</inkml:trace>
  <inkml:trace contextRef="#ctx0" brushRef="#br0" timeOffset="173096.49">5389 14827 805 0,'0'0'37'16,"0"0"-37"-16,0 0 0 16,0 0 2-16,-13 96 0 15,8-57-1-15,5-1 0 16,0-4 3-16,0-2-3 16,8-5 0-16,4-5 1 15,0-5 3-15,0-8-4 16,-8-4-1-16,-4-1-7 15,0-4-3-15,-22 0 8 16,-17 0 1-16,-10 0-22 0,-8 0-57 16,5 0-31-1,9 0-149-15,16 0-15 0</inkml:trace>
  <inkml:trace contextRef="#ctx0" brushRef="#br0" timeOffset="173283.62">5494 14776 263 0,'0'0'330'0,"0"0"-169"15,0 0-63-15,0 0-53 16,0 0-15-16,0 0-17 0,8-65-1 16,15 59-11-16,14-1-2 15,11 4-3-15,9 1-36 16,7-2-43-16,-3-6-138 15</inkml:trace>
  <inkml:trace contextRef="#ctx0" brushRef="#br0" timeOffset="173471.64">6101 14536 749 0,'0'0'104'0,"0"0"-84"15,0 0-16-15,0 0-3 16,0 0 2-16,0 0-1 16,107 14-2-16,-72-6 0 0,2 1-61 15,4-6-143-15,-8-3-327 16</inkml:trace>
  <inkml:trace contextRef="#ctx0" brushRef="#br0" timeOffset="173647.43">6034 14715 454 0,'0'0'39'15,"0"0"55"-15,0 0-36 0,0 0 38 16,94 62-39 0,-47-56-35-16,13-1-22 0,7 0 0 15,2-5-139-15,-1-10-212 16</inkml:trace>
  <inkml:trace contextRef="#ctx0" brushRef="#br0" timeOffset="173979.1">6872 14289 860 0,'0'0'64'15,"0"0"-38"-15,0 0-18 16,0 0-7-16,91-50-2 16,-49 63 2-16,5 17-1 15,-2 8 0-15,-3 6 0 16,-6 8-2-16,-13-2 2 15,-12 1-1-15,-11-3-2 16,0 0-1-16,-22 1-5 16,-13-3-19-16,-5 0-24 15,-9-17-58-15,4-12-104 16</inkml:trace>
  <inkml:trace contextRef="#ctx0" brushRef="#br0" timeOffset="174379.26">6847 14546 653 0,'0'0'91'0,"113"-29"-15"15,-37 21-36-15,11 4-9 16,8 1-14-16,2 1-6 16,-2 2-11-16,-14 0 2 15,-18 0 4-15,-22 0-6 16,-20 0 0-16,-12 0 0 15,-9 0-6-15,0 0-40 16,-9 6 16-16,-12 7 30 16,-4 2 1-16,4 6-1 0,8 2 1 15,4 0 0-15,9 6-1 16,0-2 0-16,0-2-2 16,10-3 2-16,10-11-15 15,3-9 12-15,6-2 3 16,-2-16 6-16,-5-13 6 15,-4-5 6-15,-6-3 1 16,-9-3-2-16,-3-2 7 16,-5-2-6-16,-23 3-7 15,-6 8-11-15,-5 15 0 16,9 14-6-16,12 4-70 16,14 18-96-16,4 10-5 0,12 1-121 15</inkml:trace>
  <inkml:trace contextRef="#ctx0" brushRef="#br0" timeOffset="174561">7865 14679 623 0,'0'0'161'16,"0"0"-62"-16,0 0-82 16,0 0-17-16,-50 75 1 15,20-32 0-15,3 1-1 16,-1 1-1-16,1-1-12 15,-3 1-32-15,3-8-49 16,6-9-67-16,11-14-274 0</inkml:trace>
  <inkml:trace contextRef="#ctx0" brushRef="#br0" timeOffset="175661.43">8212 14386 648 0,'0'0'30'0,"0"0"-14"15,0 0-11-15,0 0-2 16,0 0 1-16,0 0 11 0,10 69 11 16,-34-31 11-16,-3 2-15 15,0 3-11-15,3-1-7 16,7 2 2-16,8-1-5 15,7-11-1-15,2-9 0 16,5-15-6-16,23-8 6 16,11-11 6-16,7-21-1 15,-4-5-3-15,-5-4 2 16,-14 1 4-16,-6 1 13 16,-11 0-7-16,-6 2-5 15,0 3-1-15,-7 10-7 16,-1 7 0-16,4 8-1 15,0 5-1-15,4 3-1 16,0 1-10-16,-2 0-12 16,2 0 0-16,-3 2 22 0,-1 7 2 15,2-1 1-15,0 1-1 16,-1-3 0-16,2-2 1 16,-2 1-1-16,1-3 0 15,-2 0 0-15,0-1 0 16,2 0 0-16,-1-1 2 15,-1 0 3-15,2 0-2 16,1 0 0-16,-1 0 0 16,2 0-1-16,-3 0 7 15,3 0 1-15,-2 0-1 0,-1 0 6 16,-2 0-12 0,0 0 3-16,1 0-5 0,1 0 2 15,1 0 0-15,1 0-3 16,1 0-2-16,0 0 1 15,0 0-3-15,0 0-3 16,19 0-17-16,20 0 13 16,14 0-5-16,12 0-43 15,5 0-5-15,3 0 33 16,-8-2 5-16,-12-4 25 16,-20 1 1-16,-19 3 26 15,-12 1 92-15,-2 1-54 16,0 0-52-16,-16 1-12 15,-9 16 0-15,-6 7 0 16,0 4 3-16,4 5-3 0,3 0-6 16,7-1-5-16,11-3-30 15,6-7-26-15,0-7-11 16,22-11 26-16,9-4 52 16,7-12 1-16,-1-16 0 15,0-5 10-15,-6-1 17 16,-4-1 15-16,-1 3-25 15,-1 8-3-15,-1 6-13 16,-7 7 7-16,6 5 10 16,-5 6-9-16,2 0-8 15,-7 17 0-15,-3 8-2 16,-3 6 0-16,-7 5 3 0,0-2-1 16,0 2-2-1,0-5 5-15,-2-3-4 0,0-12-1 16,2-9 0-16,0-7 0 15,4-13 12-15,24-19 19 16,7-9-24-16,3-5 11 16,-6-1 2-16,-5 3 4 15,-9 2 9-15,-9 6-10 16,-9 9 2-16,0 3-15 16,-27 12-10-16,-19 4-8 15,-9 8-26-15,-9 0-14 16,3 20-61-16,6-1-156 15</inkml:trace>
  <inkml:trace contextRef="#ctx0" brushRef="#br0" timeOffset="177094.32">12169 8839 481 0,'0'0'48'15,"0"0"-1"-15,82-15-23 16,-50 30-20-16,6 18-2 15,-4 15-2-15,-5 27 0 16,-10 26-3-16,-13 23 3 16,-6 20 1-16,-20 6-1 15,-21 4 0-15,-10 0-5 16,-8 4-4-16,3 2 9 16,1-1 0-16,7 2 4 0,12-9-3 15,10-4 3-15,18-6-4 16,8-5 0-16,5 0 0 15,18 0 4-15,6-6-1 16,-4-7 1-16,-4-10 7 16,-6-8-4-16,-9-5 0 15,-6-6 0-15,0-4-4 16,0-6 0-16,0-8-1 16,-3-6-2-16,-3-8-4 15,0-9-11-15,4-7 7 16,-3-7 6-16,0-5 2 15,1 1-1-15,-1 1 1 16,-1 5 4-16,1 8 8 16,4 13-6-16,1 7-3 0,1 7 1 15,22 8-3-15,10 1 2 16,11 0 2-16,5-2-5 16,3-3 0-16,-5 0-8 15,-10-1-10-15,-14-2 13 16,-16-2-1-16,-7-5-1 15,-10-5 7-15,-16-7 23 16,0 2 51-16,-3 1-25 16,-1 3-18-16,-2 5 9 15,-4 4-20-15,-4 8-3 16,2 4-13-16,4 7-2 16,0 2 2-16,1 2-2 0,3-4-2 15,3-11-15-15,6-11-5 16,6-18 11-16,5-15 4 15,6-10 5-15,4-5 0 16,0-7-1-16,10-9 0 16,14-7-23-16,13 0-23 15,6-29-66-15,9-17-173 16</inkml:trace>
  <inkml:trace contextRef="#ctx0" brushRef="#br0" timeOffset="201520.14">13447 9503 581 0,'0'0'51'15,"0"0"-51"-15,0 0 0 16,0 84 21-16,0-45 37 15,-12 9 0-15,-3 6-9 16,-6 7-24-16,-1 6-5 16,1-1-12-16,4-8 3 15,3-12-10-15,5-15 0 16,3-14 3-16,4-9-3 16,1-6 3-16,1-2 3 15,0-8 46-15,0-20-4 0,4-17-49 16,17-13-38-1,-1-9-10-15,2-3 24 0,-6 0 24 16,-3 0-10 0,0 4 6-16,-2 6 0 0,2 9 2 15,3 12-4-15,-3 13 3 16,8 14 3-16,4 12-2 16,4 11 2-16,-1 20-1 15,-4 14 0-15,-5 8-1 16,-13 7-2-16,-6-4 3 15,0-7 0-15,-18-11 1 16,-4-10 2-16,-6-10-1 16,-4-6 2-16,-2-8 1 15,0-2 0-15,-3-2-4 16,-1 0 18-16,-2-3-13 0,7-4-5 16,12 2-11-16,19 0-64 15,4-3-178-15</inkml:trace>
  <inkml:trace contextRef="#ctx0" brushRef="#br0" timeOffset="201954.23">13852 9476 410 0,'0'0'441'16,"0"0"-351"-16,0 0-90 0,0 0-12 16,0 0 12-16,10 102 0 15,-3-43 2-15,3 8 0 16,-2-2 0-16,-2-6 0 16,0-6 0-16,0-10-1 15,1-11-1-15,4-13-2 16,8-13-16-16,12-6 18 15,10-21-2-15,8-17-9 16,-1-9-12-16,-7-6 18 16,-11-2 5-16,-16-1 5 15,-14-2 14-15,0 5 18 0,-11 10-16 16,-2 14 2-16,5 13 15 16,5 13-31-16,3 3-7 15,0 13-22-15,0 21-3 16,0 17 24-16,8 7 0 15,7 3 1-15,13-4-17 16,14-12-21-16,14-12-9 16,13-16-54-16,4-17-91 15</inkml:trace>
  <inkml:trace contextRef="#ctx0" brushRef="#br0" timeOffset="202517.56">14909 9465 810 0,'0'0'119'0,"0"0"-62"15,0 0-34-15,0 0-23 16,0 0-7-16,0 0-3 15,5 30 10-15,-5 6 0 16,2-2 0-16,0-2-10 16,-1-8-12-16,4-9-3 15,4-10 7-15,2-5 18 16,4 0 2-16,5-17 3 16,-5-9 2-16,-5-2 9 15,-10-2-1-15,0 1 5 16,-19 2-7-16,-13 3-10 0,-2 9 4 15,-2 14-7 1,-1 1 0-16,-2 32-2 0,2 15-4 16,4 13 3-16,3 6-5 15,6 4 1-15,6 0-10 16,10-1-20-16,8-10 2 16,37-12-7-16,27-14 4 15,21-14-43-15,18-18-136 16</inkml:trace>
  <inkml:trace contextRef="#ctx0" brushRef="#br0" timeOffset="202756.64">15577 9671 666 0,'0'0'86'16,"0"0"-14"-16,106-3-43 15,-62 3-7-15,4 0-18 16,3 0-4-16,4 8 0 16,-2 3-46-16,-4-4-121 15,-14-7-198-15</inkml:trace>
  <inkml:trace contextRef="#ctx0" brushRef="#br0" timeOffset="202936.8">15444 9851 628 0,'0'0'168'0,"0"0"-158"16,106 13 31-16,-50-6-14 15,7 0-10-15,6 3-17 16,3-4-27-16,1-6-231 16</inkml:trace>
  <inkml:trace contextRef="#ctx0" brushRef="#br0" timeOffset="203783.25">16731 9590 419 0,'0'0'219'0,"0"0"-54"16,0 0-97-16,0 0-31 15,38-81-4-15,-26 61-11 16,2 0-11-16,8-4-7 16,6 2-1-16,7 2-3 15,4 5-1-15,2 5-1 16,-2 7-12-16,-4 3-14 16,-7 2-25-16,-10 18-33 15,-13 5-54-15,-5 6 70 16,-14 2-16-16,-12-1 21 15,0-4 23-15,8-6 42 0,4-3 29 16,7-5 24-16,4-1 23 16,3-1-28-16,0 1 16 15,2 5 29-15,13 7-41 16,10 7-34-16,5 4-15 16,1 3-2-16,-4-1 5 15,-8-9-5-15,-8-4-1 16,-8-6 0-16,-3-5-1 15,0-3-12-15,-19 0 9 16,-5-5-10-16,-6-3 0 16,-7-3 8-16,-4 0 4 15,-2-3 4-15,-5-12 14 16,5-1 21-16,10 2-4 0,11 3-7 16,16 6-26-16,6 5-9 15,17-6-234-15,24-5-310 16</inkml:trace>
  <inkml:trace contextRef="#ctx0" brushRef="#br0" timeOffset="204025.52">17512 9405 820 0,'0'0'77'0,"0"0"0"15,0 0-38 1,0 0-4-16,0 0-31 0,0 0-4 16,-2-6-19-16,-2 52 17 15,-9 20 2-15,-4 8 0 16,-6 4 0-16,4-8-5 16,1-4-16-16,3-9-3 15,2-6-31-15,5-16-123 16,5-15-271-16</inkml:trace>
  <inkml:trace contextRef="#ctx0" brushRef="#br0" timeOffset="204615.12">18056 9626 602 0,'0'0'132'16,"0"0"-44"-16,0 0-42 15,0 0-13-15,82-58-10 16,-73 46 0-16,1-4-9 16,-5 2-4-16,-4-1-4 15,-1-1-6-15,0 0-8 16,-19 4-31-16,-9 3-9 0,-5 8 4 15,-5 1 1-15,2 0 20 16,5 15 16-16,3 7 3 16,4 4-2-16,3 7 6 15,6 7 34-15,4 8-10 16,8 10-8-16,3 0-8 16,7 3-3-16,14-4-1 15,1-10-3-15,-4-8 3 16,-9-13-4-16,-8-9 3 15,-1-5-2-15,0-7 1 16,-7-2 3-16,-14-3-2 16,-9 0 4-16,-3-15-2 15,-1-7-3-15,3-3 1 16,2-1 32-16,4-2-6 16,4 5-9-16,11 2-8 0,7-1-6 15,6 2-6-15,30-3 0 16,14-4-3-16,16-5 3 15,9 2-1-15,3-3-6 16,0 5 7-16,-6 1-1 16,-8 5 0-16,-12 3-32 15,-10 2-57-15,-17-3-107 16,-18 4-341-16</inkml:trace>
  <inkml:trace contextRef="#ctx0" brushRef="#br0" timeOffset="204789.03">17992 9753 828 0,'0'0'49'0,"0"0"37"15,0 0-67-15,0 0-19 16,0 0-32-16,0 0-219 15,-11 30 71-15</inkml:trace>
  <inkml:trace contextRef="#ctx0" brushRef="#br0" timeOffset="206546.99">2806 8961 519 0,'0'0'80'16,"0"0"28"-16,-88-14-107 15,43 21 1-15,-4 15-3 16,1 2 1-16,11 7-2 15,12 6-3-15,8 12 0 16,11 10-2-16,6 9 1 16,3 7-7-16,21 5 7 15,15 5-13-15,7-2 1 16,9 1 12-16,0-9 5 0,-7-1-5 16,-5-5 4-16,-11-2 2 15,-17-4 0-15,-10-5 0 16,-5 0 0-16,-22 6 4 15,-21 5 4-15,-16 4 4 16,-16 2-5-16,-10-2 4 16,-3-6-9-16,4-3-1 15,7-7 0-15,11-10-1 16,20-5 3-16,18-13-3 16,20-7-3-16,8-6-18 15,16-5 21-15,22-3 0 16,13-4 8-16,8-4 12 0,2 3 9 15,-4 4-1 1,-2 2-15-16,-9 8 3 0,-11 5-15 16,-12 6-1-16,-15 7 0 15,-8 9-3-15,0 11 5 16,-22 12-2-16,-8 11 0 16,-6 10 2-16,3 12-1 15,3 4 0-15,5 7 3 16,7 1 4-16,6 2 1 15,8 0-2-15,4 3-2 16,0-1 1-16,10 3-3 16,5 10-1-16,0 6-1 15,-3 3 4-15,-2 14-5 16,-2 0 6-16,-1 3-2 16,-1-1-3-16,6-15-1 0,9-10 0 15,9-14-1-15,6-6-10 16,1-10-17-16,0-9 24 15,2-8 4-15,-3-14 0 16,0-8 2-16,1-4 16 16,1-7 7-16,9-2 3 15,8-7-19-15,12-6-4 16,9-10-2-16,2-10-3 16,2-10-20-16,-11-4-17 15,-5 0 6-15,-10-2 12 16,-12-8 16-16,-5 2-42 15,-10 0-24-15,-11 2-207 0</inkml:trace>
  <inkml:trace contextRef="#ctx0" brushRef="#br0" timeOffset="212004.23">18287 10040 599 0,'0'0'176'0,"0"0"-97"15,0 0-60-15,0 0-19 16,0 0 0-16,0 0-4 16,0 0-2-16,3 17 2 15,-3 5 4-15,-9 5 0 16,-13 7 0-16,-5 5 0 16,-4 4-54-16,-4-4-107 0,2-9-227 15</inkml:trace>
  <inkml:trace contextRef="#ctx0" brushRef="#br0" timeOffset="212657.41">18742 9571 826 0,'0'0'93'0,"0"0"-35"15,0 0-52-15,0 0-6 16,0 0-6-16,0 0 1 15,17 58 5-15,-10-17 1 16,-3 4-1-16,-2 5 0 16,-2-2 0-16,1-6-1 15,4-5-26-15,0-12-3 16,8-10-7-16,2-8 18 16,7-7 8-16,8-9 7 15,4-18-21-15,3-10-36 16,-2-4 61-16,-8-1 20 15,-10 2 41-15,-6 7 0 0,-5 8-1 16,-3 8-1-16,-1 10-28 16,-2 7-23-16,0 2-8 15,0 22-36-15,0 15 29 16,0 9 6-16,0 13-6 16,0 4-7-16,0 0-10 15,4-4-30-15,0-15-68 16,1-17-205-16</inkml:trace>
  <inkml:trace contextRef="#ctx0" brushRef="#br0" timeOffset="213356.93">19263 9723 568 0,'0'0'197'0,"0"0"-84"15,0 0-32-15,0 0-36 16,0 0-24-16,0 0-14 15,38-58 4-15,-14 52-11 16,5 0-2-16,3 2 2 16,3 3 0-16,-2 1-4 15,-8 0-5-15,-7 0-6 0,-9 3-8 16,-9 11-19 0,0 0-5-16,-12 3 1 0,-15-1 1 15,-8 1-11-15,-1-1 32 16,10-4 23-16,5 0-3 15,12 4 4-15,3 0 0 16,6 7 0-16,0 4 4 16,0 3 4-16,15 4 3 15,0 2-4-15,4-1-2 16,1-1-4-16,-5-4 1 16,-7-8 2-16,-3-5-3 15,-5-5-1-15,0-4 1 16,-10 1 1-16,-11-1-2 15,-6-2-14-15,-3-1-4 0,-1-5 2 16,-1 0-11-16,2 0 4 16,4-8 20-16,13-1 2 15,13-2-4-15,4-5-203 16</inkml:trace>
  <inkml:trace contextRef="#ctx0" brushRef="#br0" timeOffset="213673.3">19795 9745 785 0,'0'0'116'0,"0"0"-57"16,0 0-59-16,0 0-10 15,0 0 10-15,-13 93 0 16,13-41 0-16,0-1-1 15,23-6-6-15,13-15-18 16,11-15 10-16,3-13 15 16,1-2-2-16,-6-24 1 15,-7-10 1-15,-8-2 4 16,-13-3 4-16,-10 0 12 16,-7 2-6-16,-7-1 11 15,-26 1-16-15,-19 9-5 16,-9 14-4-16,1 14-15 0,14 5-136 15,16 16-345-15</inkml:trace>
  <inkml:trace contextRef="#ctx0" brushRef="#br0" timeOffset="214456.15">16803 10219 419 0,'0'0'161'15,"0"0"-75"-15,0 0 28 16,0 0-65-16,0 0-12 16,0 0-10-16,-57-67 12 15,57 67-11-15,0 0-21 0,8 0-7 16,42 0-7-16,41 9 7 16,49 8 0-16,41 4 4 15,27 4 5-15,17 2-9 16,15-1 2-16,10-6-5 15,13 1 3-15,13-3 0 16,-2 1 3-16,-5-2-3 16,-14-8-3-16,-23-4 0 15,-30-5 0-15,-38 0 3 16,-46 0 3-16,-39-10 2 16,-33 3 4-16,-26 2-1 15,-13 1 9-15,-7-1 7 16,0-2-19-16,-10-1-5 0,-14 4-3 15,-10 4-2 1,-7 3-31-16,2 21-10 0,6-1-100 16,11-4-252-16</inkml:trace>
  <inkml:trace contextRef="#ctx0" brushRef="#br0" timeOffset="214615.5">20323 10444 855 0,'0'0'85'16,"0"0"-21"-16,0 0-31 0,0 0-33 15,0 0-5-15,0 0-67 16,-21-24-142 0,-1 41-36-16</inkml:trace>
  <inkml:trace contextRef="#ctx0" brushRef="#br0" timeOffset="-213425.14">17639 10998 597 0,'0'0'113'0,"0"0"36"16,0 0-70-16,0 0-39 16,0 0-13-16,0 0-18 15,0-36-9-15,0 38-4 16,0 23-2-16,-7 11 5 16,-6 15 1-16,-9 10 0 15,-4 6 0-15,-1 1 0 16,0-2-14-16,5-6-7 15,0-8-40-15,7-15-34 16,3-13-87-16,4-15-251 16</inkml:trace>
  <inkml:trace contextRef="#ctx0" brushRef="#br0" timeOffset="-213194.74">17932 11042 769 0,'0'0'91'16,"0"0"-89"-16,0 0-2 0,0 0 0 16,-2 104 2-1,-6-49 0-15,-6 7 6 0,1 5-7 16,-2-5-1-1,1-9-5-15,2-12-126 0,-2-20-128 16</inkml:trace>
  <inkml:trace contextRef="#ctx0" brushRef="#br0" timeOffset="-213008.58">17740 11280 785 0,'0'0'59'0,"0"0"28"16,0 0-69-16,86-32-13 16,-46 32 5-16,8 0 5 15,5 0-14-15,3 5-1 0,7 8-23 16,1-10-71-16,0-3-181 16</inkml:trace>
  <inkml:trace contextRef="#ctx0" brushRef="#br0" timeOffset="-212376.47">18551 11035 54 0,'0'0'855'0,"0"0"-774"15,0 0-67-15,0 0-14 16,0 0-9-16,0 0 7 16,-48 116 2-16,12-38 0 15,-2-2 0-15,1-8 0 16,17-16-1-16,7-21-12 16,8-15 3-16,5-10 10 15,0-6-3-15,2-10 3 16,22-24 3-16,7-17-3 15,6-8-6-15,-1-2 1 16,-3 5-18-16,-5 8-40 16,-1 8-8-16,-3 8-46 0,-3 9 84 15,-5 7 33-15,-4 12 27 16,-5 4 40-16,-2 7-67 16,-2 20 0-16,-3 7 7 15,0 10 16-15,0 2-11 16,0 0-4-16,0-8-3 15,8-10-1-15,3-10-2 16,1-12 0-16,3-6-2 16,0-8-10-16,7-18-34 15,5-9 2-15,2-4 34 16,-4 3-2-16,1-1 10 16,-4 3 0-16,-1 7 1 15,-2 2-1-15,-1 8 13 16,-6 7-4-16,-6 9 69 15,-5 1-40-15,-1 5-38 0,0 21-4 16,-10 10 2 0,-11 7 2-16,-7 6 0 0,-1 1 2 15,1-4-1-15,6 0-1 16,7-11-76-16,4-11-67 16,9-14-356-16</inkml:trace>
  <inkml:trace contextRef="#ctx0" brushRef="#br0" timeOffset="-212167.46">19054 11040 861 0,'0'0'96'16,"0"0"-80"-16,0 0-16 15,0 0-4-15,0 0 1 16,-22 92 3-16,9-37 3 15,4 4-1-15,2-2-2 16,6-4-15-16,1-4-35 16,0-15-95-16,0-15-234 15</inkml:trace>
  <inkml:trace contextRef="#ctx0" brushRef="#br0" timeOffset="-211626.49">19286 11135 860 0,'0'0'17'15,"0"0"-4"-15,0 0-13 16,0 0 0-16,0 0 0 16,-7 103 8-16,-2-59 5 15,-1-1-4-15,2-4 0 16,1-9-5-16,2-13 0 15,4-10-3-15,-1-6 1 16,2-1 0-16,0-6 5 16,0-22-7-16,15-13-14 15,6-7-41-15,7-5-67 16,2 3-4-16,0 4-57 0,1 6-24 16,-1 9 207-16,-4 11 41 15,-7 7 117-15,-4 9-87 16,-5 4-23-16,-5 5-48 15,-5 15 0-15,0 6 0 16,0 1 0-16,-9-1 2 16,-6-1-2-16,-2-6-11 15,3-4-6-15,0-5-24 16,5-5 17-16,2-5 24 16,-4 0 50-16,1-3 42 15,1-9 26-15,1 4 18 16,7 3-50-16,-1 5-56 15,2 0-30-15,0 3-4 0,0 16-11 16,2 9 15-16,7 8 0 16,0 2 0-16,1 1-2 15,1-1-5-15,-2-1-38 16,1-9-30-16,2-8-117 16,3-12-226-16</inkml:trace>
  <inkml:trace contextRef="#ctx0" brushRef="#br0" timeOffset="-211076.69">19780 11112 844 0,'0'0'15'0,"0"0"-14"15,0 0-1-15,0 0 0 16,-55 73 9-16,30-28 4 15,1 10-1-15,5-1 1 16,9-1-10-16,9-10 3 16,1-11 0-16,0-13-4 15,0-11 1-15,0-2-1 16,0-6-1-16,1-11 12 16,8-24-13-16,2-16-33 15,2-8-25-15,-4 2-18 16,3 3-15-16,6 6 0 0,7 3-144 15,10 8-36-15,3 5 271 16,3 12 21-16,-3 9 67 16,-6 11 40-16,-8 0-26 15,-11 10-41-15,-7 11-25 16,-6 1-8-16,0-1-19 16,-13 0 4-16,-11-2 19 15,-6-1-23-15,-1-5-4 16,2-2-1-16,7-5-1 15,7-1 0-15,6-2-1 16,3-1 5-16,5 1-3 16,1 1-4-16,0 6 2 15,0 4 3-15,0 9 0 16,4 7 7-16,9 6 0 0,11 4-4 16,6-2-1-16,3-6 7 15,0-10-10-15,-5-6 0 16,-5-9-4-16,-1-7-75 15,-3 0-184-15</inkml:trace>
  <inkml:trace contextRef="#ctx0" brushRef="#br0" timeOffset="-210827.82">20299 10946 725 0,'0'0'16'0,"0"0"-15"16,0 0 26-16,29 104 13 16,-28-35 2-16,-1 14-5 15,0 13-14-15,-4 3-7 16,-16 1-8-16,-11-7-3 16,-9-7-3-16,-9-14 1 15,-10-10-3-15,-5-12-7 16,-19-14-31-16,-19-16-52 15,-18-20-242-15</inkml:trace>
  <inkml:trace contextRef="#ctx0" brushRef="#br0" timeOffset="-210279.26">17525 10800 301 0,'0'0'299'0,"0"0"-255"16,-85-7 50-16,55 30-21 15,3 16-40-15,0 20 7 16,1 19 8-16,4 18-24 15,2 22-12-15,9 8-9 16,8-2-2-16,3-8-1 16,20-24-30-16,19-21-47 15,16-26-131-15,19-23-289 16</inkml:trace>
  <inkml:trace contextRef="#ctx0" brushRef="#br0" timeOffset="-209213.52">20698 10703 498 0,'0'0'119'0,"0"0"18"16,0 0-81-16,0 0-49 15,0 0-7-15,0 0 4 16,-63 90 2-16,52-49-5 16,7-2 1-16,4-4-2 15,0-10-3-15,7-6-11 16,11-10-8-16,0-6-16 15,4-3 4-15,1-7 17 0,-4-12-15 16,-1-2 19-16,-9 1 13 16,-3 3 25-16,-6 8 30 15,1 5 9-15,1 4-37 16,2 0-27-16,1 13-4 16,-2 10 2-16,-2 9 1 15,-1 1 0-15,0 2 0 16,0-2 1-16,0-5 1 15,0-7 0-15,-4-5 0 16,-2-5 5-16,-4-1 0 16,-5-5-2-16,-5 0 9 15,-6-3 0-15,-3-2-3 0,-4 0-2 16,-1-9-4-16,4-2 0 16,5 1-4-16,10 4-10 15,10 1-60-15,5 2-60 16,0-4-286-16</inkml:trace>
  <inkml:trace contextRef="#ctx0" brushRef="#br0" timeOffset="-208951.63">20715 10669 585 0,'0'0'107'15,"0"0"-39"-15,0 0-24 16,87-12-6-16,-42 12-11 16,4-2-12-16,4 1-2 15,0-1-12-15,0 2-1 16,1 0-12-16,-6 0-30 15,-9 0-140-15,-14-7-80 16</inkml:trace>
  <inkml:trace contextRef="#ctx0" brushRef="#br0" timeOffset="-208749.04">21133 10710 20 0,'0'0'616'0,"0"0"-439"16,0 0-74-16,0 0-37 15,0 0-42-15,0 0 5 16,0-20-29-16,0 20-9 16,0 4-108-16,-9 0-171 15</inkml:trace>
  <inkml:trace contextRef="#ctx0" brushRef="#br0" timeOffset="-207352.73">13182 9532 276 0,'0'0'103'16,"0"0"7"-16,0 0-58 15,0 0 30-15,0 0-4 16,0 0-29-16,62-67-3 16,-35 47-13-16,1 3 0 15,-1 3-6-15,2 3-25 0,-3 7-2 16,-2 2-3-16,-3 2-31 16,-4 0-47-16,-7 9-44 15,-3 3-81-15,-7-5-43 16</inkml:trace>
  <inkml:trace contextRef="#ctx0" brushRef="#br0" timeOffset="-207201.89">13347 9512 371 0,'0'0'145'0,"0"0"-55"0,0 0-85 16,0 0-5-1,0 0-100-15,0 0-204 0</inkml:trace>
  <inkml:trace contextRef="#ctx0" brushRef="#br0" timeOffset="-204750.5">3845 6392 213 0,'0'0'35'0,"0"0"56"16,0 0-26-16,0 0 11 16,-13-82-37-16,10 64-18 15,-1-2 39-15,-2 0-33 16,0 2 35-16,-2-1-34 0,-3-1-20 15,-5-1 9 1,-7 1-14-16,-3-1-3 0,-8-1 1 16,-3 1-1-16,-11 1 0 15,-7 0-1-15,-6 3 0 16,-1 0-10-16,1 1 5 16,6 0 5-16,1 0 0 15,2 1 0-15,3-1 1 16,0 1 0-16,7-2 5 15,0 3 14-15,0 0-13 16,-1 3 9-16,3 1-12 16,6 1 1-16,1 1 9 0,3-3 1 15,2 4-3 1,1-1-7-16,3-1-4 0,3 1 3 16,-4 1-3-16,7 2 3 15,1 0-3-15,-2 0 1 16,0 1-1-16,-11 2 0 15,0 1 0-15,-6 1 0 16,-1 0 0-16,1 0-4 16,0 4 4-16,-1 7 0 15,-2-1 0-15,0 4-1 16,2-1 0-16,0 0 1 16,7 0 0-16,0-1 0 15,3 0-1-15,6-4 1 16,-1 1-1-16,1 0 1 0,-3-1 0 15,-4 4 0-15,-2 0 2 16,0-2-2-16,-3 3 0 16,-1 1 0-16,-6 0 0 15,1 0 0-15,3 1 0 16,0 3-3-16,1 0 3 16,2 2-2-16,9-1 2 15,0-2 0-15,3 0-3 16,-1-2 3-16,1 2 0 15,-1-2 0-15,-3 4 0 16,-1 1-1-16,1-1 1 16,-8 4 0-16,0-1-1 15,-1 4 0-15,2-1 1 0,-2 4 0 16,3 0 0-16,-2 0 0 16,0 6 0-16,3 0 0 15,-3 0 0-15,-1 5 1 16,0-1-1-16,1 4 0 15,5-1 1-15,2 1 0 16,5 1 0-16,4 6 3 16,0 5-3-16,2 4 1 15,0 1-1-15,2 1 3 16,1-3 3-16,1 0-4 16,3 1-3-16,3 3 2 15,5 1-1-15,0-2 1 16,0-3 1-16,9-1-3 0,9-3 0 15,6-4 2 1,1 2-2-16,8-5 0 0,2 1 0 16,9 0 0-16,5-1 1 15,8-3 0-15,7-2 0 16,13-1 0-16,12-6 2 16,9-6-1-16,5-5-2 15,4-11-1-15,4-7 0 16,-1-6 0-16,3 0-1 15,-7-4-16-15,-7-6 13 16,-1 4 5-16,-11 3 1 16,2-1-1-16,-5 3-4 0,-2-1 3 15,-6-4-3-15,1-2-3 16,0-4 6-16,0-5 1 16,3-2-36-16,-6-1 36 15,-4-2 0-15,-4-3 2 16,-1-6 1-16,2-2 0 15,5-5 3-15,2 0 9 16,-6-3 1-16,2 2 1 16,-9-1-13-16,-1-2-3 15,7 1 3-15,-4-5-4 16,-1-6 0-16,-7-4 0 16,-9-3 0-16,-8-5 3 15,-9 0 10-15,-3-4 2 16,-6 1 7-16,-4-2-6 0,-4-1 1 15,-8 2 6-15,-4 2-8 16,0 4-4-16,-12 6 0 16,-3 1-7-16,-3 2 0 15,-4 3 0-15,1 2 2 16,-6 3 5-16,-3 6-8 16,2 1-3-16,-2 6 2 15,6 4-2-15,2 1 3 16,1 1-2-16,0 1 12 15,3 0-11-15,2 1-1 16,-2 3-1-16,9 6 0 16,0 2-1-16,-1 6 1 15,1 7-2-15,-11 0-20 0,-9 27-106 16,-7 3-99-16,3-8-252 16</inkml:trace>
  <inkml:trace contextRef="#ctx0" brushRef="#br0" timeOffset="-204607.43">3962 6261 690 0,'0'0'25'0,"0"0"-1"15,0 0-24-15,0 0-310 16</inkml:trace>
  <inkml:trace contextRef="#ctx0" brushRef="#br0" timeOffset="-203100.08">13369 12093 417 0,'0'0'110'16,"0"0"22"-16,0 0 0 0,0 0-64 15,0 0-28-15,0 0-4 16,0 0-9-16,0-39-9 15,0 39-18-15,0 0-2 16,0 8-5-16,0 15 7 16,-4 10-2-16,-9 9 2 15,-6 5 2-15,-2 6 0 16,1 0-1-16,-1 3 2 16,0-2-3-16,5 1-29 15,4-7-62-15,6-10-95 16,6-19-179-16</inkml:trace>
  <inkml:trace contextRef="#ctx0" brushRef="#br0" timeOffset="-202334.67">13606 12209 590 0,'0'0'51'0,"0"0"-50"16,0 0 5-16,0 0 18 0,0 0 48 15,-2 93-24-15,0-56-24 16,2 4-10-16,0 5-9 16,0 3 2-16,0-8-6 15,6-9 4-15,9-10-3 16,6-13-1-16,6-9 2 15,-2 0-2-15,-1-23 0 16,0-10 2-16,-7-6-2 16,-6-4 0-16,-6-5 11 15,-5 5 12-15,0 1-4 16,-14 5 1-16,-5 6-18 16,1 9-1-16,1 5-2 15,7 5-2-15,1 5-1 16,5 2-9-16,2 4 8 15,2 0 4-15,0 1-1 0,0 0-2 16,0 0-21-16,0-2 2 16,0 1 3-16,5-1-7 15,3-1 23-15,1-1 3 16,-1 3 1-16,8-1 4 16,5 0 5-16,9 2-10 15,10 0 6-15,5 0-6 16,4 0 2-16,-4 7-2 15,-5 3-1-15,-9 2 1 16,-12 5-1-16,-8 2 0 16,-8 4-1-16,-3 2 1 15,-1 3-2-15,-20 5 3 0,-4 1 0 16,-2 5 4-16,0 0-3 16,6-1 1-16,6-4 2 15,9-5-1-15,6-10-2 16,6-10-1-16,29-9 0 15,11-3-2-15,10-27-17 16,1-9 3-16,-11-4 13 16,-10-6 3-16,-13 6 22 15,-14-1 11-15,-9 4 5 16,0 5-6-16,-22 9-23 16,-12 9-9-16,-7 10-17 15,0 7-40-15,5 4-20 16,8 22-38-16,6 2-56 15,8 2-249-15</inkml:trace>
  <inkml:trace contextRef="#ctx0" brushRef="#br0" timeOffset="-202132.62">14356 12455 618 0,'0'0'147'0,"0"0"-147"15,0 0 0-15,0 0 14 16,-38 95 31-16,11-52-26 16,2-2-12-16,4-4-3 0,0-3-4 15,6-6-7-15,2-6-84 16,5-12-63-16,8-10-237 16</inkml:trace>
  <inkml:trace contextRef="#ctx0" brushRef="#br0" timeOffset="-201087.87">14695 12233 684 0,'0'0'26'15,"0"0"-26"-15,0 0 4 0,0 0 9 16,0 0 1-1,-60 77-2-15,59-51 13 0,1 4-2 16,0 1 2-16,0 5-16 16,0-2-5-16,0-6 0 15,8-8-3-15,1-9 2 16,1-9 1-16,5-2-2 16,0-13 2-16,1-13 2 15,-2-5-4-15,-4-4 22 16,-8 0-6-16,-2 2-9 15,0 4 4-15,-14 2-11 16,-1 6-1-16,-2 5-1 16,6 6-6-16,2 5-2 15,2 2 8-15,4 3-1 0,0 0 0 16,1 0 0-16,2 0 1 16,0 0 0-16,0 0 1 15,0 0 1-15,0 0 2 16,0 0 5-16,0 0 0 15,-1-1-1-15,-2-2 1 16,0 0-4-16,-2-1-4 16,-1 1 0-16,-3 0-1 15,3 0 0-15,2 2 0 16,-1 1 0-16,2 0 2 16,0 0-2-16,3 0 0 15,0 0 2-15,0 0-2 16,0 0 0-16,3 0-4 0,17 0 2 15,14 0 2-15,6 3 2 16,5 1-2-16,4 3-2 16,5-3-1-16,5-1-14 15,0-3 8-15,-4 0 1 16,-8 0 4-16,-12-1 4 16,-14-5 0-16,-11-1 0 15,-7 5 1-15,-3 2-2 16,0 0 1-16,-18 0-1 15,-9 13-1-15,-4 8-1 16,3 3 0-16,3 5 2 16,8-3 0-16,7-1 0 0,4-3 1 15,6-5-1 1,0-8-4-16,3-1-5 0,19-8 10 16,1 0-4-16,5-1 4 15,-1-15-18-15,1-3 13 16,-1-1 0-16,-8 2 5 15,-7 6 2-15,-4 3-1 16,-5 4 25-16,-2 5-14 16,2 0-12-16,3 0-6 15,1 11 3-15,7 7 3 16,8 4 0-16,7 5 1 16,10-6-1-16,4-8 0 15,-1-6 0-15,0-7 0 16,-6-5-1-16,-1-15 2 15,-5-4-1-15,-7-4 0 0,-10-1-4 16,-13-3 4-16,-1-2 0 16,-28 0 1-16,-15 0-1 15,-6 6-1-15,-4 9 1 16,8 8-15-16,11 11-5 16,11 7-15-16,8 22-48 15,4 10-5-15,5 1-72 16,7-7-115-16</inkml:trace>
  <inkml:trace contextRef="#ctx0" brushRef="#br0" timeOffset="-200859.54">16103 12293 710 0,'0'0'115'16,"0"0"-52"-16,0 0-50 15,0 0-5-15,0 0-6 16,90-26-2-16,-53 26 0 16,7 5-25-16,5 8-49 15,1-5-85-15,-6-4-253 16</inkml:trace>
  <inkml:trace contextRef="#ctx0" brushRef="#br0" timeOffset="-200677.62">16127 12431 788 0,'0'0'57'0,"0"0"-56"16,0 0 1-16,0 0 3 15,87 0 4-15,-42 2-9 16,14-1-1-16,14 1-127 16,12-2-229-16</inkml:trace>
  <inkml:trace contextRef="#ctx0" brushRef="#br0" timeOffset="-199772.35">17220 12238 460 0,'0'0'123'16,"0"0"1"-16,0 0-63 16,0 0 17-16,0 0-38 15,0 0-1-15,11-73-24 16,10 55-3-16,5-3-6 0,7-3-3 15,4 4-2 1,3 0 0-16,-6 4-1 0,-3 7-1 16,-6 4-4-16,-2 5-45 15,-5 0-22-15,-9 13-70 16,-9 7 21-16,0 0-49 16,-9 2 20-16,-2-3-9 15,2 1 150-15,6-6 9 16,3-1 110-16,0 1 8 15,0 0 36-15,12 3-27 16,3 3-63-16,-1 4-15 16,2 2 7-16,-4 2-40 0,-3 3-3 15,-4-2-12 1,-5 3 0-16,0-4 2 0,0-2-3 16,-1-3-2-16,-9-7-3 15,0-1-4-15,-4-3-17 16,1-8-1-16,1-3 8 15,-1-1 17-15,2-5 2 16,-2-15 12-16,-1-4 31 16,5 2-18-16,8 3-25 15,1-1-47-15,7 2-368 16</inkml:trace>
  <inkml:trace contextRef="#ctx0" brushRef="#br0" timeOffset="-199531.31">17940 12037 776 0,'0'0'66'0,"0"0"32"16,0 0-45-16,0 0-53 15,0 0 0-15,0 0-3 16,4 59-1-16,-13 5 4 15,-4 11 0-15,-4 5 0 16,7 2-1-16,7-7-2 16,3-14-37-16,0-10-12 15,6-18-67-15,3-21-191 0</inkml:trace>
  <inkml:trace contextRef="#ctx0" brushRef="#br0" timeOffset="-198938.35">18369 12283 616 0,'0'0'95'0,"0"0"6"16,0 0-42-16,0 0-17 0,70-72-9 15,-57 57 2-15,1 3-23 16,-2-2-3-16,-3-2-2 16,-3 2-3-16,0-3-5 15,-5 3 1-15,-1-1-5 16,0 3-9-16,0 1-2 16,-4 2-3-16,-11 5-4 15,-6 1-21-15,-6 2 17 16,-6 1 26-16,0 0 1 15,0 7 0-15,0 14-1 16,3 11 1-16,7 11 0 16,1 7 1-16,4 7 1 0,9 1-2 15,9-2 1-15,0-6-1 16,5-8 9-16,8-4-1 16,-8-9-1-16,-1-6-5 15,-4-9-1-15,0-4 0 16,0-6 2-16,0-1-1 15,-5-3-2-15,-8 0 7 16,-4-3 0-16,-3-17 0 16,-6-8-3-16,-2-6-4 15,1 0 1-15,8 3 4 16,8 4 6-16,11 2-5 16,11 2-6-16,25-1-9 15,10 1-8-15,12-3-2 16,7-2-5-16,1 1 6 15,-2 0-13-15,-9 6-74 0,-10 1-37 16,-15 0-277-16</inkml:trace>
  <inkml:trace contextRef="#ctx0" brushRef="#br0" timeOffset="-198660.53">18593 12498 808 0,'0'0'131'0,"0"0"-100"16,0 0-31-16,0 0-3 15,0 0 3-15,-93 111 0 16,51-66-1-16,2-2-24 16,6-5-53-16,10-8-153 15,12-13-309-15</inkml:trace>
  <inkml:trace contextRef="#ctx0" brushRef="#br0" timeOffset="-198257.66">18964 12134 859 0,'0'0'46'0,"0"0"8"16,0 0-54-16,0 0-6 15,0 0 5-15,-23 87 1 16,9-28 0-16,-1 7 0 15,6 2-4-15,8-2-37 16,1-14-35-16,28-18-11 16,14-24 1-16,8-10 64 0,1-22 17 15,-4-14 2-15,-11-7 3 16,-8-2 2-16,-9 8 24 16,-10 5 48-16,-6 7 33 15,-3 8-35-15,0 8-18 16,0 9-34-16,0 0-20 15,0 9-8-15,-10 22-11 16,-6 14 19-16,-3 13-2 16,3 10-6-16,7 2-27 15,9-7-19-15,0-16-63 16,16-19-42-16,4-21-151 16</inkml:trace>
  <inkml:trace contextRef="#ctx0" brushRef="#br0" timeOffset="-197674.5">19431 12261 577 0,'0'0'100'0,"0"0"54"0,0 0-92 16,0 0-14-16,0 0-33 16,0 0-15-16,82-60-2 15,-58 60 1-15,0 0 0 16,-2 0 1-16,-1 0-3 15,-5 5-15-15,-3 2-6 16,-7 4-17-16,-6 2-16 16,0 0-44-16,-12 2 66 15,-11-1 33-15,-2 0 0 16,-2 1 0-16,1-1 2 16,4 3 0-16,6-1 11 15,4 5 23-15,3 4-12 16,6 5-4-16,3 6-2 0,0 3-5 15,6 2-4 1,9-1-1-16,-3-9-3 0,-3-9 2 16,-9-6-4-16,0-8 0 15,0-1 2-15,-9-5 1 16,-9-2 1-16,-7 0 3 16,-4-2-2-16,4-13 1 15,-1-4 2-15,8 0 2 16,8 4-3-16,10 0-8 15,0 3-2-15,21 4-159 16,21-3-112-16,7-1-117 16</inkml:trace>
  <inkml:trace contextRef="#ctx0" brushRef="#br0" timeOffset="-197422.37">19870 12366 641 0,'0'0'179'0,"0"0"-78"16,0 0-51-16,0 0-39 15,-87-8-11-15,53 36-3 16,-2 12 2-16,6 9-2 16,8 5 3-16,17-4-14 15,5-14-23-15,33-14 30 16,15-16 7-16,4-6 7 16,2-13-1-16,-2-19 5 15,-10-9 2-15,-9-2 0 0,-13-1-7 16,-12 4-6-1,-8 5-2-15,-9 4 1 0,-32 6-1 16,-25 8-17-16,-18 5-96 16,-13-2-325-16</inkml:trace>
  <inkml:trace contextRef="#ctx0" brushRef="#br0" timeOffset="-196740.82">17285 12862 481 0,'0'0'111'0,"0"0"-24"15,0 0-20-15,0 0 8 16,0 0-25-16,0 0-23 16,-51-21-14-16,69 21-9 0,40 0 2 15,40 6 18-15,53 5 0 16,42 2-8-16,44 2-6 16,42-3-10-16,22 0 1 15,11-6 0-15,-4-2-2 16,-15 1-3-16,-28 0-1 15,-29 2 5-15,-45 1 0 16,-51 1 0-16,-46 2 0 16,-43-4-6-16,-26 1-17 15,-19-5-5-15,-6 1 5 16,-21 1-1-16,-29 0-34 16,-19-2-140-16,-5 0-273 15</inkml:trace>
  <inkml:trace contextRef="#ctx0" brushRef="#br0" timeOffset="-196589.92">20107 13129 854 0,'0'0'87'15,"0"0"-57"-15,0 0-30 16,0 0-133-16,0 0-184 15</inkml:trace>
  <inkml:trace contextRef="#ctx0" brushRef="#br0" timeOffset="-196026.54">17628 13247 369 0,'0'0'190'16,"0"0"-35"-16,0 0-51 16,0 0-25-16,0 0-17 15,0 0-31-15,3-21-25 16,-3 21-6-16,0 18-7 15,0 16 5-15,-12 13 4 16,-10 12-4-16,-7 9 2 16,-2 5-35-16,-2-1-44 15,5-10-94-15,10-14-265 16</inkml:trace>
  <inkml:trace contextRef="#ctx0" brushRef="#br0" timeOffset="-195789.32">17951 13358 787 0,'0'0'27'16,"0"0"52"-16,0 0-24 16,0 0-50-16,0 0-4 15,0 0-2-15,11-5-1 16,-11 35 1-16,0 9 2 15,0 8-1-15,0 6 1 16,-8 3-1-16,-8 1-26 0,-2-2-65 16,-3-12-86-1,5-17-156-15</inkml:trace>
  <inkml:trace contextRef="#ctx0" brushRef="#br0" timeOffset="-195609.35">17760 13518 716 0,'0'0'185'0,"0"0"-148"16,84-22-37-16,-45 23 1 15,4 11-3-15,8 1 3 16,5 2-2-16,8-4-5 16,5-3-37-16,1-5-59 15,-1-3-128-15</inkml:trace>
  <inkml:trace contextRef="#ctx0" brushRef="#br0" timeOffset="-195009.42">18608 13450 685 0,'0'0'125'0,"0"0"-122"16,0 0 4-16,0 0-7 16,-25 84 18-16,-3-36-4 0,-1 3-10 15,-1-5-1-15,6-9 0 16,10-16-1-16,6-12 2 16,6-7-3-16,2-2 3 15,0-4 5-15,0-22 17 16,13-10-26-16,7-11 0 15,8-1-11-15,7 5-57 16,4 7-94-16,1 7-43 16,-1 9 80-16,-10 8 125 15,-9 7 111-15,-10 5-1 16,-5 0-91-16,-5 20-10 16,0 8-3-16,-3 4 11 15,-14 8 2-15,-2-4-16 0,4-3 3 16,5-9-1-1,7-9-4-15,3-10-1 0,0-5-42 16,15-8 8-16,12-21-133 16,6-9 82-16,3-4 85 15,0-2 49-15,0 0 95 16,1 0-35-16,-1 7-1 16,-3 6-21-16,-7 9-37 15,-7 11-46-15,-9 10 3 16,-8 1-7-16,-2 12-2 15,-3 18-8-15,-17 6 9 16,-7 7 1-16,-1 1 0 16,1-1 4-16,3 3-4 15,6-3-38-15,8-7-128 0,10-13-211 16</inkml:trace>
  <inkml:trace contextRef="#ctx0" brushRef="#br0" timeOffset="-194810.46">19188 13372 839 0,'0'0'52'16,"0"0"-52"-16,0 0 0 16,0 0-1-16,-79 92 1 15,55-39 0-15,2 1 0 16,8 1 0-16,8-8 0 0,6-9-4 15,0-8-27-15,12-9-82 16,11-9-91-16</inkml:trace>
  <inkml:trace contextRef="#ctx0" brushRef="#br0" timeOffset="-194277.83">19454 13512 896 0,'0'0'0'16,"0"0"-28"-16,-29 85 28 0,5-39 0 15,-4 2 0 1,4 1 0-16,3-3 1 0,9-7 2 16,6-9-2-16,6-11-1 15,0-10 1-15,0-7 0 16,0-2 3-16,0 0 3 15,8-19 15-15,9-13-22 16,11-11-5-16,1-8-19 16,4-2-31-16,7 3-76 15,1 5-46-15,6 11-35 16,-6 8 188-16,-10 9 24 16,-7 10 111-16,-11 7-6 15,-8 0-55-15,-5 14-47 16,-3 9-1-16,-21 3 9 15,-3 0-8-15,-1-2 5 0,0-2-4 16,3-6-1-16,2-4-3 16,5-8-10-16,3-4-11 15,4 0 21-15,7-13 30 16,4-3 15-16,0 1 47 16,0 5 43-16,1 6-73 15,11 4-42-15,5 0-20 16,-2 12-1-16,6 13-1 15,-3 8 1-15,1 6 0 16,0 1 0-16,-1-1-10 16,3-3-19-16,-3-5-26 0,-1-9-133 15,2-10-86-15</inkml:trace>
  <inkml:trace contextRef="#ctx0" brushRef="#br0" timeOffset="-193994.61">19968 13537 732 0,'0'0'59'15,"0"0"-59"-15,0 0-29 16,0 0 20-16,0 0 9 16,-88 113 5-16,46-62 10 15,0-2-3-15,8-6-2 16,10-11-5-16,11-10 3 0,9-8-7 15,2-6 2 1,2-6 2-16,0-2-1 0,3-7 23 16,19-21 19-16,5-12-46 15,6-10-16-15,1-5-12 16,8 2-70-16,4 5-59 16,2 7-134-16</inkml:trace>
  <inkml:trace contextRef="#ctx0" brushRef="#br0" timeOffset="-193744.57">20049 13522 39 0,'0'0'43'0,"0"0"-27"16,-105 73 22-16,83-51 49 0,3-2-24 15,6-4-24-15,5-6-6 16,6-2 6-16,2-6 1 16,0 0 24-16,10-2 59 15,10 0-72-15,4 0-29 16,0 5 8-16,1 2 6 15,0 7-15-15,-2 3-13 16,1 5-4-16,0 4-2 16,-1 1-2-16,-3 2 0 15,-7-1 0-15,-4-2-2 16,-4-2-49-16,-5 0-36 16,3-7-56-16,-2-8-178 15</inkml:trace>
  <inkml:trace contextRef="#ctx0" brushRef="#br0" timeOffset="-193494.95">20426 13484 669 0,'0'0'77'16,"0"0"27"-16,0 0-58 15,0 0-45-15,0 0-1 16,0 0-5-16,37 60-1 15,-53 13 6-15,-12 14 0 16,-5 8 0-16,0-2 5 16,2-7-3-16,4-7 4 15,3-9-5-15,0-7-1 0,-3-17-22 16,-7-12-84 0,-6-18-51-16,-11-16-311 0</inkml:trace>
  <inkml:trace contextRef="#ctx0" brushRef="#br0" timeOffset="-192961.34">17421 13116 385 0,'0'0'284'0,"0"0"-236"16,-83 51 2-16,39-8 2 16,-4 18-16-16,0 11-17 15,8 15-5-15,16 17-11 16,18 5 4-16,6 7-2 16,39-7-3-16,27-13-4 15,28-15-13-15,27-19-78 16,30-23-113-16</inkml:trace>
  <inkml:trace contextRef="#ctx0" brushRef="#br0" timeOffset="-192045.77">20711 13326 617 0,'0'0'141'0,"0"0"-57"16,0 0-37-16,0 0-27 15,0 0-14-15,0 0-5 16,-40 15-1-16,28 8 1 16,1 7-1-16,1 2 0 15,7-2 1-15,3-5-1 16,0-8-2-16,12-7-12 16,6-7 8-16,4-3 0 15,0 0-15-15,0-3-12 0,-3-7 17 16,-9 3 16-16,-3 6 0 15,-4 1-9-15,-1 0 6 16,-2 4-2 0,0 11 5-16,0 7-1 0,0 6 2 15,0 3-1-15,-2 5 1 16,-7 0 3-16,5-7-4 16,1-7 1-16,2-12 1 15,-2-6-2-15,-2-4 1 16,-5 0-1-16,-7 0 7 15,-5-14 5-15,-3-9-6 16,5 0-6-16,2-1-18 16,11-1-86-16,7 2-275 15</inkml:trace>
  <inkml:trace contextRef="#ctx0" brushRef="#br0" timeOffset="-191842.34">20836 13236 63 0,'0'0'668'15,"0"0"-543"-15,0 0-88 16,0 0-19-16,106-31-10 16,-54 31-5-16,5 3-3 15,1 12-3-15,-1 1-77 16,-11-6-121-16,-16-8-289 0</inkml:trace>
  <inkml:trace contextRef="#ctx0" brushRef="#br0" timeOffset="-191213.69">20072 13464 235 0,'0'0'114'0,"0"0"22"16,0 0-48-16,0 0 27 15,0 0-70-15,0 0 31 16,0-19-38-16,3 17-32 16,1 1 13-16,3-1-3 15,2 2-10-15,1 0 8 16,2 0-9-16,8 0-3 15,-4 10-2-15,2 2-2 16,-6 3 2-16,-5-1 0 16,-5 3-3-16,-2-3 1 15,-3 1 2-15,-18-1 0 0,-6 0 0 16,-5-3 0-16,4-4 0 16,2-2-3-16,5 0-13 15,6 2-30-15,5-3-105 16,8-3-189-16</inkml:trace>
  <inkml:trace contextRef="#ctx0" brushRef="#br0" timeOffset="-191062.4">20020 13660 75 0,'0'0'578'15,"0"0"-411"-15,0 0-62 16,0 0-48-16,0 0-31 0,0 0-26 15,-4-17-2 1,4 17-121-16,0 5-102 0</inkml:trace>
  <inkml:trace contextRef="#ctx0" brushRef="#br0" timeOffset="-188633.39">12851 14568 244 0,'0'0'177'0,"0"0"-76"0,0 0 1 16,0 0-25-16,0 0-28 15,0 0 11-15,19-71-18 16,-12 60-12-16,-6 3 4 16,2-1-1-16,-3 3-11 15,2 2-2-15,-2 3-13 16,0 1-7-16,0 0-2 15,0 20-7-15,-5 9 7 16,-9 10 1-16,-3 10 1 16,-2 11-1-16,0 8-1 0,2 0-13 15,4-5-48-15,4-12-18 16,9-14-96-16,0-14-70 16</inkml:trace>
  <inkml:trace contextRef="#ctx0" brushRef="#br0" timeOffset="-188339.63">13320 14487 754 0,'0'0'123'0,"0"0"-54"0,0 0-57 16,0 0-12-16,0 0-4 16,0 0 3-16,6 85 2 15,-13-25-1-15,-7 7 0 16,-2 0 0-16,-1-4 0 16,-3-9-13-16,3-11-32 15,2-8-7-15,0-13-52 16,8-12-47-16,1-10-114 15</inkml:trace>
  <inkml:trace contextRef="#ctx0" brushRef="#br0" timeOffset="-188150.93">13134 14655 440 0,'0'0'159'0,"0"0"-126"15,0 0-33-15,0 0 31 16,0 0 70-16,0 0-36 15,122 82-28-15,-74-68-25 16,0-5-7-16,7-8-5 16,-3-1-18-16,6 0-75 15,-7-14-47-15,-8-7-209 16</inkml:trace>
  <inkml:trace contextRef="#ctx0" brushRef="#br0" timeOffset="-187467.86">13854 14555 617 0,'0'0'120'0,"0"0"-3"0,0 0-89 15,0 0-28 1,0 0 0-16,0 0-1 0,-48 119 3 16,26-60-2-16,-1-4 5 15,3-9-4-15,5-13-1 16,3-14-1-16,7-11-1 15,4-8 4-15,1 0-1 16,0-15 21-16,1-17-4 16,16-4-18-16,1-9-21 15,4 2-26-15,-3 2-52 16,-1 1-14-16,2 6 64 16,-1 4-90-16,2 9 139 15,-3 9 1-15,-3 8 112 16,-2 4-64-16,1 5-39 15,-5 19 0-15,-1 10 3 0,-5 5-8 16,-3 7 2-16,0 2-6 16,0-11 0-16,0-11-1 15,0-15 0-15,0-11-1 16,2 0 1-16,10-24 18 16,6-12-11-16,7-7-5 15,2-7 11-15,-4 5-1 16,2 4-5-16,-3 8-6 15,-1 11-1-15,-4 11-1 16,-1 8-32-16,-6 3 30 16,-4 6 0-16,-3 18 2 15,-1 6-1-15,-2 11 1 0,0 6 2 16,0 6 2 0,-6-3-1-16,-4-4-2 0,-4-7 0 15,-2-12-13-15,5-13-146 16,5-12-331-16</inkml:trace>
  <inkml:trace contextRef="#ctx0" brushRef="#br0" timeOffset="-187260.03">14388 14512 829 0,'0'0'76'16,"0"0"-76"-16,0 0-2 0,-33 99 2 15,9-43 4-15,-3 4-4 16,4 0 0-16,3-4 8 16,10-8-8-16,7-9-2 15,3-7-20-15,3-11-108 16,19-16-64-16,8-5-357 16</inkml:trace>
  <inkml:trace contextRef="#ctx0" brushRef="#br0" timeOffset="-186718.66">14701 14637 651 0,'0'0'2'0,"0"0"52"16,-86 106 35-16,48-62-37 15,1 1-22-15,5-5-10 16,7-4-13-16,8-8-3 15,6-11-3-15,8-5 0 16,0-6 1-16,3-6-2 16,0 0 0-16,12-9 8 15,13-17 1-15,6-9-9 16,3-8-3-16,-2-7-33 16,2 2-68-16,4 0-13 15,2 7 55-15,-2 10-43 0,-4 11 105 16,-10 12 31-1,-11 8 37-15,-9 0-40 0,-4 22-26 16,-7 12-2-16,-18 6 3 16,-6 3-1-16,-4-3-2 15,3-9 4-15,3-10-4 16,5-6 0-16,6-9 0 16,2-6 1-16,2 0-1 15,4-10 6-15,3-12 15 16,4-6 0-16,3 0 78 15,0 9-17-15,9 5-25 16,5 12-48-16,5 2-9 16,-1 9-4-16,0 15 4 15,-2 4 0-15,-6 11-1 0,-3 6 0 16,-1-1 0-16,3 2-9 16,6-5-12-16,2-7-23 15,5-6-68-15,2-9 14 16,1-10-113-16</inkml:trace>
  <inkml:trace contextRef="#ctx0" brushRef="#br0" timeOffset="-186169.39">15062 14652 875 0,'0'0'35'0,"0"0"-33"15,0 0-4-15,-27 102 4 16,4-51 1-16,-6 2 9 16,-1-6 0-16,2-7-10 15,6-9 2-15,5-10-2 16,8-9 0-16,4-6-1 16,5-6 1-16,0 0 0 15,0-10 36-15,19-18-11 16,8-11-27-16,4-11-26 15,6-6-25-15,5-5-10 16,-1 2-97-16,9 9 49 16,-7 13-10-16,-5 16 63 0,-10 16 56 15,-13 5 16-15,-14 14-8 16,-1 20-3-16,-25 10 7 16,-10 5 14-16,-3-3-3 15,5-10 0-15,5-9 1 16,8-7 10-16,4-6-7 15,6-5-11-15,6-4-12 16,3-5-3-16,1 0 5 16,0 0 32-16,4-9 69 15,11-2-85-15,5 1 25 16,-1 6-15-16,2 4-12 16,4 0-13-16,6 3-7 15,4 15 0-15,4 5 1 16,-2 3 1-16,8 3-2 15,1 3-13-15,-1-1-3 0,-5-5-56 16,-10-8-109-16,-8-9-150 16</inkml:trace>
  <inkml:trace contextRef="#ctx0" brushRef="#br0" timeOffset="-185919.1">15654 14410 797 0,'0'0'24'15,"0"0"-24"-15,0 0 0 0,76 87 13 16,-74-19 10-16,-2 18 3 16,-15 10-9-16,-11 4-6 15,3-4-6-15,0-11-4 16,6-10 0-16,-3-10 3 15,-4-10-2-15,-4-9-4 16,-7-10-36-16,-6-14-78 16,-8-12-187-16</inkml:trace>
  <inkml:trace contextRef="#ctx0" brushRef="#br0" timeOffset="-185317.78">12825 14526 416 0,'0'0'77'0,"0"0"39"16,-106 87-52-16,63-43 3 15,1 6-20-15,8 0-13 16,11 5-3-16,12 10-10 16,11 5-5-16,1 14 0 15,23 1-13-15,9-5 0 16,10-13-3-16,8-12-21 15,10-19-81-15,9-13-73 16,7-17-169-16</inkml:trace>
  <inkml:trace contextRef="#ctx0" brushRef="#br0" timeOffset="-184537.78">15892 14272 634 0,'0'0'98'0,"0"0"-10"16,0 0-62-16,0 0-26 16,0 0-1-16,0 0 1 15,-5 44 2-15,5-20-2 16,5-2 3-16,16-4-2 16,8-4 0-16,2-7-2 0,2-5-4 15,-3-2-23-15,-5-2-1 16,-8-8-16-1,-6-4 45-15,-4 6 1 0,-7 3 14 16,0 5 19-16,0 0-34 16,0 13-2-16,0 18 2 15,-3 8 0-15,-4 4 0 16,2 3-1-16,5-6 1 16,0-8 0-16,0-8 4 15,0-11 6-15,0-6-3 16,0-4 3-16,0-3-8 15,0 0 0-15,-8 0 11 16,-12-5-13-16,-1-11-15 16,-6 0-77-16,0-6-65 15,2 1-158-15</inkml:trace>
  <inkml:trace contextRef="#ctx0" brushRef="#br0" timeOffset="-184320.94">16036 14183 662 0,'0'0'49'0,"0"0"-2"16,79-36-10-16,-36 34-11 15,2 0 12-15,1 2-27 16,-1 0-11-16,1 2 0 0,-2 9-5 15,-3 1-82-15,-3-4-166 16</inkml:trace>
  <inkml:trace contextRef="#ctx0" brushRef="#br0" timeOffset="-184102.51">16542 14729 195 0,'0'0'582'0,"0"0"-497"15,0 0-69-15,0 0-12 16,80-30-4-16,-54 30-1 16,1 0-20-16,-1 0-38 15,-6 6-85-15,-5 0-190 16</inkml:trace>
  <inkml:trace contextRef="#ctx0" brushRef="#br0" timeOffset="-183904.42">16402 14875 729 0,'0'0'121'0,"0"0"-114"0,0 0 17 16,0 0 8-1,95 41-13-15,-41-31-11 0,7 0-8 16,6-3 0-16,2-3-11 16,-6-4-92-16,-10-5-392 15</inkml:trace>
  <inkml:trace contextRef="#ctx0" brushRef="#br0" timeOffset="-183159.66">17322 14729 536 0,'0'0'105'0,"0"0"-6"15,0 0-15-15,0 0-47 16,0 0-2-16,-34-86-21 16,57 71-6-16,9-4-6 15,7 1-2-15,5 0 2 16,1 3-2-16,-3 0-4 15,-6 6-13-15,-6 4-4 16,-10 5 16-16,-8 0-22 16,-7 0-19-16,-5 19-14 0,0 8 14 15,-13 7 31-15,-9 5 3 16,2 4-2-16,0-4 10 16,7-6 4-16,4-8 0 15,2-8 6-15,5-7 27 16,2-3 30-16,0-4 12 15,0 2-23-15,18 4-1 16,7 4-40-16,5 4-3 16,0 1-8-16,-3 2 1 15,-5-2-1-15,-6-2-1 16,-6-2-4-16,-10-2-4 16,0 0 5-16,0-1 4 0,-18-1 0 15,0-1 0 1,-6-1 0-16,-1-5 0 0,3 2 1 15,-1-5-1-15,2 2 2 16,6-1-4 0,1 0-6-16,9 2-90 0,5-3-128 15,0 0-318-15</inkml:trace>
  <inkml:trace contextRef="#ctx0" brushRef="#br0" timeOffset="-182954.46">17925 14783 659 0,'0'0'71'0,"0"0"16"16,0 0-58-16,0 0 11 16,0 0-8-16,0 0-22 15,23-17-2-15,-21 17-8 16,-1 14-7-16,-1 1-75 15,0-5-204-15</inkml:trace>
  <inkml:trace contextRef="#ctx0" brushRef="#br0" timeOffset="-182685.68">18236 14523 795 0,'0'0'65'15,"0"0"-31"-15,0 0-34 16,0 0 0-16,-10 125 5 16,-12-54 1-16,-7 4-1 15,1-6-3-15,5-10 1 16,4-12-3-16,6-8-2 15,5-7-6-15,4-7-45 16,2-11-171-16,2-14-318 16</inkml:trace>
  <inkml:trace contextRef="#ctx0" brushRef="#br0" timeOffset="-182039.86">18408 14737 232 0,'0'0'358'15,"0"0"-282"-15,0 0-17 0,0 0-3 16,0 0-20-16,0 0-8 16,79-78-4-16,-64 67-18 15,-2 0 1-15,-1 2-7 16,-1-1 1-16,-7 1 2 16,-1 1-6-16,-3-4-6 15,0 2-6-15,0 1-16 16,-10 0-9-16,-8 2 8 15,0 1 21-15,-4 4 5 16,1 2-9-16,4 4-23 16,0 16-2-16,7 9 7 15,4 6 15-15,3 6 13 0,0 2 5 16,-2-1 12-16,-3-2 10 16,-7 3 18-16,2-2 4 15,1 1 5-15,4-1-33 16,4-4-4-16,3-7-6 15,-4-7-6-15,-4-9 3 16,0-2-1-16,-1-5 0 16,1-6-2-16,-1-1-7 15,-4 0 1-15,-2-12-8 16,-4-8 0-16,1-5 14 0,4-1 5 16,2 0 4-1,6 3 17-15,7 3-4 16,17 3-22-16,23 3-35 0,14-2-37 15,8-1 25 1,4 0 10-16,1-8-24 0,-2 0-47 16,-9-5-63-16</inkml:trace>
  <inkml:trace contextRef="#ctx0" brushRef="#br0" timeOffset="-181640.47">18847 14532 651 0,'0'0'99'0,"0"0"-94"0,0 0-5 16,0 0 32-16,-26 115-9 15,14-54-3-15,-1 2-15 16,-1-5-2-16,5-15-3 15,9-13 1-15,0-14-3 16,19-12-7-16,7-4 9 16,6-6-3-16,-3-20-6 15,3-6-3-15,-7-4 8 16,-7-3 4-16,-6 6 2 16,-8 6 5-16,-4 11 28 0,0 10-5 15,0 6-12 1,0 12-18-16,0 21-22 0,-10 14 21 15,-5 12-2-15,0 5 3 16,7 3 0-16,8-6 0 16,2-12-10-16,22-9-7 15,2-12-36-15,5-13-99 16,1-12-291-16</inkml:trace>
  <inkml:trace contextRef="#ctx0" brushRef="#br0" timeOffset="-181088.75">19331 14783 404 0,'0'0'158'0,"0"0"-61"16,0 0 13-16,0 0-51 16,0 0-5-16,0 0-21 15,4-58-13-15,-4 58-6 16,5 0-14-16,9 8-8 16,6 8-4-16,7 1-10 0,-2 0-33 15,-2-5-24 1,-7-3-7-16,-7-5 40 0,-3 0 6 15,-4-2 18-15,-2-1 18 16,0 3-1-16,0 3 5 16,-3 3 3-16,-6 6 1 15,-5 4 2-15,3 5-2 16,-3 1 10-16,-1 3 12 16,5-2 12-16,0 3 11 15,3-2 2-15,3 1-18 16,-2-4-18-16,-2-1-4 15,0-4-8-15,-1-2 0 16,1-3-2-16,5-6-1 16,0-3-2-16,-2-2-18 15,1-1-20-15,-6-3 36 0,-8 0 4 16,-6 0 6-16,-10-3 6 16,-2-7-4-16,0 6-2 15,5 4-6-15,9 0-1 16,15 14-137-16,7-2-213 15</inkml:trace>
  <inkml:trace contextRef="#ctx0" brushRef="#br0" timeOffset="-180557.77">19810 14807 635 0,'0'0'30'15,"0"0"89"-15,0 0-89 16,0 0-27-16,0 0-2 15,-69 92 2-15,41-39 6 16,-2 6-4-16,6-2 0 16,14-9-5-16,10-18 0 15,0-14 0-15,27-13 12 16,7-3 9-16,6-14 5 0,5-14-4 16,-5-8-8-1,-1-3-7-15,-7-1-4 0,-10-2-2 16,-9 2-1-1,-11 5-1-15,-2 7-5 0,-21 6-50 16,-13 8-161-16,4 8-274 16</inkml:trace>
  <inkml:trace contextRef="#ctx0" brushRef="#br0" timeOffset="-180403.71">19903 14896 672 0,'0'0'69'16,"0"0"65"-16,0 0-88 16,0 0-46-16,0 0-68 0,0 0-97 15,-77 40-122-15</inkml:trace>
  <inkml:trace contextRef="#ctx0" brushRef="#br0" timeOffset="-178143.71">13642 15702 540 0,'0'0'61'16,"0"0"37"-16,0 0 4 16,0 0-41-16,0 0-25 15,0 0-10-15,-17-56 3 16,17 56-7-16,0 0-14 16,0 10-8-16,-4 20 0 15,-3 13 0-15,-5 14 0 16,-7 7 0-16,-4 0 0 15,0-5 0-15,0-12 6 16,4-11-6-16,1-11 1 16,7-11 0-16,5-8-1 15,3-6 0-15,3 0 4 0,0-20 5 16,0-13-9-16,0-10 0 16,14-8 0-16,7-6-1 15,2 3-15-15,4-1-24 16,-4 8-14-16,1 7-9 15,-2 8 12-15,0 8 45 16,-2 8 6-16,-2 10 32 16,-2 6-12-16,-1 2-8 15,-3 23-10-15,0 11 3 16,-8 12 2-16,-2 6-4 0,-2 5-1 16,0-7 2-1,0-10-4-15,0-13-9 0,0-13-33 16,0-9-25-16,0-7 27 15,0-4 32-15,2-22 8 16,11-12 0-16,1-12 1 16,2-6 1-16,4 0 3 15,4 5 9-15,6 8-4 16,4 11-3-16,-2 8-4 16,-4 14-1-16,-4 8 4 15,-8 2 3-15,-5 10 3 16,-8 19 14-16,-3 11 4 15,-9 14-6-15,-12 9-4 16,-3 2-12-16,3-4-8 16,5-9 2-16,-1-10-2 0,4-6-16 15,6-13-124-15,7-9-179 16</inkml:trace>
  <inkml:trace contextRef="#ctx0" brushRef="#br0" timeOffset="-177819.3">14375 15670 565 0,'0'0'73'16,"0"0"31"-16,0 0-30 16,0 0-50-16,0 0-12 15,0 0 13-15,-6 64 13 16,-9-8-14-16,-3 7-11 16,-5 4-8-16,1-4-2 15,4-14-2-15,0-6 0 16,8-9-1-16,1-6-17 15,5-3-64-15,4-16-132 16,0-9-281-16</inkml:trace>
  <inkml:trace contextRef="#ctx0" brushRef="#br0" timeOffset="-177227.64">14746 15768 679 0,'0'0'98'0,"0"0"-91"16,0 0-6-16,-45 75 17 16,20-30 14-16,-2 7-13 15,-5-2-7-15,1-2-7 0,0-1-3 16,3-6 2-16,3-9-4 15,9-9 0-15,6-13 0 16,7-10 1-16,3 0 1 16,0-26 23-16,5-13-25 15,17-9 0-15,5-5-7 16,9-3-32-16,7-5-31 16,2 0-34-16,2 7-2 15,1 10 26-15,-3 10 80 16,-6 14 7-16,-11 9 49 15,-4 8-17-15,-11 3-15 16,-8 17-15-16,-5 12-2 16,0 6-7-16,-11 2 5 0,-8-3-5 15,2-8 2-15,-2-6-1 16,1-8 0-16,2-9 2 16,2-1-1-16,1-2 1 15,2 0 1-15,4-5 0 16,1 0 25-16,5 0 41 15,1 5-22-15,0 0-48 16,0 10-1-16,7 12 0 16,3 6 1-16,-4 6 2 15,-1 6-2-15,0 1 1 16,-1-1 2-16,8 0-3 16,8-4-50-16,6-9-46 0,7-10-165 15</inkml:trace>
  <inkml:trace contextRef="#ctx0" brushRef="#br0" timeOffset="-176962.17">15200 15850 603 0,'0'0'3'16,"0"0"60"-16,-20 108 14 15,-10-59-14-15,-11 2-32 16,0-5-17-16,7-5-7 0,7-12-4 16,9-8-3-1,11-10 4-15,2-6-4 0,5-5 0 16,0 0 10-16,0-20 34 16,15-11-44-16,9-13-20 15,4-7-40-15,5-7-68 16,9-2-21-16,8-4-155 15</inkml:trace>
  <inkml:trace contextRef="#ctx0" brushRef="#br0" timeOffset="-176708.79">15375 15734 80 0,'0'0'25'0,"0"0"15"15,0 0 39-15,0 0-1 16,0 0 1-16,7 107-6 16,-36-71-19-16,-4-5 19 15,-1-5-22-15,0-2-18 0,4-4-17 16,6-3-10-16,6-3-3 15,5-1-3-15,5-6-2 16,7 2-2-16,1 1-8 16,0 3 11-16,0 1-1 15,0 5 4-15,6 2 0 16,3 2 5-16,7 6 0 16,12-1 20-16,11 2 0 15,13-1-4-15,5-3-18 16,-3-6-5-16,-5-7-81 15,-7-10-153-15</inkml:trace>
  <inkml:trace contextRef="#ctx0" brushRef="#br0" timeOffset="-176497.88">15608 15956 645 0,'0'0'6'0,"0"0"12"16,111 13 36-16,-61-10 25 16,2-3-43-16,6 0-11 15,6 0-14-15,1 0-8 16,0 3-3-16,-8 1-24 16,-10-4-129-16,-14 0-146 0</inkml:trace>
  <inkml:trace contextRef="#ctx0" brushRef="#br0" timeOffset="-176309.55">15752 16158 595 0,'0'0'13'0,"0"0"8"15,0 0 34-15,119 32 45 16,-63-32-56-16,10 0-33 15,8 0-8-15,1 0-3 16,-3-6-118-16,-7-10-294 0</inkml:trace>
  <inkml:trace contextRef="#ctx0" brushRef="#br0" timeOffset="-175420.43">17117 16053 462 0,'0'0'159'16,"0"0"8"-16,0 0-91 15,0 0-48-15,0 0-9 16,26-84-6-16,-14 67-4 16,0-2-6-16,9-3 0 0,-2-2-3 15,8 4 1 1,3 3-1-16,3 4-1 0,1 7 1 15,-1 6-7-15,-6 0-24 16,-10 9-24-16,-7 9-38 16,-10 1 14-16,-2 4 22 15,-23 0 20-15,-8-1 17 16,-4-1 14-16,-1-1 6 16,7-4 0-16,6-2 15 15,10-1 33-15,12 6-21 16,3 6-13-16,8 6-7 15,15 1-7-15,2 0-10 16,-2-1-37-16,-6-4 16 16,-8-4 28-16,-5-3 3 15,-4-8 1-15,0 0 7 0,0-5 37 16,0-2-8-16,-5 2-10 16,-5-2 2-16,-1 3-17 15,-3-4 3-15,0-1-8 16,-2-2-1-16,-1 1-3 15,-2-2 1-15,1 0-3 16,0 0 1-16,3 0-4 16,9 0-73-16,6-2-236 15</inkml:trace>
  <inkml:trace contextRef="#ctx0" brushRef="#br0" timeOffset="-175213.57">17583 16145 794 0,'0'0'134'0,"0"0"-79"16,0 0-26-16,0 0-29 16,0 0-18-16,0 0-23 15,-7 15-21-15,17 2-114 16,-3-7-187-16</inkml:trace>
  <inkml:trace contextRef="#ctx0" brushRef="#br0" timeOffset="-174887.74">17851 15825 61 0,'0'0'594'0,"0"0"-429"15,0 0-83-15,0 0-27 16,0 0-39-16,0 0-14 15,25 28 2-15,-25 39 0 16,0 8-2-16,-17 3 2 16,-5-6-4-16,-2-11-3 15,4-7-24-15,2-11-41 16,5-11-85-16,3-14-194 16</inkml:trace>
  <inkml:trace contextRef="#ctx0" brushRef="#br0" timeOffset="-174277.96">18138 16065 44 0,'0'0'491'15,"0"0"-339"-15,0 0-29 16,0 0-56-16,0 0-38 0,58-76 4 16,-43 57-10-1,-2 1-7-15,-2 0-9 0,-2-3-5 16,-2-1 0-16,-7-2-2 15,0 2-2-15,0 4-13 16,-19 4-51-16,-5 9-39 16,-3 5 8-16,2 0 81 15,4 15 6-15,2 12 10 16,7 11 0-16,0 10 1 16,1 2 12-16,4 5 33 15,-1-1-8-15,2-1-12 16,5-5-18-16,1-4-5 15,0-8 0-15,7-12 0 16,-2-5 2-16,-1-9-4 16,-4-7-1-16,0-3 0 15,0 0 5-15,0 0 4 0,0-13 5 16,-9-6-10-16,-1-8 7 16,4-5-10-16,3-1 1 15,3-1 8-15,3 3 18 16,22 6-24-16,13 5-4 15,8 6-4-15,0 3-12 16,3 4-4-16,-2 3-9 16,-4 3-18-16,-6-1-27 15,-6-1 0-15,-5-5-243 16</inkml:trace>
  <inkml:trace contextRef="#ctx0" brushRef="#br0" timeOffset="-173697.94">18561 15845 707 0,'0'0'159'16,"0"0"-115"-16,0 0-42 16,0 0-2-16,0 0 14 15,0 117 5-15,0-69-12 16,0 1-2-16,0-6-3 16,0-11-2-16,0-12-1 15,8-12-18-15,13-8 15 0,6-4 4 16,2-18 2-16,-1-10 0 15,-5-2-1-15,-5 0 0 16,-10 3 1-16,-4 7 1 16,-4 9 10-16,0 8-4 15,0 7-9-15,-6 10-1 16,-11 21-6-16,-2 9 4 16,0 7-2-16,6 7 2 15,12 4-1-15,1 2-9 16,11-3-17-16,17-8-63 15,11-14-84-15,10-16-323 16</inkml:trace>
  <inkml:trace contextRef="#ctx0" brushRef="#br0" timeOffset="-172848">19145 16012 293 0,'0'0'229'0,"0"0"-115"16,0 0-28-16,0 0-17 16,0 0-4-16,0 0-42 15,-12-46-10-15,12 43 0 16,0 1 7-16,0-3 5 16,0 0-15-16,6-2-10 15,7-1 0-15,4 0 0 16,-5 0 0-16,-1 5 1 15,-2 0 0-15,-3 2-1 16,1-1 0-16,-2 2 0 0,1 0-9 16,-1 0 2-16,-2 0 7 15,-2 0 0-15,-1 0 0 16,0 0 4-16,0 0 2 16,0 0 4-16,0 0-10 15,0 0-2-15,1 0 1 16,3 0-4-16,-1 0-4 15,5 0 8-15,0 0 1 16,1 3-1-16,-1 3 1 16,3 1 0-16,-3 2 0 15,-4 2 0-15,1 0 0 16,-5 3-2-16,0 4-1 0,0 7 3 16,-17 4 0-1,-8 6 0-15,-8 5 1 0,-4-2 1 16,-3-4-1-16,4-5 0 15,12-9-1-15,8-10 0 16,8-6 0-16,6-4 0 16,0 0 4-16,2 0-2 15,0 0-2-15,0 0 0 16,19 0-3-16,8-10-9 16,1 3-13-16,-3 5 14 15,-5 2 11-15,-5 0 0 16,-8 2 0-16,-4 11-2 15,-3 7 0-15,0 4-2 16,-16 1 3-16,-6 0 1 16,-2-6 1-16,2-5 1 0,2-6-1 15,-2-6 1 1,1-2-2-16,3 0 4 0,0 0 2 16,4-2-4-16,4-6 0 15,7 0-2-15,3-5-134 16,12-4-350-16</inkml:trace>
  <inkml:trace contextRef="#ctx0" brushRef="#br0" timeOffset="-172565.58">19370 16113 680 0,'0'0'193'0,"0"0"-158"16,0 0-34-16,0 0-1 15,0 0 2-15,-24 105 0 16,24-66 0-16,0-3 0 16,0-7-2-16,10-10-5 15,16-10 5-15,5-9 4 16,4 0 1-16,-1-17-1 16,-4-8 1-16,-5-7 12 15,-7-4-10-15,-9-3-4 16,-9 0-3-16,-2 1-12 15,-28 8-18-15,-7 4-43 16,0 4-211-16</inkml:trace>
  <inkml:trace contextRef="#ctx0" brushRef="#br0" timeOffset="-172299.63">19967 15763 764 0,'0'0'86'15,"0"0"-30"-15,0 0-45 16,0 0-11-16,28 84 0 16,-36-14 2-16,-17 15 1 15,-3 4 1-15,0-1-1 0,2-10-1 16,-1-11-2-16,-1-16 0 15,-8-7-1-15,-4-8-20 16,-9-7-42-16,-5-10-104 16,-10-14-211-16</inkml:trace>
  <inkml:trace contextRef="#ctx0" brushRef="#br0" timeOffset="-171692.46">17083 15698 620 0,'0'0'113'0,"0"0"25"16,0 0-127-16,0 0-7 16,-109 139 4-16,63-51 3 15,10 13-6-15,14-1-5 16,16-1 0-16,6-8-7 15,21-5-37-15,19-16-82 16,18-17-87-16</inkml:trace>
  <inkml:trace contextRef="#ctx0" brushRef="#br0" timeOffset="-170717.8">20152 15380 277 0,'0'0'214'0,"0"0"-62"0,0 0-9 16,0 0-52-16,0 0-32 15,0 0-21-15,0-61-6 16,0 60-12-16,0 1-1 16,0 0-6-16,0 0-13 15,-3 9-2-15,3 18-6 16,-6 13 7-16,-2 7-4 16,-4 4-31-16,2-1-33 15,-1-13-96-15,1-8-200 16</inkml:trace>
  <inkml:trace contextRef="#ctx0" brushRef="#br0" timeOffset="-170497.79">20357 15445 688 0,'0'0'165'0,"0"0"-134"16,0 0-31-16,0 0 0 16,0 0 2-16,-42 88 4 15,11-42 2-15,-3 4-3 16,4 4-5-16,2-1-14 16,5-1-131-16,7-10-195 0</inkml:trace>
  <inkml:trace contextRef="#ctx0" brushRef="#br0" timeOffset="-170213.44">20438 15582 586 0,'0'0'274'0,"0"0"-214"15,0 0-60-15,0 0 0 16,0 0 1-16,28 74 2 15,-14-40-3-15,0 1 1 16,6 2-1-16,8 0-1 16,2-3-1-16,-1-2 2 0,-7-14 3 15,-14-7-2-15,-6-6-1 16,-2-5-11-16,-10 1 11 16,-22 0 3-16,-12-1-3 15,-3 0-28-15,5 0-115 16,10 0-9-16,14 0-252 15</inkml:trace>
  <inkml:trace contextRef="#ctx0" brushRef="#br0" timeOffset="-170001.56">20720 15465 620 0,'0'0'148'16,"0"0"-60"-16,0 0-55 16,97-29-23-16,-48 29-9 15,3 0 0-15,-1 11-1 16,0 5-47-16,-9-1-113 16,-8-3-182-16</inkml:trace>
  <inkml:trace contextRef="#ctx0" brushRef="#br0" timeOffset="-169651.49">21042 16387 601 0,'0'0'79'0,"0"0"-25"15,0 0 41-15,0 0-27 16,85-22-25-16,-52 9-15 15,3 0-12-15,5 1-9 16,4 1-7-16,1 3 0 16,2 2-34-16,-3-1-29 15,-2-5-141-15,-7-5-224 16</inkml:trace>
  <inkml:trace contextRef="#ctx0" brushRef="#br0" timeOffset="-169432.73">21761 15830 803 0,'0'0'90'0,"0"0"-5"16,0 0-44-16,0 0-41 16,0 0-4-16,-18 74 4 15,-3 3 0-15,-6 15 0 16,-3 10 1-16,-5 4-2 15,-3-5-4-15,-3-9-48 16,3-12-101-16,9-16-105 16</inkml:trace>
  <inkml:trace contextRef="#ctx0" brushRef="#br0" timeOffset="-168811.51">22058 16375 313 0,'0'0'169'0,"0"0"21"15,0 0-118-15,0 0-15 16,0 0-6-16,0 0-9 16,49-42-26-16,-19 38 5 15,7 2-4-15,2 0-4 16,4 2-11-16,-4 0-2 15,-5 0-7-15,-5 2-44 16,-9 3-109-16,-12-1-151 16</inkml:trace>
  <inkml:trace contextRef="#ctx0" brushRef="#br0" timeOffset="-168621.65">21956 16593 551 0,'0'0'100'0,"0"0"12"16,124 8-48-16,-73-6-18 15,3-2-19-15,1 0-18 16,1 0-9-16,1 0-28 0,-7-3-142 16,-12-11-210-1</inkml:trace>
  <inkml:trace contextRef="#ctx0" brushRef="#br0" timeOffset="-144409.99">15326 17094 466 0,'0'0'176'15,"0"0"-111"-15,0 0 19 16,0 0-35-16,0 0-26 16,0 0-6-16,0 0-4 15,-6-15 5-15,6 13 8 0,0-2-6 16,0 0-3 0,2 0 2-16,6-2-4 0,6-1-3 15,2 0-12-15,9 1 0 16,4 0 1-16,7 1-1 15,7 1-8-15,1 4-14 16,0 0-9-16,-8 0-13 16,-12 10-59-16,-17 4-68 15,-7 0-120-15</inkml:trace>
  <inkml:trace contextRef="#ctx0" brushRef="#br0" timeOffset="-144198.08">15216 17229 349 0,'0'0'150'0,"0"0"-36"15,0 0-56-15,0 0 36 16,0 0-20-16,88 9-39 16,-57-9-2-16,5 0-11 15,0 0-9-15,4-4 3 16,4 2-16-16,3 2-22 15,4 0-103-15,-5-5-244 16</inkml:trace>
  <inkml:trace contextRef="#ctx0" brushRef="#br0" timeOffset="-142829.59">16549 17187 366 0,'0'0'168'16,"0"0"-61"-16,0 0-14 0,0 0-8 15,0 0-35 1,0 0-12-16,-5-35-6 0,3 35-11 15,2 0-6-15,-1 0-1 16,1 0-7-16,0 0-2 16,0 0-5-16,0 11-8 15,0 14 8-15,-2 14 1 16,-2 12 1-16,-6 4 3 16,-3 3-5-16,-2-7-16 15,-1-7-13-15,0-6-18 16,4-9-51-16,6-12-93 15,6-12-350-15</inkml:trace>
  <inkml:trace contextRef="#ctx0" brushRef="#br0" timeOffset="-142638.09">16691 17466 733 0,'0'0'229'15,"0"0"-138"-15,0 0-45 16,0 0-19-16,0 0-4 16,0 0-23-16,0-39-7 15,3 39-42-15,9 6-32 16,3 1-30-16,-2-2-301 0</inkml:trace>
  <inkml:trace contextRef="#ctx0" brushRef="#br0" timeOffset="-140512.48">17087 17307 59 0,'0'0'416'15,"0"0"-289"-15,0 0-28 16,0 0-8-16,0 0-29 15,0 0-36-15,-33-68 3 16,33 60-18-16,11-2 11 16,0 4-10-16,3-4-5 15,2 6 0-15,4 2-7 16,7 2 1-16,3 0-3 16,4 11 2-16,2 8 0 0,-6 10 0 15,-5 1-7 1,-6 6 6-16,-11 1-2 0,-8-2 3 15,0-1-3-15,-4-8 3 16,-13-3-1-16,0-9 1 16,0-4 0-16,-2-4 0 15,-2-5 0-15,1-1 2 16,3 0 3-16,5 0 3 16,4 0 2-16,4 0-3 15,2-1-2-15,2-5-2 16,2-2-3-16,20-1-6 15,10-1 4-15,9 0 2 16,7 2 0-16,4 2-1 16,0 3-8-16,-2 1-30 0,-1-1-27 15,-6 1-115-15,-7-4-104 16</inkml:trace>
  <inkml:trace contextRef="#ctx0" brushRef="#br0" timeOffset="-139563.25">17804 17171 403 0,'0'0'167'0,"0"0"-56"16,0 0-12-16,0 0-50 15,0 0-35-15,0 0-7 16,-4-6 3-16,4 6 16 16,0 0 4-16,-1 0-9 0,1 0-4 15,0 0-5-15,-1 0-1 16,1 0 1-16,-2 0-9 16,2 0 11-16,0 0-8 15,0 0-4-15,0 0-2 16,0 0 2-16,0 0-1 15,0 0 2-15,0 0-2 16,0 0 3-16,0 0-3 16,0 0 1-16,0 0-1 15,0 0-1-15,0 0 0 16,0-2-2-16,0 1 5 16,0-5-5-16,2-1 2 0,8 0-27 15,5-6 10-15,-4 4 1 16,-1-2 11-16,-1 0 5 15,-3 2 0-15,-3-1 1 16,-3 4 1-16,1-2-1 16,-1 5 5-16,2 0-6 15,-1 3 1-15,-1 0-2 16,0 0 2-16,0 0 0 16,0 0-1-16,0 0-5 15,0 0 4-15,0 0-4 16,-4 15 5-16,-11 7-3 15,-3 5 3-15,-3 2-1 16,1 3 1-16,0 1 0 0,1 5 2 16,0 1-2-16,5 3 0 15,3 1 2-15,1-2-2 16,6-5 0-16,2-4 2 16,2-5-2-16,0-8 0 15,15-4 0-15,6-3 0 16,6-8 2-16,9-4 0 15,5 0-1-15,3-6-2 16,-7-12-10-16,-7-4 5 16,-8-4-2-16,-14-1 8 15,-8 1 2-15,0-1-2 16,-11 0 2-16,-20 4 6 0,-13 4-5 16,-10 8-2-1,-1 11-1-15,5 0-11 0,13 0-17 16,10 12-17-16,15 6-57 15,9-1-3-15,3-1-125 16</inkml:trace>
  <inkml:trace contextRef="#ctx0" brushRef="#br0" timeOffset="-139180.93">18244 17255 675 0,'0'0'136'16,"0"0"-79"-16,0 0-52 15,0 0-1-15,0 0-1 16,0 0 7-16,-46 85 0 15,40-48-8-15,6 5 2 16,0-3 3-16,0-2-5 16,16-3-2-16,6-15 3 15,8-6-2-15,11-13 1 16,9 0-2-16,5-19-4 16,-1-11-16-16,-6-7 14 0,-12-4 5 15,-14 1 1-15,-19-4 3 16,-6 5 7-16,-37 5 2 15,-25 9-3-15,-18 14-9 16,-5 9-54-16,12 2-202 16</inkml:trace>
  <inkml:trace contextRef="#ctx0" brushRef="#br0" timeOffset="-136701.1">18879 17168 391 0,'0'0'155'16,"0"0"-79"-16,0 0-20 16,0 0 24-16,0 0-21 0,0 0-36 15,0-3-6-15,0 3-1 16,0 0-10-16,0 9 1 15,0 8 3-15,-3 4-4 16,-1 8 3-16,-1 3-9 16,-1 6 2-16,2 0 3 15,-3 0-5-15,4-2 3 16,0-5-3-16,3-7 0 16,0-7-2-16,0-3-17 15,10-4 5-15,3-7 5 16,1-3 9-16,2 0 3 15,-2-3 6-15,-4-10 10 16,-3-4-1-16,-4-2 6 0,-3 3-4 16,2 2-7-16,-2 2-10 15,0 7 1-15,0-4-4 16,-2 3-1-16,-5 1-4 16,1 2-7-16,-4 3-27 15,1 0-6-15,0 0-71 16,-2 6-34-16,5 5-230 15</inkml:trace>
  <inkml:trace contextRef="#ctx0" brushRef="#br0" timeOffset="-136249.26">19152 17212 417 0,'0'0'205'0,"0"0"-124"0,0 0 7 16,0 0-46 0,0 0-18-16,0 0-10 0,26-4-4 15,-9 4-1-15,7 0 0 16,0 4-8-16,2 5 0 16,-1 2-2-16,-1 1 3 15,-7 2-3-15,-1 1 1 16,-7 3 0-16,-6 2-3 15,-3 2 3-15,0 6-2 16,-14 5 2-16,-7 0 1 16,-2 6 0-16,4 1-1 15,-2-4-1-15,5-3-31 16,1-6-96-16,2-10-5 16,3-10-252-16</inkml:trace>
  <inkml:trace contextRef="#ctx0" brushRef="#br0" timeOffset="-136053.76">19167 17403 631 0,'0'0'106'0,"0"0"-60"16,0 0-44-16,0 0-2 15,0 0 29-15,0 0-9 16,76 8-14-16,-47-5 0 15,4 6-6-15,8-5 0 16,1 2-41-16,1-5-95 0,-7-1-126 16</inkml:trace>
  <inkml:trace contextRef="#ctx0" brushRef="#br0" timeOffset="-135864.87">19529 17473 601 0,'0'0'106'0,"0"0"-103"15,0 0-2-15,0 0-1 16,110 3 0-16,-62-3-41 0,2 0-12 16,-2 0-125-1,-8-3-14-15</inkml:trace>
  <inkml:trace contextRef="#ctx0" brushRef="#br0" timeOffset="-135649.07">19886 17258 650 0,'0'0'183'15,"0"0"-97"-15,0 0-46 16,0 0-40-16,0 0-1 15,0 0-1-15,9 78 2 16,-9-28-2-16,0 6 7 16,0 4-2-16,0 0-3 0,0-2-13 15,0-10-73-15,0-12-160 16</inkml:trace>
  <inkml:trace contextRef="#ctx0" brushRef="#br0" timeOffset="-135380.05">20334 17522 637 0,'0'0'119'16,"0"0"-83"-16,0 0-10 15,94-16-15-15,-62 12-11 16,2 0-26-16,-2-1-106 16,-9 0-144-16</inkml:trace>
  <inkml:trace contextRef="#ctx0" brushRef="#br0" timeOffset="-135185.7">20195 17596 88 0,'0'0'626'16,"0"0"-610"-16,100 16 54 15,-55-13-10-15,-2-2-11 16,-1-1-41-16,-1 0 0 15,3 0-8-15,9 0-77 16,8 0-178-16</inkml:trace>
  <inkml:trace contextRef="#ctx0" brushRef="#br0" timeOffset="-134603.08">21094 17379 778 0,'0'0'74'0,"0"0"-44"16,0 0-30-16,0 0-4 16,0 0 4-16,0 0 6 15,-100 80-2-15,80-47-2 16,4 4-1-16,9-1 0 16,5 0-1-16,2-6 0 0,23-10-6 15,20-6 0-15,15-14 6 16,8 0 1-16,-2-14 10 15,-7-9-9-15,-15-7 3 16,-14 0 21-16,-15-6-8 16,-13 2-3-16,0-2-1 15,-29 2-14-15,-12 5 0 16,-11 4-1-16,0 12-20 16,7 10-55-16,15 3-13 15,23 11-26-15,7 14-155 16</inkml:trace>
  <inkml:trace contextRef="#ctx0" brushRef="#br0" timeOffset="-134365.34">21618 17592 860 0,'0'0'121'16,"0"0"-67"-16,0 0-32 15,0 0-22-15,0 0-4 16,0 0-3-16,7-10-22 0,15 10-26 16,1 0-61-16,-2 0-212 15</inkml:trace>
  <inkml:trace contextRef="#ctx0" brushRef="#br0" timeOffset="-133952.97">21976 17419 630 0,'0'0'74'16,"0"0"52"-16,0 0-96 16,0 0-1-16,0 0 13 0,98-54-32 15,-86 54-2-15,-4 0 2 16,-4 1-10-16,-4 19-3 16,0 10-1-16,-6 5 3 15,-20 3 1-15,-6-3-19 16,-1-1-32-16,5-5-26 15,7-4-16-15,8-6 24 16,5-5 16-16,5-4 13 16,3-5 31-16,0-5 9 15,4 0 124-15,14 0 3 16,5-9-58-16,5-2-24 16,7 2-33-16,6 1-12 0,4 1-4 15,7 3-30-15,-1-2-32 16,-5 2-75-16,-3-2 16 15,-10-3-221-15</inkml:trace>
  <inkml:trace contextRef="#ctx0" brushRef="#br0" timeOffset="-133600.95">22533 17282 812 0,'0'0'87'0,"0"0"-6"0,0 0-51 16,0 0-30-1,0 0-2-15,0 0 0 0,-95 62 1 16,50-3 1-16,2 4 0 16,3 0 2-16,7-7-2 15,14-7-18-15,8-13-18 16,11-12-9-16,9-13-12 15,25-11 57-15,10 0 1 16,2-11 2-16,-4-12 1 16,-9-3-3-16,-13-2 23 15,-11 1 2-15,-9 1 9 16,-1 4-9-16,-26 6-26 16,-9 9-8-16,-1 7-85 15,4 0-84-15,11 12 4 0,6 8-140 16</inkml:trace>
  <inkml:trace contextRef="#ctx0" brushRef="#br0" timeOffset="-133202.98">22668 17492 688 0,'0'0'150'0,"0"0"-104"16,0 0-46-16,0 0-1 16,0 0-4-16,0 0 2 15,-31 64 6-15,15-33-2 16,2 2 0-16,3-3-1 15,11-6-1-15,0-7-41 16,18-9-39-16,19-8 79 16,8 0 1-16,7-9 1 15,-5-10 0-15,-7-7 20 16,-13 0 53-16,-15-3-31 16,-11-2-11-16,-1 8-3 15,-7 6-28-15,-14 10-26 0,6 7-176 16,5 0-30-16,7 7-255 15</inkml:trace>
  <inkml:trace contextRef="#ctx0" brushRef="#br0" timeOffset="-132769.93">23299 17347 671 0,'0'0'77'16,"0"0"41"-16,0 0-107 15,0 0-7-15,0 0-4 16,0 0 11-16,-115 97-2 16,72-46-2-16,-2 2-5 15,8-3 1-15,7-3-3 16,11-8-29-16,16-14-16 0,3-10-49 16,16-12 67-1,18-3 27-15,8-4 3 0,3-15 1 16,-3-8 23-16,-10 1-1 15,-11-2 22-15,-10 1 7 16,-11 1-15-16,0 7-9 16,-14 8-31-16,-7 10-20 15,2 1-94-15,2 1-73 16,4 12-149-16</inkml:trace>
  <inkml:trace contextRef="#ctx0" brushRef="#br0" timeOffset="-132405.54">23554 17313 631 0,'0'0'134'16,"0"0"-43"-16,0 0-46 16,101-30-17-16,-68 30-3 15,1 0-13-15,-3 10-12 16,1 5 1-16,-5 7 3 16,-6 0-4-16,-8 9-1 0,-8 2-2 15,-5 2-4 1,-2 2 1-16,-24-2 5 0,-6 0 0 15,-7 1 1-15,0 1-2 16,1-1-33-16,5 1-28 16,12-5-83-16,5-5-8 15</inkml:trace>
  <inkml:trace contextRef="#ctx0" brushRef="#br0" timeOffset="-132211.94">23561 17559 7 0,'0'0'797'0,"0"0"-736"16,0 0-47-16,0 0-14 15,0 0-1-15,0 0 1 16,58-28 6-16,-17 28-1 16,7 1 6-16,7 3-8 15,7-1-1-15,7-1-2 16,1-1-76-16,-6-1-206 15</inkml:trace>
  <inkml:trace contextRef="#ctx0" brushRef="#br0" timeOffset="-132055.85">24119 17542 836 0,'0'0'101'0,"0"0"-51"16,0 0-47-16,0 0-3 15,0 0-28-15,0 0-31 16,2 12 1-16,-2-7-164 16</inkml:trace>
  <inkml:trace contextRef="#ctx0" brushRef="#br0" timeOffset="-129641.4">3080 16294 318 0,'0'0'191'16,"0"0"-94"-16,0 0-53 16,0 0-9-16,0 0 40 15,0 0-16-15,2-18-59 16,-2 25-1-16,-9 17 1 16,-3 5 22-16,-3 10 27 15,-3 5-32-15,0 2-3 16,0 3-5-16,1 1-7 15,0-2 4-15,5-6-4 16,-2-6 0-16,4-7 0 0,4-12-2 16,-1-9 0-16,4-7-5 15,3-1 5-15,0-9 3 16,0-17-3-16,0-11-9 16,0-12 2-16,5-1-18 15,5 3-11-15,3 2-19 16,8 6-53-16,6 7-16 15,6 6-114-15,-2 10 174 16,0 8 64-16,-5 8 146 16,-2 9-33-16,-3 21-68 15,-2 12-8-15,-7 9-12 16,1 7-15-16,-5-2-3 0,-5-4-7 16,1-9-3-1,-1-15-6-15,-1-13-28 0,2-15 20 16,5-4 17-16,5-27 46 15,5-9-29-15,3-7-2 16,4 0 7-16,1 1-22 16,3 5-14-16,5 4-48 15,1 4-56-15,6 9-41 16,0 6 114-16,-5 7 45 16,-2 10 52-16,-11 1 64 15,-10 10-22-15,-11 19-51 16,-3 8-15-16,0 11 5 15,-21 5-6-15,0 3-2 16,0 2-13-16,2-5 1 16,13-9-12-16,6-3-1 0,0-13-42 15,9-14-69-15,18-9-310 16</inkml:trace>
  <inkml:trace contextRef="#ctx0" brushRef="#br0" timeOffset="-129408.09">3829 16472 783 0,'0'0'87'0,"0"0"-18"16,0 0-57 0,0 0-12-16,0 0-4 0,0 0-2 15,-16 28 6-15,16 6 0 16,0 10 0-16,0 5 4 15,2 4-4-15,8 3-2 16,3-1-3-16,4-5-31 16,8-8-5-16,8-10-133 15,-5-17-164-15</inkml:trace>
  <inkml:trace contextRef="#ctx0" brushRef="#br0" timeOffset="-129058.01">4159 16481 547 0,'0'0'110'16,"0"0"-85"-16,0 0 11 15,0 0 63-15,-48 97-39 16,26-52-34-16,-2 0-5 16,4-1-12-16,3-4-4 15,3-9 0-15,5-8-5 16,5-10 3-16,2-10 3 0,2-3-5 16,0-3 10-16,0-22 34 15,3-16-45-15,9-8-3 16,0-6-13-16,4 4-36 15,4 2-35-15,8 11-76 16,8 3 33-16,4 11-164 16</inkml:trace>
  <inkml:trace contextRef="#ctx0" brushRef="#br0" timeOffset="-128792.02">4159 16481 125 0,'134'-50'64'16,"-123"62"-18"-16,-5 7-20 16,-4 3 7-16,-2 2 11 15,0-2-18-15,-8-5 20 16,-6-3-3-16,-5-4 0 15,-2-2 6-15,1-4 6 16,1-4 8-16,4 0 46 16,5 0-31-16,4 0-19 0,4 0-36 15,2 0-23-15,0 4-5 16,8 9 3-16,13 7 1 16,4 5 2-16,0 6 0 15,-2 5 2-15,-1-1-1 16,2-1 2-16,0-2 0 15,-3-4-4-15,1-3 0 16,-3 0-42-16,-5-11-149 16,4-11-188-16</inkml:trace>
  <inkml:trace contextRef="#ctx0" brushRef="#br0" timeOffset="-128240.76">4644 16542 755 0,'0'0'22'15,"0"0"-20"-15,0 0-2 16,-26 106 32-16,1-48 9 16,-5-1-5-16,2 0-7 15,4-5-21-15,5-8 2 16,8-10-6-16,5-11-3 15,4-12 0-15,2-8 1 16,0-3 0-16,0-3 25 0,2-25 22 16,15-15-49-16,2-9-1 15,5-7-27-15,-1 0-19 16,3 1-34-16,8 2-66 16,6 10 6-16,4 10-134 15,2 7 160-15,-5 12 115 16,-4 11 80-16,-12 6 62 15,-7 8-25-15,-14 19-94 16,-4 7-5-16,-10 5 4 16,-17-1 5-16,-3-3-10 15,0-5-8-15,3-10 3 16,5-5 17-16,4-4 11 0,5-1 3 16,4-4-29-1,3 0-14-15,4-1 0 0,2 2-1 16,0 5 1-16,3-2 0 15,11 5 0-15,5-1 10 16,1 1-1-16,-1 4 5 16,6 1 2-16,-1 2 0 15,7 2 4-15,2 3-11 16,-3-1-7-16,-2 2-2 16,-8-7-73-16,-8-8-186 15</inkml:trace>
  <inkml:trace contextRef="#ctx0" brushRef="#br0" timeOffset="-127999.8">5110 16670 520 0,'0'0'115'15,"0"0"-105"-15,0 0 60 16,0 0 41-16,0 0-63 16,80-4-29-16,-50 3-5 15,5-1-9-15,1 2-5 16,1 0-3-16,-2 0-62 16,-4 0-124-16,-10 0-321 0</inkml:trace>
  <inkml:trace contextRef="#ctx0" brushRef="#br0" timeOffset="-127811.84">5025 16855 855 0,'0'0'9'0,"0"0"-8"16,0 0 14-16,0 0 10 15,0 0 8-15,99 23-8 16,-56-23-20-16,2 0-1 15,7 0-4-15,2 0-36 16,1-4-58-16,0-6-140 0</inkml:trace>
  <inkml:trace contextRef="#ctx0" brushRef="#br0" timeOffset="-127309.95">5813 16520 708 0,'0'0'52'0,"0"0"34"15,0 0-43-15,0 0-36 16,0 0-6-16,86-12 0 16,-50 32 0-16,2 4-1 15,-4 2 0-15,-3-1 0 16,-8-1 0-16,-10 0 0 16,-13-2-1-16,0 1-3 15,-13 0-1-15,-19-1 5 16,-4-1 2-16,-1-4-1 15,0-5 4-15,11 0-4 16,6 0 1-16,9-4-2 16,7 1-1-16,4 0-6 0,0-1-1 15,15 0 8-15,8-3 4 16,9-1-2-16,4-4 0 16,9 0 5-16,0-5-3 15,-1-11 5-15,-1 3-9 16,-3 0-1-16,-5 0-54 15,-5-2-120-15,-11-4-213 16</inkml:trace>
  <inkml:trace contextRef="#ctx0" brushRef="#br0" timeOffset="-126940.34">6533 16386 892 0,'0'0'27'15,"0"0"43"-15,0 0-52 16,0 0-18-16,0 0-6 16,0 0 0-16,-52 64 6 15,19-6 0-15,0 4 1 16,3 5-1-16,7-5 0 15,14-8 0-15,7-11-3 16,2-16 6-16,12-12-4 0,14-11 2 16,5-4 0-16,9-7 6 15,2-17-5-15,-8-4-1 16,-7-2 5-16,-14 1-5 16,-9 1 4-16,-4 0-5 15,-11 5 0-15,-16 7-1 16,-4 8-3-16,1 8-36 15,3 10-65-15,8 12-98 16,9 2-241-16</inkml:trace>
  <inkml:trace contextRef="#ctx0" brushRef="#br0" timeOffset="-126717.79">6951 16696 945 0,'0'0'34'0,"0"0"-18"16,0 0-16-16,0 0 0 16,0 0-1-16,0 0-41 15,-19 6 6-15,14 13-56 16,5-4-105-16,0-4-402 15</inkml:trace>
  <inkml:trace contextRef="#ctx0" brushRef="#br0" timeOffset="-125678.15">7218 16540 494 0,'0'0'55'0,"0"0"3"16,0 0 7-16,-37 81-22 15,31-48 0-15,3 3-8 16,3-2-19-16,0 0-8 15,6-4-4-15,13-10-3 16,5-5 3-16,3-10-1 16,3-5-1-16,1-1 12 15,-1-18 12-15,-5-6 1 16,-3-6 4-16,-9-2-14 16,-7-1 5-16,-6-2-9 0,0-1-8 15,-11 4 6-15,-17 6-10 16,-9 9-1-16,-1 12-32 15,1 6-94-15,10 0-66 16,6 12-196-16</inkml:trace>
  <inkml:trace contextRef="#ctx0" brushRef="#br0" timeOffset="-125157.78">7530 16386 567 0,'0'0'107'0,"0"0"-3"15,0 0-34-15,0 0-59 16,0 0-1-16,118-23-6 16,-77 23 12-16,0 2 3 15,-4 5-3-15,-4 4-2 16,-6 3-11-16,-7 5 1 16,-9 3-8-16,-9 2 4 15,-2 8-4-15,-19 4 4 16,-18 5 0-16,-12 8 2 15,-3 4 0-15,2 1-2 16,4 2-6-16,12-4-50 16,10-10-26-16,14-12-46 0,10-13-76 15,0-14-149-15</inkml:trace>
  <inkml:trace contextRef="#ctx0" brushRef="#br0" timeOffset="-124961.59">7600 16643 38 0,'0'0'315'16,"0"0"-170"-16,0 0-9 16,0 0-37-16,0 0-10 15,0 0-54-15,56-40-14 16,-29 40-10-16,6 0 2 16,2 0-12-16,5 0 1 0,-1 0-2 15,1-3-5 1,-3-2-64-16,-4-6-120 0,3-5-261 15</inkml:trace>
  <inkml:trace contextRef="#ctx0" brushRef="#br0" timeOffset="-124529.5">8088 16402 618 0,'0'0'103'0,"0"0"3"15,0 0-91-15,0 0-12 16,0 0 11-16,-71 78 1 15,52-38 9-15,4-4-12 16,8-6-4-16,5-10-2 0,2-11-6 16,0-4 7-16,0-5 12 15,15-2-1-15,5-21 12 16,5-8-21-16,2-9-8 16,-6-5-1-16,4-3-5 15,-7-1-19-15,7-1 1 16,4 1-6-16,3 6-1 15,7-1 1-15,3 6 3 16,-1 8 9-16,-3 4 17 16,-7 9 23-16,-5 7 9 15,-10 5-16-15,-5 5-1 16,-7 0-11-16,-4 20-4 16,-1 10 0-16,-24 18 1 15,-10 13 1-15,-10 13 10 0,-6 8-12 16,-4 0 6-16,6 0-5 15,1-4 0-15,8-6-2 16,8-6-20-16,10-13-57 16,13-19-137-16,9-15-216 15</inkml:trace>
  <inkml:trace contextRef="#ctx0" brushRef="#br0" timeOffset="-124263.51">8389 16658 636 0,'0'0'43'16,"0"0"-33"-16,0 0 33 0,0 0 8 15,-46 87-22-15,41-64-20 16,5-3 0-16,2-6-4 16,25-5 13-16,8-7 41 15,7-2-38-15,0-8 5 16,-2-18-5-16,0-8-10 15,-5-4-6-15,-10 1-4 16,-10 3 4-16,-15 8-5 16,-3 7-12-16,-34 9-36 15,-15 10-70-15,-7 0-40 16,6 14-142-16</inkml:trace>
  <inkml:trace contextRef="#ctx0" brushRef="#br0" timeOffset="-123724">6381 17082 508 0,'0'0'41'16,"0"0"33"-16,0 0-27 16,0 0-23-16,0 0-4 15,0 0 15-15,0 2 51 16,70 0-35-16,18-1-16 15,19-1-3-15,20 0-2 16,12 0-16-16,12 0-3 16,13 0-3-16,3-3-2 15,6 1-1-15,-4 2-5 16,-4 0 0-16,-14-1-7 0,-18 1-6 16,-25-2-34-1,-31 2-13-15,-30 0-69 0,-27 0-33 16,-20 0-75-16,0 5 117 15,-12 4-26-15,-4-4 146 16,2 0 97-16,5-5 45 16,0 0 75-16,3 0 10 15,2-5-81-15,-4-4-76 16,5 1-15-16,0 4-31 16,3 4-24-16,0 0-30 15,0 18-74-15,0-1 2 16,0-16-432-16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55:23.596"/>
    </inkml:context>
    <inkml:brush xml:id="br0">
      <inkml:brushProperty name="width" value="0.05292" units="cm"/>
      <inkml:brushProperty name="height" value="0.05292" units="cm"/>
      <inkml:brushProperty name="color" value="#FF0000"/>
    </inkml:brush>
  </inkml:definitions>
  <inkml:trace contextRef="#ctx0" brushRef="#br0">6178 6541 191 0,'0'0'50'0,"0"0"-9"0,0 0 17 15,0 0-15-15,0 0-3 16,0 0-10-16,0 0-2 15,0 0 19-15,-13-18-16 16,13 15-14-16,0 3 2 16,0 0 10-16,0 0-15 15,-3 0-10-15,3 0-3 16,0 0 2-16,0 0-3 16,0 0 11-16,0 0-4 15,0 0 2-15,0 0-2 16,0 0-5-16,0 0-2 0,0 0-2 15,0 0-1-15,0 0-15 16,12 0 3-16,3 0 13 16,7 0-10-16,-1 0 7 15,6 0 4-15,4 0 0 16,4 0 0-16,11 2 0 16,0 4 1-16,2-2 1 15,1 0-1-15,0 1 0 16,4-4-1-16,6-1 1 15,4 0-1-15,6 0 1 16,-3-6 2-16,2-1-2 16,-7 0 0-16,-5 2 0 15,-7 3 1-15,-8 2-2 16,-5 0 1-16,-6 0 0 0,-5 0 0 16,-1 0 0-16,-3 0-1 15,1 0 1-15,1 0 0 16,0 0 1-16,0 0-1 15,1 0 1-15,4 0 3 16,2 0-1-16,6 0-3 16,1 0 0-16,6 2 0 15,0 1 0-15,5 0 0 16,-3 0 0-16,7-1-2 16,0-2 2-16,-4 0-5 15,4 0 5-15,0 0 0 0,-1-2 0 16,1-4 1-16,0 1-1 15,-1 2 1-15,3-1 4 16,3-1-1-16,2 2 0 16,1-1-3-16,-3 0 1 15,-5 1 6-15,-10 2-2 16,-5-1 1-16,-7 2 20 16,-6-3 0-16,-7-1-2 15,-8 3-1-15,-4 1-3 16,1 0-12-16,-2 0-9 15,1 0 0-15,-1 0 2 16,1 0-1-16,-2 0-1 16,-2 0 3-16,1 0 4 15,-2 0 9-15,0-2 8 16,0 2-1-16,0 0-1 16,0 0-5-16,0 0-5 0,0 0-12 15,0 0-10-15,0 3-106 16,-20 7-174-16</inkml:trace>
  <inkml:trace contextRef="#ctx0" brushRef="#br0" timeOffset="171.04">8954 6456 603 0,'0'0'0'16,"0"0"-309"-16</inkml:trace>
  <inkml:trace contextRef="#ctx0" brushRef="#br0" timeOffset="4700.99">6633 7781 138 0,'0'0'117'0,"0"0"-84"0,0 0 9 16,0 0-3-16,0 0-8 16,0 0 11-16,-33-32-5 15,29 27-10-15,1 3-19 16,0 0 4-16,-1-1-4 16,4 1 11-16,-2 2-6 15,1-3-4-15,1 3 12 16,-2 0-4-16,2 0-3 15,0 0-5-15,0 0 6 16,0 0-4-16,0 0-2 16,0 0-9-16,0-3-2 15,3 2 2-15,15 0 0 16,12-2 0-16,6 0 0 0,13 0 1 16,9 0 0-16,14 1-1 15,14 0 2-15,17 2-5 16,15 0 2-16,6-1 1 15,7-2-2-15,-3-1-26 16,-5-4 10-16,-6-4 15 16,-8 0 1-16,-12 1 2 15,-9 0 0-15,-10 2 5 16,-15 3-3-16,-13 1-1 16,-14 3 3-16,-14-2 3 15,-11 1 23-15,-7 1 21 16,-4 0 18-16,0 2-12 0,0-1-16 15,0-1 4-15,0 0-25 16,0-1-20-16,0 1 0 16,0 2-6-16,0 0-23 15,-7 1-81-15,-9 10-73 16,5-2-88-16</inkml:trace>
  <inkml:trace contextRef="#ctx0" brushRef="#br0" timeOffset="4852.66">8380 7613 511 0,'0'0'105'0,"0"0"-90"0,0 0-15 16,0 0-165-16,0 0-64 15</inkml:trace>
  <inkml:trace contextRef="#ctx0" brushRef="#br0" timeOffset="5878.67">6681 8898 184 0,'0'0'51'0,"0"0"71"0,0 0-40 15,0 0-25-15,0 0 0 16,0 0-9-16,-46-21-1 15,44 19-7-15,2 2-25 16,0 0-15-16,0 0-2 16,3 0-6-16,21 0 8 15,15 0 6-15,19 0 1 16,21 0 3-16,24 0-1 16,19 0 6-16,15 0 5 15,1-3-5-15,-1-3-9 0,-10 0-2 16,-14-1-1-1,-8 0 0-15,-16 0-3 16,-10-1 1-16,-13-1 2 0,-8 1-1 16,-16 1 3-16,-14-1 4 15,-14 3-2-15,-9 3 8 16,-5 1 12-16,0 1-22 16,0 0-5-16,0 0-12 15,-13 0-91-15,-5 6-16 16,0 1-80-16,9-7-196 15</inkml:trace>
  <inkml:trace contextRef="#ctx0" brushRef="#br0" timeOffset="6021.82">8191 8802 441 0,'0'0'104'15,"0"0"-66"-15,0 0-38 16,0 0-28-16,0 0-41 15,0 0-1-15,0 0-108 16</inkml:trace>
  <inkml:trace contextRef="#ctx0" brushRef="#br0" timeOffset="7973.18">6765 10185 268 0,'0'0'66'15,"0"0"14"-15,0 0-52 16,0 0 25-16,0 0 17 15,0 0-27-15,47-42-13 16,-26 36-15-16,5 1-2 16,5 2 2-16,9-1 8 0,7 1 0 15,9-1-10-15,13 4-9 16,16-5 2 0,10 1-4-16,9-2 1 0,3 1-1 15,-2-4-1-15,-6 2-1 16,-11 0 0-16,-13-3 0 15,-10 2 0-15,-9-1 2 16,-5 1-1-16,-10 1-1 16,-11 0 0-16,-11 2 1 15,-7 4-2-15,-5 1 1 16,-4 0-9-16,-3 1-90 16,0 12-14-16,-2-4-109 15</inkml:trace>
  <inkml:trace contextRef="#ctx0" brushRef="#br0" timeOffset="8128.97">8161 10064 275 0,'0'0'228'0,"0"0"-99"16,0 0-15-16,0 0-49 16,0 0-16-16,0 0-29 15,-9-38-20-15,6 46-191 16,0 12 81-16,-5-3-138 15</inkml:trace>
  <inkml:trace contextRef="#ctx0" brushRef="#br0" timeOffset="9421.52">6629 11388 320 0,'0'0'133'0,"0"0"-26"16,0 0-77-16,0 0-21 0,0 0-4 15,0 0-3-15,-36-20 2 16,34 20 4-16,1 0 5 16,1 0 2-16,-3 0-1 15,3 0-4-15,0 0-9 16,0 0-1-16,3 0-1 16,18 0 1-16,14 0 9 15,18 0 6-15,17 0 9 16,20 0 2-16,17 0-1 15,11 0-16-15,4 0-8 16,-1 0 3-16,-5-7-4 16,-5 1 4-16,-9-2-3 0,-14 0 3 15,-16-1-3-15,-15 3 4 16,-17 0 19-16,-13-1 1 16,-6 3-2-16,-12 0-4 15,-6 2-10-15,-3 2-1 16,0 0-4-16,0 0-4 15,0 0 0-15,-9 0-18 16,-12 9-82-16,3 3-42 16,0-4-75-16</inkml:trace>
  <inkml:trace contextRef="#ctx0" brushRef="#br0" timeOffset="9568.79">7943 11339 518 0,'0'0'59'0,"0"0"39"16,0 0 12-16,0 0-77 16,0 0-33-16,0 0-126 15,-14 20 26-15,3 2-73 16</inkml:trace>
  <inkml:trace contextRef="#ctx0" brushRef="#br0" timeOffset="14453.08">6859 12543 184 0,'0'0'66'0,"0"0"4"15,0 0-2-15,0 0-15 16,0 0-15-16,0 0 8 15,-42-48 5-15,37 42-27 16,-1 1 8-16,-1-2-2 16,3 2 3-16,-1 0 19 15,2 2-21-15,0 0-16 0,3 2-10 16,0 1-5-16,0 0 2 16,0 0-2-16,0 0 0 15,0 0-9-15,9 0 7 16,21 0 2-16,17 5 3 15,19-2-2-15,19 1 1 16,20-4 1-16,14 0-3 16,8 0 0-16,4 0-2 15,-7 0-8-15,-8 0 0 16,-10-10 9-16,-12-4-1 16,-12 0 2-16,-7 1 4 0,-14 0 16 15,-17 2-1 1,-17 3 0-16,-13 2 8 15,-11 3 12-15,-3 1 0 16,0-1-30-16,0 3-9 0,-9 0-1 16,-12 0-18-16,0 13-53 15,-3 7-38-15,5-6-84 16,8-7-305-16</inkml:trace>
  <inkml:trace contextRef="#ctx0" brushRef="#br0" timeOffset="14594.66">8241 12422 488 0,'0'0'57'15,"0"0"-13"-15,0 0-44 16,0 0-31-16,0 0-66 16,0 0-107-16</inkml:trace>
  <inkml:trace contextRef="#ctx0" brushRef="#br0" timeOffset="16713.11">6756 13859 319 0,'0'0'107'16,"0"0"-47"-16,0 0-52 16,0 0-3-16,0 0 17 15,0 0 26-15,-3-12-15 16,3 9-17-16,4 0-7 15,20-1 2-15,12-3 15 16,10 2-19-16,11 5-4 16,14-3 0-16,7 3-3 15,13 0 2-15,12 3 0 16,7 2-2-16,6-2-3 16,-1-3-3-16,-10 0-6 0,-10 0 11 15,-14-8 1-15,-15-4 0 16,-14 1 5-16,-15 0 11 15,-15 2 19 1,-10 3-5-16,-6 6-4 0,-6 0-8 16,0 0-18-16,0 0-35 15,-12 3-83-15,-17 14 41 16,-9-5-282-16</inkml:trace>
  <inkml:trace contextRef="#ctx0" brushRef="#br0" timeOffset="16867.99">7940 13855 456 0,'0'0'148'0,"0"0"-33"0,0 0-49 16,0 0-66-16,0 0-128 15,0 0-20-15,25-19-80 16</inkml:trace>
  <inkml:trace contextRef="#ctx0" brushRef="#br0" timeOffset="18697.88">8219 7514 267 0,'0'0'72'15,"0"0"-22"-15,0 0 3 16,0 0-10-16,0 0-2 16,0 0-6-16,0-7 1 15,0 3-5-15,0 0-1 16,0 2 11-16,0 0-1 15,0 2-33-15,0 0-7 16,0 0-27-16,0 0-63 16,0 8 38-16,0 5 33 0,0 2-44 15,0-1-60-15,0-6-31 16</inkml:trace>
  <inkml:trace contextRef="#ctx0" brushRef="#br0" timeOffset="19282.9">8065 8531 264 0,'0'0'75'15,"0"0"23"-15,0 0-43 16,0 0-22-16,0 0 5 16,0 0-18-16,2-11-3 15,-2 11 0-15,0 0 0 16,0 0-9-16,1 0-8 16,-1 0-6-16,0 0-31 15,0 0-23-15,2 0 21 0,-2 0 22 16,0 3-33-1,1 2-11-15,1 1-11 0,2 0-12 16,-1-3 9-16</inkml:trace>
  <inkml:trace contextRef="#ctx0" brushRef="#br0" timeOffset="22042.42">13302 2517 239 0,'0'0'67'16,"0"0"46"-16,0 0-39 16,0 0-25-16,0 0 47 15,0 0-85-15,-22-53 17 16,20 53 31-16,2 0-10 16,0 0-12-16,0 0-26 15,0 9-11-15,0 21-9 16,0 18 6-16,-3 18 3 15,-11 11 0-15,-9 11 0 16,-10 1 1-16,1-9 1 0,2-8-2 16,9-18 0-1,6-18-2-15,9-15 1 0,3-14 2 16,1-7-1-16,1 0 11 16,1-9 54-16,0-19-28 15,0-16-37-15,9-12-23 16,7-10-11-16,1-9-16 15,-4-4 16-15,-7-1 20 16,-5 2 10-16,-1 4 4 16,0 12 4-16,0 9-3 15,0 10-2-15,8 9 0 16,0 8-2-16,1 11 0 16,1 7 3-16,3 8 3 15,4 0-3-15,8 8 0 16,5 12 0-16,3 8 0 0,-1 9 0 15,-2 4 0-15,-4 4 0 16,-10-1-4-16,-7-7 8 16,-9-3-8-16,0-5 4 15,-22-9 0-15,-13-1 3 16,-9-8-1-16,-3-4-1 16,0-4 4-16,5-3-1 15,12 0 10-15,12 0-1 16,11 0-8-16,7 0-5 15,0 0-39-15,0 5-133 16,17 3 12-16,12-3-104 16</inkml:trace>
  <inkml:trace contextRef="#ctx0" brushRef="#br0" timeOffset="22757.73">13644 2588 350 0,'0'0'285'0,"0"0"-159"15,0 0-103-15,0 0-23 16,0 0-6-16,0 0 6 16,-23 124 0-16,11-62 2 15,-2 3-2-15,2-4 4 0,5-13-4 16,3-9 3-1,1-13-3-15,2-14 1 0,1-6 2 16,0-6-2-16,0 0 8 16,0-6 50-16,0-22 10 15,0-13-69-15,0-10-22 16,4-8-7-16,0-2-14 16,-4 2 4-16,0 6 8 15,0 7 23-15,0 12 7 16,-3 9 1-16,3 6 0 15,0 5-4-15,8 5-9 16,9 0 5-16,6 2 4 0,6 0 2 16,1 5 1-1,4 2-4-15,2 0 2 0,-1 13-43 16,-9 5 0-16,-8 5 8 16,-14 3 7-16,-4-1 17 15,-9 0 5-15,-18-2 9 16,1 0 3-16,-1-4 14 15,9-2 4-15,3-1-4 16,7 1-12-16,7 0-4 16,1 4 0-16,0 1 1 15,10 2 5-15,8-2 0 16,2-5-3-16,2-3 9 16,-3 0 1-16,-4-3-2 15,-3 0-6-15,-6 4-3 16,-1-1-1-16,-5 6 3 0,0 1-4 15,0 3 4 1,-15-3-5-16,-5-3-3 0,-3-3-1 16,0-5 3-16,-1-3 1 15,-4-2 1-15,1-5 5 16,-1 0-1-16,4 0 19 16,9-5 2-16,3-5-1 15,12 3-25-15,0-7-1 16,25-5-255-16</inkml:trace>
  <inkml:trace contextRef="#ctx0" brushRef="#br0" timeOffset="23290.36">14142 2637 667 0,'0'0'114'0,"0"0"-25"16,0 0-89-16,0 0-1 16,0 0-5-16,0 0 4 15,-7 96 4-15,7-49-3 16,-4 0 2-16,3 1 1 16,1-6 1-16,0-4-2 15,0-9 1-15,0-10 0 0,0-9-1 16,0-8-1-16,0-2 1 15,0 0 2-15,0-10 19 16,0-20 6-16,0-14-28 16,-5-12-35-16,-5-6 13 15,0-4 5-15,2 3 11 16,7 6-7-16,1 9 7 16,15 8-3-16,13 10-10 15,3 5 16-15,1 12-8 16,-4 6 11-16,-6 7 2 15,-2 0-2-15,-7 20-4 16,-7 9 0-16,-6 6 1 0,-3 5 4 16,-21-1-1-1,-4-6 4-15,4-5-4 0,2-10 2 16,2-8 0-16,2-5-1 16,-4 0 4-16,0-5 2 15,5 0-2-15,5 0-2 16,8 0-3-16,4 0-35 15,0 6-132-15,6-3-139 16,16-3 12-16</inkml:trace>
  <inkml:trace contextRef="#ctx0" brushRef="#br0" timeOffset="23475.11">14473 2677 505 0,'0'0'72'0,"0"0"62"0,0 0-91 16,0 0-22-16,0 0-18 15,112-63-3-15,-66 58-2 16,10 5-42-16,2 0-45 16,-2 0-58-16,-11 0-349 15</inkml:trace>
  <inkml:trace contextRef="#ctx0" brushRef="#br0" timeOffset="23670.87">14527 2839 679 0,'0'0'76'15,"0"0"-44"-15,0 0-25 16,100-34-7-16,-57 29-1 15,2 5 0-15,2 0-36 16,7 3-45-16,0 7-67 16,1-10-289-16</inkml:trace>
  <inkml:trace contextRef="#ctx0" brushRef="#br0" timeOffset="24389.96">15250 2434 526 0,'0'0'124'16,"0"0"-30"-16,0 0-40 15,0 0-32-15,0 0 14 16,0 0-21-16,15-48-12 16,14 39-3-16,6 2-1 0,7 3 1 15,-3 4-13 1,4 0-28-16,-7 4-34 0,-8 10-27 15,-14 1 26-15,-11-1-50 16,-3 3 0-16,-20 1 81 16,-17 1 45-16,0-2 2 15,1 0 3-15,9-4 32 16,9-4 45-16,11 0-30 16,4 1-37-16,3 4 2 15,0 6 15-15,10 1 1 16,10 8-10-16,2 3-11 15,6 1 1-15,-3-1-11 16,-3-8 4-16,-7-7 0 16,-7-9-4-16,-6-1 0 0,-2-5 4 15,-2 3 13 1,-23 3 1-16,-12 1-6 0,-7 3-6 16,-5-4-7-16,3-1-1 15,12-1-13-15,13 0-32 16,15-6-82-16,6 0-186 15</inkml:trace>
  <inkml:trace contextRef="#ctx0" brushRef="#br0" timeOffset="24872.88">15681 2532 611 0,'0'0'200'15,"0"0"-109"-15,0 0-83 0,0 0-8 16,0 0-20-16,0 0 16 16,0 55 2-16,21-22 1 15,13 0-4-15,14-9-20 16,12-10-2-16,1-11-4 16,-9-3-15-16,-11-14 33 15,-16-13 13-15,-10-3 2 16,-10-1 13-16,-5 0 10 15,0 0 11-15,-20 2-8 16,2 7 0-16,0 7-1 0,9 7 9 16,4 8-12-1,2 2-24-15,-5 28-20 0,2 17 13 16,-3 24 7-16,1 17-1 16,4 7 1-16,4 4 0 15,0-9 2-15,0-13-4 16,2-22 1-16,2-20-1 15,-4-18 1-15,0-13 1 16,0-4 5-16,0 0 5 16,0-12 18-16,0-15 1 15,-12-11-29-15,3-8-17 16,1 4-9-16,4 5-8 16,4 10-3-16,1 4-26 15,24 9-121-15,3 3-134 16</inkml:trace>
  <inkml:trace contextRef="#ctx0" brushRef="#br0" timeOffset="25921.71">16263 2738 401 0,'0'0'150'15,"0"0"-79"-15,0 0-7 16,0 0-29-16,73-87-7 15,-45 66-4-15,-1-2 19 16,-4 1-17-16,-2 1-13 16,-9 1-3-16,-6 3-4 0,-6 3-3 15,0 2-3-15,-5 6-1 16,-13 6-2-16,-7 0-3 16,-6 15-8-16,-1 17 6 15,4 8 0-15,5 9-1 16,11 4 1-16,12-4-6 15,12-13-18-15,34-16 17 16,17-15 15-16,9-5 8 16,-2-15 1-16,-7-14 2 15,-8-7-6-15,-11-1-3 16,-9-2 3-16,-13 4 7 16,-11 3-7-16,-10 6 2 15,-1 6 8-15,-3 4-3 0,-8 8-9 16,1 8-3-16,1 0-6 15,-1 12-30-15,-7 17 25 16,-2 11 9-16,3 7-8 16,6-1-14-16,10-8-4 15,0-13 6-15,23-16-8 16,9-9 30-16,4-9 12 16,1-17 27-16,0-9-7 15,-7-2 5-15,-7-2-9 16,-11 2 5-16,-7 1-7 15,-5 6 2-15,0 8-12 16,-1 8-8-16,-5 7-5 0,5 5 5 16,1 2-8-1,0 11-18-15,-1 18-32 0,-2 17 50 16,0 10 0-16,0 4 0 16,3-2 0-16,0-8 0 15,4-14-1-15,5-15-2 16,-1-11 2-16,-4-5-2 15,1-5 3-15,4-3 5 16,8-20 13-16,6-9-17 16,2-7-1-16,-2-5-13 15,-9-2 10-15,-3 4-3 16,-6 3 2-16,-1 4 3 16,4 8 2-16,2 3 3 15,2 2-4-15,6 5 0 0,0 1-6 16,6-1 6-16,-2 0 0 15,3 2 1 1,-2 1-1-16,-1-3 1 0,-6 5 3 16,-5 2 2-16,-5 3 4 15,-5 6-1-15,-1 1 1 16,0 0 4-16,0 0-12 16,0 0-2-16,0 0-3 15,0 3-11-15,0 17-26 16,0 13 35-16,0 9 5 15,0 3 0-15,0-1 0 16,10-5 0-16,6-8-2 16,3-3 2-16,-1-5 7 0,-2-1-3 15,-2-5 1-15,-2-5-5 16,-6-3 1-16,-5-5 1 16,-1-1 1-16,0-2-3 15,0 1 0-15,-10 1 0 16,-19 5 0-16,-12 0 0 15,-3 5-9-15,1 3-16 16,10 4-43-16,10-2-94 16,14-4-162-16</inkml:trace>
  <inkml:trace contextRef="#ctx0" brushRef="#br0" timeOffset="26104.67">17311 2796 573 0,'0'0'51'0,"0"0"46"16,0 0-21-16,0 0 2 16,0 0-24-16,0 0-23 15,-8-19-25-15,5 19-6 16,-6 14-101-16,-8 8-17 16,-4-5-94-16</inkml:trace>
  <inkml:trace contextRef="#ctx0" brushRef="#br0" timeOffset="26837.6">13788 3459 315 0,'0'0'126'0,"0"0"-41"16,0 0-45-16,0 0 11 16,0 0-36-16,0 0-15 15,2-17 0-15,38 14 13 16,23-2 19-16,19-4 20 16,21 1-35-16,19-3-17 15,17-1 2-15,9-2-5 0,3-2 3 16,-11 2 0-1,-14-2-19-15,-15 1 10 0,-20 2-6 16,-17 1 12-16,-20 3-21 16,-17 1 7-16,-18 5-4 15,-12 1-39-15,-7 2-130 16,0-1-181-16</inkml:trace>
  <inkml:trace contextRef="#ctx0" brushRef="#br0" timeOffset="26998.75">15577 3321 553 0,'0'0'124'0,"0"0"-15"16,0 0-43-16,0 0-48 16,0 0-18-16,0 0-32 15,-7-20-102-15,7 20-75 16,0 0-10-16</inkml:trace>
  <inkml:trace contextRef="#ctx0" brushRef="#br0" timeOffset="39777.25">5093 15255 212 0,'0'0'65'16,"0"0"47"-16,0 0-52 0,0 0-31 15,0 0 4-15,0 0 9 16,0 0-10-16,0 0 6 15,-75-35-12-15,69 31-2 16,2 1 19-16,-1 0-30 16,2 2 18-16,0-1-6 15,0 2-14-15,2 0-7 16,-2-3-3-16,3 3 2 16,0 0-3-16,0 0 0 15,0 0 0-15,0 0-1 16,0 0 1-16,0 0-5 15,0 0-6-15,7 0 1 16,14 0 10-16,11 0 3 16,12 3 4-16,11 0-3 15,11-1-1-15,10-1-2 0,10-1 2 16,8 0 0-16,7 0-1 16,7 0 1-16,-3 0-3 15,-2 0 0-15,1 0 2 16,-2 0-1-16,6 0 0 15,1 0-1-15,5-4 1 16,0-1-1-16,-2 0 0 16,2-1 0-16,-2 3 0 15,-1 0 0-15,-6 3 0 16,-8-3-1-16,-8 3 2 0,-10-1 0 16,-10 1 0-16,-8 0 0 15,-3-1-1-15,-4-1 0 16,1-1 0-16,-10 2 0 15,-2-2 0-15,-10 2 0 16,-9-1 2-16,-8 2-2 16,-7 0-3-16,-6 0 2 15,-1 0 1-15,-2 0 2 16,0 0 20-16,0-2 7 16,0 2-4-16,0 0-4 15,0-2-4-15,0 2-12 16,0 0-5-16,0 0-3 15,0 0-76-15,0 6-141 16,0 2-157-16</inkml:trace>
  <inkml:trace contextRef="#ctx0" brushRef="#br0" timeOffset="39943.84">7816 15243 541 0,'0'0'115'0,"0"0"-6"16,0 0-32-16,0 0-41 16,0 0-36-16,0 0-6 15,3-60-187-15,6 50-211 0</inkml:trace>
  <inkml:trace contextRef="#ctx0" brushRef="#br0" timeOffset="51266.4">9270 7006 244 0,'0'0'60'0,"0"0"-2"15,0 0 13-15,0 0-17 16,0 0-20-16,0 0 17 16,0 0-28-16,0-28 10 15,0 25 8-15,0-2-22 16,0 0 23-16,0 1-11 0,0-1 9 16,0-3-19-16,-1 1 12 15,-2-1-15-15,3 0 2 16,0 2-5-16,0-4-7 15,0 1-7-15,9-3-1 16,12-4-1-16,4 0 1 16,2 5 0-16,3 1 0 15,-1 7 0-15,1 3-7 16,-1 0-6-16,-5 12-6 16,-8 7-1-16,-10 6 3 15,-6 3-5-15,0 3 1 16,-16 0 10-16,-9 0 11 15,-1-3 0-15,0-6 0 16,6-3 1-16,5-7-1 16,3-2 1-16,6-4-1 0,6-3-5 15,0 0-26-15,0 0-12 16,0 4 18-16,7-2 20 16,7 5 3-16,1-1 2 15,-2 6 0-15,-2 2 0 16,-4 1 0-16,-3 4 0 15,0-2 3-15,-4 0-2 16,0 0-1-16,0-2 0 16,-11-3 8-16,-3-1 0 15,-3-1-3-15,-2-4 2 16,-4-2-4-16,-1-4 2 16,2-3 1-16,5 0-4 0,2 0 5 15,6 0-5-15,6 0-2 16,3 0-42-16,0 0-122 15,8-5-253-15</inkml:trace>
  <inkml:trace contextRef="#ctx0" brushRef="#br0" timeOffset="52461.99">9684 7085 535 0,'0'0'76'0,"0"0"-76"0,0 0-3 16,0 0 3-16,0 0 3 16,0 0 3-16,-3 71 20 15,11-40-5-15,0 6-6 16,6 2-1-16,-3 0-3 15,-2-5-9-15,2-6 1 16,1-6-3-16,1-11 0 16,3-8 1-16,3-3 3 15,3-11 5-15,3-18 6 16,-1-6-14-16,-3-4 2 16,-9 1 7-16,-9 0 19 15,-3 2-10-15,-2 1-8 0,-16 2-9 16,-2 5 5-16,0 7 1 15,2 6-7-15,8 6 0 16,4 4 0-16,3 5 2 16,3 0-3-16,0 0-3 15,0 0-16-15,0 0-31 16,0 0 46-16,0 0 3 16,0 0 1-16,0 0 0 15,0 0 0-15,0 0 5 16,0 0 0-16,0 0 21 15,0 0-2-15,0 0-7 0,-3 0 3 16,3 0 1 0,0 3-4-16,-2-3-9 0,2 0-5 15,-2 0-3-15,2 0 2 16,0 0-2-16,0 0 1 16,0 0-2-16,0 0 1 15,0 0-3-15,0 0 0 16,0 2-2-16,0-2-3 15,0 1-3-15,0 2-1 16,0 0-11-16,14 2 22 16,6-2-3-16,9-3 4 15,7 0 3-15,3 0-3 16,2-10-2-16,-3 0-4 16,-5-1 5-16,-5 3-1 0,-8 1 0 15,-5 2 2-15,-8 4 0 16,-5 0 0-16,-2 1-1 15,0 0 1-15,0 0-3 16,0 9-5-16,0 15 8 16,-8 5-1-16,-1 3 1 15,2 3 0-15,1-3 0 16,6-6-1-16,0-6-2 16,0-7 3-16,16-8 3 15,10-5-2-15,12-2 9 16,5-21 3-16,1-7-1 15,-10-3-9-15,-9-1 8 16,-13 3-10-16,-10 1 12 0,-2 4 6 16,0 4-10-1,-3 7 5-15,0 6-10 0,3 6 4 16,0 3-8-16,0 0-2 16,0 2-7-16,7 12-4 15,13 7 13-15,2 1 1 16,4 4 0-16,2-2-1 15,5-5 0-15,1-3-2 16,9-9-9-16,2-7-3 16,1 0 11-16,-1-6 0 15,-13-6 2-15,-4-4-1 16,-12-2 2-16,-8-5 3 0,-5-4-3 16,-3-3 0-16,0-4 0 15,-3-2 15-15,-15 3-8 16,0 1 0-16,0 10 12 15,4 8 0-15,3 7-15 16,-6 6-4-16,-5 1 0 16,-10 6-23-16,-8 18-2 15,-1 5-26-15,3 5-47 16,4-2-22-16,8-6-153 16</inkml:trace>
  <inkml:trace contextRef="#ctx0" brushRef="#br0" timeOffset="53062.12">9260 7525 352 0,'0'0'91'16,"0"0"5"-16,0 0-35 15,0 0-8-15,0 0-9 16,0 0-14-16,-10-3-16 15,10 3-14-15,20-3 1 16,24-5 10-16,27-4 30 0,22-6-14 16,30-7 14-1,25-4-21-15,25-8-2 0,15-1-5 16,8-3-1-16,-8 5-12 16,-22 4 1-16,-22 7-1 15,-28 6 0-15,-26 8 2 16,-28 4-2-16,-20 5 1 15,-21 2-1-15,-12 0-5 16,-9 16-50-16,-30 16-26 16,-31 3 9-16,-24-2-166 15</inkml:trace>
  <inkml:trace contextRef="#ctx0" brushRef="#br0" timeOffset="53644.42">9445 7768 394 0,'0'0'192'0,"0"0"-32"16,0 0-62-16,0 0-70 16,0 0-21-16,0 0-7 15,-4-7 0-15,18 23 1 16,-3 3 0-16,4 2-1 16,-5 3 0-16,-2 2 0 15,-3 1-7-15,-2-2-58 16,-2 1-17-16,-1 1-4 15,0-10-69-15,0-8-230 16</inkml:trace>
  <inkml:trace contextRef="#ctx0" brushRef="#br0" timeOffset="53827.54">9651 7881 730 0,'0'0'81'15,"0"0"28"-15,0 0-78 16,0 0-21-16,0 0-10 16,0 0-60-16,21-25-7 15,1 34-63-15,0-4-55 16,-5-5-231-16</inkml:trace>
  <inkml:trace contextRef="#ctx0" brushRef="#br0" timeOffset="54057.18">9791 7646 821 0,'0'0'32'0,"0"0"65"16,0 0-56-16,0 0-39 15,0 0-2-15,0 0-8 16,11 15 8-16,12 17 2 15,0 4-2-15,-5 4-3 16,-2 1-19-16,-5-7-24 16,-3-3-48-16,-3-9-55 0,-4-13-87 15</inkml:trace>
  <inkml:trace contextRef="#ctx0" brushRef="#br0" timeOffset="54376.76">9936 7761 778 0,'0'0'86'0,"0"0"-57"15,0 0-29-15,0 0 0 16,0 0-1-16,0 0 2 16,77 66-1-16,-54-44 1 0,0-6-1 15,3-3-2-15,2-9-6 16,3-4 8-16,-1-4 2 15,-4-18 0-15,-2-7 0 16,-8-3-2-16,-9-3 0 16,-7 0 0-16,0 3 8 15,-28 4 1-15,-11 8-8 16,2 9-1-16,4 9-8 16,11 2-26-16,10 11-56 15,5 12-35-15,7 1 21 16,0-6-280-16</inkml:trace>
  <inkml:trace contextRef="#ctx0" brushRef="#br0" timeOffset="54603.98">10431 7473 850 0,'0'0'12'0,"0"0"16"15,0 0-22-15,0 0-6 16,88 17-8-16,-60 32 6 16,-3 11-1-16,-9 9 3 15,-10 1 1-15,-6 2-1 16,-12-1-12-16,-26 2-38 0,-15-5-54 16,-10-9-38-16,-10-18-290 15</inkml:trace>
  <inkml:trace contextRef="#ctx0" brushRef="#br0" timeOffset="55015.77">9026 7671 724 0,'0'0'138'0,"0"0"-138"15,0 0 6-15,0 0-6 16,-5 112 2-16,5-49 0 16,2 7-2-16,14 5 2 0,8-3-2 15,7-4-1 1,8-14-1-16,13-23-101 0,11-18-43 15,13-13-119-15</inkml:trace>
  <inkml:trace contextRef="#ctx0" brushRef="#br0" timeOffset="55513.7">11038 7400 382 0,'0'0'167'0,"0"0"-54"15,0 0-104-15,0 0-9 16,0 0 0-16,0 0 2 16,-14 75-1-16,3-38 3 15,3 4-3-15,1-2 0 16,-2-2-1-16,1-9-83 15,-1-11-208-15</inkml:trace>
  <inkml:trace contextRef="#ctx0" brushRef="#br0" timeOffset="55958.74">11716 7093 606 0,'0'0'86'15,"0"0"32"-15,0 0-106 16,0 0-12-16,0 0 0 15,0 0 3-15,71-22-1 16,-26 16 0-16,0 0-2 0,2 4 0 16,-2 2-12-16,-8 0-59 15,-7 0-34-15,-15 2-84 16</inkml:trace>
  <inkml:trace contextRef="#ctx0" brushRef="#br0" timeOffset="56133.49">11625 7306 554 0,'0'0'67'16,"0"0"-58"-16,0 0 40 0,97 0 14 16,-49 0-47-16,8-4-11 15,3 4-5-15,7-3-22 16,0 0-101-16,5-2-307 15</inkml:trace>
  <inkml:trace contextRef="#ctx0" brushRef="#br0" timeOffset="64084.34">9185 8557 195 0,'0'0'161'0,"0"0"-56"15,0 0-3-15,0 0-66 16,0 0 30-16,0 0-43 15,0 0 14-15,-10-19-10 16,8 15 7-16,2-2-4 16,0 1 6-16,0 0-11 15,-1 1-20-15,1-3-1 16,0 1 1-16,0-1 1 16,0-2-2-16,12-3-4 15,9-2 0-15,5-1 0 16,6-1 0-16,1 0 0 15,3 4 0-15,-2 2-1 16,0 3 0-16,-2 6-2 16,-7 1-2-16,-6 0-9 0,-8 15-4 15,-4 5-10-15,-7 4 9 16,0 2-12-16,-10-1 19 16,-11-3 7-16,3-3 5 15,3-7 0-15,6-3-1 16,9-3 1-16,0-4-17 15,0 1 2-15,11-3 5 16,9 0 10-16,6 0 1 16,-1 0-1-16,-4 0 1 15,-2 0 0-15,-5 2-1 16,-7 3 0-16,-4 2 0 16,-3 2 0-16,0 2 2 0,-5 3 2 15,-14-1-3 1,-4 1 4-16,-4-3-4 0,-3-1 3 15,-1-2-1-15,-1-3-3 16,4-1 2-16,8-4-2 16,7 0 0-16,9 0 0 15,4 0-4-15,7-2-73 16,18-11-273-16</inkml:trace>
  <inkml:trace contextRef="#ctx0" brushRef="#br0" timeOffset="65017.13">9708 8427 473 0,'0'0'133'0,"0"0"-130"15,0 0-3-15,0 0 0 16,0 0 13-16,0 0 7 15,22 97 4-15,-10-65-11 16,1-2-2-16,0-3-5 16,1-8-2-16,-2-5-4 15,3-11 3-15,-2-3 1 16,2 0 6-16,3-5 7 0,-4-13-9 16,2-5-8-1,-3-1-2-15,-4 1-9 0,-7 1 3 16,-2-1-5-16,0 2 11 15,-2 1-12-15,-12 3 14 16,-5 3 1-16,0 5 1 16,1 3-2-16,0 4 0 15,2 2-1-15,4 0 1 16,0 0-1-16,6 0 1 16,3 0-3-16,3 0 3 15,0 0-8-15,0 0-4 16,0 0-2-16,0 0 7 15,0 0 4-15,0 3 1 16,0-1 2-16,0-1-2 16,0-1-2-16,9 0 2 0,3 0 2 15,9 0 0-15,4 0 0 16,7 0 0-16,5 0 3 16,0-1-3-16,1-2 0 15,-3 1 0-15,-3 2 0 16,-4 0 0-16,-4 0 0 15,-5 3 5-15,-8 5 4 16,-2 4-3-16,-5 2-3 16,-4 0 0-16,0 2 2 15,0-4-4-15,0 1 1 16,0-6-1-16,-4-2 0 16,4-3-1-16,0 1 2 0,0-3-2 15,0 0 2-15,19-3 7 16,8-14 13-16,3-5-13 15,1-5-9-15,-4-3 0 16,-4 3 15-16,-3 0 43 16,-5 7-12-16,-2 4-1 15,-4 6-30-15,-1 5-15 16,-1 5 0-16,2 0-2 16,3 0-6-16,0 5 2 15,6 12 2-15,0 2 4 16,6 2 1-16,1 0-1 15,-1-6-10-15,1-4-11 16,1-11-8-16,2 0 24 0,2-12 5 16,-2-14 4-1,-4-3 3-15,-5-5 12 0,-7 0 16 16,-6 0-13-16,-6 3 7 16,-1 6-8-16,-29 7-21 15,-18 11 0-15,-15 7-34 16,-6 13-125-16,7 11-14 15,18-2-221-15</inkml:trace>
  <inkml:trace contextRef="#ctx0" brushRef="#br0" timeOffset="65532.73">9068 8878 370 0,'0'0'181'0,"0"0"-77"16,0 0-10-16,0 0-59 15,0 0-31-15,86-21 4 16,-4-1 4-16,19-4 9 15,14-1 1-15,8 2-7 16,4 3-13-16,-2 0 3 16,5-1-5-16,2 1 0 15,-3-2-1-15,-7 0 1 0,-12 2-16 16,-16 1-14 0,-19 8-20-16,-23 3 8 0,-22 6 11 15,-20 4-8-15,-10 0-52 16,-7 0 37-16,-29 18 46 15,-15 2-49-15,-16 2-196 16</inkml:trace>
  <inkml:trace contextRef="#ctx0" brushRef="#br0" timeOffset="65822.91">9672 8906 723 0,'0'0'139'0,"0"0"-80"15,0 0-59-15,0 0-10 16,0 0 8-16,0 0 2 15,3 83 0-15,6-46 3 16,2 5-3-16,0 0 0 16,1-3-20-16,-3-3-47 15,0-8-66-15,3-13 31 16,-2-15-132-16</inkml:trace>
  <inkml:trace contextRef="#ctx0" brushRef="#br0" timeOffset="66004.37">9912 9007 546 0,'0'0'178'15,"0"0"-14"-15,0 0-112 16,0 0-49-16,0 0-3 16,0 0-15-16,21-14-27 15,-8 19 12-15,5 1-96 16,-4-4-21-16,-2-2-292 0</inkml:trace>
  <inkml:trace contextRef="#ctx0" brushRef="#br0" timeOffset="66215.48">10058 8864 772 0,'0'0'154'0,"0"0"-93"16,0 0-59-16,0 0-2 15,0 0-3-15,0 0 2 16,1 73 2-16,7-37-1 16,1-2 0-16,1-1-5 15,-4 0-31-15,0-4-52 16,-3-8-87-16,0-12-151 16</inkml:trace>
  <inkml:trace contextRef="#ctx0" brushRef="#br0" timeOffset="66548.49">10243 8906 850 0,'0'0'91'0,"0"0"-80"16,0 0-11-16,0 0-7 15,0 0 7-15,0 0 0 16,24 77-5-16,-14-54-22 15,2-5 3-15,3-10-6 16,4-8-5-16,1 0 19 16,5-11 11-16,1-13-73 0,-6-4 61 15,-5-4 17-15,-7 1 21 16,-8 2 37-16,0-1 2 16,-11 5-17-16,-24 7-15 15,-8 8-18-15,-2 10-10 16,2 0-11-16,18 15-42 15,12 7-38-15,9 2 4 16,4-5-46-16,0-3-296 16</inkml:trace>
  <inkml:trace contextRef="#ctx0" brushRef="#br0" timeOffset="66783.25">10566 8668 368 0,'0'0'394'0,"0"0"-295"16,0 0-85-16,0 0-14 15,0 0 0-15,0 0-1 16,76 92-4-16,-66-30 5 16,-2 2 3-16,-6-1-1 15,-2-5-2-15,0-7 0 16,-13-3 0-16,-20-7-1 15,-19-2-1-15,-15-2-49 16,-18-13-125-16,-14-7-333 16</inkml:trace>
  <inkml:trace contextRef="#ctx0" brushRef="#br0" timeOffset="67148.65">9384 8973 428 0,'0'0'173'16,"0"0"-13"-16,0 0-91 16,0 0-45-16,0 0-24 15,0 0-8-15,0 30 8 16,0 6 6-16,0 15-1 16,18 10 2-16,7 6-5 15,5-2 3-15,4-9-5 16,2-14-1-16,5-17-83 15,6-15-56-15,8-10-61 0</inkml:trace>
  <inkml:trace contextRef="#ctx0" brushRef="#br0" timeOffset="67814.33">10843 8736 400 0,'0'0'145'16,"0"0"-62"-16,0 0-30 15,0 0 38-15,0 0-19 16,0 0-17-16,0-29-17 16,0 29-18-16,0 0-13 0,0 0-7 15,2-5-1-15,15-1-1 16,8 0-3-16,5-3-4 16,2 6-5-16,-8 1-3 15,-3 2 0-15,-5 0 4 16,-9 14-14-16,-7 6-24 15,0 5 14-15,-23 3 22 16,-9 0-1-16,-5-3 9 16,7-3-4-16,7-7 10 15,7-5 1-15,8-4 0 16,3-1 0-16,4-5-2 16,1 1 0-16,0-1-6 0,1 0 8 15,20 0 3 1,4-6 2-16,6-6-1 0,2-1-3 15,0 2 0-15,-3 0 0 16,0 4-1-16,-5 1-1 16,0 4-60-16,-3-4-153 15</inkml:trace>
  <inkml:trace contextRef="#ctx0" brushRef="#br0" timeOffset="68050.37">11573 8500 644 0,'0'0'147'16,"0"0"-122"-16,0 0-13 15,0 0-2-15,0 0-10 16,0 0 0-16,50-23-1 15,-20 19 0-15,4 3 0 16,4 1-13-16,-2 0-86 16,-4 0-51-16,-9 0-246 15</inkml:trace>
  <inkml:trace contextRef="#ctx0" brushRef="#br0" timeOffset="68247.57">11575 8593 786 0,'0'0'120'0,"0"0"-48"16,0 0-33-16,0 0-27 15,0 0-11-15,98-29-1 16,-32 8-1-16,8 1 0 16,16 0-9-16,10 4-34 15,4 1-62-15,-3-4-306 16</inkml:trace>
  <inkml:trace contextRef="#ctx0" brushRef="#br0" timeOffset="70285.39">8809 9906 356 0,'0'0'105'0,"0"0"-31"15,0 0-36-15,0 0 25 16,0 0 12-16,100-55-37 16,-67 42 0-16,0 3-24 15,0 3-7-15,-6 3-7 16,-3 4 0-16,-4 0-24 15,-6 2-74-15,-6 11-27 16,-8-1-40-16,-2 3-44 16</inkml:trace>
  <inkml:trace contextRef="#ctx0" brushRef="#br0" timeOffset="70451.96">8815 10011 271 0,'0'0'172'0,"0"0"-70"15,0 0-25-15,0 0-12 16,117-7-11-16,-69 3-28 16,2 1-20-16,-1 0-6 15,-4 3-5-15,-4-2-98 16,-10-5-109-16</inkml:trace>
  <inkml:trace contextRef="#ctx0" brushRef="#br0" timeOffset="71995.41">9614 9719 466 0,'0'0'148'16,"0"0"-33"-16,0 0-41 15,0 0-39-15,0 0-33 16,0 0 9-16,0-32 1 16,0 30 2-16,0 2-2 15,0-3-8-15,0 3 0 16,0 0-3-16,0 0 1 16,0 0-1-16,0 0-1 0,0 0 2 15,0 0 3-15,-2 0-3 16,2 0 4-16,0 0-2 15,0 0-3-15,0 0 3 16,0 0-4-16,0 0 0 16,0 0 0-16,0 0 0 15,0 0 1-15,0 0-2 16,0 0 2-16,0 0-2 16,0 0 3-16,0 0-1 15,0 0-1-15,0-2 0 0,0-1 1 16,0-4 6-1,0 0-6-15,0-3 0 0,0-2-1 16,0 2 0-16,0-4 1 16,0 1 0-16,0 2 0 15,0 1 8-15,-1 3-1 16,1 4 3-16,-3 1-9 16,3 2-2-16,0 0-7 15,0 16-10-15,0 12 11 16,0 11 5-16,0 8 0 15,0 4 1-15,9-2-4 16,1-3-25-16,-1-7-9 16,1-10-12-16,4-12 12 15,1-10-12-15,2-7 43 16,3-5 7-16,2-19 4 0,2-8 1 16,-5-7-4-16,-5 0 6 15,-7-1 37-15,-5 3 23 16,-2 7-19-16,0 7 14 15,0 10-40-15,0 9 1 16,0 4-23-16,0 0-9 16,0 1-10-16,3 18-28 15,9 7 45-15,1 6-1 16,4 6-11-16,-4 3-16 16,-3 5-27-16,-4-4-47 15,-3-8-43-15,-1-15-226 16</inkml:trace>
  <inkml:trace contextRef="#ctx0" brushRef="#br0" timeOffset="72842.94">10039 9718 599 0,'0'0'49'16,"0"0"-30"-16,0 0-19 15,0 0-10-15,0 0 10 16,0 0-2-16,9 49 0 16,-5-27 2-16,-3 4 0 15,2 1 2-15,0-3-2 16,0-2 0-16,-1-7-6 16,1-7-1-16,-1-4-17 15,4-4 15-15,7 0 9 16,0-17 5-16,5-3-1 0,-3-4-1 15,-6 0 6-15,-6 2 27 16,-3 3 47-16,0-1-37 16,-7 4-23-16,-5-1 12 15,-2 2-22-15,-2 3-1 16,-1 2-11-16,-1 5 0 16,1 2-2-16,2 2 1 15,5 1-4-15,2 0 2 16,3 0-9-16,2 0 2 15,3 0-19-15,0 0-8 0,0 0-17 16,12 3 14 0,15 3 37-16,16-4 0 0,10-2-13 15,8 0-7-15,-1-7-4 16,-7-5 2-16,-8 0 7 16,-16 2 17-16,-10 4 6 15,-9 3 10-15,-7 3 8 16,-3 0-22-16,0 0-2 15,0 14 0-15,0 6 1 16,0 4 0-16,-9-1-1 16,5 2-10-16,4-5-13 15,0-4-34-15,1-6-44 16,18-10-52-16,6 0 110 0,7-17 30 16,1-12 9-1,1-7 4-15,-2-3 38 0,-6 3 134 16,-6 5-62-16,-4 6-41 15,-1 8-38-15,-6 8-9 16,5 4-12-16,-4 5-10 16,3 0-1-16,2 6-7 15,0 12 8-15,3 1 0 16,3 3 0-16,-3 2 0 16,1-2 1-16,-4-3-1 15,0-6-1-15,-1-6-14 16,0-7 14-16,-2 0 1 15,0-18 5-15,0-5 37 16,-4-2 14-16,-8-3-13 0,0 0 13 16,-2 0-13-16,-22 4-20 15,-10 7-23-15,-14 14-6 16,-11 3-109-16,-5 16-71 16,1 6-170-16</inkml:trace>
  <inkml:trace contextRef="#ctx0" brushRef="#br0" timeOffset="73276.33">9805 10081 288 0,'0'0'167'0,"0"0"-137"16,0 0-27-16,0 0 0 15,0 0 1-15,0 0 20 0,-39 15 6 16,55-15-21-1,24 0 21-15,20-9 10 0,20-13-24 16,20-6 6-16,15-6-4 16,14-1-13-16,12 3-5 15,3 2 0-15,-4 5-1 16,-10 5 1-16,-22 3 0 16,-27 8-7-16,-26 4 6 15,-25 5-2-15,-18 0-17 16,-12 5-126-16,-13 9 45 15,-22 3-84-15</inkml:trace>
  <inkml:trace contextRef="#ctx0" brushRef="#br0" timeOffset="73602.06">10176 10160 74 0,'0'0'540'0,"0"0"-303"15,0 0-168 1,0 0-32-16,0 0-37 0,0 0-4 16,0 6-20-16,7 21 24 15,5 9 0-15,0 6-9 16,-4 3-22-16,-4-1-42 16,-3-4-70-16,1-15-89 15</inkml:trace>
  <inkml:trace contextRef="#ctx0" brushRef="#br0" timeOffset="73790.36">10420 10257 797 0,'0'0'139'0,"0"0"-118"16,0 0-21-16,0 0-57 15,0 0-83-15,0 0 25 16,45 18-52-16,-33-12-177 16</inkml:trace>
  <inkml:trace contextRef="#ctx0" brushRef="#br0" timeOffset="74007.04">10569 10110 716 0,'0'0'114'0,"0"0"-1"16,0 0-100-16,0 0-13 15,0 0-7-15,0 0 7 16,-8 68 0-16,8-28-2 16,0 5-30-16,0-1-31 15,-3-4-73-15,0-9-25 16,-1-12-258-16</inkml:trace>
  <inkml:trace contextRef="#ctx0" brushRef="#br0" timeOffset="74307.23">10649 10190 247 0,'0'0'538'15,"0"0"-435"-15,0 0-103 0,0 0-22 16,0 0 1-16,0 0 20 15,22 43 1-15,-11-15-1 16,-1-1-18-16,3-1-36 16,4-5-20-16,-2-8 1 15,1-6 13-15,1-7-70 16,2-7 21-16,2-17 61 16,-5-10 49-16,0-3 11 15,-5-1 182-15,-9 2-72 16,-2 6 17-16,-10 3-42 0,-22 8-30 15,-10 9-40 1,-1 10-26-16,4 3-73 0,9 19-49 16,12 2-9-16,11-4-142 15</inkml:trace>
  <inkml:trace contextRef="#ctx0" brushRef="#br0" timeOffset="74554.35">10956 9994 702 0,'0'0'54'0,"0"0"-54"16,0 0-4-16,0 0 4 0,21 105 5 15,-21-45-5-15,0 8 0 16,-5 6 5-16,-14-1-4 15,-8-5-1-15,-9-8 1 16,-9-11-1-16,-10-4-34 16,-9-17-103-16,-5-13-111 15</inkml:trace>
  <inkml:trace contextRef="#ctx0" brushRef="#br0" timeOffset="74892.53">9738 10285 336 0,'0'0'213'16,"0"0"-106"-16,0 0-104 15,0 0-2-15,0 0 1 16,2 79 10-16,10-35 21 0,3 3 5 16,1 3-18-1,3 3-8-15,3 0-10 0,3-7-2 16,5-7-46-16,6-17-49 15,4-19-191-15</inkml:trace>
  <inkml:trace contextRef="#ctx0" brushRef="#br0" timeOffset="75839.85">11187 10137 364 0,'0'0'162'0,"0"0"-114"15,0 0 1-15,0 0-5 16,0 0-24-16,0 0 37 15,-9-42 8-15,9 29-41 16,12-1 5-16,6 0-19 16,3-2-5-16,6 4-5 15,4 0-2-15,2 2 1 16,-2 5-2-16,-4 3-14 16,-8 2-19-16,-6 0-14 15,-10 6-25-15,-3 7 53 0,0 4 10 16,-19-2 11-16,-6 4 1 15,-2 0 0-15,4-4 0 16,7 2 0-16,8 0 0 16,8 0-2-16,0-1-8 15,11 1 5-15,12 0 0 16,-1-1 4-16,5-1 2 16,-2-2-2-16,-3-2 3 15,-3 0-2-15,-8 1 2 16,-3-1-2-16,-8 2-2 0,0-1 2 15,0 0 2 1,-12 3-2-16,-12-3 0 0,-8 2-5 16,-2-2-21-16,3-4-58 15,3-3-5-15,4-5 56 16,10 0-9-16,9-1-82 16</inkml:trace>
  <inkml:trace contextRef="#ctx0" brushRef="#br0" timeOffset="76106.05">11764 9813 568 0,'0'0'48'0,"0"0"9"15,0 0-48-15,0 0 5 16,0 0 34-16,102-48 1 16,-53 38-26-16,2 2-12 15,-2 6-11-15,0 2-8 16,-7 0-88-16,-11 0-59 16,-14 0-187-16</inkml:trace>
  <inkml:trace contextRef="#ctx0" brushRef="#br0" timeOffset="76280.58">11702 9942 379 0,'0'0'216'0,"0"0"-194"16,0 0-10-16,0 0 28 15,100 0 21-15,-59 0-38 16,3-1-15-16,8 1-8 15,1 0-1-15,2 0-78 16,5-2-68-16</inkml:trace>
  <inkml:trace contextRef="#ctx0" brushRef="#br0" timeOffset="79819.49">8933 11080 192 0,'0'0'56'16,"0"0"61"-16,0 0 36 16,0 0-82-16,0 0-2 15,0 0 19-15,0 0-62 16,-8-30-20-16,8 27 0 16,0-1 6-16,0 3 2 0,0-1-2 15,0 2-1 1,0 0-11-16,10 0-12 0,15 0 12 15,6 0-7-15,2 0-18 16,5 0-30-16,-1 0-9 16,0 0 2-16,-4 0-67 15,-12 0-68-15,-11 0-82 16</inkml:trace>
  <inkml:trace contextRef="#ctx0" brushRef="#br0" timeOffset="80018.57">8955 11125 139 0,'0'0'117'0,"0"0"-100"16,0 0 9-16,0 0 77 15,0 0-23-15,0 0-47 16,44 21 3-16,-17-19-13 16,1 3-11-16,4-4-8 15,2 2-4-15,0-1-15 16,-2-2-120-16,0 0-158 15</inkml:trace>
  <inkml:trace contextRef="#ctx0" brushRef="#br0" timeOffset="80684.45">9618 10871 635 0,'0'0'178'15,"0"0"-93"-15,0 0-31 16,0 0-54-16,0 0-10 16,0 0-10-16,12 22 20 15,9 10 2-15,0 3-2 16,-1 4-2-16,-4 2-21 16,3-1-19-16,-4-3-43 0,3-8 8 15,1-10 17-15,7-8-10 16,2-11 4-16,0 0-19 15,-2-16-18-15,-6-9 86 16,-8-3 17-16,-6-1 108 16,-3 2 24-16,-3 3-39 15,0 2 60-15,0 6-78 16,0 6-30-16,0 8-9 16,0 2-36-16,0 0-8 15,0 4-34-15,8 16 36 16,2 6 5-16,4 4-7 15,-1 3-17-15,-2-1-21 0,-1-1-17 16,-3-2-17-16,-2-7-50 16,-2-11-76-16</inkml:trace>
  <inkml:trace contextRef="#ctx0" brushRef="#br0" timeOffset="81866.48">10247 10914 134 0,'0'0'516'0,"0"0"-458"16,0 0-58-16,0 0-4 0,0 0-8 16,0 0 12-1,0 36-2-15,0-14-1 0,0 4 0 16,0 4 3-16,5 1 2 15,3-2 0-15,3-5-1 16,0-5-1-16,2-10 0 16,2-7 3-16,1-2-2 15,-1-6 5-15,3-15 1 16,-3-4 4-16,-5 0 18 16,-5-3-6-16,-5 2 25 15,0 0-36-15,-13 2-10 16,-7 6-2-16,-5 3-2 0,4 6 1 15,0 4-3 1,5 2 0-16,3 2-13 0,10 1 15 16,-2 0-14-16,5 0-38 15,0 0 12-15,0 1 32 16,0 5 4-16,13-1 2 16,11-1 4-16,7-2 1 15,10 3-1-15,-2 0 0 16,1-3 0-16,0 1 1 15,-4-2 2-15,-5-1-3 16,-6 2-1-16,-3-1 1 16,-9 0-9-16,-4 3-6 15,-6-1-10-15,-3 0-4 16,0 1 14-16,0 1 15 16,-5 0 1-16,-2 2 27 0,-1 3-15 15,0 4-6-15,2 4 0 16,0 0-6-16,1-1 0 15,2 0 0-15,3-3 2 16,0-5-1-16,0-2 4 16,0-7-6-16,14 0 3 15,8-6 8-15,6-15 4 16,5-8-8-16,0-3-4 16,-2 1 0-16,-6 2-2 15,-8 2 7-15,-8 5 1 16,-9 4 33-16,0 2-15 15,-5 2 28-15,-11 5-20 0,-5-1-35 16,-1 4 0-16,-2 3-3 16,1 3 3-16,6 0 0 15,3 0-2-15,4 0-3 16,3 3 0-16,0 0 5 16,4 0-1-16,3-3-1 15,0 0-3-15,0 0 5 16,0 0 0-16,0 0-2 15,0 0 1-15,0 0 0 16,0 0-2-16,0 0 0 16,0 0-5-16,14 0 8 15,15 0-1-15,10 0 1 16,11 0-5-16,14-7-5 16,7-3-10-16,10 1-17 15,-2-1 11-15,-8 0 7 0,-19 0 17 16,-15 3 2-16,-17 4 3 15,-10 1 23-15,-6 2 35 16,-4 0-25-16,0 0-36 16,-3 9-3-16,-11 11-6 15,-5 6 6-15,0 4 3 16,-1 3 0-16,7 1-1 16,0-4 1-16,8-8 2 15,5-8 2-15,0-9 0 16,0-5-4-16,12 0 10 15,16-19 12-15,8-6-16 16,-3-5 3-16,-9 1 0 0,-8 2-1 16,-11 2 3-16,-5 5 13 15,0 1-9-15,-18 5-5 16,-12 7-10-16,-22 7-3 16,-26 14-78-16,-17 7-91 15,-10 1-348-15</inkml:trace>
  <inkml:trace contextRef="#ctx0" brushRef="#br0" timeOffset="82299.74">9673 11469 88 0,'0'0'123'0,"0"0"-58"16,0 0 9-1,0 0 36-15,0 0-7 0,100 0-42 16,-22-18-13-16,19-8-20 16,20-6-1-16,15-3 2 15,17-1-2-15,15-1-10 16,5-2-6-16,5 0-8 16,-8 4-6-16,-17 2-2 15,-22 8-9-15,-29 7-15 16,-31 6 6-16,-26 9 20 15,-28 3-8-15,-13 0-62 16,-21 12 5-16,-26 12-5 16,-19 1-146-16</inkml:trace>
  <inkml:trace contextRef="#ctx0" brushRef="#br0" timeOffset="82820.72">10167 11517 512 0,'0'0'143'0,"0"0"7"16,0 0-83-16,0 0-39 0,0 0-22 15,0 0-6-15,12-7-4 16,-5 31 1-16,-1 10 2 15,-1 6 1-15,-5 4 0 16,0 2-12-16,0-2-17 16,-3-3-26-16,-3-6-66 15,4-13-65-15,1-12-195 16</inkml:trace>
  <inkml:trace contextRef="#ctx0" brushRef="#br0" timeOffset="83231.12">10382 11626 228 0,'0'0'442'0,"0"0"-226"16,0 0-153-16,0 0-22 15,0 0-35-15,0 0-6 16,0-16-32-16,4 21-59 16,1 6 54-16,1 0-114 15,-3-4-126-15</inkml:trace>
  <inkml:trace contextRef="#ctx0" brushRef="#br0" timeOffset="83481.65">10574 11433 421 0,'0'0'224'15,"0"0"-51"-15,0 0-148 16,0 0-25-16,0 0-5 16,0 0 3-16,11 57 4 15,-8-21 0-15,0 7-2 0,2 1 0 16,-3-5-54 0,-2-3-74-16,0-9-50 0,3-13-186 15</inkml:trace>
  <inkml:trace contextRef="#ctx0" brushRef="#br0" timeOffset="83799.74">10746 11493 819 0,'0'0'130'0,"0"0"-102"15,0 0-28-15,0 0-36 16,0 0 34-16,0 0-5 15,30 80 1-15,-19-52-19 0,1 0-12 16,6-6-63-16,0-9-23 16,6-9 7-16,0-4-35 15,3-8 14-15,-5-17 43 16,-5-2 94-16,-6-6 94 16,-9 1 118-16,-2-1-73 15,-9 3-45-15,-19 4-21 16,-4 7-33-16,1 12-40 15,6 7-8-15,13 6-99 16,10 10 2-16,2-1-170 16</inkml:trace>
  <inkml:trace contextRef="#ctx0" brushRef="#br0" timeOffset="84025.49">11123 11301 722 0,'0'0'0'0,"0"0"-3"15,0 0 2-15,0 0-5 16,76 72 6-16,-64-23 2 16,-6 9 5-16,-5 5-2 15,-1 3-5-15,-12 4 5 16,-20-1 3-16,-12-3-8 0,-11-11-52 15,-9-15-82-15,-9-19-232 16</inkml:trace>
  <inkml:trace contextRef="#ctx0" brushRef="#br0" timeOffset="84371.91">9907 11537 462 0,'0'0'151'0,"0"0"-114"16,0 0-36-16,0 0-1 16,0 0 4-16,0 110 14 15,0-61 18-15,2 6-4 16,5 6-16-16,5 3-9 16,2-3 1-16,6-5-4 15,7-10-4-15,14-17-88 16,12-15-101-16</inkml:trace>
  <inkml:trace contextRef="#ctx0" brushRef="#br0" timeOffset="85895.57">11339 11283 351 0,'0'0'167'0,"0"0"-35"16,0 0-96-16,0 0-18 15,0 0-18-15,0 0 0 16,-1 14 14-16,7 7 2 15,0 5-9-15,1 8 1 16,-3 1-4-16,0 3-1 16,0-2-3-16,1-4-1 15,4-11-70-15,5-3-7 16,6-9-30-16,5-9-12 16,2 0-1-16,3-17 9 0,-2-12 86 15,-2-7 26-15,-3-4 60 16,-4 0 24-16,-8 4 59 15,-5 6 7-15,-4 9-17 16,-2 8-12-16,0 8-48 16,0 2-51-16,0 3-22 15,0 0-6-15,0 10-10 16,0 11 11-16,0 12 5 16,0 6 1-16,0 5 0 15,0 1 0-15,0-5-1 0,0-2-17 16,-5-7-72-1,-1-7-68-15,2-11-147 0</inkml:trace>
  <inkml:trace contextRef="#ctx0" brushRef="#br0" timeOffset="86065.39">11631 11471 618 0,'0'0'82'15,"0"0"63"-15,0 0-145 16,0 0-1-16,0 0-26 16,0 0-43-16,17 7 7 15,-11 5-34-15,1-5-132 16</inkml:trace>
  <inkml:trace contextRef="#ctx0" brushRef="#br0" timeOffset="86418.64">11861 11040 474 0,'0'0'91'0,"0"0"15"16,0 0-5-16,0 0-51 16,0 0-11-16,0 0-30 15,16-62-5-15,16 49-3 16,5 3 3-16,4 3-4 15,8 3-5-15,-4 4-52 16,-8 0-64-16,-9 0 11 16,-19 2-194-16</inkml:trace>
  <inkml:trace contextRef="#ctx0" brushRef="#br0" timeOffset="86598.97">11847 11137 391 0,'0'0'196'0,"0"0"-109"16,0 0-17-16,123-19-43 15,-66 11-11-15,4 3-5 16,-1 4-11-16,0 1-12 16,-11-1-124-16,-12-9-190 15</inkml:trace>
  <inkml:trace contextRef="#ctx0" brushRef="#br0" timeOffset="88112.21">8689 12419 351 0,'0'0'123'16,"0"0"-16"-16,0 0-64 15,0 0-21-15,0 0 10 16,86-30-3-16,-41 24-17 16,7 3-6-16,5-1 0 15,-3 1-6-15,-4 3-4 16,-8-1-34-16,-6 1-12 16,-14 0-13-16,-5 0-61 15,-13 0-61-15,-4-3-16 16</inkml:trace>
  <inkml:trace contextRef="#ctx0" brushRef="#br0" timeOffset="88326.91">9056 12273 382 0,'0'0'180'15,"0"0"-76"-15,0 0-23 16,0 0-61-16,0 0-8 16,89-43-3-16,-58 43-5 15,-4 17 2-15,-4 5-2 16,-5 5-4-16,-6-1 2 15,-8 2-2-15,-4-2 1 16,-9 4-1-16,-19 3 0 16,-7 0-24-16,-2 0-64 15,0-10-56-15,4-14-217 16</inkml:trace>
  <inkml:trace contextRef="#ctx0" brushRef="#br0" timeOffset="88777.72">9773 12148 475 0,'0'0'132'0,"0"0"15"16,0 0-103-16,0 0-44 15,0 0-3-15,0 0-4 16,-21 37 5-16,21-4 0 15,0 6-2-15,14 0-1 16,9-2 2-16,4-4 3 16,0-8-1-16,-6-7-1 15,-3-6 4-15,-9-5-2 0,-6-5 1 16,-1-1-1 0,-2 1 11-16,0-1-2 0,-20 3 1 15,-13 1-6-15,-8 0-1 16,-6 2-3-16,0-2-15 15,7-1-91-15,14-4-114 16</inkml:trace>
  <inkml:trace contextRef="#ctx0" brushRef="#br0" timeOffset="90524.58">9773 12207 577 0,'0'0'22'15,"0"0"28"-15,0 0-36 16,0 0-2-16,88-28 31 16,-51 25-12-16,1 3-23 15,-1 0 0-15,-3 0-5 16,-2 0 0-16,-7 9-5 15,-4 2 2-15,-8 2-1 16,-5 1-9-16,-4 3-2 16,-4 1-20-16,0 0 29 15,0 2-15-15,0-4 12 16,-3-1 6-16,-1 0 0 16,1 1-3-16,3-1 3 0,0 0 0 15,0-3-2-15,0-6-2 16,7-6 4-16,6 0 0 15,-3 0 2-15,3-6 4 16,-6-8 4-16,-1-1 30 16,-2-1 2-16,-1 0-24 15,-3 2-10-15,0-1 0 16,0 1-4-16,-4-3-4 16,-5 4 0-16,3 4 0 15,1-1-3-15,5 7 0 16,0-1 3-16,0 2-4 0,4 2-15 15,9-1 4 1,7 1 10-16,-1 0 0 0,4 0 5 16,-4 0-1-16,-4 4-2 15,0 6 3-15,-5-1-3 16,-2 2 0-16,-3 0-7 16,3-2 1-16,-8-1 2 15,3-4-1-15,-3 1 4 16,0-3 1-16,0 0 3 15,0-2 3-15,0 0 4 16,0 0 8-16,0 0 12 16,-3 0-13-16,3 0-6 15,-2 0 8-15,1 0-9 16,-1 0-2-16,-2 0 4 16,1 0-7-16,2 0 3 0,-2 0 3 15,1 0 1-15,1 0-7 16,-2 0 2-16,0 0-4 15,0-2 2-15,-2 0-2 16,4-1 2-16,-3 0-2 16,2-2 0-16,1 1 0 15,-4 2 3-15,5-3-1 16,-2 4-2-16,1-1-1 16,1 1 1-16,-2-1 2 15,1 0-2-15,-1 0 1 16,1-1 0-16,-2-1 7 15,0 0 3-15,-4-1 2 0,4 0 11 16,0 1-8-16,-1 3-5 16,4 1 4-16,-1 0-15 15,0 0 2-15,-1 0-4 16,2 0 2-16,0 0-1 16,-1 0 1-16,1 0 1 15,0 0-1-15,0 0 0 16,0 0-1-16,0 0-1 15,0 0 1-15,0 0 1 16,0 0 0-16,0 0 0 16,0 0 2-16,0 0-1 15,0 0-1-15,0 0 0 16,0 0 2-16,0 0-2 0,0 0 0 16,0 0-2-16,0 0 1 15,0 0 1-15,0 0-2 16,0 0-3-16,0 0 3 15,0 0 2-15,0 0 3 16,0 0-3-16,0 0-1 16,0 0 1-16,0 0-1 15,0 0-2-15,0 0-1 16,0 0 1-16,0 7 3 16,1 2-1-16,7 4 1 15,3 4-1-15,0-3 0 16,3 3-5-16,6-2 4 0,3-2-4 15,5-5-2 1,8-5-6-16,3-3 12 0,4-7 2 16,-1-13 4-16,-7-9-3 15,-3-2 1-15,-10-1 1 16,-8 3 2-16,-7 0 1 16,-7 3 2-16,0 3 5 15,-15 4-2-15,-15 5-6 16,-7 7-5-16,-9 7 0 15,1 0-17-15,8 0 3 16,10 7 7-16,7 4 7 16,7 0-11-16,1-3-1 15,8-2 7-15,1-2-10 16,1-1 2-16,2-1 5 16,0 3-2-16,6-4 6 0,19-1 1 15,13 0 3-15,12-3-2 16,4-11 2-16,7-1 0 15,-1-2 2-15,-2 0 0 16,-1 3-1-16,-9 2 0 16,-13 5-1-16,-12 4 2 15,-13 3-1-15,-4 0-1 16,-6 3-4-16,0 13-1 16,0 6 2-16,-18 4 3 15,-1 8 0-15,1-1 1 0,3-2-1 16,8-2 1-1,7-7-1-15,0-8-3 0,17-7-10 16,21-7 2-16,14-5 11 16,5-19 2-16,1-5 2 15,-9-5 1-15,-13 1 0 16,-14 0 19-16,-13 5-11 16,-9 1 12-16,0 3-5 15,-27 7-8-15,-16 7-1 16,-18 10-11-16,-18 5-56 15,-6 17-73-15,7 5-130 16</inkml:trace>
  <inkml:trace contextRef="#ctx0" brushRef="#br0" timeOffset="90957">9481 12704 609 0,'0'0'81'0,"0"0"-62"16,0 0-17-16,0 0 45 15,92-16 12-15,-34 5-37 16,25-4-2-16,21-8-6 16,26-6-4-16,22-5 3 15,18-6-12-15,18-1-1 16,7 1-3-16,-5 7 2 15,-20 4-17-15,-29 11-5 16,-35 4-2-16,-33 8-18 16,-32 6 3-16,-32 0 8 15,-17 16-81-15,-45 10-24 16,-25 6-205-16</inkml:trace>
  <inkml:trace contextRef="#ctx0" brushRef="#br0" timeOffset="91234.26">10164 12697 487 0,'0'0'190'0,"0"0"-95"0,0 0-95 16,0 0-10-16,0 0 9 16,0 0-2-16,24 93 3 15,-18-53 0-15,0 5 3 16,1 0-3-16,-2-1-3 16,1-6-70-16,-2-11-23 15,1-13-244-15</inkml:trace>
  <inkml:trace contextRef="#ctx0" brushRef="#br0" timeOffset="91405.62">10346 12858 785 0,'0'0'80'0,"0"0"-55"16,0 0-25-16,0 0-16 15,85-13-46-15,-60 20-73 16,-4-4-31-16</inkml:trace>
  <inkml:trace contextRef="#ctx0" brushRef="#br0" timeOffset="91622.72">10608 12629 779 0,'0'0'170'0,"0"0"-149"16,0 0-21-16,0 0 0 15,3 75 1-15,-3-27-1 16,0 5 0-16,0 4 0 16,0 1-11-16,-4-3-42 15,1-10-86-15,3-15-110 16</inkml:trace>
  <inkml:trace contextRef="#ctx0" brushRef="#br0" timeOffset="91925.91">10799 12726 792 0,'0'0'118'0,"0"0"-88"15,0 0-30-15,0 0-3 16,0 0 2-16,0 0-2 15,38 90 3-15,-22-59 0 16,2 3 0-16,1-7-6 16,8-7-14-16,5-11-3 15,2-9 21-15,6-4 2 16,-4-24 2-16,-5-6-2 16,-7-4 7-16,-12-3 0 15,-11 4 16-15,-1 0 9 16,-26 1-22-16,-19 10-10 15,-13 12-4-15,-4 14-37 0,15 3-66 16,17 16-94-16,19-3-91 16</inkml:trace>
  <inkml:trace contextRef="#ctx0" brushRef="#br0" timeOffset="92134.49">11186 12514 656 0,'0'0'11'16,"0"0"66"-16,0 0-52 16,0 0-21-16,0 0-1 15,0 0 2-15,86 120 15 16,-83-53-8-16,-3 7-6 0,-4 5-4 16,-23-2 3-1,-5-2 3-15,-12-9-8 0,-10-15-30 16,-10-12-74-16,-9-16-69 15</inkml:trace>
  <inkml:trace contextRef="#ctx0" brushRef="#br0" timeOffset="92443">9855 12824 655 0,'0'0'150'0,"0"0"-50"16,0 0-63-16,0 0-37 15,0 0-1-15,0 0-3 16,11 43 4-16,0 7 0 15,3 13 0-15,4 8 2 16,7 4-2-16,1-5 0 16,4-12-37-16,10-17-57 15,12-19-68-15,15-17-167 16</inkml:trace>
  <inkml:trace contextRef="#ctx0" brushRef="#br0" timeOffset="92973.47">11579 12419 344 0,'0'0'183'16,"0"0"-60"-16,0 0 4 15,0 0-61-15,0 0-25 16,0 0-37-16,-40-31-4 16,26 46-5-16,3 12 5 15,-2 10-1-15,6 7-1 16,7 2-4-16,1 1-11 0,21-6-12 16,3-7-7-16,-2-11-7 15,0-7 20-15,-6-8 22 16,-10-5 1-16,-5-1 2 15,-2-2 10-15,0 0 43 16,0 0-5-16,-6 2-23 16,-18 4-27-16,-9 3-1 15,-4 1-43-15,-5 1-17 16,5-1-18-16,4-5-47 16,9-5-248-16</inkml:trace>
  <inkml:trace contextRef="#ctx0" brushRef="#br0" timeOffset="93152.6">11562 12429 596 0,'0'0'35'15,"0"0"-35"-15,0 0-10 16,0 0-14-16,0 0-27 15,82-15-40-15,-50 6-33 16,6-4-15-16</inkml:trace>
  <inkml:trace contextRef="#ctx0" brushRef="#br0" timeOffset="93414.74">12067 12228 378 0,'0'0'0'16,"0"0"-57"-16,0 0 57 15,0 0 12-15,0 0 23 0,94-12 5 16,-55 6 12-1,6 0-25-15,-3 3-20 0,-1 3-7 16,-7-3-113-16,-8 1-212 16</inkml:trace>
  <inkml:trace contextRef="#ctx0" brushRef="#br0" timeOffset="93602.46">12075 12305 503 0,'0'0'78'16,"0"0"-74"-16,0 0 3 15,0 0 26-15,0 0 1 16,113 0-19-16,-73 0-9 16,-1 0-6-16,-7 0-44 0,-3 0-133 15</inkml:trace>
  <inkml:trace contextRef="#ctx0" brushRef="#br0" timeOffset="94987.33">8978 13750 160 0,'0'0'76'16,"0"0"24"-16,0 0-9 15,0 0-59-15,-86 0-6 16,79 0 34-16,5 0-5 16,2 0 1-16,0 0 0 15,0 0-4-15,22-3-32 16,23-3-4-16,16-2 11 0,13-1-16 16,14 1-9-16,6-2-2 15,6-2-2-15,-1-2-24 16,-8 2-11-16,-15 1-28 15,-18 0 34-15,-18 0-27 16,-16 2 4-16,-16 1-12 16,-8-1 21-16,-12-2-77 15,-23 3 36-15,-6-2 35 16,-4 1 51-16,2-4 22 16,13 3 68-16,15 1 60 15,5 2-13-15,10 4-60 0,0 3-71 16,0 0-1-1,14 0-5-15,6 3 5 0,1 9 6 16,6 2 23-16,-3 6 5 16,1 3-23-16,-7 5-5 15,-4 2-8-15,-4 1 0 16,-10 2-3-16,0-2-3 16,-21 1-60-16,-15-3-10 15,-9-8-109-15</inkml:trace>
  <inkml:trace contextRef="#ctx0" brushRef="#br0" timeOffset="96951.38">10122 13549 402 0,'0'0'51'15,"0"0"20"-15,0 0-55 16,83-38 20-16,-36 23-5 16,11-2 7-16,-1 2-4 15,-4 3 33-15,-5 3-21 16,-5 9-27-16,-10 0-19 16,-13 9 0-16,-12 14-3 15,-8 7-20-15,-16 9 10 16,-19 2 2-16,-3 3-18 15,2-5-11-15,8-10 18 16,7-10 14-16,12-6 6 0,6-9 1 16,3-4-7-16,11 0 3 15,18-12 4-15,18-15-3 16,8-4-15-16,5-3-8 16,1-2-3-16,-3 2-7 15,0 1 9-15,-6 4 6 16,-8 2 17-16,-9 2 0 15,-9 1 5-15,-10 5 5 16,-9 6 21-16,-7 3 72 16,0 3-37-16,0 5-30 0,-7 1 34 15,-5 1-51 1,-1 0-9-16,-2 6-5 16,0 11-4-16,5 2 4 0,-2 3-2 15,2 0 2-15,4 0 0 16,2 2 1-16,4 0-1 15,0-3 1-15,0-1 1 16,2-4-1-16,8-6-1 16,1-5-3-16,3-4 3 15,-2-1 2-15,6 0-1 16,-1-13 5-16,-1-4-5 16,-5 0 0-16,-5 0 2 15,-2 1 6-15,-4 3 2 16,0-2 8-16,0 2-8 15,-9 2-1-15,-3 1-8 0,-1 1-2 16,1 1 0-16,3 2-1 16,0 3-10-16,6-1 3 15,0 3 7-15,3 1-5 16,0 0 1-16,0 0-30 16,0 0-19-16,0 5 46 15,4 1-5-15,16 0 10 16,9-3 0-16,9-3 1 15,6 0 1-15,4 0-1 16,-3-10 0-16,-9 3 4 16,-12 1 3-16,-15 5 20 15,-6 1 10-15,-3 0-34 16,1 0-1-16,0 5-2 0,-1 9 1 16,0 2 1-1,0 3 1-15,0 0-1 0,0 2-1 16,0-2 1-16,0-4-9 15,0-5-23-15,9-5 14 16,6-5 6-16,6 0 12 16,0-19 1-16,5-4 0 15,0-8 6-15,3-1 7 16,-5-2 32-16,4 1-12 16,-3 8-17-16,-2 7-9 15,-2 5-6-15,-7 6 0 16,-3 6 3-16,-3 1 0 0,1 0-5 15,1 1 0-15,0 13-4 16,5 1 3-16,0 2 1 16,3 2 0-16,0 0 1 15,3-2-1-15,1-5 2 16,2-4 0-16,3-8-2 16,0 0 3-16,0-17-3 15,-4-5 7-15,-6-3 0 16,-7-1 11-16,-8 0 38 15,-2 3-15-15,-6 2-25 16,-23 4-3-16,-14 12-13 16,-23 5-9-16,-15 12-90 15,-6 12-115-15,9 1-352 16</inkml:trace>
  <inkml:trace contextRef="#ctx0" brushRef="#br0" timeOffset="97352.62">10307 13955 283 0,'0'0'312'15,"0"0"-240"-15,0 0-54 16,0 0-13-16,0 0 11 16,133-41 25-16,-48 13-9 15,22-3-15-15,18-7-1 16,16-5-1-16,11-7-12 15,7-2 2-15,3 0 0 16,-12 5-5-16,-8 11-5 16,-24 7 4-16,-27 11 1 15,-27 9-20-15,-28 7 4 0,-26 2-48 16,-10 5-14-16,-25 16 14 16,-22 3-100-16,-21 6-134 15</inkml:trace>
  <inkml:trace contextRef="#ctx0" brushRef="#br0" timeOffset="97683.37">10811 13953 524 0,'0'0'216'16,"0"0"-105"-16,0 0-100 15,0 0-11-15,0 0-9 16,0 0 8-16,2 44 0 15,7-16 0-15,-3 3 1 16,0 0-3-16,-3 2-7 16,-1-3-77-16,0-3-24 0,0-9-139 15</inkml:trace>
  <inkml:trace contextRef="#ctx0" brushRef="#br0" timeOffset="97867.29">10975 14050 637 0,'0'0'176'0,"0"0"-67"15,0 0-86-15,0 0-23 16,0 0-16-16,0 0-2 16,48 12-38-16,-35 2-84 15,-3-7-121-15</inkml:trace>
  <inkml:trace contextRef="#ctx0" brushRef="#br0" timeOffset="98074.29">11148 13876 674 0,'0'0'214'0,"0"0"-169"16,0 0-45-16,0 0-4 15,0 0 4-15,2 86-1 16,-2-40-1-16,0 5 2 16,-3 0 2-16,-6-1-2 15,3-5-60-15,6-12-101 0,0-16-162 16</inkml:trace>
  <inkml:trace contextRef="#ctx0" brushRef="#br0" timeOffset="98400.55">11311 13971 783 0,'0'0'142'0,"0"0"-77"15,0 0-48-15,0 0-17 16,0 0-5-16,0 0-7 16,0 20 12-16,0 10 0 15,6 3-4-15,10 2 0 16,1-4-24-16,1-5-19 15,2-9-17-15,0-9-34 16,5-8 45-16,2-8 26 0,1-21 12 16,-1-12 15-16,-7-2 14 15,-4-1 61-15,-12 5 12 16,-4 3-20-16,-13 7-25 16,-24 10-18-16,-14 11-24 15,-4 8 0-15,4 10-63 16,12 16-37-16,14-1-62 15,12-1-174-15</inkml:trace>
  <inkml:trace contextRef="#ctx0" brushRef="#br0" timeOffset="98625.53">11602 13759 534 0,'0'0'52'0,"0"0"0"16,0 0-23-16,79-11 1 16,-55 39 3-16,1 8-18 15,-3 8-4-15,-8 12 6 16,-14 9-15-16,0 4 3 16,-30 5-4-16,-13-2 6 15,-8-11-7-15,-4-10-87 0,-5-15-35 16,-2-15-158-1</inkml:trace>
  <inkml:trace contextRef="#ctx0" brushRef="#br0" timeOffset="98994.41">10558 13975 482 0,'0'0'157'0,"0"0"1"15,0 0-124-15,0 0-32 16,0 0-1-16,0 0 0 16,10 67 15-16,10-26-5 15,3 10-3-15,1 5-7 16,-2 0 3-16,-2-2-4 16,-1-9-5-16,-3-10-55 15,7-10-43-15,4-8 9 16,10-11-130-16</inkml:trace>
  <inkml:trace contextRef="#ctx0" brushRef="#br0" timeOffset="100281.67">12060 13620 313 0,'0'0'93'16,"0"0"60"-16,0 0-80 15,0 0-20-15,0 0 9 16,0 0-55-16,-5 1-4 16,-5 21 0-16,-1 10 6 15,1 3 0-15,0 5-7 0,-3 3 5 16,2 3-6-1,0-5-1-15,7-4 0 0,4-4-1 16,0-11-48-16,10-10-18 16,16-9 16-16,8-3 17 15,2-12-21-15,-1-12-2 16,-9-1 57-16,-8 1 21 16,-12 5 59-16,-6-1-27 15,0 4 3-15,-26 5 9 16,-11 9-65-16,-13 2-17 15,-5 5-114-15,2 11-319 16</inkml:trace>
  <inkml:trace contextRef="#ctx0" brushRef="#br0" timeOffset="100442.88">12034 13987 684 0,'0'0'136'16,"0"0"-136"-16,0 0-143 15,0 0-6-15,0 0-162 16</inkml:trace>
  <inkml:trace contextRef="#ctx0" brushRef="#br0" timeOffset="113230.87">17840 6469 167 0,'0'0'64'0,"0"0"4"15,0 0 29-15,0 0-39 16,0 0-11-16,0 0-16 16,0 0 48-16,-24-24-51 0,24 21-1 15,0 1 23 1,0 1-14-16,0 1-1 0,0 0-21 16,0 0-14-16,0-2-7 15,1 1 4-15,16-2 1 16,6 2 2-16,7-3 3 15,6 4-3-15,5-3 0 16,6 0 0-16,2 0 0 16,8-2-3-16,4 2 1 15,5-2 2-15,4 1 0 16,5 2 0-16,6 2 0 16,4 0-1-16,0 0-2 15,-2 0-18-15,-3 4 17 0,-5 1-32 16,1-1 16-1,-6-1-4-15,-3-2 17 0,-6-1 2 16,-1 0 1-16,-2 0 4 16,3 0 4-16,4 0-4 15,1 0-4-15,-1 0-2 16,-1 0-4-16,-3 0-2 16,-3 0 7-16,0 0 5 15,-1 0 2-15,-2 0 1 16,2-1 18-16,-2-6-10 15,2 1 3-15,2 2-4 16,5 1-8-16,2 2-2 16,-2 0 0-16,-4-1 2 15,-12 1 0-15,-8-3-2 0,-12 2 4 16,-9-1 7 0,-9 0 11-16,-7 2 23 0,-3 0 2 15,0 1-10-15,0 0-7 16,0 0-7-16,0 0-1 15,0 0-10-15,0 0-9 16,0 0 1-16,0 0-3 16,0 0 5-16,0 0 2 15,0 0-7-15,0 0-1 16,3 0 0-16,1 0-21 16,-2 2-77-16,-2 10-48 15,0-6-72-15</inkml:trace>
  <inkml:trace contextRef="#ctx0" brushRef="#br0" timeOffset="113394.39">20493 6428 609 0,'0'0'171'15,"0"0"-92"-15,0 0-79 16,0 0-55-16,0 0-93 15,0 0 54-15,-24 26-186 16</inkml:trace>
  <inkml:trace contextRef="#ctx0" brushRef="#br0" timeOffset="116148.28">18896 6249 91 0,'0'0'77'15,"0"0"34"-15,0 0-66 16,0 0-32-16,0 0 50 0,0 0-41 16,4-17 18-1,-4 17-30-15,0 0-10 0,0 0-2 16,0 0-18-16,0 0-51 16,0 0 18-16,0 0 22 15,0 0 10-15,0 0-18 16,0 0 9-16,0 2 7 15,0 1 16-15,0 0-81 16</inkml:trace>
  <inkml:trace contextRef="#ctx0" brushRef="#br0" timeOffset="116672.42">19007 6293 39 0,'0'0'83'0,"0"0"-8"16,0 0-20-16,0 0-12 15,0 0 12-15,0 0-20 0,-2 0-29 16,2 0-6-1,0 0-9-15,0 0-46 16,0 0 7-16,-2 0 17 0,1 0-32 16,-5 3-37-16</inkml:trace>
  <inkml:trace contextRef="#ctx0" brushRef="#br0" timeOffset="119064.04">13147 7467 98 0,'0'0'120'0,"0"0"-87"16,0 0-10-16,0 0-23 15,0 0-36-15,0 0-107 0</inkml:trace>
  <inkml:trace contextRef="#ctx0" brushRef="#br0" timeOffset="119357.08">13799 7458 435 0,'0'0'20'16,"0"0"-20"-16,0 0-1 15,0 0-26-15,0 0 14 16,0 0-29-16,-41 28 10 16,31-19 17-16,-2 0-8 15,0-1-101-15</inkml:trace>
  <inkml:trace contextRef="#ctx0" brushRef="#br0" timeOffset="120521.49">19070 6095 395 0,'0'0'110'16,"0"0"12"-16,0 0-98 16,0 0-20-16,0 0 5 15,0 0 1-15,0 6-10 16,0-4 0-16,0-1-2 16,0 1 2-16,0 1 0 15,0 1-5-15,0 3-24 16,0 4 4-16,0 0-54 15,-2 1-45-15,-5-5-94 16</inkml:trace>
  <inkml:trace contextRef="#ctx0" brushRef="#br0" timeOffset="122589.58">13897 7556 105 0,'0'0'68'0,"0"0"2"15,0 0-36-15,0 0 7 16,0 0 36-16,0 0-24 0,0 0-28 15,0-14-10 1,0 12 15-16,0 2 3 0,0-1-4 16,0 1 1-16,0 0-9 15,0 0-1-15,0-3-7 16,0 0-3-16,0 1-7 16,0 0-1-16,0 1-1 15,0 0 8-15,0 1 4 16,0 0 6-16,0 0-7 15,0 0 3-15,0-2 0 16,0 1 1-16,0-1-3 16,0 1-10-16,0 0-1 0,0 1 1 15,0-1-2-15,0 1 0 16,0 0-1-16,0 0 0 16,0 0 1-16,0 0-1 15,0 0 1-15,0 0-1 16,0 0 0-16,0 0 1 15,0-2-1-15,0 2 0 16,0-1 0-16,0 1-2 16,0 0-8-16,0 0-43 15,0 0-30-15,0 0-1 16,0 0-40-16,0 0 54 16,0 3-38-16</inkml:trace>
  <inkml:trace contextRef="#ctx0" brushRef="#br0" timeOffset="126594.19">18157 7679 97 0,'0'0'59'0,"0"0"26"16,0 0-33-16,0 0-13 15,0 0 7-15,0 0 6 16,-6 0-13-16,6 0 11 16,0-2-6-16,0-1-1 15,0-2-11-15,0 1-1 16,0 3-21-16,0-2 7 15,0 2-10-15,0-2-2 16,0 3-4-16,0-3-1 0,0 3 1 16,0-2-2-1,0-1-4-15,6 0 5 0,-3 2 0 16,-1 1 0-16,-1 0 2 16,-1 0 0-16,0 0-1 15,0 0 1-15,0-2-2 16,0 2-2-16,0 0-3 15,0 0 2-15,2 0-4 16,1 0 3-16,0 0 4 16,3 0 4-16,0 0-3 15,-2 0-1-15,0 0 0 16,0 0-1-16,0 0 0 16,2 0 1-16,0 0 2 15,1 0-2-15,-3 0 0 16,3 0 0-16,-1 0 0 0,2 0 0 15,0 0 0-15,1 0-1 16,-1 0 1-16,2 0 0 16,-3 0 1-16,-2 0 0 15,1 0-1-15,-1 0 0 16,-1 0 0-16,2 0-1 16,-2 0 1-16,-1 0 0 15,3 0 0-15,-1 0 1 16,1 0-1-16,3 0 1 15,-3 0 1-15,3 0-4 16,-1 0 4-16,3 0-5 16,-2 0 3-16,-1 0-1 15,0 0 1-15,0 0 1 16,-1 0-1-16,1 0 0 0,2 0 0 16,1 0 0-16,2 0 0 15,-3 0 0-15,1 0 0 16,-1 2 0-16,-1-2 0 15,-1 0 0-15,4 1 0 16,-3-1 0-16,1 2 0 16,2-1 0-16,-2-1 1 15,4 2-1-15,-1-2 0 16,1 0 0-16,-1 0 0 16,-1 0 0-16,-1 0 0 15,-1 1-1-15,-1-1 1 0,-1 0 1 16,0 0-1-1,1 0 0-15,-1 0 0 0,3 0 0 16,2 0 0-16,-4 0 0 16,7 0 0-16,-4 0 0 15,1 0 0-15,1 0 0 16,-2 0 0-16,2-1 0 16,-1 1 0-16,1-2 0 15,-1 2 0-15,3-1 2 16,-3-2-2-16,2 1 0 15,-4-1 0-15,-2 3 0 16,-2 0 0-16,0 0 2 16,1-2-2-16,-2 2 0 15,3-2 1-15,-2 2-1 0,1-1 0 16,2 0-1-16,1-1 1 16,-2 1 0-16,-3-1 0 15,1 2 0-15,-1-1 0 16,3 1 0-16,2 0 0 15,0 0 0-15,3 0-1 16,2 0 0-16,-1 0 1 16,4 0 0-16,-2 0 1 15,4 0-1-15,-1 0 0 16,3-1-1-16,3-1 1 16,-3 1 0-16,3 0 0 15,-3-1 0-15,-1 1 0 16,-1-1-2-16,2 0 2 15,-2 1 2-15,-2-1-2 16,4-1 0-16,-3 0 1 0,2 0-1 16,0-2-1-16,5 5 1 15,1-3 1-15,2 3-1 16,0 0-1-16,-2-1 1 16,-1-1 1-16,0 1-1 15,-3-1 0-15,3-1 0 16,-1 2 1-16,3 0 0 15,2-2 4-15,3 3-3 16,0-3-1-16,1 3 3 16,-4 0 0-16,-1 0-1 0,-1 0-3 15,-1 0 3 1,-4-3 5-16,2 2-3 0,1-2 5 16,0 1-3-16,3-3 6 15,-2 5-9-15,-1-3 1 16,0 0-2-16,-5 0-3 15,-2 0 1-15,-7 0 5 16,-3 1 11-16,-3 0-6 16,-1 2 6-16,-3-1-5 15,3 1-11-15,2 0 0 16,0-2-1-16,1 2-1 16,1 0 1-16,1 0 0 15,-1 0 0-15,-1 0 0 0,-3 0 1 16,-3 0 4-16,-2 0 9 15,0-1 16-15,-1 1-8 16,0 0-10-16,0 0-10 16,0-2 0-16,0 2 2 15,0 0 1-15,0 0 4 16,0 0-3-16,0 0-2 16,0 0-3-16,0 0-1 15,0 0 0-15,0 0 1 16,0 0 0-16,0 0 0 15,0 0-1-15,0 0 0 16,0 0-1-16,0 0 1 16,0 0 0-16,0 0 1 15,0 0-1-15,0 0 0 0,0 0 0 16,0-1 2-16,0 1-2 16,0 0 0-16,0 0 0 15,0 0 1-15,0 0 0 16,0 0-1-16,0 0 0 15,0 0-2-15,0 0 3 16,0 0-2-16,0 0 1 16,0 0 0-16,0 0 0 15,0 0 1-15,0 0-2 16,0 0 1-16,0 0-2 16,0 0 2-16,0 0 0 15,0 0 2-15,0 0-2 16,0 0 0-16,0 0 0 15,0 0 1-15,0 0-1 16,0 0-1-16,0 0-1 0,0 0 2 16,0 0 0-16,0 0 2 15,0 0-1-15,0 0-1 16,0 0-1-16,0 0 1 16,0 0 0-16,0 0 0 15,0 0 0-15,0 0 0 16,0 0 0-16,0 0 0 15,0 0 0-15,0 0-2 16,0 0-1-16,0 0-1 16,0 0-6-16,0 0 2 15,0 0 6-15,0 0 1 16,0 0-2-16,0 0 3 0,0 0 0 16,0 0-1-16,0 0 1 15,0 0 0-15,0 0 1 16,0 0-1-16,0 0 0 15,0 0 0-15,0 0 0 16,0 0 0-16,0 0 3 16,0 0-3-16,0 0 1 15,0 0 0-15,0 0-1 16,0 0 2-16,0 0-2 16,0 0 1-16,0 0 0 15,0 0-1-15,0 0-4 16,0 0 2-16,0 0-6 15,0 0-4-15,0 0 1 0,0 0-6 16,0 0-2-16,0 0 2 16,0 0 12-16,0 0 5 15,0 0 1-15,0 0 3 16,0 0-4-16,0 0 3 16,0 0-2-16,0 0 0 15,0 0-1-15,0 0 0 16,0 0-26-16,0 0-9 15,0 0 17-15,0 0-5 16,0 0-3-16,0 0 8 16,0 0 1-16,0 0-22 15,0 0 1-15,-1 0 20 0,0 0-6 16,-2 0-52-16,-3 0-55 16,2 0-95-16</inkml:trace>
  <inkml:trace contextRef="#ctx0" brushRef="#br0" timeOffset="127526.34">20406 7548 41 0,'0'0'62'16,"0"0"-30"-16,0 0 9 16,0 0 13-16,0 0-23 15,0 0 6-15,0 0-26 16,0-5-7-16,0 5 14 16,0 0-3-16,0 0-10 15,0 0-4-15,0 0 3 16,0 0 6-16,0 0 27 15,0 0-1-15,0-1 4 16,0-1-5-16,0 1-30 16,0-2 1-16,0 0 3 15,0 2-7-15,0 0 3 0,0 1 19 16,0 0-15-16,0-2-7 16,0 2 3-16,0 0-4 15,0 0 0-15,0 0-2 16,0 0 2-16,0 0-1 15,0 0 0-15,0 0 0 16,0 0 0-16,0 0 2 16,0 0-2-16,0 0 2 15,0 0-2-15,0 0-2 16,-1 0-1-16,-2 0-47 16,0 0 11-16,0 0 4 15,3 0-22-15,-1 0 28 0,1 2-10 16,-2-1 15-16,-1 3 21 15,-3-1-15 1,-1-3-88-16</inkml:trace>
  <inkml:trace contextRef="#ctx0" brushRef="#br0" timeOffset="129020.48">20781 7031 567 0,'0'0'92'16,"0"0"-92"-16,0 0 4 15,0 0-1-15,0 0 5 16,0 0-2-16,85 82 0 16,-60-55-2-16,4-2 2 15,-1-5-2-15,2-6-2 0,1-6-1 16,2-8 6-16,1 0-2 16,-2-7 1-16,-9-10-3 15,-4-3 30-15,-8-4 55 16,-5-2-74-16,-3 3 33 15,-3 5-20-15,0 5-15 16,0 8-7-16,0 5-4 16,-4 0-1-16,-6 20-19 15,0 18 15-15,1 10 4 16,5 7-2-16,4 7-3 16,0 1-16-16,0-3-19 15,0-4-12-15,10-11-17 0,4-13-36 16,1-16-63-16,-2-15-176 15</inkml:trace>
  <inkml:trace contextRef="#ctx0" brushRef="#br0" timeOffset="129638.39">21263 7383 452 0,'0'0'9'0,"0"0"3"15,0 0 20-15,0 0 8 16,0 0-2-16,88 7-3 16,-63-14 4-16,-4-5-9 0,-5-1 9 15,-5 0 32-15,-5-4-38 16,-6 4-2-16,0-3 7 16,-6 3-13-16,-14 4-20 15,-5 6-5-15,-2 3-3 16,2 8-3-16,6 14-15 15,5 6 3-15,10 4-8 16,4 4 5-16,12-1-8 16,24-3-16-16,19-9-21 15,13-10 35-15,10-12 14 16,-2-1 1-16,-9-14 16 16,-16-7 2-16,-14-2 14 15,-16 1 21-15,-12 1 72 16,-9 1-39-16,-2 0-38 0,-20 2-8 15,-9 4-7-15,1 7-12 16,3 7-5-16,3 1-3 16,9 23-15-16,6 4-7 15,8 3-12-15,1 0-12 16,0-4-21-16,18-7 25 16,5-11 34-16,9-9 11 15,0 0 4-15,1-12 26 16,-6-10 52-16,-6-3-25 15,-8 0-23-15,-5 0 2 16,-8 3-10-16,0 5-5 16,0 5-12-16,-6 5-7 15,0 7-2-15,-4 0-8 0,1 11-45 16,0 14 8-16,-2 11 19 16,5 6-26-16,6 0-26 15,0-1-3-15,24-10-78 16,12-11-54-16</inkml:trace>
  <inkml:trace contextRef="#ctx0" brushRef="#br0" timeOffset="129919.36">22025 7403 839 0,'0'0'118'15,"0"0"-93"-15,0 0-25 0,0 0-19 16,0 0 18-1,-2 75 1-15,-1-45 0 0,2-6 0 16,1-7 1-16,0-4 0 16,0-5-1-16,0-6 0 15,0-1-15-15,0-1-2 16,0-3 17-16,0-19 0 16,6-7-1-16,5-7-28 15,9 2 24-15,3 2 5 16,3 8-13-16,3 5-49 15,0 8-41-15,0 8 21 16,-4 3-57-16,-2 0-97 16</inkml:trace>
  <inkml:trace contextRef="#ctx0" brushRef="#br0" timeOffset="130208.22">22805 6880 493 0,'0'0'22'0,"0"0"51"0,0 0 5 15,0 0-37 1,0 0-41-16,0 0 0 15,14 81 2-15,-14-25 3 0,-8 13 6 16,-8 16-3-16,-5 7 1 16,-4-2-6-16,5-11-3 15,6-12-14-15,3-18-87 16,9-20-113-16,2-14-197 16</inkml:trace>
  <inkml:trace contextRef="#ctx0" brushRef="#br0" timeOffset="130366.88">22845 7525 638 0,'0'0'127'0,"0"0"7"16,0 0-69-16,0 0-65 16,0 0-5-16,0 0-119 15,-1 17-39-15,1-6-36 16</inkml:trace>
  <inkml:trace contextRef="#ctx0" brushRef="#br0" timeOffset="133112.72">19373 7345 123 0,'0'0'43'0,"0"0"-1"16,0 0-24-16,0 0 23 15,0 0-20-15,0 0 50 16,0-21-39-16,0 18 22 16,0 0-13-16,0 1-9 0,0 2 17 15,0 0-31-15,0 0-10 16,0 0-8-16,0 0-1 16,0 0 1-16,0 0 0 15,0 0-2-15,0 0 2 16,0 0 0-16,0 0-5 15,0 0 3-15,0 0 2 16,0 0 2-16,0 0-1 16,0 0-1-16,0 0-3 15,0 0 3-15,0 0-4 16,0 0-24-16,0 0-8 16,0 0 22-16,0 6-58 0,1-3-33 15,1 0-46-15</inkml:trace>
  <inkml:trace contextRef="#ctx0" brushRef="#br0" timeOffset="136079.59">12510 8869 66 0,'0'0'145'0,"0"0"-82"16,0 0 48-16,0 0-20 15,0 0-46-15,0 0 14 16,0 0-32-16,-11-5 0 16,11 4 12-16,0-1 6 15,0 2 5-15,0 0-20 16,0 0-30-16,0 0 0 16,5 0-10-16,13 0 9 15,6 0-1-15,9 0 2 0,4 0 4 16,11 0-2-1,4-1-2-15,5-1-3 0,4 2 3 16,9 0 0-16,6 0 0 16,10 0 0-16,2 0-3 15,5 0-2-15,-5 0 5 16,-2 0-1-16,1 0-18 16,-6 0 6-16,-4 0 13 15,-7 0 2-15,-4 0 2 16,-4 0-4-16,0 0 0 15,-6 0 0-15,-3 0 0 16,-4 0 0-16,-7 0 0 16,-8 0 1-16,-6 0-1 15,-11 0 6-15,-4-1 26 16,-5-4-8-16,-2 1 8 0,-5 2-8 16,1 2-12-16,-2 0 0 15,0 0 1-15,0 0 0 16,0 0-10-16,0-2 3 15,0 2-2-15,0 0-4 16,0 0 0-16,0 0-2 16,0 0-29-16,0 0-37 15,0 2-57-15,-3 4 41 16,-3-5-215-16</inkml:trace>
  <inkml:trace contextRef="#ctx0" brushRef="#br0" timeOffset="136263.21">14199 8861 414 0,'0'0'128'16,"0"0"2"-16,0 0 10 15,0 0-71-15,0 0-51 16,0 0-18-16,-15-9-20 16,15 9-72-16,0 0-25 15,0 9 97-15,0 2-35 16,0-5-142-16,0-3-23 15</inkml:trace>
  <inkml:trace contextRef="#ctx0" brushRef="#br0" timeOffset="136464.86">14199 8861 302 0,'-39'36'187'16,"39"-39"-97"-16,0 2-49 15,0 1-41-15,0 0-7 16,0 0-19-16,0 0 18 16,0 0-2-16,-2 0-11 15,0 0 2-15,0 4-29 16,-3 2-95-16,0 1 10 16</inkml:trace>
  <inkml:trace contextRef="#ctx0" brushRef="#br0" timeOffset="137133.04">18260 7536 28 0,'0'0'0'15</inkml:trace>
  <inkml:trace contextRef="#ctx0" brushRef="#br0" timeOffset="137559.2">19118 7400 57 0,'0'0'187'0,"0"0"-126"15,0 0-28-15,0 0-11 16,0 0 22-16,0 0 24 15,0 0-11-15,0 0-16 16,0 0-41-16,-5 6-39 16,-1 2-45-16,-4 2-7 15,0-3-16-15</inkml:trace>
  <inkml:trace contextRef="#ctx0" brushRef="#br0" timeOffset="137755.24">20152 7253 387 0,'0'0'0'0,"0"0"-179"15</inkml:trace>
  <inkml:trace contextRef="#ctx0" brushRef="#br0" timeOffset="141574.38">18121 8828 86 0,'0'0'55'16,"0"0"60"-16,0 0-39 0,0 0-11 15,0 0-1 1,0 0-32-16,0 0 2 0,-16-21-10 16,15 19-1-16,1 2 10 15,0-1 2-15,0 1-13 16,0-2-13-16,0 2-9 15,12 0-4-15,7 0 2 16,6 0 2-16,7 0-2 16,9 0 1-16,10 3 1 15,12-3 1-15,7 2 1 16,12-1 0-16,9 0-2 16,7 4 2-16,8-1-2 0,3-1 0 15,3 1 2 1,0-1-2-16,0 2-2 0,-5 0 2 15,3-3 0-15,-2 0-1 16,-8 0 1-16,-3-2 1 16,-6 0 0-16,-2 0-1 15,1 0 1-15,-2 0-1 16,-3 0 0-16,-9 0 0 16,-11 0 0-16,-17 0 0 15,-12 0 4-15,-15-4 19 16,-6 0 34-16,-9 3 6 15,-6-1-13-15,0 2-23 16,0 0-17-16,0 0-7 16,0 0-3-16,0 0-20 15,-15 0-73-15,-3 9-42 0,-1-3-28 16</inkml:trace>
  <inkml:trace contextRef="#ctx0" brushRef="#br0" timeOffset="142159.28">20939 8260 242 0,'0'0'519'0,"0"0"-400"15,0 0-60-15,0 0-55 16,0 0-4-16,0 0-11 16,-18 19 10-16,24 27 2 0,11 10-1 15,0 4 0 1,3-2 0-16,-1-7-66 0,8-15-17 16,6-12-22-16,7-12 68 15,3-12 37-15,-3 0 4 16,-2-16-1-16,-12-9 7 15,-7-6 66-15,-10-3 8 16,-9-1-25-16,0-2 7 16,-5 7-36-16,-4 9-7 15,2 10-1-15,4 11-20 16,3 0-2-16,-3 18-51 16,3 18 33-16,0 10 17 0,0 6-13 15,0 6-14 1,12-1-1-16,0 1-14 0,2-5-57 15,-1-12-74-15,0-14-96 16</inkml:trace>
  <inkml:trace contextRef="#ctx0" brushRef="#br0" timeOffset="142773.2">21470 8660 505 0,'0'0'58'16,"0"0"-42"-16,0 0-7 16,0 0 7-16,0 0 11 15,85-23 6-15,-68 15 21 0,-4-3 24 16,-4-1-30-16,-8-1-19 16,-1 1 15-16,0-1-10 15,-13 2-34-15,-10 4-2 16,-8 7-1-16,-3 0-2 15,-2 11 1-15,8 13-26 16,11 4-7-16,16 3-19 16,1 1-19-16,32 2 13 15,19-6 5-15,18-12-37 16,11-9 18-16,10-7 76 16,-2-8 10-16,-10-15 42 15,-20-2 37-15,-21-1 9 0,-16 3 27 16,-15-1-48-16,-6 2-20 15,-5 4-37-15,-18 3-17 16,-10 10-3-16,-2 5-7 16,3 0-3-16,6 17-9 15,9 9-23-15,8 3-2 16,5 3-21-16,4-1-18 16,0-6 22-16,16-9 22 15,9-13 5-15,0-3 34 16,2-3 20-16,-3-16 46 15,-5-5 56-15,-2-3-57 16,-7 0-26-16,-5 2 4 16,-5 5-5-16,0 4-25 15,0 10-12-15,0 3-1 16,0 3-1-16,0 0-2 0,0 8-46 16,0 15-11-16,0 9 55 15,0 5-26-15,4 3-44 16,16-5-18-16,8-6 46 15,5-13-42-15,0-12-143 16</inkml:trace>
  <inkml:trace contextRef="#ctx0" brushRef="#br0" timeOffset="143040.19">22225 8615 385 0,'0'0'299'0,"0"0"-166"15,0 0-81-15,0 0-52 16,0 0-25-16,0 0 17 15,-12 56 6-15,-2-20 2 16,2-4 1-16,5-6-1 16,3-9 0-16,4-7 2 15,-2-5 0-15,2-3 2 16,0-2-2-16,0 0 18 16,0-5 64-16,2-15-18 15,15-6-66-15,7-9-11 16,9 3-13-16,5 2-31 15,3 5-76-15,-5 5-54 16,-3 4-123-16</inkml:trace>
  <inkml:trace contextRef="#ctx0" brushRef="#br0" timeOffset="143523.25">22796 8390 580 0,'0'0'117'15,"0"0"-117"-15,0 0 0 16,0 0-2-16,0 0-6 16,0 0 3-16,85 96 1 15,-83-54 4-15,-2 4 1 16,-13 0 5-16,-12 0 2 16,-7-5-8-16,-2-5-29 15,2-8-12-15,4-8-5 16,10-9-19-16,6-8 26 15,10-3 39-15,2 0 140 16,0-16-17-16,0-1-19 16,12-1-42-16,11 2-34 0,4 2-18 15,7 3-10 1,2 3-1-16,1 2 0 0,0 5 1 16,0 1 0-16,-2 0-1 15,-4 5-20-15,-3 8-34 16,-2-2-79-16,-7-5-41 15,2-6-377-15</inkml:trace>
  <inkml:trace contextRef="#ctx0" brushRef="#br0" timeOffset="143688.28">23138 8753 721 0,'0'0'190'0,"0"0"-110"0,0 0-49 15,0 0-31-15,0 0-36 16,0 0-62-16,0 12 12 16,0 3-9-16,0-3-23 15,0-3-232-15</inkml:trace>
  <inkml:trace contextRef="#ctx0" brushRef="#br0" timeOffset="144766.78">22905 8922 85 0,'0'0'68'0,"0"0"-27"15,0 0-37-15,0 0 1 0,-89-8-5 16,42 14-2-16,-17 14-38 15,-6 4-33-15</inkml:trace>
  <inkml:trace contextRef="#ctx0" brushRef="#br0" timeOffset="146504.07">12576 10084 35 0,'0'0'472'0,"0"0"-363"16,0 0-16-16,0 0-24 15,0 0-35-15,0 0-16 16,-6-17-14-16,9 17-1 16,19 0-3-16,15 0 0 15,10 0 5-15,11 0-5 16,9 0 0-16,15 1 0 16,17-1 0-16,17 0 0 15,17 0-3-15,7 0 2 16,-2-8 1-16,-14-1 1 15,-22-2 4-15,-25-1-4 16,-21 1-1-16,-19 1 6 16,-15 2 27-16,-7 3 0 0,-10 0-4 15,-4 5-4-15,-1 0-21 16,0 0-4-16,0 0-8 16,-21 11-57-16,-16 12-2 15,-11-3-108-15,13-6-391 16</inkml:trace>
  <inkml:trace contextRef="#ctx0" brushRef="#br0" timeOffset="146652.49">13918 10003 635 0,'0'0'199'0,"0"0"-143"15,0 0-28 1,0 0-28-16,0 0-72 0,-112 25-47 15,72-3-100-15</inkml:trace>
  <inkml:trace contextRef="#ctx0" brushRef="#br0" timeOffset="147903.17">7582 9970 346 0,'0'0'90'15,"0"0"-21"-15,0 0 1 16,0 0-7-16,0 0 14 16,0 0-14-16,-3-14-23 15,2 11-4-15,1 1-16 16,0 2-8-16,-5 0-8 15,5 0-4-15,0 0 0 16,0 0-2-16,0 0 2 16,0 0-2-16,0 0 2 0,0 0 0 15,0-1 0 1,0 1 0-16,0 0 0 0,0 0 0 16,0 0-5-16,0 0-4 15,0 0 0-15,0 0-3 16,0 0-9-16,0 0 8 15,0 0-2-15,0 0-7 16,0 0-1-16,0 0 5 16,0 0-3-16,0 0 12 15,0 0 8-15,0 0 1 16,0 0 0-16,0 0 1 0,0 0-1 16,0 0 1-1,0 0-1-15,0 0 0 0,0 0-7 16,0 0-10-16,0 0 2 15,0 0 9-15,0 0 3 16,0 0-6-16,0 0-3 16,0 0 12-16,0 0 1 15,0 0 0-15,0 0 2 16,0 0 0-16,0 0 4 16,0 0-1-16,0 0-6 15,0 0-3-15,0 0-1 16,0 0-50-16,-3 0-48 15,-5 1-19-15,0 6 30 16,-3-3-84-16</inkml:trace>
  <inkml:trace contextRef="#ctx0" brushRef="#br0" timeOffset="149599.62">13548 10068 206 0,'0'0'76'0,"0"0"10"15,0 0-27-15,0 0-27 16,0 0-16-16,0 0-9 15,21 0 5-15,-4 0-8 16,0 0-2-16,6 0 0 16,4 0 11-16,6 0 16 0,8 0-3 15,6 0-16-15,6 0 0 16,5-4-5-16,2 0 2 16,-3 0-6-16,-5 1-1 15,-9 0 3-15,-10 0 1 16,-9 1-3-16,-12 0 6 15,-6 2-2-15,-6-3 9 16,0 3-1-16,0 0-7 16,0 0-5-16,0 0 4 15,0 0-5-15,0 0-2 16,0 0-19-16,0 3-22 16,-2 7-32-16,-7-3-123 15</inkml:trace>
  <inkml:trace contextRef="#ctx0" brushRef="#br0" timeOffset="149785.05">14175 10065 545 0,'0'0'162'0,"0"0"-40"15,0 0-69-15,0 0-53 16,0 0-5-16,0 0-111 15,0-5 58-15,0 17-21 16,0-2-86-16,0-5-137 16</inkml:trace>
  <inkml:trace contextRef="#ctx0" brushRef="#br0" timeOffset="162936.77">18271 10075 204 0,'0'0'57'0,"0"0"20"16,0 0-9-16,0 0 13 15,0 0-12-15,-84-37-35 16,72 32-9-16,5-2-4 16,1 4 8-16,3 0 25 15,3 0 11-15,0 3-37 16,0-1-16-16,0 1-12 16,19 0-14-16,20 0 14 15,12 0 4-15,20 1-4 0,14 2 2 16,20 0-2-16,17 0 3 15,19 2-3-15,19-2 2 16,16-1-2-16,12-2 1 16,2 0-2-16,-13 0 2 15,-20-2-1-15,-30-6 3 16,-29 3 0-16,-22 0 4 16,-19 3 15-16,-18-1-16 15,-16 3-6-15,-10 0 0 16,-10-2 1-16,-3 2 1 15,0 0 5-15,-8 0 0 16,-23 0-7-16,-16 2-23 0,-2 13-66 16,9-1-63-1,13-3-168-15</inkml:trace>
  <inkml:trace contextRef="#ctx0" brushRef="#br0" timeOffset="163854.24">21083 9489 585 0,'0'0'61'16,"0"0"69"-16,0 0-81 16,0 0-22-16,0 0-24 15,0 0-3-15,0-10-3 16,17 27 3-16,4 7 2 16,1 7-2-16,1 3 1 15,-4 3-1-15,2 0 0 16,-2-3-3-16,-1-6-29 15,2-6 1-15,5-5-17 16,1-11 11-16,3-6 11 0,1 0 3 16,-3-19-1-16,-3-7 8 15,-8-5 16-15,-8-6 1 16,-8-1 77-16,0-1-3 16,-2 0 9-16,-5 10-22 15,2 10-8-15,4 9-20 16,-2 10-34-16,3 0-5 15,0 24-45-15,0 10 44 16,12 13 3-16,-3 8 2 16,1 5 1-16,0 1-9 15,1-3-21-15,1-1-12 16,0-7-35-16,2-8-29 16,2-15-17-16,3-18-158 15</inkml:trace>
  <inkml:trace contextRef="#ctx0" brushRef="#br0" timeOffset="164456.71">21637 9847 472 0,'0'0'145'15,"0"0"-88"-15,0 0-17 16,0 0-31-16,0 0 23 16,0 0 5-16,52-25-28 15,-40 22-5-15,2-1 0 16,-2-5 8-16,-4 2-3 15,0-3 1-15,-6 4 22 0,-2-3-12 16,0 1 5-16,-2-1-16 16,-17 2-9-16,-5 6 0 15,-3 1-2-15,6 6 0 16,2 13-9-16,8 4-20 16,4 5 12-16,7 5-7 15,0-2-16-15,22-1 20 16,18-10-12-16,16-12-13 15,14-8 29-15,7-3 5 16,2-19 9-16,-12-6 4 16,-13 0 2-16,-20 0 13 15,-14 3 68-15,-17 1-4 16,-3 2-23-16,0 4-9 0,-18 2-22 16,-5 9-20-1,4 7-5-15,1 0-4 0,5 9-7 16,1 13-13-16,4 7-11 15,4 3-6-15,4-3-15 16,0-5-16-16,0-10 21 16,8-11 22-16,6-3 20 15,1-5 9-15,5-14 8 16,-5-1 2-16,-4-5 26 16,-5 3 52-16,-4-1-22 15,-2 4-29-15,0 7 4 16,-3 2-22-16,-2 8-18 15,4 2-1-15,1 4-41 16,0 18-4-16,0 10 38 0,1 6-11 16,19 4-40-1,10-3-37-15,7-3 40 0,3-15-86 16,-1-11-196-16</inkml:trace>
  <inkml:trace contextRef="#ctx0" brushRef="#br0" timeOffset="164768.06">22428 9803 340 0,'0'0'215'15,"0"0"-80"-15,0 0-131 16,0 0-4-16,0 0-6 16,0 0 6-16,0 56 12 0,-2-29 11 15,-1-2-1-15,-2-2-11 16,0-6-7-16,2-4 0 15,-2-7 1-15,3-3-2 16,0-1 0-16,1-2 3 16,1 0 35-16,0-7 69 15,0-14-60-15,0-7-50 16,17-6-8-16,10 0-15 16,3 4-13-16,1 6 5 15,-3 9-15-15,-2 5-30 16,-5 5-13-16,-3 4-72 15,-9 1-131-15</inkml:trace>
  <inkml:trace contextRef="#ctx0" brushRef="#br0" timeOffset="165638.47">22939 9637 324 0,'0'0'227'16,"0"0"-150"-16,0 0-1 15,0 0-12-15,0 0-24 16,0 0-6-16,-6-37-8 15,12 30-19-15,17-2-5 16,5-1-2-16,6 1 3 16,1 3-2-16,-1 0 1 15,-4 4-1-15,-9 2 3 16,-9 0-4-16,-8 2-2 16,-2 12-3-16,-2 9-1 0,-11 5 3 15,-16 5 2-15,-10 1 1 16,1 0-2-16,2-4-1 15,5-5-9-15,9-3-7 16,8-10-5-16,5-3 4 16,5-4-3-16,2-3-16 15,0-1 2-15,0-1 34 16,13 0 3-16,5 0 8 16,3 0 2-16,-2 0 4 15,-1 0 4-15,-3 5-13 16,-4 3-5-16,-7 5-4 15,-4 2 3-15,0 5 1 0,-9 1 2 16,-13 2 2-16,-5-2 1 16,1-3 1-16,3-5-1 15,0-5-3-15,1-1 6 16,-2-4-6-16,4-3 8 16,3 0-7-16,4 0 0 15,9 0-1-15,1 0-2 16,3 0-31-16,0 0-70 15,6 0-218-15</inkml:trace>
  <inkml:trace contextRef="#ctx0" brushRef="#br0" timeOffset="165835.63">23053 10020 696 0,'0'0'169'0,"0"0"-80"16,0 0-50-16,0 0-30 16,0 0-9-16,0 0-60 15,-9-9-96-15,-3 24 34 16,0-4-48-16,2-5-229 16</inkml:trace>
  <inkml:trace contextRef="#ctx0" brushRef="#br0" timeOffset="173266.2">12510 11356 86 0,'0'0'39'0,"0"0"30"0,0 0 0 16,0 0 12-16,0 0 21 15,0 0-9-15,0 0-42 16,-28-21-4-16,26 18-17 16,1 1-16-16,-2 2-8 15,3 0 3-15,0 0 7 16,0 0 6-16,0 0 2 15,0 0-5-15,0 0-19 16,0 0-1-16,0 0 0 16,0 0-18-16,9 0-4 15,16 0 23-15,14 0 4 16,12 0-4-16,16 5-5 16,4-5-4-16,8 0 5 0,11 0-11 15,7 0 12 1,10 0-3-16,11 0-2 0,3-5-1 15,-5-3-3-15,-9 1-6 16,-14-1 6-16,-15-1 12 16,-14 0 5-16,-6 2-3 15,-4 0 6-15,-11 4 1 16,-7 0-9-16,-15 3-1 16,-11 0 1-16,-6 0 0 15,-4 0 11-15,0 0 46 16,0 0 19-16,0-4-19 15,0-1-26-15,-3 0-22 0,-4 0 10 16,1 3 2-16,2 0-15 16,1-1-5-16,1 3 1 15,2 0-3-15,0 0 1 16,0 0-2-16,0 0 1 16,-4 0 1-16,4 0 0 15,-3 0-3-15,1 0-4 16,-1 0-10-16,-3 0-9 15,2 0-1-15,-1 0 2 16,2 0 2-16,2 0 16 16,-2 0 6-16,0 0 1 15,0 0 1-15,1 0 1 16,-1 0 19-16,3 0-6 16,0 0 1-16,0 0-5 15,0 0-8-15,0 0-1 0,0 0 0 16,0 0 5-16,0 0-5 15,0 0 1-15,0 0-3 16,0 0 0-16,0 0 0 16,0 0 0-16,0 0 0 15,0 0 0-15,0 0 0 16,0 0 0-16,0 0-4 16,0 0-3-16,0 0-5 15,0 0 4-15,0 0 8 16,0 0 0-16,0 0 0 15,0 0 0-15,0 0 1 16,0 0 0-16,0 0-1 0,0 0 0 16,0 0 0-16,0 0 0 15,0 0-1-15,0 0 1 16,0 0 0-16,0 0 0 16,0 0 0-16,0 0 1 15,0 0 0-15,0 0-1 16,0 0 0-16,0 0-1 15,0 0-7-15,0 0-6 16,0 0-4-16,0 0 11 16,0 0 6-16,0 0-3 15,0 0 2-15,0 3 2 16,9 0 0-16,3 1-5 16,2 0-13-16,-2 1-10 0,1-2-1 15,0 0 15 1,0-3 14-16,-2 0 1 0,0 0 0 15,-2 0 2-15,4 0 0 16,2 0-2-16,2 0-1 16,1 0 0-16,-1 0 1 15,-3 0-1-15,-3 0 0 16,-3 0 2-16,-6 0-2 16,-2 0 0-16,0 0 12 15,0 0 51-15,0 0-20 16,0 0-21-16,0 0-20 15,0 0 0-15,0 0-1 0,0 0-1 16,0-2 0 0,0 2 0-16,0-1 0 0,0-1 1 15,0 2 1-15,0-1-2 16,0 1 0-16,0 0 1 16,0-2-1-16,0 2-1 15,0 0 1-15,0 0 0 16,0 0 0-16,0 0 0 15,0 0 0-15,0 0 0 16,0 0 1-16,0 0-1 16,0 0 0-16,0 0 0 15,0 0 0-15,0 0 0 16,0 0 0-16,0 0-1 0,0 0-4 16,0 0-40-1,0 0-40-15,0 0 25 0,0 0 19 16,-6 0 4-16,-2 9 14 15,-1-2-179-15</inkml:trace>
  <inkml:trace contextRef="#ctx0" brushRef="#br0" timeOffset="174355.13">13724 11314 114 0,'0'0'34'0,"0"0"13"0,0 0 2 16,0 0 0-16,0 0 21 15,0 0 30-15,-4 0-17 16,3 0-41-16,-1-3 5 16,2 2-20-16,0-1 15 15,0 2-31-15,0 0-10 16,0 0 1-16,0 0 4 16,0-1 10-16,0 1 13 15,0-3-2-15,0 3-12 16,0-1-10-16,0-1 1 15,0 1 5-15,0-1-2 16,0 0-5-16,0-1 2 0,-3 2-4 16,3-2 4-16,0 0-2 15,-2 0 4-15,2 0-3 16,0 2 0-16,0-2 3 16,0 3-8-16,0-1 2 15,0-2 2-15,0 3-4 16,0 0 0-16,0 0-2 15,0 0-1-15,0 0-9 16,0 0-14-16,0 0-16 16,0 0-11-16,0 0 4 15,0 0 19-15,0 0 24 16,0 0-26-16,0 0-6 16,2 5-82-16,-2 0-69 0,0-2-80 15</inkml:trace>
  <inkml:trace contextRef="#ctx0" brushRef="#br0" timeOffset="176040.17">20237 9794 131 0,'0'0'0'16,"0"0"-58"-16</inkml:trace>
  <inkml:trace contextRef="#ctx0" brushRef="#br0" timeOffset="184748.83">17574 12017 109 0,'0'0'86'16,"0"0"-12"-16,0 0 55 15,0 0-75-15,0 0 35 16,0 0-50-16,0 0-23 16,2-47 17-16,-2 43-6 15,0 2 16-15,0 0-30 16,0 2 7-16,0-2-15 16,0 2-1-16,0 0-1 15,0 0-3-15,0 0-2 16,0 0 0-16,0 0-5 15,0 4-5-15,0 16 9 16,-5 10 3-16,1 7 0 0,-5 9 0 16,0 0 4-16,3-2-4 15,1-7 0-15,4-6-3 16,1-6-10-16,0-6-26 16,0-8-6-16,0-4-29 15,0-7-83-15,4 0-84 16</inkml:trace>
  <inkml:trace contextRef="#ctx0" brushRef="#br0" timeOffset="193462.52">17879 11953 274 0,'0'0'186'16,"0"0"-63"-16,0 0-50 15,0 0-13-15,0 0-19 16,0 0-22-16,0 0-11 15,-13-13 3-15,13 13 3 0,0 0-4 16,0 0-10 0,13 0 0-16,8 0 7 0,13-1-6 15,2 1-1-15,7-2-1 16,-5 1 1-16,-3 1 2 16,-8 0-1-16,-9 0-1 15,-4 0 0-15,-2 11-3 16,-6 9 1-16,-4 10-2 15,-2 5-2-15,0 8 4 16,-18 3 2-16,-3 3 2 16,0-5-2-16,0-4-3 15,8-9-47-15,1-11 12 16,6-8-30-16,4-10-46 16,2-2-151-16</inkml:trace>
  <inkml:trace contextRef="#ctx0" brushRef="#br0" timeOffset="194039.93">17996 12104 307 0,'0'0'74'0,"0"0"-70"16,0 0 43-16,0 0 10 16,0 0-7-16,0 0-16 15,72 3-8-15,-33-3 0 16,5 0-17-16,6-6-1 15,3-8-8-15,2-2-1 16,-2-7-43-16,2 3-13 0,-6-1-8 16,-10 0 16-16,-9 2 49 15,-13 2 16-15,-8 0 18 16,-5 2 51-16,-4 2-52 16,0 1 15-16,0 0-18 15,-13 6 14-15,-7 0-31 16,-6 6-13-16,1 0-3 15,2 6-1-15,6 12-6 16,5 7-12-16,4 4 14 16,7 8 7-16,1 1-8 15,0 2 7-15,6-2 2 16,15-1-4-16,1-3 4 0,2-7 1 16,-5-2 5-16,-4-8 6 15,-9-5-5-15,-4-2-3 16,-2-6 3-16,0 1 12 15,-8-3 1-15,-8 1 5 16,-4-3-11-16,-1 0-7 16,1 0-1-16,0-9 0 15,4-1-3-15,5-4-1 16,4-1-2-16,7-2-42 16,6-3-33-16,16-3-32 15,14-2-18-15,6-6 57 16,8 1 22-16,6-4 16 15,4 0-7-15,1 0-22 0,0 4-27 16,0-2 12 0</inkml:trace>
  <inkml:trace contextRef="#ctx0" brushRef="#br0" timeOffset="194407.77">19052 11821 82 0,'0'0'90'16,"0"0"53"-16,0 0 0 16,0 0-41-16,0 0-23 15,0 0 6-15,61-66-56 16,-71 66-26-16,-11 0-3 15,-1 6-1-15,-3 13 1 16,0 8-1-16,2 2 1 16,2 7-5-16,7 1 4 15,4 4-3-15,10-5 0 16,0-7-14-16,18-10-46 0,15-12 47 16,6-7 17-16,-3-6 4 15,-4-14 0-15,-11-4 2 16,-7 2 32-16,-7-3 21 15,-7 4-18-15,0 1 21 16,-3 0-27-16,-13 3 1 16,3 6-12-16,6 5 4 15,2 4-17-15,4 2-11 16,-3 11-15-16,-2 18-1 16,-2 14 14-16,-1 11 0 15,-6 7 2-15,3 4-4 16,1 0-10-16,3-2-21 15,-1-5-26-15,4-10-68 16,0-12-54-16</inkml:trace>
  <inkml:trace contextRef="#ctx0" brushRef="#br0" timeOffset="194888.82">17482 12755 264 0,'0'0'24'0,"0"0"-24"16,0 0 67-16,0 0 59 15,143 20-25-15,-51-20-45 0,21-4-22 16,22-15-7-16,16-4 5 16,12-4 1-16,3 1-18 15,-8 1-10-15,-16 1-5 16,-14 7 1-16,-17 7 1 16,-16 3-4-16,-20 7 1 15,-20 0-12-15,-21 0-36 16,-19 14-20-16,-15 4-134 15,-28-1-42-15</inkml:trace>
  <inkml:trace contextRef="#ctx0" brushRef="#br0" timeOffset="195438.35">17503 12968 465 0,'0'0'162'0,"0"0"-21"0,0 0-81 16,0 0-29-16,0 0-27 15,0 0-3-15,103-21 4 16,-56 21 5-16,0 0-5 16,-4 3-3-16,-9 13-2 15,-9 5 0-15,-11 6-6 16,-11 5-6-16,-3 1-3 15,-14 6 1-15,-19-2 2 16,-9 1 10-16,-4-6-31 16,6-6-1-16,7-9 25 15,8-7 7-15,10-5 2 16,6 0 5-16,6-3 20 0,2-1 1 16,1-1-11-16,0 0-8 15,0 0-7-15,1 0-12 16,24 0 12-16,8-6-2 15,11-5-7-15,5 1-5 16,4 0-32-16,1 0-3 16,3 0-34-16,-5-2-208 15</inkml:trace>
  <inkml:trace contextRef="#ctx0" brushRef="#br0" timeOffset="195804.72">18050 12933 416 0,'0'0'105'0,"0"0"-9"16,0 0-43-16,0 0-8 15,0 0 24-15,0 0-22 16,91-55-19-16,-61 52-18 16,6 3-8-16,1 0 1 15,0 3-3-15,-6 13-1 0,-4 10 0 16,-9 5-1 0,-6 2-3-16,-9 6 1 0,-3 0 0 15,0 3 3-15,0 0-2 16,-12-3 1-16,0-2-22 15,-1-5-24-15,2-8-16 16,2-2-12-16,2-8-39 16,-2-9-122-16</inkml:trace>
  <inkml:trace contextRef="#ctx0" brushRef="#br0" timeOffset="195999.26">18089 13134 369 0,'0'0'84'0,"0"0"-79"0,0 0-5 16,0 0 0-16,0 0 47 15,0 0 48-15,107-2-40 16,-46 2-28-16,4-6-7 16,5 1-15-16,1-1-5 15,1-1-35-15,-4-3-51 16,-8-4-148-16</inkml:trace>
  <inkml:trace contextRef="#ctx0" brushRef="#br0" timeOffset="196521.99">18718 12948 487 0,'0'0'158'0,"0"0"-85"15,0 0 34-15,0 0-71 16,0 0-20-16,0 0 7 16,-1-23-20-16,17 16-3 15,4 2 0-15,3 0 0 16,4 2 0-16,-6 1-1 15,-1 2-1-15,-3 0-12 0,-6 0-30 16,-5 0 0-16,-1 8-1 16,-5 3-22-16,0 1 50 15,-2 1-3 1,-16 3 17-16,-4-1 3 0,-4 4 0 16,-1 0 0-16,9 4 0 15,5 0 0-15,7-1-1 16,5 2-2-16,1-2-7 15,0-1-9-15,10 0 14 16,4 0 4-16,0-6 0 16,0-2 2-16,-7-4 3 15,-1-2-4-15,-4-1 6 0,-2-2-6 16,0 0 3 0,0 0 6-16,-13 2 1 0,-8 1 7 15,-2 0-4-15,2 1-12 16,2 0-1-16,5-2-36 15,7-6-221-15</inkml:trace>
  <inkml:trace contextRef="#ctx0" brushRef="#br0" timeOffset="196941.39">19060 12908 805 0,'0'0'73'15,"0"0"-41"-15,0 0-32 0,0 0-2 16,0 0-1-16,0 0 3 16,70 25 0-16,-58-7-3 15,-2 2 1-15,-1 1 1 16,-1 3 0-16,-2-1-11 15,-6-3-14-15,0 0 16 16,0-7-67-16,0-4 41 16,0-1 35-16,-5-4 1 15,-4 1 1-15,-1 0 2 16,1 0-1-16,4-3 0 0,1 1-2 16,2-2 0-16,2-1-2 15,0 0 0-15,0 0-5 16,0 0 7-16,4 0 20 15,15 0 29-15,6-5-20 16,3-3-14-16,4-3-10 16,4 2-5-16,2 1-27 15,-2-1-89-15,-9 0-56 16</inkml:trace>
  <inkml:trace contextRef="#ctx0" brushRef="#br0" timeOffset="197093.3">19256 13135 473 0,'0'0'0'16,"0"0"-75"-16,0 0-50 16,0 0-106-16</inkml:trace>
  <inkml:trace contextRef="#ctx0" brushRef="#br0" timeOffset="199169.97">19093 12980 112 0,'0'0'67'0,"0"0"-51"16,0 0 3-16,0 0 33 15,0 0 28-15,0 0-20 0,-8 0 19 16,7-2-32-16,-1-1-18 16,2 0-10-16,-1 0 17 15,1 2 15-15,0-1-45 16,0 2 23-16,0 0-13 15,-2 0-13-15,1 0 0 16,1 0 2-16,0 0-1 16,0 0 4-16,0 0-1 15,0 0 9-15,0 0 3 16,0 0-7-16,0 0-6 16,0 0 2-16,0 0-8 15,4-1-3-15,14 0 3 16,3 0 2-16,-2-1 1 15,-3 2-3-15,-3 0 0 16,-3 0 0-16,-1 0 0 0,-2 0 0 16,2 0-1-16,-2 8 0 15,1 3 0-15,-3 6-1 16,-5 6-1-16,0 3 0 16,0 7-4-16,-19 0 6 15,-1 1-3-15,-3-1 3 16,3-8 2-16,6-7-1 15,1-6 0-15,8-6 4 16,2-3-3-16,1-3 4 16,2 0 5-16,-2 0 26 15,0 0-8-15,-1 0-22 16,-1 0-2-16,4 0-2 0,0-2-2 16,0-3-6-16,18-1-15 15,7-2 12-15,8-1 3 16,2 1-6-16,5-1-2 15,4 1-7-15,2-1-33 16,1 1-2-16,-8 1-23 16,-9 0-171-16</inkml:trace>
  <inkml:trace contextRef="#ctx0" brushRef="#br0" timeOffset="199342.84">19291 13165 555 0,'0'0'191'16,"0"0"-64"0,0 0-64-16,0 0-25 0,0 0-38 15,0 0-4-15,6 2-54 16,7 3-3-16,-4-1-83 16,-6-4-139-16</inkml:trace>
  <inkml:trace contextRef="#ctx0" brushRef="#br0" timeOffset="202748.8">19634 12300 384 0,'0'0'101'15,"0"0"-9"-15,0 0-24 16,0 0 13-16,0 0-29 0,0 0-28 16,0 0-18-16,18-33-4 15,7 31-1-15,-1-1 1 16,2 3-2-16,3 0 0 16,0 0-2-16,-1 0-40 15,-1 5-57-15,-5 4-25 16,-7-2-127-16</inkml:trace>
  <inkml:trace contextRef="#ctx0" brushRef="#br0" timeOffset="202931.01">19614 12383 447 0,'0'0'33'0,"0"0"-28"0,0 0-1 16,0 0 45-16,83 17-6 15,-33-15-29-15,5 1-12 16,-1-3-2-16,-4 0-22 16,-8 0-129-16,-9-8-192 15</inkml:trace>
  <inkml:trace contextRef="#ctx0" brushRef="#br0" timeOffset="203481.99">20231 12037 583 0,'0'0'120'0,"0"0"-120"15,0 0-9-15,0 0 7 16,0 0 4-16,-8 86-2 15,8-46 6-15,0 8 8 16,0 2-5-16,0-3-5 16,0-8-4-16,9-10-3 15,5-8 1-15,6-10 1 16,6-8 2-16,7-3 2 16,2-8 10-16,1-12-6 15,-3-8 3-15,-9-2-1 16,-6-4 3-16,-12-5 16 15,-6 0 12-15,0-2 0 16,-23-1-16-16,-9 5-21 16,-4 5 7-16,4 10-9 0,10 8 1 15,12 11-4-15,8 3-1 16,2 12-174-16,0 16 94 16,20 3-85-16,9-4-175 15</inkml:trace>
  <inkml:trace contextRef="#ctx0" brushRef="#br0" timeOffset="203678.12">20684 12276 771 0,'0'0'69'0,"0"0"0"16,0 0-57-16,0 0-12 15,0 0-10-15,0 0-67 16,0-5 10-16,9 17-14 16,-1-2-4-16,2-4-118 15</inkml:trace>
  <inkml:trace contextRef="#ctx0" brushRef="#br0" timeOffset="204063.73">21040 11937 772 0,'0'0'12'0,"0"0"35"16,0 0-43-16,0 0-4 15,0 0-6-15,0 0 5 16,-53 91 1-16,34-31 2 15,2 12-2-15,5 5-2 16,8 1 0-16,4-7-47 16,3-13-51-16,28-21 23 15,13-21 13-15,5-16 40 0,2-12 0 16,-11-18 24 0,-8-11 10-16,-11-1 66 0,-12 2-9 15,-9 1 38-15,0 0-34 16,-27 8-13-16,-15 5-53 15,-8 14-5-15,3 9-38 16,11 3-54-16,14 12-1 16,13 15-46-16,8-1-73 15</inkml:trace>
  <inkml:trace contextRef="#ctx0" brushRef="#br0" timeOffset="204397.06">21433 11984 678 0,'0'0'14'0,"0"0"-14"16,0 0-4-16,0 0-2 15,0 0 4-15,-67 82-3 16,62-39 5-16,5 3-1 15,0 0 1-15,6-4-3 16,14-6-1-16,-1-3 2 16,-1-9 2-16,-6-7 2 15,-6-9 3-15,-5-5-2 16,-1-1 3-16,0-2 52 0,-16 2-1 16,-20 2-16-16,-12 4-28 15,-7-2-13-15,3 1 0 16,12 0-47-16,14-7-81 15,19-3-123-15</inkml:trace>
  <inkml:trace contextRef="#ctx0" brushRef="#br0" timeOffset="204602.31">21418 12026 483 0,'0'0'154'15,"0"0"-85"-15,0 0 12 0,0 0-67 16,0 0-11-16,0 0 1 16,12-18 2-16,29 18 2 15,8 0-8-15,5 4 0 16,-1 3-41-16,-7 2-71 16,-7-3-32-16,-16-6-189 15</inkml:trace>
  <inkml:trace contextRef="#ctx0" brushRef="#br0" timeOffset="205028.96">21842 11933 795 0,'0'0'52'15,"0"0"12"-15,0 0-64 16,0 0-9-16,0 0-2 16,0 0 11-16,1 118 0 15,-1-59-5-15,0-1-3 16,-3-8-24-16,3-11-11 16,0-16 2-16,21-12 40 15,7-11 1-15,8 0 4 16,4-24 9-16,-1-8 11 15,-3-7-7-15,-12-2 16 16,-9 1-12-16,-9 7 22 0,-6 6 2 16,0 11-12-16,0 8-29 15,0 8-4-15,0 0-16 16,0 17-70-16,0 15 61 16,0 11 14-16,-6 10-14 15,0 4-10-15,6-4-20 16,0-3-16-16,12-11-14 15,13-13-98-15,2-13-88 16</inkml:trace>
  <inkml:trace contextRef="#ctx0" brushRef="#br0" timeOffset="205512.85">22450 12160 192 0,'0'0'210'16,"0"0"-169"-16,0 0 8 15,67-78 21-15,-52 60-37 16,-1-2-8-16,-1 1 1 16,-4-5 0-16,-3 3 10 15,-5-2-10-15,-1 3 9 16,0 2-1-16,-10 4-34 15,-11 6-5-15,-1 5-30 0,1 3-21 16,1 0 11 0,7 14 12-16,1 11-1 0,3 4 18 15,0 9 14-15,-1 3 1 16,8 3 2-16,2 1 2 16,0-2 12-16,10-2 3 15,6-3 8-15,-3-5-10 16,-6-8-7-16,-5-3-9 15,-2-4 5-15,-2-2-1 16,-17-4 8-16,-6-1-4 16,-5-3 3-16,-1-8-1 15,-2 0 6-15,2-4-4 0,1-14 6 16,6-4 10 0,12-2 4-16,12 0-21 0,3-2-11 15,34-1-107-15,18-1-38 16,8-5-178-16</inkml:trace>
  <inkml:trace contextRef="#ctx0" brushRef="#br0" timeOffset="205696.76">22556 12025 624 0,'0'0'195'15,"0"0"-99"-15,0 0-48 16,0 0-42-16,0 0-6 0,0 0-54 16,3 9-5-16,4 5-56 15,-7 0-37-15,0-10-240 16</inkml:trace>
  <inkml:trace contextRef="#ctx0" brushRef="#br0" timeOffset="211756.23">20046 15015 117 0,'0'0'105'0,"0"0"23"16,0 0-58-16,0 0-14 16,0 0-18-16,0 0 7 15,0 0 7-15,-33-6 1 16,29 5-45-16,2-2 49 15,-1 2 20-15,3 0-32 0,-1 1-14 16,1 0-23-16,0 0-7 16,-2 0-2-16,2 0-3 15,0 0 1-15,0 0 0 16,0 0-18-16,7 0 17 16,13 0 4-16,10 0 6 15,7 0-5-15,9 0 0 16,3 0-1-16,5 0-2 15,1 0 2-15,3 0 4 16,4 0-4-16,3 0-9 16,12 0 9-16,7 0-17 15,6 0 4-15,-2 0-2 0,-2 1 15 16,1 3-6 0,-5 0 6-16,-9 1-1 0,-3-2-12 15,-5 2-10-15,-2-3 23 16,4-2 5-16,1 1-2 15,0-1-3-15,4 0 0 16,-2 0-3-16,0 0 2 16,2 0 2-16,-2 0 1 15,-3 0-1-15,0-1 4 16,-2-1 5-16,3 2 1 16,-4 0-7-16,3 0 9 15,-4 0-6-15,-4 0-6 16,-5 0 6-16,-5 0-7 15,-9 0 8-15,-7 0 1 16,-6-3 4-16,-12 1 9 0,-6 0-5 16,-6 1 4-16,-3 1-6 15,0 0-3-15,0 0 1 16,0-2-3-16,0 2-4 16,0 0-1-16,0 0-5 15,0 0-4-15,0 0-39 16,-9 0-117-16,-6 0-188 15</inkml:trace>
  <inkml:trace contextRef="#ctx0" brushRef="#br0" timeOffset="211940.07">22765 15014 730 0,'0'0'175'16,"0"0"-93"-16,0 0-50 15,0 0-32-15,0 0-30 16,0 0-57-16,0-16-48 16,-3 30 57-16,-12-1-53 15,-6-4-235-15</inkml:trace>
  <inkml:trace contextRef="#ctx0" brushRef="#br0" timeOffset="-206751.5">15505 3134 4 0,'0'0'97'16,"0"0"-39"-16,0 0-22 16,0 0 12-16,0 0 8 0,0 0-16 15,0 0 24 1,-14-38-39-16,12 32 27 0,-1 0-4 16,-3-1-27-16,0 0 7 15,-2 0-2-15,3 0 36 16,1 3-24-16,3 2-23 15,-1 0-2-15,1 2-10 16,1 0-3-16,0 0-1 16,0 0 1-16,0 0-2 15,0 0 2-15,-3 0 0 16,3 0 0-16,0 0-1 16,0 0-3-16,0 0-1 15,0 0-12-15,0 0-2 16,0 0 14-16,0 2 0 0,4 1 4 15,22 1 1-15,25-1 13 16,31-1 7-16,34-2-1 16,29 0-12-16,23 1-4 15,13 3-2-15,-2-2-2 16,-9 0-39-16,-9 0 0 16,-19-2 19-16,-14 0-5 15,-16 0 9-15,-17 0 17 16,-14-2 2-16,-22-5-2 15,-17 0 5-15,-16 2 2 16,-13-4 14-16,-10 3 63 16,-3-1-31-16,0-5-12 15,0 3-13-15,-10 0-19 0,-2 3-8 16,-2 6-1 0,-2 0-9-16,-4 11-102 0,4 7-56 15,1-4-135-15</inkml:trace>
  <inkml:trace contextRef="#ctx0" brushRef="#br0" timeOffset="-206595.19">17483 3100 639 0,'0'0'49'16,"0"0"-49"-1,0 0-107-15,0 0-66 0,0 0-13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3:59:46.521"/>
    </inkml:context>
    <inkml:brush xml:id="br0">
      <inkml:brushProperty name="width" value="0.05292" units="cm"/>
      <inkml:brushProperty name="height" value="0.05292" units="cm"/>
      <inkml:brushProperty name="color" value="#FF0000"/>
    </inkml:brush>
  </inkml:definitions>
  <inkml:trace contextRef="#ctx0" brushRef="#br0">2227 6385 92 0,'0'0'51'16,"0"0"12"-16,0 0-40 15,0 0 0-15,0 0 17 16,0 0 27-16,0 0 13 15,0 0-31-15,-25-61-22 16,22 56-10-16,0-1 5 16,-2 0-4-16,0 1 9 15,0 0-13-15,2 1-4 16,2 3 8-16,-1-2 10 16,-1 1 3-16,3 0-5 15,0 0-6-15,0 1-6 0,0 1-5 16,0 0-9-1,0-2-4-15,0 0 4 0,0 2 0 16,8 0 0-16,9-1 3 16,4 1-3-16,10 0-1 15,2 0-2-15,5 0 2 16,4 0 0-16,4 0 1 16,12 1-6-16,9 4-18 15,15 1 22-15,5-4-5 16,6-2 0-16,3 0 0 15,1 0 7-15,3 0-1 16,-3-2 3-16,3 0-4 16,-8-3 2-16,-8 3-7 15,-8 0-1-15,-15 2 3 16,-9 0 3-16,-7 0 0 0,-2 0 2 16,-1 0-2-16,1 0 4 15,0 0-1-15,1 0-1 16,-1 0-4-16,-4 0 4 15,-2 0 3-15,-4 0-1 16,-5-3 11-16,-4-1 5 16,-6-1 1-16,-5 5-10 15,-2-3-6-15,8 3-2 16,2 0-1-16,6 0 0 16,0 0 1-16,3-2-1 15,-5 2 0-15,-4-2 0 16,-10 0 2-16,3-1-2 0,-9 1 1 15,-2-1 1-15,-3 3 7 16,0-3 6-16,0 3 3 16,0-2 1-16,0 0-11 15,0 2-4-15,0-1-1 16,0 0 4-16,0 1 1 16,0-2-1-16,0 2-5 15,0 0-2-15,0 0-2 16,0 0 1-16,0 0-6 15,-6 0-45-15,-12 4-14 16,0 9-17-16,-3-2-61 16,10-6-208-16</inkml:trace>
  <inkml:trace contextRef="#ctx0" brushRef="#br0" timeOffset="745.84">6090 6257 286 0,'0'0'160'16,"0"0"-53"-16,0 0-74 16,0 0-10-16,0 0-2 15,0 0-8-15,-6 0-13 16,14 0 0-16,22 0 2 16,7 0 6-16,14 0-1 15,11 0 0-15,25 4-3 16,23 4-1-16,23-2-3 15,21-1-2-15,10-2-4 0,6-3-22 16,-12 2-2-16,-9-2-3 16,-16 0 33-16,-21 0 0 15,-21-5 4-15,-24-1 7 16,-18-2 15-16,-21 1 8 16,-14 3 3-16,-10 1 7 15,-1 2 1-15,-3-1-45 16,0 2-7-16,0 0-60 15,-10 5-17-15,-8 10 29 16,-5 1-113-16,6-5-76 16</inkml:trace>
  <inkml:trace contextRef="#ctx0" brushRef="#br0" timeOffset="1345.76">9805 6218 263 0,'0'0'196'0,"0"0"-41"16,0 0-47-16,0 0-44 15,0 0-23-15,0 0-34 16,-2 0-7-16,2 0 0 0,0 0-7 16,18 0-12-16,22 0 17 15,20 7 2-15,20 0 0 16,20 2-8-16,17-4 5 15,13 0-17-15,3-5-17 16,-6 0 7-16,-6 0 23 16,-13-9 7-16,-10-1 7 15,-20-1 27-15,-14 2-21 16,-24 0 8-16,-20 5-1 16,-10 1-11-16,-10 3-5 0,0 0-4 15,0 0-17 1,-24 7-75-16,-9 10-50 0,-1-2-118 15</inkml:trace>
  <inkml:trace contextRef="#ctx0" brushRef="#br0" timeOffset="2011.63">13526 6222 235 0,'0'0'41'16,"0"0"-36"-16,0 0 1 15,0 0-1-15,0 0 1 16,0 0-4-16,-67 0 17 15,67 0 18-15,0 0-2 16,13 0-4-16,20 0 29 16,15 0 7-16,20 0-15 0,17 0-24 15,24 0-8 1,16 0-11-16,14 0 0 0,4 0-6 16,-4-4-1-16,-14-1 0 15,-15 0 3-15,-19 1 2 16,-17 2 19-16,-23-1-5 15,-20 3-13-15,-13 0-8 16,-12 0 0-16,-6 0-59 16,-2 9-20-16,-25 5-36 15,-5-1-24-15</inkml:trace>
  <inkml:trace contextRef="#ctx0" brushRef="#br0" timeOffset="2794.88">18904 6269 168 0,'0'0'52'0,"-89"-18"9"15,53 13-33-15,5 0 0 16,6 4 9-16,8 1-29 15,4 0-6-15,10 0-1 16,1 0 4-16,2-2 50 16,0 1 28-16,11-1-29 15,24-1-41-15,21 3 8 0,26 0 8 16,18 0-4 0,21 0-10-16,16 0 3 0,4 2-12 15,-6 2 9-15,-4-1-15 16,-15-2 6-16,-17-1 8 15,-16 0 14-15,-18 0-19 16,-21 0 7-16,-17 0-4 16,-15 0-7-16,-7 0-5 15,-5 0-2-15,0 4-17 16,-27 8-97-16,-12 4 77 16,-6-5-140-16</inkml:trace>
  <inkml:trace contextRef="#ctx0" brushRef="#br0" timeOffset="2964.71">20304 6293 601 0,'0'0'116'15,"0"0"-58"-15,0 0-58 16,0 0-10-16,-91 2-197 15,38 10-140-15</inkml:trace>
  <inkml:trace contextRef="#ctx0" brushRef="#br0" timeOffset="5376.7">13217 7378 199 0,'0'0'27'0,"0"0"14"16,0 0-19-16,0 0 47 15,0 0-37-15,0 0 20 16,-83-45-34-16,69 37 8 16,4 5-10-16,1-1-2 15,4 1-2-15,1-1 11 16,-2 1 8-16,0 1-9 16,3 0 3-16,-1 0 25 15,0-1 1-15,0-1-34 16,-1 1-8-16,2 2-3 0,-1-1 1 15,4 2 9-15,-2 0-8 16,2 0-4-16,0 0-4 16,0 0-6-16,0 0-2 15,22 0 8-15,22 0 2 16,26 3 2-16,33 1-4 16,28 4 7-16,21-1-7 15,19 7 1-15,9-3-1 16,11 0 0-16,14-1-6 15,0-3 4-15,-2-1 2 16,-10-2 0-16,-16-4 0 16,-22 0 4-16,-18 0-8 15,-20-11 6-15,-28-3-2 0,-24 1 4 16,-21 2 10-16,-22 5 6 16,-13 2 4-16,-7 2-8 15,-2 2-16-15,0 0 0 16,0 0 0-16,-12 0 0 15,-12 0-4-15,-6 11-28 16,-4 5-17-16,-3 2-27 16,11-2-64-16,4-10-192 15</inkml:trace>
  <inkml:trace contextRef="#ctx0" brushRef="#br0" timeOffset="5528.81">15642 7291 570 0,'0'0'76'0,"0"0"5"16,0 0-81-16,0 0-30 15,0 0-88-15,0 0-29 16,-51 48-63-16</inkml:trace>
  <inkml:trace contextRef="#ctx0" brushRef="#br0" timeOffset="9787.73">18405 8445 107 0,'0'0'25'0,"0"0"4"16,0 0 29-16,0 0 9 16,0 0 19-16,0 0-45 15,0 0-11-15,-66-20 18 16,66 19-21-16,0-1-7 0,2 2-13 16,9-2-3-16,6 2-4 15,6 0 3-15,9 0-2 16,14 0 0-16,16 2 4 15,12 7 1-15,17 1-2 16,18 2 4-16,13-3 1 16,13-1 0-16,14 0-1 15,10-3-4-15,12 1-2 16,9-3 5-16,5 0 5 16,2-1-4-16,-7 2 4 15,0 1 4-15,1 0-16 16,-2 0 3-16,-5-1 1 0,-12 0 3 15,-13 0 15-15,-12-1 0 16,-15-1-4-16,-8 3 10 16,-4 2-17-16,-1-2-2 15,-2 2-5-15,2-2 5 16,-1-2-9-16,-6-1 2 16,-11-2 3-16,-13 0 5 15,-14 0 9-15,-12 0 1 16,-13 0-3-16,-12-3 5 15,-12 0-1-15,-9-1 9 16,-6 4-14-16,0-1-11 16,0 1-5-16,-23 0-2 15,-15 0-53-15,-13 0-6 16,-8 14-34-16,3 0-51 16,8-8-118-16</inkml:trace>
  <inkml:trace contextRef="#ctx0" brushRef="#br0" timeOffset="9944.37">22559 8579 708 0,'0'0'30'16,"0"0"-30"-16,0 0-113 15,0 0 43-15,0 0-17 0,-79 56-110 16</inkml:trace>
  <inkml:trace contextRef="#ctx0" brushRef="#br0" timeOffset="27837.41">3514 11223 430 0,'0'0'78'0,"0"0"65"15,0 0-32-15,0 0-37 16,0 0-30-16,0 0-25 16,0 0-19-16,0 0-1 15,-7-27-7-15,1 46-1 16,-4 15 9-16,-5 13 1 15,-9 11 7-15,-1 10 0 16,-2-1-5-16,4-5-1 16,2-15 2-16,8-16-3 15,3-13 0-15,5-11 2 0,2-7 1 16,0 0 4-16,0-24 17 16,-2-20-18-16,0-19-7 15,3-5-16-15,2-1 3 16,2 10-9-16,14 14-9 15,11 11 9-15,1 12 14 16,2 10 8-16,4 10 2 16,2 2-2-16,2 17-2 15,-1 16 2-15,2 13-2 16,1 15-3-16,-1 12 4 16,3-1-1-16,1-10 1 15,-2-13-1-15,-5-22 0 16,-12-12-5-16,-11-10 3 0,-5-5 4 15,-5-12 4 1,-1-20-4-16,-2-14-2 0,0-10 2 16,0-1 0-16,-5-1 4 15,5 8 6-15,0 7-10 16,22 8-4-16,19 5-25 16,12 7-56-16,10 4-22 15,10 2-55-15,0 3-23 16,2 2-52-16</inkml:trace>
  <inkml:trace contextRef="#ctx0" brushRef="#br0" timeOffset="28235.51">4500 11121 168 0,'0'0'281'15,"0"0"-121"-15,0 0-21 16,0 0-53-16,0 0-76 0,0 0-10 16,-62 98 0-16,48-28-1 15,5 10 1-15,9 5 0 16,0-2-3-16,14-10 5 15,7-11-2-15,-3-16 6 16,-5-17-6-16,-4-13 0 16,-3-14 0-16,-5-2 7 15,2-14 28-15,5-25-35 16,1-14-9-16,-6-13-83 16,-3-4 22-16,-2 0 21 15,-16-2 21-15,4 10-3 16,6 9 31-16,8 9 0 15,3 9-19-15,24 7-41 0,3 8 14 16,0 8 33 0,2 10 13-16,-4 2 5 0,-4 15-4 15,-10 16-1-15,-8 4-1 16,-6 2 1-16,-9 0 3 16,-21-2-1-16,-9 1 6 15,-5-4-1-15,-4-4 1 16,0-4-2-16,8-4-3 15,7-6-3-15,19-7-19 16,14-7-149-16</inkml:trace>
  <inkml:trace contextRef="#ctx0" brushRef="#br0" timeOffset="28619.51">4830 11207 479 0,'0'0'177'15,"0"0"-19"-15,0 0-124 16,0 0-34-16,0 0-4 15,-54 72 3-15,26-19 1 16,3 11 0-16,7 4 0 16,10-2 0-16,8-3-3 15,0-8 2-15,12-7-10 16,14-12-9-16,5-14-4 16,11-21-13-16,4-1 26 15,9-30-41-15,3-14-53 16,-3-9-38-16,-13-4 113 0,-13-3 30 15,-18 3 81 1,-11 4 13-16,-4 8 26 0,-17 11-2 16,6 13-97-16,6 12 7 15,4 6-13-15,4 3-15 16,-3 7-21-16,-3 15-2 16,-1 12 15-16,6 6 7 15,1 3-4-15,1-5 2 16,0-7-14-16,22-12-11 15,16-11 4-15,14-8 10 16,12-12-32-16,3-24-92 16,-6-16-269-16</inkml:trace>
  <inkml:trace contextRef="#ctx0" brushRef="#br0" timeOffset="28821.91">5471 11310 788 0,'0'0'84'0,"0"0"-59"15,0 0-25-15,0 0-1 16,0 0-1-16,0 0 1 16,93-27-1-16,-47 20-18 15,15 0-26-15,9 0-113 16,-9 0-164-16</inkml:trace>
  <inkml:trace contextRef="#ctx0" brushRef="#br0" timeOffset="29007.55">5388 11569 488 0,'0'0'59'16,"0"0"-57"-16,0 0 5 15,0 0 26-15,110 15 21 16,-53-20-19-16,14-10-27 16,10-2-8-16,9-4-17 15,-4-2-154-15</inkml:trace>
  <inkml:trace contextRef="#ctx0" brushRef="#br0" timeOffset="29638.43">6475 11435 340 0,'0'0'95'0,"0"0"1"16,0 0 1-16,0 0-43 16,0 0-46-16,0 0-5 15,-31-5 3-15,31 5 13 16,0 0 26-16,7 0-3 16,22-5 4-16,13-3-15 15,8-4-16-15,4-3-12 16,2 1-2-16,-3 2 0 15,-4 2-1-15,-6 3-2 0,-7 2 1 16,-10 5-28-16,-10 0-68 16,-10 0-55-16,-6 2-86 15,-12 1-28-15</inkml:trace>
  <inkml:trace contextRef="#ctx0" brushRef="#br0" timeOffset="30100.82">7209 11027 835 0,'0'0'116'0,"0"0"-87"0,0 0-29 15,0 0-19-15,0 0 1 16,-36 83 16-16,11-30 3 15,4 2-4-15,2-7 3 16,9-10-8-16,6-10-6 16,4-8-30-16,0-8 5 15,0-5 6-15,9-7-12 16,8 0 38-16,3-13 2 16,2-3 5-16,-3 4 0 15,-9 6 3-15,-4 1 29 16,-4 5 13-16,2 0-36 0,2 0-9 15,5 18-8 1,5 14 7-16,-1 10 1 0,3 8-2 16,-3-1 0-16,-5-5 2 15,-5-9 4-15,-1-9-4 16,-4-12-3-16,0-8 3 16,0-2 0-16,0-4 1 15,-6 0 12-15,-12 0 9 16,-13-9-22-16,-11-3-128 15,-1-1-213-15</inkml:trace>
  <inkml:trace contextRef="#ctx0" brushRef="#br0" timeOffset="30635.95">7308 11151 678 0,'0'0'66'16,"0"0"15"-16,0 0-32 15,0 0-46-15,0 0-3 16,83-39-3-16,-50 39 3 16,1 0 0-16,2 6 0 15,0 10 0-15,-2 3 0 16,-1 2-1-16,-2 1-2 15,-1 0-15-15,-3-2-33 0,-5-3 13 16,-2-4-23 0,-10-5 10-16,-1-4 11 0,-8-2 36 15,-1-1 4-15,0-1 60 16,0 0 87-16,0 4-72 16,-11 3-55-16,-7 12-20 15,-5 9-3-15,0 9 2 16,6 4 1-16,7 0-2 15,10-7-5-15,0-8-10 16,19-12-12-16,15-9 26 16,7-5 3-16,9-16 6 15,2-18-3-15,-2-11 0 0,-9-3 0 16,-11-1 5-16,-15 7 2 16,-11 9 15-16,-4 4-11 15,-20 4-14-15,-25 9 0 16,-10 10-18-16,-2 6-2 15,8 0-10-15,12 11-21 16,10 14-15-16,9 5-57 16,9 1-167-16</inkml:trace>
  <inkml:trace contextRef="#ctx0" brushRef="#br0" timeOffset="30831.71">8282 11464 508 0,'0'0'71'15,"0"0"-71"-15,0 0-2 16,0 0 2-16,-63 83 4 16,47-55-2-16,1 1 0 15,1-1 0-15,2 2-2 16,5-6-81-16,4-5-236 15</inkml:trace>
  <inkml:trace contextRef="#ctx0" brushRef="#br0" timeOffset="32331.49">8787 11142 385 0,'0'0'38'0,"0"0"-35"16,0 0-2-16,0 0 4 15,0 0 2-15,-73 81 3 16,63-51 7-16,5 4-5 16,2 7 9-16,3 6 8 15,0 3-8-15,0-4-11 16,5-7-6-16,9-9-4 15,0-13-1-15,5-10 1 0,-1-7 5 16,3 0 3-16,0-21 21 16,-3-5 5-16,-2-6-7 15,-8-5-2-15,-8 3-3 16,0 0-15-16,-18 6-7 16,-16 11-23-16,-7 3 4 15,1 11-9-15,3 0 17 16,6 3 7-16,5 0 8 15,4 0-7-15,4 0 4 16,9 0-1-16,6 0 7 16,3 0 47-16,0 0 12 15,0 0-15-15,0-4-29 0,0-3-3 16,0 0-9-16,0-1-3 16,0 4 2-16,0 1 9 15,0 0-9-15,0 3-6 16,0 0 1-16,0 0-4 15,0 0 0-15,0 0-2 16,0 0 1-16,0 0 1 16,0 0 0-16,0-2-1 15,0 2 1-15,0 0-2 16,0 0 1-16,0 0-4 16,12 0 1-16,12 0-12 15,16-1 16-15,15-6 0 16,12 0-14-16,11-5-13 0,7-2 4 15,1 0 10 1,-8-2-12-16,-8-1 25 0,-15-1 0 16,-20 3 5-16,-12 5 19 15,-13 3 9-15,-8 4-8 16,-2 3-20-16,0 0-5 16,-15 0-18-16,-11 17 9 15,-9 10 9-15,-2 11 1 16,-1 6 0-16,0 8 2 15,7 3-1-15,5-7-2 16,13-9 0-16,10-9 0 16,3-13-5-16,0-6 3 0,16-8-1 15,8-3 3-15,8-8 4 16,0-21 3-16,-2-6 0 16,-3-5-3-16,-8 4 11 15,-7 4 3-15,-3 5-8 16,-6 6 0-16,-3 7 1 15,0 4-8-15,0 5-3 16,0 0 0-16,0 3 0 16,0 2-2-16,0 0-1 15,0 0-4-15,0 0 4 16,0 0 3-16,0 0 2 16,0 0 0-16,0-1 10 15,0-1 3-15,0 2-13 16,0-2 5-16,-2 0-2 15,1-1-1-15,-3 0-4 0,2 3 0 16,-1-1-2-16,0 0 2 16,0-1-1-16,0 1 1 15,0-2-1-15,-1 0 1 16,-1 0 1-16,-2 0-1 16,2 1 0-16,1-1 1 15,1 0-1-15,0 2 0 16,1-1 2-16,1 2-2 15,1 0-2-15,0 0 2 16,0 0-1-16,0 0-2 16,0 0-4-16,0 0-7 15,0 0-12-15,13 0 3 0,15 3 19 16,16 0 4 0,5-3-2-16,9 0 1 0,4-1 0 15,-7-7 1-15,-7-1 1 16,-13 3-1-16,-15 4 3 15,-12-1 2-15,-5 3 10 16,-3 0 0-16,0 0-15 16,0 0-4-16,-8 8-15 15,-9 16 17-15,-8 10 2 16,3 8 1-16,0 8-1 16,5 4 0-16,14-2-5 15,3-11-8-15,15-14-5 16,22-15 2-16,9-12 8 0,10-4 8 15,8-25 1-15,-3-8 6 16,-11-7 17-16,-12 1 9 16,-18 4 10-16,-12 3-16 15,-8 4-4-15,-2 9-9 16,-29 3-14-16,-19 12-13 16,-15 8-44-16,-3 0-40 15,6 18-51-15,16 3-57 16,18 1-55-16</inkml:trace>
  <inkml:trace contextRef="#ctx0" brushRef="#br0" timeOffset="32870.98">10429 11053 742 0,'0'0'113'0,"0"0"-41"16,0 0-39-16,0 0-15 15,0 0-18-15,0 0-3 0,-20-39-5 16,20 72 4-16,0 13 4 16,-2 12-1-16,1 8 1 15,-1-1 0-15,-2-5-4 16,1-6-9-16,1-11-6 15,1-10-8-15,1-8-25 16,-4-11-26-16,1-6-63 16,-2-8-102-16</inkml:trace>
  <inkml:trace contextRef="#ctx0" brushRef="#br0" timeOffset="33051.97">10069 11328 501 0,'0'0'88'16,"0"0"-83"-16,0 0-5 0,0 0 34 16,0 0 26-16,129-3 8 15,-60-8-43-15,2-3-17 16,5-1-8-16,4-1-20 16,1-5-105-16,1-6-271 15</inkml:trace>
  <inkml:trace contextRef="#ctx0" brushRef="#br0" timeOffset="33647.63">11001 10260 501 0,'0'0'58'0,"0"0"14"16,0 0 26-16,0 0-73 16,0 0-16-16,113-72-7 15,-41 50 6-15,13 3 10 16,9 1-4-16,9 2-1 15,2 4-12-15,0 7-1 16,-5 1 0-16,-12 4-8 16,-11 0-61-16,-22 0-45 15,-25 0-53-15,-27 4-122 16</inkml:trace>
  <inkml:trace contextRef="#ctx0" brushRef="#br0" timeOffset="34496.57">11153 10263 84 0,'0'0'417'0,"0"0"-325"15,0 0-32-15,0 0-10 16,0 0-46-16,0 0-4 15,0 0-1-15,28 11-3 16,-20 25 4-16,-4 9 0 16,-4 15 0-16,0 12 2 15,0 9 1-15,-12 6-3 0,-7 2 3 16,1 1-3-16,0 1 2 16,4 1-4-16,5 5 2 15,5 10 0-15,4 7 0 16,0 4 0-16,0 0 1 15,4-4-2-15,3-5 2 16,-5-3 2-16,-2-10-2 16,0-9 3-16,0-3-2 15,0-4 0-15,0-1 0 16,0-2 0-16,0-5 0 16,0-9-1-16,-2-8 0 15,0-11-1-15,-3-13 1 0,3-7-1 16,-3-7-2-1,2-7 2-15,2 3 0 0,-1-2 6 16,2 1-2-16,0-4 0 16,0-3-2-16,0-4 1 15,0-1 2-15,0 0 5 16,0 0 18-16,0 0 13 16,0 0 1-16,0 0-9 15,0 0-11-15,2-1-15 16,8-2-2-16,2-2-4 15,8 0-1-15,-1 2 2 16,2 0-2-16,-1 0 0 16,6 0 0-16,2 1 1 15,5-3-1-15,6 2 0 0,6-1 0 16,7 1 3-16,0 1-3 16,0 0-6-16,-4 1 4 15,-6 1-21-15,-5 0-1 16,-6 0 12-16,-5 0-6 15,-7-3 17-15,-7 0 0 16,-4 0 2-16,-4 0 0 16,0-1 7-16,-2-1 21 15,-1-2 12-15,1 2-8 16,-2 1-3-16,0 3-20 16,0 1-9-16,0 0-1 15,0 0 0-15,0 0-1 16,1 0 1-16,-1 0-23 0,0 0-17 15,0 0-39 1,0 4-26-16,-6 2-50 0,-7-6-266 16</inkml:trace>
  <inkml:trace contextRef="#ctx0" brushRef="#br0" timeOffset="36427.97">11739 10657 201 0,'0'0'113'0,"0"0"55"16,0 0 15-16,-1-79-94 16,-4 69 3-16,0 5-26 15,3 5-47-15,1 0-12 16,1 0-7-16,-1 0-7 15,-2 13 0-15,-4 15 5 0,-4 15 1 16,-5 9 1-16,-5 6 4 16,-1 1-4-16,-2-4-3 15,4-4-36-15,2-8-23 16,8-10-44-16,3-14-68 16,7-18-181-16</inkml:trace>
  <inkml:trace contextRef="#ctx0" brushRef="#br0" timeOffset="36846.06">11954 10582 577 0,'0'0'57'0,"0"0"88"16,0 0-124-16,0 0-21 15,0 0-2-15,0 0 2 16,-70 75 3-16,47-33-3 15,7-1 1-15,4-2 0 16,9-6 0-16,3-9-1 16,9-7-19-16,21-10-32 15,10-7 14-15,2 0 3 16,-6-2 7-16,-6-5 22 16,-16 5 5-16,-8 2 49 15,-3 0-6-15,-1 0-43 16,-1 7-2-16,1 12 2 15,-2 3 4-15,0 6 0 16,0 2-2-16,0 0 6 0,-9-1-1 16,0-6 0-16,-3-3-6 15,-2-6 1-15,0-4 3 16,0-3 7-16,-2-5-5 16,-4-2-3-16,-2 0 1 15,-3-9-5-15,1-11-33 16,7-6-74-16,7-8-151 15</inkml:trace>
  <inkml:trace contextRef="#ctx0" brushRef="#br0" timeOffset="37018.52">12058 10522 727 0,'0'0'87'0,"0"0"-18"15,0 0-62-15,106-62-7 16,-62 61-1-16,6 1-4 16,4 2-17-16,-4 18-47 15,-5 3-42-15,-13-1-98 16</inkml:trace>
  <inkml:trace contextRef="#ctx0" brushRef="#br0" timeOffset="37213.72">12315 11001 675 0,'0'0'0'16,"0"0"0"-16,0 0 3 16,-28 103 1-16,14-65-2 15,-1 2 1-15,2 4-3 16,-1-2-30-16,7-12-112 15,1-13-194-15</inkml:trace>
  <inkml:trace contextRef="#ctx0" brushRef="#br0" timeOffset="38592.67">12674 10799 606 0,'0'0'68'0,"0"0"-68"16,0 0-5-16,0 0 5 15,0 0 2-15,-4 102-2 16,4-70 0-16,-2 0 7 16,2 1-5-16,0-3 5 15,0-7-7-15,0-3-1 16,5-4 0-16,1-6-4 15,-2-4 5-15,2-4 4 16,-3-2-4-16,3 0 4 0,-1-5 12 16,1-14-11-16,0-3 0 15,-2-4 4-15,0-1 22 16,-4 2 21-16,0-1-6 16,0 1-2-16,0 5-27 15,-1 3 1-15,-11 4-18 16,0 4 0-16,-3 2-12 15,2 1-8-15,-4 1 1 16,4 5 14-16,5-3 3 16,0 2 2-16,5-1 1 15,1 1-1-15,1 1 1 0,-1 0-1 16,1 0 4-16,1-2-4 16,0 2 1-16,0 0 1 15,0 0 0-15,0 0 2 16,0 0-2-16,-2 0-2 15,2 0-1-15,0 0 1 16,0 0-1-16,0 0 1 16,0 0 0-16,0 0-2 15,0-1 2-15,9 0-2 16,9-5 2-16,12 2 5 16,13-6-5-16,8-2-3 15,7-4-3-15,3 2-12 16,0-2 3-16,3 1 6 15,-4 1 8-15,-8 0-2 0,-15 3 3 16,-16 2 3 0,-12 4-2-16,-7 1 13 0,-2 2-7 15,0 2-7-15,0 0-9 16,-19 11 4-16,-10 15 3 16,-2 4 2-16,0 3-1 15,1 3-1-15,7-2 4 16,7-5-1-16,7-4-1 15,7-9 0-15,2-4 0 16,0-7-1-16,8-4 1 16,13-1 1-16,7-6 3 15,6-14 1-15,1-5-3 0,-6 0 0 16,-12 2 2-16,-6-2-1 16,-7 4 6-16,-4-2-3 15,0 4 8-15,-5 1-4 16,-8 1-5-16,1 2-3 15,0 5-2-15,2 3 0 16,1 3-1-16,4 0 0 16,2 3 1-16,0 0 0 15,3-1 0-15,0 2-1 16,0 0-2-16,0 0 3 16,0 0-1-16,0 0 1 15,0 0 0-15,0 0 3 16,0 0-3-16,0 0 0 15,0 0 0-15,0 0 0 16,0 0 1-16,0 0 0 0,0 0 0 16,0 0 0-16,0 0-1 15,0 0 0-15,0 0-3 16,0 0-1-16,14 0 0 16,10 0 4-16,10 0 0 15,5 0-1-15,4 2 0 16,3 1-6-16,8 3-2 15,1-1 4-15,0-4 1 16,-10 1 3-16,-11-2 1 16,-15 0 0-16,-12 2 1 0,-4 1-1 15,-3 1-1-15,0 4-4 16,0 9-6-16,-10 8 7 16,-7 5 0-16,-5 4 4 15,0 5 1-15,2-5 0 16,7-5 1-16,9-7-2 15,4-9-2-15,9-9-2 16,16-4 4-16,10-4 9 16,4-18 6-16,1-7 1 15,-3-3 6-15,-13-3 9 16,-11-3 2-16,-9 1 3 16,-4-1-9-16,0 7-6 15,-20 11-21-15,-23 17-7 16,-30 3-69-16,-29 23-94 15,-14-1-269-15</inkml:trace>
  <inkml:trace contextRef="#ctx0" brushRef="#br0" timeOffset="39308.62">12608 10832 125 0,'0'0'195'16,"0"0"-155"-16,0 0-17 15,0 0 34-15,0 0-1 16,0 0-14-16,0-5-5 15,0 5-27-15,0 12-9 16,0 9 5-16,0 5 2 16,0 7 1-16,-4 3 2 0,-2 4-8 15,2-6-3 1,2-7 6-16,2-10-6 0,0-10 3 16,12-7 1-16,11 0 4 15,14-16 14-15,2-12-10 16,-2 0-6-16,-7-1-4 15,-10 5 15-15,-12 2 18 16,-8 6 38-16,0-2-36 16,-21 4-13-16,-16 2-24 15,-7 6-2-15,-2 4-7 16,1 2-6-16,7 3-34 16,8 12-86-16,12 1-6 15,9-5-241-15</inkml:trace>
  <inkml:trace contextRef="#ctx0" brushRef="#br0" timeOffset="39403.48">12608 10832 586 0</inkml:trace>
  <inkml:trace contextRef="#ctx0" brushRef="#br0" timeOffset="39476.31">12608 10832 586 0,'60'61'158'16,"-60"-63"-52"-16,0 0-70 0,0 2-36 0,0 4-31 0,-3 13-115 15,-7 1 20-15,-2-7-229 16</inkml:trace>
  <inkml:trace contextRef="#ctx0" brushRef="#br0" timeOffset="41639.3">11490 11633 307 0,'0'0'99'15,"0"0"63"-15,0 0-126 16,0 0-23-16,0 0-3 0,0 0-6 16,0 0 2-16,-12-18 21 15,12 18 35-15,0 0-10 16,0 0-27-16,0 0-25 15,1 0-5-15,24 0 5 16,19 0 4-16,22 0-3 16,29 0-1-16,38-6 2 15,36-2 3-15,32-4-5 16,24-2-2-16,17-1 2 16,5-6-16-16,0-4 0 15,-13-4 12-15,-26-2 4 16,-24-1 5-16,-32 4 18 15,-31 6-7-15,-27 8 10 0,-31 7-26 16,-29 7 0-16,-27 3-32 16,-17 16-136-16,-47 4-72 15</inkml:trace>
  <inkml:trace contextRef="#ctx0" brushRef="#br0" timeOffset="42455.49">11975 11926 273 0,'0'0'72'0,"0"0"104"16,0 0-69-16,0 0-57 15,0 0 48-15,0 0-44 16,10-51-22-16,-8 48-8 15,-2 0-4-15,0 3-5 0,0 0-15 16,0 0 0-16,0 11-12 16,0 13 10-16,0 9-2 15,-10 9 4-15,-1 4 0 16,-6 2 0-16,1 2 0 16,-2 3-12-16,-1-3-24 15,7-9-44-15,4-9-20 16,4-15-63-16,4-16-182 15</inkml:trace>
  <inkml:trace contextRef="#ctx0" brushRef="#br0" timeOffset="42634.24">12140 12107 719 0,'0'0'180'15,"0"0"-138"-15,0 0-42 16,0 0-35-16,0 0-46 16,0 0 5-16,0 0-72 15,38 23-258-15</inkml:trace>
  <inkml:trace contextRef="#ctx0" brushRef="#br0" timeOffset="43355">12343 11986 245 0,'0'0'334'0,"0"0"-209"16,0 0-49-16,0 0-26 0,0 0-37 15,0 0-6 1,106-51 0-16,-75 51 6 0,-4 0-10 16,0 15-1-16,-5 5 0 15,-8 7-4-15,-8 4 0 16,-6 5 0-16,-10-2 0 15,-16 3-3-15,-1-2 4 16,0-7-7-16,5-5 4 16,3-6-16-16,7-8 17 15,6-2 3-15,4-4 0 16,2-3-6-16,0 0-18 16,14 0 13-16,16 0 8 15,17-11-31-15,11-5 8 16,12-3 10-16,11-3 1 15,3-2 2-15,-2-6 8 16,-7-3 3-16,-9 2 1 16,-17-1 1-16,-17 7 7 0,-17 4 38 15,-15 7 51-15,0 4-34 16,-8 7-43-16,-14 3-14 16,-5 6-5-16,0 15-6 15,2 5 5-15,4 6-4 16,4-1 3-16,7 1-1 15,8 0-6-15,2-8-5 16,0-9-21-16,19-10 15 16,12-5 20-16,7-8 5 15,0-14-1-15,-8-7 2 0,-8 0 12 16,-10 2 12-16,-9 0-18 16,-3 4 8-16,-11 3-6 15,-27 5-12-15,-9 9-2 16,0 6-47-16,11 0-55 15,18 0-13-15,18 6-50 16,3-3-187-16</inkml:trace>
  <inkml:trace contextRef="#ctx0" brushRef="#br0" timeOffset="43587.54">13532 11735 678 0,'0'0'82'0,"0"0"10"0,0 0-92 16,0 0-2-16,0 0-2 15,44 103 1-15,-42-36 0 16,-2 12 3-16,-9 5 0 16,-18 5 0-16,-10-5 4 15,-5-5-4-15,-10-7-15 16,-9-9-113-16,-9-17 2 15,-12-17-202-15</inkml:trace>
  <inkml:trace contextRef="#ctx0" brushRef="#br0" timeOffset="44103.77">11708 11906 606 0,'0'0'148'0,"0"0"-94"0,0 0-51 16,0 0-3-1,-39 94 13-15,16-38 15 0,2 5-12 16,4 7-9-16,0-1-5 16,10 0 0-16,2-3 0 15,5-9-2-15,8-8-2 16,23-11-39-16,17-15-63 15,14-21-42-15,18-6-274 16</inkml:trace>
  <inkml:trace contextRef="#ctx0" brushRef="#br0" timeOffset="45200.58">13774 11664 298 0,'0'0'234'15,"0"0"-106"-15,0 0 0 16,0 0-57-16,0 0-36 16,0 0-26-16,0-31-9 15,0 31-2-15,0 0-6 16,0 13 8-16,0 13-2 0,0 12 2 16,0 7-1-16,-5 7-19 15,-3 1-62-15,-5-9-47 16,-1-15-272-16</inkml:trace>
  <inkml:trace contextRef="#ctx0" brushRef="#br0" timeOffset="45969.03">14336 11081 339 0,'0'0'175'16,"0"0"-65"-16,0 0-38 15,0 0 1-15,0 0-30 16,0 0-20-16,34-21-18 15,0 14 8-15,10 1-1 16,5-1 2-16,8 0 0 16,1 2-8-16,1 0 2 15,-2 0-7-15,-7 5 1 16,-3 0-2-16,-10 0 0 0,-10 0-2 16,-9 0-15-16,-9 0-11 15,-7 0-40-15,-2 3-25 16,-4-3 37-16,-24 0-23 15,-9 0-196-15</inkml:trace>
  <inkml:trace contextRef="#ctx0" brushRef="#br0" timeOffset="46184.96">14648 10822 590 0,'0'0'155'0,"0"0"-47"15,0 0-42-15,0 0-28 0,0 0-38 16,0 0-3-16,1 8-9 16,15 35 12-16,1 19 0 15,-2 17 0-15,-8 10-2 16,-4 10-41-16,-3 3-56 16,0-16-51-16,-3-21-143 15</inkml:trace>
  <inkml:trace contextRef="#ctx0" brushRef="#br0" timeOffset="47668.37">15168 10589 198 0,'0'0'104'16,"0"0"15"-16,0 0 9 15,0 0-27-15,-59-75-1 0,59 59 5 16,0-1-50-16,0 0-14 15,19 0-22 1,11 5-19-16,10 4 0 0,8 8 0 16,1 0 0-16,-1 12-1 15,-6 16 0-15,-10 8 0 16,-11 3-6-16,-18 9 1 16,-3 2-8-16,-24 6 4 15,-16-3 1-15,-8-3-5 16,2-7-4-16,6-13-1 15,10-8-3-15,10-7 10 16,11-10 6-16,9-5-24 16,8 0 8-16,26-12 17 0,17-12 4 15,10-7-14-15,6-6-10 16,7-4 4-16,4-1 16 16,3-3-6-16,-7 2 11 15,-14 6 0-15,-18 10 13 16,-20 7 11-16,-14 10 23 15,-6 7 19-15,-2 3-56 16,0 0-8-16,0 0-2 16,0 0-4-16,-2 16-3 15,-10 8 7-15,1 11-4 16,0 5 2-16,0 4 2 16,7 6 0-16,4-1 6 15,0-2-1-15,0-5-2 16,13-5 0-16,1-10 2 15,-4-8-3-15,-3-9 0 0,-5-3 0 16,-2-7-1-16,0 0 5 16,0 0 15-16,-17 0 8 15,-12-12-29-15,-7-7-17 16,-6-1-38-16,6-8-124 16,9-2-197-16</inkml:trace>
  <inkml:trace contextRef="#ctx0" brushRef="#br0" timeOffset="47841.72">15904 10493 529 0,'0'0'134'0,"0"0"-1"0,102-79-100 16,-57 63-17-16,7 7-13 15,-1 9-3-15,0 0-15 16,-7 4-51-16,-11 13-64 15,-11 1-136-15</inkml:trace>
  <inkml:trace contextRef="#ctx0" brushRef="#br0" timeOffset="48033.73">16109 10982 276 0,'0'0'74'15,"0"0"-4"-15,-37 88-25 16,21-55-34-16,2 1 0 16,2 0-6-16,2-5-5 15,7-7-30-15,1-11-156 16</inkml:trace>
  <inkml:trace contextRef="#ctx0" brushRef="#br0" timeOffset="49448.31">16512 10701 643 0,'0'0'99'0,"0"0"-99"16,0 0-12-16,0 0 5 15,0 0 7-15,0 0 1 16,-15 95-1-16,9-61 0 15,5 1 0-15,1 2-2 16,0-1 1-16,9-6-2 16,6-1-7-16,2-9 6 15,0-8 3-15,-5-8 1 16,-2-4 3-16,1-5 62 16,-1-17-6-16,1-3-35 15,-1-1 1-15,-7-1-11 0,0 5-10 16,-3 2-4-1,0 3 0-15,0 4-1 0,-9 3 1 16,-6 0-13-16,2 6-9 16,-7 1-2-16,1 0 14 15,1-1 2-15,2 4 7 16,2-3 1-16,5 1 2 16,5 1 3-16,1-1 8 15,1 1-3-15,1 0 2 16,-1 1 2-16,2-2 5 15,0 2-1-15,0 0-4 16,0 0-1-16,-1 0-1 16,1 0-9-16,0 0 0 15,0 0-1-15,0 0-2 0,0 0 0 16,0 0-5-16,0 0 5 16,0 0-3-16,0 0-6 15,0-3 3-15,0 3 4 16,0 0-2-16,6 0-4 15,15 0 6-15,11 0 0 16,9 0-6-16,5-2-8 16,1-4-6-16,6-4 10 15,1-3 6-15,-2-2 6 16,-7 1 0-16,-12-1 2 16,-13 7 4-16,-12 2 3 15,-5 3 1-15,-3 2-10 0,0 1 0 16,0 0-11-16,0 16 6 15,-11 11 5-15,-8 5 5 16,-2 3-3-16,-3 4-1 16,2-5 1-16,10-3-2 15,7-9-1-15,5-7-1 16,3-5-4-16,18-10 5 16,9 0 1-16,12-11 6 15,1-14-3-15,-2-6 2 16,-12 0 0-16,-8 0 13 15,-13 2-1-15,-7 5-7 16,-1 4 8-16,0 4-7 16,-7 6-10-16,-2 3-1 15,-1 4-2-15,2 3 2 16,0 0-5-16,1 0-4 0,-1 0-4 16,-2 3 8-16,2 4 1 15,5 3-8-15,2-6-8 16,1-1 7-16,0-3 6 15,0 0 3-15,0 0 4 16,0 0 2-16,0 0 7 16,0 0 14-16,0 0 0 15,0 0 1-15,0 0-15 16,0 0 0-16,0-4-2 16,-3 0-7-16,1 0 0 15,1 3 0-15,-1 1 1 16,0 0-1-16,2 0-1 15,0 0-1-15,0 0-2 0,0 0-2 16,0 0 4-16,0 0 2 16,0 0 0-16,0 0-2 15,0 0 1-15,0 0-7 16,17 0-5-16,12 0 10 16,11 0 2-16,11 1-2 15,7 4-6-15,6-2 6 16,2-2-3-16,-4 0 6 15,-11-1 2-15,-15 0-2 16,-12 0 1-16,-13 2-1 16,-4 1 0-16,-3 1 0 15,-4 3-5-15,0 4-3 0,0 5 4 16,0 5 1-16,-7 3 3 16,-2 1 0-16,4 3 0 15,4-1 0-15,1-4-2 16,0-7-2-16,10-6-2 15,9-10 3-15,4 0 3 16,7-14 8-16,0-12 15 16,1-7-5-16,-9-2 0 15,-5 0 3-15,-13-4 7 16,-4 3-14-16,-4-1-1 16,-23 6 0-16,-19 12-13 15,-31 17-9-15,-36 2-97 16,-33 0-153-16</inkml:trace>
  <inkml:trace contextRef="#ctx0" brushRef="#br0" timeOffset="51663.49">15454 11367 476 0,'0'0'90'15,"0"0"0"-15,0 0-6 16,0 0-24-16,0 0-43 15,0 0-6-15,0 0 8 16,-37-43 2-16,37 43-15 16,24 0-6-16,26 0 8 15,36-2 1-15,33-1-2 0,33-1-6 16,28-1-1 0,22-1 1-16,16-4-2 0,9-2-26 15,-4-1 5-15,-8-1 11 16,-20-1 10-16,-23 1 1 15,-24-1 7-15,-27 0-6 16,-24 1 0-16,-29 3 0 16,-28 2 1-16,-19 3 1 15,-15 3 0-15,-6 3-3 16,-11 0-29-16,-24 0-229 16</inkml:trace>
  <inkml:trace contextRef="#ctx0" brushRef="#br0" timeOffset="52296.72">15976 11847 579 0,'0'0'118'0,"0"0"19"16,0 0-66-16,0 0-30 15,0 0-38-15,0 0-3 16,-23-37-8-16,20 70 5 16,-4 13 4-16,-4 12-1 15,-8 3 0-15,-4 4-13 0,-5 0-29 16,-2-6-46-16,3-12-64 16,5-15-158-16</inkml:trace>
  <inkml:trace contextRef="#ctx0" brushRef="#br0" timeOffset="52477.58">16060 12005 828 0,'0'0'26'0,"0"0"26"15,0 0-52-15,0 0-28 0,0 0-42 16,0 0 14-16,31 21-69 15,-23-8-79-15,-2-10-147 16</inkml:trace>
  <inkml:trace contextRef="#ctx0" brushRef="#br0" timeOffset="53097.6">16230 11794 474 0,'0'0'193'16,"0"0"-81"-16,0 0-82 0,0 0-12 15,0 0-8 1,94-51-5-16,-75 56 1 0,2 15-4 16,-1 9-2-16,-4 4-2 15,-8 6-2-15,-8 3 0 16,0-3 0-16,-18 0-7 15,-7-3-3-15,-4-2-1 16,1-5 10-16,2-3-10 16,7-6 1-16,5-4-8 15,8-8-23-15,2-4 0 16,4-4 10-16,0 0 35 16,12-2 19-16,10-10-7 0,9-4 23 15,8 1 7 1,5 0-38-16,10 1-2 0,0 1-2 15,2 0-2-15,-8-1 1 16,-8 3 1-16,-15 2-1 16,-8 6 1-16,-11 0 7 15,-6 3 22-15,0 0-14 16,0 0-15-16,0 3-12 16,-2 11 12-16,-8 6 0 15,-5 3 1-15,6 0 2 16,1 1-2-16,8-5-1 15,0-5-5-15,17-8-17 16,13-6 22-16,4-3 4 16,6-19 2-16,-3-9-1 15,-4-1 13-15,-6 0 17 0,-12 3-1 16,-8 4 16-16,-7 1-17 16,-1 4-11-16,-25 7-17 15,-13 9-5-15,-8 4-14 16,0 6-60-16,5 15-28 15,12 3-25-15,12-3-127 16</inkml:trace>
  <inkml:trace contextRef="#ctx0" brushRef="#br0" timeOffset="53352.75">17216 11679 681 0,'0'0'55'16,"0"0"1"-16,0 0-54 16,0 0-2-16,0 0-6 15,0 0 2-15,31 118 3 16,-31-46 1-16,0 6-2 16,-10 3 2-16,-20 3 4 15,-12-2-4-15,-11-5-2 16,-12-11-40-16,-5-12-22 15,-7-14-14-15,-6-13-56 16,-6-18-157-16</inkml:trace>
  <inkml:trace contextRef="#ctx0" brushRef="#br0" timeOffset="53727.42">15575 11839 430 0,'0'0'125'0,"0"0"17"16,0 0-105-16,0 0-32 16,0 0-2-16,-44 104 31 15,28-42 11-15,2 9-16 16,12 8-14-16,2 4-8 16,0 4-4-16,15-3-1 15,16-11-2-15,13-10 0 16,17-21-8-16,21-20-42 15,18-19-74-15,16-10-221 16</inkml:trace>
  <inkml:trace contextRef="#ctx0" brushRef="#br0" timeOffset="54760.45">17535 11590 416 0,'0'0'183'0,"0"0"-85"15,0 0-6-15,0 0-19 16,0 0-26-16,0 0-14 16,-13-67-11-16,13 67-19 15,0 0-3-15,13 3-5 0,11 14 5 16,4 7 0-16,-1 4-11 16,-4 6-9-16,-8 2-3 15,-11 1 1-15,-4 0-3 16,0-5-8-16,-17-6 0 15,-3-2 27-15,-4-6 1 16,-4-6 2-16,1-2 3 16,6-4 3-16,6-4 2 15,9 1 43-15,4-3 11 16,2 3-40-16,0-2-19 16,0 0-8-16,10-1 4 15,15 0 4-15,8 0 2 0,7-1 2 16,5-9-1-16,3-3 0 15,-2 1-3-15,-4 1-6 16,-8 0-22-16,-6 0-56 16,-10-3-123-16,-13 5-339 15</inkml:trace>
  <inkml:trace contextRef="#ctx0" brushRef="#br0" timeOffset="56982.66">18318 11028 453 0,'0'0'139'16,"0"0"-32"-16,0 0-27 15,0 0-11-15,0 0-35 16,0 0-14-16,8-22-12 16,22 14-7-16,6 2 3 15,5-1 1-15,0 3-4 16,-1 2-1-16,3 2 1 16,-4 0-1-16,-5 0-2 15,-4 0-13-15,-9 0-24 0,-9 0-24 16,-2 0-38-16,-9 0 29 15,-1 0-36-15,0 0-29 16,-17 0-214-16</inkml:trace>
  <inkml:trace contextRef="#ctx0" brushRef="#br0" timeOffset="57224.02">18545 10713 593 0,'0'0'36'16,"0"0"122"-16,0 0-64 16,0 0-36-16,0 0-19 0,0 0-39 15,0 0-1 1,-22-14-3-16,31 53 4 0,3 19 0 16,-3 14 0-16,-5 6-1 15,-4 1-12-15,0-7-37 16,-16-10-14-16,-4-10-54 15,-1-15-28-15,3-13-224 16</inkml:trace>
  <inkml:trace contextRef="#ctx0" brushRef="#br0" timeOffset="57956.31">19152 10599 534 0,'0'0'112'0,"0"0"44"16,-9-80-65-16,9 59-43 0,0-1-22 16,21 3-10-1,9 1-15-15,10 4-1 0,8 4-1 16,0 8-1-16,-2 2 1 15,-7 4-26-15,-14 16-24 16,-14 7-12-16,-11 6-40 16,-14 2 36-16,-20 1 23 15,-9-2 20-15,-1-4-3 16,8-7 14-16,9-6 13 16,11-5 1-16,9-9 12 15,5 2 15-15,2-3 12 16,0 7 41-16,2 3-10 15,13 8-22-15,7 9-32 16,0 1-14-16,-1 3-1 16,-6-2 2-16,-7-6-3 0,-8-2-1 15,0-6-2 1,-5 0-2-16,-13-2-6 0,-6-5-8 16,-1 0-6-16,1-7-14 15,6-2-1-15,3-1-25 16,15 0-60-16,0-18-141 15</inkml:trace>
  <inkml:trace contextRef="#ctx0" brushRef="#br0" timeOffset="58273.37">19619 10718 301 0,'0'0'420'0,"0"0"-277"16,0 0-67-16,0 0-50 0,0 0-26 15,0 0-15-15,-43 12-1 16,41 16-2-16,2 7-1 16,0-2-11-16,18-1-1 15,10-7-20-15,13-9-39 16,8-13 75-16,6-3 15 16,-5-10 0-16,-12-13 5 15,-11-2-1-15,-12-3 17 16,-12 0 51-16,-3-2-31 15,-11 2-20-15,-18 5-4 16,-13 8-17-16,2 10 0 16,8 5-53-16,13 9-93 15,19 13-102-15,0-2-49 0</inkml:trace>
  <inkml:trace contextRef="#ctx0" brushRef="#br0" timeOffset="58430.59">19973 10942 674 0,'0'0'36'0,"0"0"-36"15,0 0-1-15,-91 106 1 16,65-61 0-16,2 2-20 0,4 2-37 16,6-9-30-1,11-17-282-15</inkml:trace>
  <inkml:trace contextRef="#ctx0" brushRef="#br0" timeOffset="59438.81">20223 10674 360 0,'0'0'106'0,"0"0"-100"16,0 0 11-16,0 0 2 16,0 95 8-16,1-59 10 0,3 2-22 15,-1-1-9 1,3-3-5-16,3-2 2 0,5-10-3 16,3-8 2-16,2-10-2 15,0-4 5-15,0-1 5 16,-3-15 6-16,1-1-4 15,-6-7 10-15,-6 2 10 16,-5-1 9-16,-3 1-1 16,-14 0-38-16,-2 5 0 15,0 0 2-15,2 5 2 16,5 2 6-16,6 3-1 16,2 5 0-16,2 1 2 0,2 1-9 15,-1 0-3 1,-2 0 0-16,3 0 1 0,0-2 8 15,-3 0 6-15,-1 0-8 16,-1-4 9-16,-1 2-4 16,-2-2 8-16,0 1-5 15,0 0-6-15,4 4-8 16,-1-1-2-16,2 1 0 16,3 1-1-16,-2 0 0 15,2 0-3-15,0 0 4 16,0 0-4-16,0-2 3 15,0 2-9-15,4 0 0 16,11 0-17-16,13 0 23 16,11-5 3-16,8 2 1 15,2-3-13-15,-1-4-16 0,0 0 20 16,-6-1 6 0,-9 2 3-16,-11 2 2 0,-11 2 4 15,-3 3-5-15,-5 2 1 16,-1 0-2-16,-2 4-6 15,0 15-1-15,0 6 6 16,-13 7 1-16,-3 0 0 16,2-1 3-16,3-5-3 15,7-6-2-15,4-4-9 16,0-6-23-16,15-7-17 16,12-3 51-16,4-3 3 15,6-19 12-15,0-6-6 0,-2-4-2 16,-10 1 18-16,0 6 0 15,-7 7-7-15,-6 5 2 16,-3 7-14-16,-4 6-6 16,-1 0-6-16,4 1 0 15,1 15-3-15,4 6 2 16,4 0-1-16,5 3 5 16,0-2 3-16,0-5 0 15,-2-6 0-15,-4-9 0 16,2-3 1-16,-1-2 4 15,2-16 1-15,2-6 0 16,-2-2-5-16,-2-2 1 16,-10 3 4-16,-7 0 11 15,-12 5 8-15,-29 4-25 16,-16 8-25-16,-9 8-31 0,5 3-39 16,15 16-50-16,16 3-159 15</inkml:trace>
  <inkml:trace contextRef="#ctx0" brushRef="#br0" timeOffset="59938.6">19107 11364 649 0,'0'0'72'0,"0"0"1"16,0 0-51-16,0 0 1 16,0 0 17-16,0 0-17 15,0 0-22-15,98-72-1 16,15 72 0-16,42 0 2 15,37 0 4-15,23 0-6 16,9-6 0-16,-11-3 0 16,-7-3 0-16,-18-1-5 15,-16-3 5-15,-23 6-4 16,-28 5 9-16,-34 5-10 16,-31 0 5-16,-34 15-88 15,-22 12-101-15,-40 2-86 0</inkml:trace>
  <inkml:trace contextRef="#ctx0" brushRef="#br0" timeOffset="60224.84">19410 11705 718 0,'0'0'164'15,"0"0"-124"1,0 0-40-16,0 0-16 0,0 0 16 16,-14 96-1-16,1-50 1 15,1 3-2-15,-4-1-22 16,4 2-16-16,0-9-66 15,5-10-66-15,4-12-271 16</inkml:trace>
  <inkml:trace contextRef="#ctx0" brushRef="#br0" timeOffset="60387.62">19500 11893 833 0,'0'0'72'15,"0"0"-11"-15,0 0-61 16,0 0-37-16,0 0-4 16,0 0-28-16,71 18-118 15,-50-13-174-15</inkml:trace>
  <inkml:trace contextRef="#ctx0" brushRef="#br0" timeOffset="60936.47">19759 11693 667 0,'0'0'71'15,"0"0"-25"-15,0 0-38 0,0 0 20 16,90-12-10-16,-62 19-11 16,-2 7 0-16,-9 3-7 15,-5 4-1-15,-9 2-4 16,-3 1 2-16,-1 1 0 15,-17 2-7-15,-8-2 1 16,-2 0 0-16,1-3-18 16,0-3-8-16,5-5 8 15,7-2-1-15,5-4-4 16,10-5-9-16,0-3-6 16,22 0 30-16,14-7 17 15,13-10 2-15,2-3-1 0,1-2 1 16,0 0 3-16,-6 1 8 15,-10 1 29-15,-15 7 0 16,-8 4 60-16,-8 5-23 16,-5 3-42-16,0 1-31 15,0 0-6-15,0 0-11 16,0 11 5-16,0 5 6 16,-5 1 0-16,3 3 1 15,2-2 0-15,1-2-1 16,23-4-6-16,12-8 6 15,5-4 4-15,3-2-3 16,-5-17-1-16,-7-5 2 16,-6-1 3-16,-7 0-3 15,-10 3 5-15,-9 1 2 16,0 5 2-16,-30 3-11 0,-16 10-23 16,-9 3-173-16,9 0-116 15</inkml:trace>
  <inkml:trace contextRef="#ctx0" brushRef="#br0" timeOffset="61170.25">20669 11533 802 0,'0'0'79'0,"0"0"-43"16,0 0-36-16,0 0-7 0,2 106 5 15,-25-29 4-15,-15 12-3 16,-6 4 1-16,-6-2 0 16,-6-8 0-16,1-8-9 15,-12-12-55-15,-9-11-23 16,-9-17-31-16,-4-17-121 16</inkml:trace>
  <inkml:trace contextRef="#ctx0" brushRef="#br0" timeOffset="61457.55">18824 11644 667 0,'0'0'130'0,"0"0"0"16,0 0-96-16,0 0-34 16,0 0-10-16,0 0 10 15,-7 103 0-15,-10-27 1 16,0 10-1-16,4 2 0 16,10-2 0-16,3-6-1 15,7-8-12-15,31-14-24 0,28-14-12 16,26-22-86-16,25-22-195 15</inkml:trace>
  <inkml:trace contextRef="#ctx0" brushRef="#br0" timeOffset="62285.89">20748 11534 480 0,'0'0'150'0,"0"0"-18"16,0 0-33-16,0 0-71 15,0 0-12-15,0 0-10 16,45-78-2-16,-9 57-1 16,2 0 3-16,1 3 0 15,-1 2 1-15,-7 7-4 0,-6 6-3 16,-5 3-1-16,-10 0-5 16,-8 20-27-16,-2 10-7 15,-11 8 6-15,-22 3 12 16,-10 2-18-16,0-5 3 15,8-7 5-15,12-5 10 16,11-10 21-16,10-5-2 16,2-2-2-16,12-4 1 15,21 4 4-15,10-1 10 16,0 3-6-16,-4-1-1 0,-10 1 0 16,-12-1 1-1,-8-1 1-15,-7 1 14 0,-2 1-12 16,0 2 14-16,-14 3 8 15,-14 1-8-15,-13 1-9 16,-11-1-2-16,-3-2-8 16,-1-1 1-16,6-6-3 15,12-2-68-15,14-6-20 16,21 0-95-16,5-20-291 16</inkml:trace>
  <inkml:trace contextRef="#ctx0" brushRef="#br0" timeOffset="62659.3">21592 11030 545 0,'0'0'86'0,"0"0"6"15,0 0-34 1,0 0 5-16,0 0-24 0,0 0-10 15,-4 0-21-15,20 0-7 16,17 0 0-16,13-1-1 16,5-1-1-16,4-3-23 15,1-2-40-15,-6-5-48 16,-11-2-5-16,-9-3-147 16</inkml:trace>
  <inkml:trace contextRef="#ctx0" brushRef="#br0" timeOffset="62848.5">21685 10799 552 0,'0'0'121'0,"0"0"10"0,0 0-64 16,0 0-44-16,0 0-23 16,0 0-3-16,0 28 2 15,6 10 0-15,1 15 2 16,1 10 1-16,-4 9-2 15,-4-3-42-15,0-15-173 16</inkml:trace>
  <inkml:trace contextRef="#ctx0" brushRef="#br0" timeOffset="65183.43">21965 10761 362 0,'0'0'244'0,"0"0"-94"15,0 0-60-15,49-85-53 16,-13 69-13-16,5 1-20 16,2 7 5-16,-7 2-5 15,-5 6 0-15,-6 0-4 16,-7 9 0-16,-3 18 0 16,-9 7-2-16,-6 9-4 0,-7 6-2 15,-26 1-4 1,-9-1-5-16,-1-2 6 0,4-8 4 15,6-8-8 1,15-8-8-16,11-8 8 0,7-11-5 16,1-4-1-16,31 0 21 15,17-16 9-15,15-13-4 16,8-2-3-16,1-2-1 16,-9 0 13-16,-7 4 0 15,-16 2-1-15,-19 10 9 16,-11 5 1-16,-7 7 5 15,-4 5-3-15,0 0-25 16,0 3-15-16,-4 17 2 16,-9 7 8-16,4 7 3 15,1 2-6-15,7 0-1 0,1-5-5 16,6-4 1-16,19-12 4 16,11-10 7-16,3-5 2 15,4-10 2-15,-4-15 2 16,-8-1-1-16,-9-6 14 15,-10 3 1-15,-12 0 4 16,0 0-13-16,-13 2-5 16,-16 3-1-16,-7 7-3 15,4 9-1-15,5 8-23 16,11 0-40-16,11 19-39 16,5 7-41-16,18-3-151 15</inkml:trace>
  <inkml:trace contextRef="#ctx0" brushRef="#br0" timeOffset="65337.71">22990 11028 690 0,'0'0'7'0,"0"0"-7"16,0 0 0-16,-52 77 2 15,30-43-2-15,-1 4-2 16,2-3-31-16,3-4-37 15,9-9-192-15</inkml:trace>
  <inkml:trace contextRef="#ctx0" brushRef="#br0" timeOffset="66233.63">23205 10773 573 0,'0'0'20'16,"0"0"-20"-16,0 0-16 16,0 0 16-16,0 0 2 15,-2 88 13-15,-7-47-2 16,2 1-4-16,4 3-3 16,3-5-4-16,0-4-2 0,15-8 3 15,6-14-1 1,4-9 0-16,4-5 1 0,2-8 4 15,3-18-4 1,1-5 2-16,-3-4-3 0,-9 0 3 16,-7 0 24-16,-13 1 20 15,-3 3-20-15,-2 1-7 16,-14 5 6-16,0 5-5 16,2 7-6-16,5 7-2 15,5 3-4-15,2 3-11 16,-2 0-2-16,-6 0-4 15,2 0-2-15,-1 0-4 16,3 3 1-16,2 0-1 16,1-1-3-16,3-2-2 15,0 1-3-15,0-1-23 0,0 0-1 16,0 0 40-16,14 0 4 16,10 0 2-16,4 0 1 15,7-3 0-15,1-1-2 16,-2 0 0-16,-4 1 5 15,0 3 10-15,-5 0-4 16,1 0-8-16,0 0-4 16,-5 3-1-16,-5 5 0 15,-6 2-4-15,-6 4 2 16,-4-2-2-16,0 5 5 16,0 0 0-16,0 0 0 15,0-1 0-15,0-3 0 0,0-4-9 16,12-2 6-16,9-6 0 15,9-1 1-15,4-8 1 16,3-12 1-16,-4-6 2 16,-2-3 22-16,-5-2 10 15,-4 5 14-15,-1 4 14 16,-7 8-24-16,-3 6-25 16,-2 8-13-16,1 0-10 15,1 2-13-15,3 13-1 16,2 7 13-16,-1 1-8 15,4 4 14-15,-4-1 0 16,2-4 5-16,-4-8-3 16,0-6 3-16,1-8 3 15,2 0 3-15,1-5 6 16,4-16 0-16,-2-3 2 0,-2-4 0 16,-6 1 2-16,-9-1-4 15,-2-3 20-15,-24 4-32 16,-28 0-4-16,-32 13-5 15,-23 12-72-15,-6 2-150 16</inkml:trace>
  <inkml:trace contextRef="#ctx0" brushRef="#br0" timeOffset="66715.32">21945 11401 474 0,'0'0'108'0,"0"0"26"0,0 0-29 16,0 0-71-16,0 0-34 15,0 0 0-15,86-54 4 16,24 46-1-16,37-1 5 15,36-2-5-15,25-1 3 16,23-6-6-16,15-2-4 16,-6-6 2-16,-15 1 4 15,-27 3 1-15,-33 3 1 16,-36 10 6-16,-33 5-9 16,-38 4-1-16,-28 0-1 15,-26 9-27-15,-11 11-161 0,-49 2 96 16,-35-1-125-16</inkml:trace>
  <inkml:trace contextRef="#ctx0" brushRef="#br0" timeOffset="67047.57">22634 11530 522 0,'0'0'173'0,"0"0"-7"15,0 0-108-15,0 0-58 16,0 0-2-16,0 0 2 16,-71 95-1-16,48-35 1 15,-1 9-1-15,4-1-20 16,1-1-31-16,3-9-69 16,3-15-25-16,3-15-158 0</inkml:trace>
  <inkml:trace contextRef="#ctx0" brushRef="#br0" timeOffset="67218.3">22698 11821 450 0,'0'0'421'0,"0"0"-343"15,0 0-67-15,0 0-11 16,0 0-8-16,0 0-64 15,30 15-5-15,-20 0-172 16</inkml:trace>
  <inkml:trace contextRef="#ctx0" brushRef="#br0" timeOffset="67797.29">23007 11590 776 0,'0'0'83'0,"0"0"-14"16,0 0-69-16,98-23 2 0,-62 29-2 16,-6 17-2-1,-7 10 1-15,-12 6-6 0,-11 7-30 16,-5 0-8-16,-26-2-25 15,-9-7-36-15,0-6 53 16,4-7 0-16,12-7 2 16,9-8 28-16,11-5 10 15,4-4 10-15,16 0 2 16,23-8 1-16,14-9-77 16,10-3 40-16,7 0 37 15,0 2 5-15,-6 3 76 16,-14 1 7-16,-20 2 16 15,-14 4 25-15,-13 5-10 16,-3 2-58-16,0 1-52 16,0 0-9-16,0 0-6 0,-3 11-7 15,-6 7 7 1,0 6 6-16,5 2-4 0,4-1-12 16,4-5-7-16,27-8 10 15,12-8 13-15,8-4 5 16,-3-9-3-16,-8-12 4 15,-6-4 6-15,-16-1 8 16,-8 2-1-16,-10 0-1 16,0 1-15-16,-23 3-3 15,-26 9-8-15,-11 6-56 16,-1 5-91-16,14 0-25 16,21 0-152-16</inkml:trace>
  <inkml:trace contextRef="#ctx0" brushRef="#br0" timeOffset="68029.85">24045 11467 801 0,'0'0'107'16,"0"0"-54"-16,0 0-40 15,0 0-13-15,0 0-23 16,0 0 17-16,34 148 3 15,-61-53-2-15,-21 5 5 16,-16 1 0-16,-9-5-2 16,-9-7-12-16,-4-9-30 15,-1-15-28-15,1-17-56 0,0-21-23 16,-2-18-155-16</inkml:trace>
  <inkml:trace contextRef="#ctx0" brushRef="#br0" timeOffset="68446.61">22301 11546 685 0,'0'0'93'0,"0"0"26"15,0 0-79-15,0 0-38 16,0 0-4-16,-78 84 5 16,54-9-3-16,4 14 2 0,6 6-1 15,7-4-1 1,7-7 0-16,13-11-32 0,29-13-22 16,28-14-32-16,21-20-40 15,21-19-189-15</inkml:trace>
  <inkml:trace contextRef="#ctx0" brushRef="#br0" timeOffset="69379.28">24340 11439 328 0,'0'0'211'0,"0"0"-40"15,0 0-26-15,0 0-81 16,0 0-20-16,0 0-38 16,0-36-6-16,0 50-8 0,0 13 7 15,0 12 1 1,0 11 1-16,0 6 0 0,0 3-1 16,0-2-5-16,0-8-40 15,3-13-17-15,27-14-24 16,13-13 15-16,10-9 37 15,6-9-19-15,-2-20-40 16,-8-6 41-16,-13-1 52 16,-17 0 50-16,-16 7 97 15,-3 3 6-15,-8 3-105 16,-9 10-9-16,7 4-5 16,2 9-13-16,2 0-21 15,-2 13-11-15,-1 16 9 16,-1 13-1-16,2 6-12 0,4 2-14 15,1 2-31-15,1-9-81 16,2-12-42-16,-2-12-300 16</inkml:trace>
  <inkml:trace contextRef="#ctx0" brushRef="#br0" timeOffset="69528.77">24595 11866 687 0,'0'0'194'15,"0"0"-114"-15,0 0-35 16,0 0-25-16,0 0-20 16,0 0-47-16,-5 30-32 15,5-7-25-15,0-6-209 0</inkml:trace>
  <inkml:trace contextRef="#ctx0" brushRef="#br0" timeOffset="70793.99">11969 13273 267 0,'0'0'114'0,"0"0"61"16,0 0-78-16,0 0-8 0,0 0-6 15,-23-80-33-15,22 72-10 16,-1 4-15-16,2 4-4 16,0 0-21-16,-3 4 0 15,-3 21-12-15,-5 14 11 16,-6 12 1-16,-5 9-1 15,-1 2 0-15,1 4 1 16,0-3-1-16,1 3-3 16,1-7 0-16,2-5-23 15,5-10-26-15,4-13-47 16,6-19-81-16,3-12-241 16</inkml:trace>
  <inkml:trace contextRef="#ctx0" brushRef="#br0" timeOffset="70986.08">11702 13501 734 0,'0'0'108'0,"0"0"-51"16,0 0-53-16,0 0-2 16,0 0 5-16,94-29 13 15,-33 21 1-15,5 3-14 16,8 2-6-16,4 3-2 15,1 0-6-15,-3 0-56 16,-18 0-100-16,-28 3-192 0</inkml:trace>
  <inkml:trace contextRef="#ctx0" brushRef="#br0" timeOffset="73505.79">12935 13078 419 0,'0'0'169'0,"0"0"-12"16,0 0-57-16,0 0-67 0,0 0-32 16,0 0-1-1,0 0 0-15,0 47 1 0,0 0-1 16,-16 11 1-16,-5 7 1 15,-2-2-1-15,1-2-1 16,3-7-48-16,5-10-61 16,8-17-63-16,6-17-135 15</inkml:trace>
  <inkml:trace contextRef="#ctx0" brushRef="#br0" timeOffset="73874.83">13202 13020 663 0,'0'0'61'0,"0"0"43"15,0 0-76-15,0 0-28 16,0 0 0-16,0 0 3 16,-59 81-3-16,50-39 1 15,9 0-1-15,0-5-3 16,16-8 1-16,11-9-2 15,8-8-8-15,3-8 2 16,1-4 3-16,-8 0 6 16,-10 0 1-16,-10 0 3 15,-8 0-3-15,-3 0 1 16,0 3 4-16,0 7-5 16,-14 7-2-16,-8 9 2 0,-5 1 2 15,4 3-1 1,1-2 1-16,4-4-1 0,6-6-1 15,0-4-1-15,2-2-8 16,-4-3-43-16,-2-9-74 16,1 0-111-16</inkml:trace>
  <inkml:trace contextRef="#ctx0" brushRef="#br0" timeOffset="74076.53">13342 12971 565 0,'0'0'95'0,"0"0"10"16,120-58-77-16,-79 55-21 16,-2 3-7-16,-5 7-29 15,-4 15-67-15,-15 0-73 16,-15 0-262-16</inkml:trace>
  <inkml:trace contextRef="#ctx0" brushRef="#br0" timeOffset="74268.46">13492 13423 696 0,'0'0'109'16,"0"0"-108"-16,0 0-1 15,0 0 5-15,-24 88 0 16,12-48-3-16,-4 2-1 16,-3 2-1-16,1-4-26 15,1-6-109-15,6-15-103 16</inkml:trace>
  <inkml:trace contextRef="#ctx0" brushRef="#br0" timeOffset="75206.37">13794 13241 719 0,'0'0'75'16,"0"0"4"-16,0 0-79 15,0 0-3-15,0 0 2 16,0 0 1-16,-3 78 0 15,18-48-1-15,3 0 1 16,3-3 0-16,9 0-4 16,3-10-17-16,4-8 7 15,2-6-21-15,-5-3-14 16,-5-3 28-16,-4-18 5 16,-4-6 4-16,-5-5 12 0,-4-3 20 15,-12 2 6 1,0-1 18-16,-18 3-4 0,-16 4-31 15,-7 7-5-15,-6 6-1 16,6 5-2-16,12 5-1 16,12 1 0-16,11 3-1 15,5 0 1-15,1 0 0 16,0 0-5-16,0 0 4 16,0 0-5-16,0 0 4 15,0 0 1-15,0 0 1 16,0 0 1-16,0 0 0 15,1 0-1-15,-1 0 0 16,2 0-2-16,2 3 2 16,7 1 1-16,4-1-1 15,10 0 0-15,11-3-3 0,10 0-1 16,6 0-15-16,8-3-5 16,3-11 10-16,2 1 6 15,1 1 8-15,-7 2 0 16,-9 3 0-16,-14 5 1 15,-14 2-2-15,-13 0 0 16,-9 5 0-16,0 12 1 16,-12 7 4-16,-13 5 9 15,-2 7-5-15,3-2-3 16,4-5-4-16,13-10 0 16,5-8 0-16,2-7-1 15,2-4 2-15,18 0 12 0,6-21 28 16,10-9-22-16,1-7-12 15,-1 0-6-15,-5 1-2 16,-4 8 0-16,-7 9-14 16,1 7-10-16,-9 7 12 15,-2 5 11-15,-3 0-2 16,3 5 0-16,1 14-1 16,3 1 3-16,2 4 1 15,11 5 0-15,6-1 1 16,2-3 1-16,4-2 2 15,-4-9-3-15,-5-8 0 16,-4-6 2-16,0-4-2 16,-1-21 6-16,-1-6 0 15,-8-4 5-15,-7-3-1 0,-7 2 9 16,-2 0 15-16,-17 5-6 16,-26 10-25-16,-27 15-4 15,-36 6-40-15,-35 17-134 16,-15 7-314-16</inkml:trace>
  <inkml:trace contextRef="#ctx0" brushRef="#br0" timeOffset="75739.25">12573 13900 107 0,'0'0'413'0,"0"0"-305"0,0 0-5 16,0 0-53-16,0 0-9 16,0 0-21-16,-39-9-10 15,54 9-9-15,30 0 5 16,26 0 0-16,26 0 9 15,39-3-4-15,46-14-6 16,43-7-4-16,39-8 0 16,23-7 4-16,8-4-5 15,-7 0 2-15,-23-4-2 16,-23 8 10-16,-35 3 5 16,-37 9 7-16,-30 8-12 15,-38 8-8-15,-38 5 4 16,-29 6-6-16,-30 0-1 0,-16 3-47 15,-48 21 9-15,-36 6-38 16,-37-4-263-16</inkml:trace>
  <inkml:trace contextRef="#ctx0" brushRef="#br0" timeOffset="77990.37">13014 14125 474 0,'0'0'158'15,"0"0"1"-15,0 0-100 16,0 0-40-16,0 0-19 0,0 0-4 16,0 0 4-1,-23 54 1-15,12-8 1 0,-1 8 0 16,-1 4-1-16,2-1-1 15,-3 1 0-15,1-4-40 16,3-12-79-16,1-15-85 16</inkml:trace>
  <inkml:trace contextRef="#ctx0" brushRef="#br0" timeOffset="78161.29">13210 14239 710 0,'0'0'108'0,"0"0"-55"16,0 0-53-16,0 0-12 0,0 0 4 15,0 0-14-15,-30 47-55 16,17-26-45-16,3-8-190 16</inkml:trace>
  <inkml:trace contextRef="#ctx0" brushRef="#br0" timeOffset="78754.79">13459 14096 637 0,'0'0'148'15,"0"0"-90"-15,0 0-53 16,100-17-2-16,-69 34-3 16,2 5 0-16,-3 7-1 15,-9 6-1-15,-6 2 1 16,-15 4-3-16,0-1 1 16,-18-2 3-16,-9-1 0 15,-2-7 0-15,4-4 2 16,7-7-4-16,5-6 0 15,7-7-14-15,6-6-27 16,7 0 18-16,23-5 23 16,8-17-2-16,8-4 4 15,-1-4 6-15,0 3 17 0,-1 1 20 16,-4 3-18-16,-9 5-9 16,-11 8 5-16,-10 3 7 15,-5 4 11-15,-5 3-24 16,0 0-15-16,0 0-4 15,0 11-2-15,1 8 4 16,5 6 2-16,6 3 1 16,8 0-1-16,8-1-2 15,11-9-11-15,10-9 1 16,6-9 6-16,0-1 6 0,-2-24 0 16,-10-3 4-1,-9-5-1-15,-13 3 1 0,-12 0 13 16,-9 3-11-16,-3 3 2 15,-29 3-6-15,-16 7-2 16,-12 10-3-16,-12 4-17 16,3 12-100-16,14 5-122 15</inkml:trace>
  <inkml:trace contextRef="#ctx0" brushRef="#br0" timeOffset="78986.19">14667 13922 686 0,'0'0'142'0,"0"0"-44"15,0 0-68-15,0 0-30 16,0 0-4-16,0 0 3 16,37 134 1-16,-54-44 0 15,-18 7 0-15,-13 7 1 16,-13-1-1-16,-10-5-34 15,-6-8-25-15,0-15-31 16,1-18-38-16,-2-19-94 16</inkml:trace>
  <inkml:trace contextRef="#ctx0" brushRef="#br0" timeOffset="79419.56">12826 14198 479 0,'0'0'83'0,"0"0"126"16,0 0-110-16,0 0-36 15,0 0-51-15,0 0-12 16,-47 37 0-16,36 17 2 15,3 11-1-15,7 11-1 16,1 3 1-16,6 7-1 16,23 1 0-16,9-6-2 15,13-10-4-15,16-13-33 16,21-21-20-16,18-23-115 16,19-14-271-16</inkml:trace>
  <inkml:trace contextRef="#ctx0" brushRef="#br0" timeOffset="80337.71">14999 13817 542 0,'0'0'97'0,"0"0"75"16,0 0-110-16,0 0-51 16,0 0-11-16,0 0-1 15,-13 15 1-15,4 12 0 16,-1 8 3-16,-1-2 1 15,4 2-4-15,2-6 4 16,4-5-1-16,1-7-3 16,0-6-1-16,0-4-1 15,4-7-2-15,18 0 3 16,7-11 1-16,2-7-35 16,-1 1 28-16,-4 5 4 15,-4 7 6-15,0 2-5 0,-5 3 2 16,-3 3-1-16,-1 16 0 15,-6 7-3-15,-3 4 0 16,-4 8 0-16,0 2 4 16,-17 2 0-16,-6-5 3 15,2-5-2-15,1-8-1 16,0-8 3-16,1-3-1 16,-2-4 0-16,2-6-1 15,0-3 3-15,2 0-4 16,0-2 0-16,1-11-61 15,7-9-212-15</inkml:trace>
  <inkml:trace contextRef="#ctx0" brushRef="#br0" timeOffset="80533.67">14992 13876 623 0,'0'0'57'0,"0"0"15"16,0 0-72-16,0 0-2 16,82-12 2-16,-44 12 0 15,6 0-13-15,4 0-64 16,7 0-88-16,3-3-288 16</inkml:trace>
  <inkml:trace contextRef="#ctx0" brushRef="#br0" timeOffset="81283.64">15559 12891 315 0,'0'0'8'15,"0"0"-7"-15,0 0-1 0,0 0 6 16,0 0 46-16,0 0 15 15,122 75-38-15,-43-69-11 16,2-2-9-16,1 0-9 16,-10-4 0-16,-10 0-6 15,-16 0 3-15,-17 0 3 16,-16 0 5-16,-7 0 41 16,-6 0 48-16,0 0-42 15,-3 7-52-15,-15 18-7 16,-12 13 5-16,-7 13 0 15,-1 13 2-15,0 14 2 16,7 11-1-16,9 12 7 16,11 7 18-16,11 2 13 0,0-2-9 15,11-6-13-15,8-8-10 16,-2-9-2-16,-1-5-3 16,-6-10-2-16,-6-14 0 15,-4-15 0-15,0-12 0 16,-5-12 0-16,-10-6 3 15,-12-8 27-15,-11-3 16 16,-5 0-16-16,1 0-21 16,10 0-6-16,11 0-3 15,12-3-13-15,9-4-74 16,4-9-140-16</inkml:trace>
  <inkml:trace contextRef="#ctx0" brushRef="#br0" timeOffset="81500.08">16469 13554 644 0,'0'0'38'0,"0"0"55"15,0 0-49-15,0 0-43 16,0 0 1-16,0 0-2 15,115-43-3-15,-78 43-6 0,0 0-82 16,-5 0-6 0,-6 0-165-16</inkml:trace>
  <inkml:trace contextRef="#ctx0" brushRef="#br0" timeOffset="81683.34">16409 13785 638 0,'0'0'140'0,"0"0"-120"16,0 0-2-16,81 0 13 15,-32 0-15-15,3 0-11 16,3 0-5-16,5-5-17 16,0-7-144-16,-1-10-205 15</inkml:trace>
  <inkml:trace contextRef="#ctx0" brushRef="#br0" timeOffset="118630.77">17070 13658 276 0,'0'0'31'16,"0"0"-15"-16,0 0 10 15,0 0 31-15,0 0-33 16,0 0 7-16,0 0 10 16,0 0-8-16,-12-12-12 15,12 12-2-15,0 0-4 16,-1 0 5-16,1-3 6 16,-2 3 34-16,-1-3-38 15,0 0 27-15,0-1-15 0,0 0-7 16,2 1-1-16,-1 3-18 15,-1-2 4-15,3 2-4 16,0 0-4-16,0 0 1 16,0 0-5-16,0 0-1 15,0 0 0-15,10 0-2 16,10 0 3-16,10 0 0 16,2 0 0-16,4 0 3 15,2 0-3-15,-2-6 1 16,-3 0-1-16,-5 1-9 15,-6 1-6-15,-4 1-15 16,-10 1-20-16,-3 2-19 16,-2 0-14-16,-3 0-69 15,0 0-141-15</inkml:trace>
  <inkml:trace contextRef="#ctx0" brushRef="#br0" timeOffset="119046.83">17667 13257 771 0,'0'0'95'0,"0"0"-30"16,0 0-38-16,0 0-27 0,0 0-5 15,0 0 4-15,-21 20-4 16,18 7 5-16,3 7-4 15,0 3 4-15,0 1 2 16,1-4-2-16,13-6-7 16,3-7-6-16,3-6-16 15,-1-4 15-15,1-2 9 16,-8-3 5-16,-5-1 0 16,-4 2 0-16,-3 3-5 15,0 6-1-15,-1 6 3 16,-16 7 3-16,-2 7 5 15,-1-1-4-15,-2-2 2 0,3-8-3 16,4-6 3 0,0-7-1-16,1-2 0 0,-2-7-4 15,1-3-5-15,-1 0-74 16,5-20-85-16,4-21-164 16</inkml:trace>
  <inkml:trace contextRef="#ctx0" brushRef="#br0" timeOffset="119496.23">17814 13176 642 0,'0'0'119'0,"-4081"0"-56"15,8162 0-53-15,-3997-28 3 0,-52 25 6 16,8 3-17-16,4 0 1 15,1 0-3-15,3 0 0 16,-5 0 0-16,-8 6-7 16,-12 5 5-16,-13 6-5 15,-10 0-3-15,0 8 8 16,-14 3-7-16,-12 6 9 16,-2 8 4-16,2 0-4 15,3 4 4-15,9-4-4 16,7-6 2-16,7-7-3 15,0-8 1-15,25-11 0 16,11-10 7-16,14 0-7 0,6-12-8 16,-2-12-12-1,-4-3 11-15,-14-5 9 0,-11-2 1 16,-15-1 7-16,-10-2 32 16,-4-1 3-16,-22 4-8 15,-12 7-26-15,2 8-9 16,8 8 0-16,9 11-11 15,13 0-54-15,6 18-72 16,0 9 9-16,14 1-231 16</inkml:trace>
  <inkml:trace contextRef="#ctx0" brushRef="#br0" timeOffset="119681.77">18611 13539 787 0,'0'0'97'0,"0"0"-61"16,0 0-36-16,0 0 0 16,-30 79-1-16,14-30 1 15,-2 5 0-15,0 4-1 16,-2-5-23-16,2-11-102 16,2-16-129-16</inkml:trace>
  <inkml:trace contextRef="#ctx0" brushRef="#br0" timeOffset="120978.38">18939 13307 611 0,'0'0'33'0,"0"0"-33"15,0 0 1-15,0 0 0 16,0 0 3-16,-70 97 1 16,55-62 4-16,5 3 6 15,5 0-10-15,5 1-5 16,0-5 2-16,15-4-2 0,10-8 3 16,7-14-3-1,8-8 8-15,3-7-6 0,0-22 1 16,-5-7-1-16,-9-6 0 15,-6 1 21-15,-13-2 48 16,-10-1-32-16,0 5-12 16,-16 5 6-16,-8 8-31 15,-5 4-3-15,3 10 1 16,5 3-3-16,9 5 3 16,3 4-14-16,8 0-10 15,1 0-27-15,0 11 27 16,1-2 9-16,21 2-8 15,10-5 8-15,7 1 11 16,3-3-9-16,-2-1 9 0,0 0-3 16,-6 0 7-16,-8 5 8 15,-6 1-2-15,-6 6-4 16,-8 2-2-16,-5 6 3 16,-1 4 0-16,0 2-1 15,-15 5 0-15,2-1 3 16,-2 3-3-16,7-5 0 15,6-6-2-15,2-5-1 16,0-9-3-16,0-6-3 16,1-5 7-16,15 0 0 15,7-11 7-15,9-11 0 16,6-2 8-16,4 0-8 16,1-3 12-16,3 3 0 15,-5 2-8-15,-10 2 0 16,-6 4-7-16,-9-1-2 0,-6 2-2 15,-4 2-7-15,-5-1-12 16,-1-2-8-16,-1 3-7 16,-18-3 14-16,-8 0 20 15,-11 3 0-15,-1 0 17 16,0 2 2-16,10 5 12 16,9 4 2-16,10 2-21 15,2 0-12-15,4 8 0 16,0 7 0-16,4 3 0 15,0 0-5-15,0 0 3 0,8-5 0 16,4-5 0 0,4-4 2-16,1-4 3 0,5 0-1 15,1 0 4-15,-1-15-5 16,-2 1 0-16,-3-1-1 16,-5-3 2-16,-6 2 6 15,-3 1 9-15,-3 1 4 16,0 2 15-16,0 1-17 15,0 5-6-15,-1-1-13 16,-1 6 2-16,1-1-2 16,1 2 0-16,0 0 0 15,0 0-1-15,0 0-4 16,0 0-9-16,0 0-4 16,0 8 11-16,9-2 6 15,13 3-3-15,13-2 4 0,12 0-1 16,8-2 0-16,-1 0 1 15,-2-2 0-15,-13 1 4 16,-9-2-6-16,-12 1 2 16,-9 1 0-16,-8-3-1 15,-1 5-1-15,0 0 0 16,0 7 1-16,-1 7-2 16,-11 2 3-16,-3 5 0 15,0 0 2-15,3 5 0 16,2-2-2-16,8-3 0 15,2-5 0-15,6-8-4 16,22-9 2-16,11-5 2 0,3-5 2 16,1-17 0-16,-1-6 0 15,-7-4 0-15,-7-1 5 16,-13 1 7-16,-14 0 14 16,-1 3-17-16,-24 7-10 15,-19 6-1-15,-11 11-29 16,-1 5-26-16,9 0-28 15,19 14-22-15,16 8-21 16,11 0-174-16</inkml:trace>
  <inkml:trace contextRef="#ctx0" brushRef="#br0" timeOffset="121242.15">20357 13464 568 0,'0'0'150'15,"0"0"-8"-15,0 0-102 16,0 0-32-16,0 0-8 16,0 0-10-16,18-19 10 15,13 19 1-15,8 0 1 16,3 0-2-16,4 0-4 15,-2-3-31-15,-3-3-39 0,-11-2-21 16,-13-6-10-16,-11-4-126 16</inkml:trace>
  <inkml:trace contextRef="#ctx0" brushRef="#br0" timeOffset="121421.49">20459 13221 603 0,'0'0'226'0,"0"0"-122"16,0 0-95-16,0 0-9 16,0 0-1-16,0 0-5 15,1 93 8-15,5-32-2 16,-3 11 0-16,0 18-18 0,-1 2-56 16,1-10-153-1</inkml:trace>
  <inkml:trace contextRef="#ctx0" brushRef="#br0" timeOffset="121894.62">20684 12947 718 0,'0'0'44'0,"0"0"16"16,0 0-55-16,92-36-10 0,-24 33 13 15,15 0-8-15,14 1 1 16,12 0 1-16,1-1 5 15,1-1-5-15,-11 1-1 16,-11-2-2-16,-17 0-10 16,-23 4-52-16,-28 1-25 15,-21 0-37-15,-8 0-155 16</inkml:trace>
  <inkml:trace contextRef="#ctx0" brushRef="#br0" timeOffset="122310.94">20877 13022 293 0,'0'0'69'16,"0"0"49"-16,0 0-35 15,13 79-19-15,-1-45-40 16,0 7 24-16,4 12 14 16,-2 13-36-16,-6 16-4 15,-8 18-6-15,0 16-15 16,-10 9 13-16,-10 9-10 15,0-4-3-15,6-5 2 16,1-7-1-16,8-10-4 16,5-13-12-16,0-9-17 15,5-11 24-15,16-9-9 16,4-9 16-16,2-11-2 0,0-11-14 16,0-16 10-1,6-12 4-15,7-7 2 0,3-2 25 16,9-15-2-16,8-3-5 15,3 1-14-15,-2-1 1 16,-1 6-3-16,-9 2 10 16,-7 5-11-16,-5 4 9 15,-6 0-10-15,-3 3-2 16,-7 0-3-16,-2 0-37 16,-9 0-55-16,-7 5-63 15,-4-5-327-15</inkml:trace>
  <inkml:trace contextRef="#ctx0" brushRef="#br0" timeOffset="122459.42">21637 14717 912 0,'0'0'92'0,"0"0"-1"16,0 0-17-16,0 0-31 16,-22-74-43-16,22 74-29 15,0 4-110-15,0 11 43 16,10-7-150-16</inkml:trace>
  <inkml:trace contextRef="#ctx0" brushRef="#br0" timeOffset="133266.16">21346 13402 352 0,'0'0'121'16,"0"0"-6"-16,0 0-32 15,0 0-5-15,0 0-21 16,0 0-11-16,0 0-23 16,-24-59 5-16,24 59-14 15,0 0-1-15,-1 0-6 0,1 0-3 16,0 0 9-16,-2 0-11 16,2 0-4-16,-1 10 0 15,-3 14-1-15,2 13 3 16,-2 8 0-16,-2 7 2 15,0 3-2-15,1-1 0 16,4-6-5-16,1-12-47 16,1-13-37-16,21-21-72 15,8-15-222-15</inkml:trace>
  <inkml:trace contextRef="#ctx0" brushRef="#br0" timeOffset="133616.09">21627 13288 280 0,'0'0'306'0,"0"0"-192"16,0 0-60-16,0 0-10 16,85-27 2-16,-64 27-35 15,-3 12 2-15,-4 8-13 16,-3 4 1-16,-7 6-4 15,-4 0 6-15,0-2-4 16,-9-3 1-16,-5-3 0 16,0-7-2-16,-2-3-3 15,2-5-1-15,-1-4 3 16,6-2 6-16,5-1-2 0,4 0 29 16,0 0-13-16,13 0-17 15,19 0 0-15,12 0 0 16,7 0-1-16,6 0 0 15,0-1-17-15,-4-2-31 16,-9-6-142-16,-9-6-267 16</inkml:trace>
  <inkml:trace contextRef="#ctx0" brushRef="#br0" timeOffset="133831.32">22173 13416 800 0,'0'0'39'15,"0"0"-39"-15,0 0 0 16,0 0 6-16,0 80-6 16,-6-51 6-16,6 5-6 15,0 2 0-15,0 0-5 16,0-8-100-16,10-11-161 15</inkml:trace>
  <inkml:trace contextRef="#ctx0" brushRef="#br0" timeOffset="134148.14">22547 13169 778 0,'0'0'28'0,"0"0"35"15,0 0-52-15,0 0-11 16,0 0-3-16,0 0-1 16,5 41 2-16,2-4 4 15,3 4-1-15,4 1 8 16,4 0-8-16,0-3 5 16,0-7-2-16,-4-5-2 15,-6-7 2-15,-5-5-4 16,-3-6 0-16,0-1 2 15,-5-1 2-15,-17 5 0 0,-8-2 1 16,-3-2-5-16,2-3-15 16,7-5-45-16,12-2-114 15,11-18-147-15</inkml:trace>
  <inkml:trace contextRef="#ctx0" brushRef="#br0" timeOffset="134848.2">22698 13217 546 0,'0'0'40'0,"0"0"20"0,0 0 3 16,102-43 3-16,-74 36-36 15,-2 2 3-15,0 2-20 16,1 3-12-16,-5 0 7 15,0 0-7-15,-3 10 0 16,-1 6-2-16,-4 4 1 16,-6 2-1-16,-1 5 0 15,-7 6-8-15,0 5 6 16,-10 6 1-16,-7 3 2 16,5-1 8-16,6-7-7 15,6-9 1-15,0-13-2 16,22-14 3-16,10-3 4 0,5-14-3 15,8-15-3 1,-6-3 5-16,-8-5-6 0,-12 0 1 16,-10-1 1-16,-9 2-2 15,0 2-8-15,-3 4-20 16,-11 3-15-16,1 8-12 16,6 5 40-16,7 6 15 15,0 5 0-15,4 3 1 16,13 0-2-16,4 3 1 15,9 8-1-15,3 3-2 16,2 1 5-16,5 3-2 16,-2-1 10-16,-4 2-3 15,-4 2 8-15,-9 2-3 0,-8 5-10 16,-7 1 4 0,-5 2-4-16,-1 3 1 0,0-2 4 15,-2-5-5-15,0-5 1 16,2-11-3-16,0-8 3 15,21-3 5-15,7-6 1 16,7-17-6-16,1-5 5 16,-5-7-6-16,-1-5 18 15,-6 0-2-15,-7-3 7 16,-9 4 2-16,-8 5-1 16,0 5-16-16,-18 3-5 15,-15 14-5-15,-17 5-6 16,-11 7-54-16,-3 4-72 15,14 13-38-15,20 7-145 0</inkml:trace>
  <inkml:trace contextRef="#ctx0" brushRef="#br0" timeOffset="135130.38">23909 13404 577 0,'0'0'89'16,"0"0"18"-16,0 0-62 0,0 0-1 16,0 0-33-16,0 0-1 15,92 0 7-15,-32 0-8 16,7 0-6-16,6-3-3 15,0-1-1-15,-2-2-5 16,-2-1-2-16,-16 0-39 16,-16-4-110-16,-20-5-110 15</inkml:trace>
  <inkml:trace contextRef="#ctx0" brushRef="#br0" timeOffset="135347.24">24201 13129 679 0,'0'0'107'0,"0"0"-21"15,0 0-86-15,0 0-10 16,0 0 10-16,2 90 1 16,-13-29-1-16,-4 14 9 15,-1 8-7-15,0 7 1 16,1 2-3-16,0-6-18 15,-3-13-88-15,6-25-84 16</inkml:trace>
  <inkml:trace contextRef="#ctx0" brushRef="#br0" timeOffset="149184.11">21209 14123 107 0,'0'0'160'0,"0"0"-77"16,0 0 35-16,0 0-10 15,0 0-47-15,0 0 10 16,0 0 4-16,15-22-40 16,-14 14-1-16,-1-1 0 0,2 1-12 15,-2 3-13-15,0 0 11 16,0 1-1-16,0 4-9 16,0-3 3-16,0 3-13 15,0 0 4-15,0 0-4 16,0 0-5-16,0 0 2 15,0 15-5-15,0 14 7 16,0 10-2-16,0 11 1 16,-2 3 1-16,-5 1 1 15,2-6 0-15,4-4 3 16,1-10-3-16,0-9-13 0,0-9-28 16,12-13-82-1,1-3-136-15</inkml:trace>
  <inkml:trace contextRef="#ctx0" brushRef="#br0" timeOffset="149688.99">21396 14120 343 0,'0'0'129'16,"0"0"1"-16,0 0-63 15,0 0 5-15,0 0-25 16,0 0-21-16,-8 0 4 16,8 0-11-16,3 0-1 15,24 0-18-15,9 0 1 16,14-7 5-16,1 1-5 16,0 0-1-16,-8 1 4 0,-12 5-3 15,-11 0-1-15,-7 0 0 16,-4 0-1-16,-4 13-1 15,-4 10 0-15,-1 7 2 16,0 5 0-16,-4 6-1 16,-11 1 1-16,-2 0 0 15,4-5 1-15,1-5 1 16,3-7-2-16,3-5 0 16,1-5-26-16,0-5-82 15,2-8-45-15,1-2-257 16</inkml:trace>
  <inkml:trace contextRef="#ctx0" brushRef="#br0" timeOffset="149863.14">21437 14307 552 0,'0'0'111'0,"0"0"45"16,0 0-105-16,0 0-48 15,0 0-3-15,0 0 2 16,128-16 3-16,-62 16-4 15,9 0-2-15,1 0-26 16,3 0-119-16,-4-8-159 16</inkml:trace>
  <inkml:trace contextRef="#ctx0" brushRef="#br0" timeOffset="150066.59">22046 14369 671 0,'0'0'14'16,"0"0"65"-16,0 0-3 15,-20 95-57-15,13-62-13 16,-1-1 1-16,1-6-6 16,1-3-2-16,0-3-8 15,3-7-77-15,2-8-97 16</inkml:trace>
  <inkml:trace contextRef="#ctx0" brushRef="#br0" timeOffset="150682.17">22286 14177 474 0,'0'0'135'0,"0"0"-81"0,0 0 33 15,0 0-20-15,0 0-32 16,0 0-4-16,-10-23-2 15,10 19-9-15,0 0-2 16,0-2-17-16,0 0 1 16,19-6-2-16,4 2 0 15,9-2 0-15,2 2 0 16,-1 1-1-16,0 2-1 16,-6 3-7-16,-5 4 9 15,-7 0-5-15,-3 0-2 16,-9 16-19-16,-3 3 13 15,-2 6 4-15,-17 4 3 16,-5-1 1-16,-2 0 1 0,3-2 4 16,4-4 0-1,8-1 2-15,7-3-2 0,4 1-5 16,0-3 5-16,7-1-8 16,5-1 8-16,0-3 0 15,-1 1 1-15,-4-4-1 16,-2 3 0-16,-4-1 0 15,-1 2-2-15,0-1-1 16,0 2 2-16,-4-1 2 16,-7-2-1-16,-5 1 5 15,-1-1-5-15,-3-4-5 16,3-4-45-16,4-2-74 0,5-3 3 16,8-19-292-1</inkml:trace>
  <inkml:trace contextRef="#ctx0" brushRef="#br0" timeOffset="151065.22">22777 14046 495 0,'0'0'207'0,"0"0"-55"15,0 0-152-15,0 0-1 16,0 0 1-16,-30 74 3 16,6-28 9-16,2 7-6 0,0 0-2 15,6 2 2-15,6-5-6 16,5-7 2-16,5-11-2 16,8-12-6-16,23-12-3 15,13-8 7-15,8-4-2 16,0-18-23-16,-12-7 6 15,-11 1 21-15,-17 3 7 16,-12 0 2-16,0 0 20 16,-26 4-10-16,-19 4-9 15,-8 5-7-15,0 6-3 16,13 6-12-16,17 0-2 16,15 2-14-16,8 14-96 0,0 1 31 15,21-4-132-15</inkml:trace>
  <inkml:trace contextRef="#ctx0" brushRef="#br0" timeOffset="151317.88">23081 14091 406 0,'0'0'383'0,"0"0"-267"15,0 0-73-15,0 0-43 16,0 0-8-16,0 0 8 16,-12 60 0-16,12-16 0 15,0 0 2-15,-3 1-2 0,-1-2 0 16,-2-4 0-16,0 3-1 16,1-3-28-16,-4-3-36 15,2-7-105-15,2-12-163 16</inkml:trace>
  <inkml:trace contextRef="#ctx0" brushRef="#br0" timeOffset="151527.25">23124 14442 621 0,'0'0'143'0,"0"0"-71"0,0 0-46 16,0 0-8-16,0 0-6 15,103-15 3-15,-63 13-7 16,8-5-3-16,5 3 1 16,3 1-6-16,-1 0-4 15,-3-4-48-15,-13-1-141 16,-12-6-203-16</inkml:trace>
  <inkml:trace contextRef="#ctx0" brushRef="#br0" timeOffset="151753.27">23280 14218 788 0,'0'0'129'0,"0"0"-115"16,0 0-12-16,0 0-2 16,0 0 7-16,0 0-7 15,61 93 5-15,-53-57-5 16,-3 8 3-16,-5 2-2 15,0 7-1-15,0 0 0 16,-15 0-21-16,-3-4-85 16,3-12-80-16,5-14-358 15</inkml:trace>
  <inkml:trace contextRef="#ctx0" brushRef="#br0" timeOffset="151895.99">23530 14408 509 0,'0'0'37'0,"0"0"-37"15,0 0-105-15,0 0-233 16</inkml:trace>
  <inkml:trace contextRef="#ctx0" brushRef="#br0" timeOffset="165968.01">21254 15134 337 0,'0'0'164'0,"0"0"-33"16,0 0-63-16,0 0 43 15,0 0-61-15,0 0-13 16,0 0 1-16,0 0-18 15,-21-66 2-15,21 64-9 16,0 1 0-16,0 1 1 0,-2 0-14 16,1 1-6-16,-5 20 1 15,-3 16-4-15,-6 15 9 16,-4 10 0-16,-1 3 3 16,2 1-1-16,6-9-2 15,5-6-9-15,7-10-13 16,0-11-34-16,13-19-60 15,17-11-92-15</inkml:trace>
  <inkml:trace contextRef="#ctx0" brushRef="#br0" timeOffset="166333.2">21570 15091 460 0,'0'0'163'0,"0"0"-71"15,0 0-30-15,0 0-25 16,0 0-8-16,0 0-3 15,97-18-16-15,-75 25 4 0,-1 13-6 16,-7 9-7 0,-5 10 2-16,-8 9-1 0,-1 4-1 15,0 2 6-15,-12-5-6 16,-4-3 1-16,-5-8-2 16,0-6-34-16,0-12-29 15,6-11-87-15,5-9-42 16,3 0-274-16</inkml:trace>
  <inkml:trace contextRef="#ctx0" brushRef="#br0" timeOffset="166498.07">21574 15295 452 0,'0'0'158'16,"0"0"12"-16,0 0-136 0,0 0-31 15,0 0-2-15,0 0 14 16,118-12-4-16,-58 12 1 15,9-1-12-15,6-2-1 16,3 0-30-16,-3-3-122 16,-11-5-122-16</inkml:trace>
  <inkml:trace contextRef="#ctx0" brushRef="#br0" timeOffset="167032.62">22240 15124 427 0,'0'0'177'15,"0"0"-16"-15,0 0-109 16,0 0 1-16,0 0-32 15,0 0-4-15,4-34-14 16,11 34-2-16,2 0-1 16,4 0 0-16,0 0 0 0,-4 0-14 15,-4 5 5 1,-5 3-18-16,-6 1 2 0,-2 0-7 16,0 4-6-16,-10 3 34 15,-6-1-1-15,0-1 4 16,-1 0 0-16,4 0 2 15,0-1 7-15,5 3 10 16,4 5-5-16,2 2 2 16,2 5-8-16,0 1 0 15,0 3-6-15,2-1 1 16,7-4-3-16,1-4 4 16,0-8-3-16,-4-5 5 15,-3-8-4-15,-1-1 1 16,-2 1-2-16,0-2 2 15,0 0 3-15,0 0 2 0,-13 0-3 16,-5 0 3-16,-3 0-7 16,4 0 0-16,7 0-19 15,3 0-71-15,5 1-14 16,2-1-145-16</inkml:trace>
  <inkml:trace contextRef="#ctx0" brushRef="#br0" timeOffset="167465.8">22621 15059 574 0,'0'0'100'0,"0"0"-100"16,0 0 0-16,0 0 32 16,0 0 29-16,0 95-31 15,-3-59-11-15,-4 1-14 16,0 1-2-16,-1-1 1 16,1-2-3-16,3-3 0 15,1-7-2-15,3-6 1 16,0-7-17-16,11-7-30 15,9-5 19-15,1 0 28 16,-2-11 2-16,-10-8 3 0,-5-3 9 16,-4-2 30-16,-7 0 9 15,-15 2-27-15,-5 2-15 16,2 11-1-16,9 2-7 16,6 7-1-16,4 0-2 15,5 7-46-15,1 10-36 16,0 5-38-16,0-4-139 15</inkml:trace>
  <inkml:trace contextRef="#ctx0" brushRef="#br0" timeOffset="167816.56">22897 15125 381 0,'0'0'377'0,"0"0"-225"16,0 0-89 0,0 0-41-16,0 0-22 0,0 0-9 15,0 7 9-15,0 26-1 16,0 6 1-16,0 4-2 16,-1-2-20-16,-5 1-23 15,2-10-63-15,4-11-174 16</inkml:trace>
  <inkml:trace contextRef="#ctx0" brushRef="#br0" timeOffset="168049.98">23160 15308 536 0,'0'0'87'16,"0"0"-52"-16,81-17-8 16,-29 17-13-16,7-3 12 15,6 3-25-15,-4-3 3 16,-6-2-8-16,-7 4-4 16,-8-6-35-16,-12-2-133 15</inkml:trace>
  <inkml:trace contextRef="#ctx0" brushRef="#br0" timeOffset="168287.77">23355 15121 733 0,'0'0'142'15,"0"0"-101"-15,0 0-37 16,0 0 0-16,0 0 4 15,0 0-5-15,69 52-1 16,-63-12-2-16,-4 9 2 16,-2 4 0-16,0 3-1 15,0 0-1-15,0 1-6 16,-3-2-60-16,1-8-78 0,2-13-176 16</inkml:trace>
  <inkml:trace contextRef="#ctx0" brushRef="#br0" timeOffset="187562.84">21328 16082 342 0,'0'0'132'0,"0"0"-10"16,0 0-82-16,0 0 53 0,0 0-21 15,0 0-25-15,0 0-7 16,21-60-16-16,-19 54 1 16,-2 0 11-16,1 2-35 15,-1-2 8-15,0-1-9 16,2-3 1-16,1-4-1 15,0-6 2-15,-2-1-1 16,1-1-1-16,-2-1 0 16,0 2 0-16,-2 3-2 15,-11 2 2-15,-8 8-2 16,-3 8 2-16,-3 0-2 16,2 11 2-16,-1 11-2 0,10 5 2 15,9 4-1-15,7 3-6 16,7 4 6-16,20-2 1 15,10-10 0-15,9-10-1 16,5-13-5-16,8-3 6 16,-6-18 0-16,-5-5 3 15,-14 0 0-15,-17-1-2 16,-9 4 3-16,-8 5 15 16,0 2-18-16,-16 5 6 15,-5 8-7-15,-1 0-6 16,2 5 4-16,5 19 2 15,4 5 0-15,6 9-1 16,4 7 0-16,1 6 0 0,0 4 1 16,1-2 0-16,4 1-3 15,-2-4 3-15,-3-7-14 16,0-6-22-16,0-12-56 16,3-12-81-16,1-13-222 15</inkml:trace>
  <inkml:trace contextRef="#ctx0" brushRef="#br0" timeOffset="187995.18">21950 15837 481 0,'0'0'104'0,"0"0"6"15,0 0-60-15,0 0-16 16,0 0-25-16,0 0 22 16,-21 57 9-16,-2-10 2 15,-3 7-12-15,-2 7-15 16,0-2-9-16,2-2 4 15,7 0-8-15,4-5 1 16,11-8-3-16,4-11-1 16,3-11 1-16,26-15-12 0,17-7 7 15,11-12 5-15,1-17-2 16,-7-5 2-16,-15 2 0 16,-23 1 2-16,-13 2 6 15,0 5 1-15,-30 7-7 16,-8 9-2-16,-4 8-7 15,9 0-44-15,8 8-33 16,19 7-79-16,6-3-46 16,0-2-154-16</inkml:trace>
  <inkml:trace contextRef="#ctx0" brushRef="#br0" timeOffset="188445.2">22212 15937 553 0,'0'0'89'16,"0"0"81"-16,0 0-130 16,0 0-36-16,0 0-4 15,0 0 0-15,5 39 12 16,-5-5 10-16,0 2 0 15,0 5-9-15,0-4-11 16,0-1 1-16,0-5-2 0,0-4 0 16,0-8 4-1,8-9-5-15,4-8-5 0,16-2 5 16,8-17 1-16,7-17 3 16,-4-6-4-16,-12 0 0 15,-11 1 6-15,-11 6 4 16,-5 12 32-16,0 8 5 15,0 10-18-15,0 3-29 16,0 13-10-16,-8 18-5 16,-2 10 12-16,-2 5 3 15,1 1-14-15,4-4 5 16,2-2-10-16,2-7-7 16,3-7-10-16,0-9-32 15,0-10-76-15,12-8-6 0,12-13-234 16</inkml:trace>
  <inkml:trace contextRef="#ctx0" brushRef="#br0" timeOffset="188720.67">22595 16003 762 0,'0'0'68'0,"0"0"53"16,0 0-86-16,0 0-35 15,0 0-6-15,0 0 6 16,24 53-1-16,-9-10 0 15,-1-1 1-15,1-2 0 16,1-3 0-16,0-5 0 16,0-3 0-16,-8-8 0 0,-4-5 0 15,-4-2 1-15,0 1-2 16,-9-2 0-16,-16 1 1 16,-2-3 3-16,-6-3-3 15,2-4-11-15,4-4-20 16,6 0-26-16,9-4-15 15,11-9-43-15,1-4-119 16</inkml:trace>
  <inkml:trace contextRef="#ctx0" brushRef="#br0" timeOffset="188937.88">22779 15966 637 0,'0'0'108'15,"0"0"33"-15,0 0-69 16,0 0-44-16,0 0-23 16,0 0-5-16,-20-52-1 15,45 52 1-15,13 0 0 16,5 0 0-16,2 0-5 16,2 6 1-16,0 7-53 15,-1-5-46-15,-3-4-207 16</inkml:trace>
  <inkml:trace contextRef="#ctx0" brushRef="#br0" timeOffset="189233.14">23075 16257 671 0,'0'0'159'15,"0"0"-111"-15,0 0-20 16,0 0-18-16,0 0-5 16,106-3-4-16,-62 3 5 15,5 0-6-15,4 0 1 0,4-2-2 16,-2-6-16-16,-6-3-5 15,-7-2-34-15,-14-1-67 16,-19-1-55-16</inkml:trace>
  <inkml:trace contextRef="#ctx0" brushRef="#br0" timeOffset="189472.91">23263 16041 469 0,'0'0'326'0,"0"0"-201"16,0 0-79-16,0 0-42 0,0 0-4 15,0 0-4-15,1 38 4 16,-1 9 0-16,0 9 11 16,-1 8-10-16,-14 3 2 15,0 2 0-15,-1-6-3 16,2-5-4-16,3-9-44 15,5-14-93-15,6-18-176 16</inkml:trace>
  <inkml:trace contextRef="#ctx0" brushRef="#br0" timeOffset="189643.95">23320 16383 220 0,'0'0'663'0,"0"0"-631"15,0 0-31-15,0 0-2 16,0 0-1-16,0 0 2 16,10 12 0-16,-9 12-2 15,-1-2-58-15,0-8-170 16</inkml:trace>
  <inkml:trace contextRef="#ctx0" brushRef="#br0" timeOffset="206244.86">21658 16697 466 0,'0'0'144'0,"0"0"-55"0,0 0-10 16,0 0-22-16,0 0-14 15,0 0-15-15,0 0-7 16,-18-27-20-16,13 27 2 16,-3 3-3-16,-8 14 0 15,-4 9 11-15,-2 5-6 16,-3 11 2-16,5 5-1 16,-1 3-5-16,5 5 0 15,7-2-1-15,7-2 4 16,2-6-8-16,2-12 4 15,20-11-10-15,11-13-7 16,7-9 8-16,11-11-11 16,-5-20 10-16,-10-8 3 0,-12 0 7 15,-20 7 4-15,-4 3 5 16,-12 3 9-16,-19 6-2 16,-13 1-5-16,-6 8-8 15,-1 6-1-15,12 5-2 16,14 0 0-16,16 11-17 15,9 10-38-15,5 3-56 16,27-2-40-16,16-5-133 16</inkml:trace>
  <inkml:trace contextRef="#ctx0" brushRef="#br0" timeOffset="206527.63">21942 16894 710 0,'0'0'142'0,"0"0"-85"16,0 0-57-16,0 0 0 16,0 0-1-16,-38 83 1 15,43-53-1-15,9 0 0 16,2-7 1-16,3-9-12 16,5-9-3-16,4-5 11 15,2-14 3-15,-5-11-1 16,-2-6 2-16,-9 0 6 15,-9 0-6-15,-5 3 2 16,-6 4 4-16,-21 1-6 16,-7 8-4-16,4 3-54 0,9 8-91 15,18 4 35-15,3-3-199 16</inkml:trace>
  <inkml:trace contextRef="#ctx0" brushRef="#br0" timeOffset="206860.72">22243 16751 515 0,'0'0'171'16,"0"0"-39"-16,0 0-87 15,0 0-40-15,0 0-4 16,0 0-1-16,36 38 3 0,-28-11 2 16,-5-1-3-1,-3 3-1-15,0-2-1 16,0-1 6-16,-2-3-4 0,-7-2 3 15,-3 1-4-15,-2-5 1 16,-4-2-4-16,5-4-13 16,1-5 0-16,7-5 14 15,4 1 0-15,1-2 0 16,0 0 1-16,6 0-5 16,16 0 3-16,10-6 3 15,10-4-1-15,5-1 7 16,7 0-7-16,0-1-10 15,2 1-65-15,-2-2-93 16,-1-4-268-16</inkml:trace>
  <inkml:trace contextRef="#ctx0" brushRef="#br0" timeOffset="207410.06">22887 16791 552 0,'0'0'61'16,"0"0"-17"-16,0 0-16 16,0 0 56-16,0 0-60 15,0 0 1-15,0-19 5 16,0 13-14-16,-3 2 6 16,0-5-5-16,0 3-5 0,-1-3-7 15,-5 1-4-15,-7 1 0 16,-3 0-1-1,-8 7-12-15,-2-3-4 0,-4 3-4 16,1 0 11-16,4 6 4 16,6 11 4-16,6 5-3 15,8 6 4-15,8 5-4 16,0 3 1-16,6 3 1 16,18-2 2-16,7-1-1 15,5-2 1-15,-1-7 0 16,-7-7 5-16,-12-6-5 15,-10-4 2-15,-6-3-2 16,0 3 1-16,-6 0 1 0,-16 3-2 16,-8-5 0-1,2-3-1-15,-1-4-26 0,6-1 17 16,3 0 7-16,5-10 3 16,3-7 17-16,3-3 24 15,4 0-14-15,4-2-7 16,1 1-3-16,7-1-15 15,20-2-2-15,8 1 0 16,7 0-5-16,5-1 2 16,1 3-24-16,-2-1-1 15,-5 3-25-15,-9 3-70 16,-9 2-25-16</inkml:trace>
  <inkml:trace contextRef="#ctx0" brushRef="#br0" timeOffset="208043.49">23320 16721 723 0,'0'0'99'16,"0"0"-52"-16,0 0-47 16,0 0-1-16,0 0-3 15,0 0 2-15,-4-9 0 16,4 9 2-16,0 0 3 15,15 4 8-15,6 1-6 16,6 0-2-16,3-4 1 16,1-1-4-16,-4 0 3 15,-6 0-2-15,-8-1-1 16,-6-6 3-16,-6 4 1 16,1 3 20-16,-2-3 7 15,0 3-23-15,0 0-8 0,0 13-9 16,-13 19-1-1,-6 16 10-15,0 15 0 0,4 15-1 16,7 8-1-16,8 4 3 16,0-8-1-16,12-9 0 15,14-10-1-15,4-10 1 16,2-14 0-16,0-11 1 16,-8-8 0-16,-5-8 0 15,-9-5 0-15,-7-5 2 16,-3-2-2-16,0 0 9 15,-23 0 1-15,-12-2-10 16,-8-3 3-16,-5 2-4 0,1 0-1 16,5 3-3-16,9 0-25 15,10 0-41-15,19 0-128 16,4 0-127-16</inkml:trace>
  <inkml:trace contextRef="#ctx0" brushRef="#br0" timeOffset="208187.99">23551 17476 719 0,'0'0'181'0,"0"0"-118"15,0 0 3-15,0 0-15 16,0 0-32-16,0 0-19 0,-17-22-10 16,14 22-59-1,-2 8-49-15,0-4-103 0</inkml:trace>
  <inkml:trace contextRef="#ctx0" brushRef="#br0" timeOffset="210540.96">3062 14761 810 0,'0'0'45'16,"0"0"-17"-16,0 0-28 15,0 0-6-15,0 0 6 16,-34 126 7-16,8-52 7 0,-3-1-4 16,-3 0 1-1,0-10-8-15,9-14-3 0,1-14 6 16,9-14-6-16,5-10 1 16,2-9 5-16,-1-2-2 15,-5-6 35-15,0-25-23 16,-3-11-16-16,8-9 0 15,4-1-9-15,3 5 6 16,9 8-7-16,12 5-20 16,14 10 3-16,3 12 5 15,2 12 19-15,5 0 1 16,4 29-3-16,3 12 3 0,3 14 0 16,2 11 4-1,1 3-1-15,-6-3-1 16,-3-12 0-16,-7-18 2 0,-9-19-2 15,-2-14 0 1,-5-3 0-16,-3-32 4 0,0-17-8 16,-1-13-12-16,-4-8-2 15,-3-3 18-15,-2 1 0 16,-2 6 0-16,1 9-2 16,4 13-4-16,-2 15 6 15,-1 16-2-15,-4 13-3 16,0 8-2-16,1 27 1 15,-2 15 6-15,-5 15 31 16,3 12-18-16,-1 10 0 16,2 5 1-16,2-3-13 0,3-9 6 15,6-19-5-15,2-20-2 16,0-19 6-16,-1-15-5 16,2-7-1-16,-6-22 0 15,1-19-17-15,-7-12 3 16,-4-7-2-16,-5-6 16 15,0-4 3-15,0 3 0 16,-5 3 2-16,5 6-4 16,0 5-1-16,8 4 0 15,17 6-6-15,4 8 6 16,2 10 0-16,-1 15 0 16,-2 10-1-16,2 5 1 0,-6 22-5 15,-12 4 4-15,-8 5-1 16,-4 0 2-16,-12-1 3 15,-18 0 0-15,-7-3 9 16,-9-4 0-16,-1-4-9 16,1-4 10-16,12-6-13 15,15-6 2-15,13-5-4 16,6-3-10-16,22-11-18 16,20-17 17-16,15-13-45 15,5-5 45-15,1-4 13 16,-6 1 0-16,-6 9 37 15,-13 8 11-15,-16 15-3 16,-12 10 2-16,-6 7-25 0,-4 0-22 16,0 17 0-1,0 16-2-15,0 10 2 0,0 9 0 16,0 4 2-16,3 3-2 16,25 2 1-16,7-5-2 15,12-9 1-15,1-13-13 16,4-17-1-16,2-14-9 15,4-6 9-15,2-30 6 16,-5-15-15-16,-9-10 7 16,-7-5 11-16,-16-3 5 15,-12-4 1-15,-11-1 7 16,-4 0 12-16,-13 12 8 0,0 15 4 16,6 21 0-1,6 15-20-15,4 8-12 0,1 8-2 16,0 26-11-16,0 16 13 15,12 8 0-15,13-2 1 16,7-8-2-16,2-14-1 16,12-10-15-16,-1-15 7 15,4-6-17-15,-4-3-27 16,-2-14-142-16,-6-18-325 16</inkml:trace>
  <inkml:trace contextRef="#ctx0" brushRef="#br0" timeOffset="210708.38">5248 14866 886 0,'0'0'66'0,"0"0"-33"16,0 0-32-16,0 0 0 16,0 0-1-16,86-32-7 15,-41 32-22-15,1 0-33 16,3 0-77-16,-8 0-77 15</inkml:trace>
  <inkml:trace contextRef="#ctx0" brushRef="#br0" timeOffset="210890.26">5188 15154 656 0,'0'0'173'0,"0"0"-129"16,0 0-34-16,0 0-7 15,0 0 0-15,115 5-3 16,-47-5-3-16,10-5-31 16,8-11-141-16,-2-5-196 15</inkml:trace>
  <inkml:trace contextRef="#ctx0" brushRef="#br0" timeOffset="211433.97">6061 15132 684 0,'0'0'135'15,"0"0"-82"-15,0 0-19 16,0 0-21-16,0 0-11 16,0 0-1-16,31-7 3 0,15 7 0 15,5-1 2-15,6-3-5 16,5-1-2-16,4-1-15 16,4 0-60-16,-6-4-106 15,-9-5-223-15</inkml:trace>
  <inkml:trace contextRef="#ctx0" brushRef="#br0" timeOffset="211871.76">6712 14776 723 0,'0'0'91'0,"0"0"-51"15,0 0-40-15,0 0 0 16,-7 71 6-16,6-26-1 16,-1 2 1-16,2-2 1 15,0-4-6-15,0-7 3 16,2-7-4-16,8-10 3 16,2-8-6-16,4-9 1 15,2 0-6-15,6-14 1 16,-2-5-29-16,-4-1 15 15,-6 6 21-15,-3 6 0 16,-4 5 2-16,-1 3 4 0,2 0-5 16,3 11 2-1,-1 13 6-15,11 10 11 0,-3 11-1 16,5 4-13-16,-3 1 8 16,0-6-11-16,0-8-2 15,-11-13 4-15,-5-10-3 16,-2-4 1-16,-8-4 2 15,-14-4-4-15,-5-1 6 16,-5 0-7-16,-5-12-51 16,-4-7-172-16</inkml:trace>
  <inkml:trace contextRef="#ctx0" brushRef="#br0" timeOffset="212371.36">6824 14822 609 0,'0'0'28'16,"0"0"81"-16,0 0-26 16,0 0-37-16,0 0-29 15,0 0-12-15,53-34 5 16,-27 34 14-16,3 5-16 15,0 7-2-15,6 0-5 16,1 5 0-16,-2-1 0 16,-4 1-1-16,-6 3-1 0,-11 0-7 15,-7 2-3-15,-6-1 7 16,0 2 1-16,-6 2 3 16,-4 4 1-16,-1 6 4 15,5 6-2-15,6 4 0 16,1-3-1-16,25-6 0 15,14-12-2-15,10-16 1 16,9-8-3-16,1-8 1 16,-3-21-3-16,-8-9 1 15,-10-4 0-15,-14-4 3 16,-13 5 0-16,-12-2 1 16,0 3-2-16,-24 2 4 0,-18 5 0 15,-10 8 1-15,1 13-4 16,4 11 0-16,12 1-7 15,13 18-38-15,14 13-40 16,8 8-51-16,0 5-21 16,16-1-178-16</inkml:trace>
  <inkml:trace contextRef="#ctx0" brushRef="#br0" timeOffset="212537.97">7764 15316 637 0,'0'0'127'0,"0"0"-124"16,0 0 1-16,-18 72 6 0,-1-38-4 16,-4-2-5-16,-1 1-1 15,2-4-13-15,4-2-81 16,5-8 13-16,4-7-148 16</inkml:trace>
  <inkml:trace contextRef="#ctx0" brushRef="#br0" timeOffset="213907.8">8019 14979 805 0,'0'0'41'15,"0"0"1"-15,0 0-30 0,0 0-12 16,0 0 0-16,0 0 0 15,-48 89 0-15,47-40 0 16,1 4 1-16,0 1 0 16,13-6-1-16,11-5 0 15,8-13-6-15,6-12 4 16,2-9-15-16,1-9-3 16,0 0 14-16,-2-17-34 15,-7-5-10-15,-7-3 34 16,-12-3 9-16,-9 2 6 15,-4-2 2-15,-10 2-1 16,-21 1 7-16,-8 3-2 16,-7 1 7-16,2 1 19 0,2 3-19 15,6 5-3-15,4 4-4 16,9 2-2-16,8 3 3 16,7 0-5-16,5 3 3 15,3 0 8-15,0 0-11 16,0 0 3-16,0 0-2 15,0-1-2-15,0-2 9 16,0 1 9-16,0-4-5 16,0 2 5-16,0-2-8 15,-2 2-1-15,0 4-3 16,2 0-6-16,0 0 1 16,0 0-1-16,0 0 0 0,0 0 0 15,0 0-3 1,0 5 1-16,10 4 2 0,11 6 0 15,12-1-2-15,10 1 2 16,12-6-7-16,11-5-13 16,6-4-18-16,2 0-8 15,-5-2 5-15,-10-9 16 16,-8-2 23-16,-14 0 4 16,-17 3-1-16,-7 2 19 15,-11 5 15-15,-2 2-8 16,0 1-19-16,-8 1-7 15,-11 17-2-15,-2 9 2 16,1 6-1-16,1 7 1 0,4 1 2 16,2 0-3-16,7-1 0 15,6-6 2-15,10-9 0 16,23-9-2-16,10-10 3 16,4-6-3-16,0-11-2 15,-3-14-4-15,-3-6-3 16,-6-5 2-16,-13 2 6 15,-10-1 1-15,-9 4 0 16,-3 6 1-16,0 5 1 16,0 6-2-16,0 7 6 15,-8 5 6-15,1 2-12 16,-2 6 0-16,3 15 0 0,1 7 1 16,3-1 0-1,2 3-1-15,0-3 0 0,6-5 0 16,13-2 1-16,5-13-1 15,8-7-2-15,7 0-2 16,0-17-1-16,-3-8 2 16,-9-3 3-16,-6-1 0 15,-12 0 0-15,-9 4 0 16,0 4 4-16,-9 4 5 16,-12 6-8-16,-3 6 0 15,-2 2-1-15,1 3 0 16,0 0 0-16,-2 0 0 15,4 6 0-15,7 0 0 16,2 1 1-16,4-4-2 16,4-1 1-16,2-2 0 0,0 0 0 15,1 0 0-15,-2-7 4 16,1-3-1-16,-1 0-1 16,-1 2-1-16,-3 1 5 15,2 0-5-15,-2 4 9 16,3 2-9-16,-1 1 0 15,1 0 1-15,4 0 1 16,-1 0-6-16,0 0 3 16,3 0 0-16,0 0 0 15,0 0 0-15,0 0 0 16,0 0-2-16,0 0 4 16,0 0-2-16,0 0 4 0,0 0-3 15,0 0 4-15,0 0-5 16,0 0 0-16,0 0-2 15,0 0 1-15,0 0 1 16,0 0 0-16,0 0 0 16,0 0-2-16,0 0-16 15,3 0-10-15,2 4-53 16,-1 2-88-16,-1-2-182 16</inkml:trace>
  <inkml:trace contextRef="#ctx0" brushRef="#br0" timeOffset="214627.88">8707 15082 186 0,'0'0'123'0,"0"0"16"15,0 0-25-15,0 0-46 16,0 0-33-16,0 0-15 15,-27-33-11-15,24 32-8 0,0 1 0 16,1-1-1 0,1 1 0-16,1 0 1 0,0 0 1 15,0 0-1-15,0 0 6 16,0 0-3-16,0 0 17 16,0 0-8-16,0-2-11 15,0 2 9-15,0-1-6 16,0-1-5-16,0 2 2 15,0 0 0-15,0 0-2 16,0 0 0-16,0 0 1 16,0 0-1-16,0 0 0 15,0 0-3-15,0 0 1 0,0 0-20 16,3 0 22 0,3 0-9-16,1-1 1 15,-2-3 8-15,-1 1 0 0,-1-3 3 16,0 3 9-16,-1 3-3 15,-2 0-5-15,0 0-4 16,0 0-34-16,0 0-31 16,0 7-1-16,-10 2-217 15</inkml:trace>
  <inkml:trace contextRef="#ctx0" brushRef="#br0" timeOffset="-214410.79">9552 14942 706 0,'0'0'139'0,"0"0"-92"0,0 0-20 16,0 0-11-16,0 0-3 15,0 0-10-15,12-43-3 16,-12 67-1-16,-2 12-2 15,-12 13 6-15,0 4-2 16,-2 4-1-16,2 5 1 16,4-4 3-16,3-5-4 15,7-10 2-15,0-11-2 16,0-10-8-16,4-10-6 16,5-7-24-16,-1-5-40 15,4 0-24-15,-2-16-28 16,-3-4-120-16,-6-4-21 15</inkml:trace>
  <inkml:trace contextRef="#ctx0" brushRef="#br0" timeOffset="-214210.9">9451 15237 10 0,'0'0'350'15,"0"0"-134"-15,0 0-89 16,0 0-27-16,0 0-74 16,0 0-25-16,-76-24 2 15,76 24-2-15,0 0 0 16,15 0 8-16,12 0 26 15,11 0-8-15,4-9-14 16,7-5-13-16,3-4 7 16,-4 1-7-16,-3 3 0 15,-11 2-19-15,-8 4-44 0,-9 2-95 16,-3-2-147 0</inkml:trace>
  <inkml:trace contextRef="#ctx0" brushRef="#br0" timeOffset="-213577.56">10006 14890 622 0,'0'0'96'16,"0"0"-12"-16,0 0-84 15,0 0 4-15,101-13-2 16,-42 13-1-16,5-2 1 16,7-1-1-16,-2-2-1 0,1 1 0 15,-2 2-1 1,-7-1-19-16,-14 0-62 0,-21 3-7 16,-21 0-102-16</inkml:trace>
  <inkml:trace contextRef="#ctx0" brushRef="#br0" timeOffset="-213178.82">9939 15108 339 0,'0'0'42'15,"0"0"77"-15,64 75-27 16,-47-38-35-16,-1 5-14 15,0 9 4-15,-6 7 1 16,1 3-22-16,-4 5-13 16,-5 1-8-16,-2-3-2 15,0 2-1-15,-6-5-2 16,-8-1 1-16,-2-6 1 16,4-4-1-16,5-8 2 15,5-9-3-15,2-9-3 16,0-6 3-16,3-6-1 15,8-5 4-15,6-2-1 16,7-4 14-16,9 1 15 0,12-2-23 16,4 0-8-1,1 0 1-15,-3 0-1 0,-5 0-2 16,-2 0 2-16,-1-3-9 16,-3 0-9-16,3 1-13 15,-6 0-94-15,-2-3-74 16</inkml:trace>
  <inkml:trace contextRef="#ctx0" brushRef="#br0" timeOffset="-213012.64">10607 16016 818 0,'0'0'138'15,"0"0"-92"-15,0 0-24 0,0 0-22 16,0 0-12-16,0 0-37 15,28-33-18-15,5 33-150 16,15 0-275-16</inkml:trace>
  <inkml:trace contextRef="#ctx0" brushRef="#br0" timeOffset="-196429.23">10933 15059 235 0,'0'0'144'15,"0"0"3"-15,0 0-45 0,0 0 8 16,0 0-38-16,0 0-47 16,0 0-1-16,-7-51 15 15,6 46-19-15,-1 0 2 16,-1 2-10-16,2 2 6 16,-1 0-4-16,1 1-3 15,-2 0-11-15,-7 0-2 16,-6 10-1-16,-12 12 3 15,-6 12 0-15,-8 10-3 16,0 10 3-16,0 5 0 16,0 8 2-16,2 4-1 15,12-1-2-15,11-3 1 16,13-6-3-16,4-12 1 0,14-13 2 16,20-15-5-1,16-19 1-15,15-3 1 0,8-29 3 16,0-9 0-16,-14-6 2 15,-18 4 3-15,-20 7 5 16,-20 2-1-16,-1 7 9 16,-30 1-16-16,-20 7-1 15,-14 8-1-15,-19 9-6 16,0 0 1-16,1 11-35 16,16 7-29-16,23 1-28 15,23 0-52-15,19-2-129 16</inkml:trace>
  <inkml:trace contextRef="#ctx0" brushRef="#br0" timeOffset="-195893.38">11306 15213 539 0,'0'0'110'0,"0"0"57"16,0 0-123-16,0 0-21 15,0 0-10 1,0 0-11-16,14-37-2 0,10 34 3 15,4 2 2-15,-1 1 7 16,-1 0-9-16,0 8 4 16,-5 12-7-16,0 3 0 15,-9 5-1-15,-6 1 1 16,-6 4 0-16,-3 1-1 16,-20 2 2-16,-11-2-1 15,-9 2 0-15,-2-5-3 0,4-3 3 16,9-6 0-1,14-6 0-15,11-4-3 0,7-1 2 16,0-2-3-16,2-4 1 16,17-1-1-16,9-2 4 15,18-2 1-15,8 0 2 16,14-9 0-16,5-4-2 16,8-2-1-16,4 1 0 15,-4 1 3-15,-8 2-6 16,-14 5 2-16,-20 3-38 15,-20 3-33-15,-17 0-110 16,-2 0-212-16</inkml:trace>
  <inkml:trace contextRef="#ctx0" brushRef="#br0" timeOffset="-195556.64">12198 15512 560 0,'0'0'218'0,"0"0"-76"16,0 0-79-16,0 0-41 15,0 0-22-15,0 0-2 16,27 25 1-16,-22 5-5 0,-4 7 5 16,-1 4 0-16,0 2 1 15,-13 3 2-15,-3-5-2 16,-1-3-1-16,1-8-7 16,5-11-21-16,5-11-35 15,5-8-111-15,1-20-230 16</inkml:trace>
  <inkml:trace contextRef="#ctx0" brushRef="#br0" timeOffset="-193830.69">12685 15398 349 0,'0'0'112'0,"0"0"-81"16,0 0 42-16,0 0 6 15,0 0 17-15,0 0-30 16,3-26-29-16,1 9-17 16,0-1 6-16,0-1-9 15,2-3-5-15,-3 5-3 16,-3-4-8-16,0 4 1 0,0 3-2 15,-16 3-4 1,-7 5-4-16,-7 6-21 0,2 0 10 16,2 2 4-16,4 15-6 15,7 4 13-15,6 5 7 16,-2 6-6-16,9 5 6 16,0 4 0-16,2-1 1 15,0-1 1-15,0 0-1 16,6 2 10-16,3 1 3 15,-2 0-7-15,1-1 4 16,-2-6-9-16,-6-5 2 16,0-7 0-16,0-8-1 15,0-6-1-15,-6-5 4 16,-6-4-4-16,-2 0 6 16,3-8 0-16,-3-9-2 0,8-8 11 15,3 1-10-15,3-7-6 16,0-1-2-16,21-4-35 15,7 2 2-15,11-5-26 16,6 1 5-16,6 1 6 16,-2 1 6-16,-3 4 17 15,-4 4-1-15,-8 8-65 16,-6 3-41-16,-6 3-94 16</inkml:trace>
  <inkml:trace contextRef="#ctx0" brushRef="#br0" timeOffset="-193363.88">13277 15327 217 0,'0'0'296'15,"0"0"-163"-15,0 0 35 16,0 0-93-16,13-91-4 15,-13 71-40-15,-10 5-8 16,-8 6-9-16,-5 7-14 16,-11 2-1-16,-4 3-2 15,-3 17 1-15,5 7 2 16,8-1-3-16,13 4-6 0,11 1 8 16,4 1-11-16,8-2 0 15,22-8 0-15,11-13-7 16,5-7 8-16,2-2 8 15,-8-5 1-15,-10-5 2 16,-14-3 1-16,-13-1 0 16,-3 3 19-16,0-1-8 15,-13 4-3-15,-1 3-1 16,-2 5-7-16,1 0-2 16,3 13-3-16,-1 10 4 15,3 10-1-15,2 5 2 16,-1 8-1-16,3 2 0 15,1 2 0-15,-1-2-1 0,-1-4-2 16,6-6-24-16,1-7-43 16,0-15-103-16,4-16-178 15</inkml:trace>
  <inkml:trace contextRef="#ctx0" brushRef="#br0" timeOffset="-193032.08">13483 15334 758 0,'0'0'106'16,"0"0"-51"-16,0 0-52 15,0 0-3-15,0 0-6 0,0 0 6 16,-14 83 0 0,8-42 2-16,6 2-3 0,0-2 1 15,14 0 0-15,14-8 1 16,8-3-1-16,-4-7 0 15,-6-9-1-15,-7-2 1 16,-9-9 3-16,-6 0-3 16,-4 0 0-16,0-2-1 15,-14 3 3-15,-9 2-2 16,-10-3 0-16,0 0-23 16,-1-3-6-16,2 0-35 15,4 0-38-15,7-6 24 16,10-11-71-16,9-3-178 15</inkml:trace>
  <inkml:trace contextRef="#ctx0" brushRef="#br0" timeOffset="-192832.03">13514 15359 617 0,'0'0'201'0,"0"0"-104"15,0 0-76-15,0 0-21 16,0 0 0-16,109-54 0 16,-63 54-1-16,-1 0-15 15,-1 0-15-15,0 0-36 16,-5 0-106-16,-5 0-186 0</inkml:trace>
  <inkml:trace contextRef="#ctx0" brushRef="#br0" timeOffset="-192413.74">13684 15097 702 0,'0'0'53'16,"0"0"31"-16,0 0-20 16,0 0-48-16,0 0-16 15,0 0-8-15,20-24 8 16,18 24 2-16,10 5 1 0,0 3-2 15,1 1-1 1,-3 2 0-16,-4 1 1 0,-5 2-1 16,-10-1 0-16,-13 7 0 15,-13 5-8-15,-1 9 7 16,-15 10-2-16,-19 10 3 16,-4 7-1-16,-5 11-1 15,6 7 2-15,6 3 2 16,9 4-1-16,9 6 10 15,6-2-2-15,1-1-6 16,2-6 3-16,4-15-4 16,0-13-2-16,-1-14 1 15,0-14 2-15,-2-13-4 0,0-9 2 16,-3-5-1-16,-4 0 15 16,-4-12-3-16,-5-10-10 15,4-8-2-15,3-2-42 16,11-5-77-16,1 0-187 15</inkml:trace>
  <inkml:trace contextRef="#ctx0" brushRef="#br0" timeOffset="-192166.03">14170 15663 154 0,'0'0'520'16,"0"0"-372"-16,0 0-93 16,0 0-46-16,0 0-6 15,0 0-3-15,106-70 1 16,-70 61-7-16,0 4 4 16,0-1-27-16,-5 3-79 15,-9 2-49-15,-11-1-205 16</inkml:trace>
  <inkml:trace contextRef="#ctx0" brushRef="#br0" timeOffset="-191998.8">14115 15761 125 0,'0'0'544'0,"0"0"-534"16,0 0 80-16,0 0-34 15,0 0-12-15,0 0-20 16,111 22-14-16,-65-22 2 15,3-11-12-15,11-3-4 16,-1-3-39-16,-4-5-159 16,-11-2-348-16</inkml:trace>
  <inkml:trace contextRef="#ctx0" brushRef="#br0" timeOffset="-191206.22">14804 15337 463 0,'0'0'85'0,"0"0"62"0,0 0-42 16,0 0-95-16,0 0-10 15,0 0-1-15,2 40 1 16,-2-4 35-16,0 9-8 15,-8 1-8-15,-2 3-2 16,-2-3-17-16,1-3 3 16,1-6-3-16,-2-4 2 15,2-7-5-15,2-6-13 16,-2-9-67-16,7-11-93 16,-1-3-201-16</inkml:trace>
  <inkml:trace contextRef="#ctx0" brushRef="#br0" timeOffset="-191017.5">14604 15540 581 0,'0'0'90'0,"0"0"43"15,0 0-104-15,0 0-26 16,0 0 12-16,0 0 2 16,102 2 5-16,-52 1-13 15,6 2-6-15,2-5-4 16,-1 0 1-16,-5 0-47 15,-13-5-99-15,-14-10-62 16</inkml:trace>
  <inkml:trace contextRef="#ctx0" brushRef="#br0" timeOffset="-190667.82">15189 15316 660 0,'0'0'108'16,"0"0"32"-16,0 0-98 15,0 0-33-15,0 0-9 0,0 0-1 16,25 31-1-16,-17 16 0 16,-5 6 2-16,-3 8 0 15,0-2 2-15,0-3-2 16,-9-5-2-16,-3-9-12 16,0-6-48-16,-3-8-28 15,6-17-109-15,8-11-383 16</inkml:trace>
  <inkml:trace contextRef="#ctx0" brushRef="#br0" timeOffset="-190300.84">15531 15316 800 0,'0'0'27'16,"0"0"-12"-16,0 0-14 15,0 0 8-15,0 0-2 16,86 31 4-16,-72-9-9 16,-3 6 0-16,-8 2-1 15,-3 4-1-15,-6 2 0 16,-16 0 5-16,-4-2-4 16,0-2 1-16,2-5-2 15,4-5 3-15,6-8-6 16,6-6-2-16,5-5-9 0,3-3 12 15,0 0 2 1,11 0 1-16,16 0 6 0,9-11-6 16,8 1 12-16,6 0-3 15,6 1-7-15,7 5-3 16,0 3 0-16,-7 1 0 16,-8 0-41-16,-17 0-100 15,-19-2-101-15</inkml:trace>
  <inkml:trace contextRef="#ctx0" brushRef="#br0" timeOffset="-189780.1">16117 15633 755 0,'0'0'107'0,"0"0"-64"16,0 0-43-16,0 0 0 16,0 0-3-16,-8 82 3 0,5-36 0 15,-4 6 4-15,-6 4-4 16,-3 0-17-16,-1-9-101 15,0-14-119-15</inkml:trace>
  <inkml:trace contextRef="#ctx0" brushRef="#br0" timeOffset="-189119.3">16587 15413 436 0,'0'0'136'0,"0"0"-1"16,0 0-22-16,37-90-63 15,-29 65-4-15,0-1-29 16,-2 4-5-16,-4 2 0 16,-2 2-11-16,0 3-2 0,-16 5-3 15,-17 6 0-15,-11 4-4 16,-9 0-26-16,-8 17 29 15,1 9-5-15,8 10 4 16,11 7 2-16,12 7 2 16,9 7 2-16,11 1-1 15,9-4 1-15,2-5 0 16,22-10-4-16,4-3 8 16,5-6 0-16,-2-4-4 15,-3-1 0-15,-7-8 6 16,-7-2-5-16,-11-7 0 15,-3-2-1-15,0-6-2 0,-3 0 2 16,-18 0 0-16,-5-10 2 16,-2-11 0-16,3-7-2 15,4-1 3-15,9 4 4 16,10 0-4-16,2 3-3 16,14 2-4-16,16-1-15 15,10-1-22-15,8-2-5 16,8-2-26-16,5 1 26 15,1-1-2-15,-4 4-22 16,0 4-36-16,-3-1-72 16,-1 2-69-16</inkml:trace>
  <inkml:trace contextRef="#ctx0" brushRef="#br0" timeOffset="-188370.01">16971 15276 358 0,'0'0'91'16,"0"0"-24"-16,0 0-22 15,0 0-37-15,0 0-3 16,0 0 0-16,-2-25 3 16,-1 22-5-16,0 2 6 15,0-1 28-15,0 0-16 16,0-1 19-16,1 0 41 16,2 2-26-16,0-2-35 15,0 3-18-15,0 0-1 16,0 0-1-16,0 0 0 15,0 0-4-15,0 0-17 16,0 0-17-16,0 0 20 0,0 0 18 16,0 0 0-16,0 0 3 15,0 0-3-15,0 0 0 16,0 0 0-16,0 0-3 16,0 0 1-16,0 0 2 15,0 0 0-15,0-3 7 16,0 0-4-16,0 0-3 15,0 2 5-15,0 1-4 16,0 0 5-16,0-2-4 16,0 2-1-16,0-1 6 15,-8 0-1-15,-2-2-1 16,1 3-5-16,1 0 2 16,3 0 2-16,-1 0-4 0,0 0 0 15,0 0-3-15,0 0 4 16,-4 13-1-16,-2 2 0 15,-4 9 1-15,0 6 3 16,1 6-1-16,2 5-1 16,5 3 4-16,5-5-4 15,3-7-2-15,1-10 0 16,17-12 2-16,7-10 1 16,0 0 0-16,3-13 4 15,-1-12 8-15,-3-1 0 16,-7-5 1-16,-8 4-6 15,-5 2 18-15,-4 4-7 0,0 5-5 16,0 8-16-16,-2 3 0 16,-3 5 0-16,-1 0-4 15,-5 24-4-15,-4 10 5 16,-2 10 2-16,-2 12 1 16,-1 3 0-16,0 6-2 15,-2 1 4-15,8 2-2 16,1 1 0-16,-1-4 1 15,1-9-3-15,1-12-3 16,4-16-56-16,8-15-73 16,0-13-88-16,17-21-135 15</inkml:trace>
  <inkml:trace contextRef="#ctx0" brushRef="#br0" timeOffset="-188053.66">17220 15357 639 0,'0'0'114'0,"0"0"-21"16,0 0-85-16,0 0-8 15,0 0-4-15,-4 76 4 16,0-26 0-16,4 6 1 16,0-1 0-16,10-3 0 15,12-3-1-15,4-6 4 16,5-3 0-16,1 1 4 15,-4-10-5-15,-3-4-2 16,-9-10 4-16,-8-7-5 0,-3-6 1 16,-5-1-1-16,-3-3 3 15,-23 0-3-15,-14 0 0 16,-9 0-34-16,-4-8-64 16,4-9-10-16,12-2 40 15,11-1-44-15,17-2-57 16</inkml:trace>
  <inkml:trace contextRef="#ctx0" brushRef="#br0" timeOffset="-187838.14">17356 15362 220 0,'0'0'600'16,"0"0"-511"-16,0 0-67 15,0 0-16-15,0 0-6 16,111-46 0-16,-50 42 1 16,3 3 0-16,0 1-2 15,-3 0-7-15,-4 0-67 16,-14 0-115-16,-20-6-170 16</inkml:trace>
  <inkml:trace contextRef="#ctx0" brushRef="#br0" timeOffset="-183441.21">16470 15571 69 0,'0'0'44'15,"0"0"38"-15,0 0 17 16,0 0 13-16,0 0-18 16,0 0-40-16,0 0-6 15,-26-23-11-15,26 20-16 16,0-2 36-16,-2 2-47 15,1 0 28-15,-3 2-26 0,2 1-2 16,2 0 3-16,0 0-11 16,0 0-2-16,0 0 0 15,0 0 3-15,0 0-5 16,0 0 2-16,0 0 0 16,0 0 0-16,0 0-3 15,0 0 0-15,9 0 2 16,4 0 2-16,-1 0-1 15,-3 0 0-15,-2 0 0 16,1 0-2-16,-4 0 3 16,-1 0-1-16,0 0 0 15,0 0 0-15,-1 0 0 0,2 0 0 16,2 0-2-16,-3 1 0 16,1 5 2-16,-1 4 0 15,2-3-1-15,1 5 2 16,-1-2-2-16,0 2 1 15,0 1 0-15,-1-2-2 16,-1 0 4-16,1-3-2 16,0 1 0-16,-3 0 1 15,2-1-1-15,-3 2 0 16,0-1 0-16,0 0-1 16,0 3 1-16,-8 0 0 15,1 0 3-15,0 0-3 16,0 0 0-16,2 1 0 0,-3-4 0 15,2 1-1 1,-1-3 2-16,-2-1 0 0,3-2 2 16,-2-1-1-16,1 1 4 15,0-1 1-15,-4-2-4 16,2 1 8-16,-2-1-3 16,2 1-5-16,-1-2 3 15,3 0 5-15,0 0 7 16,-1 0-7-16,2-2-2 15,0-4 3-15,-3 1-4 16,3 0-1-16,2 1-1 16,-1 1-2-16,4 2-4 15,-1 1 0-15,2 0-1 16,0 0-2-16,0 0-39 0,0 0-75 16,0 3-35-16,0-3-187 15</inkml:trace>
  <inkml:trace contextRef="#ctx0" brushRef="#br0" timeOffset="-183294.76">16464 15769 549 0,'0'0'101'0,"0"0"32"16,0 0-70-16,0 0-11 16,0 0-4-16,0 0-42 15,-22-18-6-15,22 36-78 16,6 4-25-16,10-2-182 15</inkml:trace>
  <inkml:trace contextRef="#ctx0" brushRef="#br0" timeOffset="-182358.17">17964 15598 520 0,'0'0'138'16,"0"0"14"-16,0 0-80 16,0 0-12-16,0 0-42 15,0 0-18-15,0-28 0 16,0 49 0-16,0 11-4 16,0 7 6-16,0 6-2 15,0 0 0-15,6-4 2 16,10-7-4-16,1-9 2 15,3-11 0-15,7-14 3 0,9 0-1 16,14-33 1 0,15-13 6-16,12-10-6 0,4-7 6 15,1-1-6-15,0 3-2 16,-9 9-1-16,-10 9 1 16,-16 11-1-16,-16 10 0 15,-12 8 4-15,-11 8-5 16,-5 4 1-16,-3 2-2 15,0 0 2-15,0 17-34 16,-19 14-7-16,-6 10-32 16,-5-2-101-16,2-9-167 15</inkml:trace>
  <inkml:trace contextRef="#ctx0" brushRef="#br0" timeOffset="-182214.87">18718 15566 572 0,'0'0'185'16,"0"0"-69"-16,0 0-78 16,0 0-16-16,0 0-22 15,0 0-62-15,-19 32-17 16,13-1-96-16,4-6-264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04:05.630"/>
    </inkml:context>
    <inkml:brush xml:id="br0">
      <inkml:brushProperty name="width" value="0.05292" units="cm"/>
      <inkml:brushProperty name="height" value="0.05292" units="cm"/>
      <inkml:brushProperty name="color" value="#FF0000"/>
    </inkml:brush>
  </inkml:definitions>
  <inkml:trace contextRef="#ctx0" brushRef="#br0">2787 17363 230 0,'0'0'144'0,"0"0"-59"15,0 0-25-15,0 0 46 16,0 0-42-16,0 0-35 16,0 0-18-16,-9-3-11 15,9 1 3-15,0 1-3 16,0-1-5-16,0 0 5 15,0 1 0-15,7-1 0 16,3 2-2-16,2-1 0 16,4 1 2-16,2-1-2 0,5 0 2 15,2-1-2-15,4 1 4 16,2 1-4-16,6 0 2 16,4 0 0-16,3 0 3 15,1 0-3-15,4 0-3 16,-1 0 3-16,1 0 2 15,2 0-1-15,-2 0-2 16,2 0 3-16,4 0-2 16,-4 0 0-16,3 0-5 15,-1 0-11-15,-1 0-17 16,-1 0 27-16,3 0 3 16,3 0 2-16,-1-3 1 15,-1 0-1-15,-2-2 3 16,-1 2 0-16,-3 0-2 0,2 0-4 15,-2-2 4-15,0 5-1 16,-1-3-12-16,0 3 5 16,-3 0 3-16,-2-2 5 15,0 1 0-15,-1-2 3 16,3 1-2-16,-5-1 0 16,4 2 0-16,-3-1 5 15,-1 2-6-15,2-3 2 16,-5 3-2-16,2-2 0 15,0 2 0-15,1-6 3 16,3 2-3-16,3-5 0 16,4 4 0-16,0 1 3 15,1 0 6-15,-3 0-5 0,-2 1 1 16,-6 3-3-16,-3 0 0 16,1-3-2-16,-5 2 1 15,1-1-1-15,2-1 0 16,0-2 1-16,1 0 1 15,2 1-2-15,-2 0 1 16,-1 0 1-16,-2 1-1 16,1 3 6-16,-4 0-7 15,5 0 0-15,-1 0 2 16,0-2-2-16,2 1 2 16,3-2 1-16,4 0-2 15,0 0 7-15,2-1 4 0,-4 1-9 16,1 0 7-1,-2 2-8-15,-2-1 7 0,4 2-3 16,-1-1-4-16,5-2-2 16,1 1 4-16,1-3-3 15,-2 1 0-15,-3 0-1 16,-2 2 0-16,1 0 0 16,-1-1 0-16,0-1 0 15,2 3 0-15,-2-1 3 16,-2 1 2-16,-4 1-3 15,1 0 1-15,-2 0 3 16,-1 0-6-16,1 0 0 16,-1 0-2-16,-2 0 8 0,1 0-5 15,0 0-1 1,0 0 0-16,0-2-1 0,3 1 4 16,-2 1-3-16,-1 0 0 15,1 0 0-15,-1 0-1 16,-6 0 2-16,3 0-1 15,1 0 0-15,5 0 1 16,4 0 3-16,5-2 15 16,9 1-2-16,-1-1-1 15,-1 1-13-15,-5-3-1 16,-3 1-1-16,-3 2 3 16,-2-2-3-16,0 1-1 15,-1 2 2-15,1-1-2 16,0 1 0-16,2-5 0 0,3 3 0 15,1 0 2-15,1-2-2 16,0 1 0-16,-1 2-2 16,-1-1 2-16,0-1 3 15,0-1-2-15,1 1 8 16,2 2-9-16,0-2 7 16,1 0-6-16,-3 1 1 15,5 1-2-15,-2-3 0 16,1 3 2-16,0-1-4 15,-2-1 4-15,0 1 0 16,-2 1-2-16,-2 0-2 0,-1 1 2 16,-1 0-1-1,0 0 2-15,7 0-2 0,0 0 4 16,0 0-2 0,4 0-1-16,0 0 1 0,2 0-2 15,3 0 1-15,-4 0-1 16,7 0 1-16,-4 0 0 15,2 0 1-15,-3 0-1 16,-4 0 2-16,2 0-2 16,-4 0 0-16,6 0-1 15,-1 0 0-15,5 0 2 16,1 0-1-16,0 0 1 16,-5 0 0-16,-2 0-2 15,1 0 0-15,1 0 1 0,-1 0 0 16,1 0 0-16,-1 0 0 15,-2 0-2-15,-3 0 3 16,-1 0-1-16,-3-2 0 16,-2 2 0-16,-3 0 0 15,-2 0 0-15,3 0 0 16,-2 0 0-16,-2 0 3 16,-3 0-4-16,1 0 1 15,-3 0 0-15,-4 0 2 16,-3 0-1-16,-4 0 4 15,-4 0-1-15,-4 0-3 16,-6 0 2-16,-2 0-2 16,-2 0 0-16,-3 0 1 0,0 0 6 15,0 0 6 1,0 0 9-16,0 0-15 0,0 0 9 16,0 0-8-16,0 0-8 15,0 0 2-15,0 0-3 16,0 3-4-16,0 3-23 15,0 7-33-15,-11-10-49 16,-5-3-335-16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04:45.841"/>
    </inkml:context>
    <inkml:brush xml:id="br0">
      <inkml:brushProperty name="width" value="0.05292" units="cm"/>
      <inkml:brushProperty name="height" value="0.05292" units="cm"/>
      <inkml:brushProperty name="color" value="#FF0000"/>
    </inkml:brush>
  </inkml:definitions>
  <inkml:trace contextRef="#ctx0" brushRef="#br0">3956 6522 84 0,'0'0'111'0,"0"0"-2"16,0 0-64-16,0 0 3 16,0 0 17-16,0 0-36 15,0 0-18-15,0 0 16 16,-18-41 13-16,18 34-9 15,-1 2-8-15,1-2 0 16,0 4 12-16,0-2-13 16,0 3-2-16,0-1-6 15,0 1-2-15,-2 2 4 16,2-2-3-16,0 2 2 16,0 0-2-16,0 0-5 15,0 0-2-15,0 0-1 0,0 0-3 16,0 0 2-16,0 0 2 15,0 0-4-15,0 0 1 16,0 0-3-16,0 0-5 16,0 0 5-16,0 0-7 15,0 0 3-15,0 0 0 16,15 0-7-16,9 0 11 16,13 0 0-16,6 0 1 15,8 2-2-15,3-2 1 16,8 0 0-16,4 0 0 15,7 0 0-15,3-2 1 16,0-3-1-16,-4 2 0 16,-2 2-1-16,-7 1-2 0,-5 0 1 15,-6 0 0 1,-3 0-5-16,-1 0 7 0,0 4 0 16,0-2-1-16,5 1 2 15,-6-1-2-15,6 1 1 16,-1-1-1-16,-2-1 1 15,0 0 1-15,-4-1-1 16,4 0 1-16,-1 0-1 16,0 2-2-16,4-2 2 15,1 1 0-15,3 1 1 16,0-2-1-16,4 2 0 16,0-2 0-16,3 0 0 15,-1 1 1-15,-2-1 0 16,3 4-1-16,-6 0-3 15,2 0 3-15,1 0-2 0,5-1-20 16,3 0 13-16,2-1 7 16,-4 1-3-16,-1 0 3 15,3 0-2-15,3 0 0 16,8-1-11-16,2-2 0 16,-1 0-1-16,-3 0-5 15,-6 0 9-15,-5 0 1 16,-3 0 7-16,-3 0 4 15,0 0 2-15,-6 0-2 16,-2 0 0-16,2-4 0 16,-1 1 0-16,-2-1 0 15,-6-1 0-15,-6-1 2 0,-5 0 1 16,-7 0 20-16,-7-1 3 16,-5 4-3-16,-4-1-9 15,-3 1-4-15,-3 1-4 16,-3 2-6-16,-3-2 1 15,2 2 1-15,-2 0 2 16,0 0-4-16,0 0 8 16,0 0 1-16,0 0 5 15,0 0 13-15,0 0-4 16,0 0-10-16,0 0-12 0,0 0-1 16,0 0-61-1,-11 0-109-15,-13 7 33 16</inkml:trace>
  <inkml:trace contextRef="#ctx0" brushRef="#br0" timeOffset="5062.9">9534 2946 513 0,'0'0'50'0,"0"0"52"16,0 0-22-16,-13-72-28 15,13 62-9-15,0 3-24 16,0 3 4-16,0 3-4 16,0-1-12-16,0 2-2 15,15 0-5-15,15 5-7 16,15 18 3-16,12 16 3 16,2 11-2-16,-4 9 3 0,-10 6-4 15,-11 3 2-15,-8-10 2 16,-10-7-1-16,-10-12-1 15,-3-11-1-15,-3-8 3 16,0-11 0-16,0-2 2 16,0-6-1-16,0-1 4 15,0 0 12-15,-14-8 33 16,-7-12-45-16,1-5-3 16,6-3-2-16,5 0 0 15,9 2-2-15,0 3-2 16,17 1-9-16,14-1-14 15,5 2-22-15,6 1-6 16,4 5-33-16,-2 2-27 0,0 3-54 16,-8-1 12-1,-6 1-77-15</inkml:trace>
  <inkml:trace contextRef="#ctx0" brushRef="#br0" timeOffset="5257.69">10210 3096 456 0,'0'0'131'15,"0"0"-25"-15,0 0-55 16,0 0-16-16,0 0-35 16,0 0-1-16,83 0-5 15,-42 2-32-15,4 1-38 0,1-3-41 16,-12 0-170-16</inkml:trace>
  <inkml:trace contextRef="#ctx0" brushRef="#br0" timeOffset="5443.89">10182 3317 519 0,'0'0'75'16,"0"0"-73"-16,0 0 8 15,108 0 11-15,-58-5-16 16,10-5-5-16,10-6-14 16,7-7-109-16,4-9-246 0</inkml:trace>
  <inkml:trace contextRef="#ctx0" brushRef="#br0" timeOffset="5690.89">10728 2874 789 0,'0'0'67'0,"0"0"-67"0,0 0-11 15,0 0 11 1,29 88 1-16,-21-36 3 0,3 5-4 15,2 6 0-15,2 2-2 16,4 4-3-16,0 1-58 16,-6 0-16-16,-6-10-29 15,-7-22-168-15</inkml:trace>
  <inkml:trace contextRef="#ctx0" brushRef="#br0" timeOffset="6242.98">11187 3089 546 0,'0'0'63'16,"0"0"37"-16,0 0-51 15,0 0-26-15,39-89-20 16,-23 64 0-16,1 0-3 15,-4-1 5-15,-5 2-3 16,-5 1-1-16,-3 5 4 16,-3 1-3-16,-18 5-2 15,-7 2-6-15,-4 8-12 16,-1 2 13-16,5 1 4 0,8 19-22 16,3 11-19-1,9 10 20-15,5 7 16 0,3 5 6 16,4-1 2-1,19 1-1-15,7-4-1 16,-1-5 2-16,1-8 0 0,-8-8 0 16,-9-10 5-16,-10-5-3 15,-3-6-3-15,0-5 3 16,0 1 13-16,-2 1 27 16,-22-1-13-16,-7 0-21 15,0-3-4-15,2 0 6 16,10-6 2-16,7-6 5 15,8-5-10-15,4-4-7 16,10-8-2-16,25-8-7 16,14-5 6-16,9-4-6 0,4 2 0 15,3 2 5-15,-4 5-9 16,-8 7 6-16,-9 5-27 16,-10 7-37-16,-12 5-51 15,-12 2-102-15</inkml:trace>
  <inkml:trace contextRef="#ctx0" brushRef="#br0" timeOffset="6459">11669 2806 702 0,'0'0'104'15,"0"0"-4"-15,0 0-55 16,0 0-44-16,0 0-1 16,0 0-136-16,0 0 54 15,103-40-44-15,-62 40-90 16,-3 0-88-16</inkml:trace>
  <inkml:trace contextRef="#ctx0" brushRef="#br0" timeOffset="6659.31">11955 2542 671 0,'0'0'147'0,"0"0"-47"15,0 0-79-15,0 0-21 0,0 0-15 16,0 0 15-16,0 133 3 16,0-48-3-16,0 5 2 15,0 4-2-15,0-5-8 16,9-9-45-16,-1-10-6 15,-4-11-26-15,-1-10-15 16,-3-16-107-16</inkml:trace>
  <inkml:trace contextRef="#ctx0" brushRef="#br0" timeOffset="6832.15">12224 3252 862 0,'0'0'83'16,"0"0"-44"-16,0 0-31 16,0 0-8-16,0 0-17 15,0 0-90-15,53-25-30 16,-27 25-94-16</inkml:trace>
  <inkml:trace contextRef="#ctx0" brushRef="#br0" timeOffset="20021.93">12870 2740 222 0,'0'0'111'15,"0"0"4"-15,0 0-61 16,0 0 4-16,0 0-18 16,0 0-16-16,0 0-18 0,0-30 0 15,0 27 15 1,0 0 6-16,0-2 0 0,0 2 25 16,0 1-20-16,0 0-22 15,0 2-1-15,0 0 13 16,0 0-7-16,0 0-3 15,0-1 3-15,0-1-2 16,0 2-12-16,0 0 5 16,0 0 2-16,0 0-8 15,0 0-3-15,0 0-2 16,0 13-15-16,0 15 12 16,0 13 8-16,0 7 1 15,0 4-1-15,0 2 0 16,0-4 0-16,-2-4 2 0,1-4-1 15,1-7-1-15,0-8 1 16,0-8-1-16,0-8 2 16,0-6-4-16,0-3 4 15,0-2-1-15,0 0 1 16,0 0-1-16,0 0 0 16,0 0 3-16,0 0-1 15,0 0-3-15,0 0-10 16,0 0-43-16,0 0-101 15,0 0-58-15,0-2-93 16</inkml:trace>
  <inkml:trace contextRef="#ctx0" brushRef="#br0" timeOffset="20312.6">12630 3030 368 0,'0'0'199'16,"0"0"-69"-16,0 0-47 16,0 0-29-16,0 0-28 15,0 0 2-15,-14-10-8 16,14 8-9-16,5-2-5 0,21-5-5 16,19-2 1-1,9-5 1-15,4 2-3 0,-3-2 0 16,-6-1 0-1,1 0-5-15,-4 1-38 0,-6 1-18 16,-4 2-28-16,-9 5-9 16,-12 1-84-16,-11 1-39 15</inkml:trace>
  <inkml:trace contextRef="#ctx0" brushRef="#br0" timeOffset="22991.81">13322 2641 116 0,'0'0'106'16,"0"0"-29"-16,0 0-11 16,0 0 11-16,0 0-18 15,0 0-22-15,0 0 20 0,-3-7-21 16,1 4-10-1,2 1 17-15,-1-3 7 0,1 2-28 16,-2-1-15-16,0 1 1 16,2-1 9-16,-1 0 3 15,1 1-13-15,0-1 5 16,0 0-4-16,0-1 0 16,0 2 6-16,0-3-9 15,0 1-3-15,11-3-2 16,6-1-1-16,4 2 1 15,-1 2-1-15,-2 3 1 16,-4 2-1-16,1 0-5 16,-2 0-2-16,-3 9-25 0,-4 5-16 15,-5 6 18-15,-1 4 17 16,-4 2 0-16,-16 1-1 16,-1-3-3-16,4-3 2 15,0-4 5-15,8-4 6 16,2-1-1-16,5-2-4 15,2-3-10-15,0 4-6 16,6-2-3-16,10 1 5 16,9 1 1-16,3 1 22 15,-1 4-3-15,-4-1 1 16,-3 3-1-16,-5 2-1 16,-8 0 3-16,-4 0 2 0,-3-1 0 15,0-1 0 1,0-2 2-16,-7-3 2 0,1-4 10 15,-3-1 10-15,-1-2 12 16,-1-3-20-16,-5 2 19 16,-2-2 3-16,-2 0-15 15,-3-3-9-15,0 0-6 16,5 0-6-16,1 0-1 16,10 0-1-16,4-1-55 15,3-7-27-15,2-2-124 16</inkml:trace>
  <inkml:trace contextRef="#ctx0" brushRef="#br0" timeOffset="23221.28">13638 2660 423 0,'0'0'140'16,"0"0"-32"-16,0 0-15 16,0 0-29-16,0 0-64 15,0 0-74-15,15-33-21 16,3 37 31-16,-3 5-50 0,-2-9-66 16</inkml:trace>
  <inkml:trace contextRef="#ctx0" brushRef="#br0" timeOffset="23476.91">13848 2367 585 0,'0'0'156'15,"0"0"-108"-15,0 0-48 16,0 0-16-16,0 0 16 15,-7 89 2-15,2-42 3 16,3 2-4-16,2 9 2 16,0 6-2-16,0 2-1 0,17 0 0 15,4-3-16-15,4-8-97 16,1-15-40-16,-1-12-156 16</inkml:trace>
  <inkml:trace contextRef="#ctx0" brushRef="#br0" timeOffset="23638.92">14139 3048 37 0,'0'0'712'0,"0"0"-593"16,0 0-65-16,0 0-34 0,0 0-20 15,0 0-1-15,0-20-80 16,0 22-162-16,9-2-37 15</inkml:trace>
  <inkml:trace contextRef="#ctx0" brushRef="#br0" timeOffset="24103.5">14503 2763 396 0,'0'0'64'15,"0"0"46"-15,0 0-59 16,0 0-31-16,0 0 11 16,93-50-6-16,-54 46-11 15,6 0-13-15,3 3-1 16,5 1-4-16,-3 0-72 16,-8 0-68-16,-15 3-74 15</inkml:trace>
  <inkml:trace contextRef="#ctx0" brushRef="#br0" timeOffset="24290.92">14560 2911 402 0,'0'0'78'0,"0"0"-59"15,0 0 9-15,0 0 34 16,0 0-21-16,100-13-28 15,-57 7-12-15,12 2-1 16,9-6-68-16,3-5-194 16</inkml:trace>
  <inkml:trace contextRef="#ctx0" brushRef="#br0" timeOffset="24974.97">15122 2651 383 0,'0'0'171'0,"0"0"-45"16,0 0-22-16,0 0-32 15,0 0-21-15,0 0-37 16,13-73-14-16,17 71 0 16,8 2-1-16,3 0 1 15,-2 8-1-15,-6 11-7 0,-5 8-19 16,-6 6-10-16,-9 1-5 15,-12 7 8-15,-1 0-4 16,-27-2 0-16,-13-2-13 16,-11-4 9-16,-1-7 16 15,9-9 10-15,10-3 16 16,14-8 2-16,8-2-1 16,8-4 15-16,3 0-1 15,0 0-12-15,0 1-3 16,5 1-3-16,18-2 3 15,15 0 15-15,11 0 0 16,6-5-7-16,2-4 4 16,-2-1-5-16,-4 2-5 0,-6-1 1 15,-7 1-3 1,-10 1-17-16,-9 2-42 0,-15-1-72 16,-4-1-25-16</inkml:trace>
  <inkml:trace contextRef="#ctx0" brushRef="#br0" timeOffset="25319.25">15739 2526 520 0,'0'0'162'15,"0"0"-8"-15,0 0-81 16,0 0-42-16,0 0-31 16,0 0-2-16,-3-11-10 15,14 40 12-15,4 14 1 16,0 7-1-16,3 7 3 15,-2 1-3-15,-1-5-2 16,0-5-14-16,-2-9-23 16,-2-6-25-16,-1-10-38 15,2-15-85-15,-3-8-288 0</inkml:trace>
  <inkml:trace contextRef="#ctx0" brushRef="#br0" timeOffset="25573.59">15989 2551 673 0,'0'0'108'15,"0"0"-6"-15,0 0-47 0,0 0-44 16,0 0-11-1,0 0-21-15,36-6-10 0,-14 22 2 16,0 1-43-16,2-3-59 16,-4-7-80-16,-1-7-243 15</inkml:trace>
  <inkml:trace contextRef="#ctx0" brushRef="#br0" timeOffset="25823.9">16248 2232 475 0,'0'0'313'0,"0"0"-139"15,0 0-140-15,0 0-34 16,0 0-7-16,0 0-8 16,12 59-1-16,-1 8 11 15,2 16 5-15,-3 15 9 16,5 3-2-16,-3-1-7 15,4-8-10-15,-2-13-14 16,0-15-12-16,-1-5 14 16,-7-9-128-16,0-16-25 15,-1-17-293-15</inkml:trace>
  <inkml:trace contextRef="#ctx0" brushRef="#br0" timeOffset="25993.75">16602 3087 935 0,'0'0'62'15,"0"0"-11"-15,0 0-31 16,0 0-20-16,0 0-13 16,0 0-44-16,-7-7-51 15,21 11-212-15,-1-4-115 16</inkml:trace>
  <inkml:trace contextRef="#ctx0" brushRef="#br0" timeOffset="42125.86">10805 12028 176 0,'0'0'32'16,"0"0"65"-16,0 0-21 15,0 0 15-15,0 0 33 16,0 0-21-16,0 0-33 16,0 0-9-16,-10-72-39 15,10 72 7-15,-3 0-14 16,3 0-15-16,0 0-6 0,0 4-7 15,0 12-4 1,0 11 0-16,0 7 16 0,-3 7-5 16,-10 7 3-16,-10 5 3 15,-10 1 17-15,-5-5-3 16,8-12-9-16,12-15 0 16,10-13-4-16,3-9 1 15,4 0 2-15,-3 0 5 16,-4-14 10-16,-1-17-3 15,-2-7-16-15,5-6-62 16,6-3 58-16,7 3-33 16,20 2-30-16,6 8 50 15,0 7 15-15,1 9 2 0,-4 8 0 16,-5 10 4 0,-4 0 1-16,3 21-4 0,-5 8 2 15,5 13-3-15,0 8 5 16,3 5-5-16,-2 7 8 15,-2-5-8-15,0-8 5 16,-2-9-5-16,-2-12-2 16,-5-11-2-16,-6-8 4 15,-2-9 1-15,2 0 1 16,4-30 35-16,9-12-37 16,1-11-33-16,-5 0 15 15,-2 4 13-15,-5 6 1 16,5 7-3-16,5 3-45 15,2 6 2-15,2 5-40 0,1 4-39 16,1 3 8-16,0 1 55 16,-3 0 15-16,-3 1 51 15,-6 2 9-15,-5 0 46 16,-6 4 94-16,-1 4-45 16,-2 1 15-16,0 2-11 15,0 0-85-15,0 12-23 16,0 17-10-16,0 14 5 15,0 11 5-15,0 9 2 16,2 2-1-16,-2 1 14 16,3-4-14-16,0-6 2 15,0-10 1-15,2-11 3 16,-4-12-3-16,2-13-3 0,-1-8 3 16,-2-2 4-16,0-5 24 15,0-23 41-15,0-11-73 16,0-13-104-16,0-6 25 15,0-1-20-15,15 0 12 16,-5 6-23-16,4 6 110 16,1 2 16-16,2 8 18 15,4 4-31-15,5 4 16 16,2 7 9-16,-1 5-10 16,-3 7 37-16,-6 8-39 15,-2 2-11-15,-4 2-2 16,-3 17-3-16,-6 6 0 0,-3 6-4 15,0 2 4 1,-19 1 1-16,-8-1 17 0,-6-2-9 16,-6-2 4-16,-4-3 0 15,-1-6 1-15,0 0-5 16,5-6-7-16,8 0 3 16,7-1-5-16,15-1-34 15,9-7-83-15,1-5-139 16</inkml:trace>
  <inkml:trace contextRef="#ctx0" brushRef="#br0" timeOffset="42593.69">11869 11947 553 0,'0'0'150'16,"0"0"-72"-16,0 0-78 15,0 0-5-15,0 0 0 16,0 0 1-16,18 71 1 16,-9-30 4-16,2 5-1 15,-1 4 10-15,3 1-5 16,0-2-1-16,1-5 0 16,-1-8-1-16,-1-12-3 15,0-8 0-15,-2-11-20 0,6-5 9 16,4-14 11-1,7-19 0-15,1-7-21 0,-2-7 20 16,-14-2 1-16,-9 2 6 16,-3 1 4-16,0 8 23 15,-9 9 7-15,0 10 21 16,6 9-60-16,-1 7 0 16,4 3-1-16,0 3-29 15,0 15 3-15,7 11 16 16,5 3 6-16,0 4 2 15,3 1 2-15,0-1 1 16,7-6-1-16,6-9-9 16,8-6-7-16,4-10-1 15,5-5-31-15,-3 0-82 16,-5-23-199-16</inkml:trace>
  <inkml:trace contextRef="#ctx0" brushRef="#br0" timeOffset="42974.45">10624 12905 349 0,'0'0'121'0,"0"0"-1"16,0 0-36-16,0 0 36 16,0 0-87-16,0 0 8 15,-55-38-34-15,55 38-7 16,30 0-10-16,30 0 10 16,32-3 6-16,29-2 3 15,17-4-7-15,5-3 4 16,-2 4-6-16,-15-4 0 15,-16 2 0-15,-9-2 2 16,-17-1-2-16,-9 1 2 16,-19 0-2-16,-20 5 4 15,-17 3-4-15,-14 2-3 16,-5 2-24-16,-30 0-42 16,-31 9-54-16,-35 4-143 0</inkml:trace>
  <inkml:trace contextRef="#ctx0" brushRef="#br0" timeOffset="43239.56">10130 13148 516 0,'0'0'25'0,"0"0"-5"0,90 6 36 16,-21-6 21-1,28-3-13-15,24-11-9 0,18-2-35 16,13-1-8-16,-5 2-10 16,-12-2 7-16,-9 0-5 15,-10 2-2-15,-6 1-2 16,-7 2-18-16,-13 4-45 16,-12-1-86-16,-20-5-81 15</inkml:trace>
  <inkml:trace contextRef="#ctx0" brushRef="#br0" timeOffset="43402.67">11715 12973 744 0,'0'0'134'0,"0"0"-75"16,0 0-57-16,0 0-2 15,0 0-26-15,0 0-43 16,4 14 12-16,8-4-27 15,3-10-80-15,5 0-255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05:38.907"/>
    </inkml:context>
    <inkml:brush xml:id="br0">
      <inkml:brushProperty name="width" value="0.05292" units="cm"/>
      <inkml:brushProperty name="height" value="0.05292" units="cm"/>
      <inkml:brushProperty name="color" value="#FF0000"/>
    </inkml:brush>
  </inkml:definitions>
  <inkml:trace contextRef="#ctx0" brushRef="#br0">1232 5259 119 0,'0'0'98'0,"0"0"-60"16,0 0-17-16,0 0 65 15,0 0 24-15,0 0-64 0,0 0 5 16,-28-22-39-1,22 17-11-15,0 1 2 0,4 1 7 16,-1 1 17-16,-1 0 14 16,3-1-30-16,-1 3-10 15,1-2 3-15,-1 2-4 16,2 0 1-16,0 0-3 16,0 0 2-16,0 0 0 15,0 0 2-15,0 0-2 16,0 0 0-16,0 0 0 15,0 0 6-15,0 0-3 16,0 0 2-16,0 0-5 16,0 0-9-16,0 0-16 0,0 5 13 15,12 4 2 1,6 2 6-16,10-2 4 16,11-2 5-16,16-3-1 15,11-1 6-15,7-3-1 0,5 0-8 16,1 0 1-16,-5 0 4 15,4 0-6-15,-5 0 0 16,1 0 0-16,-3 0-1 16,-6 0 1-16,-2 0-1 15,0 3-8-15,-4 1 2 16,-2 1 4-16,-2-4-11 16,3 1 5-16,0-2-9 0,-1 0 15 15,1 0 3 1,-6 1 1-16,-1 2-1 0,-2-3 0 15,1 0 3 1,-1 0-2-16,1 0-1 0,-2 0 4 16,0 0-4-16,-6-2 5 15,-5-5 2-15,-10 0 5 16,-6 3 14-16,-9 0-10 16,-7 2-2-16,-2-1-5 15,-2 1 6-15,-1 0-2 16,4 1 0-16,-4-1-8 15,3 1-3-15,0 0 6 16,0-1 9-16,-3 2-1 16,0-1 2-16,0 1 1 15,0 0-10-15,0 0-8 0,0 0 2 16,0 0-3 0,0 0 0-16,0 0 0 0,0 0-3 15,3 0-3-15,7 0-18 16,1 0 18-16,1 0 5 15,4 0-4-15,-2 0-6 16,-1 0-26-16,2 0-44 16,-2 0-69-16,-7 0-93 15</inkml:trace>
  <inkml:trace contextRef="#ctx0" brushRef="#br0" timeOffset="188.06">3220 5257 426 0,'0'0'177'0,"0"0"50"0,0 0-125 15,0 0-66-15,0 0-11 16,0 0-20-16,-11-39-5 16,11 39-4-16,0 0-33 15,-2 12-134-15,-10 12 16 16,-13-2 45-16</inkml:trace>
  <inkml:trace contextRef="#ctx0" brushRef="#br0" timeOffset="1260.81">2505 7065 269 0,'0'0'137'0,"0"0"-61"15,0 0 14-15,0 0-27 16,0 0 10-16,0 0-18 16,0 0-16-16,0 0-11 15,0 0-3-15,0 0-6 16,0 0-7-16,0 0-5 16,0 0-7-16,0 0 1 15,0 0 1-15,0 0-2 16,0 0 2-16,0 0-1 0,0 0 0 15,0 0-1 1,0 0-1-16,0 0-6 0,0 2-57 16,0 2-34-16,0 2-2 15,0-2 18-15,3-4-153 16</inkml:trace>
  <inkml:trace contextRef="#ctx0" brushRef="#br0" timeOffset="5592.19">13644 7057 166 0,'0'0'76'15,"0"0"44"-15,0 0 6 16,0 0-76-16,0 0 13 16,0 0 13-16,0 0-14 15,0-48 11-15,0 48-29 16,0 0-34-16,0 0-10 15,0 0-3-15,0 0-17 0,0 9-44 16,0 8 52-16,0 2 6 16,0 5-3-16,3-2 9 15,0 1-2-15,-2 0 4 16,1-3 0-16,1-1-2 16,0-6 1-16,2-4 1 15,-2-3-2-15,4-6 0 16,15 0 4-16,20-23 31 15,22-13-9-15,13-11-18 16,-3-1-2-16,-7 3 1 16,-12 3 19-16,-9 4-25 0,-11 8 2 15,-10 8-2 1,-12 9 16-16,-7 5-17 0,-3 3 0 16,-3 2-3-1,0 3-12-15,0 0-40 0,0 0-15 16,-1 16 1-16,-19 5-118 15,-7 0 170-15,-2-1-122 16</inkml:trace>
  <inkml:trace contextRef="#ctx0" brushRef="#br0" timeOffset="5752.83">14122 6929 481 0,'0'0'116'0,"0"0"-58"15,0 0 25 1,0 0-80-16,0 0-3 0,0 0-146 16,-32 29 63-16,14-3 64 15,6-10-216-15</inkml:trace>
  <inkml:trace contextRef="#ctx0" brushRef="#br0" timeOffset="38685.16">10712 8802 89 0,'0'0'9'0,"0"0"4"16,0 0 8-16,0 0 14 16,0 0-7-16,0 0 13 15,0 0-30-15,0 0-8 16,0 0-1-16,8-14-2 16,-20 14 0-16,2 3 0 15,2 3-10-15,-2-1-39 0,4 1-57 16</inkml:trace>
  <inkml:trace contextRef="#ctx0" brushRef="#br0" timeOffset="40058.11">10596 8939 94 0,'0'0'34'16,"0"0"18"-16,0 0-20 16,0 0-2-16,0 0-9 15,0 0 1-15,-5-11 14 16,3 8 30-16,1 0-45 16,1 1-3-16,-2 1 3 15,2 1-10-15,0 0-7 16,0 0-4-16,0 0-1 15,0 0-10-15,0 0-7 16,0 0 3-16,2 0 6 0,12 0 9 16,4 0 1-1,6 4 3-15,0 0-4 0,6-1 0 16,1 0 1-16,2-1-1 16,3-1 0-16,0-1 1 15,2 1 0-15,-3-1 0 16,-1 2-1-16,0-1 0 15,-2 1 2-15,-3 0-1 16,1 3-1-16,-2-2 1 16,1 2-1-16,-2-1 0 15,3 2-1-15,2 0 1 16,3-3 1-16,2-1-1 16,2-2 0-16,3 0 2 15,1 0 1-15,0 0 3 16,-3 0 1-16,-2 0-7 0,-4 0 1 15,-2 0-4-15,4 0 3 16,-1 0 0-16,1 0 0 16,3 0 2-16,2 0-2 15,3 0 0-15,-1-2 0 16,3-2 0-16,-4-2 0 16,-1 1 0-16,-5 0 0 15,-4 1 0-15,-4-1 1 16,0 2-1-16,1 1 1 15,0-1 0-15,1 3-1 16,2 0 1-16,2 0 1 16,3 0-1-16,2 0 0 0,1 0-1 15,-1 0 1-15,-2 0-1 16,-1-2 2-16,3-3 2 16,-2 1 2-16,4-4 6 15,2 2 3-15,0 0-9 16,-1-1 3-16,3 1 1 15,-2 1 0-15,-2-1-1 16,0 0-2-16,-2 2-1 16,1-3 1-16,-1 0-3 15,-3-1 0-15,1-1-1 16,0 2 11-16,0-1-2 16,-2 2-5-16,-3 2-5 15,-2 1 2-15,-4 2-3 0,-3-2 0 16,-1 3 2-1,-5-2-1-15,-2 1 6 0,0-2-1 16,-2 0 5-16,4 2 19 16,0-1-9-16,3-3-14 15,3 5-3-15,-4-2-3 16,0 2-2-16,-8 0 1 16,-2 0 1-16,-6 0 1 15,-2 0 4-15,1 0 25 16,-2 0 3-16,0 0-17 15,0 0-11-15,0 0-5 16,0 0-1-16,0 0 1 0,0 0-2 16,0 0 0-1,0 0-3-15,0 0 1 0,0 0-11 16,0 0-37-16,-6 9 0 16,-11 5-20-16,-2-1 1 15,-3-3-110-15</inkml:trace>
  <inkml:trace contextRef="#ctx0" brushRef="#br0" timeOffset="44421.03">16533 9006 139 0,'0'0'25'15,"0"0"12"-15,0 0-13 16,0 0 5-16,0 0 3 16,0 0 51-16,0 0-6 15,-31-34-50-15,28 29 40 16,1 2 65-16,0 3-88 16,2-3-24-16,0 3-19 15,0 0-1-15,0 0-3 16,0 0-13-16,0 0-23 15,0 0 6-15,0 0 10 16,19 0 23-16,21 0 1 0,11 0 2 16,14 0 0-1,4-2-2-15,6-1 0 0,6 3 3 16,7 0-4-16,2 0 0 16,-1 0 1-16,2 0-1 15,-1 1 1-15,-2 3-1 16,-2-1 0-16,3-1 1 15,2 1-1-15,0 1 2 16,0 1-2-16,-6-2 0 16,-4-3-4-16,0 0 1 15,-6 0-3-15,-7 0 2 16,-2 0 2-16,-9 0 2 16,-2 0 0-16,0 0 0 15,-2 0 0-15,3 0 1 16,-1 0 1-16,0 0-4 0,2 0 4 15,1 0 1-15,3 0-3 16,3 0 0-16,-1 0 0 16,0 0 0-16,-5 0 1 15,0 0-1-15,-3 0 0 16,-1 0 0-16,-2 0 0 16,5 0 0-16,-4 0 0 15,0 0 2-15,-1 0-2 16,-1 0 7-16,-2-3 5 15,-6 1 15-15,-3-2-10 16,-4-1 4-16,-6 2-5 16,0 3-8-16,-1-3-3 0,-4 3-4 15,-5 0 0 1,-3 0 1-16,-2 0 3 0,-6 0-4 16,1 0 9-16,-3-4 11 15,0 3 10-15,0-2-19 16,0 0 2-16,1 0-11 15,-4 0 2-15,1 1 2 16,-1-1 13-16,-2 0-6 16,-1 2-6-16,2-1 2 15,-3 1-3-15,0 1-3 16,0 0 0-16,0 0-4 16,0 0 0-16,0 0-2 0,0 0 0 15,0 0 2 1,0 0 0-16,0 0 0 15,0 0-1-15,0 0-1 0,0 0-6 16,0 0-8-16,0 0 6 16,0 0 7-16,0 0-5 15,0 0-22-15,0 0-27 16,0 0-34-16,0 4-1 16,0 7-8-16,-4-4-93 15,-4 0-74-15</inkml:trace>
  <inkml:trace contextRef="#ctx0" brushRef="#br0" timeOffset="46522.91">16751 7724 63 0,'0'0'57'15,"0"0"2"-15,-105-36 6 0,78 22-38 16,7 4 49-16,5 0 23 15,3 1-33-15,4 2-20 16,5 3 23-16,0 2 3 16,3 1-61-16,0 1-9 15,0 0-2-15,0 0-10 16,0 0-39-16,12 7 2 16,23 6 47-16,33 0 3 15,34 0 8-15,38-2 12 16,32 0-9-16,17 1-13 15,9-1 0-15,6-1 3 16,10-5-8-16,13-2 0 16,5-2-1-16,-1-1 5 15,-9 0-13-15,-16 0 13 0,-15 0 1 16,-13-4 4-16,-23-9 1 16,-22 0 20-16,-23 0 15 15,-29 3 0-15,-26 3-2 16,-25 3-17-16,-15 1-19 15,-12 3 0-15,-3 0-3 16,0 0-5-16,0 0-4 16,-13 0 4-16,-22 0-4 15,-11 0-43-15,-6 12-47 16,7-3-2-16,13-9-177 16</inkml:trace>
  <inkml:trace contextRef="#ctx0" brushRef="#br0" timeOffset="46987.93">20209 6917 604 0,'0'0'182'15,"0"0"-103"-15,0 0-22 16,0 0-57-16,0 0-4 0,0 0-25 16,-7 41 12-1,14 16 17-15,7 13 1 0,-5 6 0 16,0 1-1-16,-3-7-3 15,1-9-26-15,-1-13-18 16,-4-9-51-16,-1-17-45 16,2-17-147-16</inkml:trace>
  <inkml:trace contextRef="#ctx0" brushRef="#br0" timeOffset="47352.01">20359 7256 159 0,'0'0'501'0,"0"0"-501"16,0 0 0 0,0 0 0-16,0 0 28 15,30 80-4-15,-23-56-10 16,2-6-7-16,-5-3 0 0,0-8-2 16,-3-7 2-16,1 0-3 15,2 0 18-15,9-11 44 16,4-12-66-16,5-5-2 15,2 1-14-15,-7 5 15 16,-1 7 0-16,-7 6 1 16,-2 4-2-16,2 5 1 15,-2 0-14-15,4 14 11 16,-3 8 2-16,3 7-1 16,-1 2 2-16,-1 2 1 0,4-5 0 15,-3-6-16-15,2-9-48 16,0-11-22-16,2-2 55 15,8-17-13-15,2-14-190 16,-2-11-52-16</inkml:trace>
  <inkml:trace contextRef="#ctx0" brushRef="#br0" timeOffset="47584.5">20780 7192 256 0,'0'0'187'16,"0"0"5"-16,0 0-17 16,0 0-139-16,0 0-36 15,0 0-26-15,4-13 26 16,1 47-1-16,2 3 0 15,-3 1 1-15,1-4 0 16,1-4 3-16,-2-12 1 0,1-8-2 16,2-10-2-1,10 0 10-15,14-20 24 0,14-15-17 16,-4-2-17-16,-6-1-5 16,-18 8 5-16,-10 6-1 15,-7 10-36-15,0 6-10 16,0 8-93-16,0 0 4 15,1 8-144-15</inkml:trace>
  <inkml:trace contextRef="#ctx0" brushRef="#br0" timeOffset="48300.67">21127 7268 326 0,'0'0'149'16,"0"0"-3"-16,0 0-139 15,0 0 0-15,0 0-5 16,82-68-2-16,-58 56-1 16,0-2-5-16,-8 0 6 15,-6 3 2-15,-7 5 5 16,-3 4 17-16,0 2-24 16,-3 0-45-16,-17 13 20 15,-3 10 20-15,-4 7 4 16,1 1 0-16,2 2 2 15,4 0 1-15,8-2-2 16,12-6 0-16,2-10-6 16,28-10 6-16,12-5 4 15,7-9-4-15,2-12-12 0,-2-4-75 16,-3-5-77-16,-7 0 25 16,-13 1 16-16,-10 3 123 15,-13 1 18-15,0 6 68 16,-3 7 33-16,0 7 28 15,0 5 38-15,0 0-166 16,-5 10-19-16,-9 19-11 16,-10 12 4-16,-6 9 7 15,-3 6 2-15,0-5 22 16,7-5 20-16,7-12-20 16,9-11-19-16,1-11-3 0,4-6 1 15,4-5-2 1,1-1 1-16,0 0 20 0,0-16 14 15,10-10-36-15,18-9-159 16,13-5 26-16,8-2-59 16,2-2 132-16,1-1-3 15,-2 0 63-15,-3-4 46 16,-4 5 41-16,-7 1 99 16,-6 11-63-16,-11 8-38 15,-9 12 18-15,-7 9-44 16,-3 3-46-16,0 0-13 15,0 6-27-15,0 22-62 16,-4 14 87-16,-11 13 2 0,-1 5 0 16,-1 1 3-16,7-5 2 15,5-12-2-15,5-11-3 16,0-9-3-16,8-9-43 16,13-14-52-16,4-2-243 15</inkml:trace>
  <inkml:trace contextRef="#ctx0" brushRef="#br0" timeOffset="49400.98">21555 7123 461 0,'0'0'79'15,"0"0"-9"-15,0 0 19 0,0 0-27 16,102 21-28-16,-53-8 7 15,3 3 3-15,-12 1-32 16,-16 3-12-16,-11 0 1 16,-6 2-2-16,-7 0-3 15,0-2-5-15,0-6-14 16,0 0-3-16,0-8-32 16,0-6 25-16,0 0 33 15,0-3 3-15,0-14 5 16,0-3-8-16,0-1-3 15,3 3 1-15,6 7 2 16,2 5 0-16,-3 6 0 16,1 0-4-16,-2 4 2 0,-1 12 0 15,2-1-1-15,-2 3 3 16,1-7 0-16,0-1 0 16,-5-5 0-16,-1-3 3 15,2-2-1-15,2 0 50 16,4-2-4-16,3-10-48 15,-2-2 8-15,5 1-8 16,-1 3-7-16,-2 1 5 16,7 4-3-16,-3 2-4 15,1 3 6-15,5 0-1 16,2 0 4-16,7 0-1 16,5 7 1-16,6 1 0 0,3-3-6 15,-2-2-11 1,-3-3-8-16,-3 0 10 0,-8-3 12 15,-11-9 1-15,-5-3 4 16,-5-2 3-16,-7 3-5 16,-1-3 6-16,0 5-4 15,0 4 14-15,0 4-10 16,-3 4-6-16,-5 0-66 16,-3 16 19-16,0 5 47 15,0 5 2-15,3 2-2 16,8 0 0-16,0-5-1 15,23-7-7-15,15-9 8 16,10-7 5-16,1 0 2 16,0-15 3-16,-3-2-4 0,-11-7 4 15,-13 5 10-15,-5 4-13 16,-13 4-1-16,-4 8 21 16,0 0-25-16,0 3-2 15,0 0-4-15,0 0-11 16,0 0-10-16,2 0 14 15,-1 0 10-15,4 0-8 16,8 0 9-16,5 0 1 16,9 0 44-16,0 0-31 15,-4 0-3-15,-3 0-5 16,-7 3 0-16,2 2-6 0,-5 3-2 16,0 2 0-1,3 2-1-15,0-3-15 0,5-2 9 16,6-3-16-16,6-4 4 15,9 0-12-15,1-11 2 16,0-10 14-16,-5-8 17 16,-7-2 64-16,-10-7-19 15,-9-8-7-15,-5-3 58 16,-4-4-68-16,0-1 22 16,0 15 12-16,0 16-54 15,-1 13-8-15,1 10-6 16,0 14-54-16,-2 19-6 15,-5 19 38-15,-1 11 28 16,-3 10 7-16,2 2-7 16,5-7-3-16,4-11-45 0,7-16 18 15,13-12-10-15,4-15-30 16,-1-14-114-16,-2-6-272 16</inkml:trace>
  <inkml:trace contextRef="#ctx0" brushRef="#br0" timeOffset="49565.38">23154 7004 655 0,'0'0'63'16,"0"0"-37"-16,137-43-24 16,-60 38-1-16,12 2 2 0,5 3-3 15,-1 0-27-15,-9 6-156 16,-13-6-281-16</inkml:trace>
  <inkml:trace contextRef="#ctx0" brushRef="#br0" timeOffset="50218.14">20417 8102 525 0,'0'0'186'16,"0"0"-54"0,0 0-35-16,0 0-90 0,0 0-7 15,0 0-16-15,-9 18 14 16,9 25 2-16,0 10-1 16,0 7 1-16,-6-3-15 15,-7-1-17-15,-1-9-11 16,-1-6-9-16,5-11-24 15,5-6-40-15,5-17-109 16,0-7-28-16</inkml:trace>
  <inkml:trace contextRef="#ctx0" brushRef="#br0" timeOffset="50763.53">20450 8397 575 0,'0'0'201'15,"0"0"-65"-15,0 0-111 16,0 0-25-16,0 0-17 15,0 0 6-15,16 35 9 16,-8-11 0-16,2-3 2 16,2-6-17-16,0-8 0 15,6-7 5-15,3 0 10 16,6-18-1-16,4-10-17 16,-3-5-14-16,-5-2 10 15,-8 2 24-15,-8 8 28 16,-6 9-7-16,1 8 26 15,-2 8-47-15,4 0-7 16,1 11-60-16,3 11 63 16,2 7 2-16,-1 1 2 0,1-1-7 15,5-2 1-15,-1-5-8 16,2-5-34-16,1-10-7 16,5-7-7-16,5 0 45 15,4-22-7-15,-4-5-10 16,-8-2 34-16,-5 2 35 15,-11 4 43-15,-3 10 7 16,0 6 2-16,0 7-55 16,3 0-32-16,-3 15-74 15,1 9 73-15,2 3-1 16,3 3 2-16,4-2 2 0,0-4 0 16,0-5 0-1,-3-7 2-15,1-12-4 0,2 0 2 16,11-8 17-16,7-18-17 15,5-10-2-15,-3-2-49 16,-9 4 38-16,-9 6 6 16,-6 11-3-16,-4 8-33 15,1 7-48-15,1 2-89 16,-1 0-132-16</inkml:trace>
  <inkml:trace contextRef="#ctx0" brushRef="#br0" timeOffset="51380.94">21270 8422 178 0,'0'0'204'0,"0"0"-14"16,0 0-104-16,0 0 47 0,13-78-111 15,-8 56 9-15,-2 3 17 16,-1 1-48-16,-1 3 0 16,-1 7 4-16,0 3-4 15,0 5-2-15,0 0-2 16,0 10-98-16,-4 14 9 15,-8 7 70-15,0 5 21 16,0 1-4-16,6-2-12 16,6-6 11-16,0-9-22 15,22-13 29-15,7-7 3 16,0-5 6-16,3-18 3 16,-1-3-11-16,0 0-1 0,-5-2-3 15,-7 8 3 1,-5 4 16-16,-11 9 78 0,1 4-72 15,2 3 5-15,-6 4-27 16,1 18-11-16,-1 8 7 16,0 6-1-16,0 4 2 15,0-5 3-15,-4-3 3 16,1-10-2-16,3-10 3 16,0-3-4-16,0-8 0 15,0-1 4-15,0 0 10 16,0-18 23-16,25-13-37 15,10-12-64-15,11-8 46 16,3-3-60-16,-1-1 43 0,-1 4 27 16,-6 5 8-1,-7 7 16-15,-4 13 54 0,-8 11-15 16,-5 9-37-16,-5 6-14 16,-5 9-4-16,-4 15-4 15,-3 13-5-15,0 6 2 16,0 10 7-16,0 2 4 15,0-1-2-15,2-2-1 16,4-8-2-16,1-4 0 16,-3-12-85-16,-1-14-7 15,-3-14-249-15</inkml:trace>
  <inkml:trace contextRef="#ctx0" brushRef="#br0" timeOffset="52379.26">21789 8368 292 0,'0'0'128'16,"0"0"-43"-16,0 0-25 15,0 0-5-15,91 35 33 16,-76-19-54-16,-4-3-27 16,-2 3-4-16,-2-3-2 15,-1-1-1-15,-2-3 0 16,0-1 3-16,3-3-3 15,3-5-4-15,2 0-17 16,-1 0-11-16,5-8 10 16,-4-4 20-16,-2-1 4 0,-2 4-1 15,-5 3 5 1,-2 4-6-16,-1 2 0 0,2 0-2 16,-2 0-3-16,3 0-1 15,-1 2 6-15,1 4 0 16,2-1 0-16,3-1 1 15,5-1 11-15,10-1 1 16,2-2 5-16,2 0-7 16,-1 0 1-16,-2 0-6 15,4 0 3-15,-2 0-2 16,4 0-5-16,2 0-2 16,2 0 1-16,7 0-2 0,-1 5 1 15,3 4-1-15,-2-1-4 16,-3 0-4-16,-3-2-26 15,-3-3 0-15,-7-3-3 16,-8 0 30-16,-4 0-1 16,-6-9 9-16,-3-2 3 15,-3-2 14-15,-1 2 23 16,0 5-5-16,0 3 37 16,0 3-59-16,0 0-13 15,0 0-25-15,0 3-34 16,0 11 38-16,0-1 14 15,0 4 3-15,0 0 4 16,13-3-4-16,14-2 4 16,10-8 6-16,-1-4 5 0,-1 0-4 15,-10-2-5-15,-9-9 2 16,-5 0 3-16,-7-1 29 16,-4 0-23-16,0 0-6 15,0 4-2-15,0 4 12 16,0 1 7-16,0 3-1 15,0 0-14-15,0 0-9 16,5 0-8-16,9 5-10 16,6 7 18-16,10 3 2 15,5-1-2-15,-2-1-3 16,0-7-6-16,-2-3 3 0,-1-3 6 16,-3 0 0-16,-4 0-5 15,-6-3 3-15,1-11-14 16,-1-5-24-1,-1-4-67-15,-2-5 24 0,-5 0-52 16,-4-2 20-16,-3 0 115 16,-2-3 138-16,0-3 12 15,0-3-28-15,-4 8 14 16,-1 9-27-16,2 11-42 16,3 11-67-16,0 0-28 15,0 25-42-15,0 14 50 16,2 14 20-16,8 9 4 15,-1-1-1-15,0-2-3 16,3-11-10-16,-3-9-28 16,0-11-39-16,2-11-128 0,0-15-45 15</inkml:trace>
  <inkml:trace contextRef="#ctx0" brushRef="#br0" timeOffset="52528.75">23175 8307 489 0,'0'0'125'0,"0"0"-65"16,0 0-31-16,0 0-29 15,0 0-14-15,0 0 14 16,112-13-29-16,-47 20-39 16,5-7-108-16</inkml:trace>
  <inkml:trace contextRef="#ctx0" brushRef="#br0" timeOffset="52714.05">23693 8245 255 0,'0'0'499'16,"0"0"-355"-16,0 0-82 16,0 0-51-16,0 0-11 15,0 0-7-15,-7-35-65 16,7 56-103-16,0 1 95 15,0-3-238-15</inkml:trace>
  <inkml:trace contextRef="#ctx0" brushRef="#br0" timeOffset="56293.19">4614 10372 142 0,'0'0'108'0,"0"0"-53"0,0 0-15 16,0 0 18-1,0 0-46-15,0 0-12 0,-9-11 0 16,9 10 11-16,-2-2-4 16,1 1 19-16,-1 2 23 15,0 0-25-15,2-2-8 16,0 1-1-16,0 1-10 15,0 0-5-15,0 0-3 16,4 0-9-16,15 0 12 16,11 0 0-16,7 0 1 15,8-5 1-15,9 0-2 16,4-2 4-16,5 0-2 0,5 4 2 16,13-1 2-16,8-1-5 15,6 3-1-15,3-1 0 16,1-3 1-16,0-2-1 15,6 1 0-15,0-2 0 16,-2 5 0-16,0 1-2 16,-6 1-5-16,-3 2-2 15,-3 0-28-15,3 0 14 16,-3 0 16-16,-3 0 0 16,-2-2 1-16,-6-5-3 15,2-2 9-15,-2-1 0 16,-1 1 1-16,0-2 0 15,-7 5 0-15,1-2 1 16,-9 4 0-16,-3 0 0 16,-3 3 5-16,-4 1-4 0,1 0-3 15,-4 0 0 1,0 0 1-16,-5 0 0 0,-3-5 4 16,-3 2 5-16,-2-2 18 15,1 2-3-15,-2 0-9 16,-4 2-13-16,-12-1-2 15,-4-1-1-15,-7 3 3 16,-6-7 10-16,-4-1 38 16,0-2 58-16,0-1-17 15,0 3-76-15,0 2 1 16,0 3-17-16,-10 3-16 16,-11 2-80-16,-9 12-116 0,0-6-150 15</inkml:trace>
  <inkml:trace contextRef="#ctx0" brushRef="#br0" timeOffset="56451.77">7867 10112 692 0,'0'0'17'0,"0"0"90"15,0 0-107-15,0 0-113 16,0 0-22-16,0 0 42 15,-52 78-84-15</inkml:trace>
  <inkml:trace contextRef="#ctx0" brushRef="#br0" timeOffset="63321.9">17374 10087 1 0,'0'0'6'15,"0"0"4"-15,-86 2 22 16,70-2 3-16,5 0-2 15,5 0 9-15,3 0-26 16,3 0-12-16,0 0-2 16,0 0-2-16,0 0 1 0,0 0 1 15,0 0 14-15,0 0 4 16,0 0 11-16,0 0-14 16,0 0-17-16,0 0-12 15,0 0-24-15,0 0 0 16,-5 6-5-16,-3-2-23 15</inkml:trace>
  <inkml:trace contextRef="#ctx0" brushRef="#br0" timeOffset="63935.44">17165 10092 119 0,'0'0'38'16,"0"0"-23"-16,0 0-11 16,0 0-1-16,0 0 7 15,0 0 29-15,-62-23 3 16,54 19-14-16,3 1 36 16,0 1-23-16,3-1 75 15,1 2-62-15,1-1-27 16,0 1 3-16,0-1 6 15,0 2-10-15,0 0-26 16,5 0-11-16,20 0 11 16,14 0 5-16,11 0-5 0,13 0 2 15,11 3-2 1,10 0 0-16,17 4 1 0,11-2-3 16,15 0 2-16,9-3-7 15,5 1-18-15,3-3 11 16,5 2-5-16,-1-1 4 15,-7-1 12-15,-6 0-2 16,-6 0 5-16,-9 0 0 16,-4-3 2-16,-6-5 5 15,-11-3 0-15,-7 2-1 16,-8 1-2-16,-8 1 2 16,-12-1 11-16,-15 1-5 0,-13 2-6 15,-14 0 21-15,-10 1 7 16,-7 1 22-16,-4 2-10 15,-1-1-27-15,0 1-7 16,0 0-6-16,0-1-1 16,0-1-2-16,0 3-3 15,0 0-1-15,0 0 1 16,0 0-7-16,-3 0-56 16,-13 3-67-16,-9 14 53 15,-2 0-90-15</inkml:trace>
  <inkml:trace contextRef="#ctx0" brushRef="#br0" timeOffset="64117.88">19753 10024 568 0,'0'0'157'0,"0"0"-40"15,0 0-54-15,0 0-41 16,0 0-22-16,0 0-76 15,0-38-18-15,0 55 39 16,0 3-44-16,-13 0-59 16,-5-6-103-16</inkml:trace>
  <inkml:trace contextRef="#ctx0" brushRef="#br0" timeOffset="65953.62">994 11489 55 0,'0'0'127'15,"0"0"-70"-15,0 0 5 16,0 0 2-16,0 0 37 15,0 0-5-15,-20-25-36 16,20 24-8-16,0 1-14 16,0 0-11-16,0 0-27 15,6 0-1-15,19 0-7 16,14 0 8-16,9 0 0 0,9 0 4 16,17 0-4-1,8 0-1-15,8-7 1 0,0-1 0 16,-7-1-9-16,-9-2 8 15,-11 2-3-15,-12 4 1 16,-9-1 2-16,-13 3-6 16,-15 1 1-16,-5 0 6 15,-9-1 1-15,0 2 5 16,0 0 3-16,-3-2-9 16,-8 3-1-16,-6 0-4 15,0 0-1-15,4 0-8 16,1 1-42-16,7 2 44 15,2-2 8-15,0 2-12 16,3-1-14-16,0 0 0 0,0-2 24 16,0 0 6-16,0 0 3 15,0 0 2-15,0 0 4 16,0 0 2-16,0 0-11 16,0 6-3-16,0 1-4 15,0 3-9-15,-5 5-6 16,-3 0-63-16,-1-1-35 15,1-3-43-15</inkml:trace>
  <inkml:trace contextRef="#ctx0" brushRef="#br0" timeOffset="68647.66">4709 11355 79 0,'0'0'57'0,"0"0"84"16,0 0-126-16,0 0 90 15,0 0-53-15,0 0-19 16,-27-45-4-16,26 40-22 16,-2 3-4-16,-1-3 1 15,1 4 19-15,0 0-3 16,1-1-6-16,2 2-8 15,0 0-6-15,0 0 1 16,0 0-1-16,0 0-1 16,0 0 1-16,0 0 0 15,0 0-1-15,0 0 1 0,0 0-4 16,0 0-2-16,0 0 4 16,0 0 2-16,6 0 4 15,6 0-1-15,1 0 0 16,-1 0-1-16,5 0-1 15,2 0-1-15,-2 0 2 16,5 0 3-16,-3 0 1 16,2 0-4-16,0 0-1 15,3 0 1-15,1 0-2 16,1 0 1-16,6 0-1 16,1 0 0-16,7 0 0 0,2 0 0 15,4 0-3-15,-2 0 3 16,0 0 0-16,-6 0 2 15,-2 0-2-15,-5 0-2 16,2 0 1-16,1 0 0 16,2 0 1-16,1 0 1 15,-1 0-1-15,3 0 0 16,-2 0 0-16,-1-2 1 16,-1-1-3-16,3 1 2 15,-1 2 0-15,2 0-2 16,-2 0-1-16,-1 0-8 15,3 0 7-15,-1 0-6 16,1 0 8-16,-3 0 1 16,0 0 1-16,1 0 1 0,-1 0-1 15,0 0 0-15,0 0 0 16,-2 0 2-16,0 0-2 16,-1 0 1-16,1 0-1 15,3 0 0-15,2 0-3 16,0 0 3-16,1 0 2 15,-4 0-2-15,-5 0 0 16,2 0-2-16,0 0 2 16,3 0 0-16,1-2 0 15,8-1 0-15,1-2 2 16,5 0-2-16,1-2 0 16,-4 2-2-16,0 0 2 0,-6 3 0 15,-1 1 2 1,-2 1-2-16,-3 0 0 0,-2 0 0 15,-4 0 1-15,-2 0 0 16,-1 0 0-16,-2 0 0 16,2 0 0-16,-3-2 4 15,0 2 1-15,0 0-4 16,-3 0 2-16,-3 0-4 16,-5 0 6-16,-2 0-3 15,0-2 5-15,-3 0 10 16,-4 2 9-16,-1-3 2 15,0 3 20-15,-3 0-15 16,0 0-2-16,0 0-11 0,0 0-14 16,0 0-5-16,0-3 3 15,0 3 2-15,0 0 14 16,0 0-1-16,0 0 2 16,0 0-7-16,0 0-7 15,0 0-8-15,0 0 0 16,0 0 0-16,0 0 0 15,0 0 0-15,0 0-2 16,0 0 0-16,0 0-7 16,0 0-14-16,0 0-23 15,0 0-33-15,0 8 14 16,0 4-29-16,-22-7-67 0</inkml:trace>
  <inkml:trace contextRef="#ctx0" brushRef="#br0" timeOffset="74435.69">12348 11206 148 0,'0'0'14'0,"0"0"-14"15,0 0 0-15,-105 12-17 16,45-7-128-16</inkml:trace>
  <inkml:trace contextRef="#ctx0" brushRef="#br0" timeOffset="75741.85">11105 11425 174 0,'0'0'90'16,"0"0"-15"-16,0 0 21 0,0 0-50 16,0 0-6-16,0 0-34 15,-73-66-4-15,58 58 13 16,5-1 16-16,1 4-5 16,-2-2-17-16,5 2 9 15,0 2-14-15,3 2 23 16,3-1 11-16,0 2-14 15,0 0-12-15,0 0-11 16,0 0-1-16,1 0-4 16,20 0 4-16,14-1 0 15,9-2 14-15,10-1-8 16,6 1 2-16,7-1-6 16,11 1 3-16,11 2 1 0,10 1-5 15,12 0 0-15,10 0-2 16,9 0 1-16,8 0-11 15,3 0-11-15,-3 0-15 16,-3 0 24-16,-6 0-3 16,-9 0 13-16,-3 0-5 15,-4-4 6-15,-7-3 2 16,-3 0 0-16,-8 0-4 16,-10 0 4-16,-12-1-1 15,-10 3-1-15,-11-2 2 16,-15 2 2-16,-13-2 0 15,-10 1 12-15,-7 2 55 16,-5 1-18-16,0 2-6 0,-2 1-18 16,0 0-27-16,2 0 0 15,-2 0 1 1,0 0-1-16,0 0-1 0,0 0-3 16,0 0 4-16,0 0-3 15,0 0 6-15,0 0-6 16,0 0 0-16,0 0-17 15,0 0-35-15,0 1-17 16,0 9 19-16,-6 3-1 16,-9-4-96-16,3-1-41 15</inkml:trace>
  <inkml:trace contextRef="#ctx0" brushRef="#br0" timeOffset="75905.72">13545 11265 385 0,'0'0'150'0,"0"0"-49"15,0 0-101-15,0 0-102 16,0 0 40-16,0 0-92 16,-46 35-145-16</inkml:trace>
  <inkml:trace contextRef="#ctx0" brushRef="#br0" timeOffset="83142.52">16733 11390 0 0,'0'0'130'0,"0"0"-88"16,0 0-25-16,0 0 0 15,0 0-6-15,0 0-4 16,0 0 11-16,12-12 0 16,1 7 1-16,2 0 4 15,4-2-4-15,1 5 9 16,2 2 4-16,2 0-12 15,1 0-18-15,2 0 3 16,-1 0-4-16,7 0 3 16,4 0-1-16,3 0 3 15,8 0 4-15,5 0 5 16,7 5-1-16,7 3-5 16,0-1-3-16,2-1 3 0,1-3-3 15,2 1 2-15,1-3-7 16,6-1 12-16,-5 0 3 15,2 0 13-15,-2 0-18 16,-4 0-4-16,3 0-4 16,0 0 7-16,1 0-6 15,0-4-3-15,-4 3 9 16,3-2-3-16,-8 3-1 16,1 0 11-16,-2 0-16 15,-6 0 1-15,-3 0 2 16,-1 0-4-16,-3 0 3 15,0 0 1-15,-1 0 3 16,0 0 3-16,0 0-2 0,2 1-2 16,3-1-4-16,0 0-1 15,3 0-1-15,1 2 0 16,-2-2 3-16,-5 0-2 16,-4 0 2-16,-2 0 8 15,-6 0 21-15,-2 0-4 16,0 0-12-16,-3 0-6 15,0 0-8-15,-2 0 1 16,0 0-2-16,-3 0 0 16,0 0 3-16,-3 0-3 15,-5-3 2-15,-6-3 2 16,-4 0 32-16,-4 2-9 16,-4-1-7-16,-2 2-8 15,-1 3-3-15,2 0-9 0,-3-2-2 16,2 2 1-16,-2 0 0 15,0 0 1-15,1 0-1 16,-1 0-1-16,2 0 1 16,-2 0 1-16,0 0-1 15,0 0 0-15,0 0-3 16,0 0-7-16,0 0-25 16,0 0-7-16,0 2-4 15,0 4 33-15,0-2 0 16,0 0 4-16,0-1-22 15,0-1 4-15,0 1-9 0,0-1 23 16,-2 2 5-16,-1-1-14 16,-1-1-1-16,-2 4-18 15,-5 1-21-15,-2 0-57 16,-3-2-55-16</inkml:trace>
  <inkml:trace contextRef="#ctx0" brushRef="#br0" timeOffset="86316.84">1358 12500 26 0,'0'0'40'16,"0"0"10"-16,0 0-6 15,0 0-29-15,0 0-6 16,0 0-6-16,0 0 4 15,1-6-2-15,-1 6 2 16,0 0-2-16,0 0-5 16,0 0 0-16,0 0-1 15,0 0-1-15,0 0-2 16,0 0 0-16,6 0 4 16,1 0 0-16,1 0 1 0,6 0-1 15,2 0-3-15,-1 0-40 16,6 4-57-16</inkml:trace>
  <inkml:trace contextRef="#ctx0" brushRef="#br0" timeOffset="88361.95">4626 12566 98 0,'0'0'86'0,"0"0"-46"16,0 0 47-16,0 0-45 15,0 0-13-15,0 0 16 16,0-65-35-16,0 59 18 0,0 2-17 16,0 2 19-16,0 0-18 15,0 2 31-15,0 0-34 16,0 0-9-16,0 0-4 16,0 0-10-16,1 0 1 15,4 0 13-15,1 0 2 16,4 0-1-16,2 0 2 15,9 0 3-15,-2 0 5 16,7 0-1-16,-1 0-3 16,5-2-1-16,1 1-3 15,5 1-2-15,10 0 0 16,2 0 3-16,12 0-4 16,4 0 0-16,4 0 0 0,4 0 0 15,-3 0 1-15,-1 0-1 16,5 0 2-16,-1-3-4 15,2-3 0-15,-2-4 2 16,-2 6 1-16,-3-2 0 16,-3 2-1-16,0 1 0 15,1-1-1-15,0 1 1 16,-4 1 0-16,-2 2 0 16,-7 0 0-16,-4 0 0 15,1 0 0-15,3 0-5 16,0 0-1-16,5 0 2 15,3 0 4-15,-1 0-2 0,2 0-1 16,4 0 3-16,0 0-1 16,2-5 0-16,0 1-1 15,-7 0 2-15,-7 1 0 16,-3 2 0-16,-4 0 0 16,2 1 0-16,-2 0 0 15,-1 0 0-15,-2 0 2 16,-3 0-1-16,-2 0 0 15,-4 0-1-15,2 0 3 16,-1 0-3-16,3 0 0 16,1 0 0-16,1 0 3 15,-4 0-3-15,-2 0-1 16,2-2 1-16,-6-1 1 16,-2 1 8-16,0 2-1 15,-5 0-8-15,-7 0 2 0,-4 0-1 16,-6 0-1-16,-5 0 0 15,-1 0 1-15,0 0 13 16,0 0 75-16,0 0-2 16,0 0-33-16,0-2-43 15,0 2 4-15,0 0-6 16,0 0-7-16,0 0-1 16,0 0-1-16,0 0-2 15,0 0 2-15,0 0-10 16,0 0-40-16,0 0-30 0,0 0-32 15,-4 10 82 1,-12 4 5-16,-8-4-147 0,-6-3-148 16</inkml:trace>
  <inkml:trace contextRef="#ctx0" brushRef="#br0" timeOffset="91723.31">12889 12397 60 0,'0'0'103'0,"0"0"-42"16,0 0 52-16,0 0-42 16,0 0-19-16,0 0-38 15,0 0-13-15,2-14 2 16,-2 14-1-16,0 0-2 15,0 0-40-15,-2 8-49 0,-6 2 36 16,1-2-136-16</inkml:trace>
  <inkml:trace contextRef="#ctx0" brushRef="#br0" timeOffset="93173.18">16706 12591 114 0,'0'0'68'0,"0"0"4"16,0 0 30-16,0 0 14 16,0 0-80-16,0 0-26 15,-6-40 13-15,18 36-11 16,9-1-7-16,1 0 2 0,7 3 1 15,6 0-2-15,7 2-4 16,13 0 3-16,12 0-1 16,14 0 9-1,13 0-8-15,13 5 2 0,10 4-6 16,7-3-1-16,5 0 0 16,2-1-1-16,3-3-4 15,5 0 5-15,-1-2 0 16,2 0-6-16,-1 2 6 15,-2-1-2-15,-3-1 2 16,2 0 0-16,-5 0-2 16,2 0 10-16,-4 0-7 15,-5 0 1-15,-4 0 1 16,-7 0 0-16,-13-3 11 16,-11-1-9-16,-14-1 19 15,-12-6 5-15,-13 0 11 0,-12 0 0 16,-8-1 18-16,-9 2-31 15,-8 4-11-15,-3 2-6 16,-7 2-4-16,-1 2-6 16,-2-1 0-16,0 1-3 15,0 0-3-15,0 4-40 16,-13 17-17-16,-13 5 24 16,-8-4-69-16,1-7-183 15</inkml:trace>
  <inkml:trace contextRef="#ctx0" brushRef="#br0" timeOffset="93338.92">19992 12559 541 0,'0'0'66'16,"0"0"89"-16,0 0-58 16,0 0-91-16,0 0-6 15,0 0-108-15,-24-11 73 16,3 39-84-16,-4-4-37 15,-1-6-141-15</inkml:trace>
  <inkml:trace contextRef="#ctx0" brushRef="#br0" timeOffset="95054.62">964 13796 149 0,'0'0'57'16,"0"0"25"-16,0 0-25 16,0 0 30-16,0 0-41 15,0 0-30-15,0 0 30 16,-15-59 0-16,13 55-40 16,2 4-1-16,0 0 30 15,0-3 3-15,0 3-15 16,0 0-9-16,0 0-2 15,0-1-6-15,0-2-5 16,20 0 0-16,10 1 2 16,10 2-1-16,11 0 0 15,13 0-2-15,18 6 4 16,18 0-4-16,16-4-2 16,5-2 2-16,1 0-7 15,-8 0-3-15,-7 0-7 0,-16 0 1 16,-15-5 7-16,-13-1 9 15,-19-2 1-15,-18 1 0 16,-11-1 13-16,-12 0 16 16,-3 2 73-16,0-4-57 15,0 5-17-15,0 3-15 16,-6 2-14-16,-12 0-27 16,-4 20-93-16,-6 8 21 15,2 0-127-15</inkml:trace>
  <inkml:trace contextRef="#ctx0" brushRef="#br0" timeOffset="96386.71">4602 13900 55 0,'0'0'64'0,"0"0"-55"16,0 0 23-16,0 0-18 16,0 0 3-16,0 0 35 0,-11-24-3 15,11 19-7-15,0 0 21 16,0-2-19-16,0 3 18 15,0 0-27-15,2 2-11 16,8-1-13-16,8-1-8 16,9 4 2-16,9 0-4 15,13 0 4-15,14 0-4 16,17 2 3-16,19 6-3 16,16-2 3-16,23-3-4 15,16-3-1-15,12 0-22 16,6 0 18-16,2-3-5 15,-6-3-30-15,-5 0 16 0,-3-3 2 16,-7-1 6 0,-7 2-1-16,-15-1 13 0,-11 1-3 15,-19-1 7-15,-17 1 4 16,-19-1 6-16,-16-1 22 16,-14 1 6-16,-12-1 15 15,-9 1-9-15,-8 1 5 16,-6 2 32-16,0-2-58 15,0 3-18-15,0 3-5 16,-10 2-6-16,-8 0-19 16,1 5-40-16,-4 11-27 15,4-3-129-15</inkml:trace>
  <inkml:trace contextRef="#ctx0" brushRef="#br0" timeOffset="96530.39">7267 13701 643 0,'0'0'54'15,"0"0"-28"-15,0 0-26 16,0 0-155-16,0 0 59 16,0 0-114-16</inkml:trace>
  <inkml:trace contextRef="#ctx0" brushRef="#br0" timeOffset="101615.61">10975 13921 123 0,'0'0'50'16,"0"0"16"-16,0 0 4 15,0 0 29-15,0 0-47 16,0 0 6-16,0 0-27 15,-47-79 20-15,41 69-17 16,-3-2 32-16,4 2-26 16,0 3-24-16,0 2 1 15,2 0-7-15,1 3-6 16,1 2-4-16,1 0 0 0,0 0-1 16,0 0-7-16,0 0-3 15,21 0 11-15,11 0 2 16,14 0 4-16,6 0-6 15,12 0 4-15,12-3-2 16,13-2-2-16,16 1 2 16,12 1-2-16,17-4 0 15,10-1-3-15,10-1-1 16,6 1-42-16,-1-1 42 16,-6 1 4-16,2-3-1 15,-2 1 2-15,1-3 3 16,-1 2-4-16,-7 0 1 15,-13 2-1-15,-9 2 2 0,-19 3-1 16,-18-1 1-16,-17 2 0 16,-15-3 2-16,-14 0 11 15,-9 1 0-15,-11-1-2 16,-9 0 12-16,-6-1 2 16,-2-2 8-16,-2 3-10 15,-2-2-9-15,0 3-13 16,0 2-3-16,0 2-1 15,0 1-5-15,0 0-30 16,0 4-75-16,-9 12 11 16,5-2-64-16,0-2-237 15</inkml:trace>
  <inkml:trace contextRef="#ctx0" brushRef="#br0" timeOffset="101768.65">13862 13651 474 0,'0'0'125'0,"0"0"-13"16,0 0-63-16,0 0-49 16,0 0-16-16,0 0-48 15,-8 6-22-15,-4 14-53 16,3-6-122-16</inkml:trace>
  <inkml:trace contextRef="#ctx0" brushRef="#br0" timeOffset="107458.81">16828 13889 100 0,'0'0'68'0,"0"0"16"0,0 0-66 15,0 0 70 1,0 0-12-16,0 0-25 0,0 0-34 16,0-40 2-16,0 37-12 15,0 3-1-15,2-4-5 16,-2 3-1-16,4-1 6 16,2 2-5-16,9 0 1 15,6 0-1-15,11 0 0 16,11 0 1-16,16 2-1 15,18 7-1-15,21-3 2 16,14 2-1-16,19-1-1 16,12 0 1-16,11-2-1 0,13-2 0 15,10 0-1 1,5-3 1-16,2 0 2 16,-6 0-2-16,-4 0-1 0,-4-1 1 15,-6-7 0-15,4 0-1 16,-6 0 1-16,-10-1 0 15,-17 1 0-15,-23 0 2 16,-24-2 25-16,-22-3 3 16,-21 0 34-16,-15 1 19 15,-11-3-16-15,-12 1-19 16,-5 2 5-16,-1 6-25 16,-1 2-18-16,0 1-10 15,0 3-5-15,0 0-53 16,-10 9-76-16,-13 9 39 15,0-3-185-15</inkml:trace>
  <inkml:trace contextRef="#ctx0" brushRef="#br0" timeOffset="107630.36">20061 13789 577 0,'0'0'68'15,"0"0"55"-15,0 0-111 16,0 0-12-16,0 0-85 16,0 0 52-16,3 11-42 15,-3 5-50-15,-8-2-107 0</inkml:trace>
  <inkml:trace contextRef="#ctx0" brushRef="#br0" timeOffset="124259.51">17082 16316 371 0,'0'0'48'15,"0"0"8"-15,0 0 34 16,0 0-23-16,0 0-56 16,0 0 19-16,0 0 0 15,0 0 21-15,0-56 7 16,1 50-53-16,1 2 16 15,0 0-19-15,-2-1 0 0,0 4 17 16,0-2-15-16,0 3-3 16,0 0 2-16,0 0-2 15,0 0-1-15,0 0 2 16,0 0-1-16,0 0 4 16,0 0-1-16,0 0-4 15,0 0 2-15,0 0-2 16,0 0-1-16,3 0 0 15,8 0-2-15,9 0-1 16,14-2 3-16,14 2 1 16,14 0 0-16,13 0 0 0,9 0 0 15,17 6 1 1,11 3 2-16,9 0-3 0,5 1 0 16,-2-2-5-16,-2 1-3 15,4 0-6-15,-1 3 3 16,3 0 10-16,-2 2 0 15,-2 0 1-15,2 2 2 16,-8-1-2-16,-6-1 2 16,-6-1-1-16,-14-2 2 15,-11-1 19-15,-8-3-8 16,-9 1 7-16,-12-4 2 16,-8-1-4-16,-12-1-7 15,-11 0-5-15,-9-2-3 16,-7 0-3-16,-2 0 0 15,-3 0 0-15,0 0-1 0,0 0 2 16,0 0-2-16,0 1 0 16,0 2-20-16,-9 3-51 15,-8 2-61-15,-4-5-67 16</inkml:trace>
  <inkml:trace contextRef="#ctx0" brushRef="#br0" timeOffset="124416.69">19664 16422 167 0,'0'0'440'0,"0"0"-228"16,0 0-125-1,28-75-37-15,-23 69-39 0,5 6-11 16,-3 0-55-16,0 3-11 16,-7 9-109-16,0-2-51 15</inkml:trace>
  <inkml:trace contextRef="#ctx0" brushRef="#br0" timeOffset="125907.99">17164 15216 187 0,'0'0'90'0,"0"0"16"16,0 0-23-16,0 0-33 15,0 0 1-15,0 0-35 16,0 0-11-16,53-33 9 16,-26 26 7-16,6 3 5 15,8 2-9-15,11-2-3 16,10 3 6-16,13 1 4 15,22 0-2-15,21 0-12 0,22 0-9 16,20 5 2-16,9-5-5 16,7 0 4-16,-5 0-2 15,-10 0 1-15,-10 0-1 16,-10-2 0-16,-8-4 2 16,-7-1-2-16,-13 0 0 15,-11-1 0-15,-15 0 0 16,-22 0 4-16,-20 0 10 15,-16 1 18-15,-16 2 10 16,-9 2-3-16,-2 2-1 0,-2 1-16 16,0 0-22-1,0 0-1-15,-15 0-26 16,-13 7-108-16,-3 4-46 0,-2-3-199 16</inkml:trace>
  <inkml:trace contextRef="#ctx0" brushRef="#br0" timeOffset="126076.81">19717 15069 873 0,'0'0'23'0,"0"0"7"15,0 0-30-15,0 0-120 16,0 0-13-16,0 0-42 15,-23 39-143-15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07:56.953"/>
    </inkml:context>
    <inkml:brush xml:id="br0">
      <inkml:brushProperty name="width" value="0.05292" units="cm"/>
      <inkml:brushProperty name="height" value="0.05292" units="cm"/>
      <inkml:brushProperty name="color" value="#FF0000"/>
    </inkml:brush>
  </inkml:definitions>
  <inkml:trace contextRef="#ctx0" brushRef="#br0">1281 5489 270 0,'0'0'139'0,"0"0"-35"0,0 0-22 15,87-51-14-15,-66 38 14 16,4-1-36-16,4-2-12 15,2-1-16-15,0 2 0 16,4 1-4-16,1 3 0 16,8 4-10-16,17 3-4 15,14 1 0-15,23 1 1 16,11 2-1-16,14 0-2 16,-1 0 2-16,-1 7 0 15,-5-5-8-15,-3-2-5 16,-10 0 2-16,-9 0-2 15,-12-13 1-15,-13-1 11 16,-17-2-3-16,-16-1 4 0,-11 3 3 16,-13-1 8-16,-7 3 11 15,-5 6-19-15,0 5-3 16,-18 1-29-16,-9 4-170 16,-3 7-168-16</inkml:trace>
  <inkml:trace contextRef="#ctx0" brushRef="#br0" timeOffset="159.15">3198 5267 738 0,'0'0'146'16,"0"0"-88"-1,0 0-39-15,0 0-18 0,0 0-1 16,0 0-111-16,-19 4-14 15,16 8-186-15</inkml:trace>
  <inkml:trace contextRef="#ctx0" brushRef="#br0" timeOffset="1868.05">1707 7586 9 0,'0'0'27'16,"0"0"-3"-16,0 0 17 15,0 0 25-15,0 0-14 16,0 0-34-16,-11 0 0 0,10 0 10 16,1 0 8-1,-2 0-6-15,2 0-15 0,-3 0 3 16,3 0 4-16,-1 0 1 16,-1 0-21-16,2 0-2 15,0 0-8-15,0 0-9 16,0 0 4-16,0 0 4 15,0 0 9-15,0 0 2 16,0 0 5-16,0 0 9 16,0 0 11-16,0 0-6 15,0 0-3-15,-1 0-5 16,1 0 1-16,0 0-7 0,0 0-7 16,0 0 1-1,-2 0-1-15,2 0 0 0,0 0 0 16,0 0 0-16,0 0 0 15,0 0 0-15,0 0 0 16,0 0 0-16,0 0 0 16,0 0-1-16,0 0 1 15,0 0 0-15,0 0 0 16,0 0 0-16,-1 0 0 16,1 0 1-16,0 0-1 15,0 0 0-15,0 0 0 16,0 0-1-16,0 0 0 15,0 0-5-15,0 0 2 0,0 0 2 16,0 1 0-16,0 2-3 16,0-1-1-16,0-1 1 15,0 1 4-15,0-1-4 16,0 2-5-16,0 2-33 16,0 1-47-16,0-2-39 15</inkml:trace>
  <inkml:trace contextRef="#ctx0" brushRef="#br0" timeOffset="3213.07">9839 7895 186 0,'0'0'49'0,"0"0"22"15,0 0 43-15,0 0-47 16,0 0-6-16,0 0-1 15,-5-39-31-15,5 33 19 16,0 2-19-16,11-2-18 0,2-1-4 16,3 4 6-16,3 0-10 15,6 3-1-15,6 0-2 16,14 0 3-16,17 0 4 16,21 0-2-16,22 0 3 15,21 0-3-15,16-6 8 16,14 1-2-16,13-1-8 15,4 0 5-15,3 2-5 16,-1 0 6-16,-1-2-1 16,3 4-3-16,-7-4-3 15,-12-1 0-15,-16 0-2 16,-23-1 0-16,-23-3 6 0,-25 3 11 16,-18 2 2-1,-19 0-6-15,-13 4-12 0,-11 0 1 16,-7-1-1-16,-3 3-1 15,0-1 1-15,0 1 2 16,0 0-1-16,-13 0-2 16,-14 1-7-16,-8 17-51 15,0-3-100-15,9-5-130 16</inkml:trace>
  <inkml:trace contextRef="#ctx0" brushRef="#br0" timeOffset="3379.62">12573 7781 509 0,'0'0'42'0,"0"0"69"0,0 0-52 15,0 0-59-15,0 0-4 16,0 0-53-16,-24 0 3 16,6 14-83-16,-3-5-183 15</inkml:trace>
  <inkml:trace contextRef="#ctx0" brushRef="#br0" timeOffset="6642.62">16502 7706 91 0,'0'0'109'0,"0"0"-98"0,0 0 33 16,0 0-3-16,-93-23 44 16,81 19 0-16,-1-1-39 15,2 2 9-15,3-2-25 16,2 3-3-16,1 2-3 15,4 0-2-15,1 0 15 16,0 0-28-16,4 0-8 16,29 0 0-16,24 0 3 15,23 0 5-15,32 0 23 16,31 0-10-16,35 0-5 16,27 1-14-16,24 0 1 0,5-1-3 15,0 0-1-15,-9 0 0 16,-14 0-1-16,-19 0 0 15,-23-5-1-15,-20-5 1 16,-27-1 1-16,-23 2 3 16,-28-1 0-16,-31 4 6 15,-18 4-1-15,-15 0-6 16,-7 2-2-16,-4 0-3 16,-27 0-16-16,-21 7-68 15,-15 6-23-15,1-4-158 16</inkml:trace>
  <inkml:trace contextRef="#ctx0" brushRef="#br0" timeOffset="7014.89">19674 6944 627 0,'0'0'59'16,"0"0"52"-16,0 0-92 16,0 0-18-16,0 0-1 15,0 0 1-15,47 60-1 16,-38-7-1-16,-2 10 1 16,-3 5 0-16,1 0-22 15,-4-6-99-15,-1-14-13 16,0-17-194-16</inkml:trace>
  <inkml:trace contextRef="#ctx0" brushRef="#br0" timeOffset="7624.84">19926 7229 649 0,'0'0'18'0,"0"0"80"16,0 0-96-16,0 0-2 15,0 0-2-15,0 0 1 16,63 96 1-16,-60-65 0 16,0-6-4-16,-1-6-32 15,-1-11-1-15,-1-3 6 0,0-5 28 16,0 0 3-16,3-19 0 16,3-6-15-16,3-1-5 15,3 5 19 1,4 4 1-16,2 4 3 0,3 6 6 15,-2 4 7-15,-2 3 2 16,-1 0-15-16,-2 3 0 16,3 14-3-16,-4 3 1 15,3 3-2-15,-7-2-6 16,-2-4-33-16,-2-6-40 16,-1-10-59-16,2-1 32 15,6-9 98-15,6-14-165 16,-1-7 77-16,-1-1 97 15,-3 4 203-15,-1 4 20 16,-4 7-48-16,-2 10-60 0,1 6-46 16,3 0-68-16,4 15-2 15,1 7 1-15,0 3 0 16,1 2-3-16,-2-3 3 16,-2-6 0-16,-3-8-7 15,-4-6 5-15,0-4 2 16,8-1 9-16,2-20 5 15,9-8-12-15,0-7-2 16,-5 0 2-16,-1 3 0 16,-7 9-2-16,-5 11-1 15,1 10-8-15,-3 3-103 16,4 3-134-16,3 13 134 0,6 2-29 16,1 1 0-1</inkml:trace>
  <inkml:trace contextRef="#ctx0" brushRef="#br0" timeOffset="8191.8">20675 7302 41 0,'0'0'82'0,"0"0"38"16,0 0 84-16,0 0-115 16,0 0-21-16,0 0-41 15,14-42 15-15,-5 23 19 16,-2 2-17-16,-3 0-11 16,-1 2 7-16,-3 6-25 15,0 5-3-15,0 4-12 16,0 0-3-16,0 11-50 15,0 11 27-15,-6 6 16 16,-2 4-5-16,8-2-22 16,0-4-7-16,13-9 14 0,15-8 20 15,2-9 9-15,-2 0 1 16,-2-9 0-16,-2-11 2 16,-7 3-2-16,-3 3 21 15,-4 5 28-15,-6 2-21 16,-2 7-5-16,-2 0-23 15,0 14-11-15,0 9 11 16,-4 2-1-16,-6 1 4 16,0-2 1-16,6-4 4 15,4-8-5-15,0-3 0 16,0-7-1-16,0-2-1 16,0 0 2-16,0-1 10 0,15-18-5 15,12-11-8-15,7-8-51 16,9-3-22-16,4-6 19 15,3 0 23-15,-1-2-10 16,-5 3 41-16,-7 5 27 16,-7 12 65-16,-9 5 18 15,-9 14-71-15,-8 8-9 16,-1 2-30-16,-3 6-3 16,0 17-2-16,0 10 3 15,-3 8 2-15,-6 6-3 16,0 4 3-16,0 2 3 15,0-3-1-15,2-6 1 16,-4-4-3-16,-3-10-51 0,0-13-96 16,-1-17-172-16</inkml:trace>
  <inkml:trace contextRef="#ctx0" brushRef="#br0" timeOffset="8875.44">21183 7207 131 0,'0'0'404'16,"0"0"-391"-16,0 0 33 16,0 0-8-16,0 0 0 15,0 0-2-15,89 49 6 16,-77-28-30-16,1 1-7 0,-2-3 3 16,0 1-8-1,0-5 0-15,-2-4-1 0,0-5-27 16,1-5 0-16,5-1-6 15,0-1 7-15,4-13 14 16,-4-2 13-16,-4 4 15 16,-4 0 15-16,-3 7 9 15,0 2-3-15,0 3-20 16,2 0-16-16,4 0-3 16,3 0 1-16,3 10 2 15,1 0-1-15,5-3 1 16,-3 0-1-16,0-4 1 15,1-3 1-15,-5 0 0 0,1 0 4 16,-1 0 0-16,2 0 4 16,3-5-4-16,0 4-5 15,4 0 0-15,4 1 0 16,0 0-4-16,5 0-9 16,3 4-9-16,-3 4 6 15,3-1 3-15,-1 2-4 16,1-1-11-16,0-5 3 15,0 0 17-15,-2-3-2 16,-4 0 0-16,-3 0-10 16,-5-5 12-16,-4-4-2 15,-2-3-15-15,-4 0-15 16,-3-2 36-16,-4 4 4 16,-2-2 41-16,-3 5 5 0,0 0 42 15,0 4-38-15,0 3-4 16,0 0-46-16,0 0-54 15,0 13 42-15,1 3 8 16,7 5 0-16,5 1-11 16,4 0 4-16,5-5-20 15,3-4-18-15,5-9 36 16,0-4-4-16,1 0-37 16,-4-11 4-16,4-14-130 15,1-9-11-15</inkml:trace>
  <inkml:trace contextRef="#ctx0" brushRef="#br0" timeOffset="9062.75">22559 7040 400 0,'0'0'166'0,"0"-113"88"16,3 74-181-16,-2 17 6 15,-1 14-73-15,0 8-6 16,3 12-20-16,2 27-8 16,2 17-5-16,7 14 33 15,1 4 2-15,1-4-2 16,2-8-3-16,-3-12-18 15,-6-13 0-15,-6-9-38 16,-3-10-73-16,0-17 8 16,-9-1-178-16</inkml:trace>
  <inkml:trace contextRef="#ctx0" brushRef="#br0" timeOffset="9233.78">22657 7008 655 0,'0'0'86'0,"0"0"43"16,96-55-108-16,-41 49-20 16,5 6-2-16,2 0 1 15,-2 2-5-15,-3 16-8 16,-6 1-39-16,-8 1-84 16,-8-6-113-16</inkml:trace>
  <inkml:trace contextRef="#ctx0" brushRef="#br0" timeOffset="9386.92">22709 7207 512 0,'0'0'71'16,"0"0"-71"-16,0 0-22 15,0 0-58-15,0 0-182 16</inkml:trace>
  <inkml:trace contextRef="#ctx0" brushRef="#br0" timeOffset="16103.74">5279 8953 163 0,'0'0'73'0,"0"0"-34"16,0 0 5-16,0 0 26 0,0 0-36 15,0 0-4-15,0 0 26 16,-12-30-5-16,12 24 4 15,-3 0-36-15,3 1 9 16,0 0 20-16,0 4-36 16,-3-1 3-16,3 2-8 15,0 0-7-15,0 0 0 16,0 0 0-16,0 0-4 16,0 0-5-16,12 0 9 15,10 0 0-15,7 0 0 16,2 0 0-16,8 0 0 15,7 0 0-15,8 0 0 16,13 0 1-16,6-4-1 16,6 1 0-16,6-2 0 15,2 2 0-15,1-3-1 0,-3 1 1 16,-5 0 0-16,-1-1 0 16,-3 2-1-16,-1 0 1 15,3-2 0-15,-2 3 0 16,-2-2-1-16,2-1-2 15,2-1-7-15,-2 0 4 16,-3-1 6-16,-5 5 0 16,-7 2-2-16,-2 1 2 15,-6 0 0-15,-3 0-1 16,-1 0 0-16,0 4-1 0,-4 1 0 16,-3-2 0-16,-1 0 1 15,-3-1-1-15,-1-1 1 16,-1-1 0-16,5 0 0 15,-3 0 2-15,-2 0-1 16,-5 0 0-16,-6 0 1 16,-2 0-1-16,-5 0 0 15,-2 0 7-15,-1 0-7 16,-2 0 3-16,-2 0-2 16,-1-1 1-16,-3 1-2 15,-3 0 10-15,-3-2 11 16,-1 2 27-16,0-3 24 15,0 0-14-15,0-2-38 16,0 5-8-16,0-2-5 16,0 2-7-16,0 0 0 0,0 0-16 15,0 0-62-15,0 10-53 16,-3 2 10-16,-3-4-159 16</inkml:trace>
  <inkml:trace contextRef="#ctx0" brushRef="#br0" timeOffset="16259.74">7835 8861 589 0,'0'0'83'15,"0"0"75"-15,0 0-71 16,0 0-56-16,0 0-31 16,0 0-8-16,-31-28-103 0,27 47 45 15,-1 3-70-15,-4-10-135 16</inkml:trace>
  <inkml:trace contextRef="#ctx0" brushRef="#br0" timeOffset="20046.32">10444 9004 134 0,'0'0'76'0,"0"0"-24"16,0 0 22-16,0 0-32 0,0 0-10 16,0 0 16-16,0 0-36 15,-40-40 3-15,36 35 45 16,1 0-3-16,0 3-25 15,3 0 24-15,0 2-22 16,-3 0-25-16,3 0-6 16,0 0 1-16,0 0 6 15,0 0-10-15,0 0-1 16,6 0-6-16,18 0 7 16,16 0 5-16,11 0-3 15,17 0-2-15,14 0 1 16,16 0-1-16,20 0 10 15,12 3-6-15,13 1-1 0,15 3 2 16,9-4-5 0,14-1 5-16,8-2-4 0,-4 0-1 15,-4 0 0-15,-12 0-1 16,-7 4 2-16,-9 1 0 16,-5-2-1-16,-6-1 4 15,-8-2-8-15,-13 0 4 16,-13 0 0-16,-16 0 0 15,-13 0 0-15,-21 0 1 16,-16-2 2-16,-18-3-1 16,-15 2 1-16,-5 0 54 15,-4-1 4-15,0-1-35 16,0 0-19-16,-1-1-4 16,-11 3-2-16,0 0-1 0,-8 3-2 15,-3 0-10-15,-3 13-55 16,4 6-15-16,-1-5-91 15,7-11-290-15</inkml:trace>
  <inkml:trace contextRef="#ctx0" brushRef="#br0" timeOffset="20183.83">13581 8939 696 0,'0'0'35'15,"0"0"-35"-15,0 0-8 16,0 0-102-16,0 0 4 0,0 0-121 16</inkml:trace>
  <inkml:trace contextRef="#ctx0" brushRef="#br0" timeOffset="28748.01">16339 8893 88 0,'0'0'63'0,"0"0"31"16,0 0 18-16,0 0-36 15,0 0-18-15,0 0-7 16,0 0-28-16,-42-45 20 16,41 41-7-16,1 0 8 15,0-1 4-15,0 1-17 16,0-1-17-16,4 1 0 15,10 1-13-15,9 2-1 16,7 1-1-16,11 0 1 0,15 0 0 16,15 0 1-16,23 8 0 15,19-1-1-15,17 0-2 16,15 0 2-16,11 1 0 16,1 0 0-16,2 3 1 15,-2-4-1-15,-4 1 0 16,5-2 0-16,2-3 0 15,4 0-1-15,2-1 1 16,-10-2 0-16,-6 0 3 16,-12 0-1-16,-17 0 3 15,-15 0-1-15,-19-5 1 16,-17 1 7-16,-14 0-1 0,-13 0-8 16,-16 1 5-16,-13 1-1 15,-8-1 1-15,-6 3 13 16,0 0 5-16,0-1-1 15,0-1-8-15,0 1-9 16,0-4-8-16,0 5 0 16,0 0-1-16,0 0 1 15,0 0 0-15,0 0-10 16,0 0-30-16,0 0-38 16,0 9 10-16,0 2-87 15,0-10-221-15</inkml:trace>
  <inkml:trace contextRef="#ctx0" brushRef="#br0" timeOffset="28927.69">19513 8897 603 0,'0'0'99'16,"0"0"17"-16,0 0-55 15,0 0-49-15,0 0-12 16,0 0-39-16,-16-13-2 15,7 29-24-15,-3 2-58 16,3-5-74-16,6-8-115 16</inkml:trace>
  <inkml:trace contextRef="#ctx0" brushRef="#br0" timeOffset="31636.13">4967 10210 222 0,'0'0'49'16,"0"0"12"-16,0 0-2 15,0 0-15-15,0 0-14 0,0 0 4 16,85-31-6-16,-58 25 10 16,12 1-10-16,3 2-5 15,16 2-11-15,12 1-4 16,19 0-1-16,19 0-1 15,16 0 1-15,16 0-3 16,7 0-2-16,4 0-2 16,6 0 1-16,-4 0 2 15,1 0 0-15,-2-4-2 16,-8-4 0-16,-10 2-1 16,-14-1 0-16,-12-2-1 15,-18 4 1-15,-16-2 4 16,-16-1 17-16,-21 1 7 15,-14 3 12-15,-13 1 5 0,-7 3-1 16,-3 0-16-16,0-1-11 16,0-1-7-16,0 1-7 15,0-1-3-15,0 1 1 16,0 1 0-16,0-2 2 16,0 2-3-16,0 0 0 15,0 0-17-15,0 0-83 16,0 0-28-16,0 0 46 15,0 0-10-15,0 2 17 16,0-2 7-16,0 0 39 16,0 0 29-16,0 0 21 15,0 0 48-15,0 0-43 16,0 0-12-16,0 0 0 16,-1 0-12-16,-5 0-2 15,-3 1-35-15,-3 7-44 0,1-3-30 16</inkml:trace>
  <inkml:trace contextRef="#ctx0" brushRef="#br0" timeOffset="33200.42">12549 10028 87 0,'0'0'270'0,"0"0"-178"15,0 0-38-15,0 0-48 16,0 0-6-16,0 0 0 15,-5 0-6-15,5 0 6 16,0 3 8-16,17 0 29 16,8 1 8-16,11 1-18 15,12 0-5-15,12 3-8 16,10-4-11-16,5 3 2 0,5-3-4 16,-3-3-1-16,-2 1 1 15,-8-2 0-15,-6 0-1 16,-7 0 2-16,-10 2-2 15,-9 3 0-15,-12 1-6 16,-9 3-43-16,-14-2-56 16,0-1-112-16</inkml:trace>
  <inkml:trace contextRef="#ctx0" brushRef="#br0" timeOffset="33345.85">13299 10123 383 0,'0'0'108'0,"0"0"39"16,0 0-31-16,0 0-113 16,0 0-3-16,0 0-115 15,-19-8 66-15,14 18-72 16,-1-3-126-16</inkml:trace>
  <inkml:trace contextRef="#ctx0" brushRef="#br0" timeOffset="34732.09">16809 10157 270 0,'0'0'96'0,"0"0"-15"0,0 0-55 16,0 0 15-16,0 0-6 16,0 0-14-16,40-34-11 15,-6 29 3-15,13 5 10 16,10 0-1-16,13 0-4 16,12 0-11-16,9 9 0 15,12 6-7-15,11 0 1 16,18 2 0-16,11 2 1 15,15-5-1-15,18 1-1 16,9-5-2-16,9-3 1 16,-3-6-5-16,-8-1 6 15,-10 0 1-15,-15-1 3 16,-9-12-4-16,-19-3 17 0,-18 1 36 16,-21 1-9-16,-24 4-9 15,-21 0-2-15,-22 5-12 16,-12 0-1-16,-9 3 3 15,-3 0-3-15,0 1-11 16,-4 1-8-16,-16 0-2 16,-5 0-12-16,-5 10-34 15,-1 10-34-15,1-1-67 16,10-8-62-16</inkml:trace>
  <inkml:trace contextRef="#ctx0" brushRef="#br0" timeOffset="34876.3">19652 10168 580 0,'0'0'45'16,"0"0"92"-16,0 0-72 15,0 0-39-15,0 0-26 16,0 0-32-16,0-28-47 16,-6 48-1-16,-7 1-35 15,0-4-156-15</inkml:trace>
  <inkml:trace contextRef="#ctx0" brushRef="#br0" timeOffset="39742.8">17167 11397 24 0,'0'0'271'0,"0"0"-183"15,0 0-25-15,0 0 7 16,0 0-1-16,0 0-37 15,0 0 35-15,-31-65-27 16,34 63-22-16,25 2-18 16,17 0 7-16,21 0 1 15,17 0 6-15,20 5 11 16,19 4 5-16,17 1-22 16,20 3 5-16,17 0-12 15,7 1-1-15,4 3-2 0,-11-3-6 16,-13-4-29-1,-24-1 4-15,-21-8 28 0,-21-1 2 16,-23 0 3-16,-18 0 13 16,-17 0 6-16,-13 0 0 15,-13 0-19-15,-9 0-3 16,-4 3-40-16,-10 9-34 16,-30 3 18-16,-17 0-65 15</inkml:trace>
  <inkml:trace contextRef="#ctx0" brushRef="#br0" timeOffset="40492.9">17128 12397 104 0,'0'0'184'0,"0"0"-171"16,0 0-6-16,0 0 5 15,0 0 7-15,0 0-12 16,-63-24-4-16,63 24-2 16,0 3 4-16,25 4 64 15,16 3 16-15,23 0-32 16,27 3-5-16,25 2-19 16,26 2-5-16,19 2-13 15,13-2-8-15,6-3-2 0,-7-3-1 16,-10-2-28-1,-17-6 27-15,-19-3 1 0,-21 0 0 16,-16 0 26-16,-15-3 11 16,-14 3 3-16,-16 0-17 15,-15 0-23-15,-17 5-12 16,-13 10-76-16,-13-3-78 16,-35-5-168-16</inkml:trace>
  <inkml:trace contextRef="#ctx0" brushRef="#br0" timeOffset="40636.23">18824 12659 600 0,'0'0'71'0,"0"0"-71"0,0 0-95 15,0 0-54-15,0 0-233 16</inkml:trace>
  <inkml:trace contextRef="#ctx0" brushRef="#br0" timeOffset="41291.43">16979 13782 245 0,'0'0'81'16,"0"0"76"-16,-96-53-53 15,82 40-45-15,6 8-21 16,5 1 16-16,3 3-36 16,0 1-1-16,6 0-17 15,32 5 0-15,24 13 4 0,31 0-2 16,33 3 0-1,19-1 5-15,19 0-4 0,3-3 12 16,-3-3-12-16,-7-4-3 16,-11-7 2-16,-9 0-2 15,-8-2 2-15,-15 1-2 16,-15-2-1-16,-21 0 1 16,-24 0 1-16,-24 0 4 15,-16 0-4-15,-12 0-1 16,-2 5-36-16,-4 6-85 15,-22-2 19-15,-12 2-294 16</inkml:trace>
  <inkml:trace contextRef="#ctx0" brushRef="#br0" timeOffset="41437.88">18633 13984 603 0,'0'0'98'15,"0"0"-22"-15,0 0-76 16,0 0-147-16,-40 85 49 16,2-56-325-16</inkml:trace>
  <inkml:trace contextRef="#ctx0" brushRef="#br0" timeOffset="42024.59">17117 14958 344 0,'0'0'88'15,"0"0"-8"-15,0 0-15 16,0 0-33-16,0 0-9 16,0 0-18-16,50-15 0 15,5 14 9-15,18 1 29 16,18 0 30-16,22 0-36 15,23 8-26-15,21 1-9 0,16-3-2 16,7-5-9-16,-1-1-21 16,-6 0-23-16,-17-4 31 15,-15-5 3-15,-24-1 19 16,-28 3 36-16,-28 1-21 16,-28 5-9-16,-23 1-6 15,-10 0-60-15,-13 7-67 16,-21 2-111-16</inkml:trace>
  <inkml:trace contextRef="#ctx0" brushRef="#br0" timeOffset="42173.82">18890 14916 842 0,'0'0'95'16,"0"0"-95"-16,0 0-25 15,0 0-61-15,0 0-108 16,0 0-146-16</inkml:trace>
  <inkml:trace contextRef="#ctx0" brushRef="#br0" timeOffset="43689.1">17540 16271 128 0,'0'0'40'16,"0"0"5"-16,0 0 3 15,0 0-3-15,0 0 18 0,0 0 27 16,-88-34-2-1,60 24-28-15,-2 1-3 0,0 2 18 16,6 1-33-16,5 3-18 16,3 3-18-16,6 0-4 15,6 0-2-15,1 0 1 16,3 0-1-16,0 0-1 16,0 0-4-16,6 3-1 15,22 7 6-15,20 0 3 16,17 0 0-16,25-4 1 15,22 0-4-15,20-1 1 16,16-5-2-16,3 0-31 16,-8 0-3-16,-4 0 26 15,-12-2 9-15,-13 1 2 16,-14 1-1-16,-10 0 1 0,-17 0-1 16,-21 0 1-16,-16 0 0 15,-18 0-1-15,-12 0 4 16,-5 0 24-16,1 0-23 15,-2 0-6-15,0 5-32 16,0-2-96-16,0-3-139 16</inkml:trace>
  <inkml:trace contextRef="#ctx0" brushRef="#br0" timeOffset="43846.89">18939 16225 387 0,'0'0'453'15,"0"0"-335"-15,0 0-86 16,0 0-32 0,0 0-1-16,0 0-16 0,31-20-34 15,-14 35-54-15,-4-5-100 16,-3-5-233-16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08:55.491"/>
    </inkml:context>
    <inkml:brush xml:id="br0">
      <inkml:brushProperty name="width" value="0.05292" units="cm"/>
      <inkml:brushProperty name="height" value="0.05292" units="cm"/>
      <inkml:brushProperty name="color" value="#FF0000"/>
    </inkml:brush>
  </inkml:definitions>
  <inkml:trace contextRef="#ctx0" brushRef="#br0">20745 7471 73 0,'0'0'36'15,"0"0"25"-15,0 0 0 16,0 0 7-16,0 0 7 16,0 0-2-16,0 0-18 15,0 0-3-15,0 2-20 16,-1-2-7-16,1-4 50 16,0-1-49-16,0 2-21 0,0-2 4 15,0 3-3 1,0 1 2-16,0 0 12 15,0-1-5-15,0 2 4 0,0-1-7 16,0 1 1-16,0-3-3 16,0-1-5-16,0-2 1 15,9-2-6-15,7 0 0 16,2-4 0-16,1-1 0 16,-2 1 2-16,5-2-1 15,2-3 4-15,4-3-5 16,2-1-5-16,-6 2 4 15,-7 4 1-15,-4 3 0 16,-7 0-2-16,-2 2 4 16,-1 3-4-16,-1 4 1 15,-2 0 0-15,0 3-6 0,0 0-5 16,0 0-10-16,0 0-22 16,0 5 3-16,-9 8 39 15,-3 2 0-15,3 1 4 16,0 4-2-16,4-3 0 15,2 0-4-15,3-1-1 16,0-1-6-16,0 1 6 16,0-2 4-16,0 0 1 15,0 0 0-15,2-1 0 16,1-1 0-16,-2 2-2 16,-1-5 1-16,0 2 0 15,0-3 1-15,0-2 1 16,0-1-1-16,-4-1-4 15,-5 0-3-15,-3 2 7 0,-4 0 23 16,-2 2-9-16,0-3-6 16,4 1-6-16,-2-2-2 15,3-2 4-15,-1-1-1 16,2-1 2-16,3 0-5 16,0 0 3-16,5 0-2 15,3 0-1-15,1 0-24 16,0 0-55-16,0 0-51 15,3 0-84-15,5 0 69 16</inkml:trace>
  <inkml:trace contextRef="#ctx0" brushRef="#br0" timeOffset="142.83">20817 7548 136 0,'0'0'130'16,"0"0"5"-16,0 0 23 16,0 0-62-16,0 0-36 15,0 0-21-15,0 0 1 16,0-9 9-16,0 9-9 15,0 0-40-15,0 0-5 16,0 3-167-16,0 4-3 16</inkml:trace>
  <inkml:trace contextRef="#ctx0" brushRef="#br0" timeOffset="21016.88">11214 2905 343 0,'0'0'60'0,"0"0"51"16,0 0-42-16,0 0 32 15,0 0-40-15,0-80-15 16,0 68-15-16,0 2-7 15,0 3 0-15,0 0 0 16,0 3-10-16,0 3 15 16,0 1-25-16,0 0-4 15,3 0 0-15,6 0-3 16,9 4-15-16,13 17 15 16,8 12 2-16,10 6 1 15,-1 11 0-15,-4 3-1 0,-8 2 1 16,-7-3 0-16,-10-4 0 15,-8-9-4-15,-2-12 3 16,-5-8-1-16,-2-11-5 16,-2-6 7-16,0-2 5 15,0-4 8-15,0-21 21 16,0-9-30-16,-5-10-4 16,5-6-3-16,0 1 2 15,5 2-2-15,17 7 3 16,9 4-3-16,8 8-22 15,9 7-31-15,5 7-50 0,2 5-50 16,-5 3-130-16</inkml:trace>
  <inkml:trace contextRef="#ctx0" brushRef="#br0" timeOffset="21229.56">12036 2914 704 0,'0'0'114'15,"0"0"-46"-15,0 0-29 16,0 0-28-16,0 0-11 16,0 0-8-16,89-16 5 15,-28 16-41-15,7 10-46 0,-4 4-101 16,-17-5-91-16</inkml:trace>
  <inkml:trace contextRef="#ctx0" brushRef="#br0" timeOffset="21397.24">12030 3063 505 0,'0'0'146'0,"0"0"-36"15,0 0-71-15,0 0-33 16,0 0-4-16,140-13-2 15,-64 13-5-15,4 0-1 16,0 0-79-16,-6 0-83 0,-18-10-195 16</inkml:trace>
  <inkml:trace contextRef="#ctx0" brushRef="#br0" timeOffset="21636.86">12563 2771 561 0,'0'0'59'16,"0"0"83"-16,0 0-42 15,0 0-92-15,0 0-8 16,0 0 0-16,52 73 0 16,-32-15 1-16,3 8 1 15,1 1-1-15,-2-4-1 0,2-6-17 16,-6-7-22-16,-4-4-22 15,-6-5-40-15,-6-17-60 16,-2-15-258-16</inkml:trace>
  <inkml:trace contextRef="#ctx0" brushRef="#br0" timeOffset="22167.47">13114 2972 574 0,'0'0'132'0,"0"0"-46"15,0 0-43-15,51-78-25 16,-32 58 8-16,1-1-9 16,1-2-12-16,-1 1-3 15,-6 2 2-15,-5 3-4 16,-9 3 0-16,0 1 0 15,0 2-4-15,-16 1-7 16,-1 1-20-16,-1 5 14 16,2 4 15-16,2 0-15 15,5 9-11-15,1 15 6 16,5 9 14-16,3 6 3 16,0 5 4-16,22 4 1 15,6-4 0-15,0-3 0 0,1-7 1 16,-11-7-1-16,-6-6 1 15,-8-4-1-15,-4-2 1 16,0-5-1-16,-3-3 3 16,-13-3-2-16,-2-4 3 15,-5 0 5-15,1 0 6 16,1-17 14-16,5-6 1 16,7-5-4-16,9-6-13 15,1-2-9-15,29 2-4 16,15 0-5-16,10 4-19 15,3 5-14-15,3 1 8 16,-1 7-6-16,-6 7-19 0,-5 4-35 16,-9 2-95-16,-10-1-32 15</inkml:trace>
  <inkml:trace contextRef="#ctx0" brushRef="#br0" timeOffset="22382.44">13726 2776 582 0,'0'0'151'16,"0"0"-31"-16,0 0-47 15,0 0-53-15,0 0-20 16,0 0-8-16,1 17 3 16,1 17 5-16,1 13 3 0,-2 8-3 15,0 1-18 1,1 1-44-16,-2-6-54 0,0-16-51 15,0-18-158-15</inkml:trace>
  <inkml:trace contextRef="#ctx0" brushRef="#br0" timeOffset="22558.26">13636 2975 741 0,'0'0'22'0,"0"0"46"15,0 0-33-15,0 0-23 16,0 0 6-16,0 0-15 0,103-54-2 16,-57 54-1-16,8 0 0 15,7 0-18-15,3 0-108 16,2 0-128-16</inkml:trace>
  <inkml:trace contextRef="#ctx0" brushRef="#br0" timeOffset="23097.56">14166 2802 643 0,'0'0'97'16,"0"0"-39"-16,0 0-38 15,0 0-5-15,0 0-2 16,0 0 9-16,22-72-17 16,-10 68-5-16,6-1 0 15,3 2-2-15,1-1 2 16,3 3-1-16,-2 1 1 16,-6 0-6-16,0 0-21 15,-8 0-32-15,-3 1-16 16,-3 6-5-16,-3 4 22 0,0 0 35 15,-16 1 9 1,1 0 0-16,0 0 13 0,4-3 1 16,3-1 2-16,6 2-1 15,2 3 1-15,0 6 7 16,0 5 3-16,9 5 1 16,8 4-6-16,5-2-6 15,-2-1 2-15,-3-6 2 16,-4-2-1-16,-8-3-4 15,-5-5 3-15,0 2-1 16,-6-3 1-16,-13-2-3 16,-7-5 2-16,3-3 2 15,1-3 3-15,3 0 2 16,4 0 33-16,8 0 8 16,3 0-50-16,4 0-22 15,8-6-145-15,21-8-176 0</inkml:trace>
  <inkml:trace contextRef="#ctx0" brushRef="#br0" timeOffset="23284.67">14551 2928 336 0,'0'0'364'0,"0"0"-255"16,0 0-29-16,0 0-53 15,0 0-27-15,0 0-3 0,106-62 2 16,-50 62-34-16,4 0-67 16,-2 0-73-16,-16 0-211 15</inkml:trace>
  <inkml:trace contextRef="#ctx0" brushRef="#br0" timeOffset="23467.32">14515 3025 660 0,'0'0'29'15,"0"0"-28"-15,112-7 2 16,-45 2 0-16,4-2-3 0,7 6-3 16,0 0-90-1,-8 0-67-15,-14-7-72 0</inkml:trace>
  <inkml:trace contextRef="#ctx0" brushRef="#br0" timeOffset="23830.52">15089 2839 752 0,'0'0'49'16,"0"0"-7"-16,0 0-37 15,0 0-2-15,100-34-3 16,-67 34-1-16,-5 18-1 0,-4 8 1 16,-14 5-13-16,-10 3-21 15,-9 0-22-15,-29 2 18 16,-6-3 12-16,1-7-16 16,9-6 12-16,16-9 31 15,10-5 0-15,8-6 0 16,0 0 79-16,0 0 62 15,3-3-90-15,23-10-51 16,13-1-8-16,10 1 8 16,9-1-3-16,-1 5-10 15,-7 0-16-15,-6 7-5 16,-7-1-48-16,-10 1 4 16,-6-4-175-16</inkml:trace>
  <inkml:trace contextRef="#ctx0" brushRef="#br0" timeOffset="24035.37">15591 2822 643 0,'0'0'112'0,"0"0"-10"16,0 0-38-16,0 0-12 16,0 0-20-16,0 0-21 15,-4-65-11-15,4 74-10 16,3 18 2-16,15 12 5 15,0 12 3-15,1 3-29 0,-6-2-24 16,-5-3-18-16,-2-8-11 16,-4-10-57-16,2-18-60 15</inkml:trace>
  <inkml:trace contextRef="#ctx0" brushRef="#br0" timeOffset="24216.21">15795 2825 742 0,'0'0'29'16,"0"0"5"-16,0 0-1 15,0 0-19-15,0 0-5 16,0 0-9-16,46-29-8 16,-18 42-17-16,8 3-46 15,6-5-71-15,-2-9-118 0</inkml:trace>
  <inkml:trace contextRef="#ctx0" brushRef="#br0" timeOffset="24446.24">16212 2595 685 0,'0'0'106'0,"0"0"1"15,0 0-68-15,0 0-29 16,0 0-10-16,0 0-12 15,9 42 9-15,8 18 3 16,4 14 0-16,1 10 0 0,-3-5-21 16,1 0-40-16,-3-8-5 15,-3-9-21-15,4-12-28 16,3-17-158-16</inkml:trace>
  <inkml:trace contextRef="#ctx0" brushRef="#br0" timeOffset="24612.98">16682 3146 950 0,'0'0'33'15,"0"0"-3"-15,0 0-11 16,0 0-18-16,0 0-1 16,0 0-12-16,13-50-27 0,2 64 6 15,3 8-16-15,-1 2-87 16,-3-7-204-16</inkml:trace>
  <inkml:trace contextRef="#ctx0" brushRef="#br0" timeOffset="27718.36">8980 8422 44 0,'0'0'44'15,"0"0"-9"-15,0 0 21 16,0 0-2-16,0 0 33 15,0 0-17-15,0-25-25 16,0 23-30-16,0 0 4 16,0 1 1-16,0-1-7 0,0 2 0 15,0 0-6-15,0 0-4 16,0 0-2-16,0 0-1 16,0 0 1-16,0-1 0 15,0 0 15-15,0-1 28 16,0-1-29-16,-2 1 0 15,1-3 5-15,-1 2-7 16,2 3 1-16,0-1-8 16,0 1-3-16,0 0 0 15,0-1-3-15,0-2 0 16,0 0 1-16,0-1-1 16,0 1 0-16,0-2 1 15,0 4 8-15,0 0 7 0,0 1-4 16,0 0-7-16,0 0-5 15,0 0-3-15,0 0 2 16,0 0-1-16,0 0 1 16,0 0-4-16,0 2 5 15,0 9 1-15,0 0-1 16,0 2 0-16,0-3 0 16,0 3-1-16,0-2 2 15,0 3 0-15,0-2 0 16,0 1-1-16,0-1 2 15,0 1-2-15,0 0 2 0,2-1-2 16,1-3 2-16,0-1-2 16,-2-5-1-16,-1 2 1 15,1-5 1-15,-1 1 2 16,0 0-1-16,0-1-2 16,0 0 0-16,0 2 0 15,0 1 0-15,0-1 1 16,0 1-1-16,0 0 0 15,0 2 0-15,0-4 1 16,0 3-1-16,0-1 0 16,0-2 0-16,0-1 0 15,0 0 1-15,0 0 0 16,0 0 5-16,0 0 0 16,0 0 9-16,0 0 10 0,0 0-11 15,0 0-10-15,0 0-4 16,0 0 0-16,0 0 0 15,0 0 1-15,0 0-1 16,0 0 2-16,0 0-1 16,0 0 9-16,0 0 12 15,0 0-3-15,3-1-2 16,-3-3-17-16,3 1 0 16,2 3-31-16,2 0-119 15,3 0-43-15,-2-3-201 16</inkml:trace>
  <inkml:trace contextRef="#ctx0" brushRef="#br0" timeOffset="27877.77">9090 8533 184 0,'0'0'236'16,"0"0"-79"-16,0 0-81 15,0 0-34-15,0 0-42 16,0 0-95-16,0 4 17 15,0 9-105-15,0-3-117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09:50.854"/>
    </inkml:context>
    <inkml:brush xml:id="br0">
      <inkml:brushProperty name="width" value="0.05292" units="cm"/>
      <inkml:brushProperty name="height" value="0.05292" units="cm"/>
      <inkml:brushProperty name="color" value="#FF0000"/>
    </inkml:brush>
  </inkml:definitions>
  <inkml:trace contextRef="#ctx0" brushRef="#br0">14622 4400 397 0,'0'0'39'0,"0"0"6"15,0 0 0-15,0 0-26 16,0 0 19-16,0 0-14 0,0 0-11 15,-15-29 16 1,12 25 28-16,2 0-17 0,-3 1-26 16,2 2-6-16,1 1 3 15,1 0-7-15,0 0-4 16,0 0-3-16,0 0 1 16,0 0-12-16,0 0-12 15,10 0 19-15,11 0 7 16,13 1 3-16,13 5 0 15,15-1-1-15,11 2 1 0,15 1 1 16,19-2 4 0,17-1-6-16,18-5-2 0,11 0-1 15,6 0-4-15,-6-3-11 16,-5-3 13-16,-15-5 3 16,-15 2 1-16,-18 1 1 15,-18 1 4-15,-18 0 7 16,-15 2 14-16,-13 0 9 15,-14 2 2-15,-12 2-10 16,-6-1 8-16,-4 2-5 16,0 0 0-16,0 0-3 15,0 0 4-15,0-2-2 16,0 2-15-16,0 0-13 16,0 0-2-16,0 0-12 15,0 0-35-15,0 0-17 0,0 5-91 16,0 4-120-16,0-2-72 15</inkml:trace>
  <inkml:trace contextRef="#ctx0" brushRef="#br0" timeOffset="197.03">16706 4350 565 0,'0'0'189'0,"0"0"-44"15,0 0-86-15,0 0-25 16,0 0-28-16,0 0-6 0,-2-9-6 16,2 9-24-1,0 1-111-15,0 12-35 0,-3-2-79 16,0-7-74-16</inkml:trace>
  <inkml:trace contextRef="#ctx0" brushRef="#br0" timeOffset="3331">5281 15444 62 0,'0'0'79'16,"0"0"-47"-16,0 0 21 15,0 0-27-15,0 0-20 16,0 0 2-16,-45-10 13 16,37 8-4-16,-2 0 2 15,4 1 9-15,0-2 19 16,0 1 5-16,3-2-19 16,0 4-4-16,-1-1-14 15,1 1-10-15,0 0-3 16,-1-2-1-16,2 1 2 0,-3 0 15 15,5-1 9-15,0 0 5 16,-3 0 15-16,3 0-5 16,0-1-28-16,0-1 2 15,0 4 4-15,0-2-14 16,0 1-2-16,0-1-3 16,0 1-1-16,15-2-2 15,3 1 1-15,6 1 2 16,8 0 0-16,7 1-1 15,12 0-1-15,9 0 1 16,8-1 0-16,7-2 0 16,4-2 1-16,0 2-1 0,-1 0 0 15,-1 3 0 1,-2 0 1-16,-1 0-1 0,-5 0 0 16,-5 0 0-16,0 0 0 15,5 0-1-15,6 0 1 16,9 0 1-16,2 0 1 15,5 0-4-15,-1-9 2 16,3 0 0-16,-2-1 0 16,-4 3 2-16,-7 0-2 15,-4 4 0-15,2 1 0 16,0 2 0-16,0 0 1 16,1 0-1-16,-1 0 1 15,5 0 1-15,-1 0-1 0,-5 0-1 16,-5 0 0-1,-1 0-3-15,-3 0 3 0,4 0 0 16,-2 0 0-16,-3-2 2 16,-1-1-2-16,-6 2 0 15,1 0 0-15,1 1 0 16,1 0 0-16,5 0 0 16,-4 0 1-16,2 0 0 15,-2 0-1-15,-1 0 2 16,-2 0-2-16,-3 0 0 15,-4 0-2-15,-6 0 2 16,-2 0 0-16,-3 1 0 16,2 5 0-16,-3 1 0 15,2-2 0-15,-2 0 0 0,-3-2 0 16,-2-3 0-16,-10 0 2 16,-7 0-2-16,-8 0 1 15,-7 0 12-15,-3 0 48 16,-2-1-6-16,0-2-17 15,0-2-20-15,0-1-13 16,-2 1-4-16,-7 3-1 16,2 2-3-16,-4 0 3 15,-2 0-10-15,1 7-28 16,0 8-39-16,2-2-80 16,5-5-123-16</inkml:trace>
  <inkml:trace contextRef="#ctx0" brushRef="#br0" timeOffset="3498">9430 15374 515 0,'0'0'103'15,"0"0"66"-15,0 0-59 16,0 0-61-16,0 0-33 16,0 0-16-16,-4-16-32 15,4 24-16-15,0 5-6 16,0 2-105-16,0-4-62 15</inkml:trace>
  <inkml:trace contextRef="#ctx0" brushRef="#br0" timeOffset="8610.96">14356 15857 118 0,'0'0'69'0,"0"0"-5"15,0 0-27-15,0 0 19 0,0 0 27 16,0 0-54-16,-83-19 1 16,74 17 30-16,3-1-31 15,2-2 17-15,1 4-28 16,1-2 5-16,1 3-10 15,-1 0-7-15,2 0 1 16,-1 0 2-16,1 0 18 16,0 0-3-16,-2 0-4 15,2 0 4-15,0 0-16 16,0 0-5-16,0 0-2 0,0 0 0 16,0 0 0-1,0 0-1-15,0 0-2 16,0 0 0-16,0 0 0 0,0 0-1 15,0 0 3-15,9 0 0 16,5 0 0-16,5 0 1 16,6 0 1-16,4 1-2 15,4 1 0-15,2-1 1 16,4-1-2-16,2 0 2 16,3 0 0-16,1 0-1 15,-5 5 0-15,1-2 0 16,-1-1 0-16,-6 1 0 15,3 0-4-15,5 0 3 16,4-2 1-16,5 1 0 16,-3-2 3-16,-1 2-3 0,0-2 0 15,3 0 0-15,4 0 1 16,-3 0-1-16,1 0 0 16,0 0 1-16,-7 0-1 15,3 0 0-15,1 0 1 16,2 0-1-16,7 0-1 15,-1 0 1-15,2 0 0 16,-4 0 0-16,-2 0 1 16,-6 0-2-16,-6 0 1 15,-7 0 0-15,-5 0 0 16,-6 0 0-16,-2 0 0 16,-6 0 0-16,1 0 0 0,-2 0-1 15,-1 0 2 1,-1 0-1-16,0-2 0 0,-2 2 1 15,3-2-2-15,0 2 2 16,0-1-1-16,1-1 1 16,-2 2-1-16,0-1 1 15,2-2-1-15,5 3 0 16,3-1 0-16,3 1 1 16,5 0-1-16,3 0 0 15,0 0 0-15,1 0 0 16,-1 0 0-16,-2 0 0 15,5 0 0-15,-3 3-1 16,-4 1 1-16,-4-1-1 16,-2-1 1-16,-6-1 0 15,-7-1 0-15,-2 0 0 0,-5 0 2 16,-3 0 6-16,4 0 12 16,-4 0-1-16,0 0-10 15,0 0-5-15,0 2-2 16,0-2-2-16,0 2 0 15,0-2 0-15,0 0 0 16,0 0 2-16,0 0-1 16,0 0-1-16,0 0 3 15,0 1-3-15,0 2-1 16,0 2-1-16,0 4-15 16,-4 0-31-16,-4 1-73 15,-1-5-32-15,0-5-298 16</inkml:trace>
  <inkml:trace contextRef="#ctx0" brushRef="#br0" timeOffset="10509.28">4505 16913 206 0,'0'0'24'0,"0"0"93"16,0 0-35-16,91-4-15 16,-49 4-17-16,11-1-24 15,7 1-9-15,7 0-9 16,5 0 1-16,5 0 2 15,4 0-5-15,1-3-2 16,-3 0-2-16,-7-4 1 16,-10 0-1-16,-8-3-1 15,-9 1-1-15,-10 1 1 16,-14-1 6-16,-9 6 22 16,-7-1 29-16,-5 4-5 0,0 0-53 15,0 0-21 1,-6 10-71-16,-12 4 11 15,3 3-234-15</inkml:trace>
  <inkml:trace contextRef="#ctx0" brushRef="#br0" timeOffset="10675.3">5470 16907 657 0,'0'0'186'15,"0"0"-100"-15,0 0-79 16,0 0-7-16,0 0-158 0,0 0-55 16,16 5-257-1</inkml:trace>
  <inkml:trace contextRef="#ctx0" brushRef="#br0" timeOffset="13552.36">16787 16710 130 0,'0'0'77'16,"0"0"-20"-16,0 0 3 16,0 0-31-16,0 0 24 15,0 0 6-15,-29-18-5 16,25 16-42-16,2-1 31 15,2 1-25-15,-1 0 26 16,1 2-10-16,0-1-24 16,0 1-3-16,0 0-4 15,0-2 3-15,0-1 1 16,0 2 0-16,0 0-3 16,0-1-3-16,0 2 0 15,0 0-1-15,0 0-2 0,1 0 0 16,6 0 1-16,0 0-6 15,3 0-2-15,1 0 8 16,3 0 1-16,4 0-4 16,3 0 1-16,5 0 3 15,6 0 0-15,3 0 0 16,3 0 0-16,0 0-2 16,5 0 2-16,2 0 0 15,7 0 0-15,3 0 0 16,2 0 0-16,0 0 1 15,1 0-1-15,-3 0 0 0,-3 0 1 16,-1 0-1 0,-2 0 1-16,-1 0 0 0,-1 0 0 15,-3-3 1-15,0-2 8 16,-2 1 2-16,-3-1-9 16,0 3 1-16,-3-3-3 15,-4 2 1-15,3 2-2 16,-1-1 2-16,1 0-1 15,1 1-1-15,0 1 0 16,2-2 4-16,1 2-4 16,2-1 0-16,1 1 0 15,3 0 0-15,1 0 0 16,3 0 0-16,1 0 0 16,0-1 1-16,2-1-1 15,-1 0 1-15,-3-1-1 0,-3 3 1 16,-1 0-1-16,0 0 0 15,0 0 0-15,0 0 0 16,-1 0 2-16,2 0-2 16,-3 0 0-16,1 0-3 15,-3 0 3-15,1 0 0 16,3 0 1-16,1 0-1 16,5 0 2-16,1 0-4 15,7 0 1-15,-4 0 1 16,1 0 0-16,-1 0 0 15,1 0 1-15,-1 0-1 16,-3 0 0-16,2 0 0 16,-1 0 0-16,-1 0 0 15,-3 0 0-15,-1 0 0 0,0 0 2 16,-1 0-1-16,2 0-1 16,4 0 1-16,1 0-1 15,3 0 0-15,-4 0-1 16,2 0 1-16,-1 0-1 15,-2 0 1-15,3 0 0 16,-2-2 0-16,-1 2 0 16,-3-1 0-16,-2 1 0 15,-4-2 0-15,-2 2 1 16,-5-1 3-16,-3-1-1 16,-2 1 6-16,-6-2 7 15,0 1 0-15,-4-1-3 0,-2-1 7 16,-3 2-8-16,-6 0-2 15,-4 1 5-15,-5 1 7 16,0 0-3-16,0 0 2 16,0-2-1-16,0 1-4 15,0-1-3-15,0 2-6 16,0-3 2-16,0 3-5 16,0-2-3-16,0 2 1 15,0 0-2-15,0 0 0 16,0 0-2-16,0 0 2 15,0 0-4-15,0 0-5 16,0 0-2-16,0 0 1 16,0 0 8-16,0 0 0 0,0 0 2 15,0 0 0-15,0 0 0 16,0 0 1-16,0 0-1 16,0 0-1-16,0 0 1 15,0 0 0-15,0 0 0 16,0 0 0-16,0 0 1 15,0 0-2-15,0 0 1 16,0 0 0-16,0 0 1 16,0 0 0-16,0 0 0 15,0 0-1-15,0 0 0 16,0 0 0-16,0 0 0 16,0 0 0-16,0 0 0 0,0 0-1 15,0 0-7-15,0 0-19 16,0 0 1-16,0 0 9 15,0 5 6-15,0 1-54 16,0 0 5-16,0 1-32 16,0-1-13-16,0-3-140 15,-3-3 6-15</inkml:trace>
  <inkml:trace contextRef="#ctx0" brushRef="#br0" timeOffset="24973.8">14219 18042 188 0,'0'0'62'0,"0"0"-37"16,0 0 23-16,0 0-35 15,0 0 13-15,0 0 33 16,0 0-31-16,0 0-15 16,-20-15-1-16,17 13-10 15,3 0 9-15,0 2-4 16,-2 0-5-16,1-3 1 15,-2 3-1-15,-1-2-2 16,0 2 1-16,-3-1 0 16,2-1 4-16,-1 1-2 0,-2 1-2 15,1-3 11-15,-3 3-1 16,-1-1-4-16,1 1 4 16,-3 0-5-16,2 0-4 15,-2 0 2-15,-3 0 1 16,4 0 1-16,0 0 3 15,-1 0-1-15,6 0 2 16,3 0-4-16,2 0 0 16,2 0-6-16,0 0 0 15,0 5 0-15,12 3 0 16,6-3 0-16,10 1 1 16,7-3 0-16,9 0-1 15,4-3-1-15,8 2 1 0,9 0 0 16,9-2-1-16,4 0-12 15,4 0-8-15,5 0-29 16,-3 0 18-16,2 0-11 16,-6 0 20-16,-3-4 22 15,-5 4 1-15,-4 0 0 16,0 0-4-16,-6 0-28 16,-3 0-12-16,-8 4-7 15,-10 3 50-15,-3-1 1 16,-7 1 5-16,-1-4 37 15,-4 0 20-15,0-3-11 16,0 0-29-16,-3 0-4 0,1 0-11 16,-3 0-3-1,-5 0 0-15,-1 0 9 0,-4-3 4 16,-4 1-1-16,-2-1 8 16,-4 2 0-16,0-3-2 15,1 3 2-15,2-1 7 16,1 0-3-16,0 1 2 15,2-3-7-15,0 2-12 16,2 1-4-16,-3 1-3 16,-1 0 3-16,-2 0-3 15,-3 0 7-15,0-2 9 16,0 0 8-16,0-1 2 16,0 0-6-16,0 0-13 15,0 0 7-15,0 2-6 16,0-1-4-16,0 2-8 0,0 0 0 15,0 0 0-15,0 0 1 16,0 0-1-16,0 0 0 16,0 0 0-16,0 0 0 15,0 0 0-15,0 0-1 16,0 0-25-16,0 0-49 16,-3 0-71-16,-2 2-17 15,-2-2-325-15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0:40.192"/>
    </inkml:context>
    <inkml:brush xml:id="br0">
      <inkml:brushProperty name="width" value="0.05292" units="cm"/>
      <inkml:brushProperty name="height" value="0.05292" units="cm"/>
      <inkml:brushProperty name="color" value="#FF0000"/>
    </inkml:brush>
  </inkml:definitions>
  <inkml:trace contextRef="#ctx0" brushRef="#br0">16769 8352 56 0,'0'0'37'0,"0"0"33"15,0 0-45-15,0 0 10 16,0 0 0-16,0 0 5 15,0 0-32-15,-53-78-5 16,43 67-1-16,2 1 10 0,-3 0-4 16,0-1 7-16,-2 3 72 15,4-1-58-15,-2 0-24 16,0 2 13-16,0-1-9 16,-5 3-4-16,-1-2-5 15,-2 2 4-15,2-1 0 16,-2-1 3-16,0 2 40 15,2 0-36-15,-1 0-8 16,3 2 9-16,6 1-9 16,4 1 0-16,2 1-1 15,3 0 0-15,0-1 1 16,0 1-2-16,0 0-1 0,0 0 0 16,0 0 0-16,0 0-4 15,0 0 3-15,3 0 1 16,7 7 5-16,5 0-2 15,4 0 0-15,1 1 1 16,7 0-4-16,2 1 5 16,10-3 0-16,4 2 13 15,14-3-9-15,6 2 1 16,8 0-3-16,12 1 1 16,6-2 5-16,5 2-12 15,3-5 8-15,0 1-9 16,-1 1 11-16,-2 0-6 15,0-2-1-15,2 0-4 0,-1 1 10 16,1 1-10 0,5-3-2-16,2 3 2 0,7-1 1 15,1-1 1-15,2 4-4 16,1-3 2-16,-4 0 0 16,-1-2-1-16,-4 1 1 15,-3-2 0-15,-3-1 5 16,-5 0-5-16,-2 0 7 15,-3 0-7-15,3 1 0 16,-4 1 5-16,0-1-5 16,-5-1-2-16,-7 0 2 15,-1 0 0-15,-2 0 1 0,-3 0-1 16,0 2-2 0,-4 2 2-16,1-1 0 0,-6 0 2 15,-1 2-1-15,-7-1-1 16,-8-1 0-16,0 0 1 15,3-2-1-15,5 1 13 16,9-2-1-16,12 1-3 16,1 2-8-16,7 1 2 15,0-2-3-15,4 0 0 16,-4 0 3-16,-4 1-3 16,-8-3 2-16,-7 0 11 15,-5 0 9-15,-5 0-2 16,-11 0 0-16,-14 0-10 0,-14 0-9 15,-8 0 2 1,-6 0-3-16,0 0 0 0,0 0-1 16,0 0 1-16,0 0 2 15,-12 3-2-15,-24 11-56 16,-13 3-99-16,-2-4-23 16</inkml:trace>
  <inkml:trace contextRef="#ctx0" brushRef="#br0" timeOffset="165.71">21333 8439 689 0,'0'0'40'0,"0"0"43"16,0 0-83-16,0 0-51 15,0 0-94-15,0 0 17 16,-28 26-181-16</inkml:trace>
  <inkml:trace contextRef="#ctx0" brushRef="#br0" timeOffset="7691.97">12904 2682 41 0,'0'0'32'16,"0"0"-16"-16,0 0 51 16,0 0-25-16,0 0 4 15,0 0-27-15,0 0 38 0,-16-22-45 16,14 22-12-16,-1 0 0 16,0 0-12-16,1 0-16 15,-1 0 12-15,3 0 9 16,-1 0 7-16,1 0 1 15,-4 0 6-15,4-3 16 16,-3 0 11-16,0 0-8 16,-2-2 11-16,1 0-14 15,0 2 20-15,0-1-31 16,-3 0 32-16,2-2 5 16,-2 1-18-16,1 0-1 15,1-2 22-15,1 2-10 16,0 1 3-16,4 1-25 0,-2 1 3 15,2 1-9 1,0 1 1-16,0-2-15 0,0 2-3 16,15 0-10-16,18 0 13 15,20 11 3-15,13 12-2 16,7 11-2-16,-1 12-1 16,-11 5-1-16,-16 4 3 15,-16-1-5-15,-11-4 4 16,-15-8-3-16,-3-6-2 15,0-11 5-15,-10-9 1 16,4-9 3-16,1-5-3 16,-2-2 12-16,-2 0 45 0,-9-9-14 15,-4-15-33 1,1-8 1-16,4-6-5 0,9-6-6 16,8-1-2-16,4 0-4 15,22 2 3-15,14 0-18 16,7 6-6-16,4 8-10 15,3 10-26-15,-2 12 1 16,-10 7-94-16,-11 0-147 16</inkml:trace>
  <inkml:trace contextRef="#ctx0" brushRef="#br0" timeOffset="7908.01">13580 2803 545 0,'0'0'139'0,"0"0"-52"15,0 0-60-15,0 0-19 16,0 0-8-16,0 0-4 16,114-26-7-16,-64 26-17 15,6 0-19-15,-2 0-51 16,-9 3-101-16,-14 2-27 15</inkml:trace>
  <inkml:trace contextRef="#ctx0" brushRef="#br0" timeOffset="8080.24">13642 2938 446 0,'0'0'225'15,"0"0"-120"-15,0 0-105 16,0 0 1-16,0 0-1 15,0 0 0-15,135 0 0 16,-63 0-22-16,12 0-77 16,4-1-58-16,-4-15-342 15</inkml:trace>
  <inkml:trace contextRef="#ctx0" brushRef="#br0" timeOffset="8874.86">14213 2675 496 0,'0'0'139'0,"0"0"-52"15,0 0-44-15,0 0 17 16,0 0-57-16,0 0-3 16,8-34-35-16,23 48 31 15,13 6 4-15,11 4 0 16,-2 1 2-16,-2 3-2 15,-9-1 0-15,-12-1-6 16,-10-1-6-16,-10 0-13 16,-10-5 7-16,0 2-4 15,-27-2-35-15,-12-3 17 16,-12-3-1-16,2-3 16 16,7-8 25-16,14-3 7 15,16 0 52-15,7 0 52 16,5 0-55-16,0 0-56 15,27 0-32-15,23-2 22 0,24-5 7 16,18-4-22-16,9-3 7 16,0-3-28-16,-4 0 26 15,-19-2 9-15,-19 3 11 16,-20 3 4-16,-17 2 11 16,-14 1 53-16,-7 3 24 15,-1 2-29-15,0 1-22 16,0 1-19-16,0 3-13 15,0 0-9-15,0 7-56 16,-4 12 33-16,-1 6 20 16,5 6-6-16,0 2-2 15,3-6-12-15,17-5-16 0,6-9 18 16,3-12 21-16,2-1 0 16,-1-6 7-16,-7-13 7 15,-3-6 23-15,-9-4 3 16,-9-3 3-16,-2-2-18 15,-10-2-4-15,-16 4-18 16,-10 4-2-16,-3 9-1 16,0 9-6-16,5 10-37 15,13 0-7-15,12 21-39 16,9 7-81-16,22-3-86 16</inkml:trace>
  <inkml:trace contextRef="#ctx0" brushRef="#br0" timeOffset="17764.82">15677 2655 142 0,'0'0'126'0,"0"0"-20"15,0 0-58-15,0 0 32 16,0 0-44-16,0 0 6 16,0 0-26-16,0-41 27 15,0 41-2-15,0-4 20 16,0 0-11-16,0-1-29 15,3-3 10-15,0 2-20 0,-2-2 5 16,2 5 5-16,-3-2-4 16,0 3 4-16,0 2 3 15,0 0-14-15,0 0-7 16,0 0-3-16,2 0-8 16,2 19-10-16,5 10-6 15,-1 8 17-15,-2 11 5 16,-2 2 1-16,-4-2 1 15,1-2 1-15,1-9 0 16,1-11-1-16,0-6-1 16,-2-7 0-16,-1-5-8 15,0 0-7-15,0-3 6 0,0 0-11 16,-4-1-46-16,-10-1-5 16,1-3-85-16,-2 0-96 15</inkml:trace>
  <inkml:trace contextRef="#ctx0" brushRef="#br0" timeOffset="17951.1">15521 2891 274 0,'0'0'214'16,"0"0"-68"-16,0 0-63 16,0 0 13-16,0 0-40 15,0 0-42-15,27-61 1 16,5 51-11-16,9 5-4 0,12 0-3 15,2 5-5 1,3 0-33-16,-1 0-87 0,-2 6-27 16,-6-6-265-16</inkml:trace>
  <inkml:trace contextRef="#ctx0" brushRef="#br0" timeOffset="18381.88">16200 2626 534 0,'0'0'107'16,"0"0"83"-16,0 0-167 15,0 0-5-15,99-50-17 16,-68 50-1-16,1 21 0 15,1 9-2-15,-4 6-1 16,-9 6-4-16,-7-1-33 16,-13-1-4-16,0-1 13 15,-26-5-8-15,-6-4 32 16,-5-5-24-16,8-8 12 16,5-4 18-16,9-9 2 15,9-2 4-15,5-2 0 16,1 0 22-16,0 0 9 0,0 0 16 15,0 0-8-15,12 0-23 16,18-6-19-16,14-4-2 16,8 1 0-16,5 3-3 15,3 1-5-15,0 5-47 16,-7-2-50-16,-7-5-41 16,-11-4-337-16</inkml:trace>
  <inkml:trace contextRef="#ctx0" brushRef="#br0" timeOffset="18576.8">16800 2735 403 0,'0'0'71'0,"0"0"4"16,0 0-24-16,115-28-28 15,-72 28-17-15,3 0 0 16,1 0-12-16,-4 0-51 16,-11 0-106-16</inkml:trace>
  <inkml:trace contextRef="#ctx0" brushRef="#br0" timeOffset="18736.51">16749 2853 486 0,'0'0'52'0,"0"0"-36"15,115 0 2-15,-48 0-18 16,12 0-31-16,6 0-163 16</inkml:trace>
  <inkml:trace contextRef="#ctx0" brushRef="#br0" timeOffset="19168.13">17464 2643 476 0,'0'0'93'16,"0"0"-11"-16,0 0-30 16,98-33-16-16,-71 33-20 15,3 11-16-15,-5 14 0 16,-2 6 0-16,-7 1-1 16,-7 1-3-16,-9-3-8 15,-1 0-7-15,-23-5 16 16,-6 0 3-16,-1-6-1 0,1-2 1 15,10-8-1-15,7-4 1 16,7-2 2-16,6-1-2 16,0-2 0-16,0 0-1 15,0 0-4-15,1 0 5 16,17 0 4-16,9 0 40 16,9 0-13-16,4 0-11 15,9 0-20-15,3-2-3 16,-2-1-1-16,-3-1-99 15,-6-6-150-15</inkml:trace>
  <inkml:trace contextRef="#ctx0" brushRef="#br0" timeOffset="19597.13">17910 2627 439 0,'0'0'151'16,"0"0"-33"-16,0 0-47 15,0 0-36-15,90-48-11 16,-74 48-24-16,-3 6-1 16,-1 12-3-16,-3 5 1 15,-9 2-6-15,0 4-3 16,-2-2 5-16,-16 1 3 0,1-3 1 15,-1-4 0-15,3-3-2 16,5-4-3-16,2-8-2 16,6-2 5-16,1-4 5 15,1 0 0-15,0 0 4 16,0 0 28-16,0 0 16 16,0 0 1-16,0 0-19 15,0 0-21-15,16 0-8 16,5-3-1-16,6 2 0 15,4 0 0-15,1 1-2 16,1 0-14-16,-3 0-30 16,-4 0-60-16,-2-3-73 0,-5-9-296 15</inkml:trace>
  <inkml:trace contextRef="#ctx0" brushRef="#br0" timeOffset="19804.14">18292 2595 655 0,'0'0'122'0,"0"0"-24"16,0 0-66-16,0 0-20 15,0 0-12-15,0 0-9 16,53-28-22-16,-36 29-30 0,5 7-56 15,-4-3-9-15,-3-4-169 16</inkml:trace>
  <inkml:trace contextRef="#ctx0" brushRef="#br0" timeOffset="20047.05">18649 2409 538 0,'0'0'133'0,"0"0"38"16,0 0-76-16,0 0-54 16,0 0-30-16,0 0-11 15,6-12-15-15,-4 48-10 0,-2 15 25 16,2 16 0 0,-2 8 0-16,0 5-28 0,0 0-19 15,0-4-21-15,-16-7-24 16,-4-11-50-16,3-16-126 15</inkml:trace>
  <inkml:trace contextRef="#ctx0" brushRef="#br0" timeOffset="20208.58">18781 2998 826 0,'0'0'13'16,"0"0"17"-16,0 0-3 15,0 0-27-15,0 0-8 16,0 0-99-16,-5-21 10 16,5 32-4-16,0-2-240 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1:07.769"/>
    </inkml:context>
    <inkml:brush xml:id="br0">
      <inkml:brushProperty name="width" value="0.05292" units="cm"/>
      <inkml:brushProperty name="height" value="0.05292" units="cm"/>
      <inkml:brushProperty name="color" value="#FF0000"/>
    </inkml:brush>
  </inkml:definitions>
  <inkml:trace contextRef="#ctx0" brushRef="#br0">7193 8967 145 0,'0'0'36'0,"0"0"3"15,0 0-23-15,0 0-10 16,0 0-5-16,0 0 5 16,0 0 8-16,0 0 9 15,-21 0 27-15,21 0 29 16,-3-1-13-16,1-1-15 15,2 2-16-15,-1 0-19 16,1 0-4-16,0 0-8 16,0 0 3-16,0 0-5 15,0 0-2-15,0 0-2 16,21 0 2-16,16 0 7 16,18 0 4-16,18 0 14 0,21 0-9 15,25 0 18-15,16 0-25 16,22 0-6-16,15 0-2 15,9-3-1-15,4-2-2 16,-6-1-1-16,-6 3-8 16,-17-4 9-16,-18 0 2 15,-14-1 0-15,-22-2 0 16,-19 1 0-16,-21-3 8 16,-22 4 6-16,-19 0 3 15,-13 4 21-15,-8 2 26 16,0-3-26-16,0 2-32 15,0 0-6-15,-6 3-8 16,-14 0-38-16,-2 14-35 0,-2 4-21 16,8-8-137-1</inkml:trace>
  <inkml:trace contextRef="#ctx0" brushRef="#br0" timeOffset="149.76">9529 8880 548 0,'0'0'49'0,"0"0"49"16,0 0-98-16,0 0-65 15,0 0 17-15,0 0-59 16,-63 37-142-16</inkml:trace>
  <inkml:trace contextRef="#ctx0" brushRef="#br0" timeOffset="3569.68">8832 6489 5 0,'0'0'2'0,"0"0"-2"0,0 0-1 15,0 0-5-15,0 0 6 16</inkml:trace>
  <inkml:trace contextRef="#ctx0" brushRef="#br0" timeOffset="6465.08">21351 6523 25 0,'0'0'0'0</inkml:trace>
  <inkml:trace contextRef="#ctx0" brushRef="#br0" timeOffset="11434.14">21694 9561 184 0,'0'0'99'0,"0"0"60"16,0 0-49-16,0 0-31 16,0 0-39-16,0 0-4 15,12-47 21-15,-12 47-21 16,0 0-10-16,0 0-7 15,0 0-13-15,0 0-6 16,3 9-6-16,0 12 4 0,-3 6-1 16,0 2 3-16,0 0 0 15,0-1 2-15,-3-6-2 16,0-5 2-16,0-7-2 16,1-6-1-16,2-4 1 15,0 0 2-15,33-13 19 16,27-14-3-16,22-9-18 15,13-8-2-15,2 3-9 16,-7 1-12-16,-11 3 19 16,-17 8 2-16,-16 5-3 15,-16 8 2-15,-17 7-1 16,-8 9-15-16,-5 0-103 0,0 8-95 16,-15 13 122-1,-16 1-14-15</inkml:trace>
  <inkml:trace contextRef="#ctx0" brushRef="#br0" timeOffset="11595.83">22386 9492 506 0,'0'0'102'15,"0"0"-18"-15,0 0-84 16,0 0-115-16,0 0 53 15,-55 84-79-15,31-50-114 16</inkml:trace>
  <inkml:trace contextRef="#ctx0" brushRef="#br0" timeOffset="12750.18">21946 10797 228 0,'0'0'52'0,"0"0"91"16,0 0-85-16,0 0 20 15,0 0-31-15,0 0 5 16,28-59 32-16,-28 59-47 0,2 0-12 16,-2 0-16-16,0 0-9 15,6 14-9-15,-3 8 0 16,0 3 3-16,1 0 6 15,-1 0 7-15,0-6-6 16,2-7 3-16,-2-4-2 16,1-5 0-16,6-3 2 15,19-9 24-15,18-20 16 16,27-10-28-16,12-4-14 16,2-1-2-16,-9 4-5 15,-14 7 3-15,-10 5 1 16,-16 8-6-16,-14 7 5 15,-11 7-16-15,-9 6-7 16,-5 5-105-16,0 15-24 0,-18 6-20 16,-13-4-94-16</inkml:trace>
  <inkml:trace contextRef="#ctx0" brushRef="#br0" timeOffset="12907.9">22436 10749 531 0,'0'0'42'0,"0"0"30"16,0 0-72-16,0 0-13 15,0 0-32-15,0 0-22 16,5 51-68-16,-5-29-75 0</inkml:trace>
  <inkml:trace contextRef="#ctx0" brushRef="#br0" timeOffset="14447.44">21943 12000 333 0,'0'0'163'0,"0"0"-23"0,0 0-61 16,0 0-15-16,0 0-49 15,0 0-15-15,7-36-8 16,-1 42 8-16,2 11-1 16,1 3 1-16,1 4-4 15,-1 3 4-15,-1-2 2 16,2-3 1-16,-1-5-2 15,0-7-2-15,6-4 2 16,10-6 4-16,18 0 5 16,20-23-1-16,17-10-2 15,7-5-7-15,-2-1 2 16,-7 4-5-16,-17 7 2 0,-19 8-6 16,-14 11-29-1,-16 5-65-15,-12 4-157 0</inkml:trace>
  <inkml:trace contextRef="#ctx0" brushRef="#br0" timeOffset="14617.07">22428 12087 417 0,'0'0'224'16,"0"0"-87"-16,0 0-59 15,0 0-69-15,0 0-9 0,0 0-116 16,13 17 12 0,-13-9-101-16</inkml:trace>
  <inkml:trace contextRef="#ctx0" brushRef="#br0" timeOffset="16087.27">21709 13362 50 0,'0'0'60'0,"0"0"-31"15,0 0 21-15,0 0 30 16,0 0 3-16,19-75 31 15,-19 61-26-15,0 1-25 16,0 2 28-16,0 2-16 16,0 5-22-16,0 2-16 15,0 2-16-15,0 0-21 16,0 0-2-16,0 0-6 0,0 15 4 16,0 7 1-16,6 7 3 15,1 1 4-15,-1 0-4 16,-1-4 0-16,1-7 1 15,0-5 0-15,1-5-1 16,-2-7 0-16,8-2 1 16,20-12 1-16,21-22 9 15,29-14-11-15,11-8 0 16,2 6-3-16,-11 4-1 16,-15 9 3-16,-13 8-16 15,-15 9-15-15,-13 11-12 16,-11 9-27-16,-15 0-79 15,-3 4-155-15</inkml:trace>
  <inkml:trace contextRef="#ctx0" brushRef="#br0" timeOffset="16253.72">22167 13309 519 0,'0'0'173'16,"0"0"-84"-16,0 0-61 15,0 0-28-15,0 0-30 16,0 0-57-16,13 60 38 16,-13-21-43-16,0 9-106 15</inkml:trace>
  <inkml:trace contextRef="#ctx0" brushRef="#br0" timeOffset="16862.01">21868 14579 130 0,'0'0'99'0,"0"0"16"16,0 0 8-16,-49-84-15 16,36 64-18-16,-2 2 1 15,4 2-2-15,4 3-40 16,2 5-7-16,2 4-17 0,2 4-4 16,1 0-21-1,0 0-2-15,0 4-6 0,15 15 7 16,9 8 1-16,1 2 0 15,-1-4-3-15,-2-2-8 16,-2-11-7-16,-2-5 3 16,6-7 11-16,6 0 4 15,14-25 1-15,10-12-1 16,10-9-12-16,1-5 4 16,-4 2 4-16,-9 5-5 15,-8 11 1-15,-11 11-11 16,-11 12-46-16,-10 10-29 15,-9 0-53-15,-3 13-97 16,0 4 118-16,-15 5-37 16</inkml:trace>
  <inkml:trace contextRef="#ctx0" brushRef="#br0" timeOffset="17012.2">22353 14369 45 0,'0'0'97'16,"0"0"9"-16,0 0 23 16,0 0-27-16,0 0 36 15,0 0 24-15,0 0-58 16,-18 20-41-16,18-20-42 15,0 0-21-15,0 0 0 16,0 0-20-16,0 2-63 16,10 7-47-16,0-4-51 15,-7-2-233-15</inkml:trace>
  <inkml:trace contextRef="#ctx0" brushRef="#br0" timeOffset="26302.66">2836 10086 485 0,'0'0'116'0,"0"0"22"16,0 0-72-16,-5-72 1 15,4 69-33-15,-1 3-11 16,1 0-23-16,-1 3-4 15,0 16-13-15,-3 17 7 16,-9 18 10-16,-12 21 4 16,-13 12 2-16,-7 0-3 15,4-12 2-15,12-24-4 16,11-20 2-16,8-15-3 16,5-13 1-16,1-3 2 15,0-9 8-15,-6-25 0 16,-3-15-11-16,3-14 0 0,5-5-13 15,6 1-8-15,12 11-29 16,19 13-9-16,9 11-3 16,1 11 16-16,-4 11 46 15,-4 10 2-15,-5 0 2 16,-2 27-3-16,0 15 1 16,3 15 2-16,-1 15 2 15,-3 3-4-15,2-5 0 16,-2-16-2-16,4-21-10 15,1-14-18-15,1-16-20 16,-1-3 4-16,-3-20-72 16,1-16-64-16,-4-12-57 15,-7-10 237-15,-4-9 74 16,-4-1 73-16,1-2-27 0,7 7 0 16,2 10-30-1,6 12-36-15,1 14-20 0,1 10-21 16,-2 10-6-16,-3 7-7 15,-5 8-3-15,2 20 3 16,-7 13 0-16,-2 15 6 16,-5 14 15-16,-5 14-12 15,0 3 30-15,0-4-17 16,0-8 0-16,-5-12-10 16,1-13-9-16,4-14 0 15,0-16 1-15,0-10-3 16,0-9 0-16,0-1 8 15,0-25 26-15,0-20-35 0,21-21-24 16,9-11-45-16,3-9 24 16,-7 1-3-16,0 6 31 15,-7 9-20-15,4 16-3 16,-1 10 24-16,-3 13 16 16,-5 12 8-16,-4 12 30 15,-4 7-5-15,2 9-33 16,-2 21-6-16,-6 13 6 15,0 13 9-15,-8 4 1 16,-17 3 6-16,-2-7-8 16,4-9-4-16,6-11-2 15,-1-14 0-15,7-5-1 0,1-9-1 16,1-5-6-16,0-3-46 16,9-11-30-16,0-12-123 15,6-10-9-15,21-8 131 16,4-4 83-16,4-3 22 15,-1 3 94-15,3 6 14 16,-6 9-5-16,-8 10-33 16,-7 7-17-16,-8 7 45 15,-5 6-54-15,-2 5-66 16,3 19-2-16,2 11-5 16,2 11 7-16,1 14 2 15,4 2 3-15,4 4 1 16,5-4-2-16,5-8-1 0,3-12-3 15,3-9 4 1,1-16 1-16,8-16-4 0,5-1-1 16,7-30-10-16,0-16-16 15,-6-9 13-15,-11-4 13 16,-10-11 7-16,-17 2 17 16,-10 2-4-16,0 9 3 15,-13 15 16-15,1 19-4 16,3 13-27-16,6 8 6 15,3 2-14-15,0 10-34 16,0 23 11-16,3 11 8 16,13 9 15-16,5 0 5 0,10-13-3 15,7-12-2 1,12-15-9-16,8-13-9 0,8 0-17 16,1-22-73-16,-6-17-145 15</inkml:trace>
  <inkml:trace contextRef="#ctx0" brushRef="#br0" timeOffset="26477.54">4687 10125 231 0,'0'0'385'0,"0"0"-308"16,0 0-52-16,0 0-9 15,0 0 19-15,0 0-18 16,94 7-14-16,-57-4 0 0,5 2-3 15,1-3-53 1,-7-2-126-16</inkml:trace>
  <inkml:trace contextRef="#ctx0" brushRef="#br0" timeOffset="26669.81">4748 10372 675 0,'0'0'89'0,"0"0"-88"16,0 0 6-16,0 0 29 16,0 0-8-16,97 11-21 15,-45-11-3-15,9 0-4 0,8 0-23 16,3-9-164 0,-1-7-340-16</inkml:trace>
  <inkml:trace contextRef="#ctx0" brushRef="#br0" timeOffset="27054.59">5412 10350 301 0,'0'0'105'15,"0"0"-72"-15,0 0-7 16,0 0 61-16,0 0-32 16,0 0 30-16,123 19-24 0,-60-19-39 15,7 0-18-15,3 0-4 16,2 0-31-16,-2 0-39 16,-9-11-26-16,-16 0-131 15</inkml:trace>
  <inkml:trace contextRef="#ctx0" brushRef="#br0" timeOffset="28100.85">6304 9859 750 0,'0'0'38'0,"0"0"31"15,0 0-69-15,0 0-15 16,0 0 9-16,-32 113 6 16,6-45 6-16,0 7-3 15,5 3-3-15,3 3 0 16,6-2 5-16,4-9-5 15,8-10 0-15,0-15-6 16,10-15-17-16,20-16-27 16,12-14 39-16,13-10-18 15,-2-23 19-15,-6-4 10 0,-13-8 2 16,-16-1 30-16,-15-5 31 16,-3-5 21-16,-8 8-79 15,-17 7-5-15,0 12 0 16,-2 17-4-16,6 9-13 15,-1 3-6-15,5 10-9 16,4 12 10-16,2 1-15 16,7 2-5-16,4-3 13 15,12-7-43-15,27-8 46 16,19-7-29-16,15-5-53 16,10-19 0-16,2-8 44 15,-4-2 64-15,-19 1 70 16,-20 5 38-16,-18 5 39 15,-19 4 1-15,-5 8-62 16,0 7-44-16,0 4-29 0,-5 3-13 16,-14 23-22-16,-11 17 22 15,5 12 5-15,-4 4-2 16,7 4-5-16,4-4 2 16,7-6-1-16,8-10-3 15,3-14-7-15,5-15 0 16,22-14 11-16,6-5 0 15,10-25 3-15,3-10-2 16,-7-3 1-16,-9-5 0 16,-14 0 2-16,-10 0-3 0,-6 1 6 15,0 8-7-15,-6 7 31 16,-3 8-31-16,4 12-6 16,4 4-6-16,1 5 5 15,0 3-8-15,0 0-14 16,18 4 10-16,8 7 15 15,12-3 4-15,2 0 0 16,-2-2 7-16,-1 0 1 16,-7 3 7-16,-3 3-8 15,-5 5 0-15,-3 3-1 16,-5 5-6-16,-5 0-1 16,0 2 1-16,-3-3-3 15,0-4 3-15,3-8 1 16,3-8-1-16,-2-4 1 15,6-6 5-15,3-21-4 0,-1-5 19 16,4-11-21-16,-7-3 5 16,-8 0 9-16,-7 2 7 15,0 9-10-15,0 10 2 16,-9 10-10-16,4 10 13 16,4 2-16-16,0 3-6 15,-5 0-37-15,-8 17-134 16,-5 11 1-16,-5 6 141 15,9 2-139-15</inkml:trace>
  <inkml:trace contextRef="#ctx0" brushRef="#br0" timeOffset="28278.24">7610 10328 638 0,'0'0'108'0,"0"0"-14"15,0 0-78-15,0 0-13 16,-92 102-1-16,62-62-1 16,6 0-1-16,8-2-3 15,1-1-53-15,9-8-60 16,6-11-169-16</inkml:trace>
  <inkml:trace contextRef="#ctx0" brushRef="#br0" timeOffset="29199.4">8098 10004 617 0,'0'0'28'0,"0"0"12"16,0 0-36-16,0 0-4 15,0 0-12-15,0 0 12 16,-51 36 5-16,20 16 2 15,-2 12 5-15,5 6-6 16,7 1-1-16,6-4 0 16,14-13-4-16,1-16-1 0,13-18-6 15,21-12 6 1,12-8 6-16,10-14 2 0,2-12 10 16,-9-8-17-16,-12-2 7 15,-15 0 12-15,-11-3 15 16,-11-4-9-16,0-1-20 15,-22 1 0-15,-11 6-6 16,-4 11-4-16,4 10 0 16,0 10 1-16,2 6 3 15,-2 0-9-15,9 5-4 16,5 7-3-16,8-4-5 16,8-2 7-16,3-6 14 15,0 0 1-15,0 0 0 0,15 0 13 16,18 0-1-1,10-8-8-15,5 0-1 0,0-2-4 16,3 2 4-16,-2 1-4 16,4 4-2-16,-2 3 2 15,-5 0 2-15,-7 0-2 16,-9 1 0-16,-11 6 1 16,-5 0-2-16,-8 2 0 15,-6 3-6-15,0 7 3 16,-6 6-4-16,-15 7 8 15,-4 6 3-15,0-2 4 16,8-2-5-16,8-6-2 16,9-5 1-16,0-7-2 15,16-5 2-15,26-11 5 0,16 0 5 16,8-27-9 0,4-11-2-16,-12-12 2 0,-15 1-2 15,-8 3 1-15,-10 7 24 16,-3 14-17-16,-9 9-8 15,-6 9 0-15,-5 6 0 16,-2 1 0-16,0 0-5 16,0 15-6-16,0 8 3 15,0 11 6-15,0 9 1 16,0 4 0-16,0-3 1 16,0-7 2-16,0-16 0 15,13-14-1-15,9-7 4 16,9-9 4-16,10-17 3 15,2-11-8-15,-1-7-3 0,-7 0 0 16,-11-1 11-16,-13 3 14 16,-7 4-17-16,-4 7-8 15,-25 8-1-15,-17 10-11 16,-10 12-25-16,6 1-13 16,4 15 14-16,12 14-36 15,8 6-42-15,2 3-35 16,10 2-122-16</inkml:trace>
  <inkml:trace contextRef="#ctx0" brushRef="#br0" timeOffset="29462.74">9529 10181 539 0,'0'0'71'16,"0"0"-2"-16,0 0-59 16,0 0-6-16,0 0-3 15,0 0-1-15,0-20 0 16,38 20 24-16,16 0 50 16,13 0-58-16,5-4-16 15,-2-4-3-15,-2-2-26 16,-12-2-38-16,-12-2-29 15,-14-3-236-15</inkml:trace>
  <inkml:trace contextRef="#ctx0" brushRef="#br0" timeOffset="29648.35">9752 9986 623 0,'0'0'117'0,"0"0"26"16,0 0-97-16,0 0-46 15,0 0-20-15,0 0 20 16,-15 124 0-16,12-51 1 16,-3 12-1-16,-4 2-10 15,-11-3-51-15,-9-12-71 0,0-18-109 16</inkml:trace>
  <inkml:trace contextRef="#ctx0" brushRef="#br0" timeOffset="30010.56">8855 8809 157 0,'0'0'7'0,"0"0"-7"0,0 0-70 15</inkml:trace>
  <inkml:trace contextRef="#ctx0" brushRef="#br0" timeOffset="30748.3">10227 9368 527 0,'0'0'46'16,"0"0"10"-16,99-42-40 16,-49 33 8-16,11 3 16 15,13 2-12-15,6 4 2 16,5 0-11-16,-1 0-10 15,-1 0-9-15,-4 3-27 16,-8 1-72-16,-24-4-63 16,-28 0-276-16</inkml:trace>
  <inkml:trace contextRef="#ctx0" brushRef="#br0" timeOffset="31315.06">10279 9481 358 0,'0'0'30'0,"0"0"88"16,0 0-38-16,0 0-38 15,0 0 46-15,0 0-32 16,69-26-10-16,-69 26-33 15,0 2-13-15,0 16-6 0,0 13-2 16,-5 10 5-16,-9 16-1 16,-8 12 4-16,-11 15 1 15,-7 13 2-15,0 10 4 16,9 14 1-16,7 4-8 16,15 4 0-16,4-1 5 15,4-12 0-15,1-10-5 16,0-13 0-16,0-17 3 15,0-13-3-15,1-17 0 16,1-11 0-16,-1-11-3 16,-1-10-1-16,0-7-27 15,0-4 31-15,0-3 1 16,0 0 8-16,0 0 21 0,0 0 8 16,0 0-1-16,0 0-10 15,0 0-16-15,0 0-11 16,0 0-1-16,2 0 1 15,-2 0 0-15,9 0-3 16,7 0 3-16,5 0 0 16,3-11-5-16,4 3-2 15,-4-2-12-15,1 6 6 16,-1 2-3-16,4 2-30 16,4 0-59-16,8 0-29 15,9 5-140-15</inkml:trace>
  <inkml:trace contextRef="#ctx0" brushRef="#br0" timeOffset="31449.95">10732 11040 604 0,'0'0'140'15,"0"0"4"-15,0 0-60 16,0 0-39-16,0 0-29 16,0 0-16-16,-20-65-39 15,20 76-57-15,0 4-49 16,19-10-76-16</inkml:trace>
  <inkml:trace contextRef="#ctx0" brushRef="#br0" timeOffset="33119.84">10943 9568 381 0,'0'0'181'0,"0"0"-92"15,0 0 16-15,0 0-58 16,0 0-38-16,0 0-7 16,-45-15-2-16,12 52 0 15,-3 13-1-15,-4 12 0 16,-3 8 1-16,4 5 7 15,8 0-6-15,12-5 1 16,9-9 0-16,10-13-2 16,0-14-3-16,18-13-5 0,18-21 3 15,11-2 5 1,9-26 8-16,-2-11-7 0,-14 2 2 16,-16-2 3-16,-16 1 28 15,-8 4-26-15,-8 6-6 16,-27 9-2-16,-9 10-37 15,-1 9-52-15,9 0-53 16,22 6 32-16,14 5-48 16,5-3-38-16</inkml:trace>
  <inkml:trace contextRef="#ctx0" brushRef="#br0" timeOffset="33797.87">11238 9732 611 0,'0'0'95'15,"0"0"-20"-15,0 0-71 16,0 0-4-16,0 0-1 16,0 0-2-16,-20 85 3 15,14-41 2-15,2 2-2 16,-3-2 3-16,5-1-3 15,2-11 1-15,0-7-1 16,0-12 0-16,4-10 0 16,11-3 2-16,9-13 9 15,3-15-6-15,-6-4-1 0,-3-6 6 16,-12-1 15 0,-6-2-12-16,0 1-2 0,-11 7-10 15,-6 6-2-15,5 11-3 16,2 3-5-16,6 9-3 15,3 1 12-15,1 3 0 16,0 0-8-16,0 0-14 16,1 0-12-16,22-4 28 15,13 1 6-15,8-1 0 16,3 1 3-16,0 3-2 16,-3 0-1-16,-2 0 0 15,-3 2 0-15,-7 13 0 16,-5 2 0-16,-13 6-1 0,-3 2 0 15,-7 5-3-15,-4 3 4 16,0 3 0-16,0 2 1 16,0-2 2-16,-1-6-3 15,-5-7 1-15,4-9-1 16,2-5 0-16,0-9 0 16,0 0 0-16,5-10 2 15,20-17 17-15,6-10-16 16,2-4 5-16,-4-4 31 15,-8-1-25-15,-9 1 9 16,-10 6-4-16,-2 5 2 16,-13 11-21-16,-15 7-3 15,-4 11-48-15,5 5 8 16,4 7 17-16,5 20-35 0,0 7-71 16,2 3-56-16</inkml:trace>
  <inkml:trace contextRef="#ctx0" brushRef="#br0" timeOffset="34009.13">12070 9970 594 0,'0'0'34'16,"0"0"-33"-16,0 0 6 15,0 0 39-15,0 0-3 16,-95 95-29-16,60-65-4 0,5 0-7 15,7-1 5-15,2 0-8 16,4 1-3-16,4-7-81 16,7-8-81-16,6-15-289 15</inkml:trace>
  <inkml:trace contextRef="#ctx0" brushRef="#br0" timeOffset="35227.7">12552 9587 681 0,'0'0'30'0,"0"0"48"0,0 0-78 16,0 0-28-16,0 0 14 16,0 0 13-16,-34 98-1 15,8-48 4-15,1 4 2 16,3 1-1-16,6-7-3 15,10-10 0-15,6-15-3 16,4-11-15-16,18-10 13 16,11-2 5-16,3-16 2 15,1-10-1-15,-1-5 1 16,-6-2-1-16,-8-1 2 16,-10 0 18-16,-9 1-14 15,-3-1 12-15,0 5-18 16,-15 5 0-16,0 4 1 0,3 8 6 15,4 6-7-15,-2 3-1 16,3 3-5-16,-1 0-8 16,4 0-1-16,1 4 10 15,3-1-14-15,0-1 13 16,0 1 2-16,0 4 1 16,0-2 1-16,0 4 1 15,0 2 0-15,0 2 1 16,0-3 0-16,0 2-1 15,0-4 0-15,0-1 0 16,0-5 1-16,0-2-1 16,0 0 12-16,0 0 80 0,0 0-11 15,0-9-58-15,0 0 13 16,0-2-20-16,0 5-15 16,-3-2-1-16,0 5 3 15,0-2 0-15,2 4-6 16,1-1 3-16,0 2 0 15,0 0-3-15,0 0-2 16,0 0-11-16,0 0-5 16,0 0-6-16,0 0 8 15,0 0 10-15,0 0 0 16,0 0 1-16,0 0 0 16,0 0 0-16,0 0 7 15,16 0-3-15,18 0 4 16,15 0 5-16,9 0-4 15,-4 0-1-15,-3 0 4 0,-4 0-4 16,-6 0 0-16,-10 0 1 16,-10 0 1-16,-12 0-2 15,-9 3-1-15,0 5 0 16,0 4-8-16,-3 6 2 16,-16 7-1-16,-6 2 8 15,0 5 4-15,0-3-2 16,5-3 0-16,7-5-2 15,6-6-10-15,7-3-6 16,0-8-15-16,11-4 6 16,22 0 25-16,11-9 5 15,3-12-3-15,-6-3-2 0,-10-1 7 16,-10 1 12 0,-10 3 28-16,-9 4-10 0,0 7-2 15,-2 5-20-15,0 5-15 16,0 0-1-16,0 0-14 15,3 2-41-15,0 12 26 16,0 5 14-16,3-1 14 16,6 0-1-16,12-3 2 15,12-4 1-15,10-6 1 16,-1-3 0-16,-7-2 2 16,-15 0-2-16,-3-2-1 15,-2-8 4-15,-6 0-4 16,-2-1 1-16,-5 1 3 0,1 2-2 15,-6-2 0-15,2 3 20 16,-2 1-17-16,0 3-5 16,0 0 0-16,0 3 1 15,0-2-1-15,0 2-1 16,0 0 0-16,0-3 1 16,-2 3-4-16,-14-3 0 15,-11 2-27-15,-12 1 12 16,-13 0 5-16,-17 0-41 15,-11 0-86-15,-4-8-106 16</inkml:trace>
  <inkml:trace contextRef="#ctx0" brushRef="#br0" timeOffset="35893.98">11120 10339 440 0,'0'0'56'16,"0"0"47"-16,-96-40-71 16,59 35-20-16,5 3-5 15,-3 2 1-15,7 0-7 16,11 0 0-16,7 0 1 15,9 0-1-15,1 0-1 16,17 5 0-16,38 0 0 16,38-2 37-16,41-3-7 15,42 0 9-15,36-6-25 16,36-8-14-16,23-6-22 16,10-6 15-16,-10-3-10 15,-18 2 17-15,-27 3 21 16,-32 4 6-16,-29 6 5 0,-42 7-12 15,-39 4-4 1,-37 3-15-16,-32 0-1 0,-24 8-90 16,-52 11 4-16,-42-1-58 15</inkml:trace>
  <inkml:trace contextRef="#ctx0" brushRef="#br0" timeOffset="36228.88">11439 10548 168 0,'0'0'529'0,"0"0"-390"16,0 0-124-16,0 0-15 16,0 0-3-16,0 0 3 15,-22 104 2-15,10-64-1 16,2 0-1-16,-2 2 0 0,-2-3-51 15,2-6-79-15,-3-14-202 16</inkml:trace>
  <inkml:trace contextRef="#ctx0" brushRef="#br0" timeOffset="36429.14">11666 10687 809 0,'0'0'38'0,"0"0"21"16,0 0-27-1,0 0-32-15,0 0-1 0,0 0-27 16,16-20-38 0,-8 32-100-16,-2-4 48 0,-3-6-434 15</inkml:trace>
  <inkml:trace contextRef="#ctx0" brushRef="#br0" timeOffset="36639.53">12098 10517 742 0,'0'0'36'15,"0"0"-36"-15,0 0-71 16,0 0 56-16,0 0-68 16,0 0 26-16,0 72-138 15,0-64-114-15</inkml:trace>
  <inkml:trace contextRef="#ctx0" brushRef="#br0" timeOffset="37674.68">11973 10649 370 0,'0'0'181'0,"0"0"-109"16,0 0-53-16,0 0-16 16,106-39 24-16,-57 28-5 15,0 1 26-15,-8 3-11 16,-4 5 6-16,-10 2-26 15,-10 0-12-15,-6 17-5 16,-6 5-4-16,-5 10-5 16,-9 6 0-16,-27 8 8 0,-16 5 1 15,-6 6-11 1,-2-3-53-16,2-5 37 0,10-11-48 16,9-10 24-16,13-13 0 15,10-13 51-15,9-2 6 16,4 0 39-16,3-11 15 15,0-4 42-15,10-2-56 16,14-1-18-16,11 3-27 16,8-2 2-16,8 1-6 15,7 5-2-15,6-1-8 16,5 7-75-16,2 2 1 16,-7-1-34-16,-11-3-156 15</inkml:trace>
  <inkml:trace contextRef="#ctx0" brushRef="#br0" timeOffset="38161.05">12595 10582 485 0,'0'0'133'0,"0"0"54"16,0 0-146-16,0 0-23 15,0 0-17-15,0 0 0 0,67-39-1 16,-43 59 0-16,-1 6 2 16,-6 3-4-16,-6 7 0 15,-2 0-15-15,-6 1-14 16,-3-2-18-16,-3-4 3 15,-17-8-18-15,-3-5 37 16,-3-5 4-16,9-7 16 16,-3-6 7-16,4 0 4 15,5 0 34-15,3 0 64 16,7 0 13-16,1 0-47 16,0 0-58-16,0 0-10 15,0 0-10-15,11 0-21 16,17 0 31-16,12 0 2 0,14-2-1 15,4-6 3-15,-2-1-4 16,0-1 0-16,-12 3 2 16,-4 2-2-16,-6 3 0 15,-10 2-24-15,-8 0-59 16,-10 3-76-16,-6 3-83 16</inkml:trace>
  <inkml:trace contextRef="#ctx0" brushRef="#br0" timeOffset="43087.88">11211 10553 353 0,'0'0'115'15,"0"0"-2"-15,0 0-44 16,0 0-68-16,0 0 7 16,0 0 17-16,0 0-14 0,-5-38 25 15,4 34-10 1,-3 3 8-16,2-1-4 0,-1 1-9 15,1 1-8 1,2 0-11-16,0 0-2 0,-1 0-2 16,-2 12-1-16,-3 17-3 15,-5 19 6-15,-2 16 0 16,-3 14 0-16,2 6 2 16,8 5 3-16,6 1-5 15,3-1-6-15,27-6-30 16,12-16-64-16,18-18-51 15,19-25-132-15</inkml:trace>
  <inkml:trace contextRef="#ctx0" brushRef="#br0" timeOffset="43686.82">13184 10575 481 0,'0'0'216'16,"0"0"-120"-16,0 0-39 15,0 0-57-15,0 0 2 16,0 0-2-16,78 26 0 15,-54 7-1-15,-2 12 0 16,-1 11-1-16,-8 14-1 16,-8 7 3-16,-5 5 1 15,-12-4-1-15,-18-13-8 16,0-10-41-16,0-19-16 16,2-11 5-16,3-10-22 0,7-15-35 15,11-2-94-15</inkml:trace>
  <inkml:trace contextRef="#ctx0" brushRef="#br0" timeOffset="44003.21">13617 10480 368 0,'0'0'114'0,"0"0"1"16,0 0 34-16,0 0-74 16,0 0-25-16,0 0-28 15,11-50-22-15,-10 70-12 16,2 14 10-16,-3 14-3 15,0 12 5-15,-6 5 0 16,-14-1 4-16,-3-5-4 16,-3-9-91-16,1-19-80 15</inkml:trace>
  <inkml:trace contextRef="#ctx0" brushRef="#br0" timeOffset="45091.33">13830 10003 282 0,'0'0'203'0,"0"0"-159"16,0 0 13-16,112-18-19 15,-57 13 9-15,9-3-33 16,5 0 1-16,6 0-13 16,2 0 0-16,-1-1-2 15,-4 4-3-15,-17 1-25 16,-23 1-27-16,-27-2-51 15,-11 0-251-15</inkml:trace>
  <inkml:trace contextRef="#ctx0" brushRef="#br0" timeOffset="45322.65">14118 9818 486 0,'0'0'193'0,"0"0"-18"16,0 0-113-16,0 0-39 15,0 0-15-15,0 0-8 16,13 24-6-16,-3 15 4 16,-3 12 1-16,-3 9-1 15,-4 5-75-15,0-7-59 16,-1-5-268-16</inkml:trace>
  <inkml:trace contextRef="#ctx0" brushRef="#br0" timeOffset="45624.49">14661 9533 671 0,'0'0'130'0,"0"0"-85"16,0 0-34-16,90-22-7 16,-55 36-2-16,9 14 1 15,-1 12 1-15,-2 10-4 0,-9 6 0 16,-10 7-2-16,-14 0 0 15,-8 2-4-15,-21-4-45 16,-23-5-9-16,-6-15-94 16,-1-14-126-16</inkml:trace>
  <inkml:trace contextRef="#ctx0" brushRef="#br0" timeOffset="46033.77">14698 9832 541 0,'0'0'74'0,"0"0"57"0,0 0-79 16,0 0-50-16,0 0 8 15,130-28 8-15,-64 24-1 16,3-2-10-16,6-2 4 16,2-4-9-16,3 0-2 15,-3-4 1-15,-14-1-1 16,-21 2-11-16,-18 2 6 15,-15 5-14-15,-9 0-6 16,0 3 19-16,0 1 3 16,0 4 1-16,-9 0-1 15,1 0-1-15,-3 6 2 16,-3 13 0-16,-2 8 2 16,1 10 0-16,1 8 3 15,8 6 2-15,6-2-2 0,0-3 7 16,3-13-4-16,6-11 4 15,-1-7-2-15,-5-7-6 16,-3-5 0-16,0 0-2 16,0-3 1-16,-20 0-1 15,-3 0-50-15,-2-14-118 16,2-15-205-16</inkml:trace>
  <inkml:trace contextRef="#ctx0" brushRef="#br0" timeOffset="46232.81">15395 9641 560 0,'0'0'68'16,"0"0"76"-16,0 0-71 16,85-44-52-16,-39 40-9 15,12 4-8-15,9 0-4 16,9 4 0-16,1 13-10 15,-9-5-123-15,-17-3-276 16</inkml:trace>
  <inkml:trace contextRef="#ctx0" brushRef="#br0" timeOffset="46404.03">15520 10033 299 0,'0'0'396'0,"0"0"-395"16,0 0-1-16,-5 74 0 16,0-42 7-16,-4 3-3 15,-1 1 0-15,-7 0-4 16,3-12-145-16</inkml:trace>
  <inkml:trace contextRef="#ctx0" brushRef="#br0" timeOffset="47386.56">15989 9709 339 0,'0'0'50'16,"0"0"57"-16,0 0-84 15,0 0 11-15,0 0-13 16,47 80 0-16,-42-39-12 16,1 5-6-16,0 0 3 15,4-1-3-15,-1-9 2 16,2-11-3-16,-1-10-1 16,-1-7-1-16,1-8 3 15,7 0 5-15,2-18-4 16,6-9-2-16,-1-6-2 0,-3-4 0 15,-7-1 0 1,-10 1 5-16,-4 1 21 0,0 2 13 16,-1 5 26-16,-7 5-37 15,1 7-11-15,-1 5-14 16,-2 4-3-16,1 3-3 16,-4 2 0-16,-1 3-2 15,-5 0-7-15,-1 0-1 16,1 0 0-16,0 4 7 15,3 1 6-15,3 0-1 0,3-3 1 16,3-1 1 0,3-1 1-16,3 0-1 0,-1 0 11 15,1 0 25-15,1 0-6 16,0 0-13-16,0 0-17 16,0 0-1-16,0 4-11 15,18 0-1-15,18 2 12 16,13-2 7-16,10-4-6 15,7 0-1-15,-2 0-13 16,-1 0 0-16,-5 0 11 16,-11-2 2-16,-11-1 2 15,-13 1-2-15,-14 0 3 16,-7 2 0-16,-2 0-3 16,0 0-1-16,-1 0-6 15,-19 17 6-15,-3 7 1 0,-5 5 0 16,2 0 2-16,10 0-2 15,9-4 0-15,7-4-1 16,0-4 1-16,9-8-1 16,20-6-2-16,10-3-2 15,3-15 4-15,0-11 1 16,-4-6 0-16,-5 0 1 16,-3 4 1-16,-5 4 3 15,-5 8 0-15,-2 7-2 16,-8 7 6-16,2 2-9 0,-7 5-1 15,3 12-6 1,-1 5 1-16,3 4 3 0,-3 4 3 16,5 3-1-16,3-4 1 15,-1-5 1-15,0-9 0 16,1-12 0-16,3-3 1 16,2-12 6-16,10-13-4 15,0-8-2-15,-1-1-2 16,-11-3 1-16,-12 2 6 15,-6 0 13-15,-23 0-9 16,-21 4-6-16,-25 10-5 16,-19 14-2-16,-9 7-82 15,-1 2-171-15</inkml:trace>
  <inkml:trace contextRef="#ctx0" brushRef="#br0" timeOffset="48830.72">15067 10396 243 0,'0'0'65'0,"0"0"-16"16,0 0 36-16,0 0-20 15,0 0-14-15,0 0 27 16,-59-57 10-16,59 51 0 16,16 3-55-16,29 1-30 15,27 0-3-15,30 2 6 16,30 0-5-16,33 0 0 15,27 0-1-15,18 0 0 16,2 0-1-16,-12-10-2 16,-24-4 3-16,-22 0-5 0,-24-2 5 15,-27 2 0-15,-26 2 5 16,-29 3-4-16,-26 4 2 16,-19 2-3-16,-3 3-10 15,-30 0-38-15,-21 0-155 16,-13 3-173-16</inkml:trace>
  <inkml:trace contextRef="#ctx0" brushRef="#br0" timeOffset="48983.71">16861 10314 632 0,'0'0'76'0,"0"0"-51"15,0 0-25-15,0 0-84 16,-91 72-91-16</inkml:trace>
  <inkml:trace contextRef="#ctx0" brushRef="#br0" timeOffset="49614.79">15234 10631 549 0,'0'0'126'16,"0"0"42"-16,0 0-75 15,0 0-36-15,0 0-49 16,0 0-8-16,0-29-21 16,0 74 14-16,0 12 6 15,-6 12 1-15,-5 0-4 16,-2-5-31-16,2-5-2 15,1-6-19-15,-2-11-46 16,3-17-87-16,2-17-268 16</inkml:trace>
  <inkml:trace contextRef="#ctx0" brushRef="#br0" timeOffset="49791.73">15426 10832 755 0,'0'0'40'0,"0"0"-11"16,0 0-29-16,0 0-3 15,0 0-2-15,0 0-9 16,11 26-50-16,-5-16-58 16,0-10-240-16</inkml:trace>
  <inkml:trace contextRef="#ctx0" brushRef="#br0" timeOffset="50130.67">15601 10629 701 0,'0'0'51'16,"0"0"-2"-16,0 0-46 15,101-10 5-15,-83 29-8 16,-6 7-1-16,-3 2 0 15,-9 1-3-15,0 4-5 16,-21 1 9-16,-12-3 0 16,-3 0-9-16,2-4-37 15,4-3-43-15,8-6 46 0,5-4 7 16,7-5-12 0,7-8 34-16,3-1 14 15,0 0 41-15,10-4 17 0,12-7 8 16,7 0-41-16,11-1-19 15,10 0-3-15,13 1-3 16,6 0-5-16,2 1-66 16,-9-2 9-16,-13-5-194 15</inkml:trace>
  <inkml:trace contextRef="#ctx0" brushRef="#br0" timeOffset="50462.56">16011 10580 664 0,'0'0'68'16,"0"0"-22"-16,0 0-46 15,0 0 0-15,0 0 8 16,0 0-5-16,76 46 1 16,-67-20-4-16,-6 3-1 15,-3-2-2-15,-6 2 3 16,-18-4 2-16,-3-2-2 15,2-5-23-15,6-7 2 16,7-3-27-16,6-8 34 16,4 0 14-16,2 0 5 15,0 0 38-15,0 0 28 16,17-6-53-16,13-3-15 16,11 2-3-16,6 0 0 15,9-1-3-15,4 1-19 0,1 3-54 16,-1-6-52-16,-8-5-207 15</inkml:trace>
  <inkml:trace contextRef="#ctx0" brushRef="#br0" timeOffset="50676.49">16590 10476 298 0,'0'0'344'15,"0"0"-320"-15,0 0-16 0,0 0-8 16,0 0 18-16,74 111 6 16,-66-55 4-16,-8 8-20 15,-7 4-5-15,-28-1 4 16,-18-6-4-16,-16-2-3 16,-9-10-115-16,-8-13-180 15</inkml:trace>
  <inkml:trace contextRef="#ctx0" brushRef="#br0" timeOffset="51128.27">14791 10610 524 0,'0'0'57'0,"0"0"-18"16,0 0-39-16,0 0 3 16,0 0 18-16,6 105 32 15,-6-56-12-15,0 9-14 16,0 14-8-16,0 9-14 15,0-3 3-15,-5-2-4 16,5-11-4-16,0-9-77 16,30-17-93-16,27-23-229 15</inkml:trace>
  <inkml:trace contextRef="#ctx0" brushRef="#br0" timeOffset="51793.96">17042 10542 433 0,'0'0'126'16,"0"0"-43"-16,0 0-19 15,0 0-44-15,0 0 21 0,0 0-36 16,22-17 6-16,-4 17 1 15,1 11-7-15,-3 4-4 16,-1 10-1-16,-5 3-3 16,-10 5-9-16,0-1-35 15,-13 0-2-15,-12-3-23 16,-2-5-8-16,4-4 11 16,6-8 26-16,4-4 34 15,4-3 9-15,6-5 71 16,1 0 57-16,2 0-4 15,0 0-77-15,15-2-38 16,15-6-9-16,10-2-7 0,5 0-36 16,3 2 18-16,-2-1-8 15,-3 4 9-15,-6 1-30 16,-11-2-137-16,-11-3-168 16</inkml:trace>
  <inkml:trace contextRef="#ctx0" brushRef="#br0" timeOffset="51953.82">17415 10686 777 0,'0'0'135'16,"0"0"-68"-16,0 0-9 16,0 0-48-16,0 0-10 15,0 0-94-15,-3 22-16 0,-17 5-16 16,-8-5-368-16</inkml:trace>
  <inkml:trace contextRef="#ctx0" brushRef="#br0" timeOffset="52794.31">4277 11896 518 0,'0'0'147'0,"0"0"-86"16,0 0-61-16,0 0-9 0,0 0 3 15,0 0 6-15,0 97 3 16,-14-51 5-16,-8 7 2 16,-3 5-4-16,-5 2-2 15,0-1 4-15,2-1-8 16,-4-5-19-16,1-7-97 16,10-14-159-16</inkml:trace>
  <inkml:trace contextRef="#ctx0" brushRef="#br0" timeOffset="52996.45">3983 12187 547 0,'0'0'52'0,"0"0"99"16,0 0-101-16,0 0-50 15,0 0 5-15,103-35 11 16,-52 29 8-16,8 3-14 15,10 1-10-15,3 2-5 16,8 0-60-16,-4-6-106 16,-5-7-170-16</inkml:trace>
  <inkml:trace contextRef="#ctx0" brushRef="#br0" timeOffset="53994.89">5104 11825 419 0,'0'0'191'15,"0"0"-63"-15,0 0-81 16,114-51-27-16,-71 50-14 15,-4 1-5-15,-3 4-1 0,-9 19-1 16,-8 6-2 0,-10 8-2-16,-9 5-13 0,-14 6-4 15,-26 1 15-15,-8 0-9 16,0-5-12-16,7-2-19 16,8-10 3-16,12-10 18 15,15-9 16-15,6-10-15 16,25-3-8-16,22-12 33 15,16-15 2-15,13-9-2 16,13-2-2-16,3-1 2 16,-1 0 14-16,-7 3 22 15,-18 6 24-15,-23 10 44 0,-18 6-20 16,-17 9-13-16,-7 5-24 16,-1 0-47-16,0 2-8 15,0 12 1 1,0 9 4-16,0 4 2 0,0 3 2 15,0 1-1-15,12-4 1 16,11-5-2-16,2-10 1 16,8-9 0-16,7-3 3 15,-3-9 0-15,-7-14 2 16,-6-5-3-16,-11 0 0 16,-11-3 7-16,-2 0-6 15,-6-1 5-15,-18 5 0 16,-4 6-8-16,-5 9 0 0,5 10-44 15,11 2-40 1,14 15-34-16,6 3-64 0,33 1-96 16</inkml:trace>
  <inkml:trace contextRef="#ctx0" brushRef="#br0" timeOffset="54149.23">6351 12065 428 0,'0'0'120'16,"0"0"-20"-16,0 0-44 15,0 0-27-15,-94 105-10 16,67-66-13-16,7-1-2 16,5 4-3-16,9-5-1 15,3-8-51-15,3-8-23 16,0-14-173-16</inkml:trace>
  <inkml:trace contextRef="#ctx0" brushRef="#br0" timeOffset="55291.49">6602 11833 546 0,'0'0'71'16,"0"0"1"-16,0 0-60 16,0 0-12-16,0 0-1 15,0 0 1-15,-9 67 3 16,9-31 2-16,0 4-1 15,0 1-2-15,6-3 5 16,9-6-7-16,6-7-2 0,6-8 2 16,4-14 3-16,8-3 0 15,1-10 1-15,-1-16-2 16,-5-6 4-16,-9-6-2 16,-9 2 28-16,-9 1 17 15,-7-1-24-15,-12 1-9 16,-19 0-2-16,-13 4-12 15,1 7 0-15,10 10 0 16,14 9 3-16,12 5-5 16,5 0-8-16,1 5-17 15,-1 9 22-15,2-1 1 16,0-4 2-16,0-2-8 16,2-2-5-16,14-3 13 15,9-2 5-15,8 0-2 0,4 0-3 16,2-1 1-16,-4-5 4 15,-7 4-4-15,-7 0 0 16,-6 2 1-16,-5 0-2 16,-4 0-1-16,-3 12-2 15,5 6-4-15,-5 5 7 16,2 8-2-16,-2-1 3 16,-3-3-1-16,2 0 0 15,-2-4 0-15,1-7 1 16,2-5-2-16,0-6 2 15,2-2 1-15,-1-3 2 16,6 0 0-16,6-6 7 0,3-11 4 16,2-2 4-16,0-3-10 15,-2 0 3-15,-1 0-2 16,-2 1-3-16,-5 3-3 16,-5 1-4-16,-6 3 8 15,0 0-7-15,0-3-2 16,-12 2-5-16,-9-2-1 15,-6 1-12-15,2 2 10 16,-1 3 9-16,4 3 0 16,4 4-2-16,6 0 2 15,5 3 0-15,2-1 2 16,4 2-1-16,1 0-1 16,0 0 0-16,0 0-1 15,0 0 0-15,0 0 1 0,0 0-3 16,0 0 1-16,0 4 2 15,0 5-3-15,9-1 2 16,4 0 0-16,14-1-4 16,13-4 5-16,17-3 0 15,16 0-4-15,13 0-10 16,1-5 3-16,-8-5 10 16,-13-1 1-16,-14 2 6 15,-18 4 3-15,-14 2 11 16,-10 3-11-16,-8 0-9 15,-2 0-5-15,0 8-7 0,-6 15 9 16,-17 3 2 0,-3 10 1-16,1 3 1 0,3-2 0 15,6 1 1-15,11-1-2 16,5-7 0-16,0-9-7 16,18-11 6-16,15-10 1 15,13 0 4-15,13-16-1 16,0-12-1-16,-5-4 0 15,-12-4 0-15,-15 0 15 16,-14 0-3-16,-10 1-6 16,-3 0 8-16,-12 1-14 15,-22 6 4-15,-30 15-6 16,-32 13-11-16,-23 3-97 16,-24 13-195-16</inkml:trace>
  <inkml:trace contextRef="#ctx0" brushRef="#br0" timeOffset="55823.7">4942 12498 194 0,'0'0'31'16,"-82"7"14"-16,56-1 6 16,10-1-1-16,16 2-8 15,0-1-25-15,27 2 98 16,28 0-28-16,30-6 0 0,40-1-41 16,40-1-23-16,42 0-17 15,36-13-6 1,22-13 0-16,10-3-8 0,4-5 6 15,-6-1-1-15,-5 4 5 16,-19 4-2-16,-28 4 0 16,-43 6 9-16,-43 6 8 15,-45 5-4-15,-42 3-7 16,-25 1 1-16,-21 2-7 16,-5 2-27-16,-39 20-24 15,-31 2-20-15,-33 3-234 16</inkml:trace>
  <inkml:trace contextRef="#ctx0" brushRef="#br0" timeOffset="56357.32">5377 12855 572 0,'0'0'190'0,"0"0"-40"16,0 0-110-16,0 0-40 16,0 0-3-16,0 0 1 15,-6 48-4-15,12-4 4 16,-6 6-1-16,0 3-27 15,-10 1-34-15,-8-7-77 16,-1-10-173-16</inkml:trace>
  <inkml:trace contextRef="#ctx0" brushRef="#br0" timeOffset="56539.84">5623 12954 820 0,'0'0'97'16,"0"0"-63"-16,0 0-34 16,0 0-14-16,0 0-33 15,0 0 27-15,49 11-29 16,-32 4-99-16,-2-8-77 16</inkml:trace>
  <inkml:trace contextRef="#ctx0" brushRef="#br0" timeOffset="56872.81">5990 12724 686 0,'0'0'77'0,"0"0"-43"15,0 0-29-15,81 14-2 16,-62 13-3-16,-4 7-1 15,-7 6 1-15,-8 2-1 16,-6 2-2-16,-21-5-1 16,-9-3-4-16,5-5-30 15,1-7 10-15,6-7 3 0,12-7-22 16,6-8 41 0,6-2 6-16,0 0 5 0,9-2 26 15,17-8-19-15,11-4 27 16,6 2 2-16,11 3-28 15,8 3-13-15,6 1-5 16,-1 1-94-16,-6-2-1 16,-9-3-143-16</inkml:trace>
  <inkml:trace contextRef="#ctx0" brushRef="#br0" timeOffset="57189.58">6502 12780 445 0,'0'0'201'16,"0"0"-54"-16,0 0-102 0,0 0-40 16,0 0-4-16,0 0-2 15,30-3 1-15,-18 27 0 16,-3 5 0-16,-2 5 0 16,-7-2-10-16,0-3 10 15,0-4 0-15,-15-4 4 16,3-6-2-16,1-4-2 15,5-5-8-15,1-3-2 16,5-3 10-16,0 0 0 16,0 0 5-16,14-9-1 15,17-8-1-15,9-2-6 16,15 0 2-16,8 2-8 0,7 2-71 16,6-4-67-1,-6-5-207-15</inkml:trace>
  <inkml:trace contextRef="#ctx0" brushRef="#br0" timeOffset="57405.04">7243 12608 797 0,'0'0'64'0,"0"0"-59"15,0 0-5-15,0 0 0 16,32 101-1-16,-26-42 0 15,-6 12 1-15,0 10 1 0,-30-1 4 16,-10-5 2 0,-14-8-7-16,-6-13-6 0,-4-10-36 15,-3-9-58-15,-2-15-60 16,-4-15-245-16</inkml:trace>
  <inkml:trace contextRef="#ctx0" brushRef="#br0" timeOffset="57721.98">4993 12797 433 0,'0'0'187'16,"0"0"10"-16,0 0-186 16,0 0-11-16,0 0-3 15,-45 108 3-15,12-50 2 16,3 1 4-16,12 3-4 16,11 0 1-16,7 2-2 15,9 4 3-15,28-2-4 16,26-4-9-16,35-6-29 15,35-21-59-15,28-23-196 16</inkml:trace>
  <inkml:trace contextRef="#ctx0" brushRef="#br0" timeOffset="58488.17">7319 12621 366 0,'0'0'200'0,"0"0"-66"0,0 0-20 16,0 0-57-16,0 0-10 15,12-74-15-15,-1 62-24 16,8 2-5-16,8 0-3 15,9 4-2-15,7 3 2 16,5 3-9-16,-9 0-23 16,-13 6 0-16,-11 10-6 15,-15 3-19-15,-1 7-3 16,-26 4-9-16,-4-3-20 16,-1 0-58-16,7-4 32 0,9-9 77 15,8-3 38-15,7-2 70 16,1-4 27-16,0 2 25 15,0 3-36-15,9 2-22 16,7 5-22-16,5 4-5 16,1 2-16-16,2 2-8 15,-3-1-9-15,-8-3 2 16,-4-3-6-16,-6-2-1 16,-3-4-3-16,0 2 0 15,-14 1 4-15,-16 0 5 16,-9 0-5-16,0-4-33 15,5-4-18-15,14-7-21 16,13 0 15-16,7-2-50 0</inkml:trace>
  <inkml:trace contextRef="#ctx0" brushRef="#br0" timeOffset="58755.36">8367 12279 602 0,'0'0'99'0,"0"0"-19"16,0 0-52-16,0 0-25 15,0 0 14-15,92-27 13 16,-49 25-11-16,2 2-6 15,2 0-12-15,0 0-2 16,-1 0-2-16,-4 2-52 16,-12-2-112-16,-14 0-205 15</inkml:trace>
  <inkml:trace contextRef="#ctx0" brushRef="#br0" timeOffset="58964.22">8437 12126 580 0,'0'0'159'0,"0"0"-56"15,0 0-74-15,0 0-22 16,0 0-7-16,0 0-1 16,7 78-4-16,-3-20 4 15,-4 16 1-15,0 7 3 16,0 0-3-16,0-12-127 15,-1-19-164-15</inkml:trace>
  <inkml:trace contextRef="#ctx0" brushRef="#br0" timeOffset="59424.61">8966 11754 589 0,'0'0'151'0,"0"0"-45"15,0 0-97-15,0 0-9 16,0 0 0-16,-16 107-1 16,4-52 0-16,-6 5 1 15,-3 8 3-15,3 0-3 16,6-9-9-16,7-12-101 0,5-18-71 16,8-19-201-16</inkml:trace>
  <inkml:trace contextRef="#ctx0" brushRef="#br0" timeOffset="59724.11">9188 11822 727 0,'0'0'41'16,"0"0"24"-16,0 0-65 15,0 0-44-15,0 0 41 16,0 0 3-16,14 72 0 15,-4-29 0-15,4 4 2 0,6 1 1 16,1-5-2 0,-2-6 2-16,-3-6-2 0,-4-7 6 15,-5-6-5-15,-6-5-2 16,-1 0 0-16,0 0 0 16,-17-2 0-16,-12 0 5 15,-5-5-5-15,-2-3-15 16,2-3-62-16,4 0-33 15,8-11-6-15,6-9-93 16</inkml:trace>
  <inkml:trace contextRef="#ctx0" brushRef="#br0" timeOffset="59919.24">9419 11822 590 0,'0'0'88'16,"0"0"39"-16,91-68-75 16,-50 54-21-16,3 9-23 15,3 5-8-15,3 1-2 16,-2 21-55-16,-5 0-109 16,-14-5-304-16</inkml:trace>
  <inkml:trace contextRef="#ctx0" brushRef="#br0" timeOffset="60083.54">9676 12238 649 0,'0'0'96'0,"0"0"-96"16,0 0 1-16,0 0-1 15,-61 103 3-15,46-68-3 16,5-6-79-16,5-13-220 15</inkml:trace>
  <inkml:trace contextRef="#ctx0" brushRef="#br0" timeOffset="61169.16">9981 11970 462 0,'0'0'16'0,"0"0"61"16,0 0-44-16,0 0-27 16,0 0 8-16,0 0 10 15,20 44 17-15,-15-12-27 16,1 9-4-16,4 3-6 16,7 1 2-16,3-7-3 15,4-11-1-15,0-13-2 16,2-9 0-16,0-5 4 15,1-6 12-15,-3-18 4 0,-4-5 15 16,-1-5-16-16,-8-3-4 16,-7-1 3-16,-4 0-1 15,0 1-12-15,-20 4-1 16,1 6 0-16,-1 9-3 16,4 5-1-16,6 8-9 15,0 3-25-15,4 2 11 16,2 0-5-16,4 0-4 15,0 0 2-15,0 0 25 16,0 0 5-16,10 0 2 16,3 0 2-16,-3 0 4 15,2 0 7-15,0 0-1 0,-3 3-10 16,3 3-4 0,-2 2 0-16,3 6 0 0,0-2 1 15,-1 1-1-15,-2-1 0 16,-1-2 1-16,-3-4-1 15,-1-4 2-15,-2 1 0 16,-1-1-2-16,6 2 0 16,-5 0 1-16,4 3-1 15,-2 0 0-15,-2 5-1 16,4 2 0-16,-1 6 1 16,2 2 1-16,-1 4-1 15,-1 0 0-15,3-2 2 16,0-3-1-16,7-8 2 0,5-7 2 15,8-6 3 1,4-6 28-16,-2-17-3 0,-1-6-9 16,-3-6 13-16,-7-1-29 15,-6 0-1-15,-7 2 0 16,-7 1-7-16,0 6-4 16,-14 3-27-16,-7 9-20 15,-2 3 14-15,-3 9 12 16,0 3-11-16,-1 0 16 15,6 0 7-15,6 2 4 16,8 6-6-16,7-5 2 16,0 2 0-16,15-5 10 15,21 0 3-15,8 0 22 16,6 0 3-16,6 0-11 0,-1 0 6 16,-6 0-9-16,-8 4-5 15,-7 6 2-15,-12-1-5 16,-8 3 0-16,-4 4-2 15,-5 1 0-15,-1 4-1 16,-2 0 0-16,-2 2 1 16,3-2-1-16,1-2 1 15,4-1 5-15,7-4-6 16,13-5 3-16,11-7 5 16,11-2-4-16,10-6 2 15,0-16 7-15,-5-8-5 16,-9-7 15-16,-10 0-3 15,-11-4-4-15,-10 3 25 0,-13 1-31 16,-2 3 7 0,-27 4-3-16,-31 12-14 0,-23 11-17 15,-13 7-88-15,0 18-47 16,15 11 32-16,20 5-116 16</inkml:trace>
  <inkml:trace contextRef="#ctx0" brushRef="#br0" timeOffset="61668.76">9566 12702 377 0,'0'0'89'15,"0"0"18"-15,0 0-29 16,0 0 5-16,0 0-62 0,0 0 4 16,0 0-4-16,-66-65 25 15,74 57-12-15,41-4-15 16,34-7-18-16,40-3-1 16,33-1 2-16,31-1 1 15,19-1-3-15,15-1-1 16,2-1-4-16,-13-1 5 15,-23 6 0-15,-32 1 0 16,-39 7 0-16,-39 4 0 16,-33 7-2-16,-30 3-19 15,-14 0-81-15,-41 19-4 16,-28 6 32-16,-30-3-267 0</inkml:trace>
  <inkml:trace contextRef="#ctx0" brushRef="#br0" timeOffset="61929.56">9779 12855 688 0,'0'0'192'0,"0"0"-127"0,0 0-51 16,0 0-14 0,0 0-7-16,0 0 6 0,0 98 1 15,-6-51-3-15,-10-1-9 16,-5 3-30-16,-1-6-48 16,3-5-65-16,5-15-186 15</inkml:trace>
  <inkml:trace contextRef="#ctx0" brushRef="#br0" timeOffset="62100.7">9952 13012 726 0,'0'0'86'0,"0"0"34"0,0 0-109 15,0 0-11-15,0 0-64 16,0 0 3-16,33 4-18 15,-23 6-72-15,-2-3-209 16</inkml:trace>
  <inkml:trace contextRef="#ctx0" brushRef="#br0" timeOffset="62450.67">10243 12808 388 0,'0'0'263'0,"0"0"-227"0,88-40 11 16,-61 40-17-16,-8 0 10 15,-2 7-32-15,-7 15-8 16,-2 11-4-16,-4 4 1 16,-4 9 3-16,-13-3-10 15,-17 1-32-15,-5-8-34 16,3-7 28-16,3-5 27 15,4-7 3-15,11-7 15 16,4-5 3-16,10-5 1 16,0 0-1-16,24 0 14 15,13-13-7-15,9-3 4 16,5-1-11-16,4 1 0 0,7 3-2 16,1 1-13-1,-3 1-100-15,-12-3-123 0</inkml:trace>
  <inkml:trace contextRef="#ctx0" brushRef="#br0" timeOffset="62784.27">10682 12753 174 0,'0'0'555'15,"0"0"-434"-15,0 0-98 16,82-37-23-16,-57 47 0 15,-4 15-1-15,-8 4 0 16,-5 9 1-16,-8 5-7 16,0 1 7-16,-11-1 0 0,-11-8-2 15,-2-6 2-15,1-8-37 16,7-8 30-16,4-5-2 16,5-7 5-16,3-1 4 15,4 0 7-15,0-9 11 16,0-4 27-16,13 0-39 15,10 2-6-15,7 2-1 16,5-2 0-16,2 2 0 16,5 4-5-16,4 1-1 15,2 4-39-15,2 0-31 0,-6 0-91 16,-10-7-280 0</inkml:trace>
  <inkml:trace contextRef="#ctx0" brushRef="#br0" timeOffset="63015.06">11338 12604 599 0,'0'0'19'16,"0"0"23"-16,0 0-29 15,0 0 6-15,91 38 11 16,-81 7-18-16,-10 16 8 15,0 10-11-15,-40 11-4 16,-27 4 5-16,-18 2-10 16,-12-6-14-16,-4-7-47 0,7-12-76 15,6-15-66-15</inkml:trace>
  <inkml:trace contextRef="#ctx0" brushRef="#br0" timeOffset="63466.72">9700 12822 423 0,'0'0'89'15,"0"0"33"-15,0 0-29 0,0 0-58 16,0 0-24-16,0 0-8 16,-94 53-3-16,66 2 7 15,-7 10 1-15,4 3-1 16,6 2-7-16,16-2 7 16,9-1-7-16,13-1-3 15,30 0-42-15,20-7 9 16,18-17-72-16,23-18-158 15</inkml:trace>
  <inkml:trace contextRef="#ctx0" brushRef="#br0" timeOffset="64316.68">11584 12518 621 0,'0'0'159'0,"0"0"-78"15,0 0-64-15,0 0-17 16,0 0-5-16,0 0 5 15,7 61 0-15,-7-17 2 0,0 7 0 16,0 1-2 0,0-3 0-16,-3-6-3 0,2-14-17 15,1-10-16-15,0-13 6 16,19-6 30-16,9-10 6 16,4-18 3-16,1-5 2 15,-7 1-1-15,-10 2 11 16,-9 5 7-16,-7 7 29 15,0 7-17-15,0 8-27 16,0 3-9-16,0 3-4 16,0 21-19-16,0 13 14 15,-4 6 3-15,-2 10 1 0,4 6-14 16,2 1-33 0,0-4-19-16,0-15-113 0,8-17-157 15</inkml:trace>
  <inkml:trace contextRef="#ctx0" brushRef="#br0" timeOffset="64768.37">11973 12214 356 0,'0'0'79'0,"0"0"27"0,0 0-39 16,0 0-20-16,0 0-16 15,0 0-5-15,44-20-13 16,6 17 31-16,10 2 4 15,7-2-23-15,-1 1-5 16,-2 2-14-16,-4 0-6 16,-5 0-7-16,-5 0-50 15,-15-6-98-15,-15-5-103 16</inkml:trace>
  <inkml:trace contextRef="#ctx0" brushRef="#br0" timeOffset="64987.64">12263 11984 574 0,'0'0'116'0,"0"0"15"16,0 0-88-16,0 0-43 16,0 0 0-16,0 0-4 15,20 60 3-15,-10-12 2 16,-4 12-1-16,-1 9 0 15,-2 7 0-15,0-1-34 16,3-13-157-16,4-16-307 16</inkml:trace>
  <inkml:trace contextRef="#ctx0" brushRef="#br0" timeOffset="65401.9">13186 11898 472 0,'0'0'108'15,"0"0"42"-15,0 0-43 16,0 0-66-16,0 0-41 15,0 0-3-15,-34 37 3 16,26 7 0-16,-4 11 3 16,-7 7-3-16,-4 4 0 15,2-5-78-15,11-15-104 16,10-19-193-16</inkml:trace>
  <inkml:trace contextRef="#ctx0" brushRef="#br0" timeOffset="65714.51">13305 12017 752 0,'0'0'94'16,"0"0"-94"-16,0 0-1 16,7 71 1-16,7-36 3 15,4 2-3-15,1-3 0 16,4-7 3-16,3-8-3 15,8-12-1-15,3-7 1 0,1-4 2 16,-3-18-1 0,-5-8 1-16,-10-1 0 0,-8-3 9 15,-9 1 5-15,-3 1-7 16,-18 2 1-16,-22 4 15 16,-8 10-25-16,-2 10-3 15,8 6-45-15,17 14-41 16,17 15-62-16,8 4-51 15</inkml:trace>
  <inkml:trace contextRef="#ctx0" brushRef="#br0" timeOffset="65896.33">13954 12265 657 0,'0'0'134'16,"0"0"-27"-16,0 0-85 15,0 0-20-15,0 0-2 16,0 0 2-16,-91 106-2 16,57-58-3-16,1 5-39 15,3-7-62-15,8-10-160 16</inkml:trace>
  <inkml:trace contextRef="#ctx0" brushRef="#br0" timeOffset="66996.54">14249 12025 569 0,'0'0'145'0,"0"0"-107"16,0 0-38-16,0 0-4 15,0 0 3-15,0 0 2 16,-17 87-1-16,7-44 1 15,4 6 0-15,2-3-1 16,4 0 0-16,0-7-13 16,14-11-47-16,15-11 47 15,10-14-22-15,4-3 26 16,1-17 9-16,-1-12 3 16,-4-8 12-16,-8-3 16 15,-8-4 48-15,-9 1-58 0,-11 1 6 16,-3 4-17-16,-3 6-3 15,-13 3 9-15,1 11-12 16,2 7-3-16,1 5-2 16,4 5-1-16,-2 1-15 15,2 0-14-15,4 9 0 16,2 1 31-16,2 1-12 16,17 2 2-16,17-4 9 15,8 4 1-15,1-1 0 16,-6 0 9-16,-7 0 3 15,-5 1-4-15,-9-2-4 16,-2 2-3-16,-3 0-1 16,-4 0 0-16,2 3 1 0,0 2-1 15,0-1-2-15,3 0-2 16,7-4-6-16,7-7-1 16,2-2-18-16,-1-4 24 15,-3 0 1-15,-8-5 4 16,-1-11 47-16,-4 4-8 15,-4-2 21-15,0 1-33 16,-2 4-5-16,-2 0-22 16,0 1 3-16,0 1-4 15,-2-1 2-15,-1-2-1 0,2-1 6 16,-2-1-3 0,0-3-2-16,0 1 21 0,0-3-15 15,-3-3-2-15,-8 1-1 16,-5 1-3-16,-8 0 0 15,-7 3-1-15,-9 7-4 16,-2 2-7-16,-1 5 1 16,8 1 4-16,12 0 1 15,9 0 0-15,6 4-11 16,7 5 0-16,1-1-14 16,0 2 15-16,21-2 13 15,20 1-1-15,19-4-1 16,12-2-13-16,14-3 16 15,7 0-10-15,2 0 0 16,2 0 8-16,-7-10 3 0,-10 3 8 16,-13 0 21-16,-16 5 14 15,-18 2-10-15,-15 0-16 16,-12 0-17-16,-6 9 0 16,0 11-7-16,-10 3 7 15,-14 8 2-15,-1 0-1 16,5 2 2-16,5 1-3 15,11-1-1-15,4-5-1 16,10-6-3-16,25-10 1 16,19-12 4-16,12 0 4 15,5-15-3-15,-5-14 1 16,-9-5 13-16,-14 0-7 0,-17-4-4 16,-13 3 9-16,-12-1 7 15,-1 3-8-15,-26 2-6 16,-28 10-4-16,-27 10-2 15,-31 11-28-15,-25 2-36 16,-15 13-145-16,3 2-374 16</inkml:trace>
  <inkml:trace contextRef="#ctx0" brushRef="#br0" timeOffset="67496.58">12958 12690 131 0,'0'0'219'0,"0"0"-78"16,0 0-21-16,0 0-29 15,0 0-71-15,121-22-10 16,11 11 12-16,44-1 22 16,43 1-3-16,27-1-18 15,24 2-12-15,12-2-11 16,-1-4-2-16,-5-1 2 16,-24 0 0-16,-28 0 2 15,-30 5 7-15,-33 3-9 16,-38 3 6-16,-48 5-6 15,-39 1-2-15,-36 0-33 16,-30 10-109-16,-43 3 51 16,-33-3-214-16</inkml:trace>
  <inkml:trace contextRef="#ctx0" brushRef="#br0" timeOffset="67763.95">14000 12861 710 0,'0'0'151'0,"0"0"-141"16,0 0-10-16,0 0-6 15,3 84 5-15,-9-45 1 16,-10 3 0-16,-5 0-11 16,0 0-39-16,-1-5-72 15,4-8-120-15</inkml:trace>
  <inkml:trace contextRef="#ctx0" brushRef="#br0" timeOffset="67949.55">14213 13003 796 0,'0'0'94'0,"0"0"-12"16,0 0-75-16,0 0-7 16,0 0-33-16,0 0-19 15,73-6-7-15,-49 13-113 16,-4-5-112-16</inkml:trace>
  <inkml:trace contextRef="#ctx0" brushRef="#br0" timeOffset="68244.94">14577 12816 673 0,'0'0'44'0,"0"0"-30"16,87 17-8-16,-69 8-6 15,-5 5 0-15,-10 0 1 16,-3 0-1-16,-18-2-14 16,-14-2 11-16,-3-2 3 15,4-4-13-15,6-4-1 16,8-2-24-16,10-1 7 16,7-3 3-16,0-3-53 15,24-3 20-15,16-4 34 16,14 0 25-16,10 0 2 15,9-6 92-15,1 1-41 16,-2 2-43-16,-5-1-8 0,-10-1-183 16</inkml:trace>
  <inkml:trace contextRef="#ctx0" brushRef="#br0" timeOffset="68578.12">15058 12807 669 0,'0'0'64'16,"0"0"-51"-16,0 0-7 15,104-4 2-15,-82 19 12 16,-2 6-7-16,-4 4-4 16,-10 5-9-16,-3 3 0 0,-3-1-2 15,-15 1 0-15,-10-6-4 16,-6-5-41-16,7-6 5 15,12-6 2-15,3-5 34 16,9-5 6-16,0 0 2 16,18 0 71-16,18-9-34 15,14-1-34-15,10 0-5 16,9 6-1-16,4 1-3 16,6 3-22-16,-6 0-63 15,-9-2-26-15,-18-3-145 16</inkml:trace>
  <inkml:trace contextRef="#ctx0" brushRef="#br0" timeOffset="68798.63">15811 12749 75 0,'0'0'575'0,"0"0"-550"16,0 0-16-16,0 0-9 15,0 0 4-15,0 0 18 16,68 96-1-16,-96-41-6 16,-22 10-4-16,-22 7 3 15,-15 4-1-15,-2-2-6 0,7-7-7 16,12-12-55-16,9-11-84 16,4-13-109-16</inkml:trace>
  <inkml:trace contextRef="#ctx0" brushRef="#br0" timeOffset="69160.83">13999 12855 186 0,'0'0'348'16,"0"0"-204"-16,0 0-68 15,0 0-54-15,-82 9-13 16,58 23-7-16,2 8-1 15,3 4 4-15,0 9-1 16,4 4 1-16,3 5 1 16,6 4-2-16,6-1-4 15,10-4-24-15,39-5-86 16,29-13 29-16,30-14-125 16</inkml:trace>
  <inkml:trace contextRef="#ctx0" brushRef="#br0" timeOffset="69744.73">16094 12600 381 0,'0'0'164'0,"0"0"-80"0,0 0-17 15,0 0-53-15,0 0-14 16,0 0 0-16,-58 45 4 15,58 2-3-15,0 4-1 16,12 2 0-16,15-2-1 16,7-7 5-16,5-10-6 15,0-9 4-15,-12-9 3 16,-14-6-2-16,-8-3-2 16,-5-4 20-16,-5 1 20 15,-25-1-34-15,-16 4-7 16,-18-4 0-16,-5 3-9 15,4-1-31-15,8-2-27 16,17 3 16-16,13 0-37 0,16-1-111 16</inkml:trace>
  <inkml:trace contextRef="#ctx0" brushRef="#br0" timeOffset="69959.55">16138 12600 493 0,'0'0'93'0,"0"0"67"16,0 0-70-16,0 0-84 0,0 0-6 16,85-44-20-16,-35 42-14 15,3-2-69-15,2-3-5 16,-2-7-126-16</inkml:trace>
  <inkml:trace contextRef="#ctx0" brushRef="#br0" timeOffset="70493.52">16359 11811 432 0,'0'0'18'15,"0"0"-14"-15,89 19 18 16,-56-9 0-16,7 0 6 16,3-2 13-16,8-5 16 15,7 2 19-15,5-2-18 16,2 3-13-16,0-2-18 15,-7 0-15-15,-16-1-4 16,-14 0-6-16,-13-3-1 16,-11 2-2-16,-4 1 0 15,0 6-10-15,0 7-21 16,-19 15 16-16,-11 16 16 16,-8 20 0-16,-3 17 0 0,-4 15 1 15,5 20 2-15,4 9-3 16,6 1 5-16,6 0-1 15,4-14 0-15,2-9-2 16,-5-11 0-16,3-13-2 16,0-10 3-16,-2-11 6 15,-2-8-8-15,2-10 2 16,-1-11-3-16,2-10 2 16,2-10-2-16,2-7 0 15,-3-5 2-15,-3 0 2 16,-4-3 3-16,-5-11-5 0,-4 0 3 15,-3 3-5 1,6 5-8-16,11 1-139 0,14-5-302 16</inkml:trace>
  <inkml:trace contextRef="#ctx0" brushRef="#br0" timeOffset="70659.08">16378 13408 561 0,'0'0'276'0,"0"0"-184"15,0 0-25-15,0 0-49 16,0 0 0-16,0 0-7 16,-4-9-11-16,4 19-48 15,0 11-44-15,2-4-16 16,6-8-280-16</inkml:trace>
  <inkml:trace contextRef="#ctx0" brushRef="#br0" timeOffset="92871.89">8417 14596 551 0,'0'0'74'0,"0"0"-13"15,0 0 16-15,0 0-48 16,0 0-1-16,0 0 6 15,0 0-2-15,0-13 2 16,0 13-8-16,0 0-11 16,0 0-9-16,0 0-5 15,0 0-1-15,9 0-4 16,20 0 4-16,14 0 3 16,15-1-2-16,15-11 0 15,12-3-1-15,9-1 2 16,0-4-4-16,-3 1 2 15,-13 2-15-15,-19 2-14 0,-27 8-6 16,-31 7-61 0,-16 0-229-16</inkml:trace>
  <inkml:trace contextRef="#ctx0" brushRef="#br0" timeOffset="93636.41">9466 14324 546 0,'0'0'85'15,"0"0"46"-15,0 0-84 16,0 0-30-16,0 0 7 16,0 0-15-16,-33-33-9 15,46 33 0-15,22-4 0 16,16-3 7-16,14-3 1 15,1 0 2-15,-4 2-1 16,-8 2-4-16,-12 3 0 16,-12 3-5-16,-12 0-1 15,-8 15 1-15,-10 11-20 16,-6 10 1-16,-30 3-5 0,-12 2-14 16,-7-4-14-16,2-2-4 15,8-7 26-15,15-8 30 16,14-1 2-16,16-1 8 15,0 4 17-15,14 6 13 16,13 7-9-16,8 7-10 16,1 7-5-16,-2 4-4 15,-4-5-4-15,-8-7-4 16,-8-11-2-16,-7-7-1 16,-4-9-1-16,-3-3 1 15,0-2 0-15,-16 2 3 16,-10 0 4-16,-7-2-2 15,-1-4-6-15,3-5-2 0,2 0-8 16,13-4-11 0,10-13-10-16,6-7-66 0,10-7-189 15</inkml:trace>
  <inkml:trace contextRef="#ctx0" brushRef="#br0" timeOffset="94136.89">10447 14245 476 0,'0'0'130'0,"0"0"-5"15,0 0-31-15,0 0-54 16,0 0-23-16,0 0-15 16,-26 13 7-16,8 13 1 15,-6 11 7-15,-5 9-2 16,2 7-7-16,-6 10-3 15,3 4-5-15,7 1 2 16,2-1-2-16,12 2 0 0,9-9-3 16,3-8-16-16,30-17-3 15,13-20 5-15,6-15 14 16,4-7 3-16,-6-23 0 16,-14-8 4-16,-9 2-1 15,-17 4 15-15,-10 0 7 16,-10 8-9-16,-32 2-10 15,-16 9-6-15,-6 10-5 16,6 3-45-16,20 3 6 16,23 14-44-16,15 2-77 15,9 0-315-15</inkml:trace>
  <inkml:trace contextRef="#ctx0" brushRef="#br0" timeOffset="94335.43">10913 14922 662 0,'0'0'191'0,"0"0"-151"15,0 0-40-15,0 0-1 16,0 0 1-16,-30 98 2 16,12-59 0-16,-5 6 2 15,-6 4-4-15,-4 2-6 16,-5-8-85-16,4-11-289 15</inkml:trace>
  <inkml:trace contextRef="#ctx0" brushRef="#br0" timeOffset="95019.1">11071 14434 214 0,'0'0'461'16,"0"0"-282"-16,0 0-123 16,0 0-33-16,0 0-6 15,0 0-14-15,-5-46 7 16,23 34-9-16,5 0 4 15,7-5-5-15,4 0 1 16,4-2 0-16,3 0-1 0,-7 6-11 16,-4 3-6-16,-9 9-8 15,-12 1-22-15,-2 1-80 16,-7 14 12-16,-1 3 47 16,-20 7-21-16,-5-2 7 15,1 1 64-15,4-4 18 16,8-1 38-16,10-1 45 15,3 2-2-15,0 4-33 16,0 8-12-16,15 7-22 16,9 7-12-16,4 4 9 15,6-3 1-15,4 1-9 16,-1-11 0-16,-6-6 0 0,-10-10 0 16,-8-10 0-16,-8-7-1 15,-4-4 3-15,-1 0 40 16,-7 0 21-16,-22 0-24 15,-12 0-32-15,1 0-6 16,-1 0-4-16,14 0-9 16,13 0-49-16,12-7-84 15,2-6-239-15</inkml:trace>
  <inkml:trace contextRef="#ctx0" brushRef="#br0" timeOffset="95404.48">11788 14411 644 0,'0'0'182'16,"0"0"-114"-16,0 0-56 15,0 0-9-15,99-28-1 16,-73 34-2-16,-2 10 0 15,-7 6-2-15,-5 8 1 16,-12 6 0-16,0 5-3 16,-20 4-2-16,-13-1-48 15,-3-5-43-15,1-5-15 16,5-5 48-16,6-10 15 16,8-6 28-16,8-9 21 0,7-2 26 15,1-2 52-15,3 0-5 16,18-5 5-16,11-4-36 15,9-3-31-15,11 1-11 16,9-2 1-16,2 4 2 16,3 0-3-16,-4 1 0 15,-2 3-12-15,-2-6-107 16,-9-3-60-16</inkml:trace>
  <inkml:trace contextRef="#ctx0" brushRef="#br0" timeOffset="95619.36">12595 14330 664 0,'0'0'191'15,"0"0"-89"-15,0 0-44 16,0 0-27-16,0 0-31 16,0 0-11-16,-18 14 8 15,5 36 3-15,1 19 0 16,3 13-4-16,0 16 3 15,4 6-28-15,1 1-9 16,-5-12-43-16,0-24-87 16,-1-26-236-16</inkml:trace>
  <inkml:trace contextRef="#ctx0" brushRef="#br0" timeOffset="96600.64">4186 14837 357 0,'0'0'14'15,"0"0"57"-15,0 108 14 16,-8-55-25-16,-8 8-39 15,-4 3-5-15,0-4-9 16,1-6-2-16,5-12 0 16,5-18-4-16,6-11-1 15,1-9 0-15,2-4 0 16,0-18 8-16,11-21-8 0,11-12-41 16,3-11 19-16,7-6-17 15,2-2-49-15,11 1-21 16,4 3 0-16,3 10-13 15,-2 12 122-15,-3 16 156 16,-3 18 5-16,2 10-43 16,0 10-67-16,8 21-25 15,1 16-3-15,1 8-9 16,1 4-9-16,-6-3-2 16,-5-8-3-16,-1-11-2 15,-5-13-29-15,3-14-10 16,-4-10-35-16,0-4-29 15,-6-24-23-15,-9-7-104 16</inkml:trace>
  <inkml:trace contextRef="#ctx0" brushRef="#br0" timeOffset="97432.84">5239 14773 184 0,'0'0'137'0,"17"-103"70"16,-9 67-80-16,1 14 14 16,-1 11-71-16,-1 11-37 15,2 7-33-15,0 25-3 16,9 16 0-16,-1 18-1 15,6 10 3-15,1 6 2 16,0-1-1-16,2-9 4 16,4-8 0-16,0-11-1 15,-3-12-3-15,0-16 0 0,-8-14-1 16,-5-11-1-16,-2-4 2 16,-3-25 5-16,1-15-2 15,-1-9-3-15,-6-5-2 16,-3-4-4-16,0-2-1 15,-9-1 1-15,-6-1 0 16,3 6 0-16,5 5-24 16,7 8 10-16,7 11 2 15,13 4 10-15,7 9 7 16,-4 5 2-16,0 11 5 16,-6 7 1-16,3 0-4 15,-1 7-3-15,-1 13-1 16,-4 6-1-16,-4 6 2 0,-10 4-3 15,-4 3-2 1,-25 2 5-16,-8 2 7 0,0 1-6 16,-5-10-1-1,3-4 7-15,2-9-6 0,8-9 1 16,16-8-2-16,13-4-28 16,15-6-81-16,28-21 69 15,17-13-101-15,16-12-46 16,3-4 77-16,0 0 110 15,-7 5 78-15,-14 7 120 16,-15 12-44-16,-17 10 10 16,-15 9-71-16,-9 9-21 15,-2 4-25-15,0 0-40 16,0 4-7-16,0 21-10 0,-12 13 6 16,-2 16 4-16,1 8 1 15,10 7-1-15,3 0-2 16,12-3-3-16,16-9-11 15,5-15 3-15,3-13-13 16,3-12-3-16,7-17 8 16,5-5 1-16,4-29 16 15,0-16 0-15,-6-15-8 16,-8-9-12-16,-10 2 24 16,-13 0 3-16,-14 11 11 15,-4 8 10-15,-16 10 19 16,-5 10-6-16,2 14-15 15,8 12-7-15,4 7-14 16,7 0-1-16,0 24-23 16,0 12 22-16,0 10-1 0,7 2 1 15,19-1-9-15,12-7-20 16,12-13-4-16,8-10-17 16,7-14-97-16,-2-3-113 15</inkml:trace>
  <inkml:trace contextRef="#ctx0" brushRef="#br0" timeOffset="97646.19">7108 14599 540 0,'0'0'280'0,"0"0"-232"16,0 0-47-16,0 0-1 15,86-3 3-15,-41 3-3 16,10 0 0-16,9 0-9 16,-1 0-38-16,-7-1-54 15,-6-2-13-15,-12 2-121 16</inkml:trace>
  <inkml:trace contextRef="#ctx0" brushRef="#br0" timeOffset="97833.51">7191 14807 516 0,'0'0'306'0,"0"0"-272"0,0 0-25 16,100 4 5-16,-42-1-3 16,5-1-5-16,1-2-3 15,-1 0-3-15,-8 0-28 16,-19 0-127-16,-16-11-227 15</inkml:trace>
  <inkml:trace contextRef="#ctx0" brushRef="#br0" timeOffset="98631.92">5116 14642 263 0,'0'0'131'0,"0"0"-13"15,0 0-44-15,0 0-15 16,0 0-5-16,0 0 10 15,29-66-6-15,-26 66-25 16,-3 0-6-16,0 0-24 0,0 6-3 16,0 13-2-16,0 6 2 15,0 7 7-15,0 11 1 16,0 10-6-16,0 5 6 16,1 5-5-16,2-2-2 15,2-4 1-15,-2-6-2 16,2-8 3-16,0-5-3 15,4-8-36-15,-1-10-26 16,0-8-35-16,-2-12-17 16,-3 0-170-16</inkml:trace>
  <inkml:trace contextRef="#ctx0" brushRef="#br0" timeOffset="98784.67">5167 15057 384 0,'0'0'266'0,"0"0"-96"16,0 0-116-16,0 0-17 16,0 0-11-16,0 0-13 15,0-10-13-15,0 10-28 16,12 11-56-16,-7 0-167 16</inkml:trace>
  <inkml:trace contextRef="#ctx0" brushRef="#br0" timeOffset="109054.45">8438 5395 391 0,'0'0'84'15,"0"0"-44"-15,0 0-40 16,0 0-152-16,0 0 152 16,81 0 1-16,-26 0 3 15,5 0 4-15,10 0 36 16,7 2-19-16,6-2 23 16,7 0-9-16,10 0-11 15,8 0-9-15,16-2-8 16,22-1-5-16,20 0-1 15,15 1-4-15,16 2 1 0,7 0 10 16,7-1-8 0,5 1 5-16,-3 0-8 0,-7 0 4 15,-8 0-5-15,-4 0 2 16,0 0 0-16,16 0 1 16,8 0-1-16,5 0-2 15,-6 0 2-15,-20 0 1 16,-23 0 1-16,-24 0-4 15,-29 0 2-15,-24 0-1 16,-27-6 32-16,-23 1-6 16,-20-1-3-16,-16 3 12 15,-8 3 1-15,-3 0-25 16,0 0-12-16,-12 0-121 16,-27 4-130-16,-9-2-90 0</inkml:trace>
  <inkml:trace contextRef="#ctx0" brushRef="#br0" timeOffset="109211.8">13347 5489 878 0,'0'0'30'0,"0"0"48"15,0 0-78-15,0 0-2 16,0 0-227-16,0 0 98 0,-22 106-166 15</inkml:trace>
  <inkml:trace contextRef="#ctx0" brushRef="#br0" timeOffset="124406.85">18452 9261 98 0,'0'0'72'16,"0"0"-11"-16,0 0-6 15,0 0 10-15,0 0 38 16,0 0-77-16,0 0 40 0,-2-41-15 15,2 39 17 1,0-3 11-16,0-1-28 0,0 0-33 16,0 1 4-16,0-1-9 15,0 2 9-15,0 2-20 16,0-1-1-16,0 3 7 16,0 0-1-16,0 0 5 15,0 0-2-15,0 0-1 16,0 0-2-16,0-4-4 15,-2 3 0-15,-1-1-3 16,0-1 0-16,2 1 1 16,-5 2-1-16,-8 0-6 15,-8 2-4-15,-15 12-11 16,-4 5 9-16,-4 2 3 0,-2 6 3 16,-1 4-3-16,3 3 8 15,-1 7-3-15,6 1-4 16,6 1-9-16,5 0-11 15,10-9 11-15,7-1 5 16,6-5-5-16,4-2 5 16,2-2 8-16,0-1 3 15,0 2-7-15,5-5 3 16,4 4 1-16,4-4 1 16,-2 3 2-16,-1 0 1 15,0 3 0-15,0 1-1 16,-3 5 0-16,0 2-1 15,-1 3 2-15,-3 1 1 0,-3 0-1 16,0 3 0-16,0 3 1 16,-4-1 0-16,-9 6-1 15,-1-3 1-15,-4-3-1 16,-2-6 1-16,0-6 2 16,-5-5-1-16,-1-1 0 15,-3-3 1-15,3-3-2 16,1-2 1-16,6-7-2 15,5-1 1-15,5-3 0 16,4-3 1-16,3-2-2 16,2-1 1-16,0 0 0 15,0 0 1-15,0 0 3 16,5 0 0-16,16 0 1 16,9-3 1-16,1 3-2 0,4 0-1 15,-4 0-1-15,-1 8-3 16,-5 8-4-16,-4 5 2 15,2 3 2-15,-4 4-2 16,2 4-1-16,-2 6 3 16,1-2 1-16,-1 1-1 15,0 2-1-15,-2-1 0 16,-2 1-1-16,-5 1 2 16,0 2 0-16,0 5 0 15,-4 3 0-15,1 3 2 16,1 4-1-16,0 2-1 15,0 4 0-15,1 4 1 16,-2 1 2-16,-2-4-3 0,-2-1 0 16,-3-4 1-16,0-2 1 15,0 1-1-15,-5 0-1 16,-5 2 1-16,-2-2 3 16,1 1-2-16,4 3 3 15,-2 4 0-15,2 4 0 16,2 0-3-16,0 1 2 15,-1 6-3-15,1 4 0 16,3 0 5-16,2 3-5 16,0-3 1-16,0-3 0 15,10 0-2-15,-2-4 3 16,1 0-2-16,-3-6 1 0,1-2 0 16,-4-4 1-1,-2 1-2-15,-1 3 0 0,0 0-1 16,0 4 1-16,-8 6 1 15,-1 4-1-15,-1 0 2 16,-2-2-2-16,4-3 0 16,4-3-1-16,4-2 0 15,0-7 1-15,0-6-1 16,0-7 1-16,0-8-3 16,10-7 2-16,1-4 0 15,4-4-1-15,2 2-2 16,0-2 3-16,5-1-1 15,-1-4-1-15,-1 0 2 0,-2 0 0 16,-1 0 0-16,-5 2 0 16,-1-1 0-16,3 0-1 15,-1 2 1-15,1 0-5 16,1-3-9-16,3 2-3 16,2-3 2-16,4-2 14 15,-1 3-2-15,3-3 3 16,-3 3-3-16,-1-4 7 15,1-1-2-15,3-2-1 16,3-3 1-16,0-2 6 16,-1-5-6-16,-1-3 1 15,-4-2-1-15,-1 0 1 16,-3 0-1-16,-2 0 0 16,-7 0-1-16,-4-3 0 0,-3 2 35 15,-3-2-8-15,1 0-5 16,-1 3-12-16,4-3-6 15,-4 3 1-15,0 0-4 16,0 0-2-16,0 0-4 16,0 0-43-16,0 0-93 15,0 0-88-15,-4 0-73 16</inkml:trace>
  <inkml:trace contextRef="#ctx0" brushRef="#br0" timeOffset="125056.37">19027 14869 136 0,'0'0'81'0,"0"0"-54"15,0 0-19-15,-85 0-3 16,58 8 1-16,2-1-1 0,-1 0 16 16,3 2 4-16,0-1 13 15,2 0 5-15,-4 6-9 16,-5 1-24-16,-3 1-10 15,-4 0 0-15,-2 0-36 16,2-5-21-16,-1-1 32 16,3-6 25-16,2-2 5 15,1-2 14-15,-2 0 53 16,5 0-19-16,3-2 32 16,5-2-26-16,5 1-3 15,6 0-9-15,5 3-23 16,3 0-20-16,2 0-4 15,0 0-5-15,14 12 5 0,26 2 12 16,29 3 12-16,31 0-14 16,28-2 12-16,30 2-9 15,17 0 10-15,17 3-14 16,9-2 9-16,7 0-6 16,-3-1-1-16,-1 0-6 15,-8-5 7-15,-8-1-12 16,-1-1 1-16,-4-2-3 15,-10-1 4-15,-19 0-3 16,-22 0 8-16,-23-2-14 16,-24-3 12-16,-19 1-5 15,-21-3 2-15,-21 0-2 0,-10 1-2 16,-7-1-40-16,-1 0-138 16,1-4-122-16</inkml:trace>
  <inkml:trace contextRef="#ctx0" brushRef="#br0" timeOffset="125189.72">21628 15201 260 0,'0'0'449'0,"0"0"-354"15,0 0-38-15,0 0-20 16,0 0-17-16,0 0-20 16,-52 6-5-16,34 11-36 15,0 0-74-15,6-8-93 16</inkml:trace>
  <inkml:trace contextRef="#ctx0" brushRef="#br0" timeOffset="134447.26">19847 15415 279 0,'0'0'204'0,"0"0"-93"15,0 0 16-15,0 0-87 16,0 0 11-16,0 0-20 15,0 0-2-15,-15-28 1 16,15 27-21-16,-1-2 0 16,1 3-2-16,0 0-5 15,0 0-2-15,-3 0 0 16,3 0-1-16,-2 0 0 16,1 0-1-16,1 0-2 15,-6 3 0-15,3 8 4 16,-3 7 1-16,0 4-1 0,0 5 0 15,-3 4-1 1,3 2 2-16,2-2 0 0,1 0-1 16,3-5 0-16,0-2-10 15,3-4-5-15,10-6-1 16,7-5-2-16,6-8-11 16,4-1 25-16,0-5-4 15,0-12 8-15,-2-5 0 16,-6-6 2-16,-2-1-1 15,-2-4 7-15,-9-1 16 16,-6 2 8-16,-3-1-12 16,-2 2 15-16,-20 3-20 0,-5 5-13 15,-13 9-2 1,-5 10-4-16,-1 4-2 0,8 3-52 16,12 12-5-16,12 4-58 15,11 0-84-15,3-1-153 16</inkml:trace>
  <inkml:trace contextRef="#ctx0" brushRef="#br0" timeOffset="134873.32">20298 15598 638 0,'0'0'210'0,"0"0"-119"16,0 0-91-16,0 0-7 15,0 0-5-15,0 0 3 16,-22 44 9-16,0-12 0 15,-1 6-4-15,-1-1-39 16,2 2-45-16,5-3-54 16,5-8-136-16</inkml:trace>
  <inkml:trace contextRef="#ctx0" brushRef="#br0" timeOffset="135844.72">20566 15534 391 0,'0'0'144'16,"0"0"-85"-16,0 0-52 15,0 0 5-15,0 0-4 16,0 0-7-16,0 33 12 15,-6-9 8-15,-1 3-12 16,1-3-3-16,3 0-5 16,3-3 1-16,0-1-2 15,0-2-1-15,0-7-2 16,12-1-4-16,0-8-3 0,0-2 10 16,7 0 0-16,-3-10 2 15,-4-4 0-15,-1-6 8 16,-2 0 27-16,-6 1 26 15,0-1-22-15,-3 3-27 16,0 0-7-16,0 0-7 16,-8 2-8-16,-6 1-2 15,0-1-15-15,-2 1-21 16,5 4 40-16,-1 2 6 16,3 2 0-16,3 5 4 15,2-1-4-15,1 2 2 16,1 0-1-16,1 0 0 15,1 0-1-15,0 0 0 0,0 0-3 16,0 0-4-16,0 9 7 16,4 1 4-16,10 2-4 15,5 1 3-15,8-4 2 16,4-1-5-16,5-2-5 16,4-3-46-16,5-3 4 15,3 0 5-15,-1 0 10 16,-5 0 32-16,-10 0 22 15,-13 0 4-15,-11 0-11 16,-5 4-11-16,-3 4-2 16,0 5 1-16,-13 3 15 15,-7 6-2-15,-1 2-9 0,4-2-2 16,7 2-5-16,4-4 0 16,6-3-3-16,0-4-19 15,13-9-9-15,25-4 8 16,18 0 10-16,11-21 13 15,8-6-7-15,-8-5-4 16,-12 0 11-16,-13 3 18 16,-12 11 17-16,-12 7-25 15,-9 8 15-15,-6 3-25 16,-3 0 0-16,0 2-1 16,0 10 1-16,0 1 0 15,-10 1 0-15,4 1-2 16,1-5-19-16,2-1-2 15,3-6-11-15,0-3 13 16,0 0-13-16,0 0 34 0,8-12 15 16,0-5 5-16,-2-5 46 15,-4-3 27-15,-2-3-10 16,0-6-4-16,0 1-13 16,-10 3-34-16,-18 10-32 15,-16 11-22-15,-11 9-75 16,-1 0-73-16,10 3-223 15</inkml:trace>
  <inkml:trace contextRef="#ctx0" brushRef="#br0" timeOffset="138194.42">19204 15447 281 0,'0'0'158'0,"0"0"-103"16,0 0 39-16,0 0-68 16,0 0-20-16,0 0 22 15,0 0 13-15,24-47 24 16,-10 42-58-16,2-1 24 16,1 5-11-16,2 1-8 15,0 0-11-15,-2 0-1 16,-1 9-1-16,-6 6-1 15,0 3 1-15,-6 2-3 16,-4 5-2-16,-3 2 5 0,-20 5-1 16,-9 4 4-16,-5-1-4 15,4-3-19-15,6-6-12 16,7-5 2-16,6-7 15 16,6-7 12-16,4-4 4 15,0-3 0-15,3 0 4 16,1 0 18-16,0 0 1 15,0 0 1-15,0 0-5 16,1 0-13-16,9 0-3 16,7 0 2-16,2 0 0 15,0 0-1-15,3 0 0 16,-1 0-2-16,0 0-1 0,1 0-1 16,-3 0-11-16,4 0-41 15,-2-1-57-15,-4-6-127 16</inkml:trace>
  <inkml:trace contextRef="#ctx0" brushRef="#br0" timeOffset="138366.32">19386 15673 642 0,'0'0'168'0,"0"0"-161"16,0 0-7-16,0 0-14 15,0 0 14-15,0 0-39 0,-10 35-29 16,5-25-20 0,-2-3-156-16</inkml:trace>
  <inkml:trace contextRef="#ctx0" brushRef="#br0" timeOffset="140963.17">18743 15362 143 0,'0'0'296'0,"0"0"-174"16,0 0-58-16,0 0-43 15,0 0 8-15,0 0 6 16,0 0-13-16,0-15-8 16,0 15-14-16,0 0 0 15,0 0-5-15,0 0 5 16,0 0 1-16,0 3-1 0,0-1-1 15,0-2 0-15,0 0-22 16,0 0 12 0,0 0 9-16,0 0 2 0,0 0 2 15,0 0-2-15,0 0-12 16,0-1 12-16,7 0-6 16,3 1 4-16,6 0 1 15,4 0-2-15,1 0 2 16,3 0-8-16,-1 0 4 15,1 0 2-15,-3 0 2 16,0 0-2-16,-6 0 3 16,0 0 3-16,-8 0-1 15,-4-1 12-15,1-6 0 0,-4 5 48 16,0-2-21-16,0 1-2 16,0 2-5-16,0 1-12 15,0 0-15-15,0 0-7 16,0 2-12-16,0 19 4 15,-5 10 8-15,-6 9-1 16,-5 9 1-16,1 4 0 16,-3 1 0-16,3-3 3 15,0-3-2-15,6-2 0 16,5-10 0-16,1-9-1 16,3-9-2-16,0-6 2 15,0-8-10-15,0-3-5 16,0-1-60-16,0 0-49 15,0-18-152-15</inkml:trace>
  <inkml:trace contextRef="#ctx0" brushRef="#br0" timeOffset="141164.89">18691 15632 292 0,'0'0'326'16,"0"0"-134"-16,0 0-183 15,0 0-9-15,0 0 0 16,0 0 10-16,60-12 12 16,-21 12-16-16,8 0 0 0,4 0-6 15,0 3-34 1,-3-3-101-16,-5 0-52 0,-5-8-316 16</inkml:trace>
  <inkml:trace contextRef="#ctx0" brushRef="#br0" timeOffset="141855.3">18412 16079 430 0,'0'0'96'0,"0"0"-22"15,0 0-28-15,133-31-12 16,-57 28 51-16,15 2-55 16,17 1-5-16,13 0-8 15,13 0-17-15,22 5-11 16,13 2-11-16,10 1-82 15,10-4 49-15,1 3 0 16,-4-4-3-16,-2 3 38 0,-5 0 20 16,-10-1 33-16,-13 1-9 15,-16-3 16-15,-20 2 14 16,-21-3-24-16,-20 0 11 16,-19 0 5-16,-14-2-12 15,-15 3-12-15,-11-1-21 16,-11 2-1-16,-6 5-46 15,-3-1-78-15,-5 2-60 16,-11-1-213-16</inkml:trace>
  <inkml:trace contextRef="#ctx0" brushRef="#br0" timeOffset="142012.44">21330 16211 204 0,'0'0'289'15,"0"0"-107"-15,0 0 8 16,0 0-115-16,0 0-54 15,0 0-21-15,0-20-70 16,5 20 3-16,2 3-1 16,-5 2-59-16,-2 0-20 15,0-4-230-15</inkml:trace>
  <inkml:trace contextRef="#ctx0" brushRef="#br0" timeOffset="153080.47">18263 16794 287 0,'0'0'135'15,"0"0"-52"-15,0 0-8 16,0 0-21-16,0 0 24 16,0 0-36-16,19-84-5 15,-14 71 7-15,-2 3-10 0,-1 3-7 16,1 4-7-16,-3 3 4 15,1 0-24-15,-1 13-2 16,0 13-1-16,0 18 1 16,-4 12 2-16,-10 11 3 15,-5 3-2-15,1-4 1 16,1-6-1-16,1-11 0 16,4-8-1-16,1-6-17 15,4-10-43-15,6-10-44 16,1-15-105-16,14-9-230 15</inkml:trace>
  <inkml:trace contextRef="#ctx0" brushRef="#br0" timeOffset="153894.23">18704 16779 144 0,'0'0'59'0,"0"0"0"15,0 0 23-15,0 0 21 16,0 0-34-16,0 0-12 16,-14-52 6-16,14 46-26 15,0 1 23-15,1 2-29 16,14-1-12-16,8 4-11 16,7 0 1-16,5 0 1 15,-1 7-2-15,-4 7-5 16,-7 5-3-16,-5 6 0 15,-9 3 0-15,-9 8 0 16,0 9 0-16,-15 6 0 16,-17 2 1-16,-8-6 2 15,-2-7-3-15,-1-8 0 0,0-12 0 16,5-4 1-16,6-9 0 16,9-4-1-16,13-3 0 15,10 0 1-15,1 0-1 16,29-7-31-16,15-12-30 15,9-3 12-15,5 0 28 16,1 2 18-16,0 1 3 16,-8 2 1-16,-12 2 9 15,-13 3 46-15,-13 3 24 16,-11 6-34-16,-3 3 10 16,0 0-48-16,0 0-8 15,0 11-2-15,0 6 0 0,0 4 2 16,0 3 0-16,0-2-1 15,0 2 1-15,10-1 0 16,13-3 0-16,12-7 0 16,10-10-4-16,11-3 4 15,9-13 0-15,-1-14 0 16,-5-8 4-16,-11-7-4 16,-18-2 1-16,-15 1 1 15,-8-1 7-15,-7 10 7 16,-12 12 3-16,-22 13-18 15,-16 9-1-15,-2 0-18 16,0 22-38-16,16 7-40 16,14 9-37-16,16-6-9 15,6-1-109-15</inkml:trace>
  <inkml:trace contextRef="#ctx0" brushRef="#br0" timeOffset="154094.57">19777 17079 565 0,'0'0'139'15,"0"0"-75"-15,0 0-55 16,0 0 1-16,0 0-3 16,-83 102 1-16,59-68-6 0,3 2 3 15,-1 0-4 1,-1 0-2-16,2 1-24 0,0-6-82 15,5-9-25-15</inkml:trace>
  <inkml:trace contextRef="#ctx0" brushRef="#br0" timeOffset="155493.39">20198 16922 222 0,'0'0'141'15,"0"0"-96"-15,0 0-16 16,0 0 3-16,0 0 84 16,0 0-78-16,0 65 4 15,0-38 11-15,0 1-19 16,0 4 1-16,0 3-27 16,0-1 3-16,0-3-6 15,0-7-5-15,0-5 0 0,0-9-1 16,9-6-13-16,15-4 1 15,7-4 5-15,5-15 9 16,-5-10-1-16,-7-7 7 16,-12-3 6-16,-9-3-1 15,-3-2-4-15,-1 3 2 16,-16 5 0-16,1 12-9 16,1 10 1-16,1 8-2 15,4 3-4-15,2 3 2 16,4 0-3-16,1 0 2 15,0 0 2-15,3 1-14 16,0 6 0-16,0-1 12 16,0-2 0-16,0 0 0 15,0-3-2-15,0 1 4 16,0-1 1-16,0-1 1 0,0 0-1 16,0 0 8-16,0 0 7 15,0 0 12-15,0 0-1 16,0 0-10-16,0 0-14 15,0 0-2-15,0 2-3 16,0 0-5-16,0 1 6 16,0-3 2-16,0 2 0 15,0-2 0-15,3 1 1 16,0-1-1-16,-3 0 1 16,0 0-1-16,0 0 0 15,0 0 3-15,0 0-1 0,0 0-2 16,0 0 0-16,0 0 0 15,0 1 1-15,0-1 0 16,0 0-1-16,0 0-2 16,0 2 2-16,0-1 0 15,0 2 0-15,0 1-5 16,0 1 5-16,0 2 0 16,0 1 1-16,0 1-2 15,0-1 1-15,10 1-9 16,12 1 9-16,8-3 3 15,11-2-3-15,8-5-6 16,6 0-3-16,8 0-8 16,-6-3 14-16,-4-6 2 15,-15-4 1-15,-12 2 0 0,-12 1 13 16,-8 5 13 0,-6 0-2-16,0 5-9 0,0 0-15 15,-16 0-1-15,-4 17-1 16,-7 3 4-16,2 6-4 15,2 3 2-15,7 0 0 16,1 3 0-16,8-3 1 16,5-4-1-16,2-4 0 15,0-7-13-15,0-7 11 16,12-5-11-16,9-2 13 16,6-6 1-16,6-14 1 15,-4-6 4-15,-5-3-5 0,-9 0-1 16,-5 0 2-16,-5 0-4 15,-5 4-16-15,0 1-31 16,3-2-45-16,5 4 61 16,5 3 23-16,2 10 10 15,4 1 6-15,-5 8 12 16,2 0 10-16,-6 10-11 16,0 13-3-16,0 4-5 15,-6 4 4-15,2 3-4 16,-4-3-2-16,1 0-3 15,1-1 0-15,5-4-4 16,0-3 1-16,6-8 0 16,5-8 3-16,8-7-1 15,2 0-2-15,1-12 3 16,-3-11-1-16,-4-8-3 0,-4-7 3 16,-7-4 10-16,-9-6-2 15,-4-5 16-15,-7 4-2 16,-26 6 4-16,-18 15-19 15,-17 17-10-15,-17 11-34 16,-5 3-109-16,-1 13-136 16</inkml:trace>
  <inkml:trace contextRef="#ctx0" brushRef="#br0" timeOffset="156458.03">17597 16612 366 0,'0'0'110'0,"0"0"-41"16,0 0-45-16,0 0 10 0,0 0 0 16,0 0-23-16,-51-34-3 15,24 34-8-15,-3 5 1 16,-7 7 1-16,0 3-2 15,5 1 1-15,10 1-1 16,13 1 2-16,9 3-4 16,0 3 1-16,1-3 0 15,19 0 1-15,-1 0 0 16,7-1 0-16,-4-3 7 16,-4 0-5-16,-8-2 1 15,-4-1-1-15,-4 0-2 16,-2-1 0-16,0 3 0 0,-2 1 0 15,-14 1 25-15,-11 0 0 16,-3-2-9-16,-3-3-9 16,-4-3-4-16,1-7 2 15,2-1-5-15,3-2 1 16,5 0-1-16,10-9 1 16,7-6-1-16,9 0-15 15,0-2-61-15,13-3-67 16,5 2-140-16</inkml:trace>
  <inkml:trace contextRef="#ctx0" brushRef="#br0" timeOffset="156809.45">17489 16399 434 0,'0'0'85'15,"0"0"40"-15,0 0-47 16,0 0-25-16,0 0 0 16,0 0-25-16,15-63-28 15,-15 76-12-15,-3 15 12 0,-9 14 0 16,-1 12 9-16,-2 10-3 15,-3 11-6-15,1 3 13 16,-2 4-5-16,0 4-6 16,1-3-1-16,-5-4 5 15,-2-8-6-15,-3-14-1 16,1-10-23-16,6-8-44 16,2-12-54-16,10-11-72 15,8-10-191-15</inkml:trace>
  <inkml:trace contextRef="#ctx0" brushRef="#br0" timeOffset="156988.79">17362 17215 606 0,'0'0'216'0,"0"0"-93"15,0 0-52-15,0 0-39 16,0 0-25-16,0 0-7 15,-9-25-39-15,9 26-58 16,0 9-116-16,0-4 73 16</inkml:trace>
  <inkml:trace contextRef="#ctx0" brushRef="#br0" timeOffset="158123.11">16643 17553 66 0,'0'0'102'0,"0"0"-25"16,0 0 21-16,0 0 1 16,0 0-54-16,0 0-11 15,-11-9-11-15,28 5-7 16,4 0 30-16,4-1-8 0,11 3-11 15,8-1 3-15,12 1 15 16,15 1-16-16,16 1-12 16,21 0-3-16,13 0-4 15,19 0-5-15,17 0 3 16,14 6-6-16,13-4 2 16,17 1-3-16,4 2 3 15,5-5-4-15,5 1 0 16,-1-1 7-16,1 0 0 15,4 0-5-15,-1 0 2 16,-9 0 7-16,-14-1-2 16,-20-2-1-16,-25-2 0 15,-24 3-8-15,-29-5 5 0,-25 0-3 16,-24 1 1 0,-19-3 6-16,-16 2 9 0,-9 2 22 15,-4 0-19-15,0 3-18 16,0 2-3-16,0 0-2 15,0 0-20-15,6 2-50 16,11 13-45-16,4-1 3 16,9-3-212-16</inkml:trace>
  <inkml:trace contextRef="#ctx0" brushRef="#br0" timeOffset="158264.33">20996 17564 609 0,'0'0'101'0,"0"0"25"0,0 0-124 16,0 0-2-16,0 0-45 16,-109 11-49-16,61 1-26 15,-4-3-283-15</inkml:trace>
  <inkml:trace contextRef="#ctx0" brushRef="#br0" timeOffset="160154.76">16639 16489 218 0,'0'0'31'15,"-49"84"21"-15,16-23 64 16,-2 7-20-16,4 9-35 15,9 2-42-15,6 0-2 16,7-9-3-16,2-12-2 16,4-14-4-16,2-13-1 15,1-12 1-15,0-9-2 16,0-8 2-16,0-2 3 16,-2 0 99-16,-1-2-34 15,2-15-55-15,-1-12-20 0,2-5-1 16,0-10 0-16,3-9-15 15,3 2-2-15,1-4-22 16,-1 5-29-16,2 2-22 16,0 0 20-16,-1 1 8 15,2 2-6-15,0 4 42 16,-4 7 26-16,-3 8 5 16,0 6-2-16,-2 5-2 15,0 7 5-15,0 2 23 16,0 2 12-16,2 3-1 15,2-1-10-15,4 0-22 16,9-3-1-16,6 1-4 16,8-3 11-16,11 1 1 0,13 1-9 15,15-1 5 1,20 3-9-16,17 3 0 0,9 0-2 16,10 0 5-16,0 0-5 15,0 5-2-15,2 2 2 16,1-2 0-16,3-1 0 15,9 1-1-15,8-5 1 16,11 0 3-16,8 0 1 16,2 0-3-16,-6 0 25 15,-4-2-1-15,-8 2-20 16,-2 0-1-16,-2 3 0 16,1 8 8-16,0-1-6 15,-4 3 5-15,-6 0 1 16,-3 0-6-16,-1-2-2 0,-2-5-4 15,-2 1 0-15,-1-3 0 16,-2-1 0-16,-4 2 1 16,-1 2 0-16,-5 1 3 15,-6 4-4-15,-1 0 4 16,-11-1 5-16,-12-3-7 16,-18-4 6-16,-21-4-8 15,-18 0 8-15,-11 0 6 16,-11 0 22-16,-3 0-25 15,-2 0-10-15,3 0 1 16,-1 0-2-16,1 0 0 16,3 2 0-16,5-1 0 15,7 2 2-15,5 1-2 0,3 1 0 16,-2 0 0-16,-2-1-2 16,-7-1 4-16,-8-2-2 15,-5-1 1-15,-5 2-1 16,-1-2 0-16,0 0-1 15,0 0-1-15,0 0 0 16,0 0 1-16,0 0 0 16,0 2-1-16,0-2 1 15,0 3 1-15,0 1-1 16,0 11 0-16,-6 9-3 16,-2 12 1-16,-4 18 3 15,-2 17 2-15,2 10 4 0,-2 6 0 16,5-4 1-16,3-6-1 15,3-5-5-15,0-9 2 16,3-7-2-16,-1-10 0 16,-2-9 2-16,2-7-3 15,-2-13 0-15,0-4 0 16,1-11 1-16,1-1 0 16,1-1 3-16,-3 0 12 15,-4 0 4-15,-3 0-16 16,0 0-2-16,-1-3 2 15,1-4-3-15,4 4 0 16,-2-3 1-16,2 2-2 16,0-3 0-16,-2 5 0 15,-3 1-1-15,-5 1-10 16,-8 0-7-16,-9 0-13 0,-12 0 16 16,-12 1 3-16,-11 1 1 15,-12-2 4-15,-11 0-4 16,-13 0 11-16,-7-3 6 15,0-3-4-15,8 3 15 16,15 3-5-16,12 0-2 16,5 0-10-16,10 0 6 15,19 2-6-15,14-1 1 16,19-1 0-16,8 0 0 16,1 0-1-16,0 0 1 15,0 0 3-15,0 0 1 16,0 0 5-16,10 0-9 0,4-1-1 15,-3 1-1 1,-2-2-4-16,-6 2 1 0,-3 0 0 16,0 0-12-16,0 0-47 15,-3 6-22-15,-17 3-21 16,-5-4-124-16</inkml:trace>
  <inkml:trace contextRef="#ctx0" brushRef="#br0" timeOffset="164086.05">13059 14633 107 0,'0'0'326'15,"0"0"-248"1,0 0 29-16,0 0-51 0,0 0-8 15,0 0-2-15,0 0 17 16,-15-71-29-16,14 71-24 16,1 0-10-16,0 0 0 15,0 8-6-15,0 14 1 16,4 7 5-16,5 7 0 16,-2 5 0-16,3-2 1 15,-4-5-1-15,1-10-2 16,-1-10-1-16,3-9-1 15,4-5-5-15,21-7 8 16,16-27 1-16,21-14 7 16,10-9 0-16,4-2 6 15,-3 4-3-15,-7 4 1 0,-10 7-5 16,-8 10-6 0,-8 9 0-16,-15 11-1 0,-10 11-12 15,-11 3-49-15,-13 11-104 16,0 8-75-16,-17 1-112 15</inkml:trace>
  <inkml:trace contextRef="#ctx0" brushRef="#br0" timeOffset="164249.71">13667 14554 370 0,'0'0'260'16,"0"0"-157"-16,0 0-48 15,0 0-55-15,0 0-74 16,0 0-8-16,-53 64-69 16,22-30-226-16</inkml:trace>
  <inkml:trace contextRef="#ctx0" brushRef="#br0" timeOffset="166033.33">5358 14565 10 0,'0'0'58'0,"0"0"-23"16,0 0 11-16,0 0-15 16,0 0 33-16,0 0-22 15,-15-2 43-15,15 1-26 16,-3 0 7-16,3-1-43 16,-1 0 7-16,-1-2-5 15,1 1-4-15,-2-2 7 0,0 3 8 16,0-1-5-1,1 2-12-15,1 1-3 0,-2 0-7 16,3-2-3-16,0 2-2 16,0 0 0-16,0 0-3 15,0-1-1-15,4-3-2 16,17-2 2-16,9-3 2 16,6-1 1-16,1 0-2 15,0 2 0-15,-2 2 2 16,-4 1-3-16,-4-1 0 15,-4 3 0-15,1 2 6 16,-4 1-4-16,-1 0-2 16,-1 0 2-16,-6 0-1 15,-5 0 0-15,1 4-1 16,-5 0 0-16,-3 3 0 0,3-3 3 16,-3 4-3-16,0 2 0 15,0 2 0-15,0 5 0 16,0 2 3-16,0 0-2 15,-5 1-1-15,4-4 2 16,-2-1-2-16,3-4-2 16,0 2-29-16,0-1-54 15,-5 3-17-15,-2-1-87 16,-3-3-93-16</inkml:trace>
  <inkml:trace contextRef="#ctx0" brushRef="#br0" timeOffset="166185.46">5631 14750 304 0,'0'0'115'15,"0"0"-26"-15,0 0-7 16,0 0-61-16,0 0-21 16,0 0-50-16,-21 26-79 15,13-9-119-15</inkml:trace>
  <inkml:trace contextRef="#ctx0" brushRef="#br0" timeOffset="171094.19">13264 14430 160 0,'0'0'44'0,"0"0"-1"16,0 0-13 0,0 0-6-16,-8-86 37 0,8 70 11 15,0 2-34-15,0-1 15 16,0 0 10-16,0 3-13 15,0 2 19-15,0 3-16 16,0 3-7-16,0 2-28 16,0 2 4-16,0 0-15 15,0 4-7-15,5 20-9 16,6 15 9-16,1 17 1 16,3 11 2-16,-3 14 11 15,-1 10-4-15,0 6 0 0,0 2 2 16,1-9-7-16,3-14-2 15,-4-15 0-15,5-15-1 16,-6-11-2-16,-1-16 1 16,-3-10 0-16,-6-7-1 15,0-2 4-15,0 0 35 16,0 0 12-16,0-10-1 16,0-5-33-16,0-4-17 15,0 5-4-15,-3 5-24 16,-7 7-35-16,-9 2-99 15,-6-5-358-15</inkml:trace>
  <inkml:trace contextRef="#ctx0" brushRef="#br0" timeOffset="171261.11">13435 14979 686 0,'0'0'157'0,"0"0"-99"16,0 0-29-16,0 0-29 16,0 0-41-16,0 0-153 15,9 46 52-15</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2:32.615"/>
    </inkml:context>
    <inkml:brush xml:id="br0">
      <inkml:brushProperty name="width" value="0.05292" units="cm"/>
      <inkml:brushProperty name="height" value="0.05292" units="cm"/>
      <inkml:brushProperty name="color" value="#FF0000"/>
    </inkml:brush>
  </inkml:definitions>
  <inkml:trace contextRef="#ctx0" brushRef="#br0">16544 14177 128 0,'0'0'72'16,"0"0"7"-16,0 0 24 16,0 0-25-16,0 0-35 15,0 0 46-15,0 0-49 16,0 0-17-16,-42-47 17 16,39 44-18-16,1 2 3 15,2 0-22-15,-2-1-1 16,2 2-2-16,0 0 1 0,0 0 0 15,0 0-1-15,0 0 0 16,0 0-3-16,0 0-5 16,0 0 0-16,2 3 3 15,13 5 5-15,6 1 2 16,7-2 0-16,10-1-2 16,8 0 1-16,12-2-1 15,11-2 0-15,17 1 1 16,13 2 4-16,11-4-4 15,8 2 1-15,-3 0-2 16,-3-1 1-16,-5 5-2 0,-7-4 1 16,3 3-17-1,-2-2 7-15,-1 3 6 0,3-3-10 16,4 2-5-16,3 1 18 16,3 0-2-16,-2-2-17 15,-4 0 7-15,-8-2 13 16,-6 0 5-16,-9 0-5 15,-3 0 13-15,1 2-3 16,-4 0-3-16,-2-1-5 16,-3-1-2-16,2 4 3 15,1-3-3-15,0 0 2 16,5 2 2-16,-4-2-2 16,2 0 0-16,-4 0 3 15,-5 1-4-15,-3-2 2 0,-9 1-1 16,-1-2-1-16,-4 1 11 15,2-1-6-15,1 1 7 16,-1-3 0-16,-1 0-11 16,2 0 6-16,0 0-6 15,5 0-1-15,2 0 3 16,7 0-4-16,1 3-1 16,2-3-2-16,-3 0 4 15,0 0-1-15,-4 0 0 16,-2 0 2-16,-3 0 1 15,-1 0 2-15,-5 0 0 16,-4 0 10-16,-6 0 2 16,-8 0 3-16,-3 0-7 0,-2 0-8 15,-5 0-4 1,1 0 5-16,-1 0-5 0,-7 0 0 16,0 0 1-16,-7 0 5 15,-3 0 3-15,1 0-4 16,-5 0-2-16,2 0-2 15,-4 0-1-15,2 0 1 16,-3 0 1-16,3-3 7 16,-3 3 3-16,0 0 10 15,-2-2 0-15,1 1-10 16,-1-1-6-16,-1 2-3 16,2-1-3-16,-1 1-1 15,-1 0 2-15,0 0-2 16,0 0 2-16,0 0 0 15,0 0-2-15,0 0 1 0,0 0-1 16,0 0 0-16,0 0 0 16,0 0 0-16,0 0 1 15,0 0-1-15,0 0 0 16,0 0-2-16,0 0 0 16,0 0-4-16,0 0-17 15,0 0-15-15,0 0-3 16,0 9-2-16,0 0-74 15,-7-4 26-15,-2-5-249 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4:11.685"/>
    </inkml:context>
    <inkml:brush xml:id="br0">
      <inkml:brushProperty name="width" value="0.05292" units="cm"/>
      <inkml:brushProperty name="height" value="0.05292" units="cm"/>
      <inkml:brushProperty name="color" value="#FF0000"/>
    </inkml:brush>
  </inkml:definitions>
  <inkml:trace contextRef="#ctx0" brushRef="#br0">18124 9367 249 0,'0'0'87'16,"0"0"-20"-16,0 0-35 15,0 0-5-15,0 0 42 16,0 0-31-16,0 0-6 16,0 0-6-16,-3-41 24 15,3 39-5-15,-1 0-25 16,1-1 27-16,0 1-22 16,0-1-23-16,0 2 3 15,0 1-5-15,0-2 1 16,0 2-1-16,0-1-3 0,18 1-2 15,12-3-13-15,16 3 9 16,16 0 9-16,13 0 0 16,9 0-1-16,8 0 1 15,4 4 0-15,4 2-1 16,7-1 0-16,-1-3 0 16,6 1-2-16,4 1 2 15,9 1 1-15,12 0 0 16,13 1 0-16,11 0-2 15,-6 1 2-15,-8 0 1 16,-12-4 0-16,-20 2 0 16,-17-2-1-16,-14-3 0 15,-15 0 1-15,-2 0 1 16,-5 0-2-16,-1 0-2 0,2 0 2 16,4-1 2-16,-1-1 1 15,-1 2-1-15,1 0-2 16,-3 0 0-16,-8 0 0 15,-6 0 0-15,-10 0 3 16,-5 2-3-16,-7-2 0 16,1 0 11-16,-4 0 13 15,3 0 0-15,6 0-15 16,1-2-4-16,5-1-5 16,-4 1 1-16,-3 0-1 15,-5 1 0-15,-6-1 3 16,-10 2 0-16,-4-1 0 15,-5 0 15-15,-2 1 6 0,0 0 8 16,0-2-9-16,0 2-7 16,0 0-12-16,0 0-4 15,0 0-4-15,-13 3-52 16,-17 11-114-16,-2-3-96 16</inkml:trace>
  <inkml:trace contextRef="#ctx0" brushRef="#br0" timeOffset="177.01">21615 9479 709 0,'0'0'86'0,"0"0"26"16,0 0-66-16,0 0-46 15,0 0-65-15,0 0-47 16,-56 60 17-16,31-35-71 15,-2-6-231-15</inkml:trace>
  <inkml:trace contextRef="#ctx0" brushRef="#br0" timeOffset="9139.92">11224 12358 61 0,'0'0'118'16,"0"0"-36"-16,0 0-4 15,0 0-27-15,0 0 21 16,0 0-42-16,0 0 19 0,0-62-28 16,0 59 38-16,0-4-23 15,0 1 13-15,0 2 14 16,0 0-54-16,0 3 16 15,0 1 8-15,0 0-12 16,0 0-7-16,0 0-7 16,0 0-5-16,0 0-2 15,0 5-3-15,0 5-2 16,7 9 4-16,1 2-4 16,-3 4 4-16,2 4 1 15,-2 2-2-15,-2-1 2 0,2-4 1 16,0-4 0-1,-2 0 0-15,2-4 2 0,-1-4-3 16,2-1 0-16,6-7 0 16,11-6 0-16,20-3 2 15,25-31 0-15,20-19 3 16,16-14-2-16,7-3-1 16,-8 2 1-16,-6 11 13 15,-18 9-2-15,-17 9-3 16,-14 12-5-16,-16 7 6 15,-13 9 0-15,-7 5-10 16,-8 6 2-16,-4 0 8 16,0 0-12-16,0 0-4 0,0 2-1 15,0 9-26 1,-16 9-15-16,-16 10 3 16,-10 8 0-16,1-2-129 0,7-11-174 15</inkml:trace>
  <inkml:trace contextRef="#ctx0" brushRef="#br0" timeOffset="9322.42">11998 12305 529 0,'0'0'78'16,"0"0"-46"-16,0 0-32 0,0 0-21 15,0 0-110 1,-47 83-227-16</inkml:trace>
  <inkml:trace contextRef="#ctx0" brushRef="#br0" timeOffset="13968.31">14158 10843 11 0,'0'0'399'16,"0"0"-273"-16,0 0-41 15,0-72-16-15,0 65-9 16,0 4-24-16,0 3-21 16,0 0-13-16,0 0-2 15,0 15-9-15,0 12 3 0,0 9 3 16,-2 11 1-16,-3 7 2 16,-4 5 0-16,2 2 1 15,-2-3 7-15,5-4-3 16,-3-8-1-16,1-9-3 15,0-12 3-15,2-11-2 16,1-10-1-16,0-4 1 16,0-4 41-16,-3-22 15 15,6-16-58-15,0-16-2 16,6-9-17-16,13-6-12 16,7-3-3-16,2 2 14 15,0 8 10-15,3 6-5 16,2 9-1-16,3 7 0 0,-1 11-7 15,0 11 18 1,-4 12 2-16,-7 10 3 0,-1 0 0 16,-7 20-3-16,-7 11 3 15,-4 10 2-15,-5 1 3 16,0-1-4-16,-9-3 5 16,-15-7-5-16,-3-7 0 15,-3-4 8-15,-1-9-3 16,-1-3 2-16,2-5-2 15,0 0 3-15,9 1-6 16,5 1-3-16,9 4-24 16,7-1-115-16,0-3-206 15</inkml:trace>
  <inkml:trace contextRef="#ctx0" brushRef="#br0" timeOffset="14179.11">14414 11029 601 0,'0'0'107'16,"0"0"-46"-16,0 0-59 16,0 0-2-16,0 0 14 15,98 0-4-15,-49 0-5 0,9 0-5 16,5-1-32-1,3-9-76-15,-6-7-133 16</inkml:trace>
  <inkml:trace contextRef="#ctx0" brushRef="#br0" timeOffset="14584.16">15089 10740 703 0,'0'0'90'16,"0"0"-88"-16,0 0-2 16,0 0-2-16,0 0 2 15,18 79 0-15,-9-59 2 0,1-6-2 16,2-6 1-16,3-5 3 16,1-3-2-16,5 0 1 15,-1-4 0-15,-4-10-3 16,-7-2 3-16,-6 2-1 15,-3 0-2-15,-1 1 6 16,-20 2 15-16,-9 6-15 16,-3 5-6-16,-4 0 0 15,10 12-2-15,5 16-2 16,4 8-2-16,6 4 3 16,7 9 3-16,4-1-1 15,1 2 2-15,0-6 1 16,15-10-1-16,12-8 1 0,7-12-1 15,11-5 5 1,1-9-6-16,8 0-35 0,-1-7-113 16,-3-15-173-16</inkml:trace>
  <inkml:trace contextRef="#ctx0" brushRef="#br0" timeOffset="17200.13">14138 11564 368 0,'0'0'159'0,"0"0"-109"0,0 0-50 16,0 0 2-16,0 0 40 15,0 112-1-15,-3-58-18 16,-7 4 0-16,3-2-10 16,-3-2-5-16,2-5-4 15,-1-10 3-15,-1-8-2 16,4-9-4-16,1-10 0 15,0-7 5-15,4-5 2 16,-2 0 52-16,-5-5 10 16,-1-18-49-16,-1-12-18 0,3-11-3 15,3-12-22 1,4-2 2-16,4-1 15 0,17 1-9 16,4 7 13-16,4 10-10 15,-3 10 2-15,0 9 5 16,-1 9-1-16,-4 9 6 15,-2 6-4-15,1 0 2 16,-8 14 1-16,-3 10-2 16,-6 2-6-16,-3 2 2 15,-2-2 6-15,-17 1 3 16,-8-7-3-16,-6 0 2 16,-5-4-2-16,-1-3 3 15,3 0-3-15,0-1 4 16,6 0-4-16,5 0 1 15,10 5-1-15,11-1-35 0,4 1-114 16,0-6-117 0</inkml:trace>
  <inkml:trace contextRef="#ctx0" brushRef="#br0" timeOffset="17397.01">14282 11864 617 0,'0'0'203'0,"0"0"-159"15,0 0-43-15,0 0-1 0,0 0 0 16,110 0-1-16,-63 2-24 16,5-2-52-16,-3 0-47 15,-6 0-176-15</inkml:trace>
  <inkml:trace contextRef="#ctx0" brushRef="#br0" timeOffset="18148.1">15012 11589 697 0,'0'0'117'16,"0"0"-58"-16,0 0-59 0,0 0-2 16,0 0-3-16,0 0 4 15,-3 93-1-15,1-46 2 16,-3 4-1-16,1 2 1 16,0-2 1-16,1-9-1 15,1-8 0-15,2-10 3 16,0-8-1-16,0-8-1 15,0-6 2-15,0-2 2 16,0 0 23-16,0 0 25 16,0-14-19-16,-1-7-30 15,-2-4 1-15,-3-2-5 16,-2 1-4-16,-2-2-3 0,1 0-1 16,0 1-5-16,0 1-2 15,3 1-8-15,2-2-3 16,2-1 2-16,2 2 9 15,5-1 4-15,17 4-22 16,3 3-9-16,2 4 10 16,-3 6 21-16,0 4-1 15,1 2 11-15,-1 4 0 16,-7 0-5-16,-4 0 5 16,-9 9 0-16,-4 7 1 15,0 9 2-15,-16 1-1 16,-7 1 2-16,-3-1-2 15,-4-2 1-15,0-5-2 0,0-2 2 16,8-2-1-16,6-1-2 16,10 0 1-16,4-1-2 15,2-1-1-15,0 1-4 16,10-1 1-16,7-1 5 16,1 1 0-16,-2 0 1 15,1 1 5-15,2 3 6 16,-6-1 0-16,1 1 2 15,-7 0-4-15,-2-6-7 16,-5-2-2-16,0-1 1 16,-2-3 2-16,-19 3 8 15,-5 0 8-15,-10 0-12 0,-12 2-2 16,-7 0 0 0,-2-1-5-16,5-2-17 0,18-6-129 15,23 0-213-15</inkml:trace>
  <inkml:trace contextRef="#ctx0" brushRef="#br0" timeOffset="18319.18">14895 11998 406 0,'0'0'183'16,"0"0"-4"-16,0 0-78 15,0 0-31-15,0 0-47 16,0 0-23-16,0-5-19 15,0 5-71-15,0 5-18 0,0-2-75 16,2-3-322-16</inkml:trace>
  <inkml:trace contextRef="#ctx0" brushRef="#br0" timeOffset="20262.27">12057 10969 231 0,'0'0'135'0,"0"0"33"15,0 0-61-15,0 0-77 16,0 0-30-16,0 0-1 16,6-7 1-16,-6 24 0 15,0 9 15-15,-10 11 8 16,-6 6-5-16,-4 6-8 0,-5-1 4 15,-3-1-11-15,0-7 4 16,2-2 0-16,3-10-6 16,9-9 4-16,-2-5-3 15,4-4-1-15,-1-5-1 16,3-5-26-16,5 0-61 16,5-19-30-16,0-15-247 15</inkml:trace>
  <inkml:trace contextRef="#ctx0" brushRef="#br0" timeOffset="20499.93">11885 11021 422 0,'0'0'98'0,"0"0"100"16,0 0-26-16,0 0-144 16,0 0-16-16,0 0-12 15,-19-29-9-15,22 49 8 16,12 4 0-16,4 8 1 15,1 3 0-15,4 1 2 16,5 4-2-16,-1 0 1 16,1 1-1-16,-1-1-9 15,-1-3-27-15,-3-10-10 16,-2-3-89-16,-2-11-1 16,-8-6-141-16</inkml:trace>
  <inkml:trace contextRef="#ctx0" brushRef="#br0" timeOffset="20642.96">12196 11388 156 0,'0'0'360'15,"0"0"-168"-15,0 0-78 16,0 0-54-16,0 0-60 16,0 0-51-16,0-3-83 15,-8 16-63-15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4:57.672"/>
    </inkml:context>
    <inkml:brush xml:id="br0">
      <inkml:brushProperty name="width" value="0.05292" units="cm"/>
      <inkml:brushProperty name="height" value="0.05292" units="cm"/>
      <inkml:brushProperty name="color" value="#FF0000"/>
    </inkml:brush>
  </inkml:definitions>
  <inkml:trace contextRef="#ctx0" brushRef="#br0">13690 5313 363 0,'0'0'118'0,"0"0"-27"15,0 0-29-15,0 0 5 16,0 0-44-16,0 0 5 0,0 0 5 16,-7-27 11-16,7 22-35 15,0 3-2-15,0 0 1 16,0 1-4-16,0 1 4 15,0 0-2-15,0 0 1 16,0 0-4-16,0 0-3 16,0 0 0-16,0 0-4 15,11 0-1-15,25 0 5 16,28 0 0-16,27 0 0 16,23 0 0-16,26 0 1 15,24 0-2-15,19-2 2 16,14-9-2-16,-1 2 1 15,-10-2-1-15,-13 1 1 0,-12 1-1 16,-12-2-1-16,-19-1 0 16,-13 4 1-16,-20 0 0 15,-13 2 1-15,-17 4 0 16,-13 0 1-16,-15 1 0 16,-15 0 3-16,-11-1-2 15,-4 2 0-15,-9-1 2 16,0 1 15-16,0 0-7 15,0 0 6-15,0 0 3 16,0 0-6-16,0 0-8 16,0 0-7-16,0 0-17 15,0 0-71-15,0 0-117 16,6 0-182-16</inkml:trace>
  <inkml:trace contextRef="#ctx0" brushRef="#br0" timeOffset="179.29">16308 5190 636 0,'0'0'114'0,"0"0"-2"16,0 0-76-16,0 0-34 15,0 0-2-15,0 0-213 16,4 6-5-16,-4 1-181 15</inkml:trace>
  <inkml:trace contextRef="#ctx0" brushRef="#br0" timeOffset="3775.86">5100 5983 53 0,'0'0'6'16,"0"0"-1"-16,0 0 24 16,0 0 34-16,0 0-28 15,0 0 4-15,-27-19 26 16,23 14-16-16,1-1-4 15,0 0-6-15,0 3 9 16,1 0-38-16,2 1-8 16,-3 0-1-16,3 2 2 15,-1 0-2-15,1 0-1 16,0 0 1-16,0 0 8 0,-2-1 15 16,0 1 2-16,2 0 3 15,-1-2-7-15,1 2 5 16,0 0-10-16,-1 0-9 15,1 0-5-15,-2 0-2 16,2 0 1-16,0 0-2 16,0 0-3-16,0 0 1 15,0 0-4-15,0 0 1 16,6 0 5-16,15 0 10 16,9 0 4-16,10-5 10 15,11 0-11-15,7 1-3 16,9-1-9-16,5 1-1 15,5 0 4-15,1-3-5 0,-4 4 1 16,-5-2 0 0,-6 1 3-16,-7 2-1 0,-2 2 4 15,-9 0-5 1,4 0-1-16,-4 0 0 0,4 0 0 16,-5 2 0-16,3 5 3 15,-5-2-6-15,-5 0 4 16,2-2-1-16,-3-3 4 15,1 2-3-15,2-2-1 16,4 0-2-16,0 0 2 16,2 0 0-16,-3 0 0 15,0 0 1-15,2 0-1 16,0-3 0-16,3-1-2 16,1-1 2-16,0-1 0 0,-1 0 1 15,-2 0-1 1,-4 0 1-16,-1 3-1 0,-3-1 0 15,-1 1 0-15,1 1-1 16,2 1 1-16,-3 0 0 16,1 0 1-16,-1-2 0 15,7-1 0-15,-6 2-1 16,4-1 1-16,-4 1-2 16,0 2 2-16,-4 0-1 15,0 0 0-15,-2 0 0 16,-4 0 0-16,1 0 0 15,-1 0-2-15,-3 0-1 16,5 0 6-16,-4 0-1 16,-1 0-2-16,-5 0 1 15,-4-3 5-15,4 0-1 0,-2 2-5 16,-1 1 0-16,-2 0 0 16,-4 0 0-16,-1 0-1 15,-1 0 1-15,8-2 1 16,-3 1 0-16,2-1 0 15,-1 1-1-15,-4 1 1 16,0-4-1-16,-5 4 0 16,-2-3 0-16,-2 1 1 15,1 2 3-15,-2-1-1 16,0 1 0-16,0 0-2 0,0 0 2 16,0 0-2-16,0-1 5 15,0 1 9-15,0 0 2 16,0 0 2-16,0 0-14 15,0 0-2-15,0 0-3 16,0 0-1-16,0 0 0 16,0 0-3-16,0 0-5 15,0 0 3-15,0 0 2 16,0 0 4-16,0 0 0 16,0 0 0-16,0 0 0 15,0 0 6-15,0 0-6 16,0 0 1-16,0 0 0 15,0 0-1-15,0 0 0 16,0 0 0-16,0 0 0 0,0 0 0 16,0 0 0-16,0 0 1 15,0 0-1-15,0 0-1 16,0 0 1-16,0 0 0 16,0 0 0-16,0 0 0 15,0 0 1-15,0 0 0 16,0 0-1-16,0 0 0 15,0 0 0-15,0 0 0 16,0 0 2-16,0 0-4 16,0 0 2-16,0 0 0 15,0 0-2-15,0 0-13 16,0 0-51-16,0 0-15 16,8 4 53-16,3 3-61 0,3-7-131 15</inkml:trace>
  <inkml:trace contextRef="#ctx0" brushRef="#br0" timeOffset="6144.53">8817 5988 204 0,'0'0'63'0,"0"0"-2"0,0 0 27 15,0 0-21-15,0 0-12 16,0 0-26-16,8-7-14 16,6 7 7-16,6 0 9 15,8 0-9-15,7 0 8 16,11 0-13-16,12 0-4 15,15 0 1-15,23 0 7 16,18 0 0-16,14 0-13 16,11 0 0-16,-1 0-4 15,-3 0-3-15,-6 0-2 16,-6 0 3-16,-8-3-2 16,-12-2 1-16,-10 2-2 0,-14-3 2 15,-9 3-2-15,-7-4 2 16,-16 2-2-16,-13 1 2 15,-13 0 1-15,-13 2-2 16,-5 0 3-16,-3 1 1 16,0 1-4-16,0 0-1 15,0 0-6-15,0 0-23 16,-12 5-35-16,-9 8-12 16,2 0-152-16</inkml:trace>
  <inkml:trace contextRef="#ctx0" brushRef="#br0" timeOffset="6320.39">10810 6000 216 0,'0'0'402'0,"0"0"-326"15,0 0 55-15,0 0-131 16,0 0-31-16,0 0-204 15,0 0 76-15,-23 3-121 16</inkml:trace>
  <inkml:trace contextRef="#ctx0" brushRef="#br0" timeOffset="9191.32">1498 7051 79 0,'0'0'63'16,"0"0"-35"-16,0 0 7 15,-85-18-2-15,74 10 3 16,-2 1 84-16,7-2-78 0,-2 0 53 16,1 0-29-16,0-1-41 15,1 3 32-15,3 0 16 16,1 7-49-16,2 0-5 16,0-2-18-16,0 2-1 15,0 0-21-15,11 0-14 16,20 0 35-16,15 7 5 15,20-1 5-15,22 0-7 16,25-3 10-16,23 1 4 16,21-1-14-16,8-1-1 15,1-1-4-15,-1 1 4 0,-2-2-6 16,-9 0-1 0,1-2-24-16,-12-6 29 15,-12 3 5-15,-19 0-4 16,-18 4-1-16,-24 1-1 0,-18 0-3 15,-19 0 4-15,-15 0 1 16,-12 0 0-16,-6 0 2 16,0 0 29-16,0 0 9 15,0 0-28-15,0 0-5 16,0 0-8-16,0 0 0 16,0 0 0-16,0 0-30 15,-3 11-93-15,-15 9 58 16,-6-1-63-16,3-7-247 15</inkml:trace>
  <inkml:trace contextRef="#ctx0" brushRef="#br0" timeOffset="10206.98">1489 5196 170 0,'0'0'66'15,"0"0"13"-15,0 0 26 16,0 0-25-16,0 0-17 0,0 0-33 16,16-22-24-16,13 18 1 15,11-3 2-15,17-2 20 16,14 1 16-16,17 0-12 16,18 2-17-16,16 3-9 15,13 3-5-15,8 0 0 16,0 0-2-16,-2 0-5 15,-10 0-1-15,-12-1 5 16,-21-8-6-16,-16-1 7 16,-21-1 2-16,-16 1 0 15,-18 1 3-15,-11 3 6 16,-10 1 33-16,-6 4 15 0,0 0-24 16,0-1-5-16,0 1-16 15,0-2-13-15,0 2-1 16,0 1-7-16,-11 0-45 15,-10 5-92-15,0 9-38 16,3-2-74-16</inkml:trace>
  <inkml:trace contextRef="#ctx0" brushRef="#br0" timeOffset="10384.59">3259 5082 501 0,'0'0'94'0,"0"0"18"16,0 0-78-16,0 0-28 0,0 0-6 15,0 0-81-15,-7 14 16 16,-8 8 9-16,-4-4-178 16</inkml:trace>
  <inkml:trace contextRef="#ctx0" brushRef="#br0" timeOffset="13870.34">11624 5789 89 0,'69'-96'90'16,"-10"12"-34"-16,2 10-56 0,3 4-29 15,5 0-147 1</inkml:trace>
  <inkml:trace contextRef="#ctx0" brushRef="#br0" timeOffset="16228.13">14288 4771 356 0,'0'0'135'15,"0"0"-75"-15,0 0-29 16,0 0-4-16,0 0 20 16,0 0 18-16,-3-10-2 15,3 6-19-15,-1-1-24 16,-2-1-4-16,0 2-5 0,0 0-2 16,1 1-1-16,1 0-6 15,1 3 0-15,-2 0-2 16,2 0 0-16,0 0-5 15,0 0-52-15,0 5-37 16,0 7 41-16,0 2-64 16,5-5-101-16,13-7-24 15</inkml:trace>
  <inkml:trace contextRef="#ctx0" brushRef="#br0" timeOffset="16579">14994 4752 352 0,'0'0'129'0,"0"0"-62"16,0 0-21-16,0 0-45 0,0 0-1 15,0 0-28-15,0 6-1 16,0 2 12-16,1-3-71 15,3 2 42-15,1 0 6 16,3-4-133-16</inkml:trace>
  <inkml:trace contextRef="#ctx0" brushRef="#br0" timeOffset="17217.17">14281 4841 244 0,'0'0'79'16,"0"0"-43"-16,0 0-24 15,0 0-4-15,0 0-4 16,0 0 7-16,-5 0-3 15,5 0-6-15,0 0-2 16,0 6-61-16,0 2-9 16,0-3-18-16</inkml:trace>
  <inkml:trace contextRef="#ctx0" brushRef="#br0" timeOffset="17539.6">15085 4814 38 0,'0'0'257'16,"0"0"-232"-16,0 0-13 15,0 0-12-15,0 0 0 16,0 0-1-16,0 10-3 16,0-7 0-16,0 3-6 15,0 2-11-15,4-5-76 16</inkml:trace>
  <inkml:trace contextRef="#ctx0" brushRef="#br0" timeOffset="19101.36">5419 5653 151 0,'0'0'80'0,"0"0"-23"16,0 0-8-16,0 0 27 15,0 0-34-15,0 0-37 16,15-21-5-16,-3 21-40 16,10 0-9-16,-1 0-54 15</inkml:trace>
  <inkml:trace contextRef="#ctx0" brushRef="#br0" timeOffset="19303.13">6153 5585 231 0,'0'0'1'0,"0"0"-1"16,0 0-64-16,0 0-40 0</inkml:trace>
  <inkml:trace contextRef="#ctx0" brushRef="#br0" timeOffset="19489.05">6338 5643 249 0,'0'0'0'0,"0"0"-85"16</inkml:trace>
  <inkml:trace contextRef="#ctx0" brushRef="#br0" timeOffset="20360.71">7357 5690 170 0,'0'0'21'0,"0"0"2"16,0 0-5-16,0 0-11 0,0 0-1 16,0 0-2-16,0 0 7 15,0-2 14-15,0 2 7 16,0-1 14-16,0-1-13 15,-2 2-2-15,1-3-16 16,-1 1-5-16,2 1-7 16,0 0 3-16,-1 0-4 15,1 1 4-15,0 0 0 16,0 0 0-16,0-2 2 16,-2 2 5-16,2-1 1 15,-1-2-2-15,-2 3 7 16,0-1-6-16,3 1-8 0,0 0-4 15,0 0-1 1,0-2 1-16,0 2-1 0,0 0 0 16,0 0 0-16,0 0 1 15,0 0-1-15,0-2 1 16,-3 2 0-16,3 0-1 16,0 0-1-16,0 0 1 15,0 0 0-15,0 0-1 16,0 0 0-16,0 0 1 15,0 0 0-15,0 0 1 16,0-3 0-16,0 3 0 16,0-2-1-16,0 1 0 15,0 1-2-15,0 0 2 16,-2 0-1-16,1-1-6 16,-1 1-4-16,1 0 8 0,1 0 3 15,-2 0-1-15,2 0-2 16,0 0-3-16,0 0-18 15,0 0-29-15,-2 0-10 16,2 0 6-16,-1 0 13 16,0 0 11-16,-2 1-38 15,0 2-11-15</inkml:trace>
  <inkml:trace contextRef="#ctx0" brushRef="#br0" timeOffset="27439.91">12552 9965 91 0,'0'0'32'0,"0"0"11"15,0 0-8-15,0 0-22 0,0 0 18 16,0 0 1-16,0 0 33 16,-42-29-16-16,36 25 8 15,3 2-10-15,0-1-4 16,2 1-30-16,-1 1-1 16,1-1-6-16,-1 2-1 15,1 0 0-15,1 0 3 16,-2-3 1-16,-1 3-2 15,2-2-1-15,-1 2-4 16,1 0 0-16,1 0-1 16,-2 0-1-16,2 0 3 15,-1 0 7-15,-2 0-1 16,2 0 4-16,1 0 0 0,0 0-2 16,0 0-7-16,0 0-3 15,0 0 0-15,0 0-1 16,0 0 0-16,0 0-4 15,0 0 0-15,0 0 3 16,16 0 1-16,3 0 5 16,4 0 0-16,-1 0-1 15,-1 0-3-15,-3 0 2 16,1 0-2-16,-2 0 4 16,-1 0-5-16,-2 0 1 15,2 0-1-15,1 0 1 16,-3 0 2-16,4 0 6 0,-3 0-7 15,3 0-1 1,1 0-1-16,1 0 1 0,-3 0-1 16,-3 0 2-16,-2 0-4 15,1 0 4-15,-1 0-2 16,6 0 4-16,-1 0 2 16,2 0-3-16,2 0-1 15,0 0-2-15,3 0 0 16,4 0 2-16,2 0-2 15,0 0 0-15,-4 0 0 16,0 0 0-16,-4 0 0 16,-4 0 0-16,3 0 0 15,-5 0 0-15,1 0 1 16,-2 0-1-16,-5 0 2 16,-3 0-2-16,0 0 0 0,-3 0 0 15,2 0 0 1,-2 0 0-16,1 0 0 0,-2 0 2 15,-2 0-2-15,2 0 0 16,0 0 0-16,2 0-2 16,8 0 2-16,1 0 2 15,3 0-2-15,2 0 0 16,-2 0 1-16,2 0-1 16,1 0-1-16,-2 0 1 15,-1 0 0-15,-1 0 1 16,-1 0-1-16,0 2 1 15,-2-2-1-15,2 0 0 0,-3 3 0 16,3-1 0-16,-2-1 0 16,0 2 0-16,1-1 0 15,-2-1 0-15,3 2 0 16,-1-1 0-16,-1 1 0 16,-1 0 0-16,2-1-2 15,-3-1 2-15,-2 1 0 16,1-1 2-16,1-1-2 15,1 0 0-15,4 2 0 16,-2-2 1-16,-1 1-2 16,2-1 2-16,-2 2-2 15,0-2-1-15,0 3 2 16,-3-3 0-16,-1 0 2 0,0 0-2 16,2 0 0-16,-3 0 0 15,3 0 0-15,-5 0 1 16,-3 0-1-16,-2 0-3 15,2 0 1-15,2 0 2 16,2 0 2-16,7 0-1 16,-2 0-2-16,2 0 2 15,-1 0-2-15,-2 0 2 16,3 0 0-16,1 0-1 16,3 0 0-16,1 0 0 15,-2-3 0-15,-3 1 0 16,0 2-1-16,2 0 2 15,-2 0-2-15,0-1 2 16,-3-1-1-16,0 1 0 0,2-1 0 16,-1-1 0-16,1 2 0 15,-1-1 0-15,0 2 0 16,1 0 0-16,3 0 0 16,0-3 0-16,2 3 0 15,2 0 0-15,3-4 0 16,-1 3 0-16,2-2-1 15,3-1 1-15,2-1 2 16,-4 1-2-16,0 1 0 16,-3 1 10-16,0-1-7 15,0 2 5-15,0 0 0 16,2-1-4-16,-1 2 1 16,-2-1-5-16,4 1 2 0,-6 0-1 15,2 0 2-15,1 0-2 16,-1 0 2-16,2-2 2 15,0 2 1-15,1-2 0 16,-2 1 8-16,-3 1-3 16,-2 0-3-16,-2 0 0 15,0 0-5-15,-4-2-1 16,-2 2 4-16,-3 0-3 16,-4 0-2-16,0 0 3 15,-2 0-4-15,0 0 9 0,0 0 1 16,0 0 4-1,0 0 1-15,0 0-2 0,0 0-10 16,0 0-2-16,0 0-1 16,0 0 6-16,0 0-6 15,0 0 5-15,0 0 4 16,0 0 4-16,0 0-4 16,0 0 3-16,0 0-6 15,0 0-5-15,0 0 0 16,0 0-1-16,0 0 0 15,0 0 0-15,0 0 0 16,0 0 1-16,0 0 1 16,0 0-4-16,0 0 4 15,0 0-3-15,0 0 1 16,0 0 0-16,0 0 2 0,0 0-2 16,0 0-6-16,0 0-14 15,0 0-30-15,-12 0-78 16,-4-3-67-16,-7-8-284 15</inkml:trace>
  <inkml:trace contextRef="#ctx0" brushRef="#br0" timeOffset="30245.73">13826 6909 3 0,'0'0'11'0,"0"0"7"16,0 0-5-16,0 0-7 16,0 0-6-16,0 0 0 15,-22 16-15-15,22-14-21 16</inkml:trace>
  <inkml:trace contextRef="#ctx0" brushRef="#br0" timeOffset="39610.68">2026 10754 4 0,'0'0'44'15,"0"0"-3"-15,0 0 8 16,0 0 13-16,0 0-2 16,0 0 1-16,0 0-38 15,-28-26-9-15,26 24-8 0,-1 0-2 16,0-1-3-1,0 0 4-15,-3 0-2 0,1-1 11 16,0 1 15-16,-1 1-20 16,3-1 20-16,-2 1-17 15,2-1-10-15,0-1 1 16,2 3 0-16,-1-2 15 16,2 2 21-16,0-1-8 15,-1 1-2-15,1 1-6 16,0-1 1-16,0 1-10 15,0 0-10-15,0 0-4 16,0 0-3-16,0 0-6 16,0 0-1-16,7 0 10 15,10 0 3-15,4 0-3 0,5 0 4 16,6 0-1-16,4 0-2 16,5 0 0-16,1 0 0 15,0 1 3-15,4-1-4 16,-6 3 1-16,2-3 0 15,-3 0-1-15,3 0 0 16,2 0 1-16,4 0 0 16,1 0-1-16,0 0-1 15,5 0 1-15,0 0-1 16,-5 0 1-16,-1 0-6 16,-2 1 6-16,-1-1 0 15,4 0 0-15,-4 0-1 16,1 0 1-16,6 0-1 0,-7-3 1 15,4 0 2 1,-4 0 0-16,-6-1-4 0,-1 4 2 16,-6 0 0-16,-4 0 0 15,-4 0-2-15,-3 0-3 16,3 0 5-16,-6 4 0 16,3-1 0-16,-4-2 0 15,2 0 0-15,0-1 0 16,-1 0 1-16,3 0-1 15,-3 0 3-15,5 0-3 16,-3 0 0-16,-2 0 0 16,-2-1 0-16,0 1 2 15,2 0-2-15,-1 0 0 16,2 0 0-16,-2 0 0 0,0 0 0 16,0 0 0-16,2 0 0 15,2-1 3 1,2-1-3-16,5 1 4 0,-1 1-2 15,-3 0-2-15,-2 0-1 16,-4 0 1-16,3 0 2 16,-5 0-2-16,-1 0 0 15,-5 0 0-15,-1-2 2 16,2 0-2-16,1 1 0 16,4-1 0-16,5 0 1 15,6-3 0-15,0 0-1 0,3 0 2 16,0-3-4-1,-5 2 4-15,-2 0-2 0,-3 0 1 16,-2 1-1-16,-2 0 0 16,-2 1 2-16,-2 1-2 15,-3 0 4-15,-3 1-4 16,-1-1 4-16,1-1 1 16,-1 2 12-16,-2 1 2 15,0-1-10-15,0 1-5 16,0-1-3-16,-1 1-1 15,-1 0 1-15,-1-1-1 16,0 1 0-16,0 1 1 16,2-2-1-16,-2 2 0 15,0 0 2-15,1 0-2 16,0 0 0-16,3 0 1 0,1 0-1 16,0-2 3-16,2 2 2 15,-1-3 3-15,-1 1 2 16,2 0 5-16,-2 2 2 15,-4-2 0-15,1 2-7 16,1 0-5-16,-3 0-3 16,0-1-1-16,1 1 2 15,-1 0-1-15,0 0 0 16,0 0 0-16,0 0-1 16,0 0 6-16,0 0 1 15,0 0 0-15,0 0-5 16,0 0-3-16,0 0-1 0,0 0-5 15,0 0-33 1,0 1-5-16,2 8-25 0,1 0 21 16,1-1-29-16,1-4-99 15,5-4-144-15</inkml:trace>
  <inkml:trace contextRef="#ctx0" brushRef="#br0" timeOffset="64969.01">5479 5627 107 0,'0'0'61'0,"0"0"23"15,0 0-2-15,0 0 14 16,0 0-12-16,0 0-25 0,0 0-19 16,0 0-3-1,0 0-10-15,-27-24 8 0,24 21-18 16,3 3-5-16,-3 0 0 16,3 0-10-16,0 0-2 15,0 0-13-15,0 0-54 16,0 0 29-16,0 7 23 15,0 6 4-15,0-4-38 16,0 3-11-16,14-2-60 16,3-5-33-16</inkml:trace>
  <inkml:trace contextRef="#ctx0" brushRef="#br0" timeOffset="65261.79">6053 5743 194 0,'0'0'50'0,"0"0"11"16,0 0-17-16,0 0-22 15,0 0-8-15,0 0 11 16,0 0 13-16,0 0-16 16,0 0-22-16,0 0-3 0,0 10-23 15,-6 4-25 1,0 1-13-16,3-6-52 0,2-4-94 16</inkml:trace>
  <inkml:trace contextRef="#ctx0" brushRef="#br0" timeOffset="65453.66">6053 5743 208 0,'82'43'71'15,"-85"-44"-18"-15,0 1-53 0,2 0-2 16,1 11-33-1,0 4-31-15,0-4-28 0,0-1 16 16</inkml:trace>
  <inkml:trace contextRef="#ctx0" brushRef="#br0" timeOffset="65719.1">6856 5752 82 0,'0'0'194'0,"0"0"-31"16,0 0-44-16,0 0-62 15,1-74-16-15,-1 73-41 16,0 1-13-16,2 0-76 15,-1 3 27-15,-1 13-6 16,3 4 41-16,-3-1-93 16,4-8-85-16</inkml:trace>
  <inkml:trace contextRef="#ctx0" brushRef="#br0" timeOffset="65927.79">7209 5765 201 0,'0'0'31'16,"0"0"-11"-16,0 0-9 16,0 0-10-16,0 0-1 15,0 0-7-15,-18 21 1 16,18-8-9-16,0-6-108 15</inkml:trace>
  <inkml:trace contextRef="#ctx0" brushRef="#br0" timeOffset="66821.91">14115 5203 124 0,'0'0'43'16,"0"0"-29"-16,0 0-7 0,0 0 5 16,0 0-6-16,0 0 0 15,-1 0 7-15,1 0 18 16,0 0 14-16,-2 2-45 15,1 3-68-15,-2-2-4 16</inkml:trace>
  <inkml:trace contextRef="#ctx0" brushRef="#br0" timeOffset="67728.44">14291 5090 277 0,'0'0'107'15,"0"0"-107"1,0 0 0-16,0 0-2 15,0 0 2-15,0 0 5 0,-3 5 12 16,3-2-17-16,0 0-14 16,0 3-139-16,5 1 10 15</inkml:trace>
  <inkml:trace contextRef="#ctx0" brushRef="#br0" timeOffset="68112.61">15228 4992 296 0,'0'0'69'0,"0"0"52"16,0 0-54-16,0 0-67 0,0 0-14 15,0 0-79-15,-14 21 50 16,3-12 17-16,1 1-20 16,4 3 26-16,-1-2-35 15,1-3-95-15</inkml:trace>
  <inkml:trace contextRef="#ctx0" brushRef="#br0" timeOffset="71591.71">17565 14163 103 0,'0'0'25'0,"0"0"-24"15,0 0 0-15,0 0 0 16,0 0-1-16,0 0 1 15,4-7 39-15,-4 5-20 16,0 2 2-16,0 0-6 16,0-3-2-16,0 3-10 15,0 0-4-15,0 0-11 16,0 0-19-16,0 0 9 16,0 0 21-16,0 0 2 15,0 0 32-15,0-1 21 16,0-2-25-16,0 1-12 0,0 0 36 15,0-1-17-15,0 0-6 16,0 0-8-16,0 1-13 16,0-1 4-16,0 0 4 15,0 0 8-15,0 0-3 16,0 1-5-16,0-3 0 16,0 1-1-16,0-1-7 15,0-1 2-15,0 1 5 16,0-2-3-16,0 0 4 15,0-1-13-15,0-1 13 16,0 3-10-16,2 0-5 16,1-1 9-16,-3 1-1 0,2 3 5 15,-2 2-5-15,0 0-4 16,0 1-3-16,0 0-1 16,0 0-1-16,0 0 0 15,0 0 0-15,2 0-2 16,-2 0-4-16,1 8-1 15,1 11 4-15,0 3 1 16,-2 4 0-16,0-3 4 16,0 1-4-16,0-3 0 15,0-3 0-15,0-6 1 16,0-5 1-16,3-1-2 16,0-5 1-16,7-1 0 15,10 0 3-15,10-7 0 0,15-10-2 16,8-12 1-1,5-3-3-15,2-2 0 0,-5-4 0 16,-1 2 0-16,-8 2 0 16,-6 4 1-16,-3 4 0 15,-8 4 0-15,-14 3-1 16,-3 4 9-16,-5 6 9 16,-4 2-9-16,-1 2 1 15,-2 5-10-15,0-1 0 16,0 1-3-16,0 0-22 15,0 0-11-15,0 6-8 16,-2 8-21-16,-4-1-80 16,2-8-119-16</inkml:trace>
  <inkml:trace contextRef="#ctx0" brushRef="#br0" timeOffset="71772.92">18222 13872 402 0,'0'0'110'16,"0"0"-29"-16,0 0 20 16,0 0-32-16,0 0-37 15,0 0-32-15,-23-4-10 16,12 28-27-16,-6 9-55 16,3-7-37-16,-2-5-310 15</inkml:trace>
  <inkml:trace contextRef="#ctx0" brushRef="#br0" timeOffset="74793.71">17493 15190 163 0,'0'0'75'15,"0"0"24"-15,0 0-14 16,0 0-21-16,0 0-10 16,0 0-19-16,0 0-3 15,8-74-5-15,-8 70 14 16,0 4-4-16,0-3-12 16,0 3-7-16,0 0-16 15,0 0-2-15,0 0-1 16,0 7-1-16,0 12 2 15,0 7 1-15,0 3 0 16,0 4 4-16,0-1-3 16,0-1-2-16,0-4 0 15,0-6 2-15,5-5 1 0,12-9 0 16,6-7 1 0,10 0-1-16,10-16 4 0,10-10-5 15,7-10-1-15,-2-3-1 16,-7-2 3-16,-5 3 2 15,-10 3 0-15,-6 7-2 16,-6 5-1-16,-11 7 0 16,-3 5-1-16,-7 4-1 15,-1 6 1-15,-2-2-1 16,0 3-4-16,0 0-15 16,0 14-8-16,-9 6-53 15,2 0-42-15,2-5-205 0</inkml:trace>
  <inkml:trace contextRef="#ctx0" brushRef="#br0" timeOffset="74958.01">18009 15133 396 0,'0'0'119'0,"0"0"-39"15,0 0-46-15,0 0-27 16,0 0-6-16,0 0 0 15,-69 74-1-15,63-49-24 16,2-5-70-16,3-6-149 16</inkml:trace>
  <inkml:trace contextRef="#ctx0" brushRef="#br0" timeOffset="110192.32">18763 13673 1 0,'0'0'173'0,"0"0"-137"16,0 0 17-16,0 0-30 0,0 0 15 16,0 0 10-16,1-72-4 15,4 61 18-15,-1 0-9 16,-1 3-14-16,0-1-12 16,-1 1-4-16,0 5-8 15,0 0 1-15,0 1-8 16,-2 2 2-16,0 0 3 15,0 0-13-15,1 0-4 16,3 0-2-16,1 16-3 16,0 17 8-16,-4 15-4 15,-1 19 4-15,0 12-2 16,-13 15 3-16,-7 10 2 16,-4 10 0-16,-2 9-1 0,-1 3-1 15,3-7-8-15,6-4 8 16,5-1 0-16,7-12 3 15,4-6 0-15,2-13-3 16,0-3 3-16,0-2-2 16,-1-2-1-16,-8 2-3 15,-3-10 3-15,-3-7 1 16,3-6 0-16,0-12 0 16,3-5-1-16,2-6 3 15,5-7-3-15,-2-6 1 16,1-8-1-16,3-5 1 15,-2-3-1-15,2-1 17 16,0-2 48-16,-1 0-20 0,1 0-21 16,0 0-11-16,0 0-6 15,0 2-6-15,0-2 0 16,0 0 0-16,0 0-1 16,0-2-8-16,11-7-93 15,0-3 17-15,1 2-20 16,-4-4-96-16,-3 1-60 15</inkml:trace>
  <inkml:trace contextRef="#ctx0" brushRef="#br0" timeOffset="110355.34">18582 15512 474 0,'0'0'168'15,"0"0"-57"-15,0 0-10 0,0 0-57 16,0 0-7-16,0 0-32 15,-10-64-5-15,13 63-32 16,10 1-38-16,-2 0-73 16,-4 0-12-16,-2-3-263 15</inkml:trace>
  <inkml:trace contextRef="#ctx0" brushRef="#br0" timeOffset="-123263.17">13711 7017 94 0,'0'0'62'0,"0"0"-1"16,0 0 9-16,0 0 22 16,0 0 3-16,0 0-16 15,0 0-46-15,9-15-1 16,-6 12-4-16,-3 0 5 16,0 3-6-16,1-1-4 15,-1 1-2-15,0 0-19 16,0 0-2-16,2-1 0 0,-1 1 0 15,4 0 1-15,2 0-1 16,11 0 0-16,13 0-3 16,17 2 1-16,25 5 4 15,20 1 0-15,24 2-2 16,27 2 1-16,20 2 11 16,13 0-5-16,1-1-7 15,-7-3 0-15,-8-1 3 16,-12-3-1-16,-5-2-1 15,-9-4 0-15,-13 0-1 16,-7 0 1-16,-16 0 8 16,-10 0 15-16,-14-3-8 0,-16 1-6 15,-10 0 3-15,-9 1 1 16,-5-2-8-16,-4 3 2 16,-9-2-2-16,-9 1 6 15,-8 1-7-15,-3 0 9 16,-4 0-2-16,0 0-10 15,3 0-2-15,-1 0-5 16,2 3-29-16,1 8 5 16,6-1-53-16,8-6-92 15,6-4-286-15</inkml:trace>
  <inkml:trace contextRef="#ctx0" brushRef="#br0" timeOffset="-123089.06">16522 7089 560 0,'0'0'294'15,"0"0"-180"-15,0 0-72 16,0 0-42-16,0 0-13 16,0 0-120-16,-14 15-57 15,14 3 30-15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7:39.847"/>
    </inkml:context>
    <inkml:brush xml:id="br0">
      <inkml:brushProperty name="width" value="0.05292" units="cm"/>
      <inkml:brushProperty name="height" value="0.05292" units="cm"/>
      <inkml:brushProperty name="color" value="#FF0000"/>
    </inkml:brush>
  </inkml:definitions>
  <inkml:trace contextRef="#ctx0" brushRef="#br0">5079 11514 352 0,'0'0'153'16,"0"0"-42"-16,0 0-12 15,0 0-62-15,-10-71-17 0,7 56 3 16,3 2 12 0,0 1-15-16,0 2-8 0,0 0-4 15,0 6 2-15,0 0-2 16,0 1 6-16,0 2-14 16,0 1 0-16,0 0-4 15,13 0-4-15,8 0 8 16,9 9-1-16,7 7 1 15,2 2 0-15,0 4 0 16,-6 2 0-16,-8 3-1 16,-7 3 1-16,-14 6-5 15,-4 1-1-15,-7 8 0 0,-23 1 5 16,-12 0-5-16,-4-2 1 16,-5-11-14-16,5-7 17 15,6-7 0-15,10-5 1 16,19-5 2-16,5-4 2 15,6-2 3-15,0-2-3 16,4 1 0-16,19-2-3 16,10 0 2-16,9 0 5 15,7 0-6-15,4-2 3 16,0-2-4-16,1 3-1 16,1-3 0-16,3 1-68 15,0-5-101-15,-7-4-217 0</inkml:trace>
  <inkml:trace contextRef="#ctx0" brushRef="#br0" timeOffset="190.14">5728 11816 794 0,'0'0'143'0,"0"0"-90"16,0 0-53-16,0 0-3 15,0 0-3-15,0 0 5 16,-24 114 1-16,17-68-12 16,2 0-18-16,4 0-46 15,1-5-90-15,0-12-196 16</inkml:trace>
  <inkml:trace contextRef="#ctx0" brushRef="#br0" timeOffset="886.72">5998 11534 462 0,'0'0'141'16,"0"0"-74"-16,0 0 15 15,0 0-36-15,0 0-10 16,0 0-9-16,-51-51 1 15,47 48-9-15,2-2-3 16,1 1 1-16,-1 1-8 16,2-1-3-16,0-4-5 15,9-4 0-15,17-4-2 0,10 1-3 16,2-1-4-16,2 5 2 16,-3 3-2-16,-5 5 8 15,-7 3-5-15,-4 0-19 16,-9 17 2-16,-9 6-4 15,-3 10-17-15,-9 4 5 16,-18 1 13-16,-5 3 2 16,-3-7-30-16,5 0 41 15,8-4-7-15,10-7 15 16,9-3 3-16,3 1-1 16,0-4-3-16,21-3-1 15,3-3 6-15,7-2 6 16,-2-1 3-16,-1 1 16 15,-1 2-18-15,-4 3 0 0,-3 5-7 16,-7-2 0-16,-5 5 0 16,-8 1-4-16,0-1 4 15,0 0 13-15,-11 0-2 16,-6-2-6-16,-4-3 4 16,-2-2-4-16,-2-2-5 15,0-3 0-15,2-5-38 16,8-3-18-16,9-2-65 15,6-2-113-15</inkml:trace>
  <inkml:trace contextRef="#ctx0" brushRef="#br0" timeOffset="1231.84">6435 11492 718 0,'0'0'54'16,"0"0"25"-16,0 0-53 16,9-81-9-16,9 68-8 15,10 4-7-15,1 5 1 16,2 4-3-16,2 0 1 15,0 20-2-15,-3 6 0 16,0 8-3-16,-4 5 3 0,-5 10-1 16,-8 4-4-16,-7 8 6 15,-3 1 0-15,-3-3 0 16,0-6 0-16,-10-7-17 16,-4-10-87-16,-1-9-41 15,2-13-138-15</inkml:trace>
  <inkml:trace contextRef="#ctx0" brushRef="#br0" timeOffset="1435.02">6457 11765 261 0,'0'0'376'16,"0"0"-249"-16,0 0-112 15,0 0 0-15,0 0 26 16,117-40-26-16,-68 34 0 15,10-1-8-15,6 0-7 16,0 1-2-16,-2-3-21 16,-6 3-97-16,-12-5-65 15,-7 2-308-15</inkml:trace>
  <inkml:trace contextRef="#ctx0" brushRef="#br0" timeOffset="1636.52">7121 11732 693 0,'0'0'119'0,"0"0"-119"16,0 0 0-16,5 104 5 16,-5-53-4-16,0-1 2 15,0-4-3-15,0-7-1 16,0-13-62-16,0-8-45 15,1-13-171-15</inkml:trace>
  <inkml:trace contextRef="#ctx0" brushRef="#br0" timeOffset="1997.69">7421 11433 755 0,'0'0'66'0,"0"0"-12"16,0 0-54-16,0 0-5 16,0 0-3-16,0 0 8 15,0 93 0-15,0-54 2 16,3 0-2-16,13-3 1 16,2-4-2-16,0-3 5 15,-1-8-7-15,-6-6 8 16,-3-4-4-16,-4-2-1 0,-1-1 0 15,-3 0-5-15,0-1 3 16,0 3 0 0,0 0 2-16,-7 1 2 0,-1 1-1 15,-2 3-1-15,-2 0 3 16,0-1-3-16,0-1-3 16,-3-2-38-16,-1-4-57 15,-2-7-55-15,-8 0-164 16</inkml:trace>
  <inkml:trace contextRef="#ctx0" brushRef="#br0" timeOffset="2880.93">7548 11327 689 0,'0'0'131'0,"0"0"-86"16,0 0-31-16,0 0 1 15,0 0-15-15,0 0 2 16,44-16-2-16,-21 30 1 16,5 3 0-16,5 2-1 15,0 3-4-15,1 0-6 16,-8 0-29-16,-10-2-11 15,-7-3-15-15,-8 2 45 0,-1 2 10 16,-4 1-3-16,-11-1 13 16,-6 0-3-16,-1 0 3 15,2-4-3-15,2 3 3 16,2-2 3-16,4 2-1 16,5-3-1-16,6 0 6 15,1 0-1-15,0-3 3 16,3-1 8-16,10-4 30 15,3-6-14-15,2-3 0 16,3 0-10-16,4-6-12 16,0-8-1-16,-1-6-4 15,-4-1-5-15,-4-1 5 16,-9-1-1-16,-5 1-1 0,-2 0-1 16,-3-3 1-16,-15 1-3 15,-1 2 1-15,-4 3-2 16,1 2-3-16,4 6-9 15,2 1 3-15,7 5 8 16,4 2 0-16,2 2 1 16,3-1 2-16,0 0-2 15,15 0-13-15,15-3 13 16,12 3 0-16,4 1 0 16,-1 1-4-16,4 0 4 15,-2 0 0-15,-3 0 0 0,-8 7 3 16,-8 1-6-16,-9 4 2 15,-8-2 0-15,-5 1 1 16,-5 5 0-16,-1 0-3 16,0 1 3-16,0 1-1 15,-7 3 1-15,1-4 0 16,-1 3-2-16,5 0 0 16,2-4-6-16,0-6-20 15,12-6-13-15,8-4 41 16,7 0 0-16,3-14 0 15,0-5 4-15,1-3-2 16,-5-4 19-16,-2-1 12 16,-8-1 1-16,-7 5 6 15,-6-1-12-15,-3 4-6 0,0 2-11 16,-12 5-11-16,-12 1-3 16,-2 7-12-16,-4 5-22 15,1 0-20-15,4 11-74 16,5 4-176-16</inkml:trace>
  <inkml:trace contextRef="#ctx0" brushRef="#br0" timeOffset="3063.25">8241 11526 534 0,'0'0'310'0,"0"0"-204"0,0 0-61 15,0 0-25 1,0 0-20-16,0 0-48 0,0-16-80 16,-1 32 52-16,-7-3-101 15,-2-5-321-15</inkml:trace>
  <inkml:trace contextRef="#ctx0" brushRef="#br0" timeOffset="5857.99">21882 7545 262 0,'0'0'179'0,"0"0"-71"15,0 0 15-15,0 0-47 16,0 0 31-16,0 0-78 16,-23-41 11-16,22 40-21 15,-2 1 5-15,2 0-13 16,1 0-6-16,0 0-5 16,0 0-2-16,0 0 1 15,0 0-6-15,19 0 4 16,20 11 1-16,23 2 2 15,22-1 0-15,20-1 3 16,13-1-2-16,5-3-2 16,-5-1-11-16,-9-4 1 15,-17-2 6-15,-19 0 5 0,-14 0-5 16,-19 0-6-16,-15 0-17 16,-15 0-27-16,-9-2-59 15,0-6-150-15</inkml:trace>
  <inkml:trace contextRef="#ctx0" brushRef="#br0" timeOffset="6044.17">22853 7615 532 0,'0'0'135'0,"0"0"29"16,0 0-89-16,0 0-20 0,0 0-41 15,0 0-14-15,7-29-15 16,-7 30-153-16,0 5-64 16</inkml:trace>
  <inkml:trace contextRef="#ctx0" brushRef="#br0" timeOffset="9590.38">9916 11763 264 0,'0'0'125'0,"0"0"-60"15,0 0-21-15,0 0-28 16,0 0 14-16,0 0-12 16,0 0 16-16,-25-21 4 0,25 21 17 15,0 0-8 1,0 0-23-16,0 0-20 0,0 0-4 16,7 0-3-16,17 0 3 15,16 1 6-15,11 4 0 16,22 1-2-16,21-5-4 15,15 5 3-15,23 1-2 16,16-1-1-16,11 0-2 16,11 4 2-16,0-3 0 15,-3 3 0-15,-5-5 0 16,-11-3-1-16,-6 0 3 16,-12-2-2-16,-12 0 6 15,-7 0-5-15,-17 0-1 16,-15 0 0-16,-16 2 0 0,-18-1 1 15,-11-1-1-15,-15 0 1 16,-8 0 1-16,-7 0 5 16,-5 0 25-16,-2 0 4 15,0 0-4-15,0 0-21 16,0 0-4-16,0 0-4 16,0 0 2-16,0 0-4 15,0 0-1-15,0 0-1 16,0 0 1-16,0 0 1 15,0 0 2-15,0 0-4 16,0 0 1-16,0 0-20 16,-3-1-12-16,-14-3-26 15,-5 1 2-15,-8 0-32 0,-3-4-39 16,0-6-180-16</inkml:trace>
  <inkml:trace contextRef="#ctx0" brushRef="#br0" timeOffset="9823.81">12098 11629 384 0,'0'0'136'16,"0"0"13"-16,0 0 7 16,0 0-139-16,0 0 2 15,0 0-12-15,78-43-6 16,-41 66 0-16,4 8 2 16,2 5-1-16,-6 3 0 15,-6 0 1-15,-8-5-2 0,-10-4-1 16,-5-7-2-16,-5-3 2 15,-3-4-4-15,-2 0 4 16,-27 2 5-16,-15 4-4 16,-13 2-1-16,-5 2-47 15,11-6-117-15,18-9-131 16</inkml:trace>
  <inkml:trace contextRef="#ctx0" brushRef="#br0" timeOffset="9984.29">12343 12018 618 0,'0'0'112'16,"0"0"39"-16,0 0-63 0,0 0-45 15,0 0-1 1,0 0-42-16,3-56-3 0,-4 60-65 16,-15 14-37-16,-9-2-54 15,-5-9-277-15</inkml:trace>
  <inkml:trace contextRef="#ctx0" brushRef="#br0" timeOffset="15184.08">17468 11601 306 0,'0'0'148'16,"0"0"-12"-16,0 0-98 15,0 0 60-15,0 0-55 16,0 0 22-16,0 0-30 16,21-41-35-16,-21 41-4 15,0 4-2-15,0 14 4 0,0 8-3 16,0 3 4-16,0 3 2 15,0-2-1-15,0-3 0 16,0-6 1-16,0-7 0 16,0-4-1-16,0-8 0 15,7-2 3-15,16-5 18 16,14-19 10-16,13-8-28 16,6-4 6-16,-1-3 2 15,-4 3-11-15,-11 4 4 16,-10 6-4-16,-9 6-4 15,-7 4 2-15,-3 9-25 16,-8 4-12-16,-3 3-63 16,0 6-116-16,-8 8 1 15</inkml:trace>
  <inkml:trace contextRef="#ctx0" brushRef="#br0" timeOffset="15346.07">17807 11608 534 0,'0'0'109'16,"0"0"11"-16,0 0-45 15,0 0-60-15,0 0-15 16,0 0-52-16,-45 36-34 16,23-12-28-16,1-2-140 0</inkml:trace>
  <inkml:trace contextRef="#ctx0" brushRef="#br0" timeOffset="17033.93">4735 12526 337 0,'0'0'71'16,"0"0"63"-16,0 0-97 15,0-73 18-15,11 54-38 16,0 4 41-16,5 1-30 16,-1 1 0-16,0 4 3 15,0 2-9-15,1 6-14 16,1 1-3-16,1 1-5 16,-2 18-1-16,1 7-2 0,-8 6 2 15,-8 7-6 1,-1 4 1-16,-18 2 6 0,-16 0 5 15,-3-2-3-15,1-7 3 16,3-7-3-16,11-7-2 16,7-5 0-16,3-3 4 15,5-6-4-15,5-1 0 16,2 0-2-16,0 1 2 16,0-3-8-16,13-1 3 15,17-2 3-15,10-2 2 16,11 0 0-16,6-5-19 15,8-4-23-15,2 0-22 16,2 1-28-16,-5-1-148 16</inkml:trace>
  <inkml:trace contextRef="#ctx0" brushRef="#br0" timeOffset="17237">5291 12800 709 0,'0'0'122'0,"0"0"-37"16,0 0-85-16,0 0-4 15,0 0 4-15,-5 110 0 16,-2-66 1-16,3 2-3 16,-1-3-17-16,2-2-31 15,3-4-78-15,0-11-103 0</inkml:trace>
  <inkml:trace contextRef="#ctx0" brushRef="#br0" timeOffset="17887.79">5689 12568 369 0,'0'0'171'16,"0"0"-77"-16,0 0 35 15,0 0-83-15,0 0-3 16,-13-73-24-16,13 63-4 16,24 0-9-16,7-4-5 15,3 4-1-15,3 5 1 16,-2 3-2-16,-7 2-2 0,-5 0 3 15,-6 11-13 1,-9 9-9-16,-8 3-25 0,0 8 15 16,-11 4 13-16,-18-1 7 15,2 0-61-15,0-6 29 16,6-4 2-16,11-6 26 16,4-4 16-16,6-1 0 15,0-3 2-15,0 3 25 16,6 4-8-16,7 1-10 15,-1 4 5-15,3 2 1 16,0-2-1-16,-2 1-7 16,1-3 1-16,-5-1-4 15,-5-3 1-15,-4-4 2 0,0-3-1 16,0 5 1-16,-18 1 1 16,-7-3-3-16,-8 2-5 15,-1-4-2-15,4-5-37 16,0-3 2-16,17-2-25 15,11-2-125-15</inkml:trace>
  <inkml:trace contextRef="#ctx0" brushRef="#br0" timeOffset="18216.04">6165 12604 151 0,'0'0'539'0,"0"0"-415"15,0 0-55-15,0 0-62 16,0 0-5-16,0 0-2 16,95-62 0-16,-71 73-2 15,-1 12 1-15,-7 9 1 16,1 5-1-16,-6 3-5 15,-7 6 5-15,-4-2 1 16,0 3 0-16,-17-5 0 16,-3-3 0-16,3-9-21 15,0-9-27-15,5-6-20 0,2-6-37 16,-3-9-76-16</inkml:trace>
  <inkml:trace contextRef="#ctx0" brushRef="#br0" timeOffset="18398.69">6189 12794 252 0,'0'0'347'0,"0"0"-250"16,0 0-74-16,0 0 11 16,88-17-3-16,-57 15-18 0,4-1 0 15,3 2-10 1,-2-1-2-16,6 2-2 0,1 0-59 15,-6-1-108-15,-5-4-388 16</inkml:trace>
  <inkml:trace contextRef="#ctx0" brushRef="#br0" timeOffset="18609.05">6823 12779 563 0,'0'0'52'16,"0"0"-1"-16,0 0 5 15,-66 92-33-15,41-58-7 0,5-3-13 16,1-1-2-16,4 1-1 16,5-4-33-16,4-5-123 15,3-11-263-15</inkml:trace>
  <inkml:trace contextRef="#ctx0" brushRef="#br0" timeOffset="19156.8">7139 12433 731 0,'0'0'112'0,"0"0"-37"15,0 0-64-15,0 0-11 16,0 0-19-16,0 0 19 16,-51 82 3-16,29-33 0 15,8-4-3-15,4-9-3 16,9-10-12-16,1-12-13 0,0-3 19 16,7-9-4-16,11-2 8 15,9 0 4-15,0 0 1 16,-2-5-7-16,-3 2 5 15,-7 3 2-15,0 0-2 16,-6 0 2-16,-3 6-3 16,-1 7 0-16,-2 2-8 15,-3 0 6-15,0 1 0 16,-2 0 5-16,-10-1 8 16,-3 2 6-16,-3-1 0 0,-4 2 1 15,-5-1-9 1,-4 0-4-16,-4-2-2 0,5-4-12 15,5-3-82-15,12-8-69 16,8-5-154-16</inkml:trace>
  <inkml:trace contextRef="#ctx0" brushRef="#br0" timeOffset="19897.76">7246 12485 568 0,'0'0'76'0,"0"0"-34"15,0 0-35-15,0 0 18 0,0 0-13 16,93-13-9-16,-69 22 2 16,-1 5-3-16,-4 0-2 15,-2 3 2-15,-6 0-2 16,-2-1 0-16,-6 4-2 15,-3-1 2-15,0 4 0 16,-12 3 8-16,-6 6-3 16,-4 3-3-16,-2 3 0 15,12 0 1-15,6-4-2 16,6-8-1-16,8-9 0 16,19-12 0-16,6-5 3 15,6-8 2-15,0-17 3 0,0-7-2 16,-5-3 13-1,-7-4 8-15,-9 2-18 0,-6 0-7 16,-9 5-2-16,-3 6-6 16,0 5-33-16,-14 3 0 15,1 4 24-15,4 6 14 16,2 3-2-16,4 3 3 16,1 2-1-16,2 0-3 15,0 0-7-15,5 5 9 16,12 4 1-16,9-5 1 15,11 1 12-15,3-1-2 16,2 2-5-16,-3 1 3 16,-9 4 2-16,-5 1 5 15,-8 1-6-15,-7 4-9 16,-4 6 0-16,-5 5 0 0,-1 4 4 16,0 5 0-16,0 1-1 15,-6-3 0-15,5-7 1 16,1-11-3-16,0-9 1 15,4-8 0-15,17 0 2 16,12-13 4-16,6-13-3 16,0-7-3-16,-4-1 11 15,-6 0 15-15,-8 3-10 16,-8 3-12-16,-7 0 3 16,-6 3 19-16,-10 1-27 0,-28 2-1 15,-21 10-11 1,-23 7-28-16,-14 5-37 0,1 5-81 15,23 12-181-15</inkml:trace>
  <inkml:trace contextRef="#ctx0" brushRef="#br0" timeOffset="21012.04">9409 12875 212 0,'0'0'88'0,"0"0"-1"16,0 0-29-16,0 0 5 15,125-18-9-15,-69 15-12 16,20 3-9-16,16 0-5 15,24 0 11-15,22 0-6 16,14 7-22-16,18 1-4 16,16 1-6-16,6-1 4 15,15 0-5-15,-5-1 0 0,-3 0 0 16,-8-2 0-16,-8-2-3 16,-11-3-9-16,-5 0 2 15,-17 0-16-15,-21-8 20 16,-22-7 6-16,-28 0 4 15,-22-2 32-15,-20 0 40 16,-14 0-45-16,-10 1 7 16,-4 4 10-16,-6 0-33 15,-3 4-10-15,0-2 0 16,0 0-5-16,-3 2-1 16,-15 3 0-16,-6 0-13 15,-4 5-15-15,-3 0-36 0,5 0-69 16,7 0-66-16,8 0-179 15</inkml:trace>
  <inkml:trace contextRef="#ctx0" brushRef="#br0" timeOffset="21187.9">12613 12659 446 0,'0'0'117'0,"0"0"-80"15,0 0-30-15,0 0 25 16,0 0 8-16,-16 84-11 15,-14-43-12-15,-4 0-3 16,-2 0-7-16,3-2 2 16,0-5-9-16,0-5 0 15,4-7-89-15,3-9-257 16</inkml:trace>
  <inkml:trace contextRef="#ctx0" brushRef="#br0" timeOffset="21345.61">12378 12942 596 0,'0'0'154'16,"0"0"-11"-16,0 0-86 15,0 0-53-15,0 0-4 16,0 0-36-16,-70 12-31 16,44 6-72-16,-1-7-163 0</inkml:trace>
  <inkml:trace contextRef="#ctx0" brushRef="#br0" timeOffset="30150.58">14713 16506 84 0,'0'0'20'0,"0"0"-13"0,0 0-4 16,0 0-3-1,0 0 2-15,0 0 8 0,0 0-4 16,-33-6 16-16,30 4 22 15,2 2-10-15,-1 0-9 16,2 0-20-16,0 0-5 16,0 0-63-16,0 0-8 15,0 0 48-15,0 0-20 16,-1 0 35-16,-1 0 8 16,1 0 5-16,1-1 30 15,0-1-9-15,0 1-26 16,0 0-1-16,0 1-9 15,0 0-7-15,0 0-14 16,0 0-30-16</inkml:trace>
  <inkml:trace contextRef="#ctx0" brushRef="#br0" timeOffset="33433.51">18957 10139 118 0,'0'0'64'16,"0"0"35"-16,0 0-40 0,0 0 20 16,0 0-36-1,-5-74-7-15,5 66 15 0,0 2 11 16,0 0-45-16,0 1 10 16,0 2 10-16,0-1 17 15,0-1-16-15,0 0-3 16,0 2-9-16,0 2-7 15,0-1 0-15,0 2 15 16,0 0-16-16,0 0-4 16,0 0-6-16,-1 0-8 15,1 2-7-15,0 22-5 16,-2 15 5-16,-5 18 5 16,-4 7 1-16,-5 5 1 15,3-5 2-15,2-11 0 16,5-9-2-16,6-10-1 0,0-11-11 15,0-9-8-15,0-10-9 16,12-4-32-16,13-10-2 16,8-16-183-16</inkml:trace>
  <inkml:trace contextRef="#ctx0" brushRef="#br0" timeOffset="33817.71">19192 10205 587 0,'0'0'26'16,"0"0"-24"-16,0 0 1 15,-17 80 10-15,14-47 13 16,1 4-14-16,2 1-4 15,0-1-1-15,0-8-3 16,9-8 3-16,12-14-7 16,9-7 12-16,10-11 35 15,8-21-23-15,-3-9-24 16,-7-5 2-16,-15 0-4 16,-19 3 3-16,-4 2-1 15,-22 7 2-15,-24 6 4 0,-14 14-4 16,-3 12-2-1,8 2-6-15,18 15-10 0,19 11-21 16,12 13-18-16,6 7-2 16,14 3-63-16,21-4-122 15</inkml:trace>
  <inkml:trace contextRef="#ctx0" brushRef="#br0" timeOffset="34044.89">19623 10536 527 0,'0'0'187'0,"0"0"-123"16,0 0-64-16,0 0-2 15,0 0 1-15,-9 92 1 16,-1-60 2-16,0 4-1 15,-5-4 5-15,0-2-6 16,-1-2-4-16,-1-4-106 16,1-12-65-16</inkml:trace>
  <inkml:trace contextRef="#ctx0" brushRef="#br0" timeOffset="34448.82">19987 10166 613 0,'0'0'29'16,"0"0"15"-16,0 0-41 15,0 0-4-15,0 0 2 16,-61 108 3-16,51-61-3 15,2 1 0-15,8-2 4 16,0-6-5-16,15-9 2 16,10-9-1-16,4-8-1 0,-6-7 9 15,-6-4-7-15,-9-3 3 16,-7 2 49-16,-1-2 18 16,0 2-46-16,0 4-25 15,-3 1-1-15,-17 7-1 16,-6 8-4-16,-8 5 5 15,4 4-3-15,3 0-4 16,2-4-38-16,4-4-2 16,0-3-1-16,6-7-53 15,3-8-86-15,6-5-129 16</inkml:trace>
  <inkml:trace contextRef="#ctx0" brushRef="#br0" timeOffset="34931.95">20111 10202 558 0,'0'0'105'0,"0"0"13"15,0 0-71-15,0 0-18 16,0 0-18-16,100-65-9 0,-76 65-2 16,-5 20-1-1,-7 8-3-15,-2 9-4 16,-10 4-18-16,0 3 21 0,-3 1-9 16,-14-1 3-16,2-1-10 15,5-6 1-15,3-8-21 16,7-8-1-16,0-11 16 15,0-7 26-15,7-3 4 16,1-5 68-16,3-15 15 16,5-4-29-16,-2-5-27 15,1 3 7-15,-2-6-26 16,-1 1-5-16,-3 2-6 16,-4 0-1-16,-5 5-1 0,0 2-2 15,0 5 0 1,-17 5-4-16,-8 6-14 0,-5 6-21 15,-1 0-32 1,4 21 3-16,8 6-25 0,9 3 25 16,10 1-111-16,2-6-111 15</inkml:trace>
  <inkml:trace contextRef="#ctx0" brushRef="#br0" timeOffset="35245.61">20711 10534 565 0,'0'0'199'15,"0"0"-109"-15,0 0-50 16,0 0-23-16,0 0-17 16,0 0-2-16,6-8-9 15,-6 24-8-15,-5 10 11 16,-14 5 6-16,-3 4 1 16,-2 2-6-16,1-4-29 15,0 0-22-15,7-8-59 0,6-9-70 16</inkml:trace>
  <inkml:trace contextRef="#ctx0" brushRef="#br0" timeOffset="37229.9">21146 10159 213 0,'0'0'29'0,"0"0"-2"16,0 0 60-16,-29 77-34 15,18-45-15-15,-1 1 1 16,3 5-5-16,2-1-6 16,4-5-14-16,3-7-8 15,0-6 0-15,0-7 0 16,8-7 4-16,6-5 15 15,6 0 44-15,0-9 1 16,3-12-51-16,-4-3-4 16,-1-2-5-16,-6 0 0 0,-4 1-2 15,-7 1-8-15,-1 1-13 16,0 2 13-16,0 2-18 16,-7 4 12-16,-2 0 0 15,-5 1-2-15,4 2 7 16,-1 2-5-16,0 4 6 15,1 1 0-15,1 2 0 16,3 1 0-16,1 1 0 16,2 1 0-16,3-2 4 15,0 2-2-15,0 0-1 16,0 0-1-16,0 0-12 16,10 0-17-16,14 0 15 15,16 10 13-15,10-3 0 0,5 0-13 16,6-1-23-16,5 0-7 15,0-5 23-15,-6 1-9 16,-11-2 26-16,-16 0 4 16,-17 0 10-16,-8 0 28 15,-8 0 22-15,0 0-10 16,0 5-35-16,0 4-15 16,-19 8 0-16,-4 8 5 15,-5 8-1-15,-1 1-3 16,9-2 0-16,6-6-2 15,11-9-1-15,3-7-10 16,0-9 12-16,18-1 4 16,15-3 67-16,10-19-43 15,2-3-20-15,0-3-8 0,-9-3-1 16,-1 3-10-16,-9 4 2 16,-3 3 8-16,-9 7 1 15,-6 3 4-15,-1 7 14 16,-6 4 14-16,1 0-25 15,-2 7-7-15,0 14-22 16,0 6 15-16,0 9 7 16,0 5 2-16,0 1-2 15,10-2 1-15,10-10 2 16,8-8-3-16,9-13 7 16,11-9 0-16,7 0-3 0,2-14 5 15,-3-13 0 1,-8-4 0-16,-12-3 17 0,-7 1 7 15,-11-2-17 1,-10-1 1-16,-6-1-11 0,-12 5-6 16,-28 9-7-16,-11 9-22 15,-4 14-55-15,6 2 2 16,15 24-19-16,16 8-72 16,9-1-116-16</inkml:trace>
  <inkml:trace contextRef="#ctx0" brushRef="#br0" timeOffset="37397.46">22309 10343 147 0,'0'0'453'0,"0"0"-282"16,0 0-46-16,0 0-62 16,0 0-38-16,0 0-19 15,7-46-6-15,-7 46-32 16,-15 17-99-16,-7 7 59 15,-7-5-95-15,6-4-353 16</inkml:trace>
  <inkml:trace contextRef="#ctx0" brushRef="#br0" timeOffset="41525.93">13629 12267 31 0,'0'0'14'0,"0"0"0"16,0 0-5-16,0 0-2 15,0 0 3-15,0 0 0 16,0 0 7-16,-36-9 10 16,32 8 28-16,-2-1-30 0,-1 1-1 15,-1 1-10-15,0-2 11 16,1 0-14-16,2-1-2 16,2-1 22-16,0 1 4 15,-1 0-1-15,1 1 4 16,0-3-26-16,0 2 1 15,1-1-6-15,1 2 13 16,1 2-9-16,0 0 22 16,0 0-28-16,0 0-1 15,11 0-2-15,15 0 4 16,9 0 4-16,8 0-1 16,9 0-7-16,10 0 3 15,15 5-1-15,15-3 6 0,12 0 0 16,12-2-10-16,12 0 0 15,4 0 1-15,13 0-1 16,1 0-14-16,-1 0 10 16,3 0-3-16,-4 0 0 15,-4 3 7-15,-4-1-7 16,-7 0 7-16,-10 2 0 16,-6-1 0-16,-8 0 0 15,-6 4-13-15,-9-3 8 16,-5 0 0-16,-4-1-24 15,-2-1 29-15,-5-2 5 16,-1 2 11-16,-7-2-14 0,-11 0 17 16,-12 0 2-16,-10-4 5 15,-10-4-6-15,-10 2 14 16,-3 1 16-16,-5-3-16 16,-4 5-16-16,1-2 0 15,-2 2-18-15,0 3-1 16,-24 0-40-16,-10 0-70 15,-5 10-50-15,-3-4-196 16</inkml:trace>
  <inkml:trace contextRef="#ctx0" brushRef="#br0" timeOffset="51968.39">19045 11688 9 0,'0'0'77'0,"0"0"-13"15,0 0-10-15,0 0 34 16,0 0-54-16,0 0 28 16,0 0-30-16,39-28 7 15,-26 23-11-15,0 2-3 16,5-1 14-16,-3 0-13 15,3 2 8-15,-1 0-4 16,3 2-22-16,3 0-1 16,5 0-7-16,11 0 0 15,10 4 0-15,20 3 2 16,16 2-1-16,11-1 2 16,14 0 0-16,6-3-3 15,3 0 1-15,5-1 0 0,2-1 13 16,0 0 8-16,5 0 2 15,4 0-15-15,5 0-9 16,0-3 0-16,0 0-2 16,-13 0 2-16,-11 0 6 15,-15 0 0-15,-13 0 2 16,-11 0-6-16,-10 0-1 16,-12 0 7-16,-10-1 5 15,-9-4 3-15,-8-1 15 16,-5-1-8-16,-7 2 4 15,-4 0-12-15,-3 2 2 16,-3 1-15-16,-2 0 0 0,-4 2-2 16,0 0 0-1,0 0-4-15,2 0-23 0,-2 4-65 16,0 11 16-16,0 2-32 16,0-3-128-16</inkml:trace>
  <inkml:trace contextRef="#ctx0" brushRef="#br0" timeOffset="52134.87">21838 11755 207 0,'0'0'298'0,"0"0"-175"16,0 0-10-16,0 0 2 16,0 0-60-16,0 0-35 15,-10-50-20-15,3 55-74 16,-5 20-15-16,-9-2-16 0,-2-4-239 15</inkml:trace>
  <inkml:trace contextRef="#ctx0" brushRef="#br0" timeOffset="52799.65">19880 11765 225 0,'0'0'80'0,"0"0"9"15,0 0 33-15,0 0-16 0,0 0 6 16,0 0-83-16,0 0 35 16,0-4-29-16,0 1-1 15,0 0-31-15,0 2-2 16,0 1-2-16,0 0 0 15,0 0-7-15,2 0-10 16,2 0-27-16,2 0-66 16,-3 0-47-16,-3 0-136 15</inkml:trace>
  <inkml:trace contextRef="#ctx0" brushRef="#br0" timeOffset="53694.92">16006 12797 222 0,'0'0'67'0,"0"0"9"16,0 0 1-16,0 0 2 16,0 0-32-16,0 0-9 15,0 2-1-15,0-2-15 0,-1-3 35 16,-2 1 25-16,3 0-53 15,0 2-29-15,0 0 0 16,0 0-44-16,0 0-24 16,0 7-7-16,0-1 11 15,0-2-85-15,6-4-49 16</inkml:trace>
  <inkml:trace contextRef="#ctx0" brushRef="#br0" timeOffset="55013.97">19175 13036 192 0,'0'0'77'15,"0"0"-23"-15,0 0 44 16,0 0-44-16,0 0 0 16,0 0-13-16,70-17-16 15,-42 12-11-15,2 3 5 16,2-1 3-16,6 3-5 16,5 0-7-16,12 0-10 15,13 0 8-15,13 0-7 0,16 0 15 16,14 8-10-1,9-1-5-15,10-2-2 0,5 2 2 16,2-4-1-16,9-1 0 16,-3-2 0-16,4 0-2 15,2 0 4-15,-8 0 0 16,-6-1-1-16,-7-5-1 16,-6 1 0-16,-7-1 0 15,-6 2-1-15,-6-1 1 16,-8-2 0-16,-4 2 0 15,-7-4 0-15,-16 0 0 16,-9 0 3-16,-12-2 7 0,-14 1 16 16,-11 3 2-1,-12 2-4-15,-6 2 27 0,-4 1-33 16,0 2-18-16,0 0 2 16,0 0-2-16,0 0-13 15,0 0-33-15,0 0-64 16,0 4 14-16,0 3 20 15,0-1-164-15</inkml:trace>
  <inkml:trace contextRef="#ctx0" brushRef="#br0" timeOffset="55178.79">22335 12954 51 0,'0'0'236'15,"0"0"-96"-15,0 0-31 16,0 0 36-16,0 0-84 0,0 0-49 15,-29-40-12-15,26 40-75 16,-3 8 39-16,-3 3-30 16,0-5-102-16,-3-3-140 15</inkml:trace>
  <inkml:trace contextRef="#ctx0" brushRef="#br0" timeOffset="56956.08">20633 13154 520 0,'0'0'66'16,"0"0"44"-16,0 0-110 15,0 0-7-15,0 0-9 16,0 0 5-16,21-14 0 16,-19 16-4-16,-1 4 4 15,-1 5-28-15,0 4-16 16,0 0 0-16,-9 0-121 16</inkml:trace>
  <inkml:trace contextRef="#ctx0" brushRef="#br0" timeOffset="57437.63">15796 14026 385 0,'0'0'12'16,"0"0"-9"-16,0 0-2 16,0 0-2-16,0 0-49 15,0 0-65-15</inkml:trace>
  <inkml:trace contextRef="#ctx0" brushRef="#br0" timeOffset="58551.57">18899 14245 103 0,'0'0'77'16,"0"0"-19"-16,0 0 43 15,0 0 0-15,0 0-46 16,0 0-4-16,-8-19-8 16,8 18-21-16,0 1 2 15,0-1-4-15,11-1-15 16,6 2 0-16,13 0-3 15,9 0 3-15,13 0 0 16,13 2-2-16,19 3 6 16,19-2 4-16,23 1 18 0,20 1-17 15,17 0-13-15,8 1 1 16,8-3 13-16,4 2-12 16,7 0-3-16,5-1-1 15,-4-1 1-15,-6 0 0 16,-19-3 1-16,-17 2 6 15,-24-2-1-15,-17 0 11 16,-20 0 4-16,-12 0-5 16,-6 0-5-16,-8 0 7 15,-2 0-9-15,-11-2-1 16,-12-1 1-16,-14 3-7 16,-11-2 0-16,-9 2 3 0,-3-1-1 15,0 1 2-15,0 0-3 16,0 0-3-16,0 0 0 15,0 0-7-15,0 0-52 16,-6 1-20-16,-1 8-21 16,7 1-26-16,0-5-172 15</inkml:trace>
  <inkml:trace contextRef="#ctx0" brushRef="#br0" timeOffset="58741.52">22083 14307 454 0,'0'0'121'16,"0"0"34"-16,0 0-51 0,0 0-21 16,0 0-69-1,0 0-14-15,0-52-16 0,-1 52-49 16,-5 14 33-16,-5 0-25 16,-1 2-42-16,2-1 26 15,1-2-106-15,6-7-26 16</inkml:trace>
  <inkml:trace contextRef="#ctx0" brushRef="#br0" timeOffset="75709.41">4314 11043 264 0,'0'0'23'0,"0"0"4"15,0 0 86-15,0 0-55 16,0 0-35-16,0 0 1 16,0 0 9-16,-13-32-3 15,8 29 0-15,5 0 37 0,-3-1-28 16,3-2-24-16,0 0-6 16,-3 1 17-16,3-1-5 15,-3 3 15-15,1-4-12 16,1 1-14-16,1 2 0 15,0 1-3-15,0 1-6 16,0 1 1-16,0-1-2 16,0 2-8-16,3-2-2 15,17 2-16-15,14 0 22 16,12 0-7-16,9 0-1 16,3 0 1-16,6 0 7 15,5 2-21-15,3 5 16 16,5 0-2-16,1 1 10 15,1-3 1-15,2-1 0 0,3 0 0 16,6 0-3-16,4-1 0 16,7-1 1-16,4 2-4 15,7-1-11-15,-2 2-4 16,-4-2 3-16,-5 0 13 16,-5-1 5-16,-7-1 0 15,-5 1 1-15,-4-1 3 16,1 3 0-16,-2 1-4 15,-3 1-2-15,-8 0-2 16,-5 2 2-16,-6-1 2 16,1 0-8-16,0-1 4 0,2-3 4 15,1 0 0 1,3 0 0-16,5-1-2 0,4 1 3 16,3 3-1-16,1 0 0 15,-3 1-3-15,-4-2-11 16,3 0 3-16,-3 0 9 15,7-3 2-15,-3-2 1 16,6 0 4-16,-7 0 3 16,0 0 7-16,-3 0-7 15,-2 1 1-15,-6 0-2 16,-6 2 1-16,-5-2-1 16,-4 2-2-16,-4-3 3 15,-6 1 16-15,-5-1-14 16,-10 0 13-16,-1 0 8 15,-2 0-7-15,1 0-8 0,-1 0-8 16,-3-1-5-16,-2 1-3 16,-3 0 0-16,-4 0-1 15,-4 0-19-15,-3 10-66 16,0 0-35-16,-15-8-226 16</inkml:trace>
  <inkml:trace contextRef="#ctx0" brushRef="#br0" timeOffset="75865.77">8462 11189 632 0,'0'0'195'16,"0"0"-96"-16,0 0-67 16,0 0-32-16,0 0-136 15,0 0-110-15,-4-12-73 16</inkml:trace>
  <inkml:trace contextRef="#ctx0" brushRef="#br0" timeOffset="78622.66">13299 12626 237 0,'0'0'48'0,"0"0"64"16,0 0-46-16,0 0 5 15,0 0-46-15,0 0 2 0,18-59 2 16,-18 56-10-16,0-2 3 16,0 0-4-16,0 2-8 15,0 0 10-15,0 2 3 16,0 1-11-16,0 0-11 15,-3 0-1-15,-4 0-4 16,-8 0 0-16,-2 0 4 16,-4 4-1-16,1 9 0 15,-3 2-2-15,-6 7-8 16,-1 9 10-16,-3 5 1 16,-3 8-1-16,3 4 2 0,2 6-2 15,1 6-3 1,6-1-3-16,2-2 3 15,4-1-5-15,4-1 8 16,3-1-2-16,9 3-1 0,2 2 3 16,0 0-5-16,9 2 5 15,5 0-9-15,5-1 3 16,0 1 6-16,1-1-6 16,-3-4-7-16,-3-4 3 15,-3-5 0-15,-1-3 5 16,-9-4 0-16,-1 0 2 15,0-2 1-15,-18-1 2 16,-1-3 1-16,-8-2-1 16,0-2 3-16,-1-3-4 15,-5 0 2-15,-3-4 0 16,-8-6 3-16,2-4-2 0,-4-5-1 16,4-4 3-16,2-2-2 15,7-2-1-15,6 0 2 16,10 0-1-16,7 0 0 15,7 0-1-15,3 0-8 16,0 1-73-16,4-1 25 16,15 0 33-16,7 0 3 15,4 2 20-15,4-2 1 16,1 2 48-16,-5-2-9 16,0 3 13-16,-5-1-5 15,-1 3-16-15,-1 5-18 16,1 6-11-16,-4 5-1 15,-4 3-2-15,-5 2-2 0,-8 2 2 16,-3 0-1-16,0 1 1 16,-8 1 0-16,-3 2 0 15,-2-2 0-15,2 2 0 16,4 1 2-16,-2 2-2 16,4 5 0-16,1 2 0 15,1 6-1-15,-1 2 1 16,-2-2 0-16,0-2 0 15,-1-2 0-15,4-3 0 16,-5 1 0-16,-1 1-1 16,2 2 1-16,-7 2 0 15,-1 0 1-15,-3 3-1 0,2-1 0 16,-1-2 0-16,6-3 0 16,6-6 0-16,5-4 0 15,0 1 1-15,0-4-2 16,-1 2 2-16,-2 1-1 15,-3 2 0-15,-1 0 1 16,-1 0-2-16,-1-6-3 16,3-1-14-16,4 1-2 15,2-5-16-15,0 2 11 16,0-4 11-16,2-1 8 16,4-1 4-16,-2 1 1 15,2 0 1-15,1 0 1 16,-2-1 1-16,3 1 8 0,-2 2-3 15,0-2-6 1,4-1 9-16,-1 1-5 0,0-2-3 16,3 0-2-16,-2 1 0 15,1 2 0-15,3 0 3 16,-1 4-3-16,4-1 1 16,2 4 0-16,1 1 1 15,0 0 1-15,-2 0-3 16,-2-3 1-16,-1-1 1 15,1-1-1-15,-2-5 2 16,2-1-2-16,-2-1 8 16,2-4-4-16,1-1-4 15,0-2 1-15,4 0 1 16,-3-7-3-16,1-1 2 0,-2-3-1 16,-1-1-1-16,-1 0 0 15,-1 0 1-15,-5 2-1 16,-2 1 0-16,-3-1 2 15,-1 1-2-15,-2-3 2 16,-1 0-1-16,2 2 0 16,0-1 4-16,1 1-4 15,0 0 0-15,5 0 2 16,2-1-3-16,0-1-6 16,5 0-19-16,2 0-4 15,5 0-29-15,2-5-151 16</inkml:trace>
  <inkml:trace contextRef="#ctx0" brushRef="#br0" timeOffset="78763.11">13352 16578 575 0,'0'0'137'0,"0"0"-32"15,0 0-105-15,0 0-4 16,0 0-120-16,0 0 20 15,-11 3-126-15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19:08.297"/>
    </inkml:context>
    <inkml:brush xml:id="br0">
      <inkml:brushProperty name="width" value="0.05292" units="cm"/>
      <inkml:brushProperty name="height" value="0.05292" units="cm"/>
      <inkml:brushProperty name="color" value="#FF0000"/>
    </inkml:brush>
  </inkml:definitions>
  <inkml:trace contextRef="#ctx0" brushRef="#br0">961 13392 521 0,'0'0'117'0,"0"0"-6"16,0 0-67-16,0 0-6 16,0 0-10-16,0 0-1 15,0 0-3-15,-24-29-1 16,23 26-18-16,-1 1 7 15,2 2-8-15,0 0 3 16,0 0-6-16,0 0-1 16,0 0-2-16,0 0-31 15,0 4-86-15,0 9-113 0,-10-2-55 16</inkml:trace>
  <inkml:trace contextRef="#ctx0" brushRef="#br0" timeOffset="440.22">691 14472 135 0,'0'0'521'0,"0"0"-350"16,0 0-117-16,0 0-11 15,0 0-18-15,0 0-15 16,-6-20-5-16,6 20-2 0,0 0-1 16,0 0-2-16,0 0-5 15,0 0-24-15,3 0-56 16,12 7 12-16,0 9-101 15,-6 2-74-15</inkml:trace>
  <inkml:trace contextRef="#ctx0" brushRef="#br0" timeOffset="861.28">773 15599 552 0,'0'0'145'0,"0"0"-3"16,0 0-60-16,0 0-36 0,0 0-7 15,0 0-14 1,-46-26-9-16,46 24-9 16,0 1-6-16,0 1 0 0,0 0 1 15,0-1 1-15,0 1-2 16,0-2-1-16,0 2-2 15,0 0-10-15,0 0-21 16,0 0-23-16,0 3-89 16,0 6-62-16,-2-6-121 15</inkml:trace>
  <inkml:trace contextRef="#ctx0" brushRef="#br0" timeOffset="2195.07">4259 13162 363 0,'0'0'124'0,"0"0"-3"0,0 0-13 15,0 0-22-15,0 0-66 16,0 0 0-16,-12-83-7 15,30 71 4-15,4-2-15 16,6 1 4-16,2 2-2 16,1 5 5-16,1 6-6 15,1 0-3-15,-1 6 0 16,-2 16-4-16,-6 5 3 16,-6 4-2-16,-12 3-12 15,-6 2 1-15,-4 3-1 16,-20-3 15-16,1-5 0 0,-2-2-2 15,-2 0-1 1,0-6 0-16,5-2 1 0,1-4 1 16,8-3-3-16,5-4 4 15,5-5-2-15,3-2-3 16,0-1-3-16,11-2 8 16,19 0 0-16,11-3 7 15,13-10-6-15,7 0-1 16,6 1-5-16,3 2-100 15,-4-2-47-15,-5-1-266 16</inkml:trace>
  <inkml:trace contextRef="#ctx0" brushRef="#br0" timeOffset="2381.44">4999 13353 719 0,'0'0'124'0,"0"0"-59"15,0 0-65-15,0 0-2 16,0 0 2-16,-11 94 0 16,5-51 1-16,-3 4-1 15,3 1-26-15,2 7-37 16,1-6-77-16,0-11-40 16</inkml:trace>
  <inkml:trace contextRef="#ctx0" brushRef="#br0" timeOffset="3012.63">5297 13112 602 0,'0'0'131'0,"0"0"-14"16,0 0-96-16,0 0 2 15,0 0-19-15,0 0-4 16,36-62 0-16,-11 52 0 16,6-1 0-16,-1 6 0 15,-3 1-1-15,-2 4 1 16,-7 0-13-16,-3 0-33 16,-9 13-36-16,-6 2 3 15,0 2-2-15,-12 2-8 16,-6-2-21-16,-1-2 83 0,2-3 19 15,6-5 8 1,6 0 20-16,5-2 43 0,0 0 4 16,0 5 23-16,5 4-37 15,11 3-16-15,6 8-15 16,8 3-6-16,3 4-5 16,1 2-3-16,-4-3-7 15,-6-7 1-15,-9-4-1 16,-7-6-1-16,-7-2 0 15,-1-6 0-15,0 5 2 16,-17-2 4-16,-11 4-2 16,-14-1 0-16,-10 1-4 0,-6-2-27 15,9-6-5 1,13-1 0-16,19-4-37 16,17 0-215-16</inkml:trace>
  <inkml:trace contextRef="#ctx0" brushRef="#br0" timeOffset="3358.96">5967 13037 617 0,'0'0'117'0,"0"0"-54"16,0 0-36-16,0 0-24 16,0 0-2-16,0 0-1 15,95-15 0-15,-63 17 2 16,2 17 2-16,-3 5-4 16,-4 7 0-16,-6 4-3 15,-9 6 0-15,-6 3 1 16,-6-1 2-16,0 0-2 15,-3-3 2-15,-9-4-29 16,-3-5-26-16,0-9-47 16,0-8-29-16,0-11-170 15</inkml:trace>
  <inkml:trace contextRef="#ctx0" brushRef="#br0" timeOffset="3558.81">5822 13285 443 0,'0'0'109'16,"0"0"-22"-16,0 0-46 16,0 0-34-16,0 0-4 15,81-28 8-15,-25 26 12 16,11 1-13-16,1 1-10 16,9 0 0-16,-5-3-18 15,-7 3-63-15,-2-5-100 16,-9-4-224-16</inkml:trace>
  <inkml:trace contextRef="#ctx0" brushRef="#br0" timeOffset="3719.17">6505 13321 315 0,'0'0'301'15,"0"0"-278"-15,0 0 17 16,-43 83-23-16,38-47-10 15,5 3-4-15,0 0-3 16,14-6-46-16,5-11-111 16,2-12-199-16</inkml:trace>
  <inkml:trace contextRef="#ctx0" brushRef="#br0" timeOffset="4041.33">6870 13054 635 0,'0'0'45'16,"0"0"13"-16,0 0-42 15,0 0-16-15,0 0-2 16,0 0-3-16,-23 39 2 16,23-3 3-16,0 2-3 15,9 0-4-15,11 0 7 16,6-1-1-16,-1-3 2 15,-1-2 6-15,-3-6 5 0,1-2 6 16,-9-7-11-16,-4-8 2 16,-7-3-3-16,-2-1-2 15,0-3 1-15,-2 1 4 16,-20 1 2-16,-14 1-6 16,-10-5-5-16,-6 3-48 15,-1-3-86-15,5 0-126 16</inkml:trace>
  <inkml:trace contextRef="#ctx0" brushRef="#br0" timeOffset="4724.58">6917 13050 603 0,'0'0'20'0,"0"0"7"0,0 0 44 16,81-44-28-16,-53 42-10 15,-2 2-22-15,3 0-7 16,-4 0 2-16,-5 5-3 16,-3 8-2-16,-3 1-1 15,-4 5-3-15,-4 2-4 16,-3 4 3-16,-3 3 0 16,0 2 4-16,0 2 2 15,0 2-2-15,-3-1 0 16,3 0-3-16,0-7-2 0,18-5-2 15,14-12 1-15,6-9 6 16,4 0 3-16,6-9 0 16,-5-13 20-16,-1-4 9 15,-8-1-10-15,-7 0 1 16,-11-1-8-16,-11 4-4 16,-5-1-11-16,-3 0 0 15,-16 3-28-15,-7 0 2 16,4 5-11-16,2 3 2 15,8 5 27-15,9 2 5 16,3 4-2-16,0 2-28 16,16 1 13-16,4 0 19 15,1 0 1-15,3 1 6 16,0 10 11-16,3 5-12 16,1 4 10-16,3 3 1 0,-5 7-8 15,-3 4-8 1,-9 0 0-16,2 5 1 0,-4-8 4 15,0-7-4-15,0-10 2 16,-1-9-3-16,3-5 7 16,0-9 2-16,8-16 2 15,-2-8 0-15,1-3 6 16,-5-3 11-16,-7 0-2 16,-8 3-3-16,-1 5-3 15,-4 4-12-15,-23 10-8 16,-12 5-1-16,-13 9-17 15,-6 3-46-15,3 8-16 0,7 13-13 16,8 4-41-16,13 0-199 16</inkml:trace>
  <inkml:trace contextRef="#ctx0" brushRef="#br0" timeOffset="4889.03">7637 13128 729 0,'0'0'170'16,"0"0"-92"-16,0 0-50 15,0 0-28-15,0 0-42 0,0 0-40 16,-25 41-24-16,16-17-148 16</inkml:trace>
  <inkml:trace contextRef="#ctx0" brushRef="#br0" timeOffset="6554.13">13211 13477 404 0,'0'0'242'15,"0"0"-113"-15,0 0-79 16,0 0-41-16,0 0-9 16,0 0-9-16,43-32-53 15,-39 51-11-15,-4 10-16 16,0 3-90-16,-16 5-190 0</inkml:trace>
  <inkml:trace contextRef="#ctx0" brushRef="#br0" timeOffset="6843.59">13181 14626 359 0,'0'0'175'0,"0"0"-47"0,0 0 26 15,0 0-70-15,0 0-21 16,0 0-40-16,14-14-17 15,-7 14-6-15,2 0-38 16,0 0-22-16,-3 0-63 16,-6 14-200-16</inkml:trace>
  <inkml:trace contextRef="#ctx0" brushRef="#br0" timeOffset="7301.31">13587 15769 656 0,'0'0'128'16,"0"0"-46"-16,0 0-64 15,0 0 5-15,0 0-3 16,0 0-20-16,2-11 0 16,-2 11-6-16,0 0-10 15,0 0-24-15,0 7-54 16,0 3-20-16,-6-5-67 0</inkml:trace>
  <inkml:trace contextRef="#ctx0" brushRef="#br0" timeOffset="7454.52">13587 15769 643 0,'27'52'0'0,"-18"-52"-183"16,4 0-132-16</inkml:trace>
  <inkml:trace contextRef="#ctx0" brushRef="#br0" timeOffset="20562.47">11924 14826 74 0,'0'0'45'0,"0"0"-14"16,0 0 22-16,0 0-20 15,0 0 5-15,0 0-19 16,0 0-14-16,-42 0-3 16,42 0 2-16,0 0 28 15,0-1 33-15,0-2-13 16,0 2-29-16,5 1-12 0,2 0-9 15,3 0 0 1,3 0 0-16,-1 0-2 0,4 0 0 16,1 1 0-16,3 4 5 15,4 2-4-15,3 0 1 16,3 2 3-16,4-1 1 16,3-4 4-16,6 0 2 15,1 0-5-15,-1-2 6 16,3 3-1-16,-2 0-1 15,-3 0-6-15,-2 0-2 16,-1 3-2-16,-6 0-1 16,1 0 1-16,0-2 0 0,1 1-1 15,0 0 1-15,4-4-1 16,-1 1 0-16,3-2 0 16,1 0 0-16,-3 1-1 15,0-3 3-15,-1 0 1 16,-3 2 0-16,2-1 0 15,0 1-1-15,2-2-1 16,3 0 0-16,-1 0 2 16,1 0-2-16,2 3 1 15,3-2-2-15,2 2 0 16,2 0 0-16,1-1 1 16,3 0 0-16,1 0 3 15,-2-1 1-15,-1-1-1 16,-3 1 7-16,-4-1-3 15,-3 2 5-15,3-1-9 0,5 0 3 16,-1 1-4-16,3 1-3 16,0-3 3-16,-1 1-1 15,-2-1-2-15,0 0 2 16,-2 0-1-16,6 0 0 16,-1 0 0-16,-1 0 3 15,-1 0-1-15,-4 0-1 16,-1 0-1-16,-3 0 3 15,1 0-2-15,1 0 2 16,1 3-2-16,1-2 2 16,0 2-2-16,2 0-2 15,-2-2 0-15,-1 0 2 0,-3-1-2 16,0 0 2-16,-4 0 1 16,0 0 9-16,-1 0-3 15,2 0-4-15,5 0 8 16,1 0-12-16,0 0 2 15,-2 0-3-15,0 0 2 16,-5 0-1-16,2 0 1 16,-1 0 0-16,2 0 0 15,3 0 0-15,2 2-2 16,1-2 0-16,2 0 0 16,-1 0 3-16,4 0 0 15,0 0 0-15,2 0-2 16,3 1 6-16,3 4-4 0,-1 0 6 15,0-1-3-15,-1 2-4 16,-1-2 2-16,0-1-4 16,2 0 1-16,4 0 6 15,1-2-4-15,6 1 1 16,-3 1 1-16,8 1-4 16,3-1-1-16,9 0 0 15,7-2 3-15,0 2-3 16,2 0 0-16,2-3 0 15,-5 3-1-15,-1-3 3 16,1 1 9-16,3 0-3 16,5 2-2-16,3 0 2 0,6 0-5 15,5 0-3-15,6 4 1 16,7-3-1-16,2 1 3 16,-1-1-1-16,0 2-4 15,-1-2 1-15,-1 1 1 16,6-3 1-16,4-1 5 15,3-1-8-15,4 0 5 16,3 0-2-16,-1 0 9 16,-6 0 0-16,0 0 5 15,-8 0 0-15,-2 0 1 16,0 0-2-16,-5 0-9 16,-1-1 6-16,0 1-8 15,-3-1 8-15,-5 1-9 16,-6 0 5-16,-7 0-3 15,-7 0 2-15,-13 0-1 0,-10 0-5 16,-17 0 2-16,-17 0-1 16,-13-1 0-16,-13-1 7 15,-7 1-5-15,-6 1 4 16,0 0-1-16,0 0-6 16,0 0 0-16,0 0-7 15,0 0-23-15,-10 4-36 16,-10 10 12-16,-8-3-56 15,0-11-159-15</inkml:trace>
  <inkml:trace contextRef="#ctx0" brushRef="#br0" timeOffset="36496.83">13423 16081 199 0,'0'0'53'0,"0"0"32"16,0 0-2-16,0 0-8 15,0 0-42-15,0 0 9 16,0 0-36-16,-16-58 3 15,16 51 2-15,0 1 4 16,0 1 19-16,0 0-15 16,-2 0 11-16,-1 2-8 15,0-1-1-15,0 2 6 16,0-1-3-16,1 1-16 16,1 2 15-16,1 0-7 15,0 0-11-15,0 0-5 16,0 0-1-16,0 0-1 0,0 0-9 15,6 2 5-15,8 7 5 16,5 1 2-16,5 0-1 16,1 1 0-16,8 0 0 15,1 0 2-15,4 2-2 16,0 2 0-16,1-1-2 16,3 0 0-16,0 0 2 15,5-3-6-15,1 1 4 16,4 0 0-16,5-2-1 15,-2 0 2-15,2-1 1 16,1 0-3-16,-3-1 2 0,5 0-5 16,1-1-8-16,0 2-5 15,0-6 11-15,1 3 5 16,-4-3-2-16,-3 2 1 16,-3-2 4-16,-4 0 1 15,1 0-1-15,-1-2 0 16,-2 1 0-16,-1-1 0 15,-5-1 0-15,-3 2 0 16,1 0 0-16,2 1 0 16,2 1-1-16,8 1 1 15,4-1-1-15,3-1 1 16,1-2-2-16,-1 1 0 16,-4-2 2-16,-1 1-3 15,-2 1 1-15,0-2 2 0,1 1 0 16,-1-1 1-16,2 1 1 15,0-1 1 1,6 0-3-16,-3 0 3 0,4 0 1 16,-3 0-3-16,1 0-1 15,-4 0 2-15,-2 0-1 16,-6 0 0-16,-3 0-1 16,-2 0 7-16,0 0-1 15,4 0 1-15,5-2 0 16,1-4-4-16,3-1 4 15,-2 2-5-15,-1-2-2 16,-4 0 4-16,-1 0-1 16,-2 2-3-16,0 0 0 0,1 1 1 15,0 1 1 1,-2 0-2-16,-1-1 4 0,0-1-4 16,-2 3 6-16,3-2-5 15,-1 0 0-15,0-1 1 16,-2 0-1-16,-5 1 3 15,0-4-3-15,-7 1 2 16,-1 0 12-16,-5-4 4 16,1 2-3-16,-1 0-1 15,0-1-8-15,4 0-3 16,3 0-3-16,5-1-1 16,3 1 3-16,-2 0-3 15,1-3 0-15,-6 4 0 16,0-3 0-16,-4 0 1 15,-1 2 3-15,0-2 1 0,-5-2-3 16,2 0 0-16,-2-2 2 16,-4 0-3-16,-4-3 3 15,4-1 0-15,-9-2 0 16,1-1 1-16,-1 3-1 16,-5 0 3-16,1 1-6 15,-2 2 0-15,1 2 2 16,-1-2-3-16,0 0 0 15,0 3 1-15,0-2 1 16,0 3-2-16,0-3 0 16,0 2-3-16,0-2 3 15,0 1 0-15,0 1 1 0,-3-3 1 16,-2 1-2-16,-1 0 0 16,-2 2-2-16,1 2 4 15,-4 0-4-15,1 2 4 16,-2-1-2-16,0 1 0 15,-1-1 0-15,1 1-2 16,-2-1 4-16,-4-1-2 16,2-1 0-16,-5 2 0 15,1 1 0-15,0-2 0 16,2 2 0-16,0 0 0 16,0-2-2-16,2 3 2 15,1-3 0-15,0 2 0 16,1-1 0-16,-2 0 0 15,0 2 0-15,0-1 0 0,2 1 0 16,0-2 0-16,-1 3 2 16,3 0-2-16,-2-2 0 15,-2 0 1-15,2 1-2 16,0-1 2-16,-2 1-1 16,2 1 0-16,-2 4 0 15,1-4 0-15,0 3 0 16,2-2 0-16,-2-1 0 15,3 1 0-15,-2 0 0 16,0 0 1-16,0 1-1 16,-2-1 0-16,1 0 0 0,1-1 0 15,-1 2 1-15,1 2-1 16,-3 2 1-16,-2-1-2 16,0 0 0-16,-1 2 1 15,2-3 0-15,-1 4 0 16,4-4 1-16,-1 2-1 15,2-1 0-15,-2 0-1 16,4 0 2-16,-2 1-1 16,-4-2 0-16,-1 1-1 15,-5 1 1-15,-6 0 0 16,-3 2 1-16,-2 0-1 16,0-1 0-16,-1 1 2 15,4-3-2-15,-1 2 0 16,3-2 0-16,2 0 0 0,-1 1 0 15,1 0-1-15,-3-2 1 16,-4 0 0-16,-1-3 1 16,0 4-1-16,5-1-1 15,0-1 1-15,2 0 0 16,3 2 0-16,-1 3-1 16,3-2 1-16,0 2 0 15,3 0 1-15,-1 0-1 16,1 0 0-16,-3 0 0 15,2 0-1-15,-2 0 1 16,-3 0 0-16,-3 0 0 16,-2 0 0-16,-3 0 0 15,-5 0 0-15,1-3 0 0,-3 2 0 16,-2-2 0-16,-1 0 0 16,0 1 0-16,2-1 0 15,-3 0 0-15,1 0 0 16,-3 0 0-16,1 0 0 15,5 1 0-15,-2-3 2 16,3 1-2-16,-4 1 0 16,-1 0 0-16,-4 1 0 15,1-1 0-15,4-1-1 16,1 4 1-16,1 0-1 16,2 0 1-16,-2 0 0 15,1 0 0-15,2 0 0 16,0 0-1-16,2 0 1 15,3 3 0-15,0-3 0 0,2 1 0 16,-1-1 1-16,6 1-1 16,-1 1 0-16,2-2-1 15,2 0 1-15,0 0 0 16,4 0 0-16,0 0 0 16,0 0 1-16,1 0-1 15,0 0 0-15,-1 0-1 16,-1 0 1-16,-3 2-1 15,2 1 0-15,-4 0 1 16,0-2-2-16,2 1-1 16,-3-2 3-16,2 0 0 0,1 0-1 15,2 0 1-15,-2 0 2 16,-2 1-2-16,-1 2 0 16,-2 0-1-16,-3 1 1 15,-1-3 0-15,3-1 0 16,-2 2-1-16,1-2 1 15,4 0 0-15,3 0 0 16,3 0-2-16,2 0 3 16,7 0-1-16,4 4 0 15,0 3-1-15,0 3-5 16,1 2 6-16,-2 3 0 16,1 1 1-16,0-1-2 15,3 1 1-15,-2-1 0 16,-3-1 0-16,2 4 0 15,-2-1-1-15,-2 0 1 0,-1 3 0 16,-2-1 0-16,0 0 0 16,1 2 0-16,-2 4 0 15,-4 2 0-15,-1 2-1 16,-2 3 0-16,2 2 1 16,-1 3 0-16,4 0 1 15,7 2-2-15,4 0 1 16,4-3 0-16,4 0 0 15,0-2 0-15,6 3-3 16,9 0 3-16,6 0-1 16,3-3-1-16,0 0 4 15,2-5-2-15,3-5 0 0,-2-7 0 16,3-4 0-16,1-5 0 16,2-4 0-16,-2-2 1 15,-3-2-1-15,-8 0 0 16,-8 0 2-16,-6 0-2 15,-2 0 2-15,-3 0 1 16,-1-3 1-16,0 3-2 16,0-2-2-16,0 2-28 15,-5 0-66-15,-6 0-105 16,4 0-147-16</inkml:trace>
  <inkml:trace contextRef="#ctx0" brushRef="#br0" timeOffset="37099.86">14472 15612 9 0,'0'0'19'0,"0"0"-11"16,0 0 19-16,0 0 1 15,0 0-19-15,0 0-4 16,0 0 18-16,-2 0-23 0,2 0-8 16,0 0-17-16</inkml:trace>
  <inkml:trace contextRef="#ctx0" brushRef="#br0" timeOffset="38052.28">19249 17251 39 0,'0'0'78'15,"0"0"-4"-15,0 0-8 16,0 0 24-16,0 0 13 16,0 0-50-16,3-63-30 15,-3 58-17-15,3 1-6 16,0 1 2-16,-3 0-1 16,2 1 0-16,-2 2-1 15,0 0 0-15,0 0-53 16,0 0-106-16,0 8 14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20:17.108"/>
    </inkml:context>
    <inkml:brush xml:id="br0">
      <inkml:brushProperty name="width" value="0.05292" units="cm"/>
      <inkml:brushProperty name="height" value="0.05292" units="cm"/>
      <inkml:brushProperty name="color" value="#FF0000"/>
    </inkml:brush>
  </inkml:definitions>
  <inkml:trace contextRef="#ctx0" brushRef="#br0">12860 14879 138 0,'0'0'12'15,"0"0"20"-15,0 0-6 0,0 0-14 16,0 0-8-16,0 0-2 16,0 0 26-16,0 0-16 15,-63-30 36-15,56 24 20 16,1 0-9-16,1 2-15 16,0 1-21-16,1-1-20 15,-2 0-1-15,1 1 25 16,1 1-21-16,-2 1-1 15,6 0 2-15,-1 1 7 16,1-1-4-16,0 1-10 16,0 0 0-16,0 0-1 15,0 0 1-15,8 0-1 16,6 0 1-16,8 0 0 16,5 0 1-16,3 0 0 15,5 0 0-15,4 0 2 0,6 0-2 16,6 0-1-16,6 0 2 15,4 0-2-15,3 0 0 16,3 0 0-16,0 0 3 16,1-3-1-16,2-1 1 15,2 1 7-15,-2-1-3 16,1 4 1-16,-3 0 0 16,-2 0-2-16,1 0-4 15,-3 0-1-15,2 0 1 16,-2 0-1-16,-3 0-1 15,0 0 0-15,0 0 0 16,1 0 1-16,3 0 0 0,-4 0 0 16,0 0-1-16,0 0 4 15,0 0-2-15,2 0-2 16,0 0 4-16,1-3-3 16,-3 1 2-16,-1 0 1 15,-4 0-4-15,0 1 4 16,-2 1-4-16,3 0 2 15,0 0 1-15,-3 0-2 16,3 0-1-16,-8-2 2 16,2 1 0-16,1 0 0 15,0 1-2-15,6 0 2 16,4 0-1-16,4 0 2 16,-1 0-2-16,0 0 0 0,-1 2 0 15,2 4-1-15,-2 0 0 16,2 1 0-16,1-3 0 15,-2 1 0-15,0-2 1 16,5-1 2-16,3 1-3 16,-3-2 0-16,0 1 0 15,-6 1 0-15,3-1 1 16,-1 0 0-16,1 1-1 16,2 1 0-16,0-2 0 15,3 1 1-15,-1 0 0 16,-1 0 0-16,1 0 11 15,-2 3-4-15,-3-4-3 0,-2 1 2 16,-3 0 0-16,0 0 6 16,0 0-5-16,0-1 6 15,-2 1-5-15,-4 0-3 16,-2 0 1-16,-6-1-4 16,3 1 2-16,-5 0-2 15,-5 0 1-15,-2-3-1 16,-10 0 5-16,-4 0 2 15,-9 0 13-15,-5 0 3 16,-5 0 5-16,-4-1-10 16,-1-1 5-16,0-1 0 15,0 2-2-15,0-1-16 0,0 0-6 16,0 2 0 0,0 0-2-16,0 0 0 15,0 0-13-15,0 0-28 0,-16 4-93 16,-4-4-72-16</inkml:trace>
  <inkml:trace contextRef="#ctx0" brushRef="#br0" timeOffset="147">18135 14875 627 0,'0'0'0'0,"0"0"-65"0,0 0-35 16,0 0-121-16</inkml:trace>
  <inkml:trace contextRef="#ctx0" brushRef="#br0" timeOffset="4629.36">19091 5998 382 0,'0'0'90'15,"0"0"-8"-15,0 0-29 16,0 0-22-16,18-74-3 16,-18 61 13-16,0 2-24 15,0 2 13-15,0-2-22 16,0 2-2-16,-8 0 6 15,-3 3-12-15,-8 0-4 0,-7 3 0 16,-7 1-24-16,-4 2 7 16,3 0 10-16,2 0 9 15,8 0-2-15,6 0-1 16,8 0 1-16,4 0 4 16,2 5-1-16,-1 1-3 15,0 4 2-15,1 4-2 16,-1 6 3-16,1 7-2 15,4 5 3-15,0 7 2 16,0 8-2-16,0 1 2 16,7 0 0-16,4-1 0 15,-2-1 1-15,-2-6-3 0,-4-7-1 16,-3-6-17-16,0-8-10 16,-10-2 3-16,-4-6 17 15,-2-6 8-15,1-2 1 16,1-3 5-16,-2 0 17 15,4-7 37-15,-1-14 38 16,5-7-53-16,5-6-7 16,3-6-9-16,6-2-5 15,22-1-24-15,12-2-8 16,7 8 6-16,1 4-9 16,1 8 0-16,-2 9-23 15,-4 5-9-15,-6 11-21 16,-7 0-12-16,-5 0-46 15,-6 2-196-15</inkml:trace>
  <inkml:trace contextRef="#ctx0" brushRef="#br0" timeOffset="5162.21">19198 6045 646 0,'0'0'93'0,"0"0"-93"16,0 0-31-16,0 0 26 0,-17 92 3 15,3-50 1 1,3 0 1-16,3-6 2 0,8-10 3 16,0-7-3-16,0-8 3 15,4-5-2-15,11-6 4 16,2 0 5-16,10-20 1 15,7-7-7-15,3-7-4 16,-1-2-1-16,-2-1-1 16,-7 4 2-16,-5 10 3 15,-7 6 13-15,-5 9-10 16,-4 6-4-16,-3 2 1 16,0 0-5-16,-3 14-15 15,2 13 11-15,-2 7 1 16,0 8 3-16,-6 1 0 15,-2-2-1-15,7-8 2 16,1-11-2-16,0-10 2 16,17-5 0-16,5-7 3 0,9-2 4 15,10-22 15-15,-1-7 5 16,-2-6-5-16,-12-1 11 16,-10 1 5-16,-11 0-13 15,-5 4-15-15,-5 7-8 16,-21 9-3-16,-10 9-15 15,-2 8-71-15,7 5-46 16,12 19 5-16,17 3-145 16</inkml:trace>
  <inkml:trace contextRef="#ctx0" brushRef="#br0" timeOffset="5344.22">19895 6266 670 0,'0'0'105'0,"0"0"-9"16,0 0-94-16,0 0-2 15,0 0 0-15,0 0-1 16,-79 101-2-16,55-59-42 16,5-4-40-16,2-7-58 15,10-16-160-15</inkml:trace>
  <inkml:trace contextRef="#ctx0" brushRef="#br0" timeOffset="6227.72">20084 5970 41 0,'0'0'553'0,"0"0"-513"16,0 0-16-16,0 0-24 15,0 0-17-15,0 0 15 16,2 76 2-16,-2-36 0 16,0-2 2-16,8-1-2 15,3-7 4-15,3-4-3 16,2-9 8-16,-2-7 1 0,3-8-2 16,-1-2 1-16,1 0 13 15,4-17 13-15,-2-8-22 16,-2-3-11-16,-11-3 8 15,-6 2 10-15,0-1-1 16,-6 1 8-16,-11 8-14 16,-2 3-9-16,3 6-4 15,1 4-8-15,3 2 7 16,3 4-2-16,6 2 2 16,0-2 1-16,3 1 5 15,0 1 1-15,0-3 1 16,4 2-4-16,22-2-3 15,8 1-30-15,9 2 27 0,5 0 1 16,-5 0-8 0,0 2 1-16,-7 10 0 0,-7 5 2 15,-8 3 3-15,-3 4 0 16,-8 2-1-16,-1 6 0 16,-6 3-7-16,-3 2 7 15,0 0-1-15,0-5 2 16,0-6 0-16,0-5 0 15,0-7 2-15,2-6-3 16,14-5 5-16,3-3 0 16,5 0 5-16,1-17-2 15,-1-5 2-15,3-4-3 0,-3-4 3 16,-3 0 27-16,-6 0 11 16,-2 3-10-16,-4 8-7 15,-3 5-15-15,-3 8-8 16,-1 4-3-16,-1 2-2 15,2 0-11-15,1 9-63 16,1 9 68-16,-2 0 2 16,2 4-3-16,-1-5-3 15,3-2 8-15,4 0 4 16,7-3 1-16,3-2 0 16,4-3 1-16,3-2-1 15,-1-5 2-15,1 0 1 16,-5-5-3-16,-3-12 3 15,-2-5 7-15,-4-4 25 16,-6-4-9-16,-4-3 7 16,-4 1-9-16,0 1-8 0,-19 3-2 15,-7 7-13-15,-4 9-2 16,1 7-6-16,-4 5-28 16,0 10-65-16,-1 15-45 15,7 3-4-15,9-5-286 16</inkml:trace>
  <inkml:trace contextRef="#ctx0" brushRef="#br0" timeOffset="6408.36">21024 6141 688 0,'0'0'101'0,"0"0"13"15,0 0-85-15,0 0-29 16,0 0-110-16,0 0-45 16,0 47-185-16</inkml:trace>
  <inkml:trace contextRef="#ctx0" brushRef="#br0" timeOffset="6961.2">20185 6138 628 0,'0'0'11'0,"0"0"27"16,0 0 7-16,0 0-21 0,0 0-1 16,0 0-6-16,4-6-17 15,-4 7-56-15,0 12-89 16,-4 2 48-16,-12-5-136 16</inkml:trace>
  <inkml:trace contextRef="#ctx0" brushRef="#br0" timeOffset="7805.15">15822 7161 391 0,'0'0'62'0,"0"0"-35"16,0 0-26-16,0 0 0 16,0 0 29-16,0 0 30 15,0 9-14-15,0-8 9 16,0-1 35-16,0 0-23 15,0 0-32-15,0 2-27 16,0-2-8-16,0 0-26 16,0 1-76-16,0 3-25 15,0 0-100-15,2-1 85 16</inkml:trace>
  <inkml:trace contextRef="#ctx0" brushRef="#br0" timeOffset="8877.49">18618 7248 293 0,'0'0'114'15,"0"0"-9"-15,0 0-13 16,0 0-38-16,0 0 0 15,0 0 3-15,-21-5-20 16,21 5-22-16,0 0-6 16,0 0-4-16,26 0-4 15,17 0 3-15,31 0 0 16,30 0-1-16,29 10 0 16,24 2-2-16,22 1-1 15,12-3 0-15,10-4 0 16,-2-5 1-16,-8-1-1 15,-18 0 0-15,-18 0-2 0,-18-10 2 16,-26 0 1 0,-16 0-1-16,-29-2 2 0,-24 4 5 15,-19 1 15 1,-14 2 13-16,-7 1 4 0,-2-1-14 16,0 1-25-16,-8 2 0 15,-15 2-4-15,-9 0-38 16,-4 6-29-16,3 10-79 15,11-7-168-15</inkml:trace>
  <inkml:trace contextRef="#ctx0" brushRef="#br0" timeOffset="9048.69">20829 7248 791 0,'0'0'46'0,"0"0"10"16,0 0-56-16,0 0-95 16,0 0-28-16,0 0 4 15,-29 46-287-15</inkml:trace>
  <inkml:trace contextRef="#ctx0" brushRef="#br0" timeOffset="11017.66">19886 7306 524 0,'0'0'62'15,"0"0"-33"-15,0 0-22 16,0 0 35-16,0 0 16 16,0 0-32-16,2 0-16 15,0 0-6-15,0 0-2 16,-2 0-2-16,1 5-6 15,4 2-124-15,-5 0 24 0,0 3-143 16</inkml:trace>
  <inkml:trace contextRef="#ctx0" brushRef="#br0" timeOffset="11458.94">16165 8318 62 0,'0'0'615'16,"0"0"-516"-16,0 0-53 0,0 0-20 16,0 0-9-16,0 0-11 15,0-15-6-15,0 15-27 16,0 7-125-16,0 5-94 16,0 1 35-16</inkml:trace>
  <inkml:trace contextRef="#ctx0" brushRef="#br0" timeOffset="12388.2">18821 8654 286 0,'0'0'138'0,"0"0"-11"15,0 0-40-15,0 0-26 16,0 0-6-16,0 0-18 15,-10-12-9-15,10 12-5 16,0 0-3-16,0 0-4 0,0 0-14 16,0 0-2-16,20 0-7 15,19 0 7-15,21 0-1 16,19 0 2-16,21 0-2 16,24 4 1-16,22 2-1 15,21-1 1-15,11-3-1 16,-4-2 2-16,-10 0-1 15,-17 0 2-15,-18-8 5 16,-11-1 3-16,-14-4 7 16,-11-1-3-16,-10 2 6 0,-17-1-4 15,-17 4-5 1,-16 2-1-16,-17 1-1 0,-10 3 6 16,-6 3 0-16,0 0-14 15,0 0-1-15,0 0-25 16,-12 3-56-16,-10 11-45 15,-5 2-43-15,3-4-148 16</inkml:trace>
  <inkml:trace contextRef="#ctx0" brushRef="#br0" timeOffset="12554.86">20858 8620 653 0,'0'0'102'15,"0"0"-7"-15,0 0-72 0,0 0-23 16,0 0-7-16,0 0-70 16,0-16-132-16,0 16-47 15</inkml:trace>
  <inkml:trace contextRef="#ctx0" brushRef="#br0" timeOffset="20113.63">19200 14548 173 0,'0'0'70'0,"0"0"-9"16,0 0 6-16,0 0-28 15,0 0 5-15,0 0-28 16,0 0 0-16,-3-22 12 15,3 22 5-15,0 0-4 16,0 0-5-16,0 0-14 16,0 0-9-16,1 0 2 15,10 0-3-15,2 0 3 16,2 0-3-16,8 3 1 0,6 1 2 16,7-3-1-1,6 2 6-15,6 0 5 0,7 0-4 16,9-1 0-16,8 3-4 15,5-1-2-15,2 0 0 16,5 1-1-16,-2 2-2 16,9-2 2-16,4-1-2 15,5 0 0-15,5-3 2 16,-4-1-1-16,-2 0-1 16,-4 0 1-16,-4 0 3 15,-7-1 8-15,-6-6 23 16,-7 1 9-16,-10-1-15 15,-12 5-16-15,-10-1-7 0,-11 2-3 16,-10-1-2 0,-9 1-1-16,-6 1 1 0,-3-1 3 15,0-2 6-15,0-1 0 16,-5 1-8-16,-8 3-2 16,-1 0 0-16,1 0-16 15,-4 0-61-15,4 0-39 16,2 5-174-16</inkml:trace>
  <inkml:trace contextRef="#ctx0" brushRef="#br0" timeOffset="20299.06">21066 14570 526 0,'0'0'147'16,"0"0"-28"-16,0 0-72 15,0 0-47-15,0 0-46 16,0 0-38-16,-14 25-30 16,4-12-188-16</inkml:trace>
  <inkml:trace contextRef="#ctx0" brushRef="#br0" timeOffset="26740.16">20074 14258 473 0,'0'0'150'0,"0"0"-41"16,0 0-32-16,0 0-29 15,0 0-6-15,0 0-16 16,0 0-8-16,0-56-1 15,-2 56-4-15,2 0-4 16,0 0-6-16,0 0-3 16,0 0-2-16,0 16-1 15,0 7 1-15,0 4 2 0,0 4 1 16,0 3 0-16,0-1-1 16,7-1-6-16,8 0-11 15,0-10-14-15,5-5 3 16,6-7-1-16,4-10 13 15,2 0 0-15,5-10 1 16,-4-12-9-16,-3-5 11 16,-7 3 13-16,-7 0 2 15,-9-1 6-15,-3 6 14 16,-4 4 12-16,0 3-11 16,0 7-7-16,0 1-9 15,0 4-6-15,-8 0-1 0,-4 16-4 16,-4 16 4-1,-5 8 4-15,0 13 4 16,-5 4 5-16,0 7 7 0,-2 0-11 16,5 0-6-16,6-6-1 15,4-10-2-15,6-12 4 16,1-16-4-16,2-11 1 16,3-7 1-16,0-2 5 15,-2 0 23-15,-2 0 2 16,-5-9-6-16,0-7-21 15,-4-3-5-15,2-2 0 16,0 1-13-16,3 1-2 16,5 5 1-16,4 0 0 15,0-1 0-15,11-2-16 0,15 0-29 16,14-5-17 0,8-1-82-16,0-2 57 0,-2 2-103 15,-6 1 54-15,-10 6 127 16,-10 2 23-16,-9 1 46 15,-5 6 61-15,-4 1 51 16,-2 3-10-16,0-2-16 16,0 3-53-16,0-1-26 15,0-1-6-15,-3 4-8 16,3 0-22-16,0 0-17 16,-3 4-19-16,-3 15 0 15,-8 8-36-15,1-5-72 0,-6-7-210 16</inkml:trace>
  <inkml:trace contextRef="#ctx0" brushRef="#br0" timeOffset="27460.17">20304 14405 200 0,'0'0'276'0,"0"0"-205"16,0 0-56-16,0 0-7 15,0 0 49-15,0 0 23 16,3 0 18-16,-3 0-37 16,0 0-33-16,0 0-15 15,0 0-13-15,0 0-15 16,0 3-50-16,0 6-68 16,-5 1 54-16,-10-1-235 15</inkml:trace>
  <inkml:trace contextRef="#ctx0" brushRef="#br0" timeOffset="28706">15025 15775 76 0,'0'0'28'15,"0"0"30"-15,0 0 29 16,0 0 23-16,0 0 25 15,0 0-29-15,0 0-19 0,0 0 35 16,0-3-80-16,0-1-3 16,3 1-20-16,-2 1-19 15,2 2-20-15,0 0-82 16,-1 0-16-16,-2 0-76 16,0 7-162-16</inkml:trace>
  <inkml:trace contextRef="#ctx0" brushRef="#br0" timeOffset="30798.4">15106 15886 100 0,'0'0'119'15,"0"0"-34"-15,0 0 14 16,0 0-2-16,0 0-42 16,0 0-33-16,0 0-17 15,0 0 3-15,-2 0 2 0,2 0-3 16,0 0 11-16,0 0 19 16,0-2-13-16,0 1-3 15,-1-1 43-15,-1 2-49 16,2 0-14-16,0 0-1 15,0 0-3-15,0 0-45 16,0 0-13-16,0 0 0 16,-3 0-21-16,1 0-73 15,1 0-93-15</inkml:trace>
  <inkml:trace contextRef="#ctx0" brushRef="#br0" timeOffset="34158.47">15393 15571 70 0,'0'0'73'16,"0"0"44"-16,0 0 5 16,0 0-17-16,0 0-32 15,0 0-11-15,-8 0-13 16,6 0 9-16,1-1 16 0,-1-2-27 16,1 1-5-16,1-1-12 15,0 3-19-15,0 0-8 16,0 0-3-16,0 0-34 15,-4 0-40-15,3 5 9 16,-2 4-49-16,0-6-70 16,3-3-186-16</inkml:trace>
  <inkml:trace contextRef="#ctx0" brushRef="#br0" timeOffset="39545.8">18547 17615 98 0,'0'0'14'0,"0"0"-9"15,0 0-3-15,0 0-1 16,0 0-1-16,0 0 0 16,0 0 0-16,-81 6 0 15,76-4-1-15,-2-2 1 0,0 0 3 16,1 0 35-16,-2 0 30 15,-1 0-21-15,0-2-23 16,0-3-15-16,-1 0 1 16,0 0-7-16,-4 0 14 15,-1 0 7-15,-1 1-17 16,-3-1 5-16,1 2 17 16,-2-2 36-16,-1-1 2 15,1 1 11-15,1-2-32 16,2 0-2-16,1 2 29 15,5 1-38-15,2 3-11 16,4-1-7-16,2 2-3 16,2 0 3-16,1 0-2 15,0 0-7-15,0 0-5 16,1 0-3-16,21 0 0 0,14 0 0 16,19 0 3-1,20 0 5-15,18 7 3 0,16 2-7 16,17 3 2-16,15-1 2 15,11 2-3-15,10-1-4 16,4 1-1-16,1-1 0 16,-7-2 0-16,-5-1 4 15,-14-2-3-15,-9 1 0 16,-15-5 6-16,-13 3 5 16,-17-3-6-16,-21-1-6 0,-18 0 2 15,-21 1-2 1,-14-3 1-16,-10 0-1 0,-3 0-1 15,0 0-3-15,-3 3-4 16,-17 4-50-16,-3-3-41 16,-1-3-111-16,10-1-321 15</inkml:trace>
  <inkml:trace contextRef="#ctx0" brushRef="#br0" timeOffset="39680.23">20438 17704 311 0,'0'0'321'15,"0"0"-150"-15,0 0-67 16,0 0-58-16,0 0-46 16,0 0-34-16,7-8-91 15,-7 20-20-15,0-4-142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21:29.421"/>
    </inkml:context>
    <inkml:brush xml:id="br0">
      <inkml:brushProperty name="width" value="0.05292" units="cm"/>
      <inkml:brushProperty name="height" value="0.05292" units="cm"/>
      <inkml:brushProperty name="color" value="#FF0000"/>
    </inkml:brush>
  </inkml:definitions>
  <inkml:trace contextRef="#ctx0" brushRef="#br0">5225 2031 67 0,'0'0'119'0,"0"0"-47"16,0 0-24-16,0 0 4 16,0 0-19-16,0 0-8 15,0 0 0-15,11-51-3 16,-11 44 33-16,0 0 7 15,1 0-48-15,-1 2 29 16,0 1 28-16,2 1-38 0,-2 0-12 16,0 1 5-16,0-1 2 15,0-2-4-15,0-1-10 16,0 1 2-16,0-2-2 16,0 1 10-16,0-1 4 15,1 2-17-15,-1-1 5 16,0 2-2-16,0 2-2 15,0 0-6-15,0 2-4 16,0 0-2-16,0 0-5 16,0 17-12-16,0 16-5 15,-1 17 21-15,-18 9 1 16,-6 7 4-16,-3-5-4 0,4-9 1 16,5-13 2-16,8-12-3 15,5-14 2-15,5-6 0 16,-1-5-2-16,2-2 2 15,0 0 1-15,0 0 0 16,0-13-3-16,0-11-25 16,0-5-77-16,0 0-62 15,0-4-38-15,6 0-195 16</inkml:trace>
  <inkml:trace contextRef="#ctx0" brushRef="#br0" timeOffset="202.99">5145 1877 448 0,'0'0'134'0,"0"0"-24"16,0 0-88-16,0 0-22 0,0 0 0 15,0 0 3-15,88 73-3 16,-57-34 2-16,9 3 3 16,6-3-3-16,1-3-2 15,-2-7 0-15,-5-5 4 16,-4-7-4-16,-12-5 0 15,-5-4-55-15,-9-8-39 16,-4 0-135-16</inkml:trace>
  <inkml:trace contextRef="#ctx0" brushRef="#br0" timeOffset="420.25">5548 1871 358 0,'0'0'157'16,"0"0"-50"-16,0 0 16 15,0 0-25-15,0 0-51 16,0 0-47-16,0-50-16 16,0 73-4-16,0 13 20 15,0 9 0-15,10 6 2 16,8 4-1-16,6 1-1 16,4-3-21-16,0-4-51 15,-4-1-18-15,-3-11-46 16,-5-11-87-16</inkml:trace>
  <inkml:trace contextRef="#ctx0" brushRef="#br0" timeOffset="1065.16">5753 2205 726 0,'0'0'62'15,"0"0"-17"-15,0 0-33 16,0 0-12-16,0 0 0 15,90-42 2-15,-54 28-1 16,-2-3 3-16,-1-2 3 16,-6 1-4-16,-4 1 0 15,-10 2-2-15,-9 3 5 16,-4 3-3-16,0-2 2 0,-19 6-3 16,-8 2-2-1,-6 3-3-15,2 0 2 0,7 19-3 16,10 9-14-16,8 6-18 15,6 7 11-15,17 3-14 16,17-3 8-16,23-7-15 16,10-13 8-16,16-18 10 15,10-3-63-15,-1-24-4 16,-7-6-5-16,-18-5 21 16,-21 6 76-16,-24 2 3 15,-21 5 142-15,-1 2-13 16,-21 3-8-16,-7 6-33 15,-4 5-15-15,2 6-32 16,2 1-38-16,3 18-3 16,0 6-5-16,1 5 4 0,3-1-2 15,1-2-6-15,8-10-26 16,4-8 14-16,5-8-13 16,-2-1 34-16,-1 0 18 15,0-17-10-15,-4-9-7 16,-2-1 2-16,-3-2-3 15,6 2 4-15,1 10 12 16,5 9 8-16,3 6 18 16,0 2-42-16,11 2-21 15,26 18 3-15,15 7 18 16,14 7 0-16,7-1-2 16,3-2-6-16,2-4-28 0,1-7-8 15,1-9-31-15,-5-10-113 16,-14-1-246-16</inkml:trace>
  <inkml:trace contextRef="#ctx0" brushRef="#br0" timeOffset="1306.72">6706 1827 629 0,'0'0'37'16,"0"0"62"-16,0 0-11 15,0 0-12-15,0 0-57 16,0 0-19-16,11-41-2 0,-1 56-9 16,5 12 6-1,6 14 5-15,6 6 0 0,0 7 0 16,-2-1 1-16,-1 1-1 16,-3-3-5-16,-3-5-18 15,-6-3-29-15,-5-8-41 16,-4-13-42-16,-3-15-168 15</inkml:trace>
  <inkml:trace contextRef="#ctx0" brushRef="#br0" timeOffset="1514.34">6423 1954 636 0,'0'0'116'0,"0"0"-77"15,0 0-39-15,0 0-2 16,0 0 2-16,93-3 0 16,-29 3 0-16,15 0 0 15,13 0-2-15,4 0-123 16,2-1-195-16</inkml:trace>
  <inkml:trace contextRef="#ctx0" brushRef="#br0" timeOffset="1980.93">7570 1771 276 0,'0'0'153'15,"0"0"-43"-15,0 0 25 16,0 0-88-16,0 0-47 16,0 0 0-16,52-6 3 0,30 14 5 15,18-1 15-15,17-2-7 16,8-5-9-16,-9 0-6 15,-13 0-1-15,-21-10 0 16,-28-2-18-16,-24 0-26 16,-26 2-17-16,-7 0 18 15,-42 1-34-15,-30 4-71 16,-13 4 90-16,-11 1 58 16,20 0 25-16,22 0 80 15,23 10-36-15,16 10-43 16,10 11-26-16,5 11 1 15,3 11 2-15,6 11 1 16,24 6 2-16,12 6-1 0,9-1-5 16,-2-8-16-16,2-17-184 15</inkml:trace>
  <inkml:trace contextRef="#ctx0" brushRef="#br0" timeOffset="2780.74">8243 2070 839 0,'0'0'26'0,"0"0"-26"15,0 0-13-15,0 0-9 16,0 0 22-16,0 0 3 0,85 100-2 16,-45-62 0-1,-1 1-1-15,-2-3-8 0,-3-8-10 16,-8-5-11-16,-5-12 21 15,-5-10-1-15,-4-1 9 16,-1-20 8-16,-4-13-3 16,-7-8-4-16,-5-6-1 15,-36-3-9-15,-17 4-29 16,-8 2 27-16,3 10 11 16,18 9 12-16,22 12-3 15,13 8 14-15,10 4-23 16,22 1-17-16,24 0-3 15,18-2 19-15,16 0 2 16,3-3-1-16,-5 0 4 16,-10-1-3-16,-22 2 4 0,-21 0 5 15,-14 4 16-15,-10 0 7 16,-1 0-13-16,0 5-20 16,0 21-7-16,0 18 7 15,-16 20 0-15,-2 19 0 16,-3 17 4-16,3 11-2 15,8 0 2-15,10-4-2 16,0-15 4-16,1-20-5 16,14-23 2-16,-6-23-3 15,-3-18 3-15,-4-8-2 0,1-18 72 16,-2-22-13 0,1-21-60-16,-2-23-8 0,0-16-2 15,-6-13 1-15,-10 2 6 16,-3 6-3-16,9 20 6 15,5 22 0-15,5 17-2 16,0 17-7-16,9 12-5 16,12 12 4-16,6 5-10 15,12 4 3-15,9 21 14 16,5 12 1-16,1 9 0 16,-6 0-15-16,-13-5-9 15,-14-13 17-15,-11-10 1 16,-10-9-5-16,-7-9 13 15,-33 0 3-15,-24 0 26 16,-15-9-17-16,3-6-2 16,13-1 12-16,17 3 11 15,22 3-19-15,12 6-14 0,8 4-3 16,4 0-93-16,28 9-102 16,20-1 36-16,22-3-166 15</inkml:trace>
  <inkml:trace contextRef="#ctx0" brushRef="#br0" timeOffset="3079.14">9169 2246 561 0,'0'0'161'0,"0"0"-62"16,0 0-29-16,0 0-49 0,0 0-3 16,-24-83-13-1,35 62-3-15,9-3 1 0,2 0 0 16,-2 2 1-16,-4 1 0 15,-6 7 1-15,-8 4 0 16,-2 3 3-16,0 4-3 16,0 3-4-16,0 0-1 15,0 0-5-15,0 19-24 16,0 12 19-16,-2 6 9 16,2 2-12-16,0-3-11 15,16-11-6-15,8-10 23 16,6-10 4-16,6-5-7 15,7-6-47-15,5-21-118 16,-2-13-322-16</inkml:trace>
  <inkml:trace contextRef="#ctx0" brushRef="#br0" timeOffset="3218.5">9335 1760 772 0,'0'0'50'0,"0"0"-2"16,0 0-17-16,0 0-31 15,0 0-101-15,0 0 24 16,50 41 47-16,10-4-105 16,7-13-171-16</inkml:trace>
  <inkml:trace contextRef="#ctx0" brushRef="#br0" timeOffset="3563.22">9740 1878 883 0,'0'0'34'0,"0"0"-34"16,0 0-2-16,0 0-25 15,0 0 27-15,0 0 0 16,115 35 1-16,-79-31-1 16,-6-4 1-16,-9 0 1 15,-11 0 0-15,-3-5 3 16,-4-6 21-16,-3-9 6 15,0 0-23-15,-3-1-2 16,-19 0-1-16,-6 7-3 0,-2 6-3 16,3 8 0-16,5 8-4 15,5 22-2-15,2 19 4 16,8 14-9-16,7 10-8 16,14-1-5-16,26-13-39 15,14-17 2-15,15-18 16 16,11-17-21-16,2-7-110 15,1-16-236-15</inkml:trace>
  <inkml:trace contextRef="#ctx0" brushRef="#br0" timeOffset="4478.32">5170 2531 141 0,'0'0'217'16,"0"0"-168"-16,0 0 23 0,0 0-46 16,0 0 76-16,0 0-81 15,-43-30-21-15,46 30-1 16,31 0-5-16,27 0 6 16,39 0 1-16,49 0 16 15,48 0 1-15,39 0-10 16,40-3-3-16,28-3-4 15,21-5 1-15,9-6-2 16,-1-8 0-16,-2-5 4 16,-4-3-4-16,-16-5 0 15,-19 2 2-15,-36 7 5 16,-44 5-3-16,-42 7 1 0,-44 3 1 16,-43 4-3-1,-36 3-1-15,-24 4 0 0,-17 1-1 16,-5 2-1-16,1 0 0 15,-1 0-2-15,4 0 1 16,1 11-3-16,2 6-3 16,0 1-57-16,1-6-139 15</inkml:trace>
  <inkml:trace contextRef="#ctx0" brushRef="#br0" timeOffset="4652.29">9928 2305 880 0,'0'0'26'0,"0"0"1"15,0 0-27-15,0 0-34 16,0 0-153-16,0 0 128 16,-30 12-66-16,14 3-148 15</inkml:trace>
  <inkml:trace contextRef="#ctx0" brushRef="#br0" timeOffset="5793.96">3043 3063 356 0,'0'0'119'15,"0"0"17"-15,0 0-58 16,0 0-15-16,0 0-48 15,0 0-15-15,-3-28-12 16,-7 52 12-16,-4 13 0 16,-5 13 2-16,7 11-1 15,6 9 1-15,6 8-2 16,0-6 0-16,12-10-2 16,16-20 2-16,13-27-3 15,14-15 3-15,12-36 8 16,10-15-2-16,-8-9-3 15,-14 2 0-15,-22 5-1 16,-19 0 14-16,-14 3 13 16,-11 2 2-16,-31 2-6 15,-18 7-20-15,-9 7-5 0,3 6 0 16,21 12 0-16,18 11 0 16,15 3-10-16,8 26-162 15,4 11 39-15,18 3-136 16</inkml:trace>
  <inkml:trace contextRef="#ctx0" brushRef="#br0" timeOffset="6891.88">3594 3067 905 0,'0'0'31'0,"0"0"1"16,0 0-32-16,0 0-12 15,0 0-9-15,0 0 18 16,25 115 2-16,-13-53 1 16,4 1 0-16,-4 0 1 15,-3-6 0-15,-4-9-1 16,-3-13-3-16,-2-11-19 16,0-15 11-16,0-7-12 15,-5-2 23-15,-10-16 3 16,-6-18 2-16,-1-11-4 15,4-6 0-15,16 2 3 16,2 0-4-16,23 4-20 16,23 5-104-16,12 2 8 0,8 6-9 15,11 4 125-15,-2 6 21 16,-5 5-4-16,-9 7 7 16,-13 4 19-16,-16 5-31 15,-9 1-5-15,-13 0-7 16,-7 0 0-16,-3 0-7 15,0 0 7-15,-6 0 1 16,-16 15 24-16,-2 4 8 16,-3 5-18-16,6 0-14 15,8 1-1-15,7 2-3 0,6-1-7 16,3 0-15 0,22-8-12-16,8-13 18 0,7-5 17 15,-1-3 2-15,-5-17 0 16,-7-2 10-16,-11-2 61 15,-8 1 29-15,-5-1-12 16,-3 1-38-16,0 1-10 16,0 8-13-16,-3 8 0 15,3 3-20-15,0 3-7 16,0 14-26-16,0 27-28 16,9 26 53-16,13 25 1 15,4 16-3-15,0 6-1 16,-2-2-3-16,-6-13-2 15,-9-19 5-15,-7-19-5 16,-2-22 9-16,0-18 0 0,0-14 3 16,-2-7 4-16,-14 0 40 15,-14-14-26-15,-13-11-20 16,-7-5-1-16,-2-2-1 16,3 1-2-16,13 0 0 15,10 2 1-15,12 3 1 16,14-2 0-16,3-2-7 15,42-11-22-15,34-13-27 16,31-14 2-16,15-5 18 16,1 1 31-16,-13 8 4 15,-26 7 2-15,-23 11 12 16,-24 10 18-16,-23 9 21 0,-12 8-8 16,-5 3-12-1,-2 4-23-15,-21 4-7 0,-5 8-1 16,-8 0 0-16,-8 17-10 15,4 13-14-15,3 9-21 16,6 4 34-16,7-3-29 16,13-5 5-16,9-8-6 15,2-15 2-15,10-12 12 16,17 0 27-16,4-22 15 16,5-6 23-16,-3-7 3 15,-11 4-31-15,-6 2 24 16,-11 3 17-16,-5 8-21 15,0 4-1-15,0 7-11 16,0 5-16-16,0 2-2 16,-1 5-42-16,-3 20-39 0,0 14 78 15,4 14-5-15,0 6-22 16,16 0-64-16,16-14-102 16,7-20-185-16</inkml:trace>
  <inkml:trace contextRef="#ctx0" brushRef="#br0" timeOffset="7442.51">5052 3160 901 0,'0'0'29'16,"0"0"-20"-16,0 0-9 0,0 0-56 15,0 0 55-15,-19 88 1 16,14-40 1-16,4-3 0 15,1-6 1-15,0-9-2 16,0-7-7-16,0-10-2 16,0-6-18-16,0-7-7 15,0 0 34-15,6-17 20 16,10-14-16-16,6-7-4 16,3-2-6-16,-1 7 6 15,1 5 4-15,-5 6-2 16,-6 10-4-16,-6 9 0 15,-5 3-2-15,1 0-7 16,-1 12-2-16,1 13 12 0,-1 3-2 16,2 8 3-1,1 1 4-15,6-4-4 0,1-6-4 16,3-5-15-16,1-12-11 16,5-10-8-16,2 0 14 15,0-23 16-15,-1-13 3 16,-6-3 5-16,-6 1 2 15,-8 3 62-15,-3 5 3 16,0 6-10-16,0 9-8 16,-3 5 3-16,0 6-31 15,3 4-17-15,0 0-4 16,0 17-43-16,0 16 14 0,0 13 29 16,0 5-7-16,9 2-48 15,3-8-31-15,3-12-13 16,2-18-27-16,-1-15-193 15</inkml:trace>
  <inkml:trace contextRef="#ctx0" brushRef="#br0" timeOffset="7607.08">5369 2908 891 0,'0'0'18'15,"0"0"-18"-15,0 0-37 16,0 0-35-16,0 0 21 16,0 0-32-16,102 64-18 0,-72-44-172 15</inkml:trace>
  <inkml:trace contextRef="#ctx0" brushRef="#br0" timeOffset="8807.05">5743 3364 453 0,'0'0'150'15,"0"0"-38"-15,0 0-47 16,0 0-15-16,0 0-17 15,0 0-5-15,-11-41-3 16,11 39 4-16,0-3-15 0,17 1-14 16,7-1-8-16,13 4-14 15,-1 1-13-15,-3 0-4 16,-5 0-5-16,-6 3-42 16,-11 4-4-16,-8 0 13 15,-3 1 0-15,0 2 54 16,-3-1 23-16,-8 3 3 15,0 4 21-15,0 6 11 16,0 11-10-16,1 14 17 16,4 10-23-16,6 5-7 15,0 3-6-15,0-2 1 16,6-6 4-16,2-4-4 0,-1-10 6 16,-5-10 0-1,-2-9-4-15,0-8-3 0,0-6 3 16,0-2-4-16,0-6 3 15,-2-2 14-15,-10 0 83 16,-6-1-36-16,-6-13-66 16,2-3-3-16,8-1 0 15,10-5-3-15,4-2-6 16,30-2-25-16,31-5-35 16,27-7 4-16,15-3-25 15,7-3 50-15,-14 3 13 16,-17 3 27-16,-24 5 0 15,-24 12 39-15,-17 6 51 16,-14 4 35-16,0 1-65 16,-12 2-19-16,-11 4-35 0,-11 5-6 15,0 0 0-15,3 10-7 16,8 10 7-16,8 6-22 16,11-1-7-16,4-1-5 15,9-4 2-15,22-10 10 16,5-7 22-16,1-3 3 15,-7-3-1-15,-9-16 2 16,-3-5 40-16,-8-2-15 16,-5 2 0-16,0-1-8 15,-5 10-6-15,0 5-11 0,0 5-3 16,0 3 3 0,0 2-4-16,0 3-24 0,0 16-59 15,8 13 80-15,14 6 2 16,8-1-4-16,9-3-11 15,3-12-10-15,7-13-16 16,3-9 30-16,2-11 12 16,0-22 1-16,-2-13 7 15,-7-12 0-15,-4-6 2 16,-11-3 11-16,-15 1-5 16,-12 4 23-16,-3 3-7 15,-15 1-23-15,-10 7 17 16,-2 9 14-16,8 14-12 15,6 11-14-15,9 12-12 16,4 5-2-16,0 2-40 0,0 26-16 16,0 14 56-16,0 13 2 15,8 11-2-15,11 6 0 16,5-1-11-16,-3-5-19 16,-2-7-24-16,-7-12-17 15,-7-16-49-15,-5-9-135 16,0-18-97-16</inkml:trace>
  <inkml:trace contextRef="#ctx0" brushRef="#br0" timeOffset="9090.14">6591 3307 857 0,'0'0'0'15,"0"0"-15"-15,0 0-9 0,93-19 24 16,-26 15 1-16,15-3-1 15,9 2 2-15,3-1 1 16,-6-2-1-16,-13 1 0 16,-20 2 0-16,-22 0 1 15,-17 5 12-15,-12 0 15 16,-4 0-17-16,0 0-8 16,0 0-5-16,0 0-6 15,-4 17-18-15,-8 11 24 16,-4 13 0-16,-2 13 0 15,7 7 0-15,4-3-30 16,7-8-72-16,3-18-36 16,24-18-140-16</inkml:trace>
  <inkml:trace contextRef="#ctx0" brushRef="#br0" timeOffset="9723.47">7415 3316 775 0,'0'0'77'15,"0"0"-50"-15,0 0-18 16,0 0-9-16,0 0-61 16,0 0 34-16,-6 44 27 15,6 1-3-15,0 1 3 0,0 1 4 16,1-8-3 0,8-9 1-16,-1-9-1 0,-2-8 4 15,3-8-3-15,-6-5 0 16,4 0 11-16,4-7 22 15,5-17-8-15,5-6-27 16,-3-8-1-16,-9 4-13 16,-2 3-5-16,-7 2 18 15,0 4 1-15,0 4-4 16,-10 4-4-16,2 5-21 16,1 2-39-16,4 5 7 15,3 3 26-15,0 2-10 16,10 0-124-16,17 0 169 15,9 0 1-15,3 7 28 16,2 6 30-16,-3 4-6 0,-7 9-28 16,-6 4-17-16,-8 5-3 15,-6 0 1-15,-9-2-4 16,-2-7-1-16,-4-6-1 16,-17-3-14-16,6-8-1 15,0-3-7-15,5-6 17 16,5 0 5-16,1-22 45 15,4-8 0-15,0-10-4 16,15-1 23-16,7 1-18 16,-1 2-4-16,6 12-11 15,0 6-23-15,-2 7-6 16,-3 9-1-16,-4 4-1 0,0 0-3 16,-1 10 1-1,2 14-3-15,0 9 4 0,-2 4 0 16,-4 0-1-16,-5-1-6 15,-8-4-12-15,0-3-31 16,-11-6-50-16,-11-9-91 16</inkml:trace>
  <inkml:trace contextRef="#ctx0" brushRef="#br0" timeOffset="9901.14">7281 2973 738 0,'0'0'4'0,"0"0"-8"15,0 0-15-15,0 0-51 16,0 0 50-16,0 0-15 16,0 0-61-16,76 70-122 15</inkml:trace>
  <inkml:trace contextRef="#ctx0" brushRef="#br0" timeOffset="10656.09">9072 3306 460 0,'0'0'99'0,"0"0"-21"16,0 0-8-16,0 0-24 16,0 0-3-16,0 0-9 15,49-87-9-15,-22 53-9 16,-2 0-3-16,-3-4 0 16,-5 5-10-16,-9 3-2 15,-7 5-1-15,-1 6-10 0,0 10-26 16,0 6-5-16,-7 3-35 15,-4 4-41-15,-4 19 82 16,2 9 32-16,0 11 3 16,7 6 0-16,6 8 0 15,0 7-1-15,20-2 2 16,13 1-1-16,6-7 2 16,-1-10 7-16,-3-12-2 15,-17-15-2-15,-9-5-5 16,-9-8 0-16,-6-4 0 15,-28 0 7-15,-13-2 0 16,-6 0-6-16,-1-2 1 16,12-15 0-16,8-3 18 0,10 1 25 15,11 3-16-15,13 4-23 16,10 1-6-16,32 1-110 16,21-4-97-16,22-5-12 15</inkml:trace>
  <inkml:trace contextRef="#ctx0" brushRef="#br0" timeOffset="10889.33">9834 3113 453 0,'0'0'93'15,"0"-85"-12"-15,-25 44-4 16,-2 4-9-16,-1 8-13 16,8 8 19-16,10 10-18 0,5 7-28 15,4 4-28-15,-1 12-6 16,-3 22-22-16,2 23 27 15,3 18 1-15,0 7-5 16,19 3-12-16,9-2-21 16,0-12-15-16,-2-13 3 15,-2-11-12-15,-6-16-53 16,-3-17-132-16</inkml:trace>
  <inkml:trace contextRef="#ctx0" brushRef="#br0" timeOffset="12237.08">9907 3227 845 0,'0'0'16'0,"0"0"-16"15,0 0-2-15,0 0-15 16,0 0 17-16,0 0-4 16,45 97 4-16,-30-57 4 15,-3-5-1-15,-1-4-2 16,-3-10 4-16,-3-6-4 15,-2-8-1-15,-3-4-1 16,0-3 1-16,0 0 1 16,1-3 7-16,4-17 37 15,5-11-43-15,5-7-2 16,4-1-6-16,5 3 2 0,3 2 1 16,5 5 1-16,5 5-6 15,-1 4-1-15,-7 6 6 16,-6 4 3-16,-13 5 0 15,-5 3 1-15,-2 2-1 16,-3 0-1-16,1 9-8 16,-1 13 8-16,0 6 0 15,0 11 1-15,0 8 1 16,-4 4 0-16,4 1 0 16,0-12 3-16,0-10-4 15,6-16-7-15,4-10-1 16,4-4 8-16,6-16 3 15,4-19 25-15,2-11-7 16,-7 0 4-16,-7 6 7 16,-5 7-16-16,-5 10-4 15,-2 10-4-15,0 7-3 0,0 6-5 16,0 0-7-16,2 0-18 16,3 20-36-16,4 12 60 15,7 11 1-15,4 5-10 16,9-3-20-16,2-11-33 15,2-16 18-15,1-14 33 16,-1-4 12-16,-2-13 4 16,2-20 0-16,-3-6-1 15,-5-7 13-15,-5 5 0 16,-7 5 8-16,0 10 15 16,-2 9-23-16,-1 9-16 0,-1 5-1 15,0 3-9-15,1 0-3 16,-2 0 2-16,0 1 4 15,-4 8-1-15,2-2 5 16,-5 0 2-16,0 1 1 16,1-5 0-16,-2-1-1 15,0-1-5-15,0 2 2 16,-13 5 4-16,-10-3 3 16,-3 4-1-16,0 2 1 15,6 1-3-15,6 5-1 16,2 6-7-16,8 4-14 15,4 3-16-15,0-2 5 16,16-8 15-16,17-12-3 0,6-8 15 16,5 0 6-16,0-20 7 15,1-11 9-15,-5-8 17 16,-3-6-7-16,-1-1 2 16,-5-2-17-16,-6-5 7 15,-5-1 7-15,-13-6 25 16,-7 0 4-16,0 5-15 15,0 10-16-15,-1 19-3 16,-2 12-13-16,3 14-7 16,-2 0-10-16,1 23-71 15,-2 22 75-15,3 19 6 16,0 14 0-16,0 0-5 16,16-6-1-16,13-12-11 15,2-10 9-15,0-14 5 0,1-15 3 16,-3-8 2-16,-2-13-1 15,2-1 2-15,-4-21 0 16,-1-9 0-16,-8-4 0 16,-8 4 0-16,-7 6-2 15,-1 8 3-15,0 9 5 16,0 5-4-16,0 3-5 16,0 0-25-16,-1 10-38 15,-5 7 63-15,1 1 0 16,5 2-3-16,0-5-3 15,5-3 0-15,12-7 6 16,-1-5 2-16,3 0 3 0,-1-19 2 16,0-4 11-16,-1-5 0 15,-6-1-1 1,-7 2 10-16,0 0-7 0,-4 11-14 16,0 7 5-16,0 8-10 15,1 1-1-15,2 9-61 16,4 16 43-16,1 9 14 15,2 5-1-15,5 5-13 16,3-2-38-16,5-3-14 16,2-11-2-16,2-14-63 15,1-13-87-15</inkml:trace>
  <inkml:trace contextRef="#ctx0" brushRef="#br0" timeOffset="12553.03">11769 3182 784 0,'0'0'53'0,"0"0"-53"16,0 0-32-16,0 0 22 15,0 0 10-15,41 98 1 16,-27-66 0-16,-3-3 2 16,-3-6 0-16,-5-6 3 15,-3 1-2-15,0-3 0 16,0-2-1-16,0-3-3 15,0-5-1-15,-4-5 1 0,-2 0 6 16,2-15 7-16,2-13-4 16,2-7 13-16,5-4-3 15,18 5-11-15,12 6-6 16,5 7-2-16,4 11-21 16,6 7-55-16,-2 3-8 15,-1 0-77-15,-8 0-91 16</inkml:trace>
  <inkml:trace contextRef="#ctx0" brushRef="#br0" timeOffset="12820.02">12218 3271 206 0,'0'0'346'15,"0"0"-240"-15,0 0 13 16,0-83-71-16,10 58-4 0,2 1-21 16,-1 3-9-16,-4 3-11 15,-1 5 0-15,-2 2 1 16,-4 4 4-16,0 2 1 15,0 5-7-15,-16 0-2 16,-20 15-7-16,-11 10 6 16,-4 8 0-16,5 3 1 15,8 4-5-15,15 2-6 16,13-3 1-16,10-5-6 16,29-5-5-16,18-11 15 15,15-9 6-15,7-9 4 16,1 0-4-16,-2-3-19 15,-11-16-111-15,-14-2-175 0</inkml:trace>
  <inkml:trace contextRef="#ctx0" brushRef="#br0" timeOffset="13068.51">11523 3004 623 0,'0'0'12'0,"0"0"6"16,0 0 38-16,0 0-18 15,0 0-10-15,0 0-1 16,56-66-27-16,-11 66 0 16,12 0-2-16,14 0 2 0,12 0-6 15,3 0-36-15,-3 0-18 16,-12-1-22-16,-21-7-55 15,-18-2-231-15</inkml:trace>
  <inkml:trace contextRef="#ctx0" brushRef="#br0" timeOffset="13487.18">9796 2968 242 0,'0'0'117'16,"0"0"-37"-1,0 0 15-15,0 0 0 0,0 0-36 16,0 0-5-16,46-24-54 15,-6 19 2-15,15 3-2 16,8 2-2-16,13 0 1 16,12 0-67-16,8-3-83 15,5-9-157-15</inkml:trace>
  <inkml:trace contextRef="#ctx0" brushRef="#br0" timeOffset="14078.12">13620 3573 600 0,'0'0'137'0,"0"0"-20"15,0 0-54-15,0 0-35 0,0 0-11 16,0 0-12-16,-27-86-5 16,21 50 0-16,2-2-4 15,4-3-10-15,0-1-20 16,9 1-12-16,19-2-19 15,9-1-89-15,8 5-177 16,-3 4 12-16</inkml:trace>
  <inkml:trace contextRef="#ctx0" brushRef="#br0" timeOffset="14284.74">13720 3117 118 0,'0'0'69'0,"-88"54"-9"15,39-23-12-15,7-1 22 0,0-3-14 16,6 2-9-16,6-3-15 15,5-2-7-15,10 2-2 16,4-6-10-16,10 1-7 16,1-4-6-16,9-5 0 15,24-7 13-15,19-5 18 16,23 0-5-16,14-14-20 16,13-8-6-16,8-1-87 15,-2-9-124-15</inkml:trace>
  <inkml:trace contextRef="#ctx0" brushRef="#br0" timeOffset="15384.04">14527 2972 577 0,'0'0'29'0,"0"0"-12"15,0 0-12-15,0 0-4 16,-87 59 0-16,65-16 4 16,8 8-4-16,13 9-1 15,1 1 0-15,34-1-1 16,23-8 1-16,16-15 0 16,12-20 7-16,3-16 2 0,-5-2-4 15,-15-22-2-15,-22-4 2 16,-20 0 8-16,-18 2 62 15,-8-1-15-15,-7-2-15 16,-14 4-32-16,0 6-4 16,7 9 13-16,6 9-15 15,5 0-7-15,0 11-39 16,3 14 24-16,0 6-6 16,20 6-4-16,12-3 15 15,7-7 7-15,4-13 1 16,0-14 2-16,-2-3 3 15,-5-18 31-15,-7-4 16 16,-5-1-11-16,-9 2-9 0,-8 2-5 16,-5 5-5-16,-2 5-13 15,0 5-6-15,0 6-1 16,0 1 0-16,3 0-7 16,1 0-16-16,7 13-23 15,6 8 44-15,11 3-1 16,4-2-2-16,6-11-3 15,0-7-1-15,-3-4 9 16,0-19 3-16,4-11 0 16,0-8 3-16,1-8 1 15,-7-4-6-15,-9-1 4 16,-15 1 7-16,-9 0 9 0,-3 2-6 16,-18 9 6-1,3 13-19-15,6 14-1 0,6 12-1 16,-3 0-7-16,-4 23-28 15,-5 18 33-15,-1 13 1 16,9 13-4-16,10 4-2 16,0-1-3-16,29-9-2 15,11-13-9-15,8-17 2 16,4-18 15-16,0-13 3 16,-2 0 2-16,-1-28 3 15,-3-8-1-15,-6-9-3 16,-5-4 6-16,-14-6-2 15,-11-3-1-15,-10 2 11 16,-1 4-1-16,-16 11 6 16,2 12 17-16,5 15-24 0,3 14-12 15,1 3-4-15,-5 27-19 16,-2 15 22-16,5 13 1 16,8 12-2-16,0 1-4 15,30-2-3-15,11-9-3 16,9-14 4-16,5-12 5 15,2-10 3-15,-4-14-1 16,-8-10 1-16,-7 0 1 16,-12-23-1-16,-12-8 1 15,-7-8 1-15,-7-3 2 0,0 3-1 16,-9 8 3 0,1 9 11-16,4 11 0 0,3 7-16 15,1 4-1-15,0 0-16 16,0 15-28-16,4 12 39 15,13 6 5-15,13 2-4 16,7 3 4-16,9-9-1 16,3-7-3-16,-1-10-6 15,-2-5-54-15,-10-7-58 16,-8 0-102-16,-11-17-107 16</inkml:trace>
  <inkml:trace contextRef="#ctx0" brushRef="#br0" timeOffset="15870.98">16514 3173 609 0,'0'0'91'0,"0"0"7"0,0 0-39 16,0 0-59-16,0 0-9 15,0 0 7-15,8 44 4 16,5-9-2-16,3-1 0 16,0-3 0-16,2-5 3 15,-4 1-1-15,-1-2 1 16,-4-4-2-16,-3-1-1 15,-4-6-4-15,-1-8-29 16,-1 0-9-16,0-6 28 16,0 0 14-16,0-6 65 15,0-11-19-15,0-3-32 16,0 0 30-16,0 5-18 0,-1 5-10 16,1 6-11-1,0 4-4-15,0 0-1 0,0 0 0 16,0 0-1-16,-2 0 0 15,2 0 1-15,0 0 0 16,0 0 1-16,0 0 0 16,0 0-1-16,0 0 0 15,0 0 1-15,-2 0-1 16,2 0 0-16,0 0 1 16,0 0-1-16,0-3 2 15,0 0-1-15,0-1 4 16,0-1 2-16,0-2-7 15,0 4 0-15,0 2 0 16,0 1-1-16,0 0 0 16,0 0-11-16,0 0-30 0,-3 8-73 15,-6 7-24-15,-1-4-140 16</inkml:trace>
  <inkml:trace contextRef="#ctx0" brushRef="#br0" timeOffset="16268.59">16731 3180 563 0,'0'0'0'0,"0"0"11"0,0 0-6 15,0 0 17-15,0 0 19 16,0 0-18-16,81 33-10 15,-60-4 2-15,-5 4-1 16,-7 6 1-16,-4 2-6 16,-4-4-4-16,-1 1-2 15,0-12 2-15,0-9-4 16,-4-10-1-16,-3-7 0 16,-3 0 4-16,1-12 8 15,-1-11 28-15,3-9-3 16,5-4 6-16,2 0-9 15,4 0-18-15,19 5-5 16,8 5-4-16,12 8-7 16,4 5-9-16,2 5-9 0,-6 6 4 15,-1 2-6-15,-3 0-50 16,-2 12-46-16,-1-1-27 16,-8-3-221-16</inkml:trace>
  <inkml:trace contextRef="#ctx0" brushRef="#br0" timeOffset="16583.39">17272 3249 528 0,'0'0'94'15,"0"0"24"-15,0 0-87 16,0 0 2-16,0 0-24 0,69-78-5 16,-55 67-4-1,-5 2 3-15,-2 0-2 0,-7 1 0 16,0-2 7-16,0-1 2 15,-19 2-10-15,-9 3-1 16,-8 6 1-16,1 0-3 16,0 15-2-16,5 9 3 15,9 8 1-15,3 13 0 16,15 9 0-16,4 2-3 16,40-5-8-16,18-10 3 15,10-15 8-15,-3-14-2 16,-7-10-1-16,-8-2-4 15,-14-5-13-15,-8-16-80 16,-13-9-194-16</inkml:trace>
  <inkml:trace contextRef="#ctx0" brushRef="#br0" timeOffset="16822.14">16327 2975 539 0,'0'0'99'15,"0"0"-36"-15,0 0-9 0,0 0-22 16,97-37-7 0,-54 25 3-16,4 3-4 0,9 0-11 15,3 3-10-15,3 4-2 16,8 2-1-16,2 0-25 15,1 0-114-15,-5 0-148 16</inkml:trace>
  <inkml:trace contextRef="#ctx0" brushRef="#br0" timeOffset="18182.15">18863 3017 529 0,'0'0'155'0,"0"0"-98"16,0 0-23-16,0 0-34 15,-99 9-8-15,58 18 6 16,3 9 1-16,4 5-2 16,9 8 3-16,11 4-8 15,14 6-12-15,14-6-2 16,36-10 8-16,24-21 14 15,20-22 5-15,14-11 10 16,3-27-9-16,-2-10 12 16,-14-5-9-16,-16-1-2 15,-13 1-3-15,-22 1 8 16,-15 2 18-16,-17 3 7 0,-12 3-3 16,0 4 25-1,-9 12-22-15,-3 8-3 0,7 12-16 16,1 7-9-16,2 1-9 15,-2 12-23-15,-5 25-10 16,2 14 33-16,5 13 0 16,2 6-3-16,2-4-1 15,15-4-2-15,-3-11-21 16,4-12 11-16,-6-12 2 16,-3-11-7-16,-2-9 8 15,-4-7 1-15,1 0 12 16,3-14 27-16,-1-12-2 0,-2-2-20 15,-2 4 8-15,-1 8 1 16,-1 9 1-16,0 6-15 16,6 1-2-16,0 0-33 15,7 18-43-15,10 10 77 16,7 8 1-16,2 5-25 16,4-2-9-16,0-3-17 15,1-9-72-15,-4-12-82 16,-3-12-123-16</inkml:trace>
  <inkml:trace contextRef="#ctx0" brushRef="#br0" timeOffset="18352.92">19938 3364 767 0,'0'0'102'0,"0"0"-12"16,0 0-48-16,0 0-24 15,0 0-18-15,0 0-6 16,-1-12-33-16,22 15-71 16,8 4-18-16,10-5-163 15</inkml:trace>
  <inkml:trace contextRef="#ctx0" brushRef="#br0" timeOffset="18848.28">20147 3039 339 0,'0'0'185'0,"0"0"-88"0,32-84 20 16,-13 60-18-16,-1 2-42 16,4 2-24-16,0 2-8 15,-2 4-8-15,1 4-6 16,-2 5-11-16,-1 5-1 15,1 0-5-15,-1 0-38 16,-4 17-54-16,-10 2-32 16,-4 3-6-16,-7 3 52 15,-22-2 23-15,-5-4 30 16,4-3 31-16,6-7 0 0,12-4 15 16,9-4 51-1,2-1 78-15,1 0 38 0,0 5-117 16,0 5-65-16,0 8-5 15,7 8 5-15,7 10 1 16,4 1 2-16,-5 4-3 16,1-7-8-16,-8-5-7 15,-3-8-13-15,-3-5 6 16,0-3-5-16,0-6 15 16,0-2 8-16,-14-2 4 15,-2-1 1-15,-8-2 1 16,-3 0 0-16,-3 0 13 0,-1 0 1 15,1 0-9 1,8 8-7-16,4 8-39 16,13 4-110-16,5-1-131 0</inkml:trace>
  <inkml:trace contextRef="#ctx0" brushRef="#br0" timeOffset="19020.58">20559 3463 9 0,'0'0'665'0,"0"0"-595"16,0 0-25-16,0 0-20 16,-94 21-22-16,57 7-3 15,-1 6 1-15,1 8-2 16,3 1-52-16,5-4-8 16,13-9-151-16,15-17-279 0</inkml:trace>
  <inkml:trace contextRef="#ctx0" brushRef="#br0" timeOffset="19430.11">20668 2900 518 0,'0'0'105'0,"0"0"-49"0,0 0-55 16,0 0 7-16,107-3 23 16,-38 3 12-16,9 0-8 15,9 0-14-15,-2 0-11 16,-6 0-9-16,-16 0-1 16,-21 0-15-16,-20 0-34 15,-14 0-22-15,-8 0 54 16,-6 0-35-16,-24-6-71 15,-9 0 40-15,-7 2 66 16,7 4 17-16,6 0 45 16,9 2-19-16,5 17-21 15,-5 10 4-15,-6 17 3 16,0 15 0-16,2 11-4 0,9 13-6 16,13 4-2-16,6-9-7 15,0-14-126-15,6-23-137 16</inkml:trace>
  <inkml:trace contextRef="#ctx0" brushRef="#br0" timeOffset="19628.37">21100 3299 706 0,'0'0'65'16,"0"0"26"-16,0 0-87 15,0 0-4-15,0 0-15 0,0 0 15 16,12 82 0-16,-11-29-1 16,-1 5-11-16,0-4-48 15,-10-1-39-15,-12-7-39 16,-5-15-116-16</inkml:trace>
  <inkml:trace contextRef="#ctx0" brushRef="#br0" timeOffset="20173.58">18924 3863 352 0,'0'0'164'0,"0"0"-144"0,0 0-20 16,0 0-1-16,0 0 1 15,0 0 0-15,-3 17-4 16,3-11 1-16,7 4-9 16,35 0 12-16,36 2 11 15,38-2 17-15,41-1-3 16,31-4-12-16,20-4-9 15,10-1-2-15,-7 0 0 16,-17-2 1-16,-17-9-1 16,-23-2-1-16,-23 1 1 15,-25-4-2-15,-26 5 1 16,-29-1 2-16,-24 5-3 0,-15 1 4 16,-12 2 57-1,0 1 23-15,0 3-84 0,-12 0-113 16,1 0-174-16</inkml:trace>
  <inkml:trace contextRef="#ctx0" brushRef="#br0" timeOffset="20350.49">21233 3882 611 0,'0'0'250'16,"0"0"-161"-16,0 0-30 15,0 0-50-15,0 0-9 16,0 0-37-16,-28-32-166 0,28 45 12 16,3-10-378-16</inkml:trace>
  <inkml:trace contextRef="#ctx0" brushRef="#br0" timeOffset="46253.73">10676 4725 37 0,'0'0'350'16,"0"0"-261"-16,0 0-27 16,0 0-26-16,0 0-18 0,0 0 6 15,0 0 37-15,0 0-19 16,-23-71-8 0,17 63-10-16,-1 0 11 0,-1 0-11 15,2 2-3-15,-3 0 0 16,2 1-7-16,-4 1-6 15,-8-1-7-15,-5 2-1 16,-7 3 0-16,-6 0 0 16,-4 0 0-16,-2 9 0 15,3 9 0-15,-5 9 0 16,3 6 0-16,3 11 0 16,5 6-1-16,6 9 0 15,7 3 1-15,12 4-2 16,9-6-1-16,0-10 3 15,13-8-3-15,16-13 2 0,13-8 1 16,16-8 1-16,21-7 1 16,15-6-2-16,16 0 0 15,1-2-130-15,-3-15-137 16</inkml:trace>
  <inkml:trace contextRef="#ctx0" brushRef="#br0" timeOffset="46787.12">10987 4443 545 0,'0'0'135'15,"0"0"-35"-15,0 0-17 16,0 0 1-16,0 0-77 16,0 0-7-16,-7-2-11 15,2 49 4-15,-1 24 6 16,-3 13 1-16,-1 5 0 0,-1-2 4 15,2-10-2-15,-1-7-2 16,0-13 5-16,2-16-5 16,1-13 1-16,4-16-1 15,1-7-1-15,1-2-4 16,-1-3 5-16,-2-1 5 16,1-18-3-16,0-6-2 15,3-6-26-15,0 0 22 16,13 4 4-16,13 5-1 15,7 6-4-15,1 10 4 16,6 6-1-16,-1 0-23 16,-2 20-20-16,-1 4 37 15,-2 4-13-15,0 3-6 16,-2 0-38-16,-7-3-4 0,1-8-18 16,-4-10-36-16,0-8 1 15,1-2 22 1</inkml:trace>
  <inkml:trace contextRef="#ctx0" brushRef="#br0" timeOffset="47152.75">11525 4904 262 0,'0'0'221'16,"0"-90"-59"-16,-8 53 32 15,-8 9-107-15,5 9-59 16,5 10 0-16,3 8-13 16,3 1-15-16,-3 14-17 15,-3 21 0-15,-1 15 17 16,2 11-3-16,5 1-5 15,0-1-23-15,2-8 3 0,14-14 3 16,0-18-3 0,2-11-19-16,0-10 38 0,3-1 9 15,-2-20 0-15,-1-8-26 16,-7-6 21-16,-10-2 5 16,-1-2 22-16,-22 3-4 15,-5 6-5-15,1 7-7 16,15 11 65-16,6 12-47 15,5 0-24-15,0 19-36 16,14 16 35-16,8 10-4 16,6 6-14-16,8 0 4 15,5-6-30-15,3-8-23 16,-2-15-63-16,-3-15-22 16,-6-7-76-16</inkml:trace>
  <inkml:trace contextRef="#ctx0" brushRef="#br0" timeOffset="47852.93">11851 4857 680 0,'0'0'72'0,"0"0"-70"16,0 0-2-16,0 0 0 16,0 0-1-16,40 100 2 15,-27-64-1-15,3-1 0 16,0-7 0-16,0-9 3 0,-2-6 1 15,-7-9-2 1,1-4-1-16,1 0 4 0,4-17-5 16,1-9-4-16,-3-3-7 15,0 0 11-15,-4 5 2 16,4 6-2-16,-1 6 0 16,-1 8 0-16,3 4-4 15,5 0-3-15,2 0 3 16,5 9 4-16,0 5 1 15,1-1-1-15,-1-3-1 16,-5-3 1-16,-5-5 4 16,-1-2 5-16,-4 0 35 0,-2-4 6 15,3-10-21-15,-4-3-18 16,-4-2 7 0,-2 4 0-16,0 2-9 0,0 5-2 15,0 5 7-15,0 2-2 16,0 1-10-16,0 0-2 15,0 0-6-15,0 0-7 16,0 0 1-16,-2 5 12 16,0 4 0-16,-2-3 1 15,1 0-1-15,1-1 0 16,2-5 0-16,0 0 1 16,0 0 0-16,-1 0-1 15,1 0 1-15,0 0 7 16,0 0 10-16,0 0-2 15,0 0 4-15,0 0-2 0,0 0 6 16,0 0-3-16,0 0-2 16,0 0-3-16,0 0 0 15,0 0-8-15,0 0-2 16,0 0-4-16,0 0-2 16,0 0 1-16,0 0-1 15,0 0-3-15,0 0-3 16,0 0 1-16,0 0-6 15,0 0-8-15,0 5-17 16,-9 5-45-16,-6 7-165 16,-5-4 140-16,-5-8-431 15</inkml:trace>
  <inkml:trace contextRef="#ctx0" brushRef="#br0" timeOffset="48384.68">11782 4817 270 0,'0'0'210'0,"0"0"-97"16,0 0 35-16,0 0-84 15,0 0-8-15,0 0-21 0,-9-25-19 16,9 25-16-16,2 4-6 16,14 13 6-16,6 8 0 15,-2 8 0-15,1 4 0 16,-6 2-3-16,-5 0 1 16,-4-2 2-16,-4-4 0 15,2-7 1-15,-1-9 3 16,-3-7-4-16,2-7 1 15,-2-1 0-15,0-2 2 16,0 0 7-16,0-12 27 16,7-11-12-16,2-7-25 15,6-4-4-15,9 0-3 0,9-2-1 16,8 7-17 0,0 2 6-16,-2 10 8 0,-5 6-5 15,-7 7 0-15,-5 4 11 16,-4 0 5-16,-6 10-2 15,0 10 0-15,0 7 0 16,-2 4 2-16,-1 0 0 16,3 2 0-16,-5-2 0 15,3 2-1-15,-3-2 1 16,-6-6-109-16,0-8-92 16</inkml:trace>
  <inkml:trace contextRef="#ctx0" brushRef="#br0" timeOffset="48752.31">12543 4886 665 0,'0'0'116'16,"0"0"-28"-16,0 0-45 16,0 0-42-16,0 0-1 15,0 0-2-15,33 1 2 16,-15 15 0-16,4-2 0 15,5-1-1-15,0-10-9 16,-4-3-6-16,-4 0 2 16,-6 0 14-16,-10-13 0 15,-3-4 0-15,0-2-2 16,-9 2 0-16,-11 0 0 0,0 8 2 16,1 2 11-16,6 7-7 15,1 0-4-15,-1 14-5 16,-2 16 4-16,0 8 1 15,8 7-3-15,7 3-6 16,0 1 1-16,20-8-33 16,21-9 2-16,12-13-41 15,10-9 56-15,1-10-51 16,-4 0-136-16</inkml:trace>
  <inkml:trace contextRef="#ctx0" brushRef="#br0" timeOffset="49467.61">12956 5010 233 0,'0'0'139'15,"0"0"-133"-15,0 0-6 16,0 0 35-16,0 0 34 16,0 0-7-16,51 15 4 15,-26-31-17-15,0-4 28 16,-3-3-46-16,-5-1-19 15,-8-1 7-15,-9 4 11 16,0 2-10-16,-13 0-6 16,-8 5-10-16,1 4-1 15,9 6 11-15,0 4-14 0,-1 1-9 16,-1 23-3 0,-3 13 5-16,7 8 4 0,9 9-7 15,0-3-5-15,31-8-32 16,15-14 20-16,6-14-14 15,4-15 37-15,-3 0 4 16,-6-20 3-16,-6-11 1 16,-4-11 13-16,-7-8-2 15,-7-6 15-15,-10-7 19 16,-10-2-4-16,-3-8 9 16,-8 1-44-16,-9 11 15 15,2 18 27-15,6 19-36 16,3 16-9-16,5 8-7 15,1 0-9-15,-3 27-60 0,3 18-10 16,0 17 79-16,0 7 2 16,14-1-1-16,13-5 0 15,6-9-1-15,0-12-10 16,-5-12 1-16,-4-15-1 16,-3-15 1-16,0 0 9 15,6-25 7-15,1-14-5 16,-2-9 2-16,-7-8 5 15,-9-4-2-15,-9-3 13 16,-1 4 6-16,0 16 18 16,0 14 1-16,0 18-24 15,0 11-21-15,0 0-8 0,0 11-34 16,0 25-32-16,0 14 74 16,10 12 4-16,3 5-4 15,4 1-1-15,8-5 0 16,1-4-22-16,7-9-24 15,5-9-6-15,2-12 22 16,5-10-33-16,-3-18-140 16</inkml:trace>
  <inkml:trace contextRef="#ctx0" brushRef="#br0" timeOffset="50117.24">14033 4828 673 0,'0'0'91'15,"0"0"-91"-15,0 0-34 16,0 0-31-16,0 0 65 16,0 0 2-16,0 88-2 15,0-51 2-15,0 2 1 16,9 1-2-16,0-5 1 16,0-6 2-16,0-4-2 15,-3-8-2-15,3-9 0 16,-3-4 5-16,-2-4 2 15,1 0 39-15,4-7 53 16,4-10-94-16,-1-5-3 16,0 2 3-16,-3-1-2 15,-5 3-3-15,-2-1 3 16,-2 1 2-16,0-2-5 0,0 1-9 16,-12-1 2-16,-5-1-12 15,0 2-11-15,0 5 9 16,5 3 11-16,6 7 10 15,6 2 0-15,0 2-3 16,14 0-82-16,14 11 43 16,9 11 42-16,5 6 1 15,-2 6 1-15,-5 1-2 16,-10 3 0-16,-10 0-2 16,-6-1 2-16,-7 0 1 15,2-5 3-15,-4-9-1 16,0-6 1-16,0-6-1 15,0-7 4-15,0-3 0 0,0-1 0 16,0 0 71-16,-4-6 52 16,1-21-70-16,1-7-39 15,2-10-20-15,0-3 1 16,9 1 20-16,16 4-22 16,12 4-1-16,8 8-34 15,4 6-13-15,-1 5 9 16,0 4 29-16,-3 2 5 15,-2 5 5-15,-7 0 2 16,-9 6-1-16,-9 2-1 16,-8 0-8-16,-10 7-138 15,0 3-45-15</inkml:trace>
  <inkml:trace contextRef="#ctx0" brushRef="#br0" timeOffset="50294.71">14680 4896 740 0,'0'0'74'16,"0"0"-6"-16,0 0-49 16,0 0-19-16,0 0-151 15,0 0 90-15,7 61-76 16,-16-44-182-16</inkml:trace>
  <inkml:trace contextRef="#ctx0" brushRef="#br0" timeOffset="51240.04">11090 4528 382 0,'0'0'127'0,"0"0"-18"15,0 0 5-15,0 0-69 16,0 0-2-16,0 0 12 16,0-44-31-16,0 44-24 15,8 0-9-15,4 11 8 16,1 5 1-16,-2 7-5 16,-7 0 1-16,-4 4 4 15,0 2 1-15,-15 0 0 16,-10-3-1-16,-5 2 0 15,-5-4-3-15,1-3 2 16,1 1-15-16,5-5-12 16,9-1-46-16,8-5-19 0,10-2-78 15,1-8-50 1</inkml:trace>
  <inkml:trace contextRef="#ctx0" brushRef="#br0" timeOffset="51396.9">10994 4836 403 0,'0'0'113'16,"0"0"-40"-16,0 0-17 16,0 0-2-16,0 0 4 15,0 0-12-15,0 0-46 16,-23 7-2-16,18 7-115 16,2-4-19-16,3-3-257 15</inkml:trace>
  <inkml:trace contextRef="#ctx0" brushRef="#br0" timeOffset="53496.23">9922 4395 324 0,'0'0'84'16,"0"0"94"-16,0 0-82 0,0 0-57 15,0 0-16-15,0 0 41 16,-34-53-64-16,33 64-22 16,-4 11-1-16,2 15 23 15,-3 15-3-15,-4 18 1 16,-1 13 2-16,-4 8 0 15,0 3 2-15,-2-4 0 16,3-3 0-16,6-5 2 16,7-8-4-16,1-10 3 15,3-9-2-15,15-9 2 16,4-2-2-16,4-10 0 16,5-8-1-16,12-9 3 15,16-7-6-15,21-8 9 16,23-2-8-16,25 0 2 0,27-2 0 15,27-3 3-15,29 5-3 16,30 0-21-16,23 3 19 16,27 12-13-16,16-3-34 15,5-1 2-15,-11-2 0 16,-22-4 18-16,-28-2-31 16,-35-3 53-16,-36 0 7 15,-42 0 0-15,-38 0 18 16,-35 0 5-16,-26 0-18 15,-21 0-3-15,-9 0 15 16,-9-5 73-16,0 0-13 16,-25 1-77-16,-16-1-114 0,-17 2-29 15,-8-3-244 1</inkml:trace>
  <inkml:trace contextRef="#ctx0" brushRef="#br0" timeOffset="55179.32">10009 4217 312 0,'0'0'53'0,"0"0"-3"16,0 0 17-16,0 0-15 16,0 0-1-16,0 0-48 15,0 0 2-15,94-40 12 16,-28 34 0-16,15 3-5 15,27 3 2-15,28 0-4 16,36 0-9-16,34 6 2 16,21 3-3-16,15-1-7 0,10-4 4 15,6-3-18 1,-7-1 13-16,-7 0 5 0,-11 0 0 16,-14 0 3-16,-3 0-25 15,-8 3-45-15,-13 2 54 16,-16-2-25-16,-21 0 11 15,-19 2 3-15,-21-3 27 16,-18 2 17-16,-15-1 16 16,-9 3 5-16,-6-1-18 15,2 2-7-15,1-3 7 16,3 0 0-16,1 1-1 16,-1-3-2-16,0 1-6 15,-4 1-4-15,-5 2-6 0,-6 1 0 16,-7-2-1-1,-11-1 0-15,-13-1 1 0,-17-3-1 16,-8 0 6-16,-5 0 105 16,0 0-13-16,0 0-55 15,0 0-39-15,0-3-4 16,0 2 3-16,0 0-3 16,0 1 0-16,1 0 1 15,-1 0-1-15,0 0 0 16,0 0 1-16,0 0-1 15,0 0 0-15,0 0-10 16,0 0-14-16,0 7-24 16,0 15 43-16,0 11 4 15,0 12 0-15,-10 14 1 0,-6 17 0 16,5 11-1 0,0 13 1-16,3 3 0 0,2 0 0 15,1 0-4-15,2-1 4 16,3-3 7-16,0-5-7 15,0-8 2-15,0-10 3 16,0-13-5-16,-4-17 0 16,-5-17-1-16,1-12-4 15,4-10 5-15,-4-7 5 16,-6 0 5-16,-3 0 5 16,-8-4-11-16,4-7 16 15,-3-3-8-15,3-3 0 16,2-2-10-16,4 4 3 0,4 4-3 15,4 1 0 1,-1 2 2-16,-2 1-4 0,-3 2 0 16,-11-2 0-16,-14 3-11 15,-18 1-2-15,-22 1-9 16,-23-1 9-16,-18 1 3 16,-13-2 7-16,1 0 0 15,7-3 3-15,18 2 3 16,27 0 2-16,22 1-3 15,16 4 1-15,14 0-2 16,7 0 0-16,6 0-1 16,5 0 0-16,4 0 1 0,5 0 3 15,0 0-4 1,0 0-2-16,0 0-27 0,0 0-26 16,5 9 15-16,5 3-21 15,3-2-29-15,-4 0-55 16,-1-7 11-16,-5 1 92 15,-1-4 32-15,-2 0 10 16,0 0 205-16,0-1-85 16,0-8-38-16,-5-1 44 15,-1-2-58-15,0 2 8 16,1 1-50-16,4 6-8 16,1 3-18-16,0 0-3 15,0 6-94-15,0 15 1 16,7-6-58-16,4-8-379 0</inkml:trace>
  <inkml:trace contextRef="#ctx0" brushRef="#br0" timeOffset="57413.94">12134 5660 53 0,'0'0'61'15,"0"0"31"-15,0 0-23 16,0 0-44-16,0 0 19 16,0 0-18-16,3-54 45 0,-3 48-24 15,0-3 1-15,0-3 3 16,0 3-8-16,0-2 31 16,0 4-22-16,0 3-22 15,0 1 1-15,0 3-12 16,0 0-19-16,0 19-12 15,0 20 2-15,0 19 9 16,0 11 0-16,0 9 2 16,0-2 4-16,0-6-3 15,0-6 0-15,0-12 3 16,2-9-2-16,1-11 0 16,-3-1-3-16,-2-2 0 15,-17-5-92-15,-10-16-315 16</inkml:trace>
  <inkml:trace contextRef="#ctx0" brushRef="#br0" timeOffset="58175.88">10316 6333 157 0,'0'0'111'16,"0"0"-20"-16,0 0-63 0,0 0 26 15,105-16 21-15,-28 15-30 16,32-1-12-16,35 2 2 16,38 0-15-16,38 0-13 15,30 0 8-15,37 0-11 16,24 0-4-16,14 2-37 15,-2-1-7-15,-19-1 6 16,-32 0-25-16,-40 0 30 16,-42-10 33-16,-44-2 20 15,-40-1 1-15,-30 0 14 16,-24 2-17-16,-24 5 7 16,-14 3-25-16,-10 3-14 15,-4 0-117-15,-23 0-58 16,-22 0-46-16</inkml:trace>
  <inkml:trace contextRef="#ctx0" brushRef="#br0" timeOffset="59361.79">10296 6353 319 0,'0'0'46'0,"0"0"78"15,0 0-6-15,0 0-54 16,0 0 27-16,0 0-8 16,35-56-30-16,-35 56-44 15,0 14-9-15,0 23-19 16,0 18 15-16,-16 18 4 15,-16 14 2-15,-1 8 0 16,1 7 2-16,6-3-4 16,11-8-3-16,7-10 0 15,8-19 3-15,0-16 0 16,0-20-3-16,0-13-1 16,2-9 4-16,3-4 3 15,9 0 4-15,20-5-7 0,19-11 3 16,25-1-3-1,22 2-3-15,27 6-4 0,26 4-21 16,28 2 16-16,24 3 0 16,18 0 11-16,20 8-1 15,12 1-15-15,-3-4-16 16,-13-2 11-16,-20-3 17 16,-28 0 5-16,-21-1 2 15,-21-9-2-15,-25-1 3 16,-24-1 0-16,-26-2 19 15,-26 4 0-15,-20 2-2 16,-13 2-4-16,-9 3-3 16,-3 0-11-16,-1 3-1 15,-2 0-1-15,1 0 0 0,1 0-7 16,2 0-27-16,4 0 7 16,5 0 27-16,2 0 0 15,3 2-1-15,1-1 0 16,-2-1 0-16,-2 0-18 15,0 0-26-15,-6 0-9 16,-1 0 6-16,0-3 11 16,4-2-43-16,6-1 66 15,2-2-2-15,2 1 6 16,-5-1 10-16,-1 1 5 16,-6 4 11-16,-5-1 28 15,-1 4-23-15,-4-2-13 16,0 1-8-16,0-3-1 15,0 2-13-15,0 0-11 0,0-1-13 16,0 3 28-16,0 0 6 16,0 0-35-16,0 0-111 15,0 0 11-15</inkml:trace>
  <inkml:trace contextRef="#ctx0" brushRef="#br0" timeOffset="59774.15">13955 6366 319 0,'0'0'12'0,"0"0"16"16,0 0 11-16,0 0 13 16,0 0 64-16,0 0-29 15,59-56-2-15,-58 55-12 16,-1 1-33-16,2 0-39 16,-2 12-1-16,0 14-9 15,0 12 2-15,-2 11 6 0,-10 9 1 16,-4 9 3-1,-1 5-3-15,-2 8 6 0,0 6-3 16,2-3 2-16,2-6-5 16,8-19-1-16,2-19-19 15,4-16-9-15,-2-12-55 16,-6-11-69-16,-6-9-68 16</inkml:trace>
  <inkml:trace contextRef="#ctx0" brushRef="#br0" timeOffset="59915.91">13727 6824 646 0,'0'0'56'0,"0"0"5"0,0 0-61 16,0 0-11 0,0 0 1-16,0 0-3 0,-18 62-51 15,18-41-22-15,0-9-146 16</inkml:trace>
  <inkml:trace contextRef="#ctx0" brushRef="#br0" timeOffset="60656.75">11193 6486 567 0,'0'0'114'16,"0"0"-10"-16,0 0-25 15,0 0-42-15,0 0-37 16,0 0 0-16,3 43 0 16,12 3 5-16,-2 7-5 15,2-2 0-15,-3 3 2 16,1-3 0-16,1-1-2 16,3-9-1-16,5-9-19 15,5-17-4-15,9-12-1 16,2-3-4-16,1-19 4 15,-5-12-30-15,-5-5 30 0,-9-1-2 16,-7-2 22-16,-6 1 5 16,-5 0 14-16,-2 1-3 15,0-1 12-15,0 4 13 16,-3 5 33-16,-1 12-32 16,3 5 32-16,0 7-66 15,1 5-3-15,0 0-4 16,0 0-28-16,0 10 5 15,0 7 25-15,2 4-1 16,12 0 3-16,4-3 0 16,1-3 0-16,5-4 0 15,1-3 2-15,4-1-1 0,3 0-1 16,6-3-51 0,-4 0-59-16,-5-4-190 0</inkml:trace>
  <inkml:trace contextRef="#ctx0" brushRef="#br0" timeOffset="60840.87">11838 6835 622 0,'0'0'200'0,"0"0"-110"16,0 0-48-16,0 0-34 0,0 0-8 15,0 0-3 1,41-35-46-16,-14 28-74 0,1-4-254 16</inkml:trace>
  <inkml:trace contextRef="#ctx0" brushRef="#br0" timeOffset="61239.07">12514 6513 579 0,'0'0'67'15,"0"0"-62"1,0 0 14-16,0 0 22 0,0 0-19 16,0 0-15-16,98 61-6 15,-75-54 3-15,-3-6 3 16,-2-1-5-16,-3 0 5 15,-3-9 8-15,-5-5-12 16,-4 0 4-16,-3-2-4 16,-14 0 4-16,-18 3-7 15,-14 6-4-15,-8 7 3 16,6 0-1-16,7 20 1 16,11 9 1-16,12 7-2 15,4 3 2-15,11 4 1 16,3 4-1-16,2 0 1 15,23-2-1-15,13-8 0 0,12-8 3 16,11-14-3-16,8-9-66 16,2-6-53-16,-3-13-186 15</inkml:trace>
  <inkml:trace contextRef="#ctx0" brushRef="#br0" timeOffset="61394.49">13013 6808 641 0,'0'0'178'16,"0"0"-60"-16,0 0-82 15,0 0-36-15,0 0-6 16,0 0-89 0,-2-14-60-16,5 19-26 0</inkml:trace>
  <inkml:trace contextRef="#ctx0" brushRef="#br0" timeOffset="88860.07">12046 7420 130 0,'0'0'40'16,"0"0"-13"-16,0 0 19 16,0 0-2-16,0 0-13 15,0 0 11-15,0 0 13 16,0 0-42-16,5-29-2 16,-5 27 10-16,2-4-14 0,0 4-2 15,-2 1 21 1,0-4 16-16,2 4-22 0,-2-3-4 15,0 1-7-15,1 0 3 16,-1 0 9-16,0 0-7 16,0 1 12-16,0-1-18 15,2-1 1-15,-1 0 3 16,1-1 10-16,1 0-14 16,1-5-1-16,-1 3 1 15,1 0-6-15,0-2 4 16,0 3 7-16,-3 1 6 15,1-1 13-15,1 3-14 16,-2-1-11-16,1 1-1 16,-2 2-6-16,1 1 3 0,-1 0 4 15,0 0-7-15,0 0 1 16,0 0-1-16,0 0 0 16,0 0-2-16,0 0 0 15,0 0 2-15,0 0-5 16,0 0-2-16,0 0 5 15,0 12-1-15,0 10 3 16,0 5 0-16,0 7 0 16,0 5 0-16,-1 5 0 15,-8 1 1-15,-1 1 0 16,-2-4 0-16,2-7-1 16,0-4 1-16,4-8 0 15,2-2-1-15,1-9 0 0,1-4-1 16,2-5 1-1,-1-3 4-15,1 0 1 0,0 0 0 16,0 0-1-16,0 0-4 16,0 0-19-16,0 0-87 15,0 0-118-15</inkml:trace>
  <inkml:trace contextRef="#ctx0" brushRef="#br0" timeOffset="90943.05">5873 7915 244 0,'0'0'54'15,"0"0"-7"-15,0 0 28 16,0 0-14-16,0 0-22 16,0 0 11-16,-11-65-34 15,11 61-13-15,0-1 11 16,0 3-11-16,3-1-3 16,15 0 0-16,9 3-4 0,6 0 2 15,10 0 1 1,5 0 1-16,8 0 0 0,4 0 1 15,4 0-1-15,5 0 0 16,11 0 0-16,10 0 0 16,8 0 0-16,13 0 1 15,11 0-2-15,15 3 2 16,13-3-2-16,2 0 1 16,-3 3 0-16,-2-3 0 15,-2 0 0-15,7 0-1 16,8 0 1-16,10 0-2 15,9 0-1-15,-6 0-3 0,-2-3 5 16,-8-2 2 0,-7 1 0-16,-2 1-1 0,6-1 0 15,-1 0-1-15,5 1 1 16,-6 0 0-16,1 3 0 16,-1 0 0-16,-6 0 2 15,10 0 0-15,4 1-2 16,5 7-3-16,3-3 2 15,-3-2 0-15,-5 0 1 16,-7-2 1-16,-5-1-1 16,-1 0-1-16,1 0 1 15,4 0 1-15,-1-7 1 16,-6 0 2-16,-5 3 1 16,-5 1 2-16,-6 3-3 15,8 0-3-15,3 0 2 0,3 0-3 16,6 0 0-16,-1 0 0 15,-4 1 0-15,0 2 0 16,-5 0 2-16,-2 1-2 16,4-1 0-16,4 0 0 15,0-3 0-15,-1 0 0 16,-7 0 0-16,-7 0 8 16,-4 0 12-16,-9 0-4 15,2 0-9-15,1 0-7 16,2 0 4-16,7 0-1 15,5 0-2-15,1 0 1 16,-3 0-2-16,0 0 0 0,-5 2 2 16,-3 5-1-1,4-2-1-15,-1 1 0 0,7-3 0 16,6-3 0-16,1 0 1 16,-4 0-1-16,1 0 3 15,-4 0 3-15,-4 7 3 16,3-1-2-16,-9-1-1 15,1 1-3-15,-1-5 3 16,-2-1-5-16,-10 0 3 16,-12 0 1-16,-9 0 1 15,-14-3-1-15,-10 1-1 16,-10 0 3-16,-12 1-5 16,-17-1 6-16,-12 1-2 0,-8 1 3 15,-7 0 0 1,1 0 5-16,-2 0-9 0,0 0-5 15,2 0 0-15,0 0 0 16,0 3-1-16,6 0 2 16,-2-3 1-16,0 2-1 15,6-2 2-15,-4 0 11 16,3 0 5-16,0 0 0 16,-8 0-14-16,-3 0-2 15,-4 0 0-15,-2 0 0 16,0 0-3-16,0 0 0 15,0 0-1-15,0 2-1 16,0-2 2-16,0 1-1 16,0 1 1-16,0-2-2 0,0 1-2 15,0-1 1-15,0 0 3 16,0 1 3-16,4 2-3 16,-1 2-2-16,-3 5 1 15,0 4-33-15,-3 6-37 16,-24 3-36-16,-16-5-38 15,-16-9-113-15</inkml:trace>
  <inkml:trace contextRef="#ctx0" brushRef="#br0" timeOffset="92524.15">5898 7911 149 0,'0'0'62'0,"0"0"28"16,0 0-4-16,0 0-34 15,0 0 24-15,0 0-36 16,12-50 8-16,-12 42-8 16,0 5 6-16,0 2-6 15,0-1-7-15,0 2-6 16,0 0-16-16,0 0-11 15,0 9-16-15,0 17 13 0,0 17 3 16,-8 15-1 0,-8 12 1-16,0 3 1 0,-7-3 3 15,3-4-4-15,1-7 2 16,3-9-2-16,6-14 5 16,1-12-5-16,7-10 3 15,-2-6-3-15,4-8 1 16,0 3 1-16,0-3 3 15,0 0-2-15,-2 0 1 16,2 0 2-16,-1 0-4 16,-1 0-2-16,-2 0-12 15,-4 0-62-15,1 1-26 16,1-1 14-16,6 0-27 16,0 0 17-16,0-6-88 15</inkml:trace>
  <inkml:trace contextRef="#ctx0" brushRef="#br0" timeOffset="96121.92">19285 7969 184 0,'0'0'61'0,"0"0"-18"0,0 0-5 15,0 0-2-15,0 0 37 16,0 0-12-16,20-8-45 16,-16 8-15-16,0 6 0 15,2 10 1-15,-1 7 9 16,-5 7 14-16,0 8-9 16,0 6 3-16,-9 8-3 15,-8 9-2-15,2 2-4 16,1 7-2-16,3-1-4 15,-2 1 1-15,10-3 0 0,3-8-3 16,0-9 2-16,0-7-4 16,1-9-4-16,1-8-47 15,5-7-89-15,-4-15-73 16</inkml:trace>
  <inkml:trace contextRef="#ctx0" brushRef="#br0" timeOffset="96288.26">19218 8713 536 0,'0'0'149'16,"0"0"-42"-16,0 0-66 15,0 0-30-15,0 0-1 16,0 0-10-16,13-23-10 16,-5 26-48-16,-2 9-47 15,-1-2-42-15,-5-6-245 0</inkml:trace>
  <inkml:trace contextRef="#ctx0" brushRef="#br0" timeOffset="97387.09">12157 7922 197 0,'0'0'89'0,"0"0"31"0,0 0-15 15,0 0-23 1,10-78-24-16,-7 67-5 0,-1 2-11 16,-2 2-3-1,0 3-11-15,0 4 4 0,0 0-26 16,0 6-6-16,0 24-8 16,-3 18 8-16,-18 11 0 15,-5 11 1-15,-8 2 1 16,1-2 2-16,5 0-2 15,5-7 0-15,9-6-2 16,11-9 0-16,3-12-10 16,0-6-16-16,0-5-23 15,0-5-33-15,3-6-61 16,-1-7-102-16</inkml:trace>
  <inkml:trace contextRef="#ctx0" brushRef="#br0" timeOffset="97536.81">12009 8487 409 0,'0'0'171'0,"0"0"-63"16,0 0-3-16,0 0-58 15,0 0-15-15,0 0-32 16,12-40-22-16,-5 49-121 16,-4 7 56-16,-3-2-92 15,0-5-128-15</inkml:trace>
  <inkml:trace contextRef="#ctx0" brushRef="#br0" timeOffset="98454.25">4520 8477 167 0,'0'0'47'15,"0"0"-12"-15,0 0 31 16,0 0-5-16,0 0 2 16,-82-28 3-16,82 26 2 15,0 2-28-15,18-2-32 16,31 2-8-16,37-1 8 15,38-1 4-15,37-1-3 0,34 0 6 16,20-3-6 0,6 0-8-16,-6-1 1 0,-15 0-2 15,-33-1 0-15,-24-2 1 16,-22-4-1-16,-24 2 0 16,-22-1 0-16,-25 4 0 15,-25 1 1-15,-15 7-1 16,-10 1-6-16,-14 3-72 15,-34 17 32-15,-26 7-44 16,-26-5-205-16</inkml:trace>
  <inkml:trace contextRef="#ctx0" brushRef="#br0" timeOffset="99323.31">3805 8624 228 0,'0'0'129'0,"0"0"-38"16,0 0-48-16,0 0-43 15,0 0-3-15,0 0 3 16,18 5 0-16,-18 17 3 16,0 9 9-16,0 14 3 0,-19 13 6 15,-10 5 0-15,1 9-2 16,-2 1-9-16,5-1-3 15,3-2-3-15,5-4-1 16,4-7 1-16,7-12-3 16,3-5 0-16,3-11 1 15,0-9 2-15,0-5-4 16,9-5 0-16,15-4 0 16,10-4 5-16,21-2 4 15,24-2-4-15,23 0-4 16,20 0 2-16,24 0-2 15,15-6-2-15,12-2 2 16,6 2 3-16,3 3-4 16,3 0 6-16,11 0-2 0,8-2-2 15,0 0-2-15,-13-2 0 16,-28-2 1-16,-32 1-1 16,-30-1 2-16,-18 4 6 15,-10 2-2-15,-15 2 3 16,-14 1-6-16,-14-1-3 15,-15-1 4-15,-7 1 1 16,-7-1-3-16,-1 0 12 16,0-1 50-16,0-3 6 15,0-2-11-15,0 2-50 16,0-3-9-16,0 4 0 16,0 0 1-16,0 1-3 15,0 1 2-15,0-1-5 0,0 1-19 16,0 0-33-1,3 2-100-15,6-2-11 0,-5 0-86 16</inkml:trace>
  <inkml:trace contextRef="#ctx0" brushRef="#br0" timeOffset="99717.72">6613 8506 200 0,'0'0'101'0,"0"0"18"15,0 0-10-15,0 0-53 16,0 0-39-16,0 0-4 16,43-14-11-16,-43 29 2 15,0 11 4-15,-5 9 19 16,-1 10 1-16,-4 13-13 16,-4 11-5-16,-7 10-1 0,-7 10-4 15,-2 6-3 1,-1-4 0-16,4-6 1 0,5-12-3 15,-1-11-72-15,1-11-34 16,3-17-170-16</inkml:trace>
  <inkml:trace contextRef="#ctx0" brushRef="#br0" timeOffset="99856.97">6399 9243 809 0,'0'0'17'0,"0"0"-5"0,0 0-12 16,0 0-52 0,0 0-109-16,0 0 97 0,21-15-135 15</inkml:trace>
  <inkml:trace contextRef="#ctx0" brushRef="#br0" timeOffset="101566.7">4172 8710 267 0,'0'0'16'16,"0"0"-12"-16,0 0 22 15,0 72 39-15,-3-30-9 16,-13 6-1-16,-4 0-20 16,-2 1-10-16,7-8-7 15,5-11-11-15,4-11-4 16,4-9 2-16,2-7 1 15,-1-3 54-15,1-2 80 0,0-20-42 16,0-11-98-16,16-8-8 16,5-6-44-16,2-3-3 15,-1 1-7-15,-1 3 16 16,-2 5 18-16,5 7 17 16,-3 8 11-16,4 8-1 15,-7 6 0-15,-1 10 1 16,-4 2-2-16,-6 12-3 15,-2 12-1-15,-4 4 6 16,-1 2 1-16,0-3 4 16,0-3-2-16,-6-7-3 15,-4 0 3-15,-5-3-1 16,-7-3 5-16,-5 2-5 16,-4-4 4-16,-8-1-2 15,-2-1-3-15,2 1 1 0,4 2-2 16,15 2-21-16,10 3-96 15,10-1-159-15</inkml:trace>
  <inkml:trace contextRef="#ctx0" brushRef="#br0" timeOffset="101864.93">4378 8970 350 0,'0'0'143'16,"0"0"-57"-16,0 0-47 15,0 0-8-15,0 0-21 16,51-77 19-16,-38 58 7 16,-4 2-8-16,-3 2-24 0,-3 4 15 15,-1 6-13-15,-2 3-4 16,0 2-2-16,0 0-6 16,4 0-13-16,0 2-5 15,4 14 24-15,1 2 2 16,4 2-2-16,2 3 0 15,5-4 0-15,0-1-3 16,3-4-14-16,4-4-37 16,1-10 37-16,-1 0-1 15,2-8-64-15,-3-17-139 16</inkml:trace>
  <inkml:trace contextRef="#ctx0" brushRef="#br0" timeOffset="102017.82">4505 8575 499 0,'0'0'32'16,"0"0"-32"-16,0 0-12 15,0 0-2-15,0 0-16 16,86 37-48-16,-59-14-19 16,6-9-79-16</inkml:trace>
  <inkml:trace contextRef="#ctx0" brushRef="#br0" timeOffset="103648.91">4826 8545 630 0,'0'0'127'16,"0"0"-115"-16,0 0-9 15,0 0-4-15,7 82 2 16,-3-35-1-16,4 5 3 15,1 4-2-15,4-5 0 16,-1-1-1-16,-1-8-2 16,4-8-32-16,2-10 1 15,6-10-19-15,8-13 27 16,8-1 9-16,-2-9-14 16,-2-16 27-16,-4-7 3 15,-6-5 10-15,-8 0 18 0,-4 4 26 16,-8 5-3-1,-4 5-21-15,-1 7-7 0,0 6-1 16,0 3-9-16,0 5-6 16,0 1-1-16,0 1-6 15,0 0-12-15,0 0-18 16,-9 8 18-16,-1 7 11 16,-4 4 1-16,1 2 0 15,0-1 1-15,2-1-1 16,1-1 1-16,1-1-1 15,1-1-1-15,2-4 0 16,4-2-5-16,1-6-5 0,1-2-12 16,-2-2 2-16,2 0 20 15,0 0 1-15,0-6 29 16,2-9-21-16,7-3 9 16,-1 1 12-16,1 0 3 15,1 4-13-15,-4 5-11 16,-3 4-6-16,-2 1-2 15,-1 3-2-15,0 0-1 16,0 0-6-16,1 0-12 16,-1 0 14-16,0 1 4 15,0 1-2-15,0-2 5 16,0 0 5-16,0 0 1 16,0 0 1-16,0 0 3 15,0 0 14-15,0 0 1 0,0 0-11 16,0 0-12-16,0-3-1 15,0 1-1-15,0 2-1 16,0 0-1-16,0 0 0 16,0 0-1-16,0 0-3 15,0 0-6-15,0 0 1 16,0 0 7-16,0 0 3 16,0-1-14-16,0 0-3 15,0-2 14-15,4-3 4 16,-4-2 0-16,3-4 0 15,-3-1-1-15,0-2 1 16,0 1 1-16,0 0 3 0,-7 3 14 16,-1 4 5-16,0 3-21 15,-2 4-2-15,3 0-5 16,-4 17-2-16,-1 5 4 16,5 4 0-16,2 4-6 15,5 1 1-15,0-1-5 16,0-3-8-16,12-7-12 15,14-8 14-15,8-7-2 16,7-5 15-16,-2-4 6 16,-6-13 1-16,-9-8 0 15,-4-1-1-15,-10-1 6 16,-4 1 21-16,-6 1 16 16,0 4 8-16,-11 5-20 15,0 6-17-15,3 4-7 0,2 6-7 16,6 0-12-16,-2 12-15 15,2 10 27-15,0 7-3 16,2 3 0-16,19 2-10 16,6-3-13-16,5-5-3 15,4-6-20-15,-1-11-12 16,5-8-4-16,2-1 9 16,-2-10 1-16,-6-17-56 15,-4-7 49-15,-8-4 11 16,-8-4 51-16,-8 3 93 15,-6 5 28-15,0 6-36 16,0 6 7-16,0 10 13 0,0 5-39 16,0 6-43-16,0 1-23 15,0 1-55-15,0 18 48 16,9 8 7-16,0 4 0 16,0-1-1-16,0-2-2 15,1-5-5-15,-4-9-5 16,-1-7-3-16,-4-5 9 15,3-2 7-15,7 0 14 16,1-17 6-16,6 0-19 16,-2-2 1-16,-4 2-1 15,-3 5-1-15,-1 4 0 16,-3 2 1-16,3 3-1 16,1 3-1-16,0 0-3 15,5 0-1-15,5 9 4 16,5 2 1-16,1 0 0 0,-3-1 0 15,-4-2 0-15,-3-4-2 16,-1-4-1-16,2 0 3 16,2-4 2-16,1-9-1 15,-4-3 0-15,-3 0 0 16,-4 1 1-16,-5 4 2 16,-3 2 24-16,0 4-6 15,1 5 6-15,-1 0-28 16,2 0-19-16,4 3-37 15,2 12 53-15,6 3 2 16,4 3 1-16,-2-1 2 0,2-3-2 16,-6-5-4-16,0-4-4 15,-3-6-2-15,0-2-27 16,0 0-18-16,1-15-72 16</inkml:trace>
  <inkml:trace contextRef="#ctx0" brushRef="#br0" timeOffset="103795.89">6081 8520 57 0,'0'0'552'0,"0"0"-411"16,0 0-86-16,0 0-55 16,0 0-37-16,0 0-27 15,32 16-30-15,-32 16-74 0,-3-4-87 16</inkml:trace>
  <inkml:trace contextRef="#ctx0" brushRef="#br0" timeOffset="104475.92">4357 9053 112 0,'0'0'347'16,"0"0"-227"-16,0 0-84 16,0 0-36-16,0 0 0 15,0 0 0-15,-25 64 1 16,14-32 1-16,0 0-2 15,3-3 0-15,2 1 0 16,0-2 0-16,1-2-69 16,0-9-99-16,2-9-95 15</inkml:trace>
  <inkml:trace contextRef="#ctx0" brushRef="#br0" timeOffset="104945.74">4202 9032 508 0,'0'0'67'0,"0"0"2"16,0 0-49-16,0 0-18 15,0 0 1-15,105-39-2 16,-58 39 2-16,4 1-3 16,-2 16 1-16,-1 3 4 15,-6 5-5-15,-9 4 0 16,-8 3 0-16,-13 0-6 15,-8 1 6-15,-4-5-10 16,0-3 5-16,-15-6 5 0,-5-5 2 16,-2-4 0-1,-1-7 3-15,2-3 1 0,0 0 6 16,0-5 25-16,5-7-23 16,5 2-11-16,7 0-3 15,4-2 0-15,1 0-8 16,24-4-39-16,10 2 2 15,7-2 7-15,2 2 11 16,0 3 14-16,-5 0 13 16,-8 4 1-16,-9 2 16 15,-4 5 46-15,-6 0-34 16,0 8-29-16,3 10-2 16,-5 4 2-16,2 2-4 0,-6 1-11 15,-3-4-18-15,-3 1-9 16,0-5-24-16,0-4-88 15,-12-7-76-15</inkml:trace>
  <inkml:trace contextRef="#ctx0" brushRef="#br0" timeOffset="105084.46">4793 8953 573 0,'0'0'71'0,"0"0"6"16,0 0-77-16,0 0-62 15,0 0-34-15,0 0 40 0,49 33-95 16,-49 3-20-16</inkml:trace>
  <inkml:trace contextRef="#ctx0" brushRef="#br0" timeOffset="105378.77">4948 9126 628 0,'0'0'16'0,"0"0"-16"16,0 0-1-16,0 0 1 16,7 77 6-16,-7-45-4 15,0-4 5-15,0-6 2 16,0-7-4-16,0-5-2 16,-1-3 1-16,1-5 1 15,0-2 1-15,0 0 51 0,0-14 73 16,1-15-114-1,19-7-16-15,8-1-9 0,5 5-20 16,0 6-30-16,-2 9-35 16,2 4-23-16,-8 11-29 15,-1 2 60-15,-8 4-18 16,-10 13-58-16</inkml:trace>
  <inkml:trace contextRef="#ctx0" brushRef="#br0" timeOffset="106028.13">5185 9220 7 0,'0'0'173'16,"0"0"-89"-16,0 0-30 0,0 0 48 16,0 0-19-16,0 0-6 15,76-60-12-15,-70 44 12 16,3-4 18-16,-6-3-51 16,0 1 13-16,-3 3-26 15,0 4-11-15,0 9-20 16,0 3-2-16,-1 3-4 15,-9 3-19-15,-2 18-40 16,-6 12 55-16,5 2-1 16,0-1-21-16,4-5 9 15,9 1-8-15,0-7-3 16,18-7-9-16,16-12 34 0,6-4 9 16,8-9 7-1,1-16-6-15,0-7-1 16,-5-4-4-16,-10 2-5 0,-10 3 9 15,-9 6 6-15,-9 6 22 16,-3 6 15-16,-3 7-2 16,0 4-38-16,0 2-3 15,-3 4-63-15,-13 16 47 16,-4 3 16-16,-4 5 4 16,2 2-4-16,0-1 0 15,0 3 0-15,6-6 4 16,9-1-4-16,7-3 2 15,0-3-2-15,9-2 0 0,19-5 0 16,15-12 2-16,8 0 3 16,10-9-3-16,1-15 2 15,-2-8-2-15,-4-7-2 16,-12-2 0-16,-11-5 5 16,-10 0 15-16,-12 3 40 15,-9-3-14-15,-2 7-5 16,0 13-7-16,-9 12-27 15,0 10-7-15,3 4-8 16,-3 5-41-16,-4 20 16 16,-2 16 31-16,0 9-5 15,6 6-4-15,6 1-36 0,3-2 7 16,0-5-21 0,0-11-37-16,6-11-70 0,2-17-38 15</inkml:trace>
  <inkml:trace contextRef="#ctx0" brushRef="#br0" timeOffset="106777.05">5722 9188 245 0,'0'0'5'0,"0"0"-5"15,0 0 84-15,94-19 42 16,-54 10-38-16,2 0-35 15,-3 1-24-15,-3 2-13 16,-8 1-11-16,-6 4-3 0,-7 1-2 16,-3 0 0-16,-6 0 0 15,-1 0-5-15,-2 0-6 16,-3 0 1-16,0 0 5 16,0 0 5-16,0 1 0 15,0 4 1-15,3 5-1 16,1 7-3-16,5 5 3 15,3 7 3-15,3 0-2 16,-2 1 0-16,2-5 1 16,-3-5 1-16,-1-5 2 15,-4-6 2-15,-4-6-4 16,-2-3 18-16,4 0 75 16,4-2-14-16,7-16-60 15,2-5-20-15,-3-1-2 0,-7 2 0 16,-5 2-2-16,-3-2 0 15,0 5-2-15,-2 0-13 16,-10 2-23-16,-1 6-36 16,4 0 21-16,4 6 17 15,4 2 8-15,1 1 0 16,0 0 2-16,0 0-10 16,15 0 38-16,10 8 10 15,6 5 32-15,5 4-1 16,0 4-20-16,-2 4-11 15,-7 2 0-15,-3-1-9 0,-5-2-1 16,-10-7 1 0,-4-6 1-16,-5-5 0 0,0-4 0 15,0-2 6-15,0 0 80 16,-18-14-18-16,-9-8-66 16,2-8 5-16,1-2 4 15,11-3 5-15,9 4 5 16,3 3-13-16,1 7-10 15,0 0-11-15,13 4 9 16,14 2-39-16,6-1 13 16,6 0 26-16,2 2 1 15,-3 4-9-15,-8 6-3 0,-10 4-33 16,-11 2-92 0,-7 9-66-16,-2-3-82 15</inkml:trace>
  <inkml:trace contextRef="#ctx0" brushRef="#br0" timeOffset="107710.68">10949 8538 110 0,'0'0'40'16,"0"0"-14"-16,0 0 1 16,-80 2-7-16,69-2 1 15,3 0 14-15,0 0 18 16,5-2-11-16,1 1-8 16,2 0 37-16,0-1 20 15,0 2-71-15,30-3-13 0,28 0 4 16,40-1-9-16,38-3 3 15,43-2 21-15,40 0-4 16,29-1-15-16,16-2-6 16,-5-3 2-16,-17-2 0 15,-22-1-1-15,-21-2-2 16,-20 2 7-16,-25 4 0 16,-25 4 0-16,-33 6 0 15,-34 1-7-15,-27 3 0 16,-22 0 0-16,-13 0-63 15,-29 15-30-15,-37 2 58 16,-34-1-206-16</inkml:trace>
  <inkml:trace contextRef="#ctx0" brushRef="#br0" timeOffset="108578.76">10596 8699 394 0,'0'0'140'0,"0"0"10"16,0 0-65-16,0 0-30 15,0 0-49-15,0 0-6 16,-8-23-25-16,5 52 25 15,0 12 1-15,-5 7 1 16,0 10-2-16,-3 7 2 16,0 8-2-16,0 0 2 15,1-2-2-15,4-11-3 16,1-10-1-16,4-11-10 16,1-9-10-16,0-9 1 15,8-6 10-15,6-8 5 0,6 1 8 16,9-5 1-16,17 0 0 15,15 0 1-15,18 4 2 16,18 1-4-16,13 3-2 16,8-1-2-16,10 1 4 15,12 4 0-15,10-5-8 16,20 2-6-16,15-4 10 16,15-1 2-16,2-3 4 15,-5-1-2-15,-12-3 2 16,-16 0-1-16,-17 0 6 15,-13-3 14-15,-20-6-5 16,-18-1 1-16,-28-2 4 0,-20 5-7 16,-24-3 1-16,-13 7-15 15,-12 0 8-15,-4 0-7 16,0 2 3-16,0-1-4 16,0 0-2-16,0 2-3 15,0-3-2-15,-4 1 0 16,-5-2-31-16,-5 1-17 15,1 0-20-15,-1-2-51 16,-1-4-93-16</inkml:trace>
  <inkml:trace contextRef="#ctx0" brushRef="#br0" timeOffset="108929.92">13659 8410 428 0,'0'0'42'16,"0"0"102"-16,0 0-93 15,0 0-42-15,0 0-9 0,0 0-53 16,-20 15 53 0,7 37 0-16,-2 16 0 0,-6 14 7 15,-6 15-4-15,-4 7 2 16,-2 7 0-16,5-2-4 16,7-8-1-16,4-12-5 15,13-17-59-15,4-18-42 16,0-19-46-16,0-20-107 15</inkml:trace>
  <inkml:trace contextRef="#ctx0" brushRef="#br0" timeOffset="109066.94">13375 9179 463 0,'0'0'238'0,"0"0"-232"0,0 0-6 16,0 0-258-16,0 0 127 15,0 0-121-15</inkml:trace>
  <inkml:trace contextRef="#ctx0" brushRef="#br0" timeOffset="109857.87">11209 8606 440 0,'0'0'147'0,"0"0"-8"0,0 0-48 16,0 0-42 0,0 0-45-16,0 0-4 0,-58-42-4 15,21 68 4-15,1 11-1 16,4 4 1-16,3 4-5 16,11 3-7-16,5-1-8 15,10-5-24-15,3-6 2 16,6-9-13-16,18-12 9 15,12-11 30-15,5-4 16 16,3-13 5-16,-5-11-3 16,-9-4 4-16,-9 0 16 15,-10 4 51-15,-2 1-20 16,-5 6-9-16,-2 10-8 16,-2 2-25-16,0 5-11 15,3 0-34-15,0 5-57 16,1 14 88-16,3 2 3 0,1 4-7 15,0 2-23-15,1-1-7 16,4-1 4-16,1-4-51 16,2-6-83-16,4-12-5 15</inkml:trace>
  <inkml:trace contextRef="#ctx0" brushRef="#br0" timeOffset="110873.5">11570 8713 531 0,'0'0'63'16,"0"0"-63"-16,0 0-21 15,0 0 21-15,0 0 1 16,0 0 1-16,-11 92 2 16,7-66-2-16,3 0-1 15,1-5 3-15,0-4-4 16,3-6 0-16,9-3 3 15,-2-8 7-15,2 0 0 16,5-8 60-16,-4-9-12 16,0-3-42-16,-5 1-9 15,-6 0 9-15,-2-1-16 16,0 3-8-16,-16 1-31 16,0 3-9-16,6 5 40 0,3 1 6 15,7 1-3-15,0 2 4 16,7-1-29-16,14 0-13 15,7 1 22-15,5 0 15 16,4 3 5-16,-1 1-5 16,0 0 3-16,-5 0 3 15,-3 0 0-15,-3 0 0 16,-6 0 2-16,-6 0-4 16,-7 0 2-16,-4 1 0 15,-2 1 0-15,0 0-1 16,0 1-2-16,0 0-4 15,0-2-6-15,0 1 3 0,0-1 10 16,0-1 0 0,0 0 44-16,0 0 21 0,0 0 16 15,0 0-17-15,0 0 2 16,0-3-46-16,0 0-11 16,0 0-8-16,0 3 5 15,0 0-6-15,0 0 0 16,0 0 0-16,0 0-3 15,0 0-1-15,0 0-4 16,0 0 2-16,0 0-14 16,0 0-32-16,0 0-15 15,0 0-10-15,0 0 60 0,0 0 4 16,0 0-3 0,0 0 16-16,0 0 5 0,0 0 27 15,0 0 46-15,0 0-15 16,0-5-44-16,0-4-2 15,-5 3-15-15,-4 2-2 16,-7 3 0-16,1 1-9 16,-5 0-1-16,1 11-13 15,3 6 4-15,4 2 10 16,3 2 7-16,3 1 1 16,1 1 1-16,2 1-2 15,3-5-5-15,0-3-3 16,0-4 1-16,0-8-1 15,8-4 6-15,-2 0 4 16,8-1 12-16,2-14 4 16,4-6-13-16,-2-4 2 0,-3 5 15 15,-7-1 23-15,-8 2-4 16,0 2-1-16,0 6-10 16,0 6 1-16,0 5-16 15,3 0-13-15,0 5-46 16,0 13 31-16,4 6 11 15,-1 2-9-15,2 1-1 16,2-5-5-16,6-4 2 16,5-4 14-16,0-5-5 15,5-4-32-15,0-5-84 16,3 0-188-16</inkml:trace>
  <inkml:trace contextRef="#ctx0" brushRef="#br0" timeOffset="111022.81">12224 8828 415 0,'0'0'34'0,"0"0"-34"16,0 0-137-16,0 0-11 15</inkml:trace>
  <inkml:trace contextRef="#ctx0" brushRef="#br0" timeOffset="111713.75">11005 9089 414 0,'0'0'117'16,"0"0"-42"-16,0 0-64 0,0 0-11 16,0 0-45-16,0 0 45 15,-14 71 2-15,0-30-1 16,-3 2 1-16,-1 1-2 15,4-6 0-15,3-6-50 16,2-8-49-16,6-12-92 16</inkml:trace>
  <inkml:trace contextRef="#ctx0" brushRef="#br0" timeOffset="112207.91">10973 9043 269 0,'0'0'106'0,"0"0"-103"15,0 0 0-15,0 0 3 16,0 0 36-16,0 0-1 16,70 47-6-16,-36-26-19 15,1 3-8-15,-3 5-3 16,2-2 0-16,-6 6-5 15,-5 0 5-15,-5-2-3 16,-8-2-2-16,-5-5 2 16,-5-2-1-16,0-4 1 15,-9-5 2-15,-12 2 1 16,1-5 0-16,0-4 3 16,2-3 2-16,4-3-1 0,2 0-1 15,1-3 20-15,3-8-12 16,8-4-16-16,0-3-10 15,15-2-57-15,12 0-11 16,8 3 6-16,3 0 10 16,-1 0 14-16,1 3 48 15,-6 2 42-15,-5 5 59 16,-5 5-12-16,-2 2-60 16,-5 0-23-16,4 13-3 15,-2 7-1-15,-1 3 0 16,-2 5-1-16,-1-2-1 15,-4-2-9-15,-3-4-53 16,-6-11-61-16,0-9-79 0</inkml:trace>
  <inkml:trace contextRef="#ctx0" brushRef="#br0" timeOffset="112350.32">11535 8984 535 0,'0'0'50'15,"0"0"-25"-15,0 0-25 16,0 0-118-16,0 0 101 16,0 75-62-16,0-32-46 15</inkml:trace>
  <inkml:trace contextRef="#ctx0" brushRef="#br0" timeOffset="112654.81">11696 9249 703 0,'0'0'113'16,"0"0"-113"-16,0 0-15 16,0 0 9-16,0 0 6 15,0 0 2-15,6 84-1 16,-3-67 4-16,0-4-4 16,0-6-1-16,-2 0-7 15,-1-4-35-15,0-3 16 16,0 0 26-16,0-11 54 15,0-9-50-15,0-7 0 0,2-2-4 16,3 0 12-16,9 8 7 16,7 3-19-16,7 11-1 15,7 4-97-15,3 3 6 16,1 0-13-16,1 3-36 16,-4 4 48-16,-8 3-65 15</inkml:trace>
  <inkml:trace contextRef="#ctx0" brushRef="#br0" timeOffset="113287.77">12030 9251 230 0,'0'0'239'16,"0"0"-135"-16,0 0-49 16,0 0 5-16,0 0-32 15,0 0-13-15,0-38 1 16,0 26-9-16,0 0 3 0,0-1 5 16,0 1-2-16,0 2 23 15,0 1-27-15,-9 7-9 16,-3 2-1-16,-3 1-6 15,-9 20-3-15,-1 5 8 16,0 7-3-16,6 1-4 16,8 1-6-16,6-4-6 15,5-6 7-15,14-7-29 16,24-12 40-16,12-6 3 16,12-3 9-16,4-17-6 15,-4-6 2-15,-2-5-5 16,-7-4-1-16,-12 4-20 15,-11 2 1-15,-13 5 20 16,-7 7 2-16,-6 7 31 0,-2 6 4 16,-2 4-13-16,0 0-24 15,0 1-24-15,-20 19-3 16,-8 4 27-16,-5 6 3 16,0 1-3-16,4-1 0 15,5 1 1-15,7-2-2 16,7 0 1-16,10-3-7 15,0-9-21-15,31-5 10 16,16-10 16-16,12-2 2 16,7-14 0-16,3-14 3 0,-1-6-3 15,-6-5 2 1,-7-3 8-16,-12-2 33 0,-8-3-15 16,-11-1-3-16,-10-1-2 15,-8 1 38-15,-6 5-14 16,0 11-26-16,0 12-1 15,-2 13-11-15,1 7-9 16,-5 1-22-16,-5 25-52 16,-8 19 74-16,-6 15 1 15,-4 9-1-15,3 6-4 16,4-5-26-16,9-5-8 16,9-7-51-16,4-15-5 15,0-13-101-15,0-16 1 16</inkml:trace>
  <inkml:trace contextRef="#ctx0" brushRef="#br0" timeOffset="114003.65">12618 9252 436 0,'0'0'72'16,"0"0"-51"-16,0 0-21 15,0 0 0-15,0 0 2 16,119-29 1-16,-80 24 3 15,2 2 2-15,-8 3-5 16,-13 0-3-16,-2 0 0 16,-12 0 1-16,-2 0-1 15,-4 0 0-15,0 0-1 0,2 0-1 16,-2 0 1 0,0 0-6-16,0 0 7 0,0 3 1 15,5 4 1-15,0 3-1 16,-1 4 5-16,3 5 4 15,1 3 6-15,4-1-6 16,-2-1-7-16,4-4 13 16,-4-3 5-16,3-3-11 15,0 0-6-15,2-4 10 16,-3-2-9-16,-5-2 12 16,-2-2-7-16,-2 0 43 15,-2-6 54-15,1-11-71 16,-1-2-27-16,-1-2-8 15,0-1-1-15,0 5 0 16,0 0-3-16,0 4-37 0,0 2-14 16,0 3-35-1,0 2 44-15,0 3 15 0,6 1 19 16,9 2-34-16,6 0 8 16,3 0 37-16,4 0 0 15,4 0 22-15,-1 14 4 16,0 5-12-16,-1 3-5 15,-5 3 1-15,-5 1-1 16,-8-1-7-16,-4-4 3 16,-6-4-5-16,-2-5 0 15,0-3 0-15,0-6 3 16,-10-1 1-16,-1-2 3 16,-1-5 18-16,-3-15 12 0,5-8 5 15,4-5 5-15,3-6-19 16,3-1-20-16,7-2 21 15,13 5-15-15,5 4-4 16,2 11-10-16,3 10-6 16,4 9-78-16,-1 3-44 15,-6 0-41-15,-12 8-159 16</inkml:trace>
  <inkml:trace contextRef="#ctx0" brushRef="#br0" timeOffset="114886.61">17672 8565 206 0,'0'0'20'0,"0"0"-10"15,0 0-4-15,0 0-4 16,0 0 8-16,0 0 28 15,75 42 34-15,10-39-2 16,37-3-8-16,38 0-6 16,41-1-13-16,28-9-8 15,21-1-2-15,1 2-17 16,4 5 4-16,-2 0-19 16,-20 3 5-16,-18-1-5 15,-33 2 0-15,-36 0 2 16,-25 0-3-16,-26 0-1 15,-25 2-1-15,-25 2 3 0,-24-2-2 16,-13 3-1-16,-8 0-44 16,-8 3-26-16,-29 7 22 15,-22 2 18-15,-19-3-134 16,-13-5-174-16</inkml:trace>
  <inkml:trace contextRef="#ctx0" brushRef="#br0" timeOffset="115735.93">17954 8797 271 0,'0'0'132'16,"0"0"-1"-16,0 0-27 16,-6-78-31-16,-2 66-6 15,5 7-26-15,1 4-21 16,-1 1-20-16,-1 11-10 15,-4 20 2-15,-7 14 8 16,-4 13 4-16,-7 11-4 16,0 13 0-16,-6 6-3 0,4-1-2 15,1-8-7 1,3-13 0-16,9-11-3 0,7-13-2 16,7-12 6-1,1-12 6-15,0-8-1 0,0-8 6 16,1-2 3-16,7 0 49 15,1-7-18-15,0-3-26 16,0 0-4-16,0 5-4 16,0 1 0-16,6 1-11 15,3 1-12-15,4 2 9 16,10 0 6-16,12 0-3 16,22 10 3-16,29 7 3 15,37 4-11-15,38 4-12 16,24-2 6-16,22-2-16 15,12-1 28-15,11-3 10 0,8-7 0 16,-2-7 4-16,-8-3-1 16,-27 0-3-16,-33-10 21 15,-30-6 23-15,-33-2 9 16,-31-1-10-16,-31 0 3 16,-25 2 3-16,-18 0 0 15,-9 2-18-15,0 2-29 16,-3 1-2-16,-19 6-13 15,-7 4-28-15,0 2 2 16,-4 3-8-16,0 15-35 16,-2 6-18-16,1-2-31 15,3-11-139-15</inkml:trace>
  <inkml:trace contextRef="#ctx0" brushRef="#br0" timeOffset="116068.46">20639 8644 264 0,'0'0'88'16,"0"0"-8"-16,0 0-27 15,0 0 1-15,0 0-31 16,0 0-23-16,-6-48-59 0,6 72 59 16,0 7 2-16,0 16 0 15,-2 13 0-15,-9 21 36 16,-5 17-6-16,-1 18-12 16,4 5-11-16,5-2-8 15,3-12 0-15,5-13-1 16,0-18-10-16,0-15-72 15,5-24-104-15</inkml:trace>
  <inkml:trace contextRef="#ctx0" brushRef="#br0" timeOffset="116220.7">20513 9438 771 0,'0'0'0'15,"0"0"-38"-15,0 0-157 16,0 0 157-16,0 0-58 16,0 0-85-16</inkml:trace>
  <inkml:trace contextRef="#ctx0" brushRef="#br0" timeOffset="118215.8">18770 8649 415 0,'0'0'94'0,"0"0"17"15,0 0-14-15,0 0-75 16,0 0-22-16,0 0-13 16,8 44 13-16,-22 4 3 15,-5 5 0-15,-5 3-3 16,0-3-9-16,5-6-20 16,3-10-9-16,7-14 20 15,7-12-4-15,0-8 8 16,1-3 14-16,1-5 15 15,0-14 5-15,0-5-18 16,0-2-2-16,0 6-1 0,0 4-2 16,0 3 2-16,0 6-1 15,0 4 1-15,3 3-26 16,8 0-10-16,5 0 23 16,5 0 10-16,3 0 4 15,6 0 0-15,5 0 0 16,4 0 4-16,1-5-4 15,2-7 1-15,0-7-2 16,-5-5 2-16,-10-3 0 16,-3 0 2-16,-11 0 35 15,-8 1 26-15,-5 3-18 0,0 4 10 16,0 6-4 0,0 9-14-16,0 4-37 0,0 6-1 15,0 18-40-15,-3 13 39 16,-2 9 0-16,1 7-1 15,4 2-22-15,0 6-15 16,0-5-27-16,12-6-3 16,4-14-17-16,1-15 13 15,3-16 45-15,3-5 28 16,3-21 11-16,4-11 27 16,2-5 11-16,0 2 4 15,-2 6-10-15,-3 5 9 16,-9 12-13-16,-3 6-29 15,-6 6-7-15,-3 0-3 16,0 1-12-16,6 15 2 0,1 5-4 16,4 3 6-16,3 3-10 15,-1-1-5-15,-3-7 8 16,-6-3 0-16,-5-9 4 16,-2-4 9-16,-2-3 2 15,2 0 45-15,2-10-18 16,1-8-23-16,-3-4-2 15,1-1 6-15,-2 0 1 16,-2 1-5-16,0 5 33 16,0 4 24-16,0 5-30 15,0 7 3-15,0 1-25 16,0 0-9-16,0 15-35 0,0 12 32 16,0 11 3-1,0 8-1-15,0 7 1 0,0 1 3 16,-6-3-2-16,-5-8 2 15,-1-13-2-15,0-7 3 16,1-9-3-16,6-6-1 16,1-8 4-16,0 0 3 15,-2 0 9-15,-2-14-3 16,-1-6-13-16,0-6 0 16,4 2 0-16,0 2 0 15,5 3 0-15,0 8-4 16,4-1-16-16,14-2-21 15,7-4-13-15,8-3 32 16,9-6-4-16,7-4 0 0,7-3 17 16,1-4 7-16,0-2 2 15,-2 0 6-15,-1-1 12 16,-5 0 4-16,-7 4 1 16,-9 3 18-16,-11 9 9 15,-7 8-14-15,-8 6-28 16,-4 11-8-16,-1 0-4 15,-2 3-60-15,0 19 56 16,0 7 5-16,0 11 3 16,0 3-2-16,-5 2 2 15,2-3 0-15,0-7 0 0,3-9 0 16,-1-10 0-16,-2-9-1 16,3-5 1-16,-1-2 3 15,-1 0 5-15,-2-13 14 16,-6-10-12-16,-7-4-10 15,-10 1 0-15,-6 4 0 16,1 5 0-16,6 8 2 16,2 9-2-16,3 0-4 15,-3 13-4-15,0 9 5 16,6 7 0-16,2 3-3 16,7 2 1-16,9-4 0 15,0-2-5-15,21-9 4 16,18-7 5-16,7-7 1 15,5-5-5-15,-2-5-48 16,-7-14-52-16,-5-5-210 0</inkml:trace>
  <inkml:trace contextRef="#ctx0" brushRef="#br0" timeOffset="118920.05">18229 9085 541 0,'0'0'97'16,"0"0"-1"-16,0 0-96 16,0 0-26-16,0 0-37 15,0 0 63-15,-28 70-1 16,7-24 2-16,-2-3-2 16,-1-1 0-16,4-2-25 15,6-6-46-15,4-6-101 16,7-11-19-16</inkml:trace>
  <inkml:trace contextRef="#ctx0" brushRef="#br0" timeOffset="119448.48">18168 9094 201 0,'0'0'57'16,"0"0"24"-16,0 0-17 16,0 0-22-16,0 0-21 15,80-21-11-15,-60 38 1 16,1 7-3-16,-5 7 0 0,3 8-4 16,-4 4-2-16,-6 1 0 15,-7-2 5-15,-2-2-6 16,0-7 4-16,-12-5 3 15,-5-3-5-15,0-9 3 16,-2-7-3-16,-1-6 6 16,-2-3-4-16,0 0 11 15,2-11 9-15,-1-9 3 16,3-2-11-16,3 2 12 16,9 6-24-16,6 2-2 15,0 4-3-15,30 1-23 16,12 0-33-16,8-3 24 15,8 3 13-15,2-3 9 0,0 2 10 16,-1 0 3-16,-2 4-1 16,-3 2 4-16,-10 2 0 15,-6 0-3-15,-4 5-2 16,-8 9 0-16,-6 4 2 16,-10 4-3-16,-6 2 0 15,-4-1-4-15,0-3 0 16,-9-3-25-16,-6-4-2 15,-3-6-57-15,7-7-73 16</inkml:trace>
  <inkml:trace contextRef="#ctx0" brushRef="#br0" timeOffset="119588.83">18915 9008 541 0,'0'0'10'0,"0"0"-10"15,0 0-64-15,0 0-73 16,0 0 35-16,-24 91-79 16</inkml:trace>
  <inkml:trace contextRef="#ctx0" brushRef="#br0" timeOffset="119881.29">18912 9319 613 0,'0'0'18'0,"0"0"-18"16,0 0 0-16,0 92 3 15,0-61 5-15,0-4-7 16,0-10 0-16,0-4 4 16,0-6-3-16,0-4 2 15,0-1-4-15,0-2 2 16,0 0 26-16,3-15 105 15,4-9-126-15,5-5-7 16,5-3-5-16,2 6-4 16,5 6 0-16,6 11-46 0,4 6-53 15,-1 3-44 1,0 3-48-16,-6 10 35 0</inkml:trace>
  <inkml:trace contextRef="#ctx0" brushRef="#br0" timeOffset="120597.18">19214 9478 301 0,'0'0'165'0,"0"0"-46"15,0 0-55-15,0 0-12 16,0 0-9-16,51-72-14 16,-41 60-2-16,4 1-14 15,-6 1 0-15,-2 2-2 16,-4-1 2-16,-2 3 8 15,0 2-15-15,0 1-6 0,-10 3-5 16,-6 1-6-16,-8 16 1 16,0 7 9-16,2 2-9 15,7 5-6-15,9-1-6 16,6-4 7-16,0-4 9 16,26-9-12-16,12-6 18 15,10-7 6-15,4 0 1 16,6-9-4-16,-3-14-2 15,-2-3-1-15,-6 0-2 16,-6 1-5-16,-10 2 3 16,-7 5 4-16,-8 5-2 15,-7 3 2-15,-4 4 3 0,-5 5 1 16,0 1-4 0,0 0-26-16,-12 5-5 0,-14 12 31 15,-4 3 1-15,-4 3 2 16,1 0-3-16,3 1 3 15,5-2-3-15,4-1 2 16,8-1 0-16,8 2-2 16,5-1 0-16,5-1-3 15,31-3-3-15,20-3 6 16,15-8 1-16,9-6-1 16,2-4-17-16,0-20 10 15,-7-5 2-15,-10-5 4 16,-14-2 0-16,-12-3 2 15,-14 3 0-15,-10-5 32 16,-12 0 25-16,-3 0-8 0,-8 5-20 16,-12 9-26-16,6 12-2 15,3 11-2-15,0 4-5 16,0 15-63-16,-6 15 54 16,-3 7 4-16,4 13 8 15,0 6 2-15,6 2-3 16,10-1-8-16,0-12-11 15,0-11 0-15,11-10-13 16,-6-9-23-16,-1-8-115 16,-4-7-97-16</inkml:trace>
  <inkml:trace contextRef="#ctx0" brushRef="#br0" timeOffset="121281.52">19789 9403 545 0,'0'0'1'0,"0"0"-1"16,0 0 0-16,99 3 1 15,-59 5 4-15,13 1 4 16,7-1 3-16,0-4-3 16,-2 0-4-16,-6-4-3 15,-4 0 1-15,-12 0-2 16,-12 0 0-16,-12 0 0 15,-9-4 3-15,-3 0 43 0,0-1-14 16,0 2-13-16,-5 3-12 16,-4 0-8-16,-4 0-4 15,-2 17 3-15,-1 8 1 16,-1 9 0-16,4 4 0 16,8 3 2-16,5-5 0 15,9-10-2-15,17-10 3 16,5-12 6-16,6-4 5 15,-3-4 23-15,1-17-8 16,-3-7-10-16,-5-1-6 16,-5 0-6-16,-6-5-4 15,-6 5-3-15,-3 3 0 16,-4 6-1-16,-3 6-2 16,0 4-12-16,0 5-52 0,0 3-1 15,0 2 17-15,0 0 17 16,0 0 6-16,8 0-5 15,7 10 32-15,9 7 1 16,7 4 6-16,8 1 16 16,-5 5 6-16,-1-4-2 15,-8 1-6-15,-8 1-8 16,-7-3-7-16,-6-4-5 16,-4-4 4-16,0-7-3 15,0-3-1-15,-17-4 1 16,-6 0 9-16,-1-9-2 15,2-13 25-15,6-3 31 16,5-3-21-16,7 0-23 16,4 3-12-16,1 3-8 0,23 5-12 15,12 3-54-15,4 4-49 16,8 0 12-16,0 2-55 16,1-3-7-16</inkml:trace>
  <inkml:trace contextRef="#ctx0" brushRef="#br0" timeOffset="121456.27">20969 9346 596 0,'0'0'110'16,"0"0"18"-16,0 0-51 15,0 0-39-15,0 0-29 16,0 0-9-16,-9-20-94 15,4 43-2-15,-2 0-5 16,-3-5-176-16</inkml:trace>
  <inkml:trace contextRef="#ctx0" brushRef="#br0" timeOffset="121898.02">20276 9457 160 0,'0'0'85'0,"0"0"16"0,0 0 6 16,0 0-16 0,0 0-6-16,0 0-20 0,8-41-19 15,-2 41-23-15,2 0-23 16,2 0-1-16,7 6 1 15,0 7-2-15,0 2-3 16,-1 4 3-16,1-2-1 16,-4 0-7-16,-2-2 0 15,-4-4-35-15,-4-1-10 16,-3 0-20-16,0 0-7 16,-7-2-21-16,-10-1-43 15</inkml:trace>
  <inkml:trace contextRef="#ctx0" brushRef="#br0" timeOffset="122062.81">20383 9605 553 0,'0'0'136'16,"0"0"5"-16,0 0-65 16,0 0-41-16,0 0-35 15,0 0-14-15,3-22-84 16,-3 37-24-16,-8 1 14 15,-5-8-158-15</inkml:trace>
  <inkml:trace contextRef="#ctx0" brushRef="#br0" timeOffset="124626.76">3832 8307 235 0,'0'0'125'0,"0"0"-57"15,0 0 26-15,0 0-15 16,0 0 1-16,-3-72-16 15,3 72-24-15,0 0-34 16,0 0-6-16,0 14-2 16,6 13 1-16,4 7 1 15,4 5 0-15,-4-2-1 16,1-6 2-16,-1-9 0 16,1-8-1-16,3-8 0 15,9-6 0-15,13-12 7 16,16-27-3-16,11-14-1 15,11-9-3-15,-1-5 0 0,-5 2 0 16,-12 8-2 0,-14 9-4-16,-15 15-18 0,-11 16-29 15,-13 17-56-15,-3 0-230 16</inkml:trace>
  <inkml:trace contextRef="#ctx0" brushRef="#br0" timeOffset="124778.49">4371 8199 62 0,'0'0'51'0,"0"0"56"16,0 0 82-16,0 0-12 15,0 0-79-15,0 0-46 16,0 4-52-16,0 6-30 16,0 5-93-16,2 3-26 0,9-2-85 15</inkml:trace>
  <inkml:trace contextRef="#ctx0" brushRef="#br0" timeOffset="127176.79">12806 8419 333 0,'0'0'115'16,"0"0"2"-16,0 0-23 16,0 0-31-16,0 0-20 15,0 0-29-15,0 0-14 0,1-70-15 16,2 85 15 0,4-1 1-16,-1 5 2 0,-1 1-3 15,-1-1 1-15,2 1 2 16,0-1-2-16,-1-2-1 15,2-3 2-15,1-4-2 16,5-6 1-16,10-4-1 16,14-6 5-16,15-21-1 15,18-12-3-15,6-7 2 16,0-4-3-16,-10 5 0 16,-13 7 0-16,-17 14 3 15,-15 12-3-15,-9 12-56 16,-12 0-186-16,-4 12-60 15</inkml:trace>
  <inkml:trace contextRef="#ctx0" brushRef="#br0" timeOffset="127351.46">13244 8441 500 0,'0'0'142'0,"0"0"-57"16,0 0-25-16,0 0-34 15,0 0-13-15,0 0-13 16,0-2-61-16,0 16-103 16,-3 3 83-16,0 0-160 15</inkml:trace>
  <inkml:trace contextRef="#ctx0" brushRef="#br0" timeOffset="128571.36">13393 8936 6 0,'0'0'55'0,"0"0"-38"15,0 0-11-15,0 0 14 16,0 0 18-16,0 0-5 15,42-46-21-15,-37 40 21 0,-2 2 14 16,1-1-21-16,0 2-25 16,-2 0 0-16,2 1 0 15,1 1-1-15,-1-1 0 16,-1 1 0-16,0 1-1 16,0 0 1-16,0 0-7 15,4 0-10-15,-2 0 3 16,0 0-1-16,-2 0-2 15,-2 3-17-15,-1-2 21 16,0 1-5-16,0-2 9 16,0 5-1-16,0-5 5 15,0 1 1-15,0 1-16 0,0-2 12 16,0 0 2 0,0 0 6-16,0 0 15 0,0 1 16 15,-7 1-26-15,-7 2-5 16,1-2-8-16,1 3-7 15,0-2-32-15,1 0 3 16</inkml:trace>
  <inkml:trace contextRef="#ctx0" brushRef="#br0" timeOffset="131386.84">20459 8772 236 0,'0'0'70'16,"0"0"18"-16,0 0-3 0,0 0-10 16,0 0-4-16,0 0-27 15,0-18-44-15,0 18-6 16,0 4 6-16,0 10-1 15,4 8 1-15,-4 2 0 16,0 0 1-16,0-2 1 16,0-2-2-16,0-6 4 15,2-4-4-15,5-5 1 16,11-5 6-16,19-7 20 16,21-21 23-16,16-11-33 15,11-8-3-15,0-2-8 16,-8-1-2-16,-5 1 4 15,-10 4 0-15,-12 7 8 0,-14 11 9 16,-12 10-15-16,-13 11-10 16,-5 6-15-16,-6 0-132 15,0 20 24-15,-14 6-7 16,-15 2-34-16</inkml:trace>
  <inkml:trace contextRef="#ctx0" brushRef="#br0" timeOffset="131552.77">21153 8695 470 0,'0'0'72'15,"0"0"48"-15,0 0-5 0,0 0-61 16,0 0-49-16,0 0-5 16,0-19-106-16,-20 50 27 15,-7 0-84-15,-3-8-207 16</inkml:trace>
  <inkml:trace contextRef="#ctx0" brushRef="#br0" timeOffset="133285.35">18053 9148 25 0,'0'0'48'15,"0"0"-24"-15,0 0 57 16,0 0-10-16,0 0-54 15,0 0 21-15,-20-24-3 16,20 19 28-16,0 1-26 16,0 2 9-16,0-1-11 15,0 2 1-15,0-1-7 16,0 1-7-16,0-1-12 16,0-3-4-16,5 0-4 15,11 0 2-15,7-4-3 16,0 1 4-16,3 1-2 15,-3 2 1-15,-3 3-3 16,-2 0-1-16,-4 2 0 0,-4 0 0 16,-3 0-1-16,-3 0-4 15,0 0-23-15,-3 2-8 16,-1 3-39-16,0 2-33 16,-1 3 50-16,-14 0-42 15</inkml:trace>
  <inkml:trace contextRef="#ctx0" brushRef="#br0" timeOffset="133447.71">18159 9172 150 0,'0'0'178'0,"0"0"-33"16,0 0-46-16,0 0-29 0,0 0 10 15,0 0-64-15,0-3-16 16,0 3-103-16,0 8-4 15,3 4-69-15,-2-5-156 16</inkml:trace>
  <inkml:trace contextRef="#ctx0" brushRef="#br0" timeOffset="133823.1">18003 9334 222 0,'0'0'111'0,"0"0"12"16,0 0-54-16,0 0 3 15,0 0-14-15,0 0-28 16,-14-18-13-16,14 18-11 16,0 0-6-16,0 0-2 15,1 0 2-15,14 0 2 0,2 6 0 16,2 6-2 0,-1 1-2-16,-3 3-4 0,-3 1-31 15,-2-3 1-15,-6 3-17 16,1-3-16-16,-5-1-22 15,0-6-31-15,0-2-27 16</inkml:trace>
  <inkml:trace contextRef="#ctx0" brushRef="#br0" timeOffset="133984.38">18107 9418 300 0,'0'0'187'0,"0"0"-75"16,0 0-8-16,0 0-39 15,0 0-29-15,0 0-36 0,0-18-2 16,0 29-123-16,4 6 52 16,4-2-98-16,-6-5-126 15</inkml:trace>
  <inkml:trace contextRef="#ctx0" brushRef="#br0" timeOffset="134999.88">18830 9409 258 0,'0'0'142'0,"0"0"-62"16,0 0 1-16,0 0-20 15,0 0-1-15,0 0-5 16,3-27-28-16,-3 27-14 15,0 0-13-15,0 0-8 16,0 1-7-16,-9 18 6 0,-7 5 6 16,-4 3 3-16,1-1-4 15,0-2-7-15,2-2 6 16,2-3 1-16,5-2-20 16,3-4-12-16,2-3-6 15,2-6-1-15,3-2-17 16,0-2 35-16,0 0 25 15,13-12 15-15,7-10-15 16,2-3 0-16,-1 0 3 16,-7-3 16-16,0 3 7 0,-7 3 26 15,0 2-2 1,-3 6 1-16,-2 5-22 0,-2 6 2 16,0 1-20-16,0 2-11 15,0 0-8-15,0 5-28 16,0 13 31-16,0 7 4 15,0 2 2-15,-6 1 0 16,1 0-1-16,1-3 0 16,1-3-1-16,1-5-45 15,2-2-14-15,0-4-46 16,0-10-96-16</inkml:trace>
  <inkml:trace contextRef="#ctx0" brushRef="#br0" timeOffset="135164.79">18873 9472 505 0,'0'0'152'0,"0"0"-44"16,0 0-77-16,0 0-31 16,0 0-16-16,0 0-92 15,6 39 26-15,11-22-124 16</inkml:trace>
  <inkml:trace contextRef="#ctx0" brushRef="#br0" timeOffset="157717.56">19145 7878 84 0,'0'0'25'16,"0"0"28"-16,0 0-29 15,0 0 13-15,0 0-8 16,0 0-8-16,0 0 7 15,0 0-24-15,-5-25 0 16,5 25-4-16,0 0 0 16,-1 0 0-16,-1-3-1 15,0 3 1-15,1 0 1 16,0-1 1-16,-1-2 2 16,1 3 14-16,-1-2 4 15,2 2-17-15,0-1 6 16,0 1 1-16,0 0-4 15,0 0 7-15,0 0 0 0,-1-2 1 16,1 2-6-16,0-1-7 16,0 1-1-16,0 0-2 15,0 0-3-15,0 0 2 16,0 0 1-16,0 0 0 16,0 0 0-16,0 0 1 15,0 0-1-15,0 0-3 16,0 0-17-16,0 0-67 15,-3 0 34-15,3 0 36 16,-1 0-13-16,1 3-12 16,0 0-44-16</inkml:trace>
  <inkml:trace contextRef="#ctx0" brushRef="#br0" timeOffset="167601.08">13041 6710 89 0,'0'0'62'0,"0"0"-16"15,0 0-1-15,0 0-19 16,0 0 19-16,0 0 34 16,0 0-41-16,6-22-27 15,-6 22-7-15,0 0-1 0,0 0 3 16,0 0 9-16,0 0-4 16,0-1-10-16,0 0 4 15,0 1-5-15,0-2 1 16,0 2-3-16,0 0 0 15,0 0 1-15,0 0-26 16,0 0-72-16,0 4 3 16,-4 7 65-16,-5-3-94 15</inkml:trace>
  <inkml:trace contextRef="#ctx0" brushRef="#br0" timeOffset="172799.52">11973 9900 69 0,'0'0'18'0,"0"0"-13"16,0 0-5-16</inkml:trace>
  <inkml:trace contextRef="#ctx0" brushRef="#br0" timeOffset="174883.07">12009 9657 54 0,'0'0'30'0,"0"0"-20"16,0 0 35-16,0 0-18 15,0 0-13-15,0 0 1 0,0-25 7 16,0 24 18-1,0-1-22-15,0 0-11 0,-2 2-2 16,2-1 9-16,0 1 3 16,-1-2-4-16,1 2-4 15,-2-2-3-15,1 1 3 16,1-2 2-16,-2 3-5 16,2-1 4-16,0 1-1 15,0 0 1-15,0 0-9 16,-1 0-1-16,1 0 1 15,0 0-1-15,0 0 0 16,0 0 5-16,0-2 21 0,-2 2 22 16,2-1-11-1,-1-3-15-15,-1-1 0 0,2 0 17 16,-1 0-11-16,1 0-1 16,0-1-4-16,0 0 7 15,0 2 2-15,0 0-21 16,0 2-6-16,0 1 4 15,0-1-7-15,0 2-2 16,0 0-1-16,0 5-12 16,0 15-2-16,0 16 15 15,0 12 0-15,0 13 1 16,-12 8 2-16,-3 5-1 16,-6 4 0-16,1-3-1 15,4 0 3-15,7-7-3 16,4-6-1-16,5-10 1 0,0-12 0 15,0-13 0-15,0-6-1 16,0-11 0-16,0-3 1 16,0-3-1-16,0 0-1 15,0 3-12-15,-6 2-80 16,-2-4-46-16,1-5-123 16</inkml:trace>
  <inkml:trace contextRef="#ctx0" brushRef="#br0" timeOffset="175048.66">11906 10358 616 0,'0'0'85'0,"0"0"23"0,0 0-58 16,0 0-12-16,0 0-28 16,0 0-10-16,-5-34-96 15,5 60 14-15,0 7-13 16,0-3-123-16</inkml:trace>
  <inkml:trace contextRef="#ctx0" brushRef="#br0" timeOffset="177925.21">9716 10536 248 0,'0'0'59'0,"0"0"-6"15,0 0-17-15,0 0 17 16,-50-72-16-16,42 60-17 15,-2 2 6-15,7 1-10 0,-2 4-8 16,3 0-8-16,1 4 2 16,1-1-2-16,0 2-17 15,0 0-56-15,8 0 66 16,15 5 4-16,11 0 3 16,10 0 9-16,12-1-7 15,11-3 1-15,13 1 0 16,16 0 0-16,17-2-2 15,12 0 1-15,20 0 5 16,15 0-4-16,12 0 0 0,11 0-2 16,1 0-1-16,0-7 0 15,-4 0-1-15,2-3 1 16,5 1 2-16,0-1 0 16,-1 2 0-16,-4 1 4 15,-5-1 3-15,-4 2 1 16,0 0-6-16,2 0-2 15,-1 1 1-15,-1-2 3 16,-15 1-5-16,-12 2 6 16,-14-3-2-16,-17 4 0 15,-14-1-1-15,-14-1 3 16,-14 0 5-16,-11 2 3 16,-8 0-1-16,-5-1-2 15,-7 1 5-15,-4-1-1 16,-9-1-6-16,-9 4 0 0,-10 0 3 15,-6-1 3-15,-4 2 10 16,0 0-11-16,0 0-11 16,0 0-4-16,0 0-2 15,0 0-9-15,0 0-24 16,0 0 4-16,0 11 30 16,0 1-24-16,0 5-6 15,0 2-27-15,0 0-69 16,0-8-122-16</inkml:trace>
  <inkml:trace contextRef="#ctx0" brushRef="#br0" timeOffset="178080.25">14660 10398 520 0,'0'0'91'15,"0"0"19"-15,0 0-85 16,0 0-25-16,0 0-157 15,0 0 117-15,-54 51-60 16,30-28-89-16</inkml:trace>
  <inkml:trace contextRef="#ctx0" brushRef="#br0" timeOffset="180871.46">9594 10639 26 0,'0'0'37'16,"0"0"30"-16,0 0-11 15,0 0-4-15,0 0 6 16,0 0 2-16,4-45-15 15,-1 33 16-15,0 3-2 16,-1-2-3-16,0 0 2 16,1 3-3-16,-2 4-24 15,-1 1-4-15,0 3-21 16,0 0-6-16,0 0-8 16,0 3 1-16,0 13 7 15,0 4 0-15,0 5 1 16,0 4 0-16,-6 6 0 0,-10 2 2 15,-1 0-3-15,-2-1 0 16,-1 0-30-16,1-2-34 16,0-1-34-16,1-9-86 15,6-11-125-15</inkml:trace>
  <inkml:trace contextRef="#ctx0" brushRef="#br0" timeOffset="181012.17">9496 10938 603 0,'0'0'21'0,"0"0"110"16,0 0-46-16,0 0-26 0,0 0-59 15,0 0-28-15,1-21-197 16,-1 46 162-16,-7-2-131 16</inkml:trace>
  <inkml:trace contextRef="#ctx0" brushRef="#br0" timeOffset="181693.4">8553 11171 532 0,'0'0'34'0,"0"0"4"0,0 0-3 15,0 0-35-15,0 0-40 16,0 0 18-16,9-11 22 16,-9 36 2-16,-9 9 6 15,-10 7-6-15,-7 12 10 16,-4 5-6-16,0-1-3 16,2-5 0-16,3-11-2 15,7-9-1-15,4-10-3 16,4-7-35-16,3-4-15 15,4-8-63-15,3-3-33 0</inkml:trace>
  <inkml:trace contextRef="#ctx0" brushRef="#br0" timeOffset="181853.07">8502 11210 343 0,'0'0'16'0,"0"0"28"16,0 0-17-16,0 0-27 15,0 0-1-15,102-59 0 16,-74 59-4-16,0 0-69 16,-1 0-33-16,-4 2-98 15</inkml:trace>
  <inkml:trace contextRef="#ctx0" brushRef="#br0" timeOffset="182422.32">8456 11358 306 0,'0'0'101'16,"0"0"-98"-16,0 0 1 15,0 0-2-15,0 0 4 16,93 21 22-16,-40-21 17 16,9-10-31-16,3-4-9 15,-1-2-5-15,-10 1 0 16,-16 4 0-16,-14 3 0 15,-16 6 2-15,-8 2 31 16,0 0 4-16,0 0-37 0,-17 19 0 16,-8 11 1-1,-6 10 2-15,-4 2 3 0,6-1-2 16,3-5-3-16,6-10 1 16,12-10-1-16,3-11-1 15,5-5 0-15,0-3 31 16,8-21 67-16,20-14-98 15,7-12-10-15,5-7-34 16,-1 3-12-16,-5 4-19 16,-4 11-28-16,1 6 39 15,-4 8 52-15,-7 11 12 16,-4 6 15-16,-6 8 28 16,-5 0-30-16,-4 16-13 15,-1 15 12-15,0 12 12 16,-9 8-6-16,-6 6 1 0,-1-4 0 15,4-9-5-15,0-10-6 16,0-9-3-16,-3-5-1 16,-4-3 12-16,-5-3-5 15,-4-3-1-15,-8-4-4 16,-6-3-2-16,3-2 0 16,2-2-3-16,12 0-1 15,13 0-8-15,9 0-86 16,3 0-117-16</inkml:trace>
  <inkml:trace contextRef="#ctx0" brushRef="#br0" timeOffset="182671.17">9540 11265 622 0,'0'0'26'15,"0"0"103"-15,0 0-43 16,0 0-44-16,0 0-42 15,0 0-3-15,-28-29-3 16,7 59 6-16,-4 8 2 16,2 5-2-16,1 2 0 15,4-4-1-15,2-7-7 16,4-7-9-16,4-2-11 16,-2-5-19-16,1-4-26 15,-2-4-35-15,4-12-101 16,2 0-164-16</inkml:trace>
  <inkml:trace contextRef="#ctx0" brushRef="#br0" timeOffset="182825.67">9378 11201 472 0,'0'0'28'16,"0"0"19"-16,0 0-47 15,0 0-3-15,0 0-15 16,91-39 5-16,-67 39-8 15,1 6-55-15,0 3-10 16,-2 1-19-16</inkml:trace>
  <inkml:trace contextRef="#ctx0" brushRef="#br0" timeOffset="183014.14">9162 11573 369 0,'0'0'156'0,"0"0"-84"16,0 0-69-16,0 0-3 16,0 0 0-16,0 0 0 15,54 42 2-15,14-42 4 16,28 0-6-16,23-17-18 16,13-13-196-16</inkml:trace>
  <inkml:trace contextRef="#ctx0" brushRef="#br0" timeOffset="183629.95">11933 10510 408 0,'0'0'61'15,"0"0"102"-15,0 0-94 16,0 0-16-16,0 0-53 15,0 0-8-15,0 1-7 16,-7 43 15-16,-7 13 1 0,-4 10-1 16,-3 5-24-16,-6-1-43 15,-4-1-54-15,-2-12-91 16,-1-13-23-16</inkml:trace>
  <inkml:trace contextRef="#ctx0" brushRef="#br0" timeOffset="183985.69">11242 11397 519 0,'0'0'82'16,"0"0"50"-16,0 0-102 16,0 0-1-16,0 0-29 15,0 0 0-15,0-36-27 16,0 63 25-16,0 12 1 16,0 7 1-16,-1 4 2 15,-12 5-1-15,-3-1-1 16,-2-5-3-16,0-4-6 15,4-7-10-15,3-8-13 16,7-10-15-16,4-11-29 16,0-9-43-16,10-16-66 0</inkml:trace>
  <inkml:trace contextRef="#ctx0" brushRef="#br0" timeOffset="184152.28">11335 11209 413 0,'0'0'6'16,"0"0"-6"-16,0 0 0 16,0 0-5-16,0 0 5 15,0 0 2-15,100-24 1 16,-67 24-3-16,1 0-4 16,-1 0-85-16,-5 5-86 15</inkml:trace>
  <inkml:trace contextRef="#ctx0" brushRef="#br0" timeOffset="184715.98">11251 11455 243 0,'0'0'44'16,"0"0"21"-16,0 0-48 16,0 0-3-16,0 0 31 15,0 0-1-15,91 20-22 16,-28-20-15-16,6-4 0 15,2-11-7-15,-4-2 0 16,-10 0-1-16,-12-2-6 0,-13 4 7 16,-12 0 3-1,-13 3 19-15,-5 5 60 0,-2 0-9 16,0 4-30-16,0 3-16 16,-6 0-27-16,-6 11-9 15,-7 14 7-15,-3 12 1 16,2 4 1-16,2 1 2 15,6-2-2-15,7-9-17 16,5-10-9-16,0-12-7 16,5-9 18-16,13-8 15 15,9-23 7-15,7-10-6 16,3-11-1-16,-4-7 2 16,-6 0-1-16,-6 8 5 15,-5 11 17-15,1 15-11 16,-1 11-4-16,-4 10-8 0,1 4-2 15,-3 0-6-15,0 19 5 16,0 14 0-16,-7 9 2 16,-3 6 1-16,0 0 1 15,-6-5 0-15,-11-8 4 16,3-6-5-16,-7-9 1 16,-4-3 3-16,-4-4 2 15,-5-4 2-15,-2-4-2 16,2-4 3-16,4-1-2 15,9 0-3-15,9 0-4 16,5 0-11-16,7 0-100 16,2 0-232-16</inkml:trace>
  <inkml:trace contextRef="#ctx0" brushRef="#br0" timeOffset="184941.32">12238 11335 611 0,'0'0'119'16,"0"0"-16"-16,0 0-57 16,0 0-36-16,0 0-10 15,0 0-16-15,-7 20 14 16,-8 19 4-16,-3 9-1 16,0 2-1-16,1 1-23 15,5-5-32-15,3-5-27 0,7-11-14 16,2-11-31-1,12-19-71-15,21-3 8 0</inkml:trace>
  <inkml:trace contextRef="#ctx0" brushRef="#br0" timeOffset="185151.12">12498 11318 540 0,'0'0'157'16,"0"0"-2"-16,0 0-105 15,0 0-50-15,0 0-2 16,0 0-5-16,1 20 7 15,-6 27-1-15,-6 4-2 16,-3 3-2-16,3-5-10 0,-2-10-3 16,4-8-12-16,1-10-5 15,3-7-32-15,1-6-13 16,-2-6-38-16,2-2-109 16</inkml:trace>
  <inkml:trace contextRef="#ctx0" brushRef="#br0" timeOffset="185346.66">12299 11371 516 0,'0'0'73'0,"-11"-82"31"15,10 53 14-15,1 5-81 16,0 6-16-16,0 7-19 16,3 5-2-16,10 3 0 15,2 3-14-15,10 0-16 16,1 0-11-16,4 0-16 0,-2 4-2 15,-3 4 9-15,-2-1-25 16,-3-2-28-16,-2 2-35 16,-6-4-148-16</inkml:trace>
  <inkml:trace contextRef="#ctx0" brushRef="#br0" timeOffset="185555.47">11927 11665 365 0,'0'0'1'16,"0"0"16"-16,0 0 16 0,0 0-16 15,0 0 31-15,0 0 10 16,82 61-16-16,-34-61-22 16,13 0-4-16,9-1-15 15,16-12-1-15,7-3-12 16,7-4-140-16,3-6-198 15</inkml:trace>
  <inkml:trace contextRef="#ctx0" brushRef="#br0" timeOffset="186112.78">14569 10474 421 0,'0'0'81'15,"0"0"55"-15,0 0-43 16,0 0-49-16,0 0-44 0,0 0-8 15,0 29 5-15,-6 17 3 16,-14 16 0-16,-6 16 0 16,-8 9-19-16,-7 1-109 15,-6-13-213-15</inkml:trace>
  <inkml:trace contextRef="#ctx0" brushRef="#br0" timeOffset="186358.42">13887 11173 689 0,'0'0'60'16,"0"0"-28"-16,0 0-32 15,0 0-14-15,0 0 14 16,-16 82 1-16,2-27 3 15,-2 6-4-15,1 2 0 16,0 0-22-16,3-5-57 16,1-5-4-16,4-11-60 15,3-16-79-15</inkml:trace>
  <inkml:trace contextRef="#ctx0" brushRef="#br0" timeOffset="186554.12">13978 11201 574 0,'0'0'12'16,"0"0"30"-16,0 0-22 15,0 0-10-15,0 0-6 16,0 0-3-16,70-72-1 16,-43 72-3-16,7 0 2 15,6 0-1-15,1 0-59 16,1 6-79-16,-8-1-87 15</inkml:trace>
  <inkml:trace contextRef="#ctx0" brushRef="#br0" timeOffset="187152.76">13848 11417 465 0,'0'0'117'15,"0"0"-72"-15,0 0-45 16,0 0 0-16,0 0 0 15,0 0 0-15,52 72 0 16,11-71 4-16,9-1 0 16,12-5-4-16,6-16-36 15,-3-7-57-15,1-3-4 16,-15-1 43-16,-18 3 54 16,-23 3 15-16,-16 6 43 0,-13 7 58 15,-3 0-33 1,0 10-22-16,-16 3-41 0,-10 3-16 15,-10 23-4-15,-7 14 0 16,-2 8 6-16,3 2-3 16,8 3-3-16,6-6 0 15,10-7 0-15,7-10-15 16,8-11-10-16,3-12-5 16,3-7 20-16,24-17 10 15,12-18 3-15,7-14-3 16,2-10-5-16,-9-6 1 15,-13 0 1-15,-10 6 2 16,-6 12 0-16,-3 13 1 0,-2 14 11 16,4 10 4-16,-2 6-1 15,-3 4 5-15,3 0-19 16,0 22-1-16,1 14 1 16,-1 13 0-16,-4 6 6 15,-3 5-3-15,0-3 0 16,0-11-1-16,0-8 0 15,-3-9 0-15,-6-10-2 16,-1-5-4-16,-8-6-3 16,-5-4 5-16,-8-4 2 15,-9 0 3-15,1-1 0 16,2-10-2-16,7 4-1 16,7 5 0-16,10 2-99 15,13 0-160-15</inkml:trace>
  <inkml:trace contextRef="#ctx0" brushRef="#br0" timeOffset="187364.09">14927 11378 631 0,'0'0'83'16,"0"0"37"-16,0 0-49 15,0 0-51-15,0 0-20 16,0 0-10-16,-33-2 8 15,18 34 0-15,1 7-1 16,5-1-11-16,5 0-28 0,1 1-30 16,3-8-22-16,0-11-50 15,15-15-172-15</inkml:trace>
  <inkml:trace contextRef="#ctx0" brushRef="#br0" timeOffset="187565.33">15174 11318 745 0,'0'0'130'0,"0"0"-46"16,0 0-84-16,0 0-17 15,0 0 17-15,0 80-1 16,0-33 0-16,0-2-18 16,0-1 5-16,2-7-22 15,2-10-33-15,2-7-38 16,0-12-7-16,3-8-77 0,6-13 70 15</inkml:trace>
  <inkml:trace contextRef="#ctx0" brushRef="#br0" timeOffset="187748.89">15329 11342 432 0,'0'0'226'16,"0"0"-36"-16,0 0-110 16,0 0-77-16,0 0-3 15,0 0-6-15,15 48 3 16,-12 1 3-16,-3 1-2 15,0-2-17-15,-4-7-14 16,-10-6-2-16,1-8-6 16,1-8-47-16,-2-9 12 0,7-10-89 15,4-5-90-15</inkml:trace>
  <inkml:trace contextRef="#ctx0" brushRef="#br0" timeOffset="187935.49">14928 11277 773 0,'0'0'13'15,"0"0"-3"-15,0 0-10 16,0 0-3-16,84-22 1 16,-37 22-4-16,9 0-21 15,9 0-14-15,5 0-16 16,-3 0-16-16,-5 0-93 15,-12-2-150-15</inkml:trace>
  <inkml:trace contextRef="#ctx0" brushRef="#br0" timeOffset="188129.9">14817 11740 574 0,'0'0'6'0,"0"0"-6"16,0 0 1-16,0 0 4 0,99 48 4 16,-48-48 6-1,11-1-1-15,15-12-14 0,10-6-2 16,4-9-166-16</inkml:trace>
  <inkml:trace contextRef="#ctx0" brushRef="#br0" timeOffset="189196.56">14348 10287 172 0,'0'0'59'0,"0"0"19"16,0 0-23-16,0 0-10 0,0 0 7 16,0 0 8-16,-27-33-11 15,27 33-29-15,21 0-18 16,25 0-1-16,27 0 1 16,23 11-2-16,23 5 0 15,17 0 0-15,21 1 2 16,15-6-2-16,13-5-4 15,14-4-38-15,5-2-17 16,-3 0-6-16,-2-5 29 16,-14-7 24-16,-14 0 7 15,-10 0 2-15,-18 2 1 16,-19 0-4-16,-24 3 0 16,-26-2 6-16,-25 2 1 15,-24 1 11-15,-15 0 51 0,-8 2 69 16,-2 0-66-16,0 2-39 15,-6 2-7 1,-10 0-20-16,-4 0-4 0,-4 13 2 16,0 3 2-16,3 6 0 15,-1 7-1-15,1 6 1 16,1 9 0-16,1 7 1 16,5 10 1-16,8 4-2 15,6 3-15-15,0-7-31 16,13-12-40-16,6-14-57 15,2-17-55-15</inkml:trace>
  <inkml:trace contextRef="#ctx0" brushRef="#br0" timeOffset="189344.32">16915 10778 553 0,'0'0'139'15,"0"0"4"-15,0 0-88 16,0 0-46-16,0 0-9 15,0 0-78-15,11 24 45 16,6 3-59-16,-5-7-50 16,-4-11-270-16</inkml:trace>
  <inkml:trace contextRef="#ctx0" brushRef="#br0" timeOffset="192959.4">16259 11396 514 0,'0'0'45'0,"0"0"77"16,0 0-67-16,0 0-54 15,0 0-1-15,0 0-4 16,0 0 4-16,-10 54 1 0,15-19 3 16,1 3-3-16,0-1 1 15,1-4-2-15,-1-4 0 16,-1-5 0-16,1-8-1 16,-2-5 0-16,2-5-4 15,5-6-3-15,4 0 7 16,3-17 0-16,7-5-9 15,-3-6 10-15,-1 1 7 16,-6 4 17-16,-5 8 19 16,-3 7 3-16,6 8-29 15,0 0-17-15,8 15-1 16,0 13-1-16,5 5-1 16,-1 3 1-16,-3-1-4 15,-2-5 2-15,-4-7-3 16,-4-8-1-16,-5-5 7 0,-2-6-3 15,1-4 4-15,4-11 12 16,7-19-10-16,-1-11-1 16,0-8 4-16,-8-2 5 15,-8-2 19-15,0 3 14 16,-9 3-13-16,-7 14-16 16,4 13-12-16,6 12-2 15,3 8-9-15,1 1-90 16,2 20 3-16,0 4 6 15,0-2-28-15,18-7-95 16,7-12-100-16</inkml:trace>
  <inkml:trace contextRef="#ctx0" brushRef="#br0" timeOffset="193147.17">16902 11330 427 0,'0'0'184'15,"0"0"-24"-15,0 0-57 16,0 0-48-16,0 0-49 15,0 0-6-15,-6 7-3 16,1 39 3-16,-1 6 0 16,-3 2 0-16,5 0-1 15,1-4-14-15,3-1-29 16,0-10-34-16,0-8-42 16,1-17-66-16,11-14-159 15</inkml:trace>
  <inkml:trace contextRef="#ctx0" brushRef="#br0" timeOffset="193875.16">17171 11287 548 0,'0'0'114'0,"0"0"24"15,0 0-73-15,0 0-25 16,0 0-33-16,0 0-7 15,0-32-3-15,-7 66 3 16,-2 9 0-16,-1 5 1 0,4 2-1 16,1-7 0-16,3-2 0 15,2-7-4-15,4-6-5 16,18-8-16-16,17-8 8 16,16-12 9-16,9 0-14 15,8-15-27-15,1-10-55 16,-8-4-10-16,-7-6-104 15,-11 2 135-15,-14-3 65 16,-13 1 18-16,-13 3 69 16,-7 2 21-16,0 3 39 15,0 5-24-15,0 10-15 16,0 4-25-16,-2 8-47 16,-1 3-18-16,-6 23-21 0,-6 13 18 15,-4 10 3 1,-1 8 3-16,5 0-2 0,5 0 3 15,5-2 0-15,4-5-2 16,1-8 1-16,0-12 0 16,0-10 0-16,0-13-2 15,0-7 3-15,0 0 23 16,11-15 45-16,3-17-70 16,6-11-2-16,1-6 0 15,-4-5-1-15,0-3-2 16,-5 1-2-16,0 4-3 15,2 7 3-15,2 11 0 16,3 8-14-16,-4 11-1 16,1 9 19-16,-2 6 0 0,0 3-2 15,-1 21 3-15,-3 7-1 16,-3 2-3-16,-7 2 4 16,0-8-1-16,0-6 1 15,-3-5 0-15,-11-5 0 16,-6-4 1-16,-9-3 3 15,-12-3 0-15,-7-1-1 16,-5 0-2-16,0 0-1 16,15 0 0-16,9 11-4 15,11 5-156-15,13-3-165 16</inkml:trace>
  <inkml:trace contextRef="#ctx0" brushRef="#br0" timeOffset="194033.52">17735 11543 176 0,'0'0'477'15,"0"0"-333"-15,0 0-75 16,0 0-69-16,0 0-35 16,0 0-127-16,-3 7 34 15,3 3-183-15</inkml:trace>
  <inkml:trace contextRef="#ctx0" brushRef="#br0" timeOffset="194824.19">18116 11338 389 0,'0'0'131'0,"0"0"-3"15,0 0-64-15,4-83 12 0,0 76-27 16,-2 5-21-16,-2 2 3 16,0 0-21-16,0 0-10 15,0 22-6-15,-6 17 6 16,-10 15 0-16,-8 10 3 16,-3-4 0-16,2-8-3 15,5-9-17-15,4-8-22 16,4-7-32-16,2-9-24 15,2-10-47-15,8-9-137 16</inkml:trace>
  <inkml:trace contextRef="#ctx0" brushRef="#br0" timeOffset="195125.11">18099 11246 487 0,'0'0'55'0,"0"0"40"16,0 0-9-16,0 0-22 15,0 0-50-15,0 0-13 16,64-32-1-16,-32 64 1 16,0 11 2-16,-3 6-1 15,-6 6 1-15,-6 2-2 16,-5-6 4-16,-8-4-2 16,-4-9-3-16,0-6-4 0,-7-8-1 15,-16-4-13 1,-9-6 2-16,-7-6 4 0,-3-7-3 15,-1-1 13-15,-6 0 2 16,0-6 1-16,2-2-1 16,6 4-52-16,23-1-91 15,16-6-214-15</inkml:trace>
  <inkml:trace contextRef="#ctx0" brushRef="#br0" timeOffset="195276.35">18127 11644 556 0,'0'0'116'16,"0"0"22"-16,0 0-66 0,0 0-30 15,0 0-30-15,0 0-12 16,-37-2-84-16,31 22-41 16,2-3-26-16,4-12-217 15</inkml:trace>
  <inkml:trace contextRef="#ctx0" brushRef="#br0" timeOffset="199717.44">17032 11991 39 0,'0'0'47'0,"0"0"-41"15,0 0 1-15,0 0-1 16,0 0-6-16,0 0-8 15,-6 0-2-15,4 0-2 16,0 0 6-16,1 0-4 16,1 0 10-16,0 0 3 15,0 0 29-15,0 0-2 16,0-1 5-16,0 0-6 0,0-1-6 16,0 2-16-16,0 0-6 15,0 0-1-15,0 0-18 16,0 0-16-16,0 0 17 15,0 0-19-15,0 0 2 16,0 0 34-16,0 0 1 16,0-4 11-16,0-3 1 15,0 1 32-15,0 0-10 16,0-2-15-16,0-1-13 16,3 1-1-16,3-1-1 15,-1-2-1-15,0 1-3 16,-2 2-1-16,-3 1-3 15,0 2-12-15,0 2-18 16,-3 1 2-16,-7 2-15 16,-1 0 2-16</inkml:trace>
  <inkml:trace contextRef="#ctx0" brushRef="#br0" timeOffset="204724.53">16826 10292 85 0,'0'0'7'16,"0"0"-4"-16,0 0 1 15,0 0-2-15,0 0 3 16,0 0 2-16,0 0 17 15,-72 0 6-15,67 0 15 16,4-1-16-16,-2 1-18 16,1 0 5-16,1 0-5 15,1 0-1-15,-2-1 10 16,1-1 7-16,-2 1 11 16,3-1-12-16,0 2-13 15,0-3 0-15,0 2 11 16,0 0 2-16,0 1-16 0,0 0 0 15,-2 0-6-15,2 0-4 16,0 0-1-16,0 0-6 16,0 0-5-16,6 0 8 15,20 0 4-15,14 0 6 16,15 0-2-16,10 0 1 16,16 0 0-16,15-3 2 15,17-2 2-15,12 1-3 16,8-3 1-16,12 4 2 15,2 1-2-15,16-1-4 0,16 1 0 16,12 0-2-16,7-1-1 16,-4 3 0-16,-13 0 4 15,-20 0-4-15,-12 0 0 16,-16-2 0-16,-13 1 0 16,-10-1 1-16,-12 0-1 15,-10 2 0-15,-11-2 0 16,-12 2 0-16,-16-1 1 15,-18 0 1-15,-16-2-2 16,-9 0 4-16,-2 1 63 16,-4-1 14-16,0 0-27 15,0 0-37-15,0 1-11 16,0-1-4-16,0 3 3 16,0-1-1-16,0 1-4 0,0 0-1 15,0 0-10-15,0 0-25 16,0 0 14-16,-4 0 22 15,1 4 0-15,0 1 0 16,0-2 0-16,0 4 0 16,-1 1 0-16,-5 6 0 15,-2 7 0-15,-2 7 0 16,-8 12 0-16,-5 7 1 16,0 8 2-16,-1 6-1 15,-2-3-1-15,6-6 4 16,5-10-5-16,6-10 3 15,7-10-2-15,2-5 1 16,2-7 3-16,1-4-5 0,0-3 3 16,0-1-1-16,0 0 5 15,-3 1 8-15,2-1 3 16,-2-1-3-16,3 0-15 16,0 1 0-16,0 0 0 15,-2 0 0-15,2 2 1 16,-1-3 1-16,1 3-2 15,-2-1 0-15,1 3-10 16,1 2-50-16,-4 1-31 16,3-3-125-16,-1-6-130 15</inkml:trace>
  <inkml:trace contextRef="#ctx0" brushRef="#br0" timeOffset="204898.16">19665 10827 602 0,'0'0'69'16,"0"0"72"-16,0 0-63 16,0 0-32-16,0 0-32 15,0 0-14-15,0 0-11 16,-12-22-64-16,20 41 15 16,4 0-100-16,-2-9-148 15</inkml:trace>
  <inkml:trace contextRef="#ctx0" brushRef="#br0" timeOffset="205764.19">19002 11140 368 0,'0'0'80'15,"0"0"45"-15,0 0-50 16,0 0-21-16,0 0-50 16,0 0-4-16,-48 89 5 15,32-17 5-15,-7 12 2 16,1 0 0-16,-2-10-4 15,-1-9-4-15,9-19-1 16,3-16 0-16,7-16-3 16,5-11 0-16,1-3 42 15,0-5 70-15,0-22-65 16,0-13-47-16,13-14 0 0,5-12 0 16,1-8-10-16,1-5-11 15,1 0-6-15,2 9 15 16,3 14 2-16,-2 12 1 15,-2 13 0-15,-1 6 5 16,3 10 3-16,-3 8-3 16,1 7 3-16,3 0 1 15,3 13-3-15,2 9 2 16,0 1-1-16,-4 0 2 16,-12-1 0-16,-6-1-2 15,-8-1 1-15,0 0-1 16,-9-2 2-16,-16 1 1 15,-11 0 0-15,-7-3 2 0,-6-5-2 16,-3-5 2 0,2-3-3-16,7-1 1 0,15 4-2 15,14 2-3-15,14 6-134 16,5-2-58-16,30-7-94 16</inkml:trace>
  <inkml:trace contextRef="#ctx0" brushRef="#br0" timeOffset="206213.96">19591 11211 442 0,'0'0'76'0,"0"0"-1"15,0 0-11 1,0 0-6-16,0 0 4 0,0 0-34 15,-12-60-12-15,12 48-12 16,4 2-2-16,2-1-2 16,-3 3 0-16,-1-1 1 15,-2 4 0-15,0-1-2 16,-9 6-6-16,-14 0-12 16,-3 0-11-16,-4 14 20 15,4 3 8-15,7 6-3 16,1 9 5-16,3 7 0 15,3 8 0-15,5 2 1 16,1-1 1-16,3-6 0 0,-1-10 1 16,4-7-3-1,-2-10 1-15,-1-3 2 0,-2-4-2 16,-1-1 3-16,-4-1 1 16,-5-1-3-16,-6 1 0 15,-3 0 0-15,0-3-2 16,2 2-27-16,7-2-44 15,8-1-15-15,7-1-80 16,0-1-105-16</inkml:trace>
  <inkml:trace contextRef="#ctx0" brushRef="#br0" timeOffset="206746.5">19887 11339 452 0,'0'0'162'16,"0"0"-59"-16,0 0-6 15,-13-76-50-15,9 76-30 16,1 0-17-16,-6 24-7 16,-2 10 7-16,-4 9 0 15,-5 4 2-15,-5 2 0 16,5-3 0-16,2-5-2 15,6-9-2-15,2-7-5 16,8-11-32-16,1-6-52 16,1-8 32-16,0-8 15 0,19-21-16 15,9-12-190-15,-1-7 101 16,1-8 79-16,-8-5 55 16,-8-1 15-16,-6 4 84 15,-3 9 42-15,-3 9 12 16,1 14-22-16,2 12-37 15,2 6-31-15,2 8-22 16,3 3-22-16,1 22-1 16,4 14-2-16,-2 14 0 15,2 5 7-15,2 5-7 16,2-8 11-16,-4-8 0 16,0-9 0-16,-8-6 1 0,-4-9-5 15,-3-3-6 1,0-4 0-16,-14-1-1 0,-12-5 4 15,-10-3-3-15,-7-4-1 16,-9-3-1-16,-5 0-24 16,-1 0-44-16,4 0-5 15,11 4-60-15,17-1-186 16</inkml:trace>
  <inkml:trace contextRef="#ctx0" brushRef="#br0" timeOffset="206916.42">19828 11689 515 0,'0'0'134'0,"0"0"-7"0,0 0-51 15,0 0-31-15,0 0-41 16,0 0-4-16,3 1-18 16,-3 8-51-16,0 4-3 15,0-2-33-15,-6-8-124 16</inkml:trace>
  <inkml:trace contextRef="#ctx0" brushRef="#br0" timeOffset="209728.23">19659 10222 38 0,'0'0'41'16,"0"0"6"-16,0 0 31 16,0 0 22-16,0 0-14 15,0 0-20-15,-19-17-9 16,18 15 4-16,1 0-17 16,0 0-11-16,0 2-11 15,0-1-8-15,4 1 9 16,17 0-11-16,12-2-7 15,17 2 0-15,13 0-1 16,10 0-1-16,15 0 0 0,19 0-3 16,16 0 2-16,11 0-2 15,6 0 0-15,-1 0 0 16,-8-3-2-16,-1-5 0 16,-6-1 2-16,-8 1 4 15,-6 1-4-15,-4-2-5 16,-4 1-9-16,-10-4 4 15,-13 2-4-15,-14-2 13 16,-19 3 2-16,-16 1 4 16,-14 2-2-16,-9 5 17 15,-7 1 27-15,0 0-17 16,0 0-23-16,0 0-7 16,0 0-9-16,-3 6 1 0,-10 14 6 15,-8 10 2 1,0 6 0-16,-6 8 0 0,-1 6 4 15,-2 6-2-15,2 9-2 16,1 6-6-16,0 4-49 16,2-5-82-16,4-19-141 15</inkml:trace>
  <inkml:trace contextRef="#ctx0" brushRef="#br0" timeOffset="210777.22">21247 10839 355 0,'0'0'184'16,"0"0"-82"-16,0 0 7 15,0 0-50-15,10-81-18 16,-10 67-34-16,0 0-3 15,0 2-1-15,-12 1-2 16,-3 5-1-16,-7 6-2 16,-4 0-2-16,0 17-4 15,0 12 1-15,2 12-4 16,6 7-17-16,5 5-19 16,4 4 19-16,5-2 17 15,4-2-31-15,0-7 23 0,0-12 17 16,7-12 1-16,-4-7-1 15,-3-9 4-15,0-1-1 16,-6 2-1-16,-17-3 10 16,-14 0 2-16,-7-4-2 15,2 0-2-15,3 0-4 16,15 0 0-16,9 0 6 16,12-3-2-16,3-6 0 15,15-4-8-15,28-8-41 16,15-4-14-16,9-3 9 15,-2 0 25-15,-6 2 21 16,-13 3 8-16,-11 3 26 16,-14 8 19-16,-9 5 34 0,-9 4 1 15,-3 3-68 1,3 0-20-16,-2 2-4 0,2 12-1 16,2 6 4-16,2 2 2 15,2 2-1-15,2-2 0 16,1-4 2-16,4-5-2 15,2-9 1-15,8-4-1 16,10 0 0-16,5-18 0 16,3-8 1-16,-9 0 0 15,-13 1 0-15,-7 3 1 16,-8 10 17-16,-2 2 2 16,-5 6-1-16,0 4-20 15,0 0-1-15,2 6-11 0,2 12 9 16,8 1 2-16,2 5 0 15,2-2 0-15,0-3-2 16,-1-5 2-16,-3-4-3 16,3-10 4-16,-3 0 0 15,6-4 0-15,2-18 3 16,6-3-3-16,1-6 0 16,-2-2-1-16,-3-1-6 15,-6 4 4-15,-6 4-6 16,-5 4 1-16,3 7 5 15,1 5-22-15,3 6-51 16,3 3-14-16,6 1 36 0,4 0-42 16,2 0 28-16,-6 0 53 15,-6 0 7-15,-8 0 8 16,-3 0 13-16,-4 0 63 16,0 0 21-16,0 0-39 15,0 1-35-15,-10 12-9 16,-9 8-6-16,0 8-1 15,-4 9-3-15,4 4-1 16,5 4-1-16,7-1 2 16,4-5-4-16,3-11 0 15,0-9-1-15,13-12-7 16,4-8-46-16,7-5-22 16,7-25-215-16</inkml:trace>
  <inkml:trace contextRef="#ctx0" brushRef="#br0" timeOffset="211043.73">22062 10842 427 0,'0'0'127'0,"0"0"-47"16,0 0-36-16,0 0-44 15,0 0-7-15,0 0 7 16,9 63 4-16,6-18 0 16,1 4 6-16,3-1 1 15,-3-5-3-15,2-8 1 16,-6-7-2-16,-2-7-4 15,-8-10 1-15,-2-4-4 0,-3-6 2 16,-26-1 15 0,-13 0 2-16,-13-4-10 0,-7-9-6 15,-3 0 1-15,7 4-1 16,11 6-3-16,11 3 0 16,14 0-31-16,16 8-115 15,6-2-210-15</inkml:trace>
  <inkml:trace contextRef="#ctx0" brushRef="#br0" timeOffset="-212977.17">3255 10938 225 0,'0'0'81'0,"0"0"63"16,0 0-31-16,-30-80-7 16,25 58-13-16,-3-1-36 15,2 3-17-15,1 2 4 16,1 7-15-16,0 11-11 16,4 0-18-16,0 10-8 0,0 23 2 15,0 16 6 1,0 15 1-16,-4 8 0 0,-9 0 2 15,-2-2-2-15,-6-6-1 16,5-7-4-16,-1-8-7 16,1-9-26-16,4-11-2 15,3-12-21-15,-1-15-30 16,7-6 10-16,3-37-82 16</inkml:trace>
  <inkml:trace contextRef="#ctx0" brushRef="#br0" timeOffset="-212657.91">3132 10674 505 0,'0'0'69'16,"0"0"-27"-16,0 0-36 15,81-12-6-15,-42 43 0 16,4 11 2-16,3 11 5 15,-2 8 0-15,-2 4-1 16,-5 3-4-16,-8-2 0 16,-12-2 3-16,-9-8-2 15,-8-12-2-15,-8-6 0 16,-18-8 3-16,-11-3-3 0,-6-4 2 16,-14-2 0-1,-14-4-1-15,-5 0 0 0,-8-2-1 16,8 3-1-16,18 3 0 15,17 1-51-15,25-5-158 16,13-8-70-16</inkml:trace>
  <inkml:trace contextRef="#ctx0" brushRef="#br0" timeOffset="-211908.51">3634 11342 390 0,'0'0'23'0,"0"0"-23"15,0 0 10-15,0 0 65 16,0 0-24-16,98-37-17 15,-72 21 0-15,-1-4 9 16,5-3 4-16,-8-1-9 16,-4 0 6-16,-6 2-6 15,-11-1-17-15,-1 2-5 16,-11 4 11-16,-15 5-27 16,-9 7-2-16,-7 5-1 0,1 12-1 15,5 15 2 1,8 10-1-16,10 6-4 0,12 2 1 15,6 6-3-15,5 3 5 16,22 1-2-16,13-6-6 16,14-11-4-16,4-13 7 15,9-16-13-15,0-9-4 16,6-12 14-16,2-22 8 16,-5-12 2-16,-3-8 0 15,-18-1 2-15,-14 2 0 16,-18 7 6-16,-15 4 39 15,-2 4 2-15,-12 10-11 16,-4 10-13-16,0 11-11 0,3 7-12 16,1 13-6-16,-1 18 2 15,1 9 2-15,4 4 2 16,7 1-1-16,1-3-5 16,0-6-4-16,9-7 4 15,6-12-9-15,6-11 10 16,-2-6 5-16,6-20 2 15,-3-15 2-15,1-5 1 16,-5-2 1-16,-12 6 0 16,-6 6 17-16,0 5-8 15,0 8 5-15,-6 8-14 16,3 9-6-16,3 0-2 0,0 15-13 16,0 15 12-1,9 9 0-15,18 5-5 0,10 4-14 16,5-4-10-16,3-9-52 15,-2-15 7-15,0-15-16 16,-1-5-36-16,-7-28-185 16</inkml:trace>
  <inkml:trace contextRef="#ctx0" brushRef="#br0" timeOffset="-211543.85">4796 11110 554 0,'0'0'143'16,"0"0"-7"-16,0 0-123 15,0 0-13-15,0 0-4 16,0 0 4-16,0 116 0 0,0-73 2 16,0-2 1-16,4-13-2 15,-1-11-1-15,-3-11 3 16,3-3-2-16,-3-3 3 16,3 0 8-16,3-17 12 15,9-9-16-15,0-6-8 16,3-2 0-16,-5 2-3 15,1 5 0-15,1 3-10 16,-2 3 4-16,-1 9 3 16,0 7 2-16,-4 5 2 15,0 0-6-15,1 3-8 16,-1 16 7-16,-1 7 6 0,-7 6 1 16,0 2-2-16,0 3 4 15,0-1-1 1,-10-1-3-16,1 1-93 0,0-6-12 15,2-9-145-15</inkml:trace>
  <inkml:trace contextRef="#ctx0" brushRef="#br0" timeOffset="-211145.49">4970 11414 508 0,'0'0'165'15,"0"0"-59"-15,0 0-51 16,0 0-38-16,0 0-8 15,0 0-7-15,35-79-2 16,-15 58 3-16,4-4-3 0,3-2 1 16,1-3-3-1,-5 0 0-15,-7-1-15 0,-4-3 9 16,-7 4 7-16,0-1-4 16,-3 5 4-16,-2 6 1 15,0 8-4-15,0 6-6 16,0 5-9-16,0 1-9 15,3 0-37-15,3 4 16 16,2 16 45-16,-2 9 4 16,4 10 4-16,-3 6 1 15,1 8 4-15,2 1 8 16,-2-1-1-16,-1-3-1 16,-1-10-7-16,-3-7-4 15,-2-10 1-15,-1-6-1 0,0-3 0 16,-19 1 4-16,-18 2-4 15,-15 0-4-15,-11 0-32 16,-8-4-98-16,-3-2-234 16</inkml:trace>
  <inkml:trace contextRef="#ctx0" brushRef="#br0" timeOffset="-210845.37">3289 11872 635 0,'0'0'11'0,"0"0"-6"16,0 0-5-16,0 0-6 16,0 0 5-16,0 0 1 15,8 7 0-15,41-3 2 16,27-4 10-16,23 0 1 15,20-8 1-15,18-12-2 16,1-2-3-16,3-1-5 16,-3 0-3-16,-9 4-1 15,-8 5 1-15,-12 4-1 16,-14 8-13-16,-26 2-71 16,-27 0-144-16</inkml:trace>
  <inkml:trace contextRef="#ctx0" brushRef="#br0" timeOffset="-210612.61">3328 12048 342 0,'0'0'4'16,"0"0"-3"-16,0 0 8 15,0 0 25-15,0 0 30 16,0 0 26-16,82 37-20 15,-10-37-9-15,19 0-18 16,20-13-17-16,19 0-15 0,10-2-8 16,14-3-3-1,7-1-19-15,-6-5-103 0,-11-6-227 16</inkml:trace>
  <inkml:trace contextRef="#ctx0" brushRef="#br0" timeOffset="-210453.65">4988 11831 603 0,'0'0'203'0,"0"0"-106"15,0 0-43-15,0 0-29 16,0 0-25-16,0 0-4 0,-13-23-42 16,13 41 2-16,0 2-50 15,0-6-106-15,0-13-222 16</inkml:trace>
  <inkml:trace contextRef="#ctx0" brushRef="#br0" timeOffset="-207790.43">1386 8936 249 0,'0'0'40'0,"0"0"40"15,0 0 33-15,0 0-22 16,0 0-16-16,0 0-1 16,-15-6-19-16,15 6-12 15,-2 0-9-15,2 0-16 16,0 0-15-16,-1 0-3 16,1 0 0-16,0 0-3 0,0 0 2 15,-4 0-10-15,1 6-4 16,1 5-14-16,1 3-33 15,1 1-50-15,0-4-81 16,0-6-17-16</inkml:trace>
  <inkml:trace contextRef="#ctx0" brushRef="#br0" timeOffset="-204499.54">9156 12143 179 0,'0'0'45'16,"0"0"14"-16,0 0 48 16,0 0-28-16,14-77-19 15,-11 59 8-15,3-4-26 16,1-1 5-16,-3 0 8 15,4-1-7-15,-3 1 7 16,-2 1-20-16,-1 0-8 0,-1 8-15 16,-1 3 0-16,0 7-3 15,0 4-9-15,0 0 0 16,0 1-2-16,0 24-30 16,0 19 24-16,0 17 4 15,-11 19 4-15,-8 9 1 16,-4 3 1-16,-1 0-2 15,1-6 0-15,2-11-5 16,8-13-13-16,6-17-4 16,5-14-21-16,2-12-48 15,0-15-22-15,12-4-153 16</inkml:trace>
  <inkml:trace contextRef="#ctx0" brushRef="#br0" timeOffset="-203651.62">7688 12656 150 0,'0'0'119'16,"0"0"-60"-16,0 0 34 16,0 0-67-16,0 0-24 15,98-10-1-15,-33 10 3 16,35 0 2-16,37 0 3 16,40 0 2-16,32-1-8 15,24-7 1-15,13 0-3 16,12-4 0-16,12-4 3 15,3-4 4-15,0 3 26 16,1 0 1-16,-3 0-9 0,-2 1-18 16,-11 2 3-1,-22-2-8-15,-25 4 3 0,-24 2-3 16,-29 1 0-16,-32 3-3 16,-34 3 2-16,-37 3-2 15,-28 0 0-15,-18 0 0 16,-7 0-5-16,-2 0-6 15,0 0-3-15,0 0 14 16,-14 6 2-16,-5 2 0 16,-2-4 1-16,1 6-1 15,-1 2 1-15,5 4-2 16,1 5 0-16,3 5 1 0,1 7 0 16,1 7 0-1,1 4 4-15,2 4-3 0,1 3-2 16,5 4 2-16,-2-2-1 15,3 1-2-15,-5-1-21 16,-3-9-152-16,-6-12-153 16</inkml:trace>
  <inkml:trace contextRef="#ctx0" brushRef="#br0" timeOffset="-202787.21">7610 12741 364 0,'0'0'108'0,"0"0"26"16,0 0-43-16,0 0 5 15,0 0-55-15,0 0-19 16,2-59-22-16,-2 74-12 16,0 14 7-16,-5 16 5 15,-10 8 3-15,-7 7 0 16,-2 4-2-16,-1-3-1 15,-2-2-20-15,3-6-70 16,5-10-23-16,4-11-148 0</inkml:trace>
  <inkml:trace contextRef="#ctx0" brushRef="#br0" timeOffset="-202622.96">7510 13176 560 0,'0'0'111'16,"0"0"38"-16,0 0-87 16,0 0-62-16,0 0-18 15,0 0-109-15,5 11 25 0,-5 3-80 16</inkml:trace>
  <inkml:trace contextRef="#ctx0" brushRef="#br0" timeOffset="-201123.12">2214 12945 368 0,'0'0'208'15,"0"0"-100"-15,0 0 14 16,0 0-83-16,0 0-39 16,0 0-11-16,0 47 10 15,0-5 1-15,0 8 1 16,0 6 0-16,-12 0 1 15,-4-5-2-15,-1-7 6 16,5-10-6-16,-1-13-9 16,7-9-25-16,1-10-18 15,4-2 18-15,1-17 24 16,0-19-201-16</inkml:trace>
  <inkml:trace contextRef="#ctx0" brushRef="#br0" timeOffset="-200837.91">2178 12857 509 0,'0'0'38'15,"0"0"-29"-15,0 0 4 16,115 51 5-16,-76-12-4 16,1 3 1-16,-4 2-6 15,-10 1-5-15,-6-2-1 16,-8-2 0-16,-12 2 0 15,0-5 3-15,-16-3-1 16,-11-1-3-16,-8-3 5 0,-11-4-3 16,-12-3 3-16,-12-4-7 15,-2-6 4-15,5-4-3 16,15-3-1-16,19 1 0 16,19-2-53-16,14-6-213 15</inkml:trace>
  <inkml:trace contextRef="#ctx0" brushRef="#br0" timeOffset="-200056.47">2681 13271 124 0,'0'0'232'16,"0"0"-100"-16,0 0-41 15,0 0-38-15,0 0-6 16,0 0-31-16,55-82 16 16,-46 57-3-16,-3-2 18 15,-6 5-25-15,0 3 7 16,0 7-11-16,-14 6-15 16,-10 6-3-16,-2 0-10 15,-4 21-10-15,3 9 8 16,12 3-3-16,9 4-5 15,6 1 0-15,10 0-5 0,20-1-4 16,9-5 0 0,12-7 13-16,10-17 2 0,3-8-30 15,6-11 17-15,-2-22-19 16,-2-7-60-16,-12-7-2 16,-13 0-35-16,-15 3 120 15,-17 4 23-15,-9 4 155 16,-1 8 41-16,-14 8-65 15,4 11-25-15,3 9-81 16,2 1-25-16,-2 24-6 16,-1 17 6-16,0 14 2 15,2 11 7-15,5 10 7 16,2 5-7-16,0 4-1 16,0-3-6-16,0-7 4 0,0-17-5 15,0-19 0 1,0-21 1-16,0-19 0 0,-6-11 53 15,-1-31 15-15,-4-17-68 16,4-16-2-16,2-4-4 16,5 1-20-16,0 4-30 15,12 8-46-15,17 6-9 16,6 9 32-16,6 7-100 16,-2 11 177-16,-5 13 6 15,-4 10 46-15,-3 10 21 16,-2 0-40-16,-1 18-18 15,-11 12 1-15,-8 7 1 16,-5 4-8-16,-9-2 0 0,-19-5 4 16,-2-6-1-1,-8-5-2-15,-4-6-2 0,-2-8 1 16,3-6-3-16,6-3-2 16,14 0-2-16,7-12 3 15,14-8-5-15,12-2-47 16,24-6-112-16,15-3-43 15,7-3 1-15</inkml:trace>
  <inkml:trace contextRef="#ctx0" brushRef="#br0" timeOffset="-199863.9">3604 12971 151 0,'0'0'79'0,"0"0"67"16,73-82 43-16,-72 69-12 0,-1 8-62 16,0 5-82-1,0 0-33-15,-5 13-15 0,-10 20 15 16,-9 11-2-16,5 9 4 15,-2 6 1-15,6 1-1 16,3-2-2-16,0-3 2 16,6-7-2-16,1-12-12 15,4-8-45-15,1-14-45 16,-2-14 6-16,2-8-134 16</inkml:trace>
  <inkml:trace contextRef="#ctx0" brushRef="#br0" timeOffset="-199718.61">3432 12956 634 0,'0'0'0'0,"0"0"-2"0,0 0 2 16,91 12-1-16,-55 3 1 16,3 2-29-16,4-8-120 15</inkml:trace>
  <inkml:trace contextRef="#ctx0" brushRef="#br0" timeOffset="-199549.45">3799 13268 846 0,'0'0'29'15,"0"0"-29"-15,0 0-7 16,0 0-44-16,0 0-41 15,0 0-59-15,-3 57-216 16</inkml:trace>
  <inkml:trace contextRef="#ctx0" brushRef="#br0" timeOffset="-199190.52">1693 13863 377 0,'0'0'324'0,"0"0"-314"0,0 0-10 16,0 0-10-16,0 0 10 16,167 3 7-16,-34-3 0 15,35 0 11-15,28-16 2 16,16-9-11-16,7-9-3 15,-7-2-1-15,-12-5-5 16,-21 3 0-16,-29 3 12 16,-24 6 12-16,-20 4-7 15,-20 9-7-15,-23 6-8 16,-22 3-1-16,-21 4-1 0,-20 3 0 16,0 0-1-1,-39 0-26-15,-25 8-136 0,-21 1-224 16</inkml:trace>
  <inkml:trace contextRef="#ctx0" brushRef="#br0" timeOffset="-198741.15">4508 12550 787 0,'0'0'25'16,"0"0"-4"-16,0 0-21 16,0 0-20-16,0 0 19 0,15 127 2 15,-18-39 2 1,-9 6-1-16,1 0 2 0,6-7-2 15,5-9-1-15,0-11 2 16,0-6-3-16,4-10 0 16,0-5-24-16,-1-10-81 15,2-16-50-15,-5-20-292 16</inkml:trace>
  <inkml:trace contextRef="#ctx0" brushRef="#br0" timeOffset="-198241.46">4826 12712 582 0,'0'0'5'0,"0"0"3"16,0 0-3-16,0 0 17 16,34 112 0-16,-34-50 1 15,0 6 11-15,0 7-10 16,0-8-11-16,0-8 2 15,0-9-5-15,0-15-9 16,0-9 6-16,0-12-6 16,0-6 4-16,0-5-5 15,0-3 16-15,-3 0 80 16,-6-17-52-16,-8-6-42 0,-3-5-2 16,-3 1-10-1,4 2-13-15,9 4 1 0,10 1-10 16,17-2-43-16,19-4-31 15,9-5 29-15,3-1 3 16,-1-3 67-16,0-1 7 16,-3-1 18-16,-5 4 22 15,-5 2 7-15,-10 8 2 16,-9 8 13-16,-10 7 18 16,-1 6-28-16,-4 2-40 15,0 0-12-15,0 22-12 16,-9 16 11-16,-6 13 1 15,-1 11 1-15,4 5-1 16,4-2 3-16,8-1-3 0,0-10-27 16,0-8-43-16,12-10-19 15,8-15-50-15,4-17-184 16</inkml:trace>
  <inkml:trace contextRef="#ctx0" brushRef="#br0" timeOffset="-197957.93">5351 13036 768 0,'0'0'87'16,"0"0"-67"-16,0 0-20 15,0 0-5-15,0 0 5 16,0 0 1-16,7 87-1 16,4-58 1-16,5 0 0 0,2-5-1 15,6-7-1-15,3-12-1 16,-1-5 2-16,6-9 1 15,2-22 0-15,-6-9 2 16,-2-6 0-16,-14 0 0 16,-9 0 5-16,-3 5 6 15,-20 1-1-15,-14 9-12 16,-5 13-1-16,6 14-16 16,11 4-49-16,9 9-91 15,5 12-4-15,8-4-119 16</inkml:trace>
  <inkml:trace contextRef="#ctx0" brushRef="#br0" timeOffset="-197718.37">5802 12735 655 0,'0'0'57'15,"0"0"33"-15,0 0-76 16,0 0-14-16,0 0-18 15,0 0 18-15,-35 54 3 16,23-2 1-16,0 8 0 16,-3 5-4-16,7-5 0 15,4-13-5-15,1-11-68 16,3-15 16-16,0-11 8 0,0-10-30 16,0 0-7-1,0-25-54-15</inkml:trace>
  <inkml:trace contextRef="#ctx0" brushRef="#br0" timeOffset="-197459.33">5658 12839 262 0,'0'0'93'0,"0"0"-3"16,-16-84-54-16,16 75-9 15,3 6-8-15,13 3-1 16,3 0 5-16,5 20 9 16,8 9 3-16,3 9-4 15,2 7 15-15,-2 2-14 16,-2-1-20-16,-7-5-4 15,-5-4-4-15,-7-5-1 0,-8-6-1 16,-3-7-2 0,-3-2 4-16,-6-3-2 0,-27 3 3 15,-18 0 4-15,-16 2-7 16,-12 0-1-16,-5 4-2 16,6 2-46-16,10 1-67 15,15-2-100-15</inkml:trace>
  <inkml:trace contextRef="#ctx0" brushRef="#br0" timeOffset="-197139.43">4726 13672 707 0,'0'0'137'0,"0"0"-109"15,0 0-28-15,0 0-1 16,0 0-4-16,0 0 5 16,119-22 4-16,-28 6 1 15,22-3-2-15,8 1-3 16,7 1 4-16,-5 2-4 15,-12 1 0-15,-14 8-1 16,-13 2-2-16,-20 4-25 0,-18 0-72 16,-23 0-70-16,-23 0-343 15</inkml:trace>
  <inkml:trace contextRef="#ctx0" brushRef="#br0" timeOffset="-196310.37">6947 13367 381 0,'0'0'246'0,"0"0"-117"0,0 0-61 15,0 0-64-15,0 0-3 16,-105 24-1-16,69 13 1 15,6 7 0-15,11 2-1 16,9 4 0-16,10 5-1 16,0-7-1-16,9-8-18 15,16-11-46-15,9-14 28 16,10-11 19-16,9-4-4 16,7-29 5-16,4-11 9 15,-7-4 6-15,-14 1 3 16,-17 8 27-16,-15 8 78 15,-9 12-3-15,-2 7-43 16,0 7-38-16,0 1-21 0,0 5-11 16,-3 15 11-1,0 4-2-15,3 5 1 0,0-1 0 16,7 2-1-16,10-4-3 16,5-1-1-16,0-8-18 15,-1-8-40-15,-6-9-49 16,1-1-23-16</inkml:trace>
  <inkml:trace contextRef="#ctx0" brushRef="#br0" timeOffset="-196148.79">7237 13232 702 0,'0'0'54'0,"0"0"3"16,0 0-57-16,0 0-5 15,0 0-18-15,96 76-63 16,-65-41-7-16,-1-6-47 16,1-5-53-16</inkml:trace>
  <inkml:trace contextRef="#ctx0" brushRef="#br0" timeOffset="-195842.83">7509 13491 42 0,'0'0'186'15,"0"0"-23"-15,0 0-32 16,-16 82-60-16,16-51-44 15,0 0-11-15,0-1 3 0,13-8-7 16,2-8-1 0,4-11-1-16,5-3 21 0,4-15 3 15,5-15-20-15,0-8-6 16,-5 0-8-16,-8 6-2 16,-7 6 1-16,-7 6 0 15,-3 11 2-15,-3 6 3 16,2 3 33-16,2 0-37 15,-2 5-9-15,5 12 6 16,-6 5 3-16,4 3 1 16,1 3 0-16,-3 2 0 15,3 0-1-15,-4-8-3 16,-2-5-62-16,0-13-34 16,0-4-102-16,0-25-181 0</inkml:trace>
  <inkml:trace contextRef="#ctx0" brushRef="#br0" timeOffset="-195708.89">7763 13171 649 0,'0'0'107'0,"0"0"-55"16,0 0-52-16,0 0-31 16,0 0-14-16,75 83-27 15,-52-30-20-15,-1-2-165 16</inkml:trace>
  <inkml:trace contextRef="#ctx0" brushRef="#br0" timeOffset="-195426.7">7977 13709 441 0,'0'0'212'0,"0"0"-94"16,43-83-56-16,-26 52-29 15,2-3-22-15,-1-2-7 16,0 0-2-16,-3-3-2 15,-10 2 0-15,-5 1 0 16,0 5 0-16,-17 6 0 16,0 9-2-16,1 11 2 15,3 5-1-15,-2 11-9 16,-2 21 6-16,1 11 3 0,4 10 1 16,6 11 0-1,6 9 0-15,3 4-18 0,20-6-23 16,14-13-95-16,9-24-26 15,9-25-173-15</inkml:trace>
  <inkml:trace contextRef="#ctx0" brushRef="#br0" timeOffset="-194965.71">9156 12753 538 0,'0'0'69'0,"0"0"16"15,0 0-9-15,0 0-50 16,0 0-26-16,0 0-13 16,0 0 13-16,-27 65 4 15,10-4-2-15,-4 7 2 16,1 4-4-16,-3 2-3 16,1-3-105-16,6-12-51 15,-1-14-325-15</inkml:trace>
  <inkml:trace contextRef="#ctx0" brushRef="#br0" timeOffset="-194361.71">8708 13590 515 0,'0'0'221'0,"0"0"-130"16,0 0-91-16,0 0-9 15,0 0 9-15,7 121 1 16,-7-64 0-16,0-6-1 0,-11-9-1 16,3-9-2-1,2-13-1-15,3-10 4 0,1-10 0 16,2 0 14-16,0-16 26 15,0-16-27-15,7-7-10 16,8-5-3-16,4-2-3 16,0 0-51-16,2 5-24 15,0 10 6-15,-3 6 59 16,-3 11 11-16,-6 9 2 16,1 5 9-16,-2 8-7 15,-2 17-2-15,0 10 0 16,-6 3 0-16,0 1 1 15,0-1-1-15,0-10-1 16,0-9-8-16,0-12-21 0,0-7-2 16,1 0 27-16,8-24 5 15,-1-10 0-15,4-9 4 16,2-6 17-16,2 0 4 16,3 5 7-16,-2 10 3 15,0 11 9-15,-4 13-16 16,2 9-18-16,-1 1-10 15,1 11-2-15,-5 15-2 16,-1 13 4-16,-6 8 3 16,-3 6-2-16,0 3-1 15,0-1 0-15,-6-4-46 16,-7-9-93-16,-6-12-255 0</inkml:trace>
  <inkml:trace contextRef="#ctx0" brushRef="#br0" timeOffset="-194077.15">9102 13834 581 0,'0'0'9'15,"0"0"-7"-15,0 0 0 16,91-54 22-16,-64 33 6 16,-3-5 17-16,-4-3 34 15,-5-3-24-15,-3 0-26 0,-7-1-17 16,-5 4-2-1,0 5 13-15,-12 7-8 16,-6 9-16-16,-3 8-1 0,0 3-3 16,3 23-2-16,2 11-4 15,10 5-8-15,4 5-8 16,2-1 3-16,8 0-36 16,20-6-46-16,15-12 25 15,8-16-72-15,7-12-102 16</inkml:trace>
  <inkml:trace contextRef="#ctx0" brushRef="#br0" timeOffset="-193579.81">9614 13612 445 0,'0'0'145'0,"0"0"3"16,0 0-33-16,0 0-67 0,0 0-48 16,0 0-2-16,-57-19 2 15,40 57 0-15,0 6 0 16,2 4 0-16,7 0 0 15,5-2-6-15,3-5-23 16,10-14-46-16,20-16-25 16,11-11 55-16,8-16 37 15,2-20-5-15,-1-12 10 16,-6-15 3-16,-7-3 0 16,-9-3 3-16,-13 5 17 15,-13 5 14-15,-2 9 44 16,-5 11 7-16,-10 11-19 15,3 14-32-15,3 14-22 0,3 3-12 16,-3 25-4-16,-1 16 4 16,-1 12 0-16,1 10 0 15,7 5 0-15,3 4-1 16,0-7-15-16,0-15-12 16,8-12-2-16,2-21-22 15,-1-13 7-15,7-7 25 16,1-13 20-16,5-16 0 15,0-3-7-15,-2 1-38 16,-5 8 31-16,-9 8 13 16,1 9 1-16,-1 6 0 15,0 0-22-15,5 14-4 16,-1 6-19-16,5 2-32 16,0 3-25-16,3 1 4 0,-2-5-112 15</inkml:trace>
  <inkml:trace contextRef="#ctx0" brushRef="#br0" timeOffset="-193478.98">10113 13822 568 0,'0'0'144'0,"0"0"-87"16,0 0-57-16,0 0-139 16,0 0-97-16</inkml:trace>
  <inkml:trace contextRef="#ctx0" brushRef="#br0" timeOffset="-192212.87">11019 13418 501 0,'0'0'161'16,"0"0"-34"-16,0 0-65 16,0 0-23-16,0 0-36 15,0 0-3-15,-11-14-3 16,-6 43 3-16,-2 8 1 15,0 10 1-15,4 7-2 0,0 4 0 16,9-3 0-16,5-9-19 16,1-8-17-16,14-10-10 15,21-12 2-15,11-9-5 16,8-7 5-16,7 0-17 16,-1-23-103-16,-5-8-90 15</inkml:trace>
  <inkml:trace contextRef="#ctx0" brushRef="#br0" timeOffset="-192040.52">11184 13421 333 0,'0'0'4'16,"0"0"2"-16,0 0-5 15,83-7-1-15,-58 1-18 16,-3 0-172-16</inkml:trace>
  <inkml:trace contextRef="#ctx0" brushRef="#br0" timeOffset="-191628.37">10980 13648 217 0,'0'0'49'0,"0"0"-6"16,0 0-8-16,0 0 5 15,0 0 13-15,92 65-24 16,-43-65-12-16,8 0-11 16,7-20-3-16,3-5-2 15,4-3 0-15,-10 0 1 16,-11 3 1-16,-18 6 42 15,-15 0 21-15,-7 4 34 16,-9 6-29-16,-1 6-7 16,0-1-43-16,0 4-19 15,0 0-2-15,-5 14-3 16,-9 12 3-16,0 8 0 0,1 7 0 16,7 3 0-1,6 3 1-15,0-3-1 0,9-7 0 16,13-6-3-16,10-13-16 15,9-11-6-15,6-7 10 16,6-3-43-16,5-18-25 16,-3-8-33-16,-7-8-217 15</inkml:trace>
  <inkml:trace contextRef="#ctx0" brushRef="#br0" timeOffset="-191461.51">11642 13400 408 0,'0'0'16'0,"0"0"-13"15,0 0 7-15,0 0 18 16,96-1 3-16,-62 1-19 16,2 0-12-16,1 1-26 15,-6 0-149-15</inkml:trace>
  <inkml:trace contextRef="#ctx0" brushRef="#br0" timeOffset="-191080.71">11578 13646 186 0,'0'0'85'0,"0"0"-10"16,91 19-2-16,-44-19-9 15,10 0-33-15,5 0-19 16,-1-14-9-16,-3-8 2 16,-11-3-5-16,-9 0 7 15,-14 0-4-15,-12 5 15 16,-10 6 38-16,-2 2 5 16,0 1 13-16,-13 5-39 15,-6 6-18-15,1 0-17 16,-2 9-1-16,3 16 0 15,6 4-1-15,4 10 2 0,5 5 0 16,2 3-1-16,6 2 1 16,18 0 1-16,7-2 3 15,5-10-4-15,4-9 0 16,5-13-10-16,0-12-18 16,4-3 10-16,-1-10-31 15,-3-17-55-15,-10-6-231 16</inkml:trace>
  <inkml:trace contextRef="#ctx0" brushRef="#br0" timeOffset="-190892.97">12051 13493 467 0,'0'0'18'16,"0"0"-16"-16,0 0 9 15,85-3 17-15,-49 3 11 16,5 0-30-16,3 6-9 16,0-2-11-16,-9-1-180 15</inkml:trace>
  <inkml:trace contextRef="#ctx0" brushRef="#br0" timeOffset="-190699.44">11885 13667 582 0,'0'0'27'0,"0"0"-27"16,0 0 2-16,116 15 0 16,-64-13 0-16,4 1-2 15,5-3 0-15,2 0-123 16,-5-15-350-16</inkml:trace>
  <inkml:trace contextRef="#ctx0" brushRef="#br0" timeOffset="-188217.78">11946 12444 153 0,'0'0'60'16,"0"0"10"-16,0 0-17 16,0 0 76-16,0 0-58 15,0 0-62-15,0 0-2 16,93-27 8-16,-35 27 5 16,12 0-10-16,15 0-3 15,11 0-1-15,15 0-5 16,15 0 2-16,7 0-1 15,7-3-2-15,1-9-3 16,-9-4 3-16,-13 3 0 16,-24-1 0-16,-23 5 2 15,-24-2-1-15,-23 8 4 16,-13 2 17-16,-11 1 1 16,-1 0-23-16,0 4-1 0,0 15 1 15,-2 9 0-15,-14 11 1 16,-4 8 2-16,-2 4-1 15,2 6-1-15,4 3 1 16,10 4-2-16,6 0 1 16,0-4 1-16,11-8-2 15,9-7 2-15,-1-9-2 16,-5-5-13-16,-4-4-50 16,-3-7-101-16,-7-8-86 15</inkml:trace>
  <inkml:trace contextRef="#ctx0" brushRef="#br0" timeOffset="-187766.69">13089 13438 558 0,'0'0'121'16,"0"0"13"-16,0-75-82 15,-6 61-23-15,-6 8-14 16,-6 6-13-16,-3 0-2 16,-6 9-2-16,2 14 1 15,4 10 1-15,8 6-1 16,4 7-1-16,9 7-10 0,0 2-21 15,0-2-51-15,13-8-25 16,12-14 15-16,8-9-31 16,5-10 28-16,5-11-98 15</inkml:trace>
  <inkml:trace contextRef="#ctx0" brushRef="#br0" timeOffset="-187267.94">13523 13490 548 0,'0'0'76'16,"0"0"-16"-16,0 0-33 16,0 0-6-16,0 0 30 0,53-74-25 15,-46 58-4 1,2-1-14-16,-3 0 1 0,-2 0-2 15,-3 1-3-15,-1 4-3 16,0-1-1-16,0 2 0 16,-10 4-1-16,-2 2-12 15,-3 5-22-15,2 0-8 16,2 0-17-16,-1 8 23 16,5 6 1-16,1 5 22 15,1 2 11-15,1 7 3 16,-3 2 2-16,-1 4 8 15,-4 4 5-15,-1 7 6 0,4 4 1 16,1 3-6-16,4-4-8 16,4-6-2-16,0-11-3 15,0-6 0-15,0-5-1 16,0-6-1-16,0-7-1 16,0-2 0-16,0-4 0 15,-9-1 0-15,-15 0 4 16,-12 0-3-16,-12 0-1 15,-5 0-1-15,-2 0 0 16,10 0-32-16,11 1-61 16,19 1-283-16</inkml:trace>
  <inkml:trace contextRef="#ctx0" brushRef="#br0" timeOffset="-186302.7">13380 12363 211 0,'0'0'112'0,"0"0"-54"16,0 0-13-16,80-30 29 16,-28 23-7-16,9 0-25 15,7 1-21-15,3 3-12 16,11-2-6-16,6 2 1 0,5 0-1 16,1 0-2-16,-7 3 5 15,-4 0-3-15,-9 0-3 16,-6 0 5-16,-10 6-2 15,-14 4 0-15,-15 5 0 16,-14 8-1-16,-11 12 2 16,-4 9 1-16,-16 9-3 15,-20 5 5-15,-3-2-3 16,0-1-2-16,8-4 1 16,7-5-2-16,11-5 0 15,6-3-1-15,7-1 0 16,0-1-5-16,13 0-73 0,9-7-139 15</inkml:trace>
  <inkml:trace contextRef="#ctx0" brushRef="#br0" timeOffset="-185370.59">14235 12293 106 0,'0'0'62'0,"0"0"34"16,0 0-53-16,0 0-22 15,140-15 23-15,-55 13 13 16,10 2-12-16,17 0-12 16,7 0-2-16,6 0-11 15,8 0-3-15,0 0-9 16,3 3-4-16,4 1-3 0,-3-1 0 15,-4 0 0-15,-6-3-1 16,-21 0 0-16,-19 0 0 16,-25-3 0-16,-25 0 4 15,-19 0 9-15,-13 3 37 16,-5 0-37-16,0 13-13 16,-11 9 0-16,-10 11 1 15,-4 14 0-15,-6 6 2 16,1 11 0-16,3 4-2 15,5-1-1-15,11 5 2 16,7-1-1-16,4-4-1 16,0-7-7-16,6-11-40 15,8-13-65-15,0-15-179 16</inkml:trace>
  <inkml:trace contextRef="#ctx0" brushRef="#br0" timeOffset="-185239.53">16018 12984 170 0,'0'0'504'0,"0"0"-367"16,0 0-74-16,0 0-63 15,0 0-23-15,0 0-76 16,0 25-16-16,0-1-119 16</inkml:trace>
  <inkml:trace contextRef="#ctx0" brushRef="#br0" timeOffset="-184305.05">16063 12308 174 0,'0'0'55'0,"0"0"25"0,0 0-47 16,0 0-11-16,0 0-16 15,0 0 9-15,-55-35 0 16,49 29-5-16,0 4 10 15,3-1-5-15,3 2 9 16,0 0 21-16,19 1-41 16,22 0-2-16,23 0 4 15,16 0 4-15,16 5 7 16,16 2-3-16,7 1-7 16,5-2-1-16,1 1-1 15,-7-7 0-15,-13 3-1 16,-11-2-1-16,-22 2 4 15,-18 2-1-15,-23 2 0 0,-13 0-6 16,-13 1 0-16,-5 2 0 16,-8 6 2-16,-17 7 3 15,-8 10 1-15,-1 8-4 16,4 6-1-16,0 3 1 16,7 3-1-16,10 3-1 15,10 6 0-15,3 4-10 16,8-3-60-16,10-9-161 15</inkml:trace>
  <inkml:trace contextRef="#ctx0" brushRef="#br0" timeOffset="-184151.69">17240 13014 724 0,'0'0'119'16,"0"0"-68"-16,0 0-36 15,0 0-15-15,0 0-69 16,0 0 8-16,18 39-68 16,-6-17-115-16</inkml:trace>
  <inkml:trace contextRef="#ctx0" brushRef="#br0" timeOffset="-183355.71">16985 12262 139 0,'0'0'35'0,"0"0"22"16,0 0 35-16,112 0-24 15,-58 3-10-15,11 1-16 16,10-1-19-16,11 1-5 16,6-2-8-16,6-1 1 15,0-1-4-15,-1 0-5 16,-2 0 2-16,-4 0-4 15,-6 0 1-15,-10 1-1 16,-12 4 0-16,-17-1 1 16,-20-2 0-16,-12 0 0 15,-11-2 10-15,-3 3 18 16,0 4-19-16,0 9-10 0,0 9 2 16,-9 14 3-16,-4 4-2 15,2 9-1-15,-2 5 3 16,4 1-1-16,3 6-2 15,2 3 1-15,4-2 0 16,0-2-1-16,0-7-2 16,6-10 4-16,7-8-4 15,2-8-4-15,-5-9-45 16,2-9-113-16,-1-12-83 16</inkml:trace>
  <inkml:trace contextRef="#ctx0" brushRef="#br0" timeOffset="-182623.98">18044 12296 128 0,'0'0'44'16,"0"0"14"-16,0 0 36 15,0 0-35-15,0 0-44 0,0 0-7 16,72-17 6-16,-26 16 31 16,6 1 12-16,12 0-14 15,6 0-29-15,12 0-8 16,5 0-2-16,2 0-3 16,-8 1 2-16,-15 3-2 15,-15-2 0-15,-14-2 3 16,-15 0 21-16,-12 0 4 15,-4 1-2-15,-4 4-21 16,2 3-6-16,-4 9 0 16,0 6 1-16,0 13-1 15,0 10 1-15,-12 5 0 16,5 2-1-16,1-2 0 0,6-1 0 16,0-3 1-1,3-2 2-15,12-1-3 0,4-5 1 16,2-2 0-16,-8-6-2 15,1-6-3-15,-7-5-23 16,-5-4 1-16,-2-1-5 16,0-1-37-16,-5 0-44 15,-11-3 0-15,1-2-92 16</inkml:trace>
  <inkml:trace contextRef="#ctx0" brushRef="#br0" timeOffset="-182456.6">18964 12964 595 0,'0'0'65'0,"0"0"39"16,0 0-23-16,0 0-81 16,0 0-34-16,0 0-62 15,-3 26-47-15,2-10-173 16</inkml:trace>
  <inkml:trace contextRef="#ctx0" brushRef="#br0" timeOffset="-181041.53">18753 12265 94 0,'0'0'80'0,"0"0"-24"16,0 0 27-16,0 0-32 16,0 0 12-16,0 0-16 15,0 0-1-15,55-18-20 16,-27 15 8-16,8 0-24 15,7 0 7-15,6 0 0 16,8 1-7-16,4 2-5 16,9 0-2-16,17 0-2 15,11 0 0-15,11 0-1 16,0 7-1-16,-12 0 1 0,-15-2 2 16,-20 0-2-16,-21-2 0 15,-17-3 1-15,-15 1 1 16,-8 3-2-16,-1 4 0 15,0 8 0-15,-6 8 1 16,-15 9 0-16,-1 9 0 16,2 6 3-16,4 5-2 15,9 5-1-15,4-1 3 16,3-1-4-16,0 0 0 16,0-3 3-16,10-4-3 15,5-3 1-15,0-5 0 16,1-7-1-16,-4-5-8 15,0-7-66-15,-6-9-158 0,-3-9-84 16</inkml:trace>
  <inkml:trace contextRef="#ctx0" brushRef="#br0" timeOffset="-180917.24">19837 12883 515 0,'0'0'100'0,"0"0"-43"16,0 0-57-16,0 0-85 15,0 0 7-15,0 0-63 16,33 22-51-16</inkml:trace>
  <inkml:trace contextRef="#ctx0" brushRef="#br0" timeOffset="-176427.43">7673 14225 119 0,'0'0'66'16,"0"0"-9"-16,0 0-10 16,0 0 8-16,0 0-7 15,0 0-5-15,18-76 0 16,-15 61 10-16,1-2-19 16,1-2 14-16,-2 2-8 15,-2 0 19-15,-1 3-10 16,0 4-8-16,0 4-24 15,0 2-3-15,0 4 1 16,0 0-11-16,0 0-4 0,0 20-16 16,0 11 11-16,-3 14 4 15,-6 11 0-15,-1 5 1 16,-2 6 4-16,1-2-4 16,-2-4-14-16,3-7-25 15,1-5-12-15,-5-9-9 16,7-6 5-16,-2-10-56 15,4-13-99-15,4-11-29 16</inkml:trace>
  <inkml:trace contextRef="#ctx0" brushRef="#br0" timeOffset="-176297.6">7648 14505 228 0,'0'0'254'0,"0"0"-125"0,0 0-58 15,0 0-16-15,0 0-55 16,0 0-37-16,24-19-31 15,-23 47-33-15,-1 1-134 16</inkml:trace>
  <inkml:trace contextRef="#ctx0" brushRef="#br0" timeOffset="-175647.17">7063 14705 319 0,'0'0'129'0,"0"0"-17"16,0 0-62-16,0 0-43 15,0 0 0-15,148-53 10 16,-56 49 0-16,26 3-6 16,25-1-5-16,14-1-3 15,20-6 1-15,3-3-1 16,-6 2-3-16,-7 0 1 16,-15 1 0-16,-12 1 0 15,-7 0-1-15,-14 2 2 16,-14-1-2-16,-23 1-1 0,-24 0 0 15,-24 1 1 1,-15 0 1-16,-14 1-1 0,-4 0 22 16,-1 0 71-16,0 1-73 15,0 2-5-15,0-1-6 16,0 1-4-16,0 1-5 16,0 0-3-16,-3 3-8 15,-11 20 10-15,-5 13 1 16,-3 17 2-16,-3 14-2 15,1 9-4-15,0 5-59 16,3-4 0-16,2-10-52 16,7-13-176-16</inkml:trace>
  <inkml:trace contextRef="#ctx0" brushRef="#br0" timeOffset="-174993.67">7229 14809 315 0,'0'0'86'0,"0"0"74"16,0 0-92-16,0 0 0 15,0 0 18-15,0 0-16 16,-14-29-50-16,14 42-20 0,0 18-1 15,3 14 0 1,2 11 2-16,-5 6-2 0,0 0 1 16,0-3-38-16,-11-6-55 15,2-7-11-15,-3-15-79 16,6-14-104-16</inkml:trace>
  <inkml:trace contextRef="#ctx0" brushRef="#br0" timeOffset="-174827.3">7269 15137 649 0,'0'0'126'0,"0"0"-39"16,0 0-68 0,0 0-19-16,0 0-100 0,0 0-24 15,0 24 5-15,-3-9-219 16</inkml:trace>
  <inkml:trace contextRef="#ctx0" brushRef="#br0" timeOffset="-172299.92">2434 15075 263 0,'0'0'94'16,"0"0"43"-16,0 0-28 15,0 0-43-15,0-81 54 16,0 64-53-16,0 2-14 16,-1 3-12-16,1 5-18 0,-3 5-7 15,3 2-11-15,0 0-5 16,0 12-9-16,0 17 6 15,0 9 3-15,6 12 0 16,3 6-1-16,3 2 1 16,4-1 0-16,-2-10-6 15,8-5-8-15,2-13-9 16,4-8-3-16,5-7 4 16,0-11 4-16,6-3 5 15,1-14 2-15,-3-15-1 16,1-10 2-16,-10-10 10 15,-5-4 3-15,-6-2 1 0,-10 1 13 16,-5 7 17-16,-2 10-1 16,0 14-9-16,0 12-3 15,0 11-20-15,0 0-1 16,3 17-39-16,7 14 37 16,0 8 2-16,4 8-10 15,-3 1-13-15,-6 0-36 16,5-2-25-16,-9-8-18 15,1-9-35-15,-1-17-77 16</inkml:trace>
  <inkml:trace contextRef="#ctx0" brushRef="#br0" timeOffset="-171817.14">3057 15040 659 0,'0'0'127'0,"0"0"-29"0,0 0-74 16,0 0-24-16,0 0-3 15,0 0 1-15,64 47 4 16,-52-9-2-16,-2 0 0 16,-4-1 1-16,-3-5-2 15,-1-7-4-15,-2-8-25 16,0-8-18-16,1-6-30 16,3-3 44-16,2-11 34 15,2-16 4-15,4-8-4 16,1 5 0-16,-5 8 1 0,-2 9 23 15,-2 8 2-15,3 5-26 16,3 0-3-16,3 7 1 16,3 8-3-16,2 4 4 15,-1 1 1-15,0 0 0 16,-3-1 0-16,1-4 0 16,-8-3-12-16,1-3-38 15,-5-8-6-15,3-1 23 16,1-6 33-16,4-21 3 15,2-8-2-15,-1-5 0 16,-3 2 15-16,-5 5 68 16,-2 12 21-16,0 9-37 15,1 10-42-15,4 2-26 16,3 5-32-16,4 19 20 16,9 7-12-16,0 5-4 0,-4-1-46 15,-8 0-24-15,-11-9-26 16,0-10-70-16</inkml:trace>
  <inkml:trace contextRef="#ctx0" brushRef="#br0" timeOffset="-171663.36">3577 14667 669 0,'0'0'46'0,"0"0"-46"0,0 0-46 15,0 0-8-15,0 0-49 16,27 113-81-16</inkml:trace>
  <inkml:trace contextRef="#ctx0" brushRef="#br0" timeOffset="-171417.78">3802 14657 709 0,'0'0'125'16,"0"0"-51"-16,0 0-74 15,0 0-5-15,0 0 5 16,3 123 0-16,0-45 0 16,0 7 0-16,-1 0 0 15,-2-7-10-15,0-11-36 0,0-11-38 16,-12-16-40-16,-4-15 29 15,9-21-85-15,1-4-136 16</inkml:trace>
  <inkml:trace contextRef="#ctx0" brushRef="#br0" timeOffset="-171001.92">3766 15057 434 0,'0'0'136'16,"0"0"-48"-16,0 0-68 15,0 0-19-15,0 0 4 0,0 0 4 16,57-30 19-16,-36 18-16 16,6 0-3-16,0-5-9 15,1-4 0-15,0-2-17 16,-8-1-28-16,-2-3-5 16,-8 2 17-16,-1 0 18 15,-6 3 14-15,3 7 1 16,-3 6 13-16,3 9 20 15,4 0-28-15,5 10-5 16,9 15-1-16,3 8 1 16,3 5 3-16,-2 2-1 15,-2-2 6-15,-2-3 6 0,-4-5 0 16,-3-9 4 0,-4-6 22-16,-4-5-3 0,-4-3-6 15,-5-4-19-15,0-2-3 16,0-1-3-16,0 2-1 15,-11 1 0-15,-14 0 2 16,-6 4-7-16,-2-2-34 16,6 3-86-16,0 3 15 15,7 0-160-15</inkml:trace>
  <inkml:trace contextRef="#ctx0" brushRef="#br0" timeOffset="-170847.23">4387 15252 636 0,'0'0'158'16,"0"0"-62"-16,0 0-33 15,0 0-45-15,0 0-18 16,0 0-33-16,10-56-180 16,-10 67 54-16,-13-5-323 15</inkml:trace>
  <inkml:trace contextRef="#ctx0" brushRef="#br0" timeOffset="-166838.29">7117 16076 222 0,'0'0'23'0,"0"0"-16"16,0 0 29-16,0 0-18 15,0 0 40-15,0 0 8 0,122 9 10 16,-43-9 10-16,21-3-35 16,25-9-6-16,24 1-30 15,26-3-7-15,17-2-4 16,9 2-1-16,-6-1 3 15,-18 4-4-15,-20 0 4 16,-23 2 1-16,-19-4-6 16,-24 2 4-16,-27 2 2 15,-23 1-2-15,-21 5-5 16,-18 3-1-16,-7 2-78 16,-38 13-58-16,-30 1-181 15</inkml:trace>
  <inkml:trace contextRef="#ctx0" brushRef="#br0" timeOffset="-166189.88">3080 16078 597 0,'0'0'157'0,"0"0"-41"16,0 0-59-16,0 0-30 15,0 0-19-15,0 0-8 16,-23-42-4-16,-13 68 2 15,-13 16 2-15,-4 6 0 16,4 6 1-16,18 1 0 16,17-3-2-16,14-4-15 15,2-7 0-15,20-4-10 0,10-11-21 16,15-11 0 0,7-8-14-16,7-7-13 15,5-5 25-15,-5-15-45 0,-8-3-81 16,-11-2-80-16</inkml:trace>
  <inkml:trace contextRef="#ctx0" brushRef="#br0" timeOffset="-165438.33">3280 16341 596 0,'0'0'113'0,"0"0"-19"16,0 0-94-16,0 0-3 0,0 0 3 15,0 0 3 1,53 0-2-16,-30 0 1 0,0-5 5 16,-2-9-7-16,1-6 6 15,-3-6-3-15,-2-4-1 16,-2-3-1-16,-9 2-1 16,-6 4 9-16,0 8 12 15,-15 3 7-15,-2 9-15 16,0 6-1-16,0 1-12 15,8 8-6-15,2 17 2 16,3 4 4-16,4 6-1 16,0 2 0-16,20 0-1 15,4-5 0-15,0-6-2 16,3-9-4-16,-2-9-11 16,-1-7 13-16,-2-1 6 0,-1-14 1 15,0-19 0-15,0-10 1 16,-2-11 0-16,-1-7 1 15,-4-3-3-15,-7 0 0 16,-7 0 10-16,-2 8 19 16,-12 14 9-16,0 17-1 15,7 18-19-15,5 7-17 16,2 19-1-16,0 19-18 16,0 12 18-16,0 6 0 15,9 3 1-15,5-2-1 16,3-5 0-16,0-3-7 15,0-12-15-15,-1-8-8 0,-3-10 1 16,-2-12 1-16,0-7 8 16,0-2 16-16,1-25 4 15,3-13 2-15,0-12-1 16,-5-8 2-16,-1-6 2 16,-9-6 21-16,0 4-5 15,-9 12 8-15,-1 20 14 16,5 19-15-16,5 17-21 15,0 0-7-15,9 25-8 16,9 17 6-16,3 11 3 0,-3 6-1 16,-3 8 0-1,-2-6 0-15,-6-3 1 0,4-6-3 16,0-4 1-16,-3-5-11 16,3-6-30-16,-11-7-27 15,3-9-96-15,-3-14-126 16</inkml:trace>
  <inkml:trace contextRef="#ctx0" brushRef="#br0" timeOffset="-165040.54">3995 16330 608 0,'0'0'59'16,"0"0"-27"-16,0 0-27 15,0 0 2-15,0 0-7 16,0 0 1-16,3-5 2 0,0 0 4 15,3-5 5 1,3-9 16-16,7-8-25 0,2-10-1 16,-3-2-1-16,1-4-2 15,-5-1-1-15,-5-1-1 16,-1 1-1-16,-3 1 3 16,4 5 1-16,-1 8 0 15,5 12-5-15,1 12-22 16,2 4-12-16,2 2 24 15,-2 8 15-15,5 22-4 16,2 9 4-16,-1 14 7 16,0 3 5-16,-7 2-2 15,-6 0 12-15,-4-6-8 16,-2-7-7-16,0-11-2 16,0-13-1-16,0-9 0 0,0-8 0 15,0-3 5-15,-2-1 4 16,-5 3-11-16,-4 0-2 15,-6 1-1-15,3-2-123 16,4-2-252-16</inkml:trace>
  <inkml:trace contextRef="#ctx0" brushRef="#br0" timeOffset="-164882">4318 16421 685 0,'0'0'145'16,"0"0"-70"-16,0 0-14 15,0 0-23-15,0 0-18 0,0 0-15 16,-3 0-5 0,3 4-50-16,0 13-54 0,0-4-104 15,-3-7-336-15</inkml:trace>
  <inkml:trace contextRef="#ctx0" brushRef="#br0" timeOffset="-164043.23">7218 16987 443 0,'0'0'145'16,"0"0"-78"-16,0 0-51 16,0 0-8-16,88-24 8 15,-14 12 12-15,22 0 1 16,20-3-16-16,13-1-11 16,14-1-2-16,3-2 0 15,0 1-2-15,-1 2-22 16,-13 2-18-16,-12 5-14 15,-19 0-40-15,-21 1-155 16</inkml:trace>
  <inkml:trace contextRef="#ctx0" brushRef="#br0" timeOffset="-163900.8">8660 16824 314 0,'0'0'484'16,"0"0"-398"-16,0 0-69 15,0 0-17-15,0 0-85 16,-92 4-5-16,50 12-61 16,-10-3-275-16</inkml:trace>
  <inkml:trace contextRef="#ctx0" brushRef="#br0" timeOffset="-163339.01">2196 17179 500 0,'0'0'58'0,"0"0"-26"0,0 0-22 16,0 0-3-16,0 0 22 16,0 0 4-16,84-1 0 15,-43 1-19-15,11 0-8 16,9 0-5-16,8-2-1 16,1-8-64-16,-3-4-36 15,-10-5-176-15</inkml:trace>
  <inkml:trace contextRef="#ctx0" brushRef="#br0" timeOffset="-162559.68">2508 17116 224 0,'0'0'136'0,"0"0"-68"16,0 0-56-1,0 0-2-15,0 0 2 0,0 0 9 16,-26 36 21-16,26-36-19 15,0 0 8-15,0 0 34 16,5 0 5-16,13-15 11 16,2-9-54-16,3-8-19 15,-2-4-5-15,-5 2-2 16,-2 3 0-16,-4 4-1 16,-1 8-4-16,-6 5-2 15,0 7 5-15,-3 6-1 16,0 1-9-16,0 0-42 0,0 3-5 15,9 16 46-15,4 14 11 16,-2 12 1-16,2 10 1 16,-2 7 0-16,5 4-1 15,2-3 10-15,-3-5-6 16,0-9 2-16,-6-14-3 16,-3-12-3-16,-2-9 3 15,-4-9 6-15,0-3 44 16,0-2 21-16,0 0-1 15,0 0-24-15,-9-2-25 16,-6-7-24-16,-7-5 0 16,3-1-16-16,5 5-37 15,5-7 3-15,9 0-61 16,0-2-26-16,17-3-13 16,11 2 45-16,2-2 105 0,6 3 10 15,-5 0 29-15,2 7 45 16,-6 2-15-16,-2 5-35 15,-3 5-14-15,-4 0-12 16,-3 3-5-16,-3 9-3 16,-3 5-1-16,-6-3 1 15,0 1 0-15,-2-5 3 16,1-5-2-16,-1-3 0 16,-1-2 4-16,3 0 19 15,-1 0 92-15,6-13-55 16,6-6-61-16,1-7-31 15,3 4-29-15,1 3 10 0,-5 9 38 16,-5 7 12-16,1 3-2 16,-2 0-5-16,-1 5-3 15,4 10 8-15,-1 5 1 16,7 3 1-16,0 1 2 16,4-2-2-16,-3-7-43 15,-3-4-81-15,-1-11-95 16,-3 0-43-16</inkml:trace>
  <inkml:trace contextRef="#ctx0" brushRef="#br0" timeOffset="-162060.75">3311 17109 166 0,'0'0'158'0,"17"-122"24"15,-12 72-53-15,1 16 33 0,-1 14-75 16,-2 12-45-16,3 8-38 16,4 0-4-1,4 0-4-15,4 20 2 0,0 9 0 16,3 17 2-16,0 8 0 15,-2 4 0-15,-2 2 2 16,-4-9-1-16,-1-9-1 16,-3-8-4-16,-8-13-8 15,1-9 3-15,-2-7 0 16,0-5 9-16,-2 0 19 16,-14-5 11-16,-3-7-23 15,-1-1-6-15,-1 4 0 16,8 4-1-16,1 5-1 0,3 0-5 15,1 5-6-15,2 7-7 16,1 7 14-16,1 3 4 16,4 1-3-16,0-1 3 15,4-1 1-15,9-2-3 16,0-6-10-16,2-5 4 16,-1-2-3-16,-2-6-1 15,7 0 13-15,-1-13 1 16,2-11 3-16,0-6-4 15,-6 0 1-15,-2 2 3 16,-8 5 2-16,-4 6 3 16,0 7-4-16,0 4 11 15,0 6-6-15,0 0-10 16,0 0-16-16,3 6-10 0,5 13 19 16,2-2 1-16,2 3-21 15,6-1-76-15,-2-4 16 16,1-6-36-16,-1-9-80 15</inkml:trace>
  <inkml:trace contextRef="#ctx0" brushRef="#br0" timeOffset="-161898.42">3626 16832 590 0,'0'0'81'16,"0"0"28"-16,0 0-109 15,0 0-103-15,0 0 75 0,0 0-27 16,24 119-48-16,-12-64-92 16,-4-4-87-16</inkml:trace>
  <inkml:trace contextRef="#ctx0" brushRef="#br0" timeOffset="-161575.9">3695 17198 534 0,'0'0'100'16,"0"0"-96"-16,0 0-4 15,0 0 0-15,0 0 3 16,43 89-3-16,-29-71 2 0,2-2-1 16,-1-4-1-1,1-5 2-15,-7-6-2 0,0-1 2 16,-1-1 7-16,2-20 9 16,4-8-12-16,3-3-6 15,2 1-37-15,3 6-26 16,-6 7-40-16,-4 8 103 15,-4 5 30-15,-6 5 18 16,3 0-29-16,-2 0-17 16,0 10 21-16,1 6-9 15,1 1-6-15,4 3-2 16,3 3-2-16,-3-4-1 16,-3 1-3-16,-5-7-90 15,-1-10-118-15</inkml:trace>
  <inkml:trace contextRef="#ctx0" brushRef="#br0" timeOffset="-161458.47">4046 16762 560 0,'0'0'0'0,"0"0"-4"15,0 0-107-15,0 0-106 16</inkml:trace>
  <inkml:trace contextRef="#ctx0" brushRef="#br0" timeOffset="-160378.31">4367 16748 700 0,'0'0'134'0,"0"0"-108"16,0 0-26-16,0 0-4 15,0 0 3-15,62 118 1 16,-46-62 0-16,5 12 2 16,0-1 1-16,4-1-1 15,-2-13 0-15,-7-14-2 16,-1-6 1-16,-6-13 0 16,-6-11 2-16,-1-9-3 15,-2 0 0-15,0-4 13 16,-14-14 10-16,-5-5-15 15,-1 3 6-15,1 6 11 0,9 7 0 16,5 6-21-16,2 1-4 16,3 0-9-16,0 9 1 15,0 11 8-15,0 2-1 16,16 2-3-16,8-4-10 16,10-3-11-16,10-3 11 15,8-7-8-15,3-6-3 16,-4-1-3-16,-6-5-2 15,-13-15 22-15,-11-7 8 16,-10-6 7-16,-10-4 17 16,-1 4 15-16,0 7-19 15,0 12 3-15,-1 8 20 0,1 6-43 16,0 0-21-16,0 2-32 16,3 10 37-16,9 5 14 15,4 0 1-15,2-1 1 16,0-4-1-16,3-3-3 15,1-2 0-15,6-5 2 16,1-2-3-16,-4 0-19 16,2 0-43-16,-2-5 14 15,-1-9 6-15,0-3 5 16,-1 1-7-16,-6 0-33 16,-6 4 56-16,-5 7 26 15,-5 2 98-15,-1 2-31 16,2 1-52-16,-2 0-10 0,1 0-2 15,-1 0-3 1,0 0-2-16,0 0 2 0,0 0 1 16,0 0 8-16,0 0 19 15,0 0 22-15,0 0 4 16,0 0-4-16,0 0-14 16,0 0-16-16,0-3-4 15,0 1-6-15,0-1 13 16,0 1-15-16,0 0-8 15,0 2-2-15,0 0-2 16,0 0 4-16,0 0 1 16,0 0-1-16,0 0 0 0,-1 0 1 15,-1 0 0-15,2 0-1 16,0 0 0-16,0 0-3 16,0 0-10-16,0 0-3 15,0 0 1-15,0 0 6 16,0 0 9-16,0 0 1 15,0-3 2-15,0 2 2 16,0 1 5-16,0-4 2 16,0 4 13-16,0 0-18 15,0 0-7-15,0 0 0 16,0 0 0-16,0 0-2 16,0 0 2-16,0 0 0 15,0 0-2-15,0 0-9 16,0 0-21-16,9 7 24 15,6 7-4-15,3-1-19 0,10 1-24 16,7-1-25-16,6-4 18 16,9-6-16-16,5-3-143 15,-2 0-58-15</inkml:trace>
  <inkml:trace contextRef="#ctx0" brushRef="#br0" timeOffset="-159551.69">5773 17039 295 0,'0'0'257'0,"0"0"-106"15,0 0-10-15,0 0-87 16,0 0-22-16,0 0-32 16,-17-62-8-16,4 68 1 15,-2 12 7-15,-2 7 0 0,4 1 0 16,6 1-7-16,4-2-18 16,3-3 1-16,0-2 2 15,1-4-19-15,10-7-7 16,2-2 19-16,-1-7 16 15,0 0 8-15,-2-9 5 16,-2-11 5-16,-5-3 6 16,-3 1 48-16,0 4 2 15,0 5-38-15,0 7 6 16,0 4-11-16,0 2-18 16,0 0-4-16,0 2-26 15,0 10 11-15,6 4 17 16,1 1 0-16,7-1-4 15,3-1-16-15,6-2 2 16,5-4 7-16,5-9-18 0,3 0 21 16,-2-16-9-16,0-21 5 15,-4-10 1-15,-3-11-3 16,-6-1 15-16,-6 2 0 16,-6 1 1-16,-9 0 0 15,0 6 8-15,-9 6 68 16,-7 12 22-16,5 13-33 15,5 14-32-15,6 5-33 16,0 5-8-16,0 22-20 16,0 14 25-16,0 14 3 15,0 7 0-15,-6 7 0 16,0 4 0-16,5-3 1 0,1-5-2 16,1-9 0-16,15-13-1 15,1-14 2-15,1-12-3 16,1-14-7-16,1-3 10 15,6-22 3-15,6-20 2 16,1-13-2-16,0-8 1 16,-8 3-4-16,0 5 0 15,-4 11-3-15,-6 10-1 16,-2 14-11-16,-5 8 13 16,-5 8 2-16,0 4-7 15,-3 0-22-15,3 0-1 16,0 9 20-16,-3 10 7 15,0 6 2-15,0 5 1 0,0 5 2 16,0 6 0-16,3 4 5 16,3-3 0-16,1-8-2 15,1-5 0-15,1-15-2 16,-2-2-1-16,-4-7 0 16,-3-4-1-16,0 1 0 15,0-2-1-15,0 0 0 16,0 0-17-16,0 0-73 15,-3 0-24-15,3-10-277 16</inkml:trace>
  <inkml:trace contextRef="#ctx0" brushRef="#br0" timeOffset="-159379.4">6714 17126 717 0,'0'0'162'16,"0"0"-67"-16,0 0-45 15,0 0-30-15,0 0-19 16,0 0-1-16,0-6-10 16,0 6-29-16,0 0-47 15,-3 6-137-15,-4 0-73 16</inkml:trace>
  <inkml:trace contextRef="#ctx0" brushRef="#br0" timeOffset="-112293.66">3416 4065 217 0,'0'0'8'15,"0"0"23"-15,0 0 28 16,0 0-12-16,0 0-11 16,0 0 2-16,0 0-7 15,0 0-11-15,30-3-7 16,-23 0 22-16,-2 3-19 16,7 0-9-16,-3 0-6 0,3 0-1 15,4 0 0 1,6 0 0-16,4 0 1 0,13 0-1 15,8 5 0-15,10-2 0 16,11 0 1-16,10-3-1 16,12 0 2-16,5 0-2 15,8 0-1-15,1 0 0 16,5 0 0-16,2-2 1 16,1 2 1-16,1 0 0 15,-7 0-1-15,-3 0 0 16,1 0 1-16,2 0-1 15,6-9 2-15,6 1-2 16,6-1 1-16,4-5 2 0,12 4 7 16,3 2 10-1,-1 2-12-15,-2 3-2 0,2 3-3 16,-6 0-1-16,4 0-2 16,-4 0 3-16,-7 0-3 15,-4 0 1-15,-11 0 0 16,-7-1 4-16,-7-1 4 15,-7-4 7-15,2 1 4 16,3-3 0-16,2 2-5 16,8 0-5-16,8 2-10 15,5-1 0-15,4 0 0 16,3 2 0-16,-2 1 1 16,-5 0-1-16,-9 2 2 15,-5-1-1-15,-1-1-1 0,-3 0 1 16,-3-1 0-16,-3-1-1 15,1-2 3-15,-1 2 2 16,8-2 1-16,0 1-4 16,3-2 0-16,-1 0 0 15,-2-3 0-15,-7 1 0 16,-5-2-2-16,-7 2 2 16,-4 2 1-16,-3 3-3 15,-6 4 0-15,3 0-3 16,-1 0 3-16,2 0 0 15,-2 0 0-15,-2 1 0 16,-4 2 0-16,1-1 2 16,0 1-2-16,3-1 0 15,0 4 1-15,4-2-1 16,0-1-1-16,2-1 1 0,-6-2 0 16,-2 0-2-16,-8 0-2 15,-12-5 3-15,-8-2 1 16,-6 2 0-16,-5-1 0 15,-4 2 1-15,-4 2-1 16,-8-2 0-16,-5 1 1 16,-8 2 7-16,-2 1 40 15,-1 0-4-15,0 0-5 16,0 0-1-16,0 0-15 16,0 0-17-16,0 0-1 0,0 0-1 15,0 0-3-15,0 0 0 16,0 0-1-16,0 0 2 15,0 0-2-15,0 0 1 16,0 0-1-16,0 0 0 16,0 0 0-16,0 0 0 15,0 0-3-15,0 0 3 16,0 0-1-16,0 0-2 16,0 0-7-16,0 0-12 15,0 0-24-15,0 3-26 16,-15 9 14-16,-9 4-48 15,-1-5-59-15,0-8-238 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27:01.311"/>
    </inkml:context>
    <inkml:brush xml:id="br0">
      <inkml:brushProperty name="width" value="0.05292" units="cm"/>
      <inkml:brushProperty name="height" value="0.05292" units="cm"/>
      <inkml:brushProperty name="color" value="#FF0000"/>
    </inkml:brush>
  </inkml:definitions>
  <inkml:trace contextRef="#ctx0" brushRef="#br0">5910 4064 214 0,'0'0'84'0,"0"0"14"15,0 0-1-15,0 0-35 0,0 0 11 16,0 0 11-16,0 0-51 15,0 0 9-15,6-65-4 16,-6 65-13-16,0 0-5 16,0 0-12-16,0 0-8 15,0 2-1-15,3 20-8 16,1 14 5-16,-1 12 2 16,2 18 2-16,-1 10 0 15,1 10 1-15,-2 7 1 16,4 0-2-16,-1-5 1 0,0-9-1 15,-4-15 0 1,1-12 3-16,-2-13 0 16,-1-10-3-16,2-7 1 15,-2-10-1-15,1-7-18 0,5-5-65 16,7-13 18-16,6-25-257 16</inkml:trace>
  <inkml:trace contextRef="#ctx0" brushRef="#br0" timeOffset="341.27">5788 4031 508 0,'0'0'55'15,"0"-90"4"-15,0 55 8 16,4 9-4-16,17 6-19 15,12 10-38-15,10 10 2 16,11 2-7-16,7 26 0 16,2 9-1-16,-10 9-3 15,-12 7 3-15,-13-2-3 16,-7-1-1-16,-14-4 0 16,-7-4 3-16,-4-3-1 15,-23-1 1-15,-9-7-7 16,-4-2 0-16,-6-5 7 15,2-4-3-15,1-3-11 0,6-3-3 16,10-2 0 0,15-2-55-16,12-1-54 0,0-7-166 15</inkml:trace>
  <inkml:trace contextRef="#ctx0" brushRef="#br0" timeOffset="1282.41">6325 4471 579 0,'0'0'41'0,"0"0"48"16,0 0-37-16,0 0-36 16,0 0-15-16,0 0 13 15,74 30 6-15,-56 19-5 16,0 12-11-16,0 7 8 16,-6-1-12-16,-1-13 1 15,-6-13 2-15,-5-12-3 16,0-12-1-16,0-6 1 15,0-10 2-15,-6-1-2 16,-4-5 0-16,-2-22-13 16,-3-6-36-16,-3-9 20 0,9-7 14 15,6-3 5-15,3 4 7 16,26 4-16-16,14 7-17 16,6 11 10-16,3 8-4 15,-2 7 28-15,-4 5 2 16,-9 6 13-16,-6 0 17 15,-7 10-15-15,-7 12-4 16,-2 2 7-16,-1 9 2 16,-3 4-4-16,1 2-6 15,1 0-6-15,1-3-1 16,-1-3-2-16,5-7-1 16,-3-5 3-16,3-6 0 15,0-8-3-15,4-7 0 0,5 0 2 16,9-9 11-16,1-14-5 15,-2-6-3-15,-10-7 9 16,-7-3-3-16,-9-3 18 16,-6-2-1-16,0 0-4 15,-21 2-18-15,-3 5-2 16,-6 5-8-16,0 3-15 16,5 6 10-16,6 0-9 15,8 2 18-15,11-3 0 16,0 1-15-16,8 2-18 15,16 4 8-15,-2 4 3 0,-1 5 21 16,-2 6 1 0,2 2 1-16,1 0-1 0,-2 18-1 15,-1 15 1-15,-8 9 1 16,-7 14 0-16,-4 17 0 16,0 15 14-16,-10 8-3 15,-5 7-2-15,-2-3 5 16,4-4-9-16,-2-12 0 15,3-14-4-15,1-21-2 16,6-18 1-16,1-14-1 16,2-10 2-16,-3-5-1 15,-6-2 4-15,-8-7 8 16,-6-19-3-16,0-8-10 16,8-8-27-16,16-3-51 15,1-3-98-15,24-1-263 0</inkml:trace>
  <inkml:trace contextRef="#ctx0" brushRef="#br0" timeOffset="1581.91">7386 4705 529 0,'0'0'53'16,"0"0"-15"-16,0 0 54 15,47-74-79-15,-23 52 18 16,-4-3 19-16,-3 4-29 0,-2 1-9 16,-8 5 9-16,-5 4-2 15,-2 1-19-15,0 4 0 16,-11 6-4-16,-9 0 0 16,-3 13-13-16,4 14 9 15,2 9-16-15,11 7-18 16,6 3 41-16,2 1-39 15,26-8 3-15,20-11-21 16,14-16-34-16,9-12-145 16,0-7-27-16</inkml:trace>
  <inkml:trace contextRef="#ctx0" brushRef="#br0" timeOffset="1984.38">7888 4411 613 0,'0'0'84'0,"0"0"-5"16,0 0-71-16,0 0-8 16,0 0 0-16,-84 106 0 15,80-53 2-15,4 1-2 16,0-3 0-16,18-9-1 16,8-13 0-16,10-17-12 15,9-12-6-15,9-9 16 16,13-22-12-16,3-13-61 15,0-9-13-15,-12-1-1 0,-17-2 90 16,-19 6 3-16,-19 0 100 16,-3 0-32-16,-15 5 29 15,-7 6 16-15,4 14-77 16,7 11 3-16,7 11-25 16,1 3-17-16,-3 18-8 15,-6 18 8-15,1 16 0 16,1 7 0-16,3 5-1 15,4 5 1-15,3-6-8 16,0-7 4-16,3-10-13 16,14-14-21-16,4-11-11 15,10-15-34-15,11-6-72 16,7-28-317-16</inkml:trace>
  <inkml:trace contextRef="#ctx0" brushRef="#br0" timeOffset="2142.01">8331 4428 111 0,'0'0'518'0,"0"0"-472"16,0 0-25-16,104-57 22 15,-58 46-17-15,9 1-11 16,-2 2-15-16,4 4 0 16,-5-4-24-16,-10-4-100 15,-11-4-138-15</inkml:trace>
  <inkml:trace contextRef="#ctx0" brushRef="#br0" timeOffset="2337">7318 3937 563 0,'0'0'37'15,"0"0"-22"-15,0 0-15 16,87 24 5-16,-56-4-5 16,3 0-105-16,-4-4-307 15</inkml:trace>
  <inkml:trace contextRef="#ctx0" brushRef="#br0" timeOffset="3379.89">9415 4202 540 0,'0'0'134'15,"0"0"-69"-15,0 0-64 16,0 0-1-16,-13 90 1 16,4-43-1-16,3 2-1 15,-1-1 1-15,5-6 5 16,2-6-4-16,0-14 2 16,0-8-2-16,0-9 2 15,0-5-1-15,0-2 8 0,0-22 14 16,0-10-24-16,0-8-43 15,6-3 9-15,3-3 4 16,0 4 25-16,5 3-6 16,5 7 10-16,3 9 1 15,11 9-5-15,1 11-5 16,2 5 9-16,-2 1 1 16,-5 20 0-16,-4 8-1 15,-3 5 2-15,-1-1-1 16,-4 0 2-16,-1-9-2 15,-6-6 0-15,-4-11 0 16,-6-7 4-16,0 0 11 0,0-3 83 16,-9-12-75-16,-8-5-23 15,0 2 0-15,4 2-3 16,5 6-5-16,7 3-10 16,1 6 8-16,0 1-33 15,14 0-9-15,5 13 51 16,7 2 1-16,3 4 0 15,-1 0 0-15,6 2 0 16,2 4 0-16,1 1 0 16,-1 1 0-16,-5-2 0 15,-7-6-18-15,-9-8-7 16,-7-5-3-16,-7-4 23 16,-1-2 4-16,0 0 1 0,0 0 28 15,0 0-13-15,-4 0-14 16,-2 0 3-16,1 0 4 15,4 0-5-15,-1 0-3 16,2 12 0-16,0 3 0 16,0 4 0-16,0-2 0 15,0 0 1-15,0 0 1 16,0-5-1-16,0-6-1 16,0-5 1-16,0-1 4 15,0 0 81-15,0-11 14 16,0-10-75-16,0-4-16 15,0-4-7-15,0 7 3 0,0 5 1 16,-6 5-3-16,2 6-3 16,1 3 0-16,0 3-3 15,0 0-32-15,-2 1-131 16,-1 9 48-16,0 0-105 16</inkml:trace>
  <inkml:trace contextRef="#ctx0" brushRef="#br0" timeOffset="3846.9">9722 4386 223 0,'0'0'196'0,"0"0"-46"0,0 0-70 16,0 0-40-16,0 0-5 16,0 0 1-16,-6-27-7 15,6 23-5-15,2-4-9 16,11-1-13-16,10-4-1 16,5-3-2-16,5-1-4 15,3-3 1-15,-5 3-17 16,-4 3 19-16,-5 0 4 15,-11 8 0-15,-4 1 1 16,-4 4 8-16,-1 1-11 0,-1 0-8 16,6 11 3-16,-1 10 5 15,2 9-1-15,0 9 0 16,-2 6 1-16,2 11 1 16,-2 11 0-16,-1 8-1 15,2-2 0-15,4-3 0 16,1-17-1-16,5-15-4 15,-1-15 1-15,1-12-17 16,1-10-1-16,9-1-59 16,6-15-32-16,0-15-205 15</inkml:trace>
  <inkml:trace contextRef="#ctx0" brushRef="#br0" timeOffset="4994.93">10358 4546 88 0,'0'0'115'15,"0"0"12"1,18-93 45-16,-18 69-45 0,0 4 9 15,0 5-74-15,0 7-6 16,-5 3-18-16,2 5-8 16,0 0-30-16,-6 0-8 15,-7 17-6-15,-9 9 10 16,-4 11 1-16,0 5 2 16,2 3-7-16,9 3-26 15,10-6 0-15,8-6-2 16,3-14 0-16,20-11 17 15,7-11 18-15,0 0 1 0,-1-11 3 16,-7-11-3-16,-7-6 1 16,-7-1 6-16,-8-4 12 15,0-3 31-15,-5 5-19 16,-6 6 21-16,1 11-15 16,7 11-20-16,3 3-14 15,0 0-3-15,0 25-43 16,0 21 22-16,6 21 21 15,11 13 0-15,1 7-1 16,0 0 2-16,-3-7 0 16,-7-12-1-16,-6-15-3 15,-2-17 3-15,0-15-1 16,0-11 0-16,0-10 2 16,0 0 6-16,-9-3 27 15,-11-20 25-15,-9-15-56 16,-6-8-3-16,5-6 0 0,10 4-1 15,8 4-25-15,8 7-2 16,4 3-7-16,29 4-27 16,13-1-4-16,11 0 14 15,0 4 22-15,5 2 14 16,-2 4 16-16,-6 7 7 16,-13 8 7-16,-9 6-7 15,-12 0 1-15,-2 17-8 16,-8 3 0-16,-6 4-3 15,0 3 3-15,-7-2 1 0,-6-2-1 16,3-6 0-16,6-7-15 16,2-6-11-16,1-3-38 15,1-1 35-15,0 0 29 16,3-16 73-16,14-9-73 16,5-2-17-16,-1 4 17 15,-3 1 2-15,-4 8 3 16,-3 7-5-16,-2 3 19 15,-6 4-16-15,4 0-3 16,-1 0-4-16,0 0 3 16,2 8 1-16,-2 0 0 15,3 1 1-15,0-1 0 16,2-5 1-16,-1 1-2 16,-4-4 1-16,-2 0-1 15,3 0 1-15,-1 0-1 16,-1-7-29-16,-1 4 29 0,-2 1-1 15,-2 2 1-15,0 0-43 16,3 5-56-16,0 12 94 16,4 2 4-16,4 6 1 15,2-3 2-15,6 2 0 16,5-6-1-16,0-7-1 16,4-7-7-16,0-4 7 15,5-7 2-15,3-19 3 16,5-10 5-16,-2-7 10 15,-2-10-15-15,-8-1 10 16,-12-2 10-16,-11-2 33 16,-6 2 2-16,0 8 27 0,-4 7-7 15,-4 12-36-15,2 11-30 16,4 11-10-16,2 7-4 16,0 0-7-16,0 15-18 15,0 16 23-15,0 15-4 16,0 12 4-16,0 10 0 15,2 2 1-15,3-8-8 16,-2-6-15-16,-3-16 5 16,0-10-15-16,0-9-15 15,0-7-30-15,-12-7 5 16,-3-7-3-16,-7 0-115 16</inkml:trace>
  <inkml:trace contextRef="#ctx0" brushRef="#br0" timeOffset="5173.35">10770 4434 516 0,'0'0'76'0,"0"0"-15"16,0 0 8-16,86-20-38 16,-44 18 12-16,12 2-33 15,1 0-8-15,3 5-2 16,0 7-8-16,-1-5-97 15,-6-7-241-15</inkml:trace>
  <inkml:trace contextRef="#ctx0" brushRef="#br0" timeOffset="5745.02">12070 4339 407 0,'0'0'117'15,"0"0"22"-15,91-95-73 16,-66 63-11-16,-3 0-33 16,-8 8 24-16,-8 5-39 15,-6 2 5-15,0 7-8 16,-18 5-4-16,-20 5-36 15,-10 0-18-15,-6 15 27 16,1 16 8-16,6 10 9 16,4 13 5-16,3 9 4 0,11 7-1 15,14 4-4-15,15-3-5 16,2-11-6-16,25-12 16 16,0-12 1-16,-3-13 9 15,-10-9-1-15,-6-7 6 16,-8-7-12-16,0 0 3 15,0 0 1-15,-9 1-3 16,-21-1 4-16,-15 0-7 16,0 0-19-16,10-10-31 15,15-2 10-15,20-1-2 16,15 0-117-16</inkml:trace>
  <inkml:trace contextRef="#ctx0" brushRef="#br0" timeOffset="5994.31">12640 4217 500 0,'0'0'75'0,"-57"-79"59"16,26 50-54-16,6 8-7 16,11 12-26-16,5 9-18 15,2 0-29-15,-5 23-11 16,-5 18 11-16,-2 16 0 0,-3 13 0 15,2 7-7 1,7 5 0-16,4-2-31 0,8-5-13 16,1-11-28-1,0-14-34-15,11-23-43 0,7-15-141 16</inkml:trace>
  <inkml:trace contextRef="#ctx0" brushRef="#br0" timeOffset="6293.53">12644 4434 449 0,'0'0'357'16,"0"0"-304"-16,0 0-50 15,0 0-3-15,0 0-11 16,0 0 11-16,9 97-1 16,-9-54 1-16,0 1 3 15,0-7 0-15,-1-7 0 16,-4-10 4-16,-2-4-7 0,5-7-6 15,1-5-4-15,-1-4 3 16,2 0 7-16,0-12 9 16,0-17-4-16,5-12-5 15,13-10-5-15,4-5 5 16,7-2 2-16,2 5 27 16,6 7-22-16,2 14-7 15,3 12-10-15,-2 7-82 16,-1 6-136-16,-8-3-76 15</inkml:trace>
  <inkml:trace contextRef="#ctx0" brushRef="#br0" timeOffset="6483.85">12501 4252 601 0,'0'0'40'0,"0"0"14"16,88-19-26-16,-42 16 3 16,8 3-27-16,8 0-4 15,9 2-10-15,5 4-106 16,1-6-312-16</inkml:trace>
  <inkml:trace contextRef="#ctx0" brushRef="#br0" timeOffset="6748.34">12828 4695 590 0,'0'0'136'16,"0"0"-66"-16,0 0-57 15,0 0-13-15,0 0-77 16,0 0 5-16,42 20-148 16</inkml:trace>
  <inkml:trace contextRef="#ctx0" brushRef="#br0" timeOffset="7758.82">6387 5305 233 0,'0'0'44'0,"0"0"-7"15,0 0-30-15,0 0 17 16,94-11 34-16,-27 5 27 15,36-3-33-15,42-1 4 16,53 1-10-16,56-1-23 16,46 1-6-16,43-4-9 15,31 1-1-15,18-3-7 16,7 1-3-16,-20-2-12 16,-29 3 11-16,-40 0 4 0,-46 2 2 15,-44 2 1-15,-39-1 2 16,-31 4-2-16,-37-2 2 15,-34-1-4-15,-30 2 6 16,-24 0 9-16,-17 4 20 16,-8-2 65-16,0 2-74 15,0 0-27-15,-15 3-7 16,-14 0-69-16,-6 11-49 16,3 6-19-16,16-7-105 15</inkml:trace>
  <inkml:trace contextRef="#ctx0" brushRef="#br0" timeOffset="7923.54">11320 5099 859 0,'0'0'11'16,"0"0"21"-16,0 0-12 15,0 0-20-15,0 0-41 16,0 0-168-16,-14-4 123 15,2 13-232-15</inkml:trace>
  <inkml:trace contextRef="#ctx0" brushRef="#br0" timeOffset="14719.33">3996 5978 110 0,'0'0'19'16,"0"0"15"-16,0 0 3 15,0 0-1-15,0 0 2 16,0 0 14-16,0 0 7 15,0-33 4-15,0 27 17 0,0 1-14 16,0-2-17-16,-1 0 20 16,-1 2-41-16,-1 2 3 15,3 2-2-15,-1 1-1 16,1 0-28-16,0 3 0 16,-5 19-9-16,-8 20 3 15,-5 16 6-15,-12 13 0 16,-8 13 4-16,2 2-4 15,-2-5 0-15,7-6-3 16,3-8-5-16,5-6-50 16,13-11-52-16,10-23-62 15,0-22-213-15</inkml:trace>
  <inkml:trace contextRef="#ctx0" brushRef="#br0" timeOffset="14899.99">4062 6420 604 0,'0'0'150'16,"0"0"-48"-16,0 0-47 15,0 0-27-15,0 0-28 16,0 0 0-16,-3 5-40 16,6 15 10-16,9-3-51 15,4-9-98-15,13-8-302 16</inkml:trace>
  <inkml:trace contextRef="#ctx0" brushRef="#br0" timeOffset="15251.82">4769 5932 507 0,'0'0'46'0,"0"0"15"16,0 0-58-16,0 0-2 15,0 0 1-15,131 2 43 16,-67-2 28-16,8 0-32 16,10-2-8-16,4-6-27 15,1-1-6-15,-1-1-39 16,-9 0-98-16,-16-2-76 16,-27-4-143-16</inkml:trace>
  <inkml:trace contextRef="#ctx0" brushRef="#br0" timeOffset="15430.82">5088 6059 332 0,'0'0'162'0,"0"0"-153"16,-19 103 56-16,13-55-32 16,3 3-4-16,3 4-16 15,0 3-5-15,6 2 0 16,7 1-8-16,5-9-10 15,0-15-111-15,-3-19-146 16</inkml:trace>
  <inkml:trace contextRef="#ctx0" brushRef="#br0" timeOffset="16567.23">5298 6319 585 0,'0'0'39'0,"0"0"37"16,0 0-12-16,81-15-22 16,-63 20-24-16,9 14-13 15,-2 8-4-15,8 7 3 16,1 0-3-16,-1 0-1 16,-6-5 3-16,-11-4-6 15,-8-4 1-15,-8-6-7 16,0-3-20-16,-2-4-2 15,-17-5 21-15,-1-3 6 16,-2 0-25-16,1-14-18 0,7-10-38 16,6-5 21-16,8-3 38 15,8 1 26-15,25-1 0 16,17 2-7-16,11 2-46 16,15 4-35-16,0 2 38 15,3 6 10-15,-10 5 40 16,-14 3 37-16,-18 7 24 15,-17 1 4-15,-14 0-7 16,-6 0-54-16,0 0 19 16,-20 14 29-16,-17 8 40 15,-8 4-45-15,-4 2-36 16,12-1-3-16,8-3-8 16,15-5 0-16,9-2 0 0,5-8-4 15,9-4-4-15,19-5 8 16,17-6 14-16,4-15-1 15,-1-7-8-15,-8 3-4 16,-10 1 14-16,-15 5 5 16,-6 4 34-16,-6 4 3 15,-3 8-16-15,0 0-18 16,0 3-21-16,0 0-2 16,0 12-36-16,0 10 26 15,1 7 6-15,13 0-15 16,11-2-5-16,8-5-1 15,9-8-11-15,11-14-28 0,9 0 3 16,3-29 8-16,-4-10 19 16,-5-11 13-16,-12-9 16 15,-10-2 5-15,-15-3 16 16,-16 2 19-16,-3 3 80 16,-8 9-76-16,-4 14 74 15,3 15-40-15,6 16-31 16,3 5-42-16,0 12-23 15,0 23-25-15,2 18 48 16,11 10 2-16,2 7-2 16,6-2-9-16,4-5 5 15,2-15-15-15,-3-14-8 16,-9-15 16-16,-9-11 9 16,-5-8 4-16,-1 0 8 15,0-5 48-15,-10-17-30 0,-17-4-28 16,-10-2-1-16,-6 3 0 15,5 8 1-15,10 9 0 16,8 8 0-16,6 5-9 16,1 16-28-16,0 8 25 15,10 0-26-15,3 5 29 16,6-4 2-16,24-2 7 16,7-8-6-16,14-10 6 15,9-10 0-15,5 0 0 16,5-22 6-16,-6-11-4 15,-10 0 0-15,-15-4 3 0,-14 3-3 16,-13 4 11-16,-10 4 8 16,-2 3-2-1,0 6 0-15,-2 7 2 0,-1 8-1 16,0 2-20-16,-1 12-57 16,-2 17 28-16,2 5 28 15,4 5-7-15,0-5-35 16,10-5-60-16,15-14-42 15,8-15 3-15,4-6-160 16</inkml:trace>
  <inkml:trace contextRef="#ctx0" brushRef="#br0" timeOffset="16707.68">7071 5816 321 0,'0'0'429'16,"0"0"-316"-16,0 0-113 15,0 0-20-15,0 0-121 16,0 0 106-16,49 84-60 16,-17-31-165-16</inkml:trace>
  <inkml:trace contextRef="#ctx0" brushRef="#br0" timeOffset="18079.32">7488 5875 532 0,'0'0'89'0,"0"0"-6"16,0 0-60-16,0 0-23 15,0 0 0-15,0 0-10 16,0 49 10-16,8-2 4 16,-1 10 4-16,-3 7-6 15,-1-2 3-15,2-6-3 16,2-11-2-16,5-9-2 15,3-11-13-15,6-7 2 16,6-5-11-16,3-10-72 16,1-3-141-16</inkml:trace>
  <inkml:trace contextRef="#ctx0" brushRef="#br0" timeOffset="18398.49">7376 6171 666 0,'0'0'58'16,"0"0"-49"-16,0 0-9 16,101-5 0-16,-38 5 1 15,10 0 5-15,6 0-6 16,2 0 0-16,-7 0 1 16,-6-4-1-16,-12-4 3 15,-11 2-3-15,-18 0 0 16,-12 2 3-16,-11 3-1 15,-4 1 36-15,0 0 11 0,0 0-43 16,-1 0-6 0,-13 12-9-16,-5 13 9 0,0 9 2 15,7 4-2-15,9 3-15 16,3-2-52-16,7-4 43 16,23-9-78-16,12-13-56 15,7-13-47-15</inkml:trace>
  <inkml:trace contextRef="#ctx0" brushRef="#br0" timeOffset="18982.17">8380 6232 402 0,'0'0'91'15,"0"0"60"-15,0 0-24 16,0 0-59-16,0 0-68 16,0 0-8-16,-45-15 4 15,38 47 3-15,1 4 2 0,4 5 0 16,2-1 2-16,3-7-1 15,12-7-2-15,3-12 0 16,-1-8 5-16,-1-6-4 16,-2 0 6-16,6 0-1 15,4-20-1-15,-3-5-5 16,-2-3 0-16,-8 0-19 16,-5-2-25-16,-6 1 35 15,0 2-70-15,0 3 16 16,-2 3 33-16,-5 4-4 0,7 4 3 15,0 4 14 1,0 6 17-16,9 3 10 0,12 0-7 16,7 0 0-1,2 11 6-15,1 7 0 0,1 3 3 16,-1 2 8-16,-1 1-10 16,-5-3-2-16,-6-1-2 15,-7-5-6-15,-6-5 0 16,-6-1 1-16,0-5-1 15,0-3 0-15,-1-1-14 16,-5 0 14-16,-1-12-1 16,6-8 1-16,1-5 0 15,0-5 7-15,5 4 67 16,4 4 21-16,1 5-16 16,-4 7-51-16,2 7-10 0,-1 3-18 15,5 3-12 1,3 15-5-16,1 7 6 0,-1 5-7 15,-1 3-18-15,-1 2-6 16,5-2-41-16,5-7 23 16,6-9-54-16,5-11-70 15,4-6-11-15</inkml:trace>
  <inkml:trace contextRef="#ctx0" brushRef="#br0" timeOffset="19515.99">9246 6225 153 0,'0'0'338'0,"0"0"-119"15,0 0-68-15,-12-76-82 0,9 75-46 16,-2 1-23-16,-3 9-37 16,-1 17 11-16,-4 8 24 15,5 4 2-15,4 2-13 16,4-4-8-16,0-9-15 16,22-11-26-16,3-11 62 15,0-5 4-15,3-4-2 16,-6-14 1-16,-4-8 0 15,-6-1 6-15,-11-5-6 16,-1 2 33-16,-4 5-15 16,-11 4 8-16,5 8 34 15,7 9-19-15,3 4-44 16,0 2-6-16,0 20-88 16,10 10 84-16,17 10 8 15,16-2-2-15,15-7-5 0,6-13-4 16,2-13 8-16,-8-7 5 15,-8-17 3-15,-7-16 3 16,-7-9 3-16,-2-8 2 16,-7-7-4-16,-11-8-4 15,-11-3 0-15,-5-6-3 16,-24-2 6-16,-15 6 34 16,2 11-16-16,7 19-14 15,13 18-10-15,13 20 0 16,2 2-6-16,1 30-78 15,1 17 72-15,0 19 12 16,0 17 2-16,0 10 1 0,15 2-2 16,7-4 2-16,2-11-3 15,-3-17-34-15,-5-18-33 16,-6-15-26-16,-10-13-116 16,0-17-212-16</inkml:trace>
  <inkml:trace contextRef="#ctx0" brushRef="#br0" timeOffset="19692.59">8608 5767 763 0,'0'0'49'0,"0"0"-34"0,0 0-15 16,0 0-1-16,0 0 0 15,115 32 1-15,-60-1-65 16,1-2-143-16</inkml:trace>
  <inkml:trace contextRef="#ctx0" brushRef="#br0" timeOffset="20096.27">11129 5752 277 0,'0'0'235'0,"0"0"-180"16,0 0 38-16,0 0-91 0,0 0-2 16,0 0-16-1,-5 54 15-15,5-4 1 0,0 11 0 16,0 6 6-16,0 5-2 15,5-3 4-15,3-9-2 16,3-13-5-16,0-11-1 16,-2-13-54-16,3-15-115 15,2-8-210-15</inkml:trace>
  <inkml:trace contextRef="#ctx0" brushRef="#br0" timeOffset="20285.77">11264 5687 667 0,'0'0'10'0,"0"0"10"15,0 0-3-15,110-67-9 16,-63 62-4-16,4 5 1 16,4 0-3-16,2 11-2 15,-7 12-2-15,-8 1-83 16,-7-6-180-16</inkml:trace>
  <inkml:trace contextRef="#ctx0" brushRef="#br0" timeOffset="20729.55">10835 5980 706 0,'0'0'23'0,"0"0"-15"16,0 0-8-16,104 53 2 15,-27-45 5-15,17-7 10 16,16-1-2-16,9-1-4 16,-4-12-7-16,-14 1-4 15,-22 0 0-15,-32 3 0 16,-25 4 1-16,-16 3 6 16,-6 1 61-16,0 1-34 15,0 0-18-15,0 0-16 16,0 0-2-16,0 5-8 15,-1 10 4-15,-2 9 5 0,3 2-1 16,0-1-5 0,11-3-11-16,14-8 11 0,0-8 7 15,3-6 3-15,-1-3-1 16,-1-19 0-16,0-1-2 16,-8-3 0-16,-8 5 4 15,-5 4 22-15,-5 6 1 16,0 5-18-16,0 6-9 15,3 0-8-15,8 17-127 16,5 12 77-16,14 6-27 16,13-1-30-16,9-9-16 15,3-9-137-15</inkml:trace>
  <inkml:trace contextRef="#ctx0" brushRef="#br0" timeOffset="21429.91">12255 5995 556 0,'0'0'232'0,"0"0"-131"16,0 0-101-16,0 0-9 16,0 0-41-16,0 0 47 15,-7 80-6-15,27-48 9 16,6-6 0-16,-2-2-4 16,1-12 1-16,-3-7-20 15,1-5-3-15,-1-8 26 16,5-15 0-16,0-4-8 15,-3-7-14-15,-8 2 22 16,-7 4 18-16,-6 10 13 0,-1 9 23 16,-2 9-34-16,0 0-20 15,0 3-76-15,0 17 66 16,3 5 9-16,4 5 1 16,5 1 1-16,9-4-1 15,6-9 0-15,4-13-9 16,3-5 9-16,9-8 1 15,1-18 2-15,5-12-3 16,-3 1 0-16,-4-1-1 16,-8 9 2-16,-5 2 0 15,-10 10 17-15,-3 10-17 16,-8 4 2-16,-5 3 6 16,-3 0-9-16,0 3-4 15,-1 12-8-15,-19 7 10 0,-8 6 2 16,-4 1 3-16,1 3 0 15,7-3-3-15,6 2 1 16,14 1 1-16,4-6 0 16,12-4-2-16,28-8 0 15,14-6 4-15,13-8-4 16,6-2-4-16,4-20-2 16,-2-12 3-16,-6-7 3 15,-9-3-1-15,-13 0 2 16,-14-1-1-16,-15-4 12 15,-18-4 18-15,0-3 32 0,-13 5-29 16,-4 15 0-16,4 15-4 16,6 16-28-16,5 5-1 15,-3 23-32-15,-5 14 13 16,1 16 17-16,4 13 1 16,5-3-6-16,0 5-4 15,12-8-5-15,11-9-29 16,-1-10 0-16,-8-13-82 15,-6-17-113-15</inkml:trace>
  <inkml:trace contextRef="#ctx0" brushRef="#br0" timeOffset="21745.64">13065 5973 761 0,'0'0'30'16,"0"0"-27"-16,92-17-2 15,-24 11 5-15,11 2 3 16,7 2 1-16,-3-1 0 16,-3 1-4-16,-15-3 1 15,-17 0 2-15,-12-4-6 16,-12 1-1-16,-12 1 2 16,-6 2-4-16,-6 5 2 15,0 0-2-15,0 0-2 16,0 0-11-16,0 12-16 15,-10 12 26-15,-10 10-1 16,-4 12 4-16,1 5 4 0,12 5-4 16,11-10-48-16,3-10-61 15,28-16 36-15,9-13-37 16,1-7-52-16</inkml:trace>
  <inkml:trace contextRef="#ctx0" brushRef="#br0" timeOffset="22846.05">13955 6007 555 0,'0'0'119'16,"0"0"58"-16,0 0-113 16,0 0-64-16,0 0-10 15,0 0-50-15,4 27 60 16,-15 14-1-16,3 2 0 16,1 0 1-16,6-9 0 15,1-9 1-15,0-10 2 0,0-6 4 16,5-4-4-16,-2-5 0 15,7 0 7-15,4-15 35 16,6-12-43-16,1-6-2 16,-5-6-11-16,-6 0 4 15,-6 3 7-15,-2 7 0 16,-2 7-6-16,0 8-15 16,0 3-24-16,0 5-81 15,0 1 102-15,0 5 24 16,5 0 11-16,8 0-10 15,7 7-1-15,2 11 4 0,-1 5-1 16,-1 2 17 0,-3 2-4-16,-5-1 8 0,-4-5-5 15,1-6-8 1,-8-4-9-16,-1-5-1 0,0-4 2 16,0-2 0-16,0 0 13 15,5-6 27-15,4-17-22 16,8-6-21-16,6-4-2 15,-1 3 2-15,2 3 26 16,-3 7-16-16,-4 5 11 16,-6 10-13-16,-2 5-8 15,-3 0-5-15,3 7 2 0,-1 12-3 16,-2 10 1 0,-3 6-1-16,1 4-2 0,5-3-1 15,7-5-9-15,11-11-9 16,11-11 18-16,9-9-6 15,10-3-33-15,4-20-44 16,-5-10-7-16,-10-4 66 16,-18-3 33-16,-19-1 25 15,-9 5 24-15,0 7-18 16,-9 7 85-16,1 7-3 16,1 11-78-16,1 4-35 15,-9 4-5-15,-5 20-13 16,-3 8 17-16,-1 7 0 15,11 4 0-15,8-3-7 16,5-7-3-16,8-14 4 0,17-9 7 16,2-8 2-16,3-2 5 15,1-6-2-15,-1-14-1 16,-5-9-2-16,-8 0-2 16,-7-3 2-16,-7 3-2 15,-3 10 4-15,0 7 11 16,0 7 7-16,0 5-22 15,0 0-3-15,0 17-84 16,0 14 69-16,0 8 16 16,0 2-2-16,0-1-23 15,4-12-30-15,13-11 41 16,7-12 16-16,1-5 2 16,-1-10 2-16,-3-20 8 0,0-10-7 15,-2-6-3 1,-1-3-2-16,-1-3 1 0,-1-1-2 15,-6-8 3-15,-7-10 6 16,-3-1 42-16,0-3-2 16,-7 8 22-16,-5 18-15 15,6 17-28-15,1 18-19 16,4 14-8-16,-7 4-19 16,-5 31-17-16,-5 23 35 15,-4 21 0-15,1 16 0 16,10 3-2-16,8-5-8 15,3-13-4-15,0-10-18 0,0-15-9 16,0-14 7-16,0-15-96 16,-19-14-41-16,-6-12-175 15</inkml:trace>
  <inkml:trace contextRef="#ctx0" brushRef="#br0" timeOffset="23043.8">14042 5412 804 0,'0'0'29'16,"0"0"-28"-16,0 0-1 0,0 0-16 16,0 0-6-1,0 0 20-15,52 55-30 0,-37-22-75 16,-3-8-166-16</inkml:trace>
  <inkml:trace contextRef="#ctx0" brushRef="#br0" timeOffset="24676.97">16509 5825 535 0,'0'0'76'0,"0"0"49"0,0 0-63 16,0 0-62-16,0 0-44 15,0 0 35-15,-70 67 9 16,26-17 7-16,3 3-4 16,10-2-2-16,14-5-1 15,14-10-15-15,3-13-7 16,14-13 22-16,17-10 4 16,11-7 6-16,9-22 1 15,2-9-3-15,-5-4-4 16,-6-2 0-16,-14-1-2 15,-10 1-1-15,-6 4 0 16,-8 3-1-16,-1 6-6 16,-1 2 3-16,-2 7 2 0,0 10 1 15,1 6 10-15,1 6 13 16,1 3-23-16,3 24-41 16,6 7 41-16,3 3-1 15,1 5 2-15,6 2 5 16,1 0-2-16,2-3-4 15,-1-2 2-15,-7-9 1 16,-8-10-1-16,-5-5-2 16,-4-8-3-16,0-7-33 15,0 0 0-15,0-8 36 16,-2-18 0-16,-4-8-9 16,5-10 2-16,1-3 7 15,0 0 7-15,13 7 47 0,19 10-43 16,12 10-11-16,12 6-74 15,8 5 8-15,1 1 4 16,-2 2 42-16,-7 3 20 16,-12-5 6-16,-14 2 36 15,-15 0 33-15,-8-1 43 16,-7 5-27-16,0-2-34 16,0 2-30-16,0 1-19 15,0-2-5-15,0 1-3 16,0-1 0-16,0 3-2 15,-5 0-5-15,-2 0-7 16,-3 3 0-16,-1 6 7 0,-1 3 7 16,2-3-4-1,-3 4 2-15,-1 4 0 0,-7 5 2 16,-1 5 0-16,-7 6 1 16,-1 1 3-16,4 3-1 15,8 4-3-15,13-3-37 16,5-4-7-16,18-5 28 15,16-14 1-15,7-10 15 16,5-5 2-16,2-10-1 16,-2-17 0-16,-6-7 2 15,-5-2 1-15,-12 0 11 16,-5-1 17-16,-9 4 7 16,-6 2-1-16,-1 12-8 0,-2 8-17 15,0 11-13-15,0 0-3 16,0 24-54-16,-16 18 48 15,-10 18 8-15,-5 18 1 16,-1 8 4-16,2 3-4 16,2-3 1-16,3-9-1 15,4-9 2-15,6-14-2 16,6-15 0-16,5-19 1 16,2-10 1-16,2-10-1 15,0-4 18-15,0-26 51 16,0-20-67-16,2-13-3 15,4-8-3-15,2 1 0 0,3 5 1 16,5 12-12 0,10 9-15-16,15 5-28 0,18 3-8 15,12 4-18-15,13 1 9 16,2 5 41-16,-5-1 7 16,-10 5 22-16,-21 4 4 15,-23 4 12-15,-13 3 72 16,-12 3 42-16,-2 4-95 15,-3 4-14-15,-27 0-17 16,-19 15-6-16,-15 16 6 16,-2 8 3-16,8 5-2 15,15-4-2-15,19-1-17 16,17-9-36-16,7-12 25 0,17-6 8 16,19-12 21-1,13 0 0-15,9-14-34 0,-4-13-39 16,-3-4 23-16,-14-2 41 15,-14-1 9-15,-11 1 3 16,-8 2 91-16,-4 3-29 16,0 6 27-16,0 10-42 15,0 9-22-15,0 3-28 16,-7 18-102-16,-2 18 71 16,-4 7 20-16,12 7-11 15,1-1-37-15,31-9 21 16,15-10 3-16,8-15-147 0,-2-13-98 15</inkml:trace>
  <inkml:trace contextRef="#ctx0" brushRef="#br0" timeOffset="25052.64">18204 5929 479 0,'0'0'195'16,"0"0"-39"-16,0 0-81 15,0 0-55-15,0 0-20 16,0 0-36-16,-24 41 36 15,15-5 0-15,6-1 0 16,3-3-5-16,3-6 3 16,16-5-6-16,-2-10 6 15,-2-7 1-15,4-4 0 16,0 0 1-16,2-19 3 16,-1-5-3-16,0-1-7 0,-3-3 5 15,-7 6 2-15,-2 5 4 16,-5 7 16-16,0 6 4 15,-3 4-9-15,3 0-15 16,-1 0-6-16,1 12-36 16,-1 11 40-16,7 4-3 15,-1-5-4-15,2-3-15 16,-1-7 10-16,-6-6-5 16,-2-3-1-16,-1-3-24 15,0 0 8-15,0 0 24 16,0 0-15-16,0 0-75 15,0 3-85-15,0-3 10 0</inkml:trace>
  <inkml:trace contextRef="#ctx0" brushRef="#br0" timeOffset="25264.95">18557 5746 319 0,'0'0'50'15,"-49"-100"95"-15,32 69 13 16,8 11 5-16,4 7-105 16,3 5-32-16,2 8-3 15,0 0-23-15,0 4-20 16,0 20-80-16,0 11 71 16,6 10-45-16,3 0-46 15,0-7-154-15</inkml:trace>
  <inkml:trace contextRef="#ctx0" brushRef="#br0" timeOffset="25826.16">18615 5903 349 0,'0'0'166'16,"0"0"-77"-16,0 0-89 15,0 0-2-15,0 0 2 16,0 0 5-16,-83 75-3 15,68-46-1-15,6 5-1 0,9-3-23 16,3-7-85-16,25-11-145 16</inkml:trace>
  <inkml:trace contextRef="#ctx0" brushRef="#br0" timeOffset="26081.89">18945 5813 656 0,'0'0'154'16,"0"0"-85"-16,0 0-51 16,90-43-15-16,-58 43-3 15,1 5 0-15,-5 14-4 0,-7 8-6 16,-5 4-23-16,-9 3-35 15,-7 2-47-15,-10-4-28 16,-22-3-40-16,-11-5 33 16,-4-6-44-16</inkml:trace>
  <inkml:trace contextRef="#ctx0" brushRef="#br0" timeOffset="26823.88">18948 6059 72 0,'0'0'77'0,"0"0"19"16,0 0-2-16,0 0 55 15,0 0-38-15,0 0-55 16,-15 36-41-16,15-8-11 15,0 6 7-15,0 4 0 16,0-6-8-16,0-7 0 0,0-5-3 16,-6-5 1-16,-10-6-1 15,-1-1-1-15,-4-8-11 16,6 0 4-16,-1 0 1 16,8-9 7-16,8-8 3 15,5-2-3-15,37 0-16 16,22-3-87-16,12 0 36 15,6 0 25-15,-4 0-19 16,-7-1 28-16,-10 4 33 16,-16 1 35-16,-15 1 40 15,-17 1 46-15,-11 0-23 16,-2 2-20-16,-12 3-15 16,-16 4-46-16,-9 7-12 0,-1 0-5 15,0 14-2-15,3 11 0 16,12 7-8-16,6-1-33 15,17-3-25-15,0-6 11 16,26-6 33-16,10-9 24 16,6-7 0-16,-2-1 3 15,1-19 3-15,-1-5 5 16,-9-2 6-16,-6 0 7 16,-5 4 56-16,-10 6-35 15,-2 7 11-15,-5 7-18 16,-3 3-24-16,0 0-14 15,3 17-63-15,-2 15 38 0,4 9 22 16,4 4-5-16,8-5-7 16,10-10-15-16,3-13 6 15,3-13 24-15,-2-4 4 16,2-10 3-16,6-17-1 16,9-7-6-16,4-9-5 15,-6-6-50-15,-7 1 18 16,-14-5 18-16,-8-3 3 15,-11-5 16-15,-6-6 27 16,0 1 30-16,-9 8 46 16,-2 15-35-16,1 19-25 15,8 16-21-15,-1 8-22 16,2 1-1-16,-4 29-34 16,-2 17 34-16,-2 16 1 0,4 7 0 15,4 4-4-15,1-7-6 16,0-6-10-1,6-9-47-15,-3-13-53 0,-3-12 32 16,-1-9-91-16,-19-14 6 16</inkml:trace>
  <inkml:trace contextRef="#ctx0" brushRef="#br0" timeOffset="27109.94">19537 5905 749 0,'0'0'37'0,"0"0"-26"15,109-13-7 1,-45 13 3-16,11 0 7 0,5 0 9 16,-4 0-11-1,-6 0-5-15,-13 0-1 0,-16 0-3 16,-11 0 4-16,-9 0-5 16,-12 0-1-16,-3 0-1 15,-6 0-2-15,0 0-5 16,0 3-20-16,0 9 17 15,-4 8 4-15,-14 6 5 16,0 8 0-16,-1 7 2 16,8 1-2-16,11 4-26 15,2-8-73-15,28-7-20 16,8-14-84-16</inkml:trace>
  <inkml:trace contextRef="#ctx0" brushRef="#br0" timeOffset="27705.86">20362 5945 580 0,'0'0'180'16,"0"0"-77"-16,0 0-41 15,0 0-48-15,0 0-14 16,0 0-7-16,-5-6 1 16,-2 42 5-16,1 5 2 15,2 5-2-15,4-5 1 16,0-6 0-16,4-8 0 15,2-10 0-15,1-8 0 0,1-4 2 16,4-5-2-16,0 0 5 16,4-3-2-16,1-16-3 15,3-3-5-15,-2-7-6 16,0 1 5-16,-2-2 5 16,-3 1-11-16,-3 5-11 15,2 4-29-15,-1 3-63 16,5 9 48-16,-1 5 18 15,1 3 41-15,-4 0 7 16,-1 7-2-16,2 12 3 16,-5 0 6-16,2 5 12 15,-1 0 4-15,-2 1-5 16,1 3-4-16,-2-5-9 0,-1-2-3 16,-2-4 2-1,-1-6-2-15,-2-5-1 0,3-6-5 16,4 0-22-16,10-7 23 15,6-17-3-15,6-5-35 16,1-3 34-16,-5 3 8 16,-2 5 41-16,-7 9 41 15,-3 5-7-15,-3 9-41 16,-4 1-34-16,1 1-3 16,-5 19 0-16,-2 9-2 15,-2 8-1-15,-22 7 6 16,-4 3 6-16,-1-7-3 0,7-7-3 15,5-8-38-15,3-8-27 16,5-8-33-16,6-9-146 16</inkml:trace>
  <inkml:trace contextRef="#ctx0" brushRef="#br0" timeOffset="27889.1">20414 5542 333 0,'0'0'470'15,"0"0"-449"-15,0 0-21 16,0 0-82-16,0 0 40 16,0 0-12-16,0 95-223 0</inkml:trace>
  <inkml:trace contextRef="#ctx0" brushRef="#br0" timeOffset="52382.57">3552 7420 391 0,'0'0'121'16,"0"0"-60"-16,0 0 2 16,0 0 18-16,0 0-34 15,0 0-31-15,0 0 29 16,-14-34-32-16,13 31-5 15,-2-2 6-15,3 2 17 0,0 2-21 16,0-4 0-16,0 2 3 16,0-3-8-16,0-2-4 15,13-4-1-15,11 0-2 16,3 3 2-16,7 3-1 16,1 6 0-16,1 0-3 15,-1 15 2-15,-4 9 0 16,-4 4-4-16,-10 7-13 15,-10 3 6-15,-7 4 1 16,-5 2-3-16,-25-1 12 0,-11 2 1 16,-8-3 2-1,-3-5 0-15,1-6-9 0,3-7 4 16,5-4 5 0,6-6 0-16,16-6 2 0,5-4-1 15,11-1 1-15,5-3-2 16,0 1-21-16,0 1-3 15,3-1 16-15,15-1 8 16,12 0 9-16,7 0-7 16,12-11 2-16,1-2-1 15,0-2-1-15,-1 4-2 16,-2-1-4-16,6 1-74 16,-6-1-87-16,-3-2-294 15</inkml:trace>
  <inkml:trace contextRef="#ctx0" brushRef="#br0" timeOffset="52571.74">4216 7711 313 0,'0'0'513'15,"0"0"-433"-15,0 0-41 16,0 0-24-16,0 0-14 15,0 0-1-15,17-13-78 16,-3 18-123-16,6-1-54 16</inkml:trace>
  <inkml:trace contextRef="#ctx0" brushRef="#br0" timeOffset="53052.06">5507 7149 657 0,'0'0'66'0,"0"0"-18"16,0 0-48-16,0 0-8 15,-30 72 8-15,16-8 6 16,-3 8 4-16,-1 3 5 16,2 0-8-16,1-7-7 0,4-5 1 15,2-11-1-15,3-10-23 16,5-14-57-16,1-22-67 15,0-6-301-15</inkml:trace>
  <inkml:trace contextRef="#ctx0" brushRef="#br0" timeOffset="53564.57">5485 7129 714 0,'0'0'70'0,"0"0"9"16,0 0-70-16,0 0-9 16,0 0-8-16,0 0 6 15,83 48 2-15,-59-6 0 16,-4 4 1-16,-3 0 0 15,-1-4 3-15,-3-9-2 16,-4-5 0-16,-5-10-2 16,-1-9-18-16,-1-8-11 15,7-1 29-15,3-18 14 16,8-17-14-16,6-14-27 0,-4-3 4 16,-1 2 13-16,-4 7 8 15,-1 7 1-15,2 6-4 16,-2 7-11-16,1 7 1 15,-7 8 15-15,-5 5 6 16,-2 3-6-16,2 3-2 16,0 18-5-16,-1 13 7 15,-3 12 3-15,-1 12 9 16,0 6-10-16,-4 1 5 16,-6-3-6-16,4-5 1 15,3-7 1-15,3-4-2 16,0-8-1-16,16-10-79 15,19-11-14-15,13-11-55 0,10-6-107 16</inkml:trace>
  <inkml:trace contextRef="#ctx0" brushRef="#br0" timeOffset="54179.22">6357 7514 377 0,'0'0'213'16,"0"0"-78"-16,38-83-35 15,-31 60-46-15,-1 5-21 16,-5 3-13-16,-1 4-10 15,0 4-1-15,0 4-3 16,0 3 0-16,0 0-6 16,0 0-6-16,-16 9 0 15,-6 11 5-15,-9 11 0 0,1 1-1 16,3 3 0-16,6 1-2 16,6-4 0-16,9-2-1 15,3-3 3-15,3-8-4 16,0-9-15-16,12-9 2 15,22-1 19-15,16-18 0 16,6-14 0-16,-4-4-7 16,-13 3 7-16,-18 2 0 15,-15 3 15-15,-6 5 15 16,0 2-7-16,-15 5 1 16,0 9-8-16,-1 7-16 15,4 0-4-15,4 23-7 16,5 9 1-16,3 6 1 15,0 3 3-15,23-3-4 16,10-5-6-16,13-8 5 0,0-14 2 16,2-11 1-16,4-3 0 15,3-27 8-15,9-11-5 16,-3-10-14-16,-7-7-2 16,-9 2-12-16,-18-1 26 15,-17 0 7-15,-10-1 6 16,-12 0 25-16,-24 5-11 15,-5 8 23-15,3 15-8 16,13 12-11-16,10 14-19 16,12 4-5-16,-4 27-17 15,-2 21 9-15,1 20 6 16,4 12 2-16,4 2-2 0,1-2 2 16,19-8-1-16,10-10-4 15,4-15-33-15,9-13-16 16,9-19-34-16,4-15-39 15,0-15-229-15</inkml:trace>
  <inkml:trace contextRef="#ctx0" brushRef="#br0" timeOffset="54563.76">7302 7331 686 0,'0'0'0'16,"0"0"-13"-16,0 0 13 0,1 105 9 15,-1-70 11-15,-9 0 1 16,4-5-3-16,-2-4-6 16,1-6-7-16,3-6 1 15,2-8-3-15,-2-4-1 16,3-2 2-16,0 0 12 16,3-19-16-16,16-10-32 15,8-7-17-15,6-3 14 16,-1-1 35-16,0-1 7 15,-2 5 30-15,-5 7 6 16,-2 5-14-16,-4 12-27 16,-7 7-2-16,0 5-2 15,-5 0 0-15,0 5-5 0,1 18 4 16,-7 5 3 0,-1 8 4-16,0 9 0 0,3-2 3 15,5 2-1-15,7-8 1 16,3-7-4-16,-3-9-3 15,7-15-96-15,5-6-61 16</inkml:trace>
  <inkml:trace contextRef="#ctx0" brushRef="#br0" timeOffset="54707.75">7737 7031 459 0,'0'0'0'16,"0"0"-70"-16,48 84-62 16,-23-42-103-16</inkml:trace>
  <inkml:trace contextRef="#ctx0" brushRef="#br0" timeOffset="54926.13">8262 7267 577 0,'0'0'154'15,"0"0"-48"-15,0 0-80 16,0 0-16-16,0 0-9 16,-82 64 5-16,27-18 2 15,-2 2-5-15,8-3 0 16,11-8-1-16,15-11-1 0,8-6 0 16,7-13-1-16,4-7-29 15,4 0-12-15,0-18 24 16,4-14-155-16,10-9-86 15,-2-1-36-15</inkml:trace>
  <inkml:trace contextRef="#ctx0" brushRef="#br0" timeOffset="55066.1">7974 7313 249 0,'0'0'209'0,"0"0"0"15,0 0-45-15,0 0-104 16,0 0-60-16,0 0-14 16,0 12 14-16,0 37 0 15,12 6 1-15,9 5 2 16,18-4-3-16,12-6 0 0,4-13-25 15,7-9-45-15,-11-17-61 16,-6-11-118-16</inkml:trace>
  <inkml:trace contextRef="#ctx0" brushRef="#br0" timeOffset="55353.46">6460 7045 703 0,'0'0'28'0,"0"0"-25"16,136-14 15-16,-69 11 10 15,5 0 0-15,0 2-17 16,-2 1-9-16,0 0-1 16,-5 0-1-16,1 0-18 15,-12-6-140-15,-17-4-247 16</inkml:trace>
  <inkml:trace contextRef="#ctx0" brushRef="#br0" timeOffset="55542.4">6776 7190 719 0,'0'0'84'16,"0"0"-5"-16,0 0-53 15,0 0-26-15,0 0-108 16,0 0-88-16,31-19-227 15</inkml:trace>
  <inkml:trace contextRef="#ctx0" brushRef="#br0" timeOffset="56393.93">3303 8358 595 0,'0'0'67'15,"0"0"58"-15,0 0-57 16,-8-72-34-16,8 58-16 16,12 2-10-16,9-5-3 15,9 5-4-15,4 0-1 16,4 7 0-16,2 2-2 16,-3 3-5-16,-3 0-15 15,-7 15-6-15,-10 5-29 16,-10 6-2-16,-7 2 14 0,-3 2 4 15,-22 1 30-15,-2-2 11 16,0-5 1-16,5-5-1 16,10-3 3-16,6 0-3 15,6 0 2-15,0 4-2 16,6 3 10-16,11 3 10 16,4 0 11-16,2 2-7 15,-1 3-18-15,-2-2-6 16,-5 0 1-16,-5-4 4 15,-4-3-5-15,-6-2 1 16,0-3-1-16,-3 0 2 16,-19-2 3-16,-8 1-3 15,-6-2-2-15,-1-6 1 16,5 0-2-16,9-5-6 0,9 0-23 16,11-3-101-16,3 0-315 15</inkml:trace>
  <inkml:trace contextRef="#ctx0" brushRef="#br0" timeOffset="56553.04">3920 8761 690 0,'0'0'148'16,"0"0"-60"-16,0 0-36 15,0 0-21-15,0 0-28 16,0 0-3-16,-27-12-115 15,23 31-36-15,0-5-123 0</inkml:trace>
  <inkml:trace contextRef="#ctx0" brushRef="#br0" timeOffset="56919.13">5482 8285 686 0,'0'0'40'15,"0"0"77"-15,0 0-71 16,0 0-26-16,0 0-9 16,0 0-11-16,-33-57-20 15,30 89 1-15,-1 16 18 16,-1 17 2-16,-7 11-1 16,2 6 0-16,-5-6 0 15,6-5-34-15,4-16-42 16,5-13-52-16,0-18-46 15,0-22-90-15</inkml:trace>
  <inkml:trace contextRef="#ctx0" brushRef="#br0" timeOffset="57243.84">5389 8171 566 0,'0'0'29'0,"0"0"40"16,0 0-40-16,0 0-28 16,93-6 11-16,-56 31 12 15,6 11 13-15,1 14-29 16,0 12 1-16,-3 7-7 0,-10 2 0 16,-6-11 1-16,-13-9-1 15,-12-10-2-15,0-8 1 16,-18-6 0-16,-16-1 4 15,-6-4-2-15,-12-7 0 16,-1-7 0-16,-2-8-1 16,2 0 4-16,-1 0 6 15,9-4-1-15,8 4-11 16,14 0-28-16,23 0-323 16</inkml:trace>
  <inkml:trace contextRef="#ctx0" brushRef="#br0" timeOffset="58076.59">5937 8718 582 0,'0'0'98'16,"0"0"39"-16,0 0-84 15,0 0-21-15,0 0-13 16,0 0-9-16,79-91 1 15,-63 67 1-15,-1-2 8 16,-6 2 1-16,-9-1 2 16,0 3-8-16,0 5-13 15,-9 7-2-15,-4 6-5 0,-1 4-4 16,-5 8-17 0,1 20 5-16,-1 8 16 0,8 7 0 15,8 4-7-15,3-1-25 16,12 1 11-16,20-7-20 15,18-16-17-15,14-16 12 16,8-8 26-16,5-25 11 16,6-17-2-16,0-12-26 15,-4-9 17-15,-13-5 15 16,-21-3 9-16,-19-1 1 0,-19 6 6 16,-7 2 36-1,0 13 111-15,-2 19-99 16,-4 14-8-16,6 16-45 0,0 2-1 15,0 23-118-15,1 15 117 16,6 13 2-16,4 14 2 16,1 6 1-16,6-1-4 15,0-8 6-15,1-13-3 16,-5-13-1-16,1-15-2 16,-9-13 0-16,-5-7 0 15,-1-1 2-15,0-5 25 16,-6-15-15-16,-16-4-6 15,-14 0 13-15,-9 5 8 16,-4 12-15-16,0 7-5 16,12 1-7-16,8 20-3 15,13 9 1-15,7 4-1 16,9 3-1-16,0-1-2 0,24-5-5 16,6-6 0-16,7-9 9 15,6-10 0-15,12-6 1 16,11-15 1-16,4-17-5 15,3-12-18-15,-9-3-13 16,-19 2 36-16,-17 5 2 16,-16 3 15-16,-10 7 26 15,-2 7-4-15,0 8-2 16,-5 8-17-16,-1 7-20 16,2 3-9-16,-1 19-12 15,4 12 19-15,1 6-5 16,0 4-6-16,16-2-13 15,16-6-12-15,14-16-74 0,3-15-29 16,2-5-170-16</inkml:trace>
  <inkml:trace contextRef="#ctx0" brushRef="#br0" timeOffset="58234.04">7120 8104 840 0,'0'0'8'16,"0"0"-8"-16,0 0-4 16,0 0-68-16,0 0 72 15,-12 129-80-15,22-68-109 0,14-8-310 16</inkml:trace>
  <inkml:trace contextRef="#ctx0" brushRef="#br0" timeOffset="58908.9">7466 8410 639 0,'0'0'63'0,"0"0"63"15,0 0-106-15,0 0-20 16,-100 43 0-16,79-2-1 16,9-1-3-16,10 1-18 15,2-3-27-15,24-9-9 16,24-12 9-16,19-12 30 0,15-5 1 15,8-13 15 1,-5-12 1-16,-12-5 2 0,-24-1 0 16,-17 4 30-16,-18 3 80 15,-14 4-26-15,0 3-48 16,-9 5 1-16,-16 11-37 16,-6 1 0-16,1 8-18 15,6 15-3-15,3 3-6 16,2 4-3-16,4-2 6 15,7-3-18-15,4-9 10 16,4-7 10-16,9-9 15 16,13 0 7-16,8-9 4 15,0-12 1-15,0 1 10 16,-11 2 11-16,-4 2 12 0,-9 8-21 16,-5 2-9-16,1 3 1 15,-2 3-6-15,0 0-3 16,0 3-14-16,1 14-9 15,8 6 22-15,11 5-4 16,15 2-1-16,21-7-2 16,15-9-20-16,13-11 6 15,4-3 22-15,-6-18 0 16,-9-13 0-16,-12-13 1 16,-6-6 1-16,-10-8-1 15,-9-4-1-15,-12 0 0 16,-21-2 10-16,-3 5 52 15,-27 6 7-15,-7 9-31 16,4 15-5-16,9 15-18 0,12 11-11 16,3 3-4-16,-5 23-12 15,-4 19 6-15,-1 16 5 16,2 15 0-16,10 4-7 16,4 2-15-16,8-6-21 15,22-11-64-15,7-17-37 16,0-16-221-16</inkml:trace>
  <inkml:trace contextRef="#ctx0" brushRef="#br0" timeOffset="59558.97">8768 8547 789 0,'0'0'11'0,"0"0"-11"15,0 0-20-15,0 0 20 16,0 0 0-16,0 0 5 15,73-55 27-15,-64 40-1 16,0-3 17-16,-5 1-9 16,-4 0-23-16,0 2-4 15,0 5-12-15,-16 5-1 16,-5 5 0-16,-7 0-12 16,-6 24-14-16,4 6 5 15,0 7-6-15,10 5-25 16,4 1-3-16,10 1-24 0,6-7 36 15,10-8 15 1,28-12 26-16,16-16 3 0,11-1 1 16,5-17 7-16,0-13-2 15,-9-4 0-15,-10-8-3 16,-14-3 6-16,-13-4-4 16,-6-2 24-16,-8-2-16 15,-8 2 0-15,-2-2 64 16,0 7-1-16,0 14-16 15,0 14-18-15,0 16-35 16,0 2-7-16,0 21-44 16,0 15 35-16,0 16 7 15,0 7-1-15,0 3 2 16,6-4-1-16,6-8 2 0,6-11-3 16,0-13 2-16,6-9 1 15,-7-9 0-15,-6-6 2 16,-5-2 0-16,-4-3 19 15,1-19 0-15,-3-6-17 16,-8-5-3-16,-17 2-1 16,0 7-1-16,2 12 0 15,0 12-1-15,3 0-3 16,-3 22-3-16,2 7-5 16,1 5-4-16,1 3-4 15,8 0-15-15,9 0-16 16,2-5-40-16,24-8 17 0,22-13 16 15,13-11-44-15,7-5-165 16</inkml:trace>
  <inkml:trace contextRef="#ctx0" brushRef="#br0" timeOffset="59785.86">8310 8146 311 0,'0'0'17'16,"0"0"17"-16,115 8-9 16,-57-2-11-16,6-1-11 15,6-2-3-15,3 2-86 16,0-5-195-16</inkml:trace>
  <inkml:trace contextRef="#ctx0" brushRef="#br0" timeOffset="60989.5">10523 7935 785 0,'0'0'6'0,"0"0"-6"16,0 0-79-16,-23 87 79 15,6-21 3-15,-5 14 3 16,-2 5 3-16,3 1-7 16,0-6-1-16,5-17 4 0,4-17-4 15,4-20 1 1,7-12-1-16,-1-11 3 0,1-3 60 16,1-11 52-16,0-21-103 15,0-17-13-15,6-13-20 16,9-11-6-16,3-9-12 15,2-6 22-15,3-2 11 16,7 5 1-16,3 14-1 16,8 18 2-16,4 22 0 15,3 16 0-15,-5 10 3 16,-8 5 1-16,-5 15-1 16,-7 24-1-16,-7 20 1 15,-11 15 0-15,-5 3 0 16,0-8 0-16,-15-15-8 0,-5-15-20 15,0-13 21-15,-3-12 7 16,2-7 2-16,-4-7 2 16,-2 0 1-16,-3-15 4 15,0-13 7-15,6-2 1 16,11 0 12-16,13 4 0 16,3 7-25-16,33 5-4 15,18 5-27-15,10 9 19 16,5 0-8-16,-1 6 6 15,-8 15 10-15,-10 4-1 16,-12 7 0-16,-16 3 0 16,-11 2 1-16,-7-2 0 15,-4-3 3-15,0-9-2 0,0-9 0 16,0-7 0 0,0-5 2-16,0-2-1 0,0 0 6 15,2-22 3-15,8-12-11 16,2-8 0-16,4-5 1 15,2 3 0-15,5 3 7 16,3 9-2-16,6 10-6 16,-1 6-8-16,-4 9-7 15,-3 7 12-15,-8 0 2 16,-5 13-4-16,1 14 2 16,-2 10-1-16,6 9 4 15,1 8 0-15,2 3 2 16,3-3-1-16,4-8 0 0,0-12 0 15,3-17 3-15,0-11-4 16,-1-6 5-16,-3-7-2 16,1-21 3-16,-11-11-5 15,-4-11-1-15,-11-6 0 16,0-3-11-16,-11-2-20 16,-6 6 16-16,1-1 10 15,7 10-40-15,4 7-30 16,5 10-15-16,2 11-30 15,20 7 35-15,6 8 84 16,1 3 1-16,0 6 7 16,-2 24 32-16,2 8 1 0,-2 8 21 15,0 2-19 1,-7 1-19-16,-6-1 10 16,-5 0-13-16,-8 3 4 0,-1 1 2 15,-1 5 4-15,-17 1-10 16,-4-3-7-16,-3-3-3 15,8-9-3-15,2-6-3 16,4-12 3-16,4-9-7 16,2-11-22-16,-8-5-53 15,-10-4 44-15,-7-21-304 16</inkml:trace>
  <inkml:trace contextRef="#ctx0" brushRef="#br0" timeOffset="61256.92">12003 8250 643 0,'0'0'0'0,"79"-32"0"16,-43 18 0-16,-6-2 6 16,-12-2 41-16,-7 1 35 15,-3-1-48-15,-7-2-19 16,-1 0-7-16,-6 3 1 15,-20 6-9-15,-12 8-5 16,-9 3-8-16,-5 20 3 16,4 13 4-16,3 7-17 15,12 10-48-15,14 3 10 0,16 2-17 16,9-6-72 0,42-16-123-16</inkml:trace>
  <inkml:trace contextRef="#ctx0" brushRef="#br0" timeOffset="61675.52">12433 8128 625 0,'0'0'87'0,"0"0"3"16,0 0-83-16,0 0-7 15,-93 45 0-15,68-7 0 0,4 3 0 16,9 3 0-16,8-2-1 15,4-5-5-15,23-12-7 16,16-11 4-16,10-14 1 16,7 0-4-16,3-24-33 15,1-13-10-15,-3-6 6 16,-5-5-7-16,-3-4-17 16,-12-1-26-16,-12-2 99 15,-14 0 4-15,-11 2 92 16,0 4 30-16,-3 6 14 15,-6 11-12-15,0 12-66 16,5 11-33-16,1 8-19 16,-4 1-10-16,-4 30-10 15,-4 23 10-15,-6 22 0 16,4 11 0-16,6 3 0 0,11-9-5 16,7-10-8-1,20-11-12-15,13-14 18 0,4-15-32 16,4-14-73-16,5-16-35 15,-6-6-194-15</inkml:trace>
  <inkml:trace contextRef="#ctx0" brushRef="#br0" timeOffset="61833.88">12965 8065 635 0,'0'0'50'15,"0"0"85"-15,0 0-74 16,6-71-53-16,11 66-8 0,9 2-11 15,10 0-5-15,9 3-11 16,0-1-28-16,-5-3-68 16,-10-5-202-16</inkml:trace>
  <inkml:trace contextRef="#ctx0" brushRef="#br0" timeOffset="62012.77">11835 7634 757 0,'0'0'0'0,"0"0"-65"16,0 0 65 0,0 0 0-16,117 70-78 0,-63-54-225 15</inkml:trace>
  <inkml:trace contextRef="#ctx0" brushRef="#br0" timeOffset="62441.86">13921 7721 554 0,'0'0'120'0,"0"0"-94"16,0 0-11-16,84-13-11 0,-41 13 6 16,2 0 22-16,1 0-8 15,11 0-17-15,8 0-7 16,11 5 1-16,9-3-2 15,-1-2-88-15,-8 0-69 16,-23 0-259-16</inkml:trace>
  <inkml:trace contextRef="#ctx0" brushRef="#br0" timeOffset="62590.6">14323 7746 345 0,'0'0'104'0,"0"0"-83"16,-65 90 5-16,39-32 39 0,-1 12-31 15,4 8-13-15,2 0-14 16,4 1-1-16,8-2-6 16,9-6-9-16,0-16-189 15</inkml:trace>
  <inkml:trace contextRef="#ctx0" brushRef="#br0" timeOffset="63237.67">14411 8236 181 0,'0'0'493'15,"0"0"-493"-15,0 0-1 0,0 0 1 16,110-5 2 0,-62 5 0-16,10 0-1 0,2-5 0 15,4-10-1-15,-9-3-4 16,-14-7-8-16,-16-2-2 15,-14 0 14-15,-11-2 1 16,-7 5 8-16,-32 2-1 16,-10 6-3-16,-8 11 2 15,2 5-4-15,9 8-3 16,10 17-1-16,11 11-1 16,8 3 2-16,11 5 0 15,6 2 0-15,1 0 0 16,31-5-1-16,16-12-2 15,19-12 0-15,12-15-2 0,4-2 1 16,-8-19 1-16,-11-10 3 16,-16-5 2-16,-15 0 11 15,-11 2 28-15,-14 2 16 16,-8 0-1-16,0 4-4 16,-23 4-16-16,-1 8-25 15,-3 11-11-15,3 3-4 16,1 17 0-16,-1 14-6 15,4 8-6-15,6 7-17 16,11-3-12-16,3-6-31 16,19-11 22-16,20-16 33 15,8-10 21-15,3-12 1 16,-1-17 3-16,-9-5-1 0,-4-5 3 16,-11 0-3-16,-11 3 52 15,-11 0-1-15,-3 5 6 16,-3 9-30-16,-6 8-6 15,1 14-24-15,1 0 0 16,-2 26-54-16,0 15 33 16,5 13-6-16,4 9-58 15,16-3-13-15,18-14-132 16</inkml:trace>
  <inkml:trace contextRef="#ctx0" brushRef="#br0" timeOffset="63704.84">15556 8126 470 0,'0'0'216'0,"0"0"-29"16,0 0-107-16,0 0-80 15,0 0-6-15,0 0-8 16,-51 48 13-16,35-7 0 16,3 1-2-16,6-8-6 15,6-5-1-15,1-13-11 16,0-8 17-16,8-8 4 15,9 0 0-15,9-19-1 16,2-7-13-16,2-6-7 16,1 0 13-16,-4 4 5 15,-8 9-7-15,-4 7 10 0,-9 9 0 16,-4 3 0-16,-2 0-22 16,0 14 17-16,0 10-1 15,1 3-3-15,4 2 0 16,-1 0-12-16,5-10-18 15,-1-7-7-15,0-12 38 16,6 0 8-16,1-17 1 16,3-10 2-16,-3-7-2 15,-2-1 6-15,-5-1 15 16,-2 7 24-16,-3 8 33 16,-3 8-16-16,1 10-34 15,1 3-29-15,-2 9-36 16,0 18 28-16,0 10 5 0,1 9-1 15,9 5-34-15,7-1-29 16,10-10-98-16,7-19-322 16</inkml:trace>
  <inkml:trace contextRef="#ctx0" brushRef="#br0" timeOffset="64241.9">16541 7957 508 0,'0'0'98'0,"0"0"-27"16,77-87 13-16,-55 57-15 16,-4 0-27-16,-3 1-25 15,-7 0-7-15,-7 5-2 16,-1 3-8-16,-7 5 0 0,-16 10-24 15,-4 6-41-15,1 0-9 16,3 15 37-16,5 12 14 16,4 10 6-16,8 10 13 15,3 14 3-15,3 12 1 16,6 4 0-16,16-4 1 16,8-11 0-16,1-12 0 15,-4-14 6-15,-6-10 6 16,-14-9-1-16,-7-7-9 15,0-3-3-15,-21 0 0 16,-15-6 10-16,-13-1-10 16,-10 0-2-16,9-17-33 15,11 0 4-15,20 0 3 0,19 0-23 16,29-3-246 0</inkml:trace>
  <inkml:trace contextRef="#ctx0" brushRef="#br0" timeOffset="64457.76">17227 7752 408 0,'0'0'68'15,"0"0"72"-15,-9-74 15 16,-2 67-54-16,-4 7-81 16,-13 19-20-16,-13 19-1 15,-11 22 1-15,-4 16 0 0,2 10 1 16,9 4-1-16,14-4-3 15,18-15-39-15,13-15-29 16,10-15-50-16,18-20 29 16,5-19-154-16</inkml:trace>
  <inkml:trace contextRef="#ctx0" brushRef="#br0" timeOffset="64787.13">17277 8031 772 0,'0'0'52'16,"0"0"-52"-16,0 0-2 16,0 0 2-16,-24 113 0 15,13-66 3-15,2-5-1 16,4-6-1-16,0-11 1 0,2-8 1 16,0-7-2-16,2-6 1 15,-1-1-1-15,2-3 6 16,0 0 31-16,0-17 26 15,0-11-58-15,8-9-5 16,16-5 0-16,12-6-1 16,7-1 0-16,6 3-1 15,-1 7 1-15,-1 8-3 16,-4 10-10-16,-6 7-44 16,-8 10 14-16,-6 4-18 15,-5 0-92-15,-8 0-161 16</inkml:trace>
  <inkml:trace contextRef="#ctx0" brushRef="#br0" timeOffset="64954.9">17358 7790 696 0,'0'0'143'0,"0"0"-101"16,0 0-23-16,115-48-1 15,-62 46-9-15,14 2-9 16,17 0-6-16,9 5-102 16,3-1-154-16</inkml:trace>
  <inkml:trace contextRef="#ctx0" brushRef="#br0" timeOffset="66084.67">9899 7199 496 0,'0'0'11'15,"0"0"4"-15,66-92 15 16,-50 62 7-16,-7-2 20 16,-7 4 18-16,-2 3-40 15,-11 3-24-15,-25 5-11 16,-15 8-49-16,-10 9-13 16,3 0 59-16,13 9 0 15,17 15 2-15,10 7 0 0,12 9-1 16,6 12-1-1,0 13 3-15,13 5 0 0,17 0 2 16,6-8 1-16,3-9 7 16,-4-12-4-16,-9-7-5 15,-14-9-1-15,-10-6-1 16,-2-2 1-16,-17-3 5 16,-16-5-4-16,-5-2-1 15,4-7-7-15,10 0-3 16,11 0 10-16,13-13 5 15,0-1-5-15,9-2-37 16,12 1-60-16,12-3-108 16,1-3-5-16</inkml:trace>
  <inkml:trace contextRef="#ctx0" brushRef="#br0" timeOffset="66317">10377 6892 576 0,'0'0'113'16,"0"-82"-14"-16,-3 58-12 16,-4 9-36-16,1 11 1 15,4 4-41-15,-4 15-11 16,-7 30-9-16,-7 23 9 16,-2 19 0-16,0 10 0 15,-2-1-1-15,10-9-9 16,0-13-16-16,5-15-8 0,6-15-24 15,3-16-53-15,0-17-109 16,1-11-181-16</inkml:trace>
  <inkml:trace contextRef="#ctx0" brushRef="#br0" timeOffset="66634.66">10455 7146 810 0,'0'0'12'0,"0"0"-12"15,0 0-9-15,0 0 9 16,0 0 1-16,28 87 2 16,-25-42 5-16,0 1-3 15,-3-6 1-15,0-10-5 0,0-7 0 16,0-8 1 0,0-8 0-16,0-2-2 0,0-5 3 15,0 0 9-15,0-22 47 16,0-10-50-16,0-9-8 15,0-6 0-15,6 1-1 16,6 2 14-16,0 7 6 16,9 8-20-16,0 9-1 15,9 4-41-15,0 5-21 16,-2 7-35-16,-6 2-48 16,-6-1-170-16</inkml:trace>
  <inkml:trace contextRef="#ctx0" brushRef="#br0" timeOffset="66835.82">10301 6842 696 0,'0'0'41'15,"0"0"42"-15,0 0-59 16,0 0-17-16,0 0-5 15,130-34-1-15,-60 34 0 16,9 5-1-16,7 3-64 16,1-4-124-16,-9-4-309 0</inkml:trace>
  <inkml:trace contextRef="#ctx0" brushRef="#br0" timeOffset="67066.79">10983 7328 817 0,'0'0'44'16,"0"0"30"-16,0 0-64 0,0 0-10 15,0 0-165-15,0 0 48 16,-34 26-203-16</inkml:trace>
  <inkml:trace contextRef="#ctx0" brushRef="#br0" timeOffset="73044.81">21670 5819 269 0,'0'0'145'16,"0"0"-31"-16,0 0-32 16,0 0 7-16,43-86-32 15,-34 62 1-15,0-3-19 16,-2 4-15-16,-2-4-5 15,-4 5-12-15,-1 7 6 16,0 1-13-16,-6 7-1 16,-11 4-9-16,-4 3-32 0,1 3 6 15,1 21-2 1,7 10-1-16,5 9 14 0,7 6 14 16,0 2 3-16,8 2 4 15,9-3 2-15,-1 0 2 16,-1-5 0-16,-4-11 0 15,-7-5 0-15,-2-12 6 16,-2-3-5-16,0-6 4 16,-3-1 4-16,-17 0 14 15,-7 0 12-15,-3 0-19 16,4-3-14-16,8 0 2 16,8-2-3-16,5-2-1 15,5 0-6-15,12-9-57 16,25-16-121-16,18-8-365 0</inkml:trace>
  <inkml:trace contextRef="#ctx0" brushRef="#br0" timeOffset="73248.69">22132 5548 551 0,'0'0'170'15,"0"0"-71"-15,0 0-9 16,0 0-50-16,0 0-40 15,0 0-12-15,-43 16 10 16,33 40 2-16,-5 11 3 16,1 11-3-16,4-1 0 15,3-2-13-15,4-9-57 0,3-13-33 16,0-17-70-16,0-18-77 16</inkml:trace>
  <inkml:trace contextRef="#ctx0" brushRef="#br0" timeOffset="73563.37">22195 5886 780 0,'0'0'127'15,"0"0"-89"-15,0 0-38 16,0 0-15-16,0 0 15 16,0 0 0-16,12 104 1 15,-12-70 1-15,0-3 1 0,5-9-1 16,-4-7-2-16,1-8-12 15,-2-2-22-15,0-5 11 16,2 0 22-16,6-20-12 16,-2-9-93-16,-2-6 91 15,1-1 15-15,1-1 16 16,2 4 27-16,5 2 10 16,3 5-24-16,2 8-14 15,4 4-15-15,5 5-1 16,1 2-15-16,2 6-29 15,-3 1-38-15,-7 0-53 16,-6-2-171-16</inkml:trace>
  <inkml:trace contextRef="#ctx0" brushRef="#br0" timeOffset="73737.15">22140 5607 596 0,'0'0'49'16,"0"0"-49"-16,0 0-10 16,0 0 10-16,119 36 6 15,-41-16-6-15,13-3-45 16,7-5-287-16</inkml:trace>
  <inkml:trace contextRef="#ctx0" brushRef="#br0" timeOffset="73916.91">22632 6096 223 0,'0'0'589'0,"0"0"-501"15,0 0-70-15,0 0-18 16,0 0-85-16,0 0-142 15</inkml:trace>
  <inkml:trace contextRef="#ctx0" brushRef="#br0" timeOffset="-205300.71">6917 10505 89 0,'0'0'29'0,"0"0"15"0,0 0 0 0,0 0-14 16,0 0-5-16,85 0 6 16,-75 0-6-16,4 0 18 15,-2 0-11-15,2 0-9 16,-3 0-12-16,4 0-8 16,-3 0 3-16,1 0-4 15,5 0 2-15,4 0 2 0,2 0-3 16,3 0 2-16,7 0 0 15,5 6 2-15,5 0-1 16,3 1 0-16,1 0-2 16,4 1 1-16,5-2 2 15,4-2-6-15,8 2 6 16,4-3 2-16,0 1 7 16,6-3-4-16,-1 1-1 15,3-2-6-15,2 0-3 16,3 0 2-16,-4 3 4 15,3 1-3-15,0-1 1 16,3 1-1-16,-6-1-2 0,0 0 0 16,-1 1 0-1,-1-1 3-15,5-1-4 0,0 0 2 16,3-1-1 0,2-1-3-16,1 0 1 0,3 0-1 15,1 0 2-15,1 0-2 16,1 0 0-16,1 0 1 15,-4 0-1-15,-1 0 1 16,2-3-1-16,-1-1 3 16,0-1 1-16,2 2 4 15,2-1 4-15,0-1-5 16,2 0 1-16,6 2-7 16,-3 1-1-16,-1 0 2 15,-4-1 0-15,-7 0-1 16,-3-1 0-16,-1 1 0 0,2 0 0 15,0 0 4-15,1 0 1 16,1-1-1-16,1 0-3 16,1 2 0-16,1-1-3 15,0 2 2-15,-3 0-1 16,0-1 0-16,-3 2 0 16,0 0 1-16,0 0 0 15,4 0-1-15,5 0 1 16,4-3-1-16,1-1 0 15,4 0-1-15,-2 0 1 16,5 0-1-16,-1 1 2 16,-3 0 0-16,-3 1 0 0,4 2 2 15,-2 0-1-15,4 0 0 16,5 0-2-16,2 0 0 16,6 0 0-16,1 0-1 15,2 0-1-15,1-3 2 16,1-2 1-16,-5-1 0 15,-1 1 0-15,1-1-1 16,-3 0 3-16,-1 2-3 16,6 0 0-16,-1 1 0 15,3 0-3-15,5 3 3 16,3-1 0-16,-3-1-1 16,-6 2 2-16,-5 0-1 15,-1-3 0-15,-4-1 2 0,3 0-2 16,-2 0 1-1,4-1-1-15,4 0 0 0,4 0 1 16,2 2-1-16,-3-1 0 16,4-1 0-16,1 3 2 15,-2-1-2-15,1 0 1 16,0 2-1-16,2-1 0 16,4 1 0-16,7 1 0 15,-1 0 2-15,-3 0 1 16,1 0 2-16,-7 0 3 15,-3 1 1-15,-3 5 5 16,-6 0-2-16,-6 1-6 16,-1-2 0-16,-7-3 1 15,-9 0-2-15,-8-2 1 0,-7 0 2 16,-8 0 1-16,-9 0 5 16,-3 0-3-16,-13-2 0 15,-9-1-6-15,-12-1 0 16,-11-1-3-16,-10 2 6 15,-4 1 5-15,-2 0 21 16,-2 2-9-16,0 0-8 16,0 0-13-16,0 0 3 15,0 0-5-15,0 0-1 16,0 0-1-16,0 0-1 16,0 0 0-16,0 0-2 15,0 0 1-15,0 0-11 16,1 0-22-16,2 4-2 0,3 10-12 15,-6 2-70 1,0-4-76-16,0-7-194 0</inkml:trace>
  <inkml:trace contextRef="#ctx0" brushRef="#br0" timeOffset="-202582.87">7061 10101 194 0,'0'0'106'15,"0"0"-44"-15,0 0-16 16,0 0-34-16,0 0 17 16,0 0 37-16,0 0-37 0,-22-48-8 15,18 42-1-15,-1-1 3 16,2 4-4-16,0 2-3 16,0-1 4-16,3 2-8 15,0 0-8-15,0 0 5 16,0 0-7-16,0 0 0 15,-3 0-2-15,3 0-5 16,-3 11 2-16,-5 11 3 16,-1 7 0-16,-1 10 2 15,-1 16 7-15,-5 9 3 16,0 6-2-16,-2 3-5 16,0-3 2-16,2-1-4 15,-1-5-2-15,5-7-1 0,-1-8 4 16,6-9-3-1,-1-8-1-15,1-7 0 0,2-6 1 16,2-7 0-16,-1-4-1 16,4-6 1-16,0 0 4 15,0-2 18-15,0 0 25 16,0 0-9-16,0-3-39 16,0-7-5-16,4 1-67 15,8 2 1-15,-3 3-33 16,-1-2-73-16,-4 2-211 15</inkml:trace>
  <inkml:trace contextRef="#ctx0" brushRef="#br0" timeOffset="-201301.58">9791 10120 157 0,'0'0'79'0,"0"0"8"15,0 0 10-15,0 0-25 16,0 0-11-16,0 0-26 16,0-28-23-16,0 28-9 15,0 0-3-15,3 0 0 16,0 3-1-16,2 12 1 16,0 10 1-16,-5 11 0 15,0 14 10-15,0 9 15 16,-7 7-3-16,-7 6-8 15,3 0-6-15,2 0-3 0,3 1 0 16,1-5-4 0,1-9 0-16,2-8-2 0,1-14-1 15,1-12 1-15,0-8 0 16,0-7 4-16,0-7-3 16,0 1 2-16,0-4 24 15,0 1 11-15,0 0-13 16,0-1-21-16,0 3-4 15,0-3-27-15,0 0-65 16,4 0-22-16,14 0-112 16</inkml:trace>
  <inkml:trace contextRef="#ctx0" brushRef="#br0" timeOffset="-200305.14">12137 10037 225 0,'0'0'52'15,"0"0"39"-15,0 0-13 16,0 0-15-16,0 0-9 16,0 0-17-16,3-14 0 15,-3 14-17-15,0 0-15 16,0 0-5-16,2 0-2 16,-2 15-3-16,2 14 5 15,-2 11 17-15,0 18 1 0,0 12-4 16,-5 6 0-16,-3 6-13 15,1-5 1-15,1-2 2 16,6-6-2-16,0-6-2 16,0-10 0-16,0-10 0 15,3-14 2-15,1-9-2 16,-1-10 0-16,-1-6 1 16,-2-1 1-16,0 0 10 15,0-2 9-15,4-1 0 16,4 0-21-16,5-9-74 15,2-6-133-15,0-4-217 16</inkml:trace>
  <inkml:trace contextRef="#ctx0" brushRef="#br0" timeOffset="-199553.01">14563 10000 355 0,'0'0'62'16,"0"0"33"-16,0 0 30 16,0 0-54-16,0 0-70 15,0 0 1-15,14 14-2 0,-8 15 1 16,0 14 3-1,1 15-2-15,-3 11 6 0,-4 9 2 16,0 3-8-16,0-1 4 16,0-3-5-16,0-4 0 15,3-6 0-15,2-12 0 16,2-11-1-16,0-13-2 16,-2-11 2-16,-1-10-1 15,0-5 2-15,-4-3 0 16,0-2 4-16,0 0 0 15,2 0-2-15,-2 0-3 16,0 0-94-16,1-4-200 0</inkml:trace>
  <inkml:trace contextRef="#ctx0" brushRef="#br0" timeOffset="-198615.27">17062 10023 17 0,'0'0'322'16,"0"0"-202"-16,0 0-25 16,0 0-88-16,0 0-5 15,0 0 1-15,9 42 17 0,-9-4-4 16,-4 10 2-16,-3 11-11 16,1 8 19-16,-2 4-17 15,4 3 3-15,-1 1-8 16,0 0-4-16,3-8 1 15,2-5 2-15,0-16-3 16,0-8-4-16,0-13 4 16,0-8 1-16,0-8 0 15,4-6-2-15,-3 1 0 16,-1-4 1-16,2 0-7 16,-2 0-46-16,0-7-130 15</inkml:trace>
  <inkml:trace contextRef="#ctx0" brushRef="#br0" timeOffset="-197556.94">20280 10067 270 0,'0'0'109'0,"0"0"10"15,0 0 52-15,0 0-153 16,0 0 11-16,0 0-27 16,9-36-2-16,-6 36-4 15,1 2 2-15,-1 10 2 16,0 8 0-16,-1 11-1 15,-2 13 2-15,0 12 3 16,-2 13-3-16,-8 9-1 16,-6 7 4-16,0 2-1 0,0 2-3 15,3-3 1-15,2-8-2 16,4-10 1-16,5-10 0 16,2-12-8-16,0-9 6 15,0-13 0-15,9-7-1 16,-3-7-16-16,-1-6-9 15,-4-4-11-15,-1 0 34 16,0-9-98-16</inkml:trace>
  <inkml:trace contextRef="#ctx0" brushRef="#br0" timeOffset="-197390.75">20253 10923 621 0,'0'0'36'16,"0"0"-36"-16,0 0-22 15,0 0-165-15,0 0-200 16</inkml:trace>
  <inkml:trace contextRef="#ctx0" brushRef="#br0" timeOffset="-194106.88">7868 11057 401 0,'0'0'71'0,"0"0"3"16,0 0-73-16,0 0 14 15,0 0 9-15,-28 79 5 16,9-38 25-16,-2 3-14 15,1 3-24-15,1 3-8 16,-2 1 0-16,5 2-5 16,-4-7 0-16,4-10-1 15,6-10-1-15,2-13 1 16,5-6-2-16,3-7-8 16,3-4-41-16,18-25-19 15,6-20-293-15</inkml:trace>
  <inkml:trace contextRef="#ctx0" brushRef="#br0" timeOffset="-193895.32">7764 11087 358 0,'0'0'89'15,"0"0"-24"-15,0 0-11 16,104-36-25-16,-62 25-7 15,4-1-3-15,1 2-18 16,-3 4-1-16,-11 5-3 16,-10 1-43-16,-15 0-92 0,-8 12-88 15,-14 4 2 1</inkml:trace>
  <inkml:trace contextRef="#ctx0" brushRef="#br0" timeOffset="-193411.74">7697 11286 226 0,'0'0'44'0,"0"0"52"16,0 0-2-16,0 0-14 16,91 12-23-16,-30-17-30 15,18-16-6-15,6-3-16 16,6-5 1-16,-7 4-2 16,-16 3-4-16,-21 6 4 15,-18 7 21-15,-15 5 27 0,-9 4 3 16,-5 0-55-1,0 17 2-15,-13 16-2 0,-20 13 3 16,-12 12 4-16,-5 9-2 16,1-1-4-16,10-10 3 15,14-19-3-15,10-14 4 16,11-16-5-16,4-7 1 16,0-3 12-16,0-24 38 15,19-16-51-15,9-15-20 16,6-8-40-16,1 2-34 15,-1 4 1-15,0 10-13 16,3 4 50-16,2 8 3 0,-4 11 53 16,-9 13 43-1,-5 10-1-15,-10 4 17 0,-9 20-55 16,-2 17 4-16,0 9 21 16,-14 8-11-16,-6-1-4 15,4-3-1-15,4-5-8 16,4-7-1-16,-2-7 5 15,-3-5-8-15,-2-8 0 16,-7-6-1-16,1-8-29 16,-5-4-211-16</inkml:trace>
  <inkml:trace contextRef="#ctx0" brushRef="#br0" timeOffset="-193251.53">8128 11337 163 0,'0'0'98'15,"0"0"54"1,82-2-64-16,-43 2-29 0,8 0-32 16,7-3-7-16,5 1-17 15,3-1-3-15,-7 1-16 16,-4-1-138-16,-12-1-137 16</inkml:trace>
  <inkml:trace contextRef="#ctx0" brushRef="#br0" timeOffset="-193086.06">8690 11319 556 0,'0'0'36'0,"0"0"-29"16,-41 94 22-16,19-42-23 16,2 3-1-16,7-2-5 15,3-1 0-15,9-12-40 16,1-9-157-16</inkml:trace>
  <inkml:trace contextRef="#ctx0" brushRef="#br0" timeOffset="-192532">10107 11085 449 0,'0'0'52'16,"0"0"-45"-16,0 0-1 15,0 0-6-15,0 0 85 16,-3 117-54-16,-9-59 35 16,-4 6-45-16,0 6-5 15,1-1-12-15,4-9-1 16,2-15-2-16,6-15 0 0,3-10-1 15,0-13-3 1,0-7 2-16,0-2 1 0,17-23-9 16,6-16-169-16,1-13-201 15</inkml:trace>
  <inkml:trace contextRef="#ctx0" brushRef="#br0" timeOffset="-192344.42">10080 11110 351 0,'0'0'70'16,"0"0"-10"-16,0 0 0 0,112-40-39 15,-67 34-1-15,1 2-15 16,2 1-5-16,-3 3-8 16,-11 0-47-16,-13 0-48 15,-12 7-20-15,-9 3-77 16</inkml:trace>
  <inkml:trace contextRef="#ctx0" brushRef="#br0" timeOffset="-191861.8">10060 11298 161 0,'0'0'43'16,"0"0"28"-16,0 0-54 16,0 0 86-16,0 0 1 15,0 0-52-15,120-2-36 16,-56-17-7-16,5-1-3 0,-5 2-5 15,-7 2 2-15,-10 5 3 16,-17 6 2-16,-13 4 10 16,-7 1-2-16,-10 0-13 15,0 16 5-15,-15 12 3 16,-14 15 0-16,-7 8 11 16,-3 6 1-16,7-3-14 15,10-12-9-15,7-16 2 16,11-10-2-16,4-15 3 15,0-1 5-15,0-3 84 16,0-25-56-16,15-14-36 16,6-12-16-16,7-5-49 15,3 2-21-15,3 3 19 0,3 8 5 16,0 6-39-16,-1 10 78 16,-9 10 23-16,-5 11 67 15,-10 9-21-15,-5 0-18 16,-5 17-19-16,-2 14 15 15,0 8 9-15,-11 11-4 16,-5 4-17-16,-2 1-6 16,2-2 0-16,2-8-1 15,5-14-3-15,-3-7-1 16,3-10-1-16,0-5-6 16,1-9-98-16,3-3-134 15</inkml:trace>
  <inkml:trace contextRef="#ctx0" brushRef="#br0" timeOffset="-191696.67">10406 11308 435 0,'0'0'12'0,"0"0"-5"16,0 0 4-16,0 0 5 16,0 0 16-16,91 27-14 15,-50-25 0-15,10-2-12 16,9 0-6-16,-1 0-73 15,-2-7-148-15</inkml:trace>
  <inkml:trace contextRef="#ctx0" brushRef="#br0" timeOffset="-191314.56">10965 11398 487 0,'0'0'108'0,"0"0"-72"15,0 0-31-15,0 0 4 16,0 0 5-16,59 77-1 16,-40-48 10-16,-3 1-22 15,-4 0 3-15,-5-4-3 16,-3-1-1-16,-4-5-24 16,0-1 7-16,0-5-30 15,-11-1 14-15,-4-4-8 0,-3 0 14 16,4-3 23-1,3-3 4-15,6-3 21 0,2 0 35 16,3 0-19-16,0 0 5 16,0 0 19-16,0 0-59 15,3 0-2-15,18 0 0 16,10 0 9-16,11 0-4 16,9-6-4-16,5-3-1 15,0 0-3-15,-4 1-28 16,-6 1-13-16,-10 2-11 15,-8 1-25-15,-14-1-90 16</inkml:trace>
  <inkml:trace contextRef="#ctx0" brushRef="#br0" timeOffset="-191151.93">11311 11684 524 0,'0'0'185'0,"0"0"-52"15,0 0-109-15,0 0-24 16,0 0-3-16,0 0-43 16,-3 14-65-16,3-10-6 15,0-4-201-15</inkml:trace>
  <inkml:trace contextRef="#ctx0" brushRef="#br0" timeOffset="-167886.02">12971 11132 143 0,'0'0'248'0,"0"0"-62"16,0 0-93-16,0 0-19 15,0 0-10-15,0 0-18 16,0 0-10-16,0-28-7 16,0 28-7-16,0 0-1 15,-2 0-5-15,1 0-14 0,-1 0-2 16,-2 6-5-16,-3 19-3 16,-7 16 8-16,-7 13 0 15,-1 14-1-15,-2 7 2 16,1 2 0-16,2-10 2 15,7-12-3-15,5-18-2 16,6-16-1-16,3-11-3 16,0-10-29-16,15-11-19 15,16-29-21-15,5-20-419 16</inkml:trace>
  <inkml:trace contextRef="#ctx0" brushRef="#br0" timeOffset="-167704.58">12874 11104 264 0,'0'0'100'15,"0"0"-22"-15,88-31-42 16,-40 19-15-16,5-1 7 16,3 4-1-16,-2 2-18 15,-5 5-9-15,-3 2-3 16,-15 0-83-16,-16 12-95 15</inkml:trace>
  <inkml:trace contextRef="#ctx0" brushRef="#br0" timeOffset="-167237.9">12800 11332 466 0,'0'0'119'15,"0"0"-111"-15,0 0 5 16,125-38 1-16,-55 13 3 15,11-1-10-15,7-2 4 16,-4 0-2-16,-10 5-4 16,-18 10 6-16,-24 5 30 15,-19 8 9-15,-13 0-49 16,0 17-1-16,0 16 0 16,-18 14 6-16,-15 11-3 15,-9 5 4-15,-4 1-2 0,10-13-1 16,10-16-1-1,12-16-6-15,10-15 3 0,4-4 0 16,0-3 4-16,24-25-4 16,12-17-54-16,10-16-77 15,3-4 10-15,-6 2-69 16,1 9-41-16,-5 7 231 16,-4 13 8-16,-13 10 134 15,-11 17-19-15,-7 7 36 16,-4 7-123-16,0 25-34 15,-22 11 13-15,-8 11-4 16,-4 8 18-16,3 4-15 16,5-8-5-16,8-5-6 15,3-10 3-15,5-10-2 0,-1-8-4 16,0-8-13-16,1-15-68 16,4-2-287-16</inkml:trace>
  <inkml:trace contextRef="#ctx0" brushRef="#br0" timeOffset="-167072.02">13251 11368 409 0,'0'0'60'0,"0"0"-7"16,98-4 2-16,-49 4-26 0,6 0-21 15,6 0-8 1,1 0-8-16,1 0-96 0,-9 0-245 15</inkml:trace>
  <inkml:trace contextRef="#ctx0" brushRef="#br0" timeOffset="-166655.13">13726 11407 660 0,'0'0'138'16,"0"0"-85"-16,0 0-16 16,0 0-13-16,0 0-9 15,0 0-10-15,92-43-5 0,-71 43 1 16,-1 0-2-16,-10 0 0 16,-4 0-25-16,-6 7-20 15,0 2-16-15,0 3 37 16,-12 1 25-16,-3 1 5 15,3-2-5-15,5-4 0 16,2 1-2-16,5 1 2 16,0 4 0-16,0 7 0 15,17 6 0-15,10 7 17 16,7 5 1-16,1 1-10 16,-2-4-2-16,-7-3-1 15,-11-8-3-15,-8-4 0 0,-7-4-2 16,0 1 0-16,-9 0 2 15,-19-3-2-15,-8-2-6 16,-4-8-63-16,7-5-96 16,21-9-187-16</inkml:trace>
  <inkml:trace contextRef="#ctx0" brushRef="#br0" timeOffset="-166334.8">15180 11126 717 0,'0'0'108'0,"0"0"-108"16,0 0-3-16,0 0 0 16,0 0 3-16,-11 103 1 15,-10-56 1-15,-4 5 0 16,1 5 1-16,2-3-2 16,4-1 0-16,5-11-1 15,2-11-33-15,7-11-51 16,4-16-38-16,0-4-205 0</inkml:trace>
  <inkml:trace contextRef="#ctx0" brushRef="#br0" timeOffset="-166144.91">15238 11090 597 0,'0'0'58'0,"0"0"26"16,0 0-51-16,0 0-29 15,0 0-4-15,105-57 1 16,-69 56-2-16,-1 1-4 16,1 0-19-16,0 0-70 0,-12 5-32 15,-11 5-118-15</inkml:trace>
  <inkml:trace contextRef="#ctx0" brushRef="#br0" timeOffset="-165689.08">15186 11269 175 0,'0'0'110'15,"0"0"60"-15,0 0-51 16,0 0-87-16,0 0-17 16,0 0-4-16,-42 27-5 15,82-27 44-15,15-13-9 16,13-8-32-16,-6-2-8 16,-7 2-1-16,-16 5 0 15,-15 7 2-15,-13 5 6 0,-8 4 26 16,-3 0-34-1,0 12-7-15,-6 16 6 0,-15 8 1 16,0 10 3-16,-1 7-1 16,5-2 1-16,10-10 1 15,4-14-4-15,3-18 0 16,0-9 0-16,3-2 34 16,18-21 39-16,8-17-66 15,12-11-7-15,1-6-29 16,1 1-66-16,-3 4-2 15,-4 9 42-15,-4 7 46 16,-7 11 8-16,-9 11 1 0,-7 9 47 16,-8 5-7-1,-1 5-40-15,0 20-5 0,-3 11 4 16,-16 10-1-16,-2 6 2 16,5 6 3-16,7-4-3 15,6-4 3-15,3-9-2 16,-3-10-2-16,-7-10-51 15,-1-14-120-15,0-7-236 16</inkml:trace>
  <inkml:trace contextRef="#ctx0" brushRef="#br0" timeOffset="-164740.08">15501 11275 703 0,'0'0'65'16,"0"0"-42"-16,0 0-22 0,0 0 20 15,86-7 13-15,-42 11-15 16,3 3-4-16,1 1 2 16,-2 1-7-16,-6 3-8 15,-4 1 0-15,-6 1-2 16,-9 1 0-16,-5-4-15 16,-5 1-8-16,-5-5 3 15,-4-2-1-15,-2-2-2 16,0-2 13-16,0-1 10 15,0 0 8-15,0 1 14 16,1 1-15-16,3 2-7 16,0 3-1-16,4 4 0 0,0 2 1 15,2-1 0-15,-4 3 2 16,-1-1-2-16,-2-2-1 16,-3 2-1-16,0-2 1 15,0-1-3-15,0-5 4 16,0 0 0-16,0-1 0 15,0 0 0-15,0-1-2 16,0-1 0-16,0-2 1 16,0-1 1-16,0 0 30 15,0 0 35-15,0 0-38 16,0 0 8-16,0 0-2 16,0-4-17-16,0 0-15 15,0-4-1-15,0 3 1 16,0 0-1-16,0 1-1 0,0-2-4 15,0 4-13-15,0-4-1 16,0 3 2-16,0 0-1 16,0-1 15-16,0 1-2 15,0-2 4-15,0 0 1 16,0-4 0-16,0-1 0 16,0-4 1-16,0-3-1 15,0-3 4-15,0-2-1 16,0-2 4-16,0 4-1 15,4 8-1-15,-1 7 7 16,-1 3-2-16,-1 2-10 16,2 0-1-16,3 14-6 15,-2 11 4-15,-2 9 2 0,-2 4-1 16,0 6 2-16,0-1 0 16,0 1 0-16,4-6 0 15,7-8-1-15,7-13-4 16,4-7 0-16,9-10 5 15,13 0 0-15,9-20 0 16,4-12-6-16,-8-3-14 16,-10 0 17-16,-16 5 3 15,-10 3 2-15,-9 7 19 16,-4 1-1-16,0 2 2 16,-7 4-16-16,-3 6-4 15,2 3-1-15,5 4-2 0,3 0-3 16,0 22-11-16,0 16 7 15,0 10 7 1,0 10 1-16,3 6-1 0,11 5 0 16,5 0-6-16,5-10-12 15,7-6-17-15,5-13-57 16,11-11-59-16,10-15-148 16</inkml:trace>
  <inkml:trace contextRef="#ctx0" brushRef="#br0" timeOffset="-164414.73">17910 11090 236 0,'0'0'667'0,"0"0"-614"16,34-73-34-16,-31 73-12 15,-2 0-7-15,1 1-1 16,-2 17-12-16,0 10 7 16,0 12 4-16,-10 10 1 15,-10 8 1-15,-1 6-1 0,1-2 0 16,6-7-14-1,5-12-19-15,4-11-27 0,5-14-6 16,0-7-7-16,0-11-25 16,12-4-88-16</inkml:trace>
  <inkml:trace contextRef="#ctx0" brushRef="#br0" timeOffset="-163774.88">17956 11081 595 0,'0'0'93'15,"0"0"49"-15,0 0-93 16,30-78-44-16,-7 72-5 16,9 1 0-16,8 5-1 0,8 0 0 15,-2 3 1-15,1 11-12 16,-9 4-46-16,-14-1-27 16,-16 3-36-16,-8 1-22 15,-18 1 6-15,-24 2 72 16,-15-2 18-16,-8 1 47 15,-1-2 4-15,8-3 59 16,12-4 58-16,21-8-4 16,12-3-46-16,9-3-33 15,4 0-30-15,0 0-6 16,2 0-1-16,28 0 5 16,23-2 58-16,22-12-24 15,14-7-33-15,7-1-7 16,-7 2-2-16,-16 4 2 0,-26 8 1 15,-18 7 13-15,-17 1 14 16,-12 0-27-16,0 13-1 16,-3 12-6-16,-21 10 6 15,-9 8 1-15,-8 10 3 16,6 0 0-16,7-2-4 16,13-11 0-16,9-16 0 15,3-12 1-15,3-12-1 16,0 0 9-16,12-16 14 15,15-17-7-15,7-15-16 16,5-10-32-16,4-2-34 16,3-1-12-16,5 8 41 0,-3 11 14 15,-5 11 23-15,-12 11 20 16,-13 12 20-16,-7 8 16 16,-8 0-29-16,-3 23-27 15,0 13-3-15,-10 15 3 16,-12 9 0-16,0 10 2 15,0-2-1-15,5-7 2 16,2-7-3-16,3-10-23 16,-1-9-61-16,0-11-10 15,-1-13-157-15</inkml:trace>
  <inkml:trace contextRef="#ctx0" brushRef="#br0" timeOffset="-163356.27">18408 11352 364 0,'0'0'400'0,"0"0"-330"16,0 0-70-16,0 0 0 15,0 0 2-15,89-34 5 16,-51 30 11-16,4 1 0 16,4 0-11-16,0 0-3 15,0 1-4-15,-8-4 0 16,-9-2-7-16,-8 1-2 15,-10-3-5-15,-5 7 1 16,-5-1 12-16,-1 2 1 16,0 1 1-16,0 1 3 0,0 0-4 15,0 0 0-15,0 4-7 16,-6 23 0-16,-3 10 5 16,2 13-2-16,0 5 4 15,2-1 3-15,1-3 1 16,3-6 1-16,0-8-3 15,1-7 4-15,0-9-3 16,0-6 2-16,0-5-1 16,-2-7 1-16,1 0 5 15,-3-2 0-15,-4-1-1 16,-7 0-9-16,-7 0-1 16,-4-3-65-16,1-9-108 0,2-5-164 15</inkml:trace>
  <inkml:trace contextRef="#ctx0" brushRef="#br0" timeOffset="-163170.03">18844 11342 779 0,'0'0'39'15,"0"0"-39"-15,0 0 2 16,0 0-2-16,0 0 0 15,120-12 1-15,-69 12-2 0,7 0 1 16,0 0-98 0,-5-8-240-16</inkml:trace>
  <inkml:trace contextRef="#ctx0" brushRef="#br0" timeOffset="-163003.02">19185 11480 687 0,'0'0'114'0,"0"0"-68"15,0 0-46-15,0 0-129 16,0 0-51-16,0 0-113 16</inkml:trace>
  <inkml:trace contextRef="#ctx0" brushRef="#br0" timeOffset="-158129.86">8180 9924 255 0,'0'0'68'16,"0"0"-55"-16,0 0 8 15,0 0 39-15,0 0-22 16,0 0 13-16,0 0-6 16,-36 57-19-16,17-32-13 15,-5 2-2-15,-3 2 5 16,-1-1-5-16,-5-3-1 15,9-3-5-15,2-7-3 16,6-7 6-16,8-7-4 0,5-1 1 16,3-12-5-16,3-15-62 15,19-11-148-15,2-6 86 16,-3 4 110-16,-9 4 14 16,-5 6 29-16,-7 8 40 15,0 7 55-15,0 8 12 16,0 7-58-16,0 0-78 15,0 8-30-15,10 19 30 16,3 10 1-16,3 10 0 16,10 4 2-16,8 2-3 15,17-4-36-15,10-12-28 16,11-14-254-16</inkml:trace>
  <inkml:trace contextRef="#ctx0" brushRef="#br0" timeOffset="-157563.12">10760 9936 586 0,'0'0'39'16,"0"0"70"-16,0 0-103 16,0 0-6-16,0 0-8 15,0 0 8-15,-34 29 4 16,3 0 8-16,-5-2-8 16,3-1-3-16,5-9 2 15,4-7 1-15,6-5-1 0,6-5 3 16,5 0-2-16,-2-3 3 15,7-16-7-15,2-10-40 16,0-5-62-16,9 1 29 16,6 8-33-16,-4 6 106 15,0 10 0-15,-4 9 49 16,0 0-44-16,1 7-5 16,2 17 0-16,2 6 3 15,3 8 8-15,4 8-4 16,18 4-7-16,18-2-8 15,23-6-173-15</inkml:trace>
  <inkml:trace contextRef="#ctx0" brushRef="#br0" timeOffset="-157130.76">13436 9925 650 0,'0'0'20'0,"0"0"-8"16,0 0-12-16,-100 26 0 15,63-2 2-15,-1 0 0 16,8-6-2-16,10-4 2 16,5-5-1-16,8-6-1 15,4-3 1-15,1 0 1 16,2 0 6-16,0-10-8 16,0-16-40-16,8-3-71 15,4-4 73-15,-2 7 38 16,-2 5 68-16,-2 9-16 15,0 7 23-15,1 5-10 16,2 0-65-16,5 9-13 16,4 13 13-16,2 11-14 0,3 8-13 15,8 6-39-15,12-3-29 16,11-8-165-16</inkml:trace>
  <inkml:trace contextRef="#ctx0" brushRef="#br0" timeOffset="-156698.74">15528 9878 767 0,'0'0'0'0,"0"0"-2"16,0 0-26-16,0 0 2 15,0 0 26-15,0 0 1 16,-41 54 3-16,20-35-3 16,2-2 4-16,3-4-4 15,-5-2 0-15,-1-3-1 16,-1-4-5-16,-2-4-64 15,5 0 9-15,5-14-19 16,8-11-93-16,7-4-47 16,0 0 219-16,15 5 4 15,2 5 102-15,3 10 0 0,-4 5-22 16,0 4 16-16,-3 0-65 16,2 15-29-16,3 11-5 15,-2 7-1-15,6 9 3 16,5 5-3-16,6-4-11 15,15-7-180-15</inkml:trace>
  <inkml:trace contextRef="#ctx0" brushRef="#br0" timeOffset="-156365.26">18259 9835 809 0,'0'0'7'0,"0"0"-7"16,0 0-47-16,0 0 45 15,0 0 2-15,-91 92 6 16,56-59-3-16,3-7-2 16,9-5 1-16,3-8-1 0,1-2-1 15,-1-4-1-15,0-2-39 16,2-5-44-16,7 0-19 16,5-22-86-16</inkml:trace>
  <inkml:trace contextRef="#ctx0" brushRef="#br0" timeOffset="-156224.09">17995 9844 459 0,'0'0'162'0,"0"0"-4"16,0 0-158-16,0 0-12 15,0 0 10-15,10 95 4 16,-4-40 0-16,5-1-2 16,11-3-69-16,14-8-29 0,11-16-55 15,7-15-224-15</inkml:trace>
  <inkml:trace contextRef="#ctx0" brushRef="#br0" timeOffset="-156074.91">18506 10014 787 0,'0'0'74'0,"0"0"-74"15,0 0-31-15,0 0 19 16,0 0-60-16,0 0-63 15,-45 75-98-15</inkml:trace>
  <inkml:trace contextRef="#ctx0" brushRef="#br0" timeOffset="-136784.69">4137 10449 111 0,'0'0'271'0,"0"0"-250"16,0 0 97-16,0 0-51 15,0 0-16-15,0 0-8 16,0 0-15-16,-2-72 8 15,2 69 6-15,-2 1-2 16,2-1-20-16,0 3 2 16,0 0-9-16,-1 0 2 0,1 0-15 15,-2 0-7-15,0 5-1 16,0 17-3-16,-4 10 11 16,-6 12-1-16,-3 12 1 15,-4 9 3-15,-5 6 4 16,-1 0-6-16,1-4 3 15,4-8-1-15,-1-9-3 16,11-6 0-16,4-13-50 16,6-16-126-16,7-15-84 15</inkml:trace>
  <inkml:trace contextRef="#ctx0" brushRef="#br0" timeOffset="-136611.05">4305 10730 579 0,'0'0'151'0,"0"0"-39"16,0 0-101-16,0 0 2 15,0 0-13-15,0 0-1 16,-4 21 0-16,-10 7-43 16,4-5-81-16,-1-11-187 15</inkml:trace>
  <inkml:trace contextRef="#ctx0" brushRef="#br0" timeOffset="-135449.26">3926 10132 343 0,'0'0'16'16,"0"0"-6"-16,-109 10 27 0,67 16-6 16,1 16-10-1,-4 9 14-15,-3 12-2 0,1 6 18 16,8 5-22-16,10 8 1 16,7 4 11-16,14 5-29 15,8-3 6-15,0-1-11 16,20-7-5-16,8-7 1 15,5-9-3-15,5-11 0 16,5-15 0-16,7-12-1 16,13-15 2-16,16-11 1 15,9-3-2-15,5-28-6 16,-1-8-13-16,-10-8 17 0,-5-3 2 16,-14 3 44-1,-12-1-25-15,-9 0 30 0,-8-5-42 16,-13 0 8-16,-11-6-10 15,-10-3 4-15,0-1 0 16,-22-2-3-16,-9 2 0 16,-13 5 5-16,-12 4-11 15,-10 6 15-15,-5 7-10 16,3 14 0-16,4 10-4 16,8 17-1-16,5 1-6 15,9 32-51-15,9 10-36 16,8 6-6-16,16-5-111 15</inkml:trace>
  <inkml:trace contextRef="#ctx0" brushRef="#br0" timeOffset="-135307.39">4285 10930 722 0,'0'0'39'15,"0"0"-39"-15,0 0-87 16,-25 87-168-16</inkml:trace>
  <inkml:trace contextRef="#ctx0" brushRef="#br0" timeOffset="-134384.82">7027 12296 733 0,'0'0'36'16,"0"0"-1"-16,0 0-35 16,0 0-1-16,-80 116 1 15,45-47 0-15,0 0 2 16,5-6 3-16,4-16-3 15,11-17-1-15,5-15 0 16,4-11 2-16,6-4 6 16,0-5 53-16,0-22 1 0,17-21-63 15,12-17-13-15,11-10-43 16,1-2-15-16,-1 11-6 16,-9 13 24-16,-10 18 37 15,-4 12 16-15,-7 15 8 16,0 8 19-16,-1 6-21 15,2 21-5-15,-1 10 0 16,-1 13 21-16,-1 12-10 16,-1 10-4-16,5 0-5 15,0-4-2-15,4-15 5 16,1-15-6-16,1-17 0 16,-3-13 0-16,4-8 3 0,5-20 11 15,2-21 33-15,7-19-42 16,-6-12 8-16,-10 2 0 15,-5 3 11-15,-9 10 18 16,1 13-20-16,2 10-22 16,2 10-12-16,5 16-42 15,1 8-51-15,-1 3-71 16,-1 17-103-16</inkml:trace>
  <inkml:trace contextRef="#ctx0" brushRef="#br0" timeOffset="-134087.06">7633 12523 514 0,'0'0'103'0,"0"0"-18"16,0 0-39-1,-30 84-25-15,12-49-13 0,3 2-1 16,4-4-5-16,7-7-1 16,4-6 0-16,0-9 0 15,7-8 1-15,16-3-1 16,10-6 7-16,13-19-3 15,-4-9 2-15,-5-5-5 16,-14-3 3-16,-13-3-2 16,-10-3 27-16,0 2-7 15,-23 3 5-15,-11 13-15 16,-12 16-13-16,-3 11-16 16,3 3-91-16,16 15-56 15,27 4-40-15,15 1-135 0</inkml:trace>
  <inkml:trace contextRef="#ctx0" brushRef="#br0" timeOffset="-132455.83">9036 12329 613 0,'0'0'0'0,"0"0"-4"16,0 0 1-16,-62 79 1 16,35-26 2-16,-1 11 14 0,-2 7-7 15,1 1 33-15,3-5-9 16,3-5-12-16,2-9-11 16,6-12 1-16,8-14-7 15,2-14 2-15,4-13 0 16,1 0 52-16,0-20 67 15,0-20-109-15,0-20-14 16,0-13-28-16,4-14-8 16,5-2-1-16,3-1 8 15,6 9 27-15,11 15-13 16,8 17-28-16,3 11 39 16,2 14 1-16,-7 14 3 0,-5 10 16 15,-7 0-3-15,-1 29-13 16,0 9 0-16,0 6 1 15,-3 0 2-15,-9-1-1 16,-4-4 1-16,-6-5-3 16,0-8 0-16,-12-6 2 15,-13-1 4-15,-11-5-4 16,-18-4 1-16,-10-10-3 16,-4 0 0-16,5-4-31 15,12-19 18-15,16 0 8 16,19-2 3-16,16 3 2 15,0 5 0-15,29 1-13 16,9 7-4-16,15 5 13 0,5 4 4 16,6 1 2-16,2 21 3 15,-1 9 10-15,-8 5 4 16,-10 0-7-16,-9 0-1 16,-10-6-4-16,-10-3-3 15,-6-5-3-15,-9-8-1 16,-3-6 3-16,0-2-2 15,0-4 2-15,-8-2 1 16,-8 0 2-16,-4 0-6 16,-4-16-4-16,10-3-12 15,5 1 8-15,9-1-4 16,0 0-16-16,3 2-1 16,15 3 17-16,3 3 10 15,1 2 2-15,0 4 3 0,-2 2 14 16,-2 1 9-16,1 2-1 15,-4 0-5-15,-3 0-8 16,0 7-7-16,-4 5-2 16,-1 2 1-16,0 1-3 15,-1 4 1-15,-2-1-1 16,0-1-1-16,-1 0 0 16,2-2 0-16,-1-1 0 15,6-1 4-15,1-2-1 16,4-1 5-16,3-1 6 15,5-2 12-15,1-2-7 16,-1-5-6-16,4 0-6 16,0 0 3-16,-2 0-4 0,-1-2-2 15,-3-10-3 1,-2-2 9-16,-3-4-2 0,-5-5 5 16,-4-2-2-16,-1-1-2 15,-4 3-5-15,-2 3-4 16,0 4 0-16,0 6-3 15,0 3 0-15,0 5 1 16,0 0 1-16,0 2 1 16,0 0-3-16,0 0-8 15,0 0 6-15,0 0 4 16,0 0 1-16,0 0 2 16,0-1 0-16,0-3-2 0,0 1 3 15,0-2 0-15,-2 1-1 16,-1 1-1-16,2 1-1 15,-1 2 0-15,1-3 1 16,-1 3-1-16,1-4 0 16,-4-1 0-16,1-3 0 15,-5 2 0-15,-1-2 0 16,-1 2-1-16,-4 2-4 16,0 2 5-16,-3 2-1 15,0 0 1-15,-3 0-2 16,4 0 1-16,5 0 1 15,1 0-1-15,1 0-2 16,4 0-3-16,1 3 4 16,2-1-4-16,3-1 2 15,-2 0 0-15,2-1-13 0,0 0-4 16,0 0 12-16,4 0-7 16,20 0 15-16,11-7-3 15,12-8 4-15,10 2 0 16,2 0 0-16,4 4 0 15,-5 3 1-15,-6 4-1 16,-8 2 2-16,-9 0-2 16,-5 9 2-16,-7 9-3 15,-3 8 1-15,-5 5-3 16,-6 10 2-16,-4 1-3 0,-5 3 0 16,0 5 2-16,-14 0 1 15,-2 0 2-15,-3-2-1 16,5-4 2-16,2-7 0 15,5-9 0-15,-1-6 0 16,2-8-1-16,3-6 0 16,-3-4 0-16,2-2 2 15,-2-1 0-15,-7-1 5 16,-1 0-6-16,-2 0 3 16,4 0-4-16,7-1-1 15,5-5-28-15,5-10-43 16,26-9-251-16,15-9-127 15</inkml:trace>
  <inkml:trace contextRef="#ctx0" brushRef="#br0" timeOffset="-132139.01">10237 12707 742 0,'0'0'74'15,"0"0"-60"-15,0 0-14 16,0 0-2-16,116-67-8 16,-83 49-5-16,-5-3 15 15,-8 1 0-15,-8-1 2 16,-9 1 9-16,-3 1 27 16,0-1-13-16,-12 4-16 0,-5 6-5 15,-3 5 1-15,-1 5-5 16,-2 0-3-16,-2 19 0 15,4 10 1-15,0 9 2 16,8 4-6-16,10 5-11 16,3 0-23-16,33-10-36 15,22-13-36-15,15-18-163 16</inkml:trace>
  <inkml:trace contextRef="#ctx0" brushRef="#br0" timeOffset="-131738.81">10741 12406 637 0,'0'0'161'0,"0"0"-62"15,0 0-53-15,0 0-46 0,0 0-12 16,0 0 11-16,-42 112 1 16,42-50-2-16,0 1-1 15,9-6 0-15,14-11 1 16,6-17-22-16,10-17 8 15,9-12 16-15,7-16 3 16,1-24 0-16,-3-11-6 16,-7-11 3-16,-14-3 0 15,-16 1 3-15,-9 6 13 16,-7 10 10-16,0 11-19 0,-7 10-6 16,-4 10 9-1,6 11 19-15,0 6-20 0,5 0-9 16,-7 21-18-16,-1 17 14 15,1 16 4-15,-1 12 0 16,1 4 0-16,1-2-1 16,3-7 0-16,3-9-11 15,0-12-19-15,11-10-5 16,15-15-37-16,4-15-93 16,3-6-176-16</inkml:trace>
  <inkml:trace contextRef="#ctx0" brushRef="#br0" timeOffset="-131579">11153 12347 933 0,'0'0'5'0,"0"0"-5"16,0 0-17-16,0 0 17 16,91-39 0-16,-35 27-29 15,-3-2-4-15,-1 1-8 16,-6-4-89-16,-6-5-128 15</inkml:trace>
  <inkml:trace contextRef="#ctx0" brushRef="#br0" timeOffset="-131384.62">10304 12120 593 0,'0'0'29'16,"0"0"-27"-16,0 0 2 16,0 0 4-16,0 0-5 15,127 10-3-15,-64-8-28 16,9-2-246-16</inkml:trace>
  <inkml:trace contextRef="#ctx0" brushRef="#br0" timeOffset="-130340.93">12485 12299 609 0,'0'0'99'0,"0"0"14"16,0 0-106-1,0 0-6-15,0 0-1 0,-39 86 0 16,35-35 1-16,1 2-1 15,1 0 3-15,2-8-3 16,0-11 2-16,0-13-2 16,0-12 0-16,0-6-16 15,0-3 1-15,2-9 9 16,2-21-23-16,2-14-120 16,-6-9 80-16,0-5 54 15,0 1 15-15,0 9 41 16,-3 15 9-16,3 10-17 15,0 15 34-15,16 8-62 16,8 0-5-16,6 12-1 16,0 18 0-16,3 9 0 0,4 12 1 15,2 6 0 1,-1-7-4-16,-3-7-41 0,-10-20-14 16,-8-14-15-16,-4-9 19 15,-6-12 54-15,0-22 1 16,-1-14 2-16,-3-8 0 15,0 3 34-15,-2 5 34 16,6 10 15-16,1 13-30 16,-3 10-19-16,2 6 11 15,2 9-28-15,-2 0-19 16,7 12-4-16,5 12 4 16,0 10-4-16,2 9-1 0,3 6 3 15,5 4-1-15,0 0-12 16,4-7-38-16,3-9-35 15,1-13 9-15,3-12-26 16,2-12-33-16,1 0 53 16,-1-20 43-16,-1-14 33 15,0-7 9-15,-5-10 142 16,-8 1 46-16,-11 3-73 16,-8 8 56-16,-9 14-82 15,0 11-43-15,0 8-13 16,0 6-27-16,-9 3-6 15,-9 21-22-15,-9 11 15 16,-3 10 5-16,0 5-1 0,3-1-11 16,5-2 4-16,6-7-31 15,10-11-10-15,6-12-42 16,10-15 14-16,22-2 79 16,7-23 10-16,3-13-5 15,-6-5 4-15,-10-4 11 16,-11 3 84-16,-15 4-53 15,0 6-4-15,-5 10-25 16,-5 11-20-16,0 8-1 16,5 3-1-16,0 11-18 15,2 22 2-15,3 13 9 16,0 7-1-16,14 2-15 0,15-7-2 16,16-9 3-1,9-9-38-15,3-13-44 0,3-15-126 16</inkml:trace>
  <inkml:trace contextRef="#ctx0" brushRef="#br0" timeOffset="-129191.94">13702 12443 452 0,'0'0'156'0,"0"0"-28"15,0 0-88-15,0 0-40 16,0 0-11-16,0 0 3 16,15 10 8-16,0 15 4 15,-3 6-4-15,-2 5 1 16,-4 2-1-16,-5-1 2 16,-1-3-1-16,0-5 1 0,0-8-1 15,-3-9 0-15,0-4 5 16,2-6-3-16,-2-2 0 15,3 0 10-15,-1-2 30 16,1-18 9-16,0-5-50 16,0-8-2-16,4-3-5 15,13 2-8-15,2 5 2 16,1 3-4-16,0 11 6 16,-2 9 1-16,-6 6 6 15,-1 0 1-15,-1 8-1 16,-1 12 1-16,3 6 1 15,3 4-2-15,1 3 0 16,8-3-27-16,4-6-43 0,7-11-2 16,3-10 24-1,4-3 10-15,0-11 6 0,1-18 7 16,-2-6 27-16,-7-7 19 16,-10-5 49-16,-12 2-3 15,-12 5 10-15,0 7 4 16,-5 11-29-16,-8 11-17 15,-2 10-20-15,0 1-13 16,-3 15-3-16,-2 16-1 16,3 12 1-16,5 3-6 15,6 1-11-15,6-4 0 16,7-10-29-16,23-11-3 16,6-14 47-16,2-8 5 0,0-5 2 15,-8-15 4-15,-6-6 8 16,-8-2 21-16,-10-1 1 15,-6 1 4-15,0 3 2 16,-3 4-19-16,-8 6-12 16,3 11-9-16,2 4-2 15,-2 4-10-15,-1 19-12 16,5 8 9-16,4 6-10 16,3 0-8-16,28-4 5 15,20-10-16-15,16-13 8 16,16-10 10-16,7-10 4 15,-1-18 10-15,-11-7 9 16,-13-5 1-16,-18-2 1 16,-20 1 1-16,-15 4 40 0,-11 5 13 15,-1 4-17-15,-16 4-16 16,-17 4-14-16,-6 6-6 16,-4 11 4-16,1 3-6 15,2 30 0-15,-2 23-1 16,0 20 0-16,1 16 2 15,6 6-2-15,7 2 1 16,8-2-1-16,6-7 1 16,6-8 0-16,5-19 1 15,1-12-1-15,2-16 0 0,0-16 2 16,-1-8-2 0,1-6 1-16,-6-3 6 0,2-3 5 15,-7-16-12-15,-5-5-10 16,1-6-104-16,4-5-117 15</inkml:trace>
  <inkml:trace contextRef="#ctx0" brushRef="#br0" timeOffset="-128842.14">15015 12743 859 0,'0'0'7'15,"0"0"-7"-15,0 0 0 16,0 0 2-16,92-45-1 0,-60 29 2 16,0-4-3-1,1-3 0-15,-5-4 3 0,-5-2 1 16,-10-6 1-16,-6 2-1 16,-7 0 2-16,0 4-4 15,-7 5-2-15,-6 9-5 16,-7 10 4-16,-2 5-3 15,-5 8-1-15,-4 22-6 16,1 10-5-16,8 5 12 16,12 4-8-16,10-1 1 15,0-3 1-15,30-5 7 16,14-11 0-16,11-12-14 0,6-11-36 16,-4-6-28-1,-7-4 0-15,-5-19-69 0</inkml:trace>
  <inkml:trace contextRef="#ctx0" brushRef="#br0" timeOffset="-128558.15">15466 12470 629 0,'0'0'154'0,"0"0"-143"16,0 0-11-16,0 0-2 15,0 106 2-15,0-53 0 16,0-2 4-16,0-7-3 15,0-13 4-15,0-7-5 16,0-12 9-16,0-7 0 16,0-5 10-16,0 0 67 0,0 0-20 15,3-14-6-15,4-13-47 16,4-4-13-16,1-6-2 16,6 1-10-16,6-3-24 15,10 0-16-15,8 3-24 16,2 5-25-16,3 7-22 15,-5 9-24-15,-8 8-24 16,-8 5-59-16</inkml:trace>
  <inkml:trace contextRef="#ctx0" brushRef="#br0" timeOffset="-128385.14">15771 12547 660 0,'0'0'150'16,"0"0"-60"-16,0 0-33 15,0 0-16-15,0 0-23 16,0 0-18-16,-6-55 0 16,6 55-32-16,0 0-68 15,0 16-171-15,-3-1 117 16,-4-1-256-16</inkml:trace>
  <inkml:trace contextRef="#ctx0" brushRef="#br0" timeOffset="-126578.62">9029 10843 324 0,'0'0'121'15,"0"0"-24"-15,0 0-23 16,0 0 9-16,0 0-28 16,0 0-17-16,-18-10-8 15,17 10-12-15,-1 0 1 16,2 0 1-16,0 0-11 0,0 0-9 16,0 0-16-16,-3 0-81 15,1 14 23-15,-1 4 8 16,2-3-103-16,1-9-116 15</inkml:trace>
  <inkml:trace contextRef="#ctx0" brushRef="#br0" timeOffset="-126198.59">11309 10730 254 0,'0'0'101'16,"0"0"69"-16,0 0-58 16,0 0-41-16,0 0-53 0,0 0-18 15,2-3-17-15,-2 3-65 16,0 8 52-16,0 4-16 15,0-2-148-15</inkml:trace>
  <inkml:trace contextRef="#ctx0" brushRef="#br0" timeOffset="-125790.19">14021 10732 366 0,'0'0'68'0,"0"0"-67"15,0 0-1-15,0 0-7 16,0 0-42-16,0 0-29 16,12 47-31-16</inkml:trace>
  <inkml:trace contextRef="#ctx0" brushRef="#br0" timeOffset="-125474.7">15650 10735 313 0,'0'0'257'15,"0"0"-257"-15,0 0-63 16,0 0-2-16,0 0 59 16,0 0-10-16,-5 32-23 0,2-24-9 15,0-1-46-15</inkml:trace>
  <inkml:trace contextRef="#ctx0" brushRef="#br0" timeOffset="-116071.34">8435 10071 132 0,'0'0'56'0,"0"0"0"16,0 0-8-16,0 0 7 15,0 0-1-15,0 0-5 16,0 0 13-16,0-2-12 0,0 1-20 16,0 0-1-1,0-1-6-15,0-1 6 0,0 1-5 16,0 2-14-16,0-3-5 15,0 3 1-15,0-1 6 16,0-4-3-16,0 1-8 16,0 0 0-16,0-2 2 15,0 0 0-15,0-1-1 16,0-1-2-16,0-1 1 16,0-1 1-16,0 0-2 15,0 0 2-15,0 0 0 16,0-1 0-16,0-1 1 0,0 2-3 15,0 0 0-15,0 1 1 16,-2 1-1-16,-2 1 5 16,0 0-4-16,1-1 2 15,-2-1-2-15,-1 1 3 16,-3-2-4-16,2-1 1 16,1 3-1-16,0 1 11 15,-1-1-10-15,2 1 2 16,1-2-2-16,-1 2 0 15,-1 0 0-15,3-1 0 16,-4 1-1-16,2 0 4 16,-1 2 1-16,0 0 9 15,2 0-5-15,-2-2-9 0,-1 3 1 16,2 1-1 0,1 0 0-16,2 3 0 0,0-2 0 15,-1-1 1-15,2 1 0 16,-2 0-1-16,0-3 2 15,-1 3-2-15,1-3 0 16,0 1 0-16,-3 1 1 16,1-2 1-16,-4 0-2 15,-3 2-5-15,2-3 5 16,-3 2 0-16,-1 0 0 16,2 1 0-16,-4 3-1 15,5-2 1-15,1 1 1 16,4 1-1-16,3-2 0 15,-2 1 0-15,0 1 0 0,1-2 0 16,-2 1 0-16,2 1 0 16,-2 0 0-16,-2 0 0 15,-3 0-1-15,0 0 0 16,-4 0-1-16,-3 0-3 16,-1 4 1-16,1-2 4 15,2-1-1-15,5-1 0 16,2 0 1-16,3 0 1 15,0 2-1-15,2-2 0 16,1 0 0-16,-2 0 0 16,1 0-1-16,-3 3-2 15,2 1 3-15,-3 0-4 16,-1 2-5-16,1-1 0 16,-2 2 2-16,2 0 2 0,-4 1 5 15,1-1-3-15,-1 0 0 16,-1 3 3-16,1 0 0 15,-4-1 0-15,2-1 2 16,-1 1-2-16,2-1 0 16,2 1 0-16,0-1 0 15,-1 2-2-15,4 4 2 16,1-2-1-16,1 5 0 16,1 0 1-16,1 0 0 15,1 4 0-15,1-1-2 16,-1 1 1-16,-1-3 1 15,1 1 0-15,1-2 0 16,1 0 0-16,1-1-1 0,0 1 1 16,0 3 0-16,0 2-2 15,6-1 2-15,4 3-2 16,-1 1 1-16,-1 2 1 16,3 1-1-16,-3-2-4 15,4-1-2-15,1 0 3 16,-2-4-1-16,7-2 1 15,0-2-7-15,1-1 7 16,6-2-1-16,2 0 1 16,4-3 2-16,4 0-6 15,1 1 5-15,1-5-2 0,6 0 5 16,-1-3-9 0,1-3 6-16,3-1-9 0,-5 0 11 15,-3 0-2-15,-3 0 1 16,-4-2 2-16,-4-5 1 15,-3-1 0-15,-2 0 0 16,-3 0-1-16,0-2 5 16,-2-2-5-16,3-3 0 15,-1-4 1-15,-1-6-1 16,-4 0 1-16,0-5 3 16,0 1 45-16,-4-2-40 15,-1 0-4-15,-4-1 31 0,-5 5 20 16,0-2-38-1,0 2 21-15,-6 1-20 0,-2 3-11 16,-1 5-5-16,2 2-1 16,-1 5-4-16,-2 1 2 15,3 1-1-15,-4 3-1 16,3 0 2-16,-2 1 3 16,1-1-3-16,-3 0 0 15,0 1 2-15,2-3 0 16,-3 2 2-16,2 0-1 15,-1-2-1-15,-3 0 1 16,3 0 0-16,-2 1-3 16,7 0 2-16,0 4-2 15,1-1 0-15,3 1 0 16,0 1-2-16,2 1 5 0,-2-1-5 16,3 2 2-16,-2 0-16 15,-4 5-116-15,0 14 65 16,0 3-30-16,3-3-62 15,3-8-97-15</inkml:trace>
  <inkml:trace contextRef="#ctx0" brushRef="#br0" timeOffset="-95808.93">11030 10047 170 0,'0'0'99'0,"0"0"10"16,0 0-11-16,0 0-47 16,0 0-18-16,0 0-4 15,0 0-14-15,0-30-6 16,0 29-1-16,0-1 2 15,0-1 4-15,0-1 5 16,0 3 14-16,0-1-9 0,0-1-5 16,0 2 1-16,0-2-3 15,0 3-2-15,0-3-5 16,0 1 1-16,-1-1-3 16,-4-3-8-16,2 1 6 15,-2-3-2-15,0 2 0 16,2-5 1-16,0 3-3 15,-1-1 1-15,-1-2 2 16,-2 1 10-16,-1 0-14 16,0-1 1-16,1 2-2 15,-1 0 0-15,0 1-3 16,-1-1 3-16,1 2 3 16,0-1-2-16,0 2 2 0,2 0 2 15,-2-2-5-15,0-1 0 16,0 2-2-16,2 2 2 15,0-1 0-15,-2 0 2 16,2 1-2-16,0-1 0 16,-4-2 2-16,-3-1-2 15,-2-1-2-15,-3 2 2 16,2-2 1-16,-3 3-1 16,-4 2 0-16,4-2-3 15,-2 2 3-15,2 0 0 0,2 0 2 16,-1 0-2-1,3 2 0-15,3-1 1 0,4 0 0 16,4 4-1-16,0-3 1 16,1 1-1-16,0 2 0 15,-1 0-1-15,-1 0 0 16,-1 0 0-16,-5 0-1 16,-2 0 1-16,-5 5 0 15,-3 7 1-15,1 0 0 16,-2-3 0-16,0 1-1 15,3-2 1-15,2-1 0 16,3 2 1-16,3-1-1 16,0-2 0-16,0 0 0 15,2 2-1-15,1 1 0 16,0 2 1-16,0 4-2 16,-1 5 2-16,4 1 0 15,-1 9 0-15,6 3-1 0,0 4-2 16,0 4 3-16,11-1 0 15,-1 4 0-15,5 0 0 16,0 0-1-16,5 3 0 16,5-3 0-16,6-7 1 15,5-4 1-15,14-10-1 16,8-7 0-16,6-7 0 16,3-4 0-16,-6-5 1 15,-7 0-1-15,-8-2-1 16,-10-10 1-16,-8-5 3 0,-6-7-1 15,-2-7 2-15,-2-3 16 16,-2-7 6-16,-6 1 5 16,-2 4-10-16,-3-1-10 15,-5 3-1-15,0 2-10 16,0 3-1-16,-8 0 0 16,-6 5 1-16,-3 4-2 15,-1 3 0-15,1 5-23 16,8 6-19-16,2 5-9 15,4 1-93-15,3 0-235 16,0 3 190-16</inkml:trace>
  <inkml:trace contextRef="#ctx0" brushRef="#br0" timeOffset="-95664.99">11007 9956 116 0,'0'0'209'0,"0"0"-48"0,0 0-26 15,0 0-44 1,0 0-49-16,0 0-7 0,-6 0-7 15,4 0-28-15,-1 2-7 16,1 20-140-16,2 1 69 16,0-5-145-16</inkml:trace>
  <inkml:trace contextRef="#ctx0" brushRef="#br0" timeOffset="-94772.79">13349 9782 174 0,'0'0'75'0,"0"0"-25"0,0 0 33 16,0 0-30-16,0 0 12 15,-84-67-26-15,60 58-32 16,-1-1 23-16,1 3-6 16,-3 3-4-16,-1 4-12 15,-4 0-8-15,3 0 0 16,-3 17 0-16,2 5-3 15,2 4 3-15,0 9-1 16,0 5 1-16,5 7 0 16,0 3-1-16,4 1 0 15,7 0-1-15,6-3-1 0,6-2 3 16,0-5-2 0,18-5-5-16,12-5 7 0,15-8 1 15,11-9-1-15,16-9-2 16,10-5-25-16,0-3-41 15,-3-18-1-15,-10-2 52 16,-11-8 17-16,-7-2 11 16,-11-2 48-16,-7-1 0 15,-8-2 8-15,-8 4 11 16,-9-2 16-16,-8 0-62 16,0 1 34-16,-13 3-55 15,-12-1-5-15,-11 4 9 16,-9 2-15-16,-2 7-5 15,2 6-6-15,9 5-8 0,9 6-18 16,9 3-22-16,6 3-42 16,3 14-23-16,2-1-50 15,7-6-106-15</inkml:trace>
  <inkml:trace contextRef="#ctx0" brushRef="#br0" timeOffset="-94606.46">13583 9868 579 0,'0'0'100'0,"0"0"1"15,0 0-24-15,0 0-36 0,0 0-41 16,0 0-18-16,-18 24-221 16,42 3 124-16,21-7-213 15</inkml:trace>
  <inkml:trace contextRef="#ctx0" brushRef="#br0" timeOffset="-93744.52">15461 9731 70 0,'0'0'204'16,"0"0"-104"-16,0 0-46 16,-84-27-35-16,54 24 13 15,-1 3-11-15,-5 0 0 16,-5 0 2-16,2 0-9 16,-2 0 3-16,1 10-12 15,0 5-3-15,4 6 1 0,6 1-3 16,5 6-2-1,8 0 0-15,4 5 2 0,7 3-2 16,1 6 0-16,5 0 2 16,0 0-1-16,0-2 1 15,5 1-6-15,11 0-13 16,7-2-3-16,10-1 17 16,10-4-3-16,12-10 3 15,9-7-14-15,5-12-30 16,-1-5 0-16,-2 0 13 15,-2-11 8-15,-3-12 28 16,-4-9 6-16,-2-3 43 16,-6-4 45-16,-7-2 12 15,-7 0-40-15,-7 2-3 0,-9-2-24 16,-8 2 2-16,-7 0-4 16,-4 1-18-16,-3 1-9 15,-18-1-7-15,-12 1-3 16,-12 3 1-16,-9 1 0 15,-11 5-1-15,-2 8 0 16,2 7-5-16,8 11 2 16,9 2-3-16,12 5-35 15,10 16-53-15,10 7-5 16,10 2-16-16,6-6-27 16,11-5-82-16</inkml:trace>
  <inkml:trace contextRef="#ctx0" brushRef="#br0" timeOffset="-92694.85">18508 9757 175 0,'0'0'126'0,"0"0"56"15,0 0-102-15,0 0-1 0,0 0-4 16,0 0-17-16,-9-58-27 16,-4 44-21-16,-6 0-7 15,-4 0-1-15,-7 3-4 16,-8 1 2-16,-3 3 0 15,-5 2-1-15,-5 5 2 16,-2 0-3-16,-5 0 2 16,-1 11 0-16,-3 5 0 15,4 7-3-15,3 4 2 16,2 8 0-16,3 5 1 16,3 5 0-16,8 3 0 15,5 2-4-15,13-1 0 16,4-1-4-16,13-2-11 0,4 2-13 15,4 1-16 1,25-2 13-16,9-5 1 0,7-9 33 16,10-9 1-16,6-10 8 15,7-8-5-15,9-6-2 16,8 0 4-16,12-18 2 16,3-9-3-16,0-10-4 15,-6-4 12-15,-7-1 15 16,-13 0 21-16,-17 0-6 15,-13 4-13-15,-14 0 1 16,-15 3-19-16,-7-2 6 16,-8-1-10-16,-6-1-7 15,-21-6 0-15,-18-1-3 16,-10 2-1-16,-9 5 4 0,-5 11 1 16,2 8-1-16,10 13-7 15,7 7-52-15,11 9-35 16,7 14-31-16,15 2-126 15</inkml:trace>
  <inkml:trace contextRef="#ctx0" brushRef="#br0" timeOffset="-92530.37">18685 9726 604 0,'0'0'119'16,"0"0"-28"-16,0 0-39 15,0 0-24-15,0 0-28 16,0 0-17-16,-88 17-66 0,52 16-9 16,4-3-83-16,0-4-161 15</inkml:trace>
  <inkml:trace contextRef="#ctx0" brushRef="#br0" timeOffset="-89564.14">8687 12261 288 0,'0'0'127'0,"0"0"-36"15,0 0-43-15,0 0 7 16,0 0-8-16,0 0-13 16,-9-20-10-16,8 17-2 15,1 0 5-15,0 1-4 16,0-1 2-16,0 1-15 0,-3 1-1 16,3 0 7-16,0 1-5 15,0 0-5-15,0 0 2 16,0 0-5-16,0-2 0 15,0-1-3-15,3 0-2 16,16-1 2-16,8-3 0 16,1 4 2-16,2-4-2 15,0 3 0-15,-2 2 0 16,-5 1 0-16,-1 1-2 16,-4 0-26-16,-3 0-9 15,-2 0-17-15,-4 4-2 16,-3 3-23-16,-6 3 38 15,0 0-102-15,0-3-36 0</inkml:trace>
  <inkml:trace contextRef="#ctx0" brushRef="#br0" timeOffset="-89394.72">8939 12285 243 0,'0'0'138'0,"0"0"43"16,0 0-51-16,0 0-35 15,0 0-32-15,0 0-30 16,0 0-26-16,2-14-7 16,-2 14-104-16,0 14 0 15,1-3-31-15,-1-2-196 0</inkml:trace>
  <inkml:trace contextRef="#ctx0" brushRef="#br0" timeOffset="-84219.69">8897 10135 315 0,'0'0'82'0,"0"0"-6"0,0 0-76 15,0 0-31-15,0 0 12 16,0 0 2-16,0 0-24 16,14 0 26-16,0 0-11 15,3 2-28-15,4-2-99 16</inkml:trace>
  <inkml:trace contextRef="#ctx0" brushRef="#br0" timeOffset="-79504.44">9611 9000 69 0,'0'0'6'16,"0"0"1"-16,0 0-7 15,0 0-16-15,0 0-26 16,0 0 23-16,0 0 19 15,57-56 29-15,-52 52 29 16,-3-1 6-16,-1 1-7 16,-1-2 0-16,0 1 5 15,0 2-5-15,2-1-42 16,-2 1-6-16,0-4 30 16,0 2-19-16,0 0 29 15,0-2-28-15,0 5 10 16,0 1-4-16,0 1 11 15,0 0-2-15,0 0-11 0,0 0-18 16,0 0-7-16,0 0-7 16,0 12 0-16,-6 8 7 15,-15 5-2-15,0 2 5 16,-9 1-4-16,0-1 1 16,2-3 0-16,1-2 7 15,5-5-2-15,7-8-3 16,3-6-2-16,9-3 0 15,1 0 0-15,2-17-3 16,0-10-34-16,0-4-7 16,5 1 24-16,7-1 20 15,-6 3 0-15,-3 8 16 16,0 2-7-16,0 6-5 16,-2 3 0-16,2 4-2 0,-1 5 10 15,-1 0 9-15,3 0-21 16,4 0-15-16,7 11 13 15,6 7 2-15,6 3-2 16,-1 7 6-16,-2-1-4 16,-1 3 2-16,-4 2-2 15,-8-3 0-15,0 3-60 16,-11-6 7-16,0-9-136 16</inkml:trace>
  <inkml:trace contextRef="#ctx0" brushRef="#br0" timeOffset="-77459.98">10225 8944 249 0,'0'0'83'16,"0"0"20"-16,0 0-24 15,0 0-6-15,0 0-7 16,0 0-34-16,12-67-6 16,-12 57 9-16,0 1-16 15,0 1-5-15,-2 2 0 16,-5 1-14-16,-2 2-2 15,-6 3-6-15,-6 0 1 16,-3 6-9-16,-5 9 12 16,9 6-4-16,0 4-1 0,10 0 0 15,5 3-18 1,3 3-12-16,2 1 2 0,0-8-4 16,13-8-25-16,7-10 58 15,1-6 8-15,1-2 12 16,-2-10 9-16,-7-3 3 15,-6 1 1-15,-2 3 37 16,-4 2-2-16,-1 0 0 16,0 5-40-16,0 1 1 15,0 3-16-15,0 0-5 16,0 8-53-16,0 19 15 16,0 11 38-16,0 12 0 15,0 1 0-15,0-3-5 16,0-7 5-16,-1-12-2 15,-4-14 1-15,2-8 2 16,3-7-1-16,-1 0 21 0,-7 0 51 16,-3-7 10-16,-5-8-59 15,-1-5-21-15,4 3-2 16,6 3-7-16,0 5-21 16,7 1-6-16,4 5-27 15,19 3-139-15,8-3-48 16,-1-2-98-16</inkml:trace>
  <inkml:trace contextRef="#ctx0" brushRef="#br0" timeOffset="-76856.75">10364 9053 126 0,'0'0'163'15,"0"0"-78"-15,0 0-20 16,0 0-13-16,57-72-17 15,-41 58-13-15,-2-1 2 16,-4 0 1-16,-4 1 43 16,-5 1 30-16,-1 0-42 15,0 2-32-15,-1 2-24 16,-7 6-3-16,-2 3-7 16,-4 0 2-16,0 12-30 15,3 12 16-15,5 5-15 16,6 5 11-16,0 4 4 15,6 0-17-15,15-5-22 16,7-16 5-16,7-14 15 0,4-3 41 16,0-23 23-16,-3-8 26 15,-7-3-6-15,-9 3-8 16,-6 2-1-16,-6 8 48 16,-7 7-52-16,1 6-14 15,-2 3-8-15,0 5-8 16,3 0-44-16,4 4-103 15,3 11 144-15,4 4 3 16,7 3 0-16,7-2-4 16,2-3 3-16,1-6 1 15,-6-6 0-15,-4-5 3 16,-6 0 6-16,-4-16 43 0,4-4-9 16,-8-2-7-16,-4 0 33 15,-3 3-21-15,0 5-21 16,0 3-10-16,0 6-16 15,0 5 0-15,0 0-1 16,3 0-13-16,4 0-76 16,3 13 17-16,7 9 72 15,3 3 0-15,5 3-9 16,3 1-19-16,2 0-24 16,3-5-50-16,-2-6 0 15,-2-14-119-15</inkml:trace>
  <inkml:trace contextRef="#ctx0" brushRef="#br0" timeOffset="-76690.23">11247 9053 515 0,'0'0'141'16,"0"0"25"-16,0 0-92 15,0 0-55-15,0 0-19 16,0 0-109-16,9-2-89 15,6 11 131-15,3-4-224 16</inkml:trace>
  <inkml:trace contextRef="#ctx0" brushRef="#br0" timeOffset="-74329.53">11599 8949 172 0,'0'0'417'0,"0"0"-343"16,0 0-74-16,0 0-18 16,0 0 12-16,0 0 6 15,0 104 3-15,0-63-2 16,0-6 1-16,0-10-2 0,0-11 1 15,0-10-1-15,0-4 4 16,0 0 6-16,0 0 74 16,0-12 20-16,7-14-104 15,7-2-10-15,-3 4-51 16,-1 5 37-16,-6 9 23 16,-3 3-2-16,-1 4 3 15,2 3 4-15,0 0-4 16,1 0-109-16,1 8 72 15,3 4 37-15,1 1 0 16,-2-2 0-16,2-4-1 16,0-2-5-16,-2-5 6 15,3 0 6-15,-2 0-2 16,3-9 6-16,2-6 1 0,-2-2 3 16,0 4 11-16,-4 4 23 15,0-1-14-15,6 6-29 16,2 3-5-16,9 1-7 15,5 0 2-15,7 7-6 16,4 5 4-16,6 4 5 16,1-3-7-16,6-6-27 15,0-3 28-15,-4-4 2 16,0 0 5-16,-9-5-9 16,-7-8 4-16,-7-1 6 15,-7-3 6-15,-5 0-4 0,-7 1 0 16,-6 1 8-1,0 2 29-15,0 4-14 0,-6 0-20 16,0 4 15-16,-1 5 2 16,-1 0-22-16,2 0-11 15,-3 9 3-15,3 5-5 16,0 3-6-16,6 2-2 16,0-4 3-16,3 0-8 15,13-8 1-15,5-5 24 16,2-2 1-16,-4 0 5 15,-3-6 5-15,-8-7 14 16,-6 1 44-16,-2 0-33 16,0-1 12-16,0 2-15 15,0 2-18-15,-7 1-8 0,0 6-6 16,4 0-2-16,-1 2-4 16,2 0-21-16,-1 0 8 15,-2 2 3-15,2 5 9 16,0 0 0-16,2-2 1 15,1-2 6-15,-2-1 0 16,2-2 0-16,0 1 0 16,0-1 2-16,0 0-2 15,0 0 2-15,-1 0 0 16,1 0 1-16,0 0 0 16,-3 0-2-16,2 0-1 15,-5 3-1-15,1 0 1 16,-2 1 1-16,-3-1-1 0,2 0 3 15,2 0-3 1,2-2 1-16,3-1-1 0,1 0 0 16,0 0 0-16,0 2-1 15,0-2-2-15,0 1 1 16,0-1-2-16,0 0 0 16,0 0 4-16,0 0-3 15,0 0-8-15,0 0-7 16,0 0 7-16,0 0 3 15,0 0 3-15,0 0 2 16,0 0-6-16,0 0-33 16,0 1-9-16,0 1 43 0,0-2 8 15,0 0 1 1,0 0-1-16,0 0 7 0,0 0 54 16,0 0 32-16,0 0-30 15,0 0-28-15,0-3-30 16,0-1-5-16,0 1 0 15,0 1 0-15,0 2-2 16,0 0-1-16,0 0 2 16,0 0-7-16,0 0-10 15,0 0-10-15,0 0-9 16,0 0 17-16,0 0 5 16,0 0 0-16,0 0 1 15,0 0 10-15,0 0-2 0,0 0-8 16,0 0 7-1,-10 0 7-15,-4 4 3 0,4 4-3 16,-2 1-2-16,3 4-2 16,2 4-3-16,-1 2-2 15,2 2-5-15,3-1-6 16,3-1 8-16,0-3-8 16,0-5-1-16,2-6-102 15,13-3 121-15,1-2 2 16,5 0 7-16,0-5 3 15,-3-5 1-15,-5-5 8 16,-5 0 36-16,-4-1-14 0,-2 0 17 16,-2 6 5-1,0 3 2-15,0 2-31 16,0 5-29-16,0 0-5 0,0 0-23 16,0 2-43-16,0 15 24 15,0 8 42-15,0 6 0 16,0 5 2-16,0 5-2 15,-5 1 0-15,1-3-7 16,-1-4-18-16,2-8-6 16,1-7 29-16,1-9 1 15,1-6 1-15,0-2 0 16,0-3 10-16,0 0 64 16,-2-15 13-16,2-9-87 15,0-4-5-15,0-2 4 16,2 3-5-16,12-2-18 15,6 6 0-15,2 3-30 16,1 3 16-16,1 4 13 0,-6 2 24 16,1 3-3-16,-1 3 4 15,-3 3 0-15,0 2-2 16,-3 0 2-16,0 0-4 16,-5 6-3-16,-1 0-4 15,-1 1-9-15,0-3 4 16,2-1 7-16,-1-3 0 15,1 0-1-15,2 0-8 16,3 0 15-16,-3-5-14 16,0-4 17-16,-3 3 1 0,1-1-1 15,-2 3 0 1,1 2 0-16,-2 2-1 0,6 0 1 16,0 0-2-16,3 0 4 15,3 0-2-15,1-3 0 16,-1 0 4-16,-2-1-2 15,2-5 2-15,-5 3 5 16,2-3 15-16,-1 1 0 16,3-3-13-16,-3 4-7 15,1-2-1-15,2 0 1 16,0 5-2-16,5-3-1 16,-3 4-1-16,1 0 0 15,2 3 0-15,2 0 0 16,2 0 0-16,7 0 0 15,5 5 0-15,3 0 0 0,0 1-5 16,0-3-22-16,-1-3 7 16,-4 0-42-16,-4-6 23 15,-3-11 19-15,-4-7-3 16,-3-4 23-16,-2-2 9 16,-9 0 18-16,-4 0 39 15,-5 0 27-15,0 2 8 16,0 3-14-16,0 3-6 15,-3 10-31-15,0 6-31 16,3 6-19-16,0 0-22 16,0 11-73-16,-2 12 74 15,1 11 21-15,-4 7 0 0,2 3 2 16,-1 3-2-16,3 0-27 16,1-5-24-16,0-6 1 15,0-7 11-15,1-8-35 16,-1-10-104-16,0-11-163 15</inkml:trace>
  <inkml:trace contextRef="#ctx0" brushRef="#br0" timeOffset="-74154.68">13137 8917 638 0,'0'0'12'0,"0"0"-12"0,0 0 0 15,89-33 0-15,-35 29 0 16,8 2-1-16,4 2-48 16,-5 0-65-16,-4-3-134 15</inkml:trace>
  <inkml:trace contextRef="#ctx0" brushRef="#br0" timeOffset="-74019.32">13690 8843 372 0,'0'0'150'16,"0"0"-31"-16,0 0-51 16,0 0-60-16,0 0-8 0,0 0-140 15,-84 7-78-15</inkml:trace>
  <inkml:trace contextRef="#ctx0" brushRef="#br0" timeOffset="-37196.6">8623 9871 205 0,'0'0'43'0,"0"0"11"15,0 0-18-15,0 0-6 16,0 0-10-16,0 0-2 16,0 0-3-16,0 0-4 15,-7-10-4-15,5 10-3 16,1-3 15-16,-1 1 12 0,2 1-10 16,0 0-8-16,0-1 8 15,-1 1-8-15,1-1 1 16,0 2-6-16,0 0-3 15,0-2-3-15,0-1 3 16,0 1 0-16,0-2-3 16,0-2-1-16,9-4-1 15,4-1 0-15,2-3 0 16,2-1-1-16,6-4 0 16,0-1 1-16,1 0-1 15,4-4 0-15,-1 1 1 16,-1 0 0-16,3-3-5 0,-1 1 5 15,3-1 3-15,1-6-3 16,4 0-1-16,-2-2-3 16,5-2 1-16,2-6 3 15,0 0 0-15,5-5 3 16,-3 0-3-16,2 1 0 16,-6 2-2-16,-2 4 4 15,-4 5-4-15,-2 4 2 16,-5 3 0-16,-4 7-1 15,-6 2 4-15,-2 3-3 16,-2 5 1-16,-5 2-2 16,0 4 2-16,-4 0-1 0,-2 4 1 15,-1 0-1 1,0 1 0-16,2 0-1 0,0-3 1 16,1 1-3-16,2-1 2 15,1-2 1-15,0 2 0 16,-2 0 7-16,-2 2 0 15,-2 0-2-15,2 0-2 16,-2 1 2-16,0 0-1 16,0-2-4-16,0 2 1 15,0 0-2-15,0 0 1 16,0 0 0-16,0 0 0 16,0 0 2-16,0-1-2 15,0 1 1-15,0 0-1 0,0 0-3 16,0 0 1-1,2 0-6-15,1 0 8 0,0 0 0 16,0 0 0-16,0 1 0 16,0 3 0-16,2-1 0 15,0-1 0-15,1 3 0 16,-1-3 1-16,-1 1-1 16,4 2 0-16,-1-1 4 15,2 1-4-15,-1 1 3 16,1 1-3-16,2 0 0 15,1 1 3-15,3 0-2 16,-3 1 0-16,3 0-1 16,-3 1 1-16,0 1 0 15,4-2-1-15,2 4 2 0,2 1-1 16,5 1 0-16,2 2 0 16,3 0 1-16,-1 2 0 15,1-2-1-15,-3 3 1 16,-1 1-1-16,-1-1-1 15,-1-1 0-15,1-1 0 16,-1 1 0-16,-2-3 0 16,-1 4 1-16,0-4-1 15,0 1 0-15,-5 0-1 16,1 0 1-16,-4-2 0 16,2 1 0-16,-1-2 0 15,-2 0 1-15,5 0-1 16,1 1 2-16,0 1-2 0,6-1 1 15,0 1-1-15,3 0 0 16,1-2 0-16,-2-2 0 16,-1 1 0-16,2-2 0 15,-2 1 0-15,2 2 1 16,-2-3-1-16,-2 1 0 16,-1 0 0-16,-4 0 1 15,-2-2-2-15,-1 0 2 16,-4 1-2-16,0-3 1 15,-2 1 0-15,-1-2 2 16,0-2-2-16,-5 0 1 16,2-2 1-16,-3-1-2 0,-2 0 2 15,0-2-2 1,0 0 5-16,0 0 3 0,0 0 14 16,3 0-7-16,-3 0-12 15,3 1-3-15,1 6-9 16,-1 5 1-16,-3 0-72 15,0-2-162-15</inkml:trace>
  <inkml:trace contextRef="#ctx0" brushRef="#br0" timeOffset="-37017.51">10748 9786 577 0,'0'0'130'0,"0"0"-45"16,0 0-52-16,0 0-20 16,0 0-13-16,0 0-173 15,0 0 76-15,14 5-134 16</inkml:trace>
  <inkml:trace contextRef="#ctx0" brushRef="#br0" timeOffset="65567.07">3968 14120 229 0,'0'0'72'0,"0"0"-37"15,0 0 50-15,0 0-47 16,0 0 8-16,0 0 10 16,0 0-25-16,0 0 12 15,-3-39 2-15,0 34-17 0,1 0 9 16,1 0 9-16,-4 1-12 16,4-2-16-16,-2 1 4 15,-2 4 3-15,5-3-10 16,0 1-5-16,0-4-5 15,0-4-5-15,11-3-1 16,14-6 1-16,1-1 0 16,3-2 0-16,-3 3 5 15,-2 2-4-15,-5 4-1 16,-4 4 1-16,-5 5-1 16,-4 1-4-16,-3 4 1 15,0 0-6-15,-1 4-2 16,-2 10 1-16,0 4 3 0,-7 3 6 15,-5 4-5-15,3-3-7 16,7-1-1-16,2 1-14 16,0-2 8-16,2 1 6 15,12-2 5-15,1-1 7 16,5 1 2-16,-2 1 0 16,1 2 0-16,3 0 0 15,-5 3-2-15,-2-3 1 16,-5-1 1-16,-4-1 3 15,-1-2 8-15,-5-3 1 0,3-4-4 16,-3-2 4 0,0-1-6-16,0-1 7 15,-18 0 0-15,-9 4 11 0,-9 0-10 16,-4 0-12-16,0 0 2 16,-4-5-4-16,3-3-4 15,8-3-23-15,13 0-11 16,10 0-46-16,10-4-90 15,0-9-225-15</inkml:trace>
  <inkml:trace contextRef="#ctx0" brushRef="#br0" timeOffset="66282.75">3653 13626 216 0,'0'0'265'0,"0"0"-177"15,0 0-27-15,-91-9-42 16,70 29 3-16,-1 8-9 15,2 14 5-15,0 10 7 16,-1 6 13-16,6 10-14 16,0 2-1-16,3 5-4 15,9 3 0-15,3 2-12 16,0 4-5-16,15 1 3 16,12-5-5-16,9-3 1 0,10-4 0 15,9-9 2 1,14-8-3-16,11-9 0 0,14-11 0 15,15-15 2-15,9-18 2 16,6-3-4-16,4-28 0 16,-6-12-11-16,-11-11 11 15,-17-7 0-15,-14-9 8 16,-17-6 11-16,-14-7 11 16,-15-4 3-16,-12-4-10 15,-14 3-2-15,-8 4-4 16,0 3-7-16,-28 3-6 15,-17 1 0-15,-10 4-3 16,-17 9 0-16,-17 8-1 16,-14 11-5-16,-18 17 1 15,-7 11-4-15,-5 14-7 16,8 0-1-16,17 16-3 16,20 7-4-16,24 8-19 0,29 2-37 15,21 3-76-15,14-8-107 16</inkml:trace>
  <inkml:trace contextRef="#ctx0" brushRef="#br0" timeOffset="66469.08">3963 13880 780 0,'0'0'31'15,"0"0"12"-15,0 0-31 0,0 0-12 16,0 0-35-16,0 0-109 16,-29 17 13-16,43-8-163 15</inkml:trace>
  <inkml:trace contextRef="#ctx0" brushRef="#br0" timeOffset="69249.99">3920 5897 32 0,'0'0'90'0,"0"0"-23"16,0 0-14-16,0 0-15 15,0 0-22-15,0 0-10 16,0 0-2-16,-18 14 2 0,18-13 20 16,0 1-9-1,0-1-4-15,0 1-9 16,0-2-1-16,0 0-1 0,0 0 0 16,0 0-2-16,12 0-2 15,3-5-23-15,-1-7-18 16,2-2 16-16,-4 0 9 15,1 1 10-15,-4-1 8 16,-1 2 5-16,-5 1 7 16,0 2 15-16,-1 2-22 15,-2 2 20-15,0 0 28 16,0 3-27-16,0-1 24 16,0 1-15-16,0 2-13 15,-7 0-18-15,3 0-3 16,-5 0 0-16,3 10 2 0,-3 2-1 15,0-2 9-15,3 1-8 16,0-2 7-16,-3 0 14 16,3 2-6-16,0 0 3 15,-6 3 3-15,2 0 2 16,-4 3 7-16,-2-2-6 16,5 0-13-16,-3 1-11 15,6-4-3-15,1-1 3 16,-1-2-3-16,5-3 1 15,-1 0 0-15,2-2 0 16,1 1-1-16,1-4-6 16,0 2-26-16,0-1-18 0,0 2 13 15,0 3-23 1,0-1-92-16,0 1 25 0,0 0 12 16</inkml:trace>
  <inkml:trace contextRef="#ctx0" brushRef="#br0" timeOffset="69391.98">3822 6065 154 0,'0'0'171'15,"0"0"-9"-15,0 0-84 16,0 0-19-16,0 0 1 16,0 0-5-16,-11 0-34 15,10 0 16-15,1 0-8 16,0 0-22-16,0 0-7 16,0 0-53-16,0 2-104 15,1 1-7-15</inkml:trace>
  <inkml:trace contextRef="#ctx0" brushRef="#br0" timeOffset="78071.73">9289 13868 11 0,'0'0'236'15,"0"0"-214"-15,0 0 3 0,0 0-15 16,0 0 0-1,0 0 55-15,0 0-22 0,-14-29 13 16,11 24 0-16,0 1-11 16,1-1-10-16,-1 2-17 15,2-2-1-15,-1 1 3 16,1-1 5-16,-3 0 2 16,4 0-10-16,0-2 0 15,0 2 7-15,0-2 6 16,0-1-6-16,0-1-9 15,0 1-3-15,0-2 0 16,0 3 0-16,0 3-6 16,0 1 0-16,0 2 0 15,0 1-1-15,0 0-5 0,0 0-2 16,0 0-4-16,0 17-9 16,0 13 9-16,0 16 2 15,0 15 1-15,-5 14 3 16,-5 6 2-16,-5 2 0 15,4-5 1-15,1-9 1 16,3-11-3-16,4-9 2 16,1-11-3-16,-1-8 2 15,3-8-1-15,0-10-1 16,0-4 0-16,0-5 1 16,0 0-1-16,0-3 4 15,-2 0 0-15,0 0 4 16,1 0-8-16,1-5 0 0,0-12-68 15,0-9-143-15,15-8-185 16</inkml:trace>
  <inkml:trace contextRef="#ctx0" brushRef="#br0" timeOffset="78703.75">8908 13716 375 0,'0'0'22'0,"0"0"51"16,0 0-38-1,0 0-14-15,-8-82-3 0,19 69-3 16,8 1-6-16,5-2 4 16,5 1 2-16,6 2-5 15,3 1 7-15,2 3 9 16,6 2 2-16,2 5-4 16,8 0-13-16,3 5-5 15,-1 14-6-15,-4 9 1 16,-7 14-1-16,-8 8-3 15,-12 5 3-15,-11 5 1 16,-10-9 3-16,-6-6 2 16,0-10 1-16,-16-7 0 0,-8-6 7 15,-6-2 6-15,-6-3-4 16,-7-3 1-16,-3-1-5 16,-6-2-6-16,1-2 1 15,6-3-4-15,9-2-3 16,14-3 0-16,10 1-34 15,12-1-14-15,0 3-99 16,12-2-102-16,18 1-9 16</inkml:trace>
  <inkml:trace contextRef="#ctx0" brushRef="#br0" timeOffset="79769.25">9625 14109 466 0,'0'0'120'15,"0"0"-56"-15,0 0-55 16,0 0-3-16,0 0 22 16,0 0 16-16,72 81-4 15,-61-33-7-15,-8 5-6 16,-3 3-7-16,0-5-13 16,0-7-2-16,0-11-2 15,-3-11-2-15,0-10 1 0,1-7-2 16,1-5 3-1,-4 0 1-15,-1-5 13 0,-1-19-6 16,5-10-11-16,2-6-39 16,9 0 1-16,18-1-24 15,7 5-39-15,5 0 7 16,3 7-30-16,-1 1 75 16,-6 9 49-16,-5 3 24 15,-2 9 17-15,-8 7 5 16,-6 0-8-16,-6 3-24 15,-2 14-4-15,-5 5 16 16,-1 6-13-16,0 6 22 16,0 4 12-16,0 3-25 15,0 1-2-15,4-4-11 0,9-2-4 16,6-8-5-16,5-7 1 16,6-11-2-16,7-10-13 15,0 0 5-15,1-17 8 16,-6-8-10-16,-5-4 4 15,-6-4 7-15,-13 0 11 16,-8 0 32-16,0 2-2 16,-23 5-8-16,-11 1-22 15,-6 5-10-15,0 4-1 16,7 2 2-16,13 3-3 16,8 2 1-16,12-2-8 0,0-3-36 15,24-6 2 1,12-3-10-16,7 0 38 0,-3 0 14 15,-5 4 1-15,-5 7 2 16,-7 1 33-16,-3 6 1 16,-4 5-14-16,-1 0-13 15,-4 19-10-15,-7 18 0 16,-4 16 7-16,0 13 13 16,-4 12 7-16,-13 7 5 15,1 9-13-15,-2-2-2 16,0 1-10-16,0-7 2 15,-2-16-3-15,7-16-4 16,4-23-1-16,5-12 0 16,0-14 2-16,4-5 0 0,-2-4 4 15,-1-25 11 1,3-17-18-16,0-11-32 0,24-1-71 16,7-2-109-16,2 2-269 15</inkml:trace>
  <inkml:trace contextRef="#ctx0" brushRef="#br0" timeOffset="80087.98">10799 14241 546 0,'0'0'70'16,"0"0"11"-16,0 0-45 15,0 0 27-15,0 0-21 16,0 0-19-16,36-75-9 16,-36 68 0-16,0-3 15 15,-13 3-18-15,-13 4-11 16,-5 3 0-16,-8 0-2 16,0 17 0-16,-1 11 2 15,7 6 0-15,10 6-4 16,14 6 0-16,7 0-8 15,2 0-15-15,11-8-8 16,24-11-37-16,11-13-24 0,11-13 6 16,6-1-118-1</inkml:trace>
  <inkml:trace contextRef="#ctx0" brushRef="#br0" timeOffset="80518.81">11069 14205 771 0,'0'0'117'0,"0"0"-53"16,0 0-64-16,0 0-1 15,0 0 0-15,-48 99 1 16,43-56 0-16,2-1 2 16,3-4-2-16,0-7-2 15,11-6-27-15,14-15-8 16,10-10-2-16,10-1 24 0,10-25-19 15,5-15-56-15,-4-4 6 16,-6-5 32-16,-12 0 48 16,-16-1 4-16,-14 1 3 15,-8-3 37-15,-13 1 15 16,-15 3 62-16,-5 6-28 16,6 11-10-16,12 12-25 15,5 12-13-15,8 8-40 16,2 4-1-16,0 31-17 15,0 18 16-15,0 16-4 16,2 10 5-16,1 0-1 16,2-4 1-16,4-8-5 15,7-11-10-15,3-12-17 16,5-13 11-16,-2-12-25 0,-1-16-30 16,0-3-116-16,2-34-173 15</inkml:trace>
  <inkml:trace contextRef="#ctx0" brushRef="#br0" timeOffset="80674.2">11533 14120 595 0,'0'0'61'16,"0"0"-55"-16,0 0 1 16,112-19 10-16,-71 14-4 15,4 2-9-15,5-6-4 0,-7 1-31 16,-9-4-33-1,-13-5-166-15</inkml:trace>
  <inkml:trace contextRef="#ctx0" brushRef="#br0" timeOffset="80874.74">10395 13762 589 0,'0'0'186'0,"0"0"-175"16,0 0-10-16,0 0-1 15,0 0-23-15,108 2-42 16,-61 14-44-16,1-3-196 16</inkml:trace>
  <inkml:trace contextRef="#ctx0" brushRef="#br0" timeOffset="81399.97">10810 14224 28 0,'0'0'400'0,"0"0"-243"16,0 0-94-16,0 0-31 16,0 0-17-16,0 0 0 15,-85 48-2-15,52-28-11 16,0 4 3-16,-5 0-5 16,5 0 0-16,4 0-34 15,12-4-48-15,10-8-209 0</inkml:trace>
  <inkml:trace contextRef="#ctx0" brushRef="#br0" timeOffset="82183.68">12348 13944 103 0,'0'0'672'15,"0"0"-585"-15,0 0-58 16,0 0-29-16,0 0-7 16,-9 86 7-16,-12-23 5 0,1 6 0 15,-1-7-1 1,4-14-1-16,5-13-3 0,9-17 1 15,1-10 0-15,2-8 5 16,0 0 21-16,0-19 20 16,8-15-43-16,12-14-4 15,3-4-10-15,1-1-27 16,-2 7-17-16,-1 7-46 16,-5 11 17-16,2 9 61 15,-6 11 18-15,-4 5 4 16,-4 3 0-16,0 10-2 15,-2 14 2-15,1 8 11 16,-3 7 2-16,3 2-2 16,0 0-5-16,2-5-5 0,1-11-1 15,4-8 0-15,-1-13-22 16,2-4 17-16,0-7 5 16,2-20 0-16,1-8 2 15,-3-4-1-15,-1-3 6 16,-1 3 38-16,-3 11 13 15,1 8-37-15,0 13-8 16,0 7-8-16,3 0-5 16,2 17-6-16,4 10 5 15,1 9-1-15,5 4 2 16,7 6 1-16,4-3 0 16,6-1-1-16,3-8-55 15,2-8-40-15,0-13-5 0,1-13-77 16,3 0 10-1,7-25-20-15</inkml:trace>
  <inkml:trace contextRef="#ctx0" brushRef="#br0" timeOffset="82899.08">13174 14171 135 0,'0'0'240'16,"43"-109"-32"-16,-43 63-11 15,-5 8-66-15,-23 13-74 16,-8 13-38-16,-5 10-17 16,2 2-2-16,5 21 0 15,7 14-2-15,9 13 0 16,9 5-14-16,9 2 4 15,0-5-10-15,15-10-7 16,15-9 0-16,7-12 9 0,5-13 3 16,-2-6-4-1,-2-3 4-15,-9-16 4 0,-12-1 13 16,-11 0 6-16,-6 3 53 16,0 4-10-16,-17 6-21 15,-13 7-21-15,-7 0-7 16,-6 21 0-16,2 13-1 15,6 10 2-15,3 6 3 16,4 8 0-16,7 3 6 16,1 2-7-16,4 0 16 15,2-8-8-15,5-11-5 16,1-13-4-16,3-14 2 16,4-12-2-16,-2-5 7 15,-1-1 51-15,-2-23-23 16,1-13-37-16,5-11-3 0,0-5-33 15,5-2-7-15,17 2 6 16,8 2-6-16,7 3-34 16,8 2-29-16,3 2 37 15,5 1 15-15,2 7 44 16,3 4 10-16,-5 6 13 16,-4 9 20-16,-7 10 12 15,-7 7-3-15,-9 3-27 16,-5 18 3-16,-9 11 11 15,-9 5 0-15,-3 5 2 16,0 2-1-16,-3-1-18 16,-7-11-4-16,2-6-5 0,2-11-1 15,1-6 2-15,1-6-1 16,3-3-3-16,-3 0 6 16,-5-13 11-16,1-15-17 15,-1-11-10-15,9-9-24 16,7-3-21-16,21 0 12 15,8 5-6-15,3 4-5 16,2 11 10-16,2 6 28 16,-3 6 16-16,0 5 1 15,-1 6 1-15,-6 5 22 16,-8 3-10-16,-8 3-14 16,-7 16-5-16,-10 6-41 15,-3-1-208-15</inkml:trace>
  <inkml:trace contextRef="#ctx0" brushRef="#br0" timeOffset="83499.19">9777 14807 525 0,'0'0'44'15,"0"0"42"-15,0 0-62 16,0 0-9-16,0 0-15 0,0 0-1 15,0 0 1-15,80-12 9 16,-6 14 19-16,29-2 37 16,30 0-26-16,34 0-13 15,27 0-23-15,24-4 0 16,9-6 1-16,14 5-4 16,2-2 0-16,-1-1-1 15,-4 2-18-15,-17-4 4 16,-18 2 6-16,-24 1 9 15,-30-2-1-15,-28 3 1 16,-27 0 0-16,-36 3 1 16,-25 2 1-16,-24 1-4 0,-12 0-6 15,-39 0-15 1,-34 1-46-16,-37 9-40 0,-22-2-272 16</inkml:trace>
  <inkml:trace contextRef="#ctx0" brushRef="#br0" timeOffset="83814.66">10166 14888 494 0,'0'0'136'0,"0"0"-94"0,0 0-36 16,0 0 12-16,0 0 43 15,135 0-16-15,-46 0-21 16,32 0 4-16,28-2-7 16,30-9-14-16,12 2 2 15,8 1-7-15,-3-1 6 16,-1-1-6-16,0 3-2 16,-10-1 0-16,-5 0-2 15,-15 6 1-15,-13-3-22 16,-15 1-43-16,-25-1-30 15,-21-1-20-15,-28-1-156 16</inkml:trace>
  <inkml:trace contextRef="#ctx0" brushRef="#br0" timeOffset="83964.25">12840 14807 447 0,'0'0'134'15,"0"0"-14"-15,0 0 25 16,0 0-111-16,-80-10-18 15,68 10-16-15,1 10-52 16,4 0-107-16,6-3-54 16</inkml:trace>
  <inkml:trace contextRef="#ctx0" brushRef="#br0" timeOffset="180287.02">12428 14916 167 0,'0'0'72'0,"0"0"-34"15,0 0 49-15,0 0-14 16,0 0-25-16,0 0 6 16,0 0-18-16,0 0-3 15,0 0-13-15,-9-20 7 0,6 20 19 16,3 0-13-1,0 0-15-15,0 0-6 0,0 0 5 16,0 1 0-16,0-1 1 16,0 3-1-16,0-3 0 15,-1 0-2-15,1 1 0 16,-2-1 8-16,1 1-5 16,1 2-7-16,-2-1-11 15,2 4-1-15,-1 6-3 16,-1 8 4-16,-2 14 4 15,-4 5 6-15,-2 8 0 16,2 3 1-16,2-2-6 16,3-1-4-16,3-5 1 15,0-6-1-15,0-6 0 0,0-10 1 16,5-4-2-16,4-4-3 16,0-9-16-16,3-3-34 15,-2-8-129-15</inkml:trace>
  <inkml:trace contextRef="#ctx0" brushRef="#br0" timeOffset="181586.7">9721 15500 59 0,'0'0'41'0,"0"0"-9"16,104-2 46-16,-53-2-24 16,9 1-12-16,11-1 56 15,17 0-37-15,14-2-19 0,11 2 10 16,8-2-12-16,4 2-17 16,4 2-9-16,5-1-6 15,0 0 4-15,7 2-1 16,9 1 26-16,6 0-22 15,7-3 2-15,10 2-13 16,1-2-2-16,4 1 2 16,2 2-4-16,-2 0 1 15,3 0 0-15,-2 0 3 16,6-1 2-16,4-2 9 16,2-1 6-16,1 1-5 15,5-1-6-15,0 0 5 16,7 0 0-16,4-2-13 0,0 2 9 15,-3 1-5 1,-4 1-1-16,-10 0 1 0,-12-3-3 16,-4 5-2-16,-14-3-1 15,-6 0 2-15,-10 3-2 16,-13 0 2-16,-17 0-1 16,-14 0 1-16,-18 0-1 15,-18 0 1-15,-22-2 0 16,-19-1 0-16,-16 1 17 15,-7-2 22-15,-1 0-3 16,0 0-18-16,0 0-15 16,0-1-2-16,-3 0-1 0,-1 2-2 15,1 2 0-15,0-1 0 16,-1 2 0-16,4-1 2 16,0 1-2-16,0 0 0 15,0 0-1-15,0 0 0 16,0 0 0-16,0 0-2 15,0 0 0-15,0 4 1 16,0 15 1-16,5 8 1 16,1 10 0-16,-1 6 0 15,2 9 0-15,-1 3 0 16,3 0 0-16,0-3 0 16,-3-4 1-16,2-6-1 15,0-7 1-15,-2-8-1 0,0-7 0 16,-4-6-2-1,1-4-2-15,-1 0-14 0,-1-1-14 16,-1-5-59-16,0-4-150 16,0 0-178-16</inkml:trace>
  <inkml:trace contextRef="#ctx0" brushRef="#br0" timeOffset="182984.26">9767 15548 293 0,'0'0'108'16,"0"0"-27"-16,0 0-25 15,0 0-4-15,0 0-31 16,0 0-9-16,0-14 11 16,0 14 2-16,0 0 19 0,0 0-5 15,0 0-6 1,0 0-8-16,0 0-15 0,0 0-6 16,0 14 5-16,-10 9 24 15,-5 9 7-15,-2 5-15 16,0 7-10-16,1 1-11 15,6 1 3-15,4-8-7 16,6-1-2-16,0-6 2 16,0-1-33-16,8-7-23 15,10-12-131-15,-1-11-314 16</inkml:trace>
  <inkml:trace contextRef="#ctx0" brushRef="#br0" timeOffset="183537.28">9072 16062 536 0,'0'0'41'0,"0"0"-18"15,0 0 6 1,0 0 50-16,0 0-4 0,118-8-22 16,-72 3-15-16,7-1-13 15,0 0-13-15,-2 1-7 16,-8 2-5-16,-13 3-3 16,-6 0-24-16,-17 0-28 15,-7 0-90-15,-6 8-19 16,-24-1-313-16</inkml:trace>
  <inkml:trace contextRef="#ctx0" brushRef="#br0" timeOffset="183708.66">9293 16104 461 0,'0'0'142'0,"0"0"-102"16,0 0 19-16,0 0 24 15,0 0-38-15,32 83-28 16,-27-57-2-16,-2 4-8 15,-1 4-6-15,-2 1-1 16,0 5-14-16,0-5-106 16,0-6-115-16</inkml:trace>
  <inkml:trace contextRef="#ctx0" brushRef="#br0" timeOffset="183957.39">9587 16406 882 0,'0'0'45'16,"0"0"-20"-16,0 0-24 15,0 0-1-15,0 0 1 16,0 0-2-16,-27 89 1 15,27-61-26-15,12-3-13 16,1-3-52-16,2-5-110 16,-3-9-267-16</inkml:trace>
  <inkml:trace contextRef="#ctx0" brushRef="#br0" timeOffset="184578.39">11317 15673 34 0,'0'0'591'15,"0"0"-469"-15,0 0-56 16,0 0-28-16,0 0-7 16,0 0-16-16,0-7-14 15,0 15-1-15,-3 13 8 16,-3 6 7-16,-2 6-3 15,-2 2-10-15,1 3-2 0,0 1-24 16,-1-2-85-16,-1-5-131 16</inkml:trace>
  <inkml:trace contextRef="#ctx0" brushRef="#br0" timeOffset="184839.49">10908 16081 558 0,'0'0'123'16,"0"0"-82"-16,0 0-14 16,0 0 3-16,0 0-6 15,0 0-8-15,60-17-1 16,-15 12-4-16,5 2 1 15,4 0-4-15,-2 3-8 16,-1 0-44-16,-6 0-96 16,-10 0-19-16,-15 0-206 15</inkml:trace>
  <inkml:trace contextRef="#ctx0" brushRef="#br0" timeOffset="184990">11153 16096 201 0,'0'0'434'0,"0"0"-296"0,0 0-72 15,-55 81-22-15,51-43-16 16,4 4-18-16,0 3-6 16,0-1-4-16,7-4-22 15,0-5-56-15,2-11-125 16,-5-8-239-16</inkml:trace>
  <inkml:trace contextRef="#ctx0" brushRef="#br0" timeOffset="185432.38">11248 16361 765 0,'0'0'38'0,"0"0"-36"16,0 0-1-16,0 0 13 15,0 0 14-15,0 0-21 16,2-3-6-16,4 1-1 15,2 1 5-15,3-2-3 16,1 1 1-16,0 2 11 16,-2 0-1-16,-2 0-7 15,2 6 1-15,-5 10-4 16,-2 4-1-16,-3 4 0 16,0 1 2-16,0-1-3 15,-10 0-1-15,-1-5 0 16,0-7-2-16,3-1-6 15,2-5 8-15,1-3-1 0,4-3 1 16,1 0 0-16,0 0 2 16,0 0 0-16,0 0-2 15,16-3 0-15,5-4 0 16,10-3 0-16,11 2 0 16,7-1 0-16,11 0 0 15,1-1-10-15,-1-2-25 16,-1-2-73-16,3-8-73 15</inkml:trace>
  <inkml:trace contextRef="#ctx0" brushRef="#br0" timeOffset="185949.9">13226 15557 675 0,'0'0'169'0,"0"0"-89"0,0 0-23 15,0 0-35 1,0 0 0-16,0 0-10 0,-18-44-11 16,18 44-1-16,0 9-7 15,0 17 7-15,-4 13 0 16,-4 11-1-16,-1 6 1 15,-5 3-12-15,-2 2-32 16,-1-8-77-16,-1-8-192 16</inkml:trace>
  <inkml:trace contextRef="#ctx0" brushRef="#br0" timeOffset="186347.29">12703 15976 657 0,'0'0'28'0,"0"0"-26"16,0 0 7-16,0 0 13 16,83 29 8-16,-37-29-14 15,11 0-9-15,4-12 3 16,2 0 1-16,-2 0-8 15,-7-2-3-15,-11 1-26 16,-12 5-46-16,-16 2 32 16,-12 3-15-16,-3 3-18 0,-22 0-151 15,-12 0 156-15,-8 0 68 16,-4 8 33-16,5 3 133 16,5 4-33-16,8 7-40 15,10 6-9-15,6 6-20 16,5 7-24-16,2 1-20 15,5 2-13-15,0 1-4 16,0-1-3-16,12-1-36 16,0-4-90-16,-3-11-132 15</inkml:trace>
  <inkml:trace contextRef="#ctx0" brushRef="#br0" timeOffset="186881.21">13335 16283 749 0,'0'0'80'0,"0"0"-36"15,0 0-27-15,0 0-1 16,0 0 0-16,88-68-2 16,-67 61-2-16,0 3-9 15,-4 2 2-15,-3 2-5 16,-3 0-2-16,-10 7 2 15,-1 9-6-15,-5 3-10 16,-16 3-6-16,-8 5-14 16,-1-4-5-16,3 0 12 15,6-1 6-15,11-6 18 16,10-2-29-16,0-1 14 16,3-1 20-16,13-2 0 15,5 2 10-15,3 0 50 16,0 3-30-16,-5-1-10 15,-6 1-9-15,-8 2-8 0,-5 2-3 16,-1-1 4-16,-22 0-4 16,-10-1-12-16,-7 0-9 15,-6-2 3-15,-2-1-46 16,3-6-4-16,7-4-34 16,6-4-171-16</inkml:trace>
  <inkml:trace contextRef="#ctx0" brushRef="#br0" timeOffset="187398.58">15012 15620 416 0,'0'0'226'15,"0"0"-89"-15,0 0-103 16,0 0-22-16,0 0-6 16,0 0 15-16,-13 54 2 0,8-27-4 15,-1 4-4 1,-3 3-8-16,1 7-3 0,-4 2-4 16,0 6-20-16,-5-6-166 15,-4-6-234-15</inkml:trace>
  <inkml:trace contextRef="#ctx0" brushRef="#br0" timeOffset="187685.43">14226 16158 794 0,'0'0'59'0,"0"0"-59"15,0 0 1-15,0 0 9 16,0 0 15-16,110 7-16 16,-42-7-8-16,11 0 1 15,4-3-4-15,-3-2-9 16,-7-2-68-16,-10 2-51 15,-15 0-41-15,-20 2-196 16</inkml:trace>
  <inkml:trace contextRef="#ctx0" brushRef="#br0" timeOffset="187861.78">14576 16179 622 0,'0'0'214'0,"0"0"-157"16,0 0-5-16,-61 80-10 15,49-48-26-15,3 4-10 16,6 2-3-16,3-1-1 16,0-3-2-16,0-3-21 15,6-7-52-15,12-7-144 16,4-11-127-16</inkml:trace>
  <inkml:trace contextRef="#ctx0" brushRef="#br0" timeOffset="188195.55">14746 16419 768 0,'0'0'200'16,"0"0"-163"-16,0 0-26 15,0 0 2-15,0 0-5 16,-20 78-7-16,20-60-1 16,0-5-8-16,7-4-12 15,18-6-16-15,11-3-13 16,7 0 5-16,3-9-83 15,1-11-21-15,-6-2-57 16,-11 2 140-16,-12 4 65 16,-12 6 279-16,-6 8-76 0,-3 2-109 15,-12 0-44-15,-1 0 1 16,4 4-18-16,1 12-24 16,2 2-6-16,6 0-2 15,3 2-2-15,0-3-2 16,3 1-23-16,17-2-11 15,9-3-40-15,7-7-136 16,3-6-333-16</inkml:trace>
  <inkml:trace contextRef="#ctx0" brushRef="#br0" timeOffset="188928.4">15937 16162 688 0,'0'0'72'15,"0"0"-71"-15,0 0 2 16,0 0 1-16,86 0 0 16,-40 0-1-16,2 0-3 15,1-5 0-15,-1-1-18 16,-8 3-57-16,-10 0-6 15,-8 3-120-15,-14 0 15 16,-8 0 57-16,0 0 87 16,-18 0 42-16,-4 0 138 0,0 5 60 15,-1 10 9 1,0 2-108-16,5 7-5 0,3 7-54 16,5 3-16-16,7 6-16 15,3-1-8-15,0 2-6 16,3-7-121-16,12-11-93 15</inkml:trace>
  <inkml:trace contextRef="#ctx0" brushRef="#br0" timeOffset="189295.56">16447 16366 908 0,'0'0'65'0,"0"0"-56"0,0 0-7 16,0 0-2-16,0 0 0 16,-26 84-11-16,33-62-17 15,16-3-19-15,8 1 2 16,8-4-17-16,0-3-22 16,-2-1 2-16,-5-3 9 15,-9-2-7-15,-10-4 67 16,-5 2 13-16,-8-3 17 15,0 1 75-15,-12 0 27 16,-7 6-15-16,-8 2-68 16,3 3-27-16,0 2-9 15,6-1-28-15,0-1-35 0,5-2 20 16,1-4 12-16,5-4 23 16,-1-1-2-16,2-3 10 15,2 0-2-15,4-3-39 16,0-11-331-16</inkml:trace>
  <inkml:trace contextRef="#ctx0" brushRef="#br0" timeOffset="189513.57">16618 16416 812 0,'0'0'126'0,"0"0"-52"0,0 0-34 16,0 0-27-16,0 0-13 16,0 0-1-16,100-33-1 15,-56 33-12-15,3 0-6 16,4 0-24-16,-3 0-42 16,-10-3-120-16,-11-4-148 15</inkml:trace>
  <inkml:trace contextRef="#ctx0" brushRef="#br0" timeOffset="189692.67">16886 16450 724 0,'0'0'139'16,"0"0"-95"-16,0 0-31 15,0 0-13-15,0 0-106 16,0 0-167-16</inkml:trace>
  <inkml:trace contextRef="#ctx0" brushRef="#br0" timeOffset="190527.48">16519 15447 241 0,'0'0'143'0,"0"0"-7"15,0 0-82-15,0 0-3 16,0 0 3-16,0 0-4 15,-5-17-15-15,35 14-23 16,14 2 13-16,8-1 1 16,3-2-6-16,12 3-5 0,5 1-4 15,7 0 0-15,4 0-7 16,4 0-2-16,-3 10-1 16,1 2-1-16,-9-3 0 15,-10 2-9-15,-12-2 5 16,-13 2 3-16,-15 2-1 15,-13 4 2-15,-10 6-3 16,-3 9 3-16,-12 6 14 16,-14 7 10-16,-5 4-13 15,0 4-4-15,2-4-7 16,5-1-1-16,7-10-23 16,6-4-26-16,9-12-101 15,2-13-69-15</inkml:trace>
  <inkml:trace contextRef="#ctx0" brushRef="#br0" timeOffset="191309.53">17194 15483 463 0,'0'0'62'0,"0"0"27"16,0 0-72-16,0 0 3 0,0 0 7 15,122-19 9 1,-56 19 7-16,14 0-6 0,16 0 5 16,8 0-21-16,8 0-9 15,-3 0-3-15,-8 0-8 16,-7 0 2-16,-9 0-3 15,-12 6-2-15,-13 4 2 16,-14-3 1-16,-18 4-1 16,-12 4-1-16,-13 6 0 15,-3 11-6-15,-14 10 7 16,-14 9 0-16,-8 5 1 16,1-1 3-16,0 0-1 0,8-5-3 15,5-8-10-15,10-8-35 16,7-7-54-16,5-10-7 15,2-14-168-15</inkml:trace>
  <inkml:trace contextRef="#ctx0" brushRef="#br0" timeOffset="191826.28">18153 15484 600 0,'0'0'29'0,"0"0"-27"15,0 0-2-15,0 0 1 16,0 0 18-16,0 0 15 16,126 0-7-16,-49 3-1 15,14-3-7-15,6 0 8 0,-1 0-20 16,-6 0-2-16,-9 0 0 15,-11 5 4-15,-10 4 7 16,-14 2 2-16,-14 6-16 16,-11 6 2-16,-16 8-4 15,-5 6 0-15,-13 6-2 16,-19 6 4-16,-4 0 4 16,0 1 3-16,5 0-6 15,7-3-3-15,8-4 2 16,3-4-2-16,13-4-2 15,0-11-61-15,3-8-35 16,16-11-16-16,3-5-128 16</inkml:trace>
  <inkml:trace contextRef="#ctx0" brushRef="#br0" timeOffset="192291.96">18842 15539 493 0,'0'0'27'15,"0"0"0"-15,0 0-12 0,0 0 15 16,0 0-4-16,0 0-2 16,118-5 1-16,-51 5-10 15,7 0-2-15,7 0-8 16,0 5-5-16,-7-1 1 16,-5-2 2-16,-5 3 0 15,-8-1-1-15,-6 1 11 16,-10 3 5-16,-10 1 3 15,-17 5-9-15,-10 4-12 16,-3 7 0-16,-10 7 18 16,-15 4 16-16,-5 4-12 15,0-1-6-15,5 2-9 0,5-1-4 16,4-1-1-16,10-1-2 16,3-3-12-16,3-2-76 15,7-12-77-15,15-11-320 16</inkml:trace>
  <inkml:trace contextRef="#ctx0" brushRef="#br0" timeOffset="192458.48">19711 16027 568 0,'0'0'321'0,"0"0"-260"16,0 0-31-16,0 0-30 0,0 0-52 15,0 0-31-15,-7 16-126 16,7-15-351-16</inkml:trace>
  <inkml:trace contextRef="#ctx0" brushRef="#br0" timeOffset="197704.44">12930 14672 119 0,'0'0'29'16,"0"0"4"-16,0 0-8 15,0 0 24-15,0 0 2 16,0 0-5-16,0 0 2 0,77-13-15 16,-58 11-1-1,1-1 2-15,5 1-21 0,3 0 7 16,8-1 4-16,7 1-4 16,10 0 3-16,8 1-8 15,10 1-1-15,4-2-1 16,2 2-4-16,-3 0-4 15,-6 0 10-15,-5 0-4 16,-5 0 5-16,-6-2-3 16,-7 2-5-16,-6 0-2 15,-11 0-4-15,-13 0-2 16,-8 0 1-16,-2 0-1 0,-5 0 2 16,0 0 2-1,0 0-4-15,-2 0 0 0,-15 0 0 16,-6 7-8-1,-2 2-39-15,1 2-39 0,2-2-121 16,-1-1-84-16</inkml:trace>
  <inkml:trace contextRef="#ctx0" brushRef="#br0" timeOffset="198121.68">12753 14858 247 0,'0'0'105'0,"0"0"-87"16,0 0-14-16,0 0 46 15,0 0 19-15,112-5 24 16,-57-2-50-16,14 2 14 16,8-2-24-16,9 2-13 0,3 3-7 15,-4 1-9-15,-4 1 1 16,-11 0-4-16,-6 0 0 15,-9 0-1-15,-10 0 1 16,-9 4-1-16,-13-1 0 16,-9 0 3-16,-5 0-3 15,-6-1-27-15,-3 3-60 16,0-1-34-16,-2-2-47 16</inkml:trace>
  <inkml:trace contextRef="#ctx0" brushRef="#br0" timeOffset="198303.15">13694 14872 402 0,'0'0'110'0,"0"0"-15"16,0 0-16-16,0 0-7 15,0 0-72-15,0 0-5 16,-20 12-105-16,17 1-31 15,-4-6-230-15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42:03.059"/>
    </inkml:context>
    <inkml:brush xml:id="br0">
      <inkml:brushProperty name="width" value="0.05292" units="cm"/>
      <inkml:brushProperty name="height" value="0.05292" units="cm"/>
      <inkml:brushProperty name="color" value="#FF0000"/>
    </inkml:brush>
  </inkml:definitions>
  <inkml:trace contextRef="#ctx0" brushRef="#br0">4698 4538 349 0,'0'0'23'0,"0"0"60"15,0 0 0-15,0 0-36 16,0 0 5-16,0 0-17 16,0 0 27-16,-38-58-25 15,33 49 3-15,-1 1 9 16,-2-2-12-16,2 2-29 16,1-1 6-16,1 2-1 15,4 3 1-15,0 0-9 0,0-3-5 16,20-2-3-16,9-4 2 15,8-1 1-15,2 3-4 16,-5 4 2-16,-4 7-2 16,-6 0-2-16,-7 8-5 15,-9 15-7-15,-8 8-3 16,0 6 1-16,-25 5 9 16,-8 2-11-16,-4-2-3 15,1-1 2-15,6-4-4 16,14-4 21-16,7-6 4 15,9-3-10-15,0-4 9 16,13-4 2-16,13-1-6 0,2-1 2 16,2 0 3-16,-2 3 4 15,-5 1-2-15,-10 0 0 16,-4 1 1-16,-9 4-1 16,0 1 3-16,-3-1-2 15,-12 2 4-15,-9 0-3 16,-4-2 0-16,-5 1-1 15,-7-3 0-15,-2-5-1 16,-7-1-7-16,-1-9-8 16,4-6-45-16,14-6 4 15,16-23 23-15,16-13-114 16,5-14-268-16</inkml:trace>
  <inkml:trace contextRef="#ctx0" brushRef="#br0" timeOffset="431.92">4560 4313 529 0,'0'0'47'16,"-134"0"28"-16,79 19-10 16,13 10-13-16,9 10-23 15,12 9 1-15,6 13-5 16,2 22-3-16,3 11 4 15,6 11-17-15,4 2-1 16,0-9-5-16,11-9-3 16,20-11 0-16,9-13-1 0,10-13-1 15,9-15 1-15,10-15-10 16,15-19-30-16,10-7 12 16,10-34-22-16,0-19-73 15,-3-13 33-15,-10-13 71 16,-16-11 20-16,-14-11 28 15,-13-17 15-15,-21-4 69 16,-14 1-11-16,-13 10-28 16,-7 14-49-16,-38 16 4 15,-25 19-14-15,-24 25-5 16,-27 24-9-16,-23 17-7 16,-13 21-13-16,-2 19-8 0,18 8-24 15,38 5-14 1,43 5 13-16,47 6-51 0,25-4-81 15</inkml:trace>
  <inkml:trace contextRef="#ctx0" brushRef="#br0" timeOffset="578.71">4794 4576 629 0,'0'0'82'15,"0"0"5"-15,0 0-76 16,0 0-11-16,0 0-138 0,0 0-68 16</inkml:trace>
  <inkml:trace contextRef="#ctx0" brushRef="#br0" timeOffset="2962.8">6260 4720 244 0,'0'0'44'15,"0"0"115"-15,0 0-127 16,0 0 41-16,0 0-21 15,0 0-21-15,-68-65 23 16,65 55 29-16,0 0-75 0,3 3 6 16,-3 2-10-16,3 3 4 15,0 1-5-15,0-1-3 16,0 1-8-16,19 0 4 16,6 1 4-16,13 0-2 15,15 0 2-15,13 0 0 16,10 0-3-16,9 0 3 15,11 0 0-15,5-3 0 16,7-1-4-16,3 1 4 16,-1-2-4-16,6 0-2 15,3 1 0-15,11-4-2 16,13 1 8-16,5 0-1 0,8-1-2 16,4-1-2-1,2 1-1-15,3-2 3 0,-9 0-3 16,-5 0 6-16,-2-1 4 15,-6-1-4-15,2 0 6 16,1-2-4-16,0 2-2 16,8 3 4-16,4 0 2 15,-3 5-4-15,5 1-2 16,-1 2 1-16,4-2 2 16,3 0-3-16,2-2-4 15,-1 0-22-15,0 1 21 16,-9 1 2-16,0-2 2 15,-9-1 1-15,-1 0 0 16,0-1 2-16,-9-1-2 16,2 1 0-16,-2 0 3 15,-5 0 2-15,1 2-2 0,0 3-1 16,-2-1-2-16,10 3 9 16,5 0-9-16,1 0-3 15,3 0 1-15,-1-1 2 16,-1-1 0-16,1-1 1 15,0-1 3-15,4 0-4 16,6-2 0-16,4 3-1 16,6 0 1-16,0 0 0 15,-2 3-2-15,-3 0 2 16,-6 0 3-16,-3 0-3 16,1 0 0-16,-3-2 0 0,1-1 1 15,-2-2 2 1,0 1 9-16,2 1 13 0,3-1-18 15,2 1-6-15,7 2-1 16,2 1 1-16,2-2 0 16,-2 2-1-16,-3 0 0 15,-2 0 5-15,-6 0-5 16,-1 0 0-16,-3 6-3 16,-3 1 5-16,-1-5-2 15,-8-1 0-15,-7-1 1 16,-2 0-1-16,-7 0 5 15,-4 0 11-15,-1 0 2 16,-5 0-10-16,-5 0-7 0,-11 0 3 16,-10 3-3-1,-12-2-1-15,-16 1 2 0,-18-1-2 16,-15-1 1-16,-15 0 0 16,-8 0-1-16,-6 0 4 15,-1 0-2-15,0 0-2 16,0 4-2-16,0 1-20 15,-9 7-39-15,-13 3 29 16,-3 1-49-16,1-3-65 16,10-4-146-16</inkml:trace>
  <inkml:trace contextRef="#ctx0" brushRef="#br0" timeOffset="3095.97">19816 4374 390 0,'0'0'126'0,"0"0"-15"0,0 0-28 16,0 0 1-16,0 0-35 15,0 0-39-15,-9-42-10 16,-12 52-39-16,-9 14-49 16,-4 1-48-16,-1-7-223 15</inkml:trace>
  <inkml:trace contextRef="#ctx0" brushRef="#br0" timeOffset="6226.11">6235 4434 298 0,'0'0'66'0,"0"0"13"15,0 0-42-15,0 0-2 16,0 0 4-16,0 0-17 15,0 0 12-15,-15-37 23 16,14 32 5-16,-1 1-14 16,-1 0-19-16,2 1 5 15,-2-1-11-15,0 0-16 16,1 1 11-16,2 0-1 16,-1 2-6-16,1 1-5 15,-2 0 7-15,1 0-1 0,1 0-12 16,0 2 0-16,0 22-10 15,0 16 6-15,0 17 2 16,0 19 1-16,0 8 1 16,0 2 1-16,-6-4-1 15,3-12 0-15,3-10-1 16,-3-12 1-16,3-15-1 16,-3-15-1-16,3-8 2 15,0-8 0-15,0-1 4 16,0 0 1-16,0-1 4 15,0 0 6-15,-3 0 12 16,3-6-27-16,-3-3-12 16,1 1-21-16,2 0-30 0,0-1-90 15,8-6-157-15</inkml:trace>
  <inkml:trace contextRef="#ctx0" brushRef="#br0" timeOffset="6991.19">9062 4339 309 0,'0'0'119'0,"0"0"-66"16,0 0-47-16,0 0 14 16,0 0 18-16,0 0-24 15,12 53 33-15,-12-24 25 16,0 6-41-16,-8 9-9 16,-10 6-14-16,-7 10 10 15,-4 5-7-15,3-2-1 16,0-4 3-16,7-8-13 15,7-8 0-15,6-11 0 16,6-8 0-16,0-9-13 16,0-7-5-16,6-8-25 0,16 0 20 15,13-21-41-15,5-11-169 16</inkml:trace>
  <inkml:trace contextRef="#ctx0" brushRef="#br0" timeOffset="7691.72">12525 4242 293 0,'0'0'113'0,"0"0"21"0,0 0-72 16,0 0 21-16,0 0-35 15,0 0-24-15,2-4-20 16,-2 9-4-16,0 18-6 16,1 12 6-16,-1 10 0 15,0 12 3-15,0 6 0 16,-10 6-2-16,-4 0 0 16,2-2 3-16,3-9-4 15,5-10 0-15,0-11-2 16,4-8-7-16,0-8-36 15,0-7-51-15,13-11-33 16,3-3-189-16</inkml:trace>
  <inkml:trace contextRef="#ctx0" brushRef="#br0" timeOffset="8424.82">16069 4102 375 0,'0'0'77'0,"0"0"115"0,0 0-165 16,0 0-27-16,0 0-1 15,0 0 0-15,-9 39 1 16,-3 0 9-16,2 7 5 16,0 7-5-16,3 3 7 15,3 6-7-15,0 4-4 16,3 0-4-16,1-3 1 16,0-9-2-16,0-9 0 15,0-7 0-15,0-9-1 16,5-4-39-16,3-3-66 15,2-8-93-15</inkml:trace>
  <inkml:trace contextRef="#ctx0" brushRef="#br0" timeOffset="9272.82">19805 4076 389 0,'0'0'147'0,"0"0"-9"16,0 0-74-16,0 0 8 15,0 0-18-15,0 0-15 16,-3-64-24-16,2 64-15 15,1 0-9-15,-3 22-3 16,-3 14 9-16,-4 14 1 0,-10 15 1 16,-4 10 0-16,-3 7 0 15,-1 5-37 1,2 1-15-16,5-6-6 0,2-13-14 16,6-17-20-16,12-21-52 15,1-16-82-15</inkml:trace>
  <inkml:trace contextRef="#ctx0" brushRef="#br0" timeOffset="9422.01">19730 4655 480 0,'0'0'148'16,"0"0"-14"-16,0 0-60 16,0 0-10-16,0 0-42 0,0 0-22 15,-8-28-94-15,0 50 2 16,1 3-13-16,0-8-240 15</inkml:trace>
  <inkml:trace contextRef="#ctx0" brushRef="#br0" timeOffset="11604.38">7891 4087 359 0,'0'0'99'16,"0"0"17"-16,0 0-10 16,0 0-56-16,0 0-39 15,0 0-10-15,0 0 2 16,-50 43 25-16,13-5-9 16,-3 1-11-16,3-2-3 15,4-7-2-15,9-8-2 16,2-7-1-16,11-8-3 15,4-6-12-15,7-1-5 16,0-16 1-16,0-13-67 16,10-11-27-16,5-2-61 0,-3 0 25 15,-4 4 22-15,-8 7 127 16,0 5 71-16,-11 9 3 16,2 7 52-16,-1 7-42 15,2 3 31-15,1 5-111 16,4 16-2-16,3 10 2 15,0 4 6-15,21 6-4 16,22 1-4-16,21 2 4 16,21-4-12-16,18-11-90 15,9-17-223-15</inkml:trace>
  <inkml:trace contextRef="#ctx0" brushRef="#br0" timeOffset="12003.93">10778 4021 627 0,'0'0'11'0,"0"0"47"16,0 0-35-16,0 0-23 15,0 0-2-15,0 0 2 16,-107 46 2-16,76-17-2 16,1-2 3-16,6-7-3 15,7-5-4-15,4-5-29 16,7-8-60-16,6-2-16 0,0-12-43 16</inkml:trace>
  <inkml:trace contextRef="#ctx0" brushRef="#br0" timeOffset="12153.53">10647 3878 358 0,'0'0'125'16,"0"0"-31"-16,0 0-92 15,0 0-1-15,0 0 5 16,65 110 4-16,-21-59-5 16,13 5-5-16,16-5 0 15,13-9-145-15</inkml:trace>
  <inkml:trace contextRef="#ctx0" brushRef="#br0" timeOffset="12618.74">14309 3903 37 0,'0'0'425'0,"0"0"-274"15,0 0-67-15,0 0-75 16,0 0-9-16,0 0 0 15,-76 45 0-15,34-12 2 16,0 2-1-16,1-6-1 0,6-9-25 16,10-6-57-1,7-8-9-15,8-6-54 0,10 0 73 16,0-17-10-16</inkml:trace>
  <inkml:trace contextRef="#ctx0" brushRef="#br0" timeOffset="12759.96">14093 3846 269 0,'0'0'159'0,"0"0"-10"16,0 0-89-16,0 0-60 16,0 0 0-16,0 0 6 15,18 75-1-15,2-32-5 16,16 2-4-16,16 0-4 16,15-4-11-16,11-15-138 15</inkml:trace>
  <inkml:trace contextRef="#ctx0" brushRef="#br0" timeOffset="13245.52">17316 3835 392 0,'0'0'122'0,"0"0"-120"15,0 0 34-15,0 0 0 16,-58 71 41-16,27-46-54 15,-8 0-3-15,0 0-12 16,0 0-5-16,6-3 0 16,7-5-2-16,3-3-1 15,11-6-21-15,6-8-73 16,6 0-60-16,3-15-71 16</inkml:trace>
  <inkml:trace contextRef="#ctx0" brushRef="#br0" timeOffset="13418.83">17055 3800 132 0,'0'0'409'0,"0"0"-174"16,0 0-195-1,0 0-40-15,0 0-8 0,0 0 8 16,32 70 1-16,-3-28 2 16,6 2-3-16,6 1-1 15,1 1-2-15,1-12-125 16,-6-16-234-16</inkml:trace>
  <inkml:trace contextRef="#ctx0" brushRef="#br0" timeOffset="13570.24">17350 4062 669 0,'0'0'0'15,"0"0"-77"-15,0 0-59 16,0 0-72-16</inkml:trace>
  <inkml:trace contextRef="#ctx0" brushRef="#br0" timeOffset="15068.54">10932 3976 228 0,'0'0'108'0,"0"0"-20"16,0 0-10-16,0 0-1 15,0 0-32-15,0 0 3 16,4-62-10-16,-4 60-3 16,0-1-12-16,0 0-12 15,0 3 10-15,0 0-21 16,-4 0-2-16,-8 3-1 0,-10 18 2 16,-4 5 1-1,-11 10 1-15,-6 3-1 0,-1 1 0 16,0-4-48-16,6-6-25 15,10-14-94-15,14-12-151 16</inkml:trace>
  <inkml:trace contextRef="#ctx0" brushRef="#br0" timeOffset="15234.36">10772 4016 247 0,'0'0'116'15,"0"0"17"-15,0 0-27 16,0 0-64-16,0 0-41 16,0 0 0-16,-80 29-1 0,77-12-23 15,1-4-54-15,2-6-154 16</inkml:trace>
  <inkml:trace contextRef="#ctx0" brushRef="#br0" timeOffset="17264.53">10862 5424 479 0,'0'0'23'15,"0"0"37"-15,0 0-27 16,0 0-33-16,0 0 0 16,0 0 13-16,5 116 54 0,-17-50-13 15,-11 11-28 1,1 7 3-16,-1-1-16 0,3-5-4 15,1-9-7-15,2-13 1 16,5-14-1-16,3-17-2 16,6-13 0-16,3-7 0 15,-2-5 6-15,2-8 19 16,0-25 41-16,0-22-66 16,5-20-42-16,5-17-54 15,-7-10 58-15,-3 3 10 16,0 2 22-16,0 12-6 15,0 11 12-15,0 9 0 16,11 13-1-16,8 12 0 0,9 17 1 16,2 11 0-1,2 12 1-15,3 13 2 0,-3 23-3 16,-4 14 0-16,-6 8 0 16,-9 4 3-16,-3-5-3 15,-7-8 0-15,-3-11-1 16,0-9 1-16,-11-10 3 15,-9-6-3-15,-5-2 5 16,-10-5 16-16,-10-2 4 16,-9-1-10-16,-2-1-5 15,-2 2-6-15,11 0-4 16,10 6-6-16,13 4-18 16,21 3-79-16,3-3-91 15,28-9-153-15</inkml:trace>
  <inkml:trace contextRef="#ctx0" brushRef="#br0" timeOffset="17980.86">11226 5487 601 0,'0'0'120'0,"0"0"-72"16,0 0-41-16,0 0-7 16,0 0-3-16,49 72 3 15,-46-16 3-15,-3 12 26 16,0 12-10-16,-14-1-14 15,-2-6 1-15,3-15 2 16,1-19-8-16,6-15 0 16,1-14 3-16,4-6 2 15,1-4 4-15,0-7 53 16,0-20 0-16,3-22-62 16,18-18-43-16,1-12-61 0,-2-4 16 15,-3 8-8-15,-5 8 29 16,4 16 44-16,6 12 23 15,-1 11 9-15,-1 14 7 16,-3 12 23-16,-2 2-35 16,-2 22-3-16,-1 15 2 15,-2 12 6-15,-5 7 18 16,-3 3-6-16,-2-3-14 16,3-11-6-16,3-12-1 15,0-14-3-15,2-12 1 16,1-7 2-16,4-13 6 15,7-20 17-15,4-14-23 16,-2-6 0-16,-5 0 0 0,-2 3 5 16,-5 5-4-16,3 5-1 15,1 8 4-15,-5 11 4 16,-2 11-2-16,-1 10-6 16,-1 0-4-16,2 19 4 15,-1 15-3-15,-3 13 3 16,-3 12 1-16,0 14 3 15,-9 9 7-15,-3-2-5 16,6-7-4-16,6-13-3 16,0-7 1-16,5-11-39 15,13-16-106-15,10-16-209 16</inkml:trace>
  <inkml:trace contextRef="#ctx0" brushRef="#br0" timeOffset="18331.5">12088 5603 808 0,'0'0'42'16,"0"0"-15"-16,0 0-27 16,0 0-5-16,0 0 4 15,-11 97 1-15,11-39 15 16,0 3 2-16,0-5-15 15,0-9 2-15,8-8-2 0,2-16-1 16,2-7-1 0,5-10 1-16,7-6-1 0,26-11 15 15,26-28 9 1,23-19-17-16,16-12-7 0,1-3 0 16,-8 8-1-16,-11 7 1 15,-12 14-10-15,-13 7-5 16,-10 9-12-16,-14 8-2 15,-14 9-10-15,-15 6-37 16,-11 5-82-16,-8 0-152 16</inkml:trace>
  <inkml:trace contextRef="#ctx0" brushRef="#br0" timeOffset="18490.84">13135 5557 679 0,'0'0'131'15,"0"0"-25"-15,0 0-54 16,0 0-25-16,0 0-13 16,0 0-14-16,-25-32-13 15,20 49-102-15,1 3 5 16,2-6-133-16</inkml:trace>
  <inkml:trace contextRef="#ctx0" brushRef="#br0" timeOffset="39110.18">6250 4414 166 0,'0'0'66'15,"0"0"-25"-15,0 0-9 16,0 0 15-16,0 0-20 16,0 0 10-16,0 0-13 15,0 0-1-15,2-47-16 16,-2 43 25-16,0 1-7 15,0 0 1-15,0-1 7 16,0 3 29-16,0-4-39 16,0 0-21-16,0 1 12 15,0-1-5-15,0 0-4 0,0 0 12 16,0 0-1 0,0 0 5-16,-2-2-3 0,-1 2 3 15,3 0 11-15,-1 0-3 16,-1 0-19-16,2 4 3 15,-1-2-10-15,1 3-1 16,-2 0 1-16,2 0-3 16,0 0-2-16,0 0-3 15,0 0-8-15,0 20-8 16,0 13 21-16,-3 9 2 16,-3 10-2-16,1 7-2 15,-3 6 2-15,3 3 0 16,1 2 2-16,-1-7-4 15,1-7 4-15,1-9-2 16,0-6 3-16,0-7 0 0,0-5-1 16,3-6-1-16,0-7 3 15,-3-4-3-15,3-7 1 16,0-2-2-16,0-3 2 16,0 0 2-16,0 0 1 15,0 0 3-15,0 0 13 16,0 0 9-16,0 0-4 15,0 0-10-15,0-3-16 16,0-5-1-16,0-3-11 16,0-1-40-16,9 0-53 0,6-3-138 15,-5-4-284 1</inkml:trace>
  <inkml:trace contextRef="#ctx0" brushRef="#br0" timeOffset="40010.51">9056 4196 359 0,'0'0'142'15,"0"0"-66"-15,0 0 42 16,0 0-68-16,0 0-6 15,0 0-12-15,-11-50-3 16,11 50-22-16,0 0-5 16,0 0-2-16,0 0-7 15,0 20-3-15,0 6 8 16,0 15 1-16,0 10 1 0,0 10 4 16,3 5-4-16,-2 7 0 15,4 3 5-15,1 1-3 16,-1-9 1-16,2-7 0 15,2-17-3-15,0-13 3 16,0-9-1-16,-3-13-2 16,-2-6 0-16,-2-3 0 15,-2 0 5-15,1 0 3 16,3-10-7-16,4-7-1 16,3-4-80-16,-1-1-156 15</inkml:trace>
  <inkml:trace contextRef="#ctx0" brushRef="#br0" timeOffset="40190.43">9085 4743 607 0,'0'0'93'0,"0"0"17"15,0 0-54-15,0 0-26 16,0 0-20-16,0 0-10 15,-20-25-142-15,27 39-30 16,11-8-127-16</inkml:trace>
  <inkml:trace contextRef="#ctx0" brushRef="#br0" timeOffset="41325.63">12559 4120 383 0,'0'0'151'0,"0"0"-78"15,0 0-25-15,0 0 26 16,0 0-25-16,0 0-9 15,2-46-13-15,0 46-27 16,1 5-7-16,1 16 5 0,-1 11 0 16,-3 10 2-16,0 8 1 15,-3 8 0-15,-11 6 0 16,5 2 4-16,2 6-5 16,1 1 0-16,6-3-25 15,0-9-8-15,0-11-9 16,12-14-27-16,0-13 18 15,3-11-55-15,1-11-59 16,5-1-91-16</inkml:trace>
  <inkml:trace contextRef="#ctx0" brushRef="#br0" timeOffset="41450.53">12637 4705 396 0,'0'0'181'16,"0"0"-71"-16,0 0-11 15,0 0-25-15,-27-72-44 16,25 67-11-16,2 5-19 15,0 0-45-15,0 7-149 16,2 6 120-16,12-4-214 16</inkml:trace>
  <inkml:trace contextRef="#ctx0" brushRef="#br0" timeOffset="42457.04">16069 4009 261 0,'0'0'140'0,"0"0"48"15,0 0-142-15,0 0 58 16,0 0-31-16,0 0-28 15,11-64-18-15,-11 64-8 16,0 0-19-16,0 8-13 16,0 14-9-16,0 13 22 15,0 9 0-15,-5 8 0 16,-9 9 1-16,0 6 0 16,-1 4 1-16,-2-1-2 15,5-2-21-15,2-5-5 16,4-6-24-16,6-7 12 15,0-9-26-15,2-13-8 0,15-14-17 16,2-7-31-16,-2-7-5 16,-6 0 59-16,-1-10 66 15,-10-5 38-15,0-4 38 16,0 0 52-16,0 0-24 16,0-1-31-16,0 5 9 15,0 2 1-15,0 3-25 16,0 7-31-16,0 2-15 15,0 1-12-15,0 0-30 16,4 8-136-16,4 5 91 16,0-1-157-16</inkml:trace>
  <inkml:trace contextRef="#ctx0" brushRef="#br0" timeOffset="43455.87">19731 4038 385 0,'0'0'128'0,"0"0"-41"15,0 0-25-15,0 0-55 16,0 0-7-16,0 0-2 15,10 7 2-15,-5 10 0 16,-4 3 4-16,-1 8 0 16,0 8 7-16,0 11-3 15,-4 9 4-15,-9 4-1 16,0 2-6-16,1 1 2 16,1 3-6-16,2-7 2 15,4-5-3-15,5-7-3 16,0-12-15-16,0-10-31 0,12-10-17 15,7-11-72 1,1-4-25-16,-4-1-91 0</inkml:trace>
  <inkml:trace contextRef="#ctx0" brushRef="#br0" timeOffset="43610.42">19721 4633 254 0,'0'0'187'16,"0"0"-33"-16,0 0-72 15,0 0 18-15,0 0-55 16,0 0-16-16,0-24-24 16,0 24-5-16,0 0-65 0,0 4-78 15,0 4-5 1,0-4-192-16</inkml:trace>
  <inkml:trace contextRef="#ctx0" brushRef="#br0" timeOffset="46536.73">8793 2677 498 0,'0'0'101'0,"0"0"-14"0,0 0-12 15,0 0-19-15,0 0-56 16,0 0-21-16,-38 30 20 15,17 35 1-15,-6 13 2 16,-6 6-1-16,6-5 5 16,4-12-5-16,6-13-1 15,8-19 5-15,0-13-3 16,7-13 2-16,1-9-2 16,1 0 17-16,0-20 86 15,0-18-105-15,15-11-1 16,4-10-43-16,2-3 1 15,-5-1-15-15,-4 7-29 16,-4 5 22-16,4 9 16 0,0 9 39 16,2 11 10-16,-3 11 4 15,3 11 18-15,-3 7-22 16,2 21-3-16,3 12 2 16,-4 4 1-16,4-1 0 15,1-7 1-15,2-9-1 16,0-7 2-16,-1-8 2 15,-2-5 0-15,-8-6 3 16,-2-1-1-16,2-6 75 16,-4-19 35-16,-2-11-113 15,-2-3 2-15,0-1-1 16,-2 7 2-16,-7 8-6 0,3 10 0 16,3 10 0-16,3 5-1 15,0 3-77-15,0 22-17 16,17 12 94-16,2 10 1 15,5 8 1-15,1 5-1 16,6-1 0-16,2-1 0 16,1-7 0-16,-1-12-21 15,-3-12-23-15,-3-14 17 16,-3-13-5-16,0 0 0 16,6-24 23-16,7-10-58 15,-3-10 18-15,0-6 49 16,-13 2 64-16,-12 3 17 15,-9 3 15-15,0 5 25 0,-16 9-32 16,4 9-45-16,1 11-5 16,0 8-31-16,-3 6-8 15,-1 22-12-15,-4 15 11 16,1 6-3-16,6 1-12 16,10-1 2-16,2-8-7 15,17-13-8-15,16-14 14 16,6-13 14-16,2-1 1 15,-3-9 5-15,-7-11-3 16,-13-3 1-16,-9 0 1 16,-9 4 2-16,0 0 6 15,-11 6 1-15,-2 3-3 0,4 4 5 16,4 6-8 0,4 0-7-16,1 4-9 0,0 16-7 15,3 9 15-15,21 0 0 16,8 1-3-16,13-5 2 15,9-10 0-15,3-12-1 16,1-3 3-16,-4-22 0 16,-2-12 0-16,-6-7-2 15,-7-8-4-15,-12-1-2 16,-15-1 8-16,-11-4 0 16,-1 1 4-16,-19 2 0 15,-13 4 13-15,-5 7 1 16,4 15 6-16,14 11-3 15,5 8-9-15,10 7-12 16,-1 14-4-16,-2 25-8 0,-3 20 11 16,1 10 1-16,6 6-1 15,3-4 0-15,3-4-1 16,20-11 0-16,9-6-9 16,1-13-7-16,-2-10-11 15,3-13-33-15,-2-14-89 16,-2-7-221-16</inkml:trace>
  <inkml:trace contextRef="#ctx0" brushRef="#br0" timeOffset="47075.43">9818 2921 767 0,'0'0'34'0,"0"0"-34"0,0 0 0 16,0 0-6-16,0 0 6 15,0 0 2-15,104 60-1 16,-72-38 4-16,1 0 1 16,-5-4-6-16,-4-1 2 15,-8-4-1-15,-7-2-2 16,-6-5-18-16,-3-3-49 16,0-3-25-16,0 0 68 15,0-6 15-15,0-10-3 16,-8-2 13-16,1 2 56 15,1 0 50-15,6 7-40 0,0 1-20 16,-1 7-7 0,1 1-24-16,0 0-15 0,-2 0-1 15,2 0-2-15,0 0-7 16,0 0-6-16,0 9 16 16,0 0 0-16,0 1-2 15,0-2 2-15,0-5-4 16,0-2 0-16,0-1 4 15,0 0 0-15,0 0 4 16,0 0 29-16,-1 0 25 16,-2 0-51-16,0-5-3 15,1 1 0-15,2 1-3 0,-1 3 0 16,1 0 0-16,0 0-2 16,0 0-1-16,-3 0 0 15,3 0-11-15,0 0 0 16,0 0 6-16,0 0-7 15,-3 0-20-15,-8 3-100 16,-1 2-21-16,-2-5-194 16</inkml:trace>
  <inkml:trace contextRef="#ctx0" brushRef="#br0" timeOffset="49537.09">4432 4515 118 0,'0'0'101'16,"0"0"-43"-16,0 0 33 0,0 0-6 15,0 0-3-15,0 0-10 16,-12-3-50-16,10 2-5 16,2 1-10-16,0 0-7 15,0 0-21-15,0 0-34 16,0 0-44-16,0 0 42 16,0 0 53-16,0 0 4 15,0 0 2-15,0 0 25 16,0 0 49-16,0 0-4 15,0-2-20-15,0 2-14 16,0-2-28-16,-1-1 10 16,-1 2 6-16,1 1-12 15,1-2-4-15,0 2 2 16,0 0-12-16,0 0-3 0,0 0-20 16,0 0-31-16,0 0 14 15,0 0 15-15,0 0 25 16,0 0 0-16,0 0 0 15,0 0 3-15,0 0 0 16,0 0-2-16,0 0-1 16,0 0-1-16,0 0-12 15,0 0-49-15,0 0 52 16,0 0 6-16,3 0-3 16,-2 0 7-16,-1 0 0 15,2 0 3-15,-2 0 14 16,0 0 7-16,0-1 9 15,0-1 6-15,0 2-9 0,0 0-14 16,0 0-11-16,0 0-5 16,0 0 3-16,0 0 4 15,0 0 0-15,0 0 2 16,0 0-1-16,0 0 0 16,0 0-2-16,0 0 0 15,0 0-1-15,0 0-1 16,0-1 0-16,3 0-1 15,0-3-3-15,7 0-6 16,-1 0 1-16,3 0-4 16,3-1-2-16,0-4 3 15,4 1-1-15,-2-2 2 0,2-1 2 16,-3 5 4-16,-2-1 1 16,2 0 0-16,-2 4 1 15,-2 0-1-15,1 0 0 16,-2 0 0-16,2 3 0 15,-4-5 0-15,2 5 0 16,-3-2 0-16,-3 1 0 16,-2-1 0-16,1 2 0 15,-1 0-1-15,0 0 0 16,0 0 1-16,2 0-2 16,-1 0 0-16,-1 0 2 15,4 0 0-15,0 0 0 16,2 0 0-16,1 0 2 15,-1 0-4-15,0 0 4 0,-3 0-2 16,-2 0 0-16,-2 0 0 16,-2 0-3-1,3 0 0-15,0 0 3 0,0 3 0 16,1 2 0-16,2-1 0 16,3 0 0-16,-1-1 1 15,-2 0-1-15,-2 1 0 16,-1 0-2-16,-1-1-2 15,-2 3 2-15,1-3 2 16,-1 5 1-16,4 0-1 16,-2 2 0-16,1-2 1 0,0 1 2 15,-3-1-3-15,4 1 0 16,-4 1-3-16,0 1 3 16,0 0 0-16,0 5 1 15,0-1-1-15,0 2 2 16,0 2 0-16,0 3-2 15,0 2 1-15,0-3-1 16,0 4 0-16,0-1 1 16,0-2 3-16,0-2-2 15,0-2-2-15,0-2 0 16,0-2 2-16,-7 0 1 16,-3-2-2-16,1 3 0 15,0-3 5-15,1 3-5 16,-1-1-1-16,2-2 1 15,1 5-1-15,-3-2 0 16,-1-1 0-16,2 0 0 0,0-4-2 16,-3-2 2-16,2-1 3 15,-2-2-1-15,4-3 5 16,2 1 12-16,-1-1 4 16,1 1-13-16,3-1-7 15,-3 0-2-15,2 1-1 16,-2-3 0-16,-3 3 1 15,5-1-1-15,-3-1 3 16,0-1-1-16,-3 0 3 16,-1 0-1-16,-1 0-3 15,-2 0 0-15,2-3 1 0,1 0-1 16,3 3-1 0,4-3 1-16,1 3 2 0,2 0 11 15,0 0-7-15,0-2-3 16,0 2 1-16,0-2-2 15,0-1 4-15,0-2 2 16,2-5-9-16,5-2-1 16,3 0-2-16,-4 3 2 15,0 0 1-15,-4 5 0 16,1 2 1-16,0-3-1 16,4 5 0-16,2-2-2 15,2 1 1-15,5 1 1 16,-1 0-1-16,4 0 1 15,-1 0-2-15,0 8-1 0,-2 4 1 16,-2 3-2-16,5 7 3 16,1 7-2-16,2 0 6 15,-1 2-2-15,3-4-1 16,-2-6 0-16,5-5-12 16,3-10-27-16,6-6-14 15,2 0-13-15,-4-17-61 16,-10-14-357-16</inkml:trace>
  <inkml:trace contextRef="#ctx0" brushRef="#br0" timeOffset="50865.51">4596 4521 176 0,'0'0'76'16,"0"0"-2"-16,0 0-16 16,0 0 5-16,-91-24-23 15,72 19-22-15,5 5 16 16,4-3-7-16,7 2 16 15,1 0-1-15,2 1-5 16,0-1-17-16,0 1-9 16,0 0-6-16,0-2-5 15,0 2-6-15,15-3 0 16,9-3 6-16,7-1 0 0,3-3-1 16,2 0 1-16,-5 1 3 15,-4 2-3-15,-8 3 0 16,-5 3 1-16,-4-1-1 15,1 2 0-15,-1 0 0 16,1 0-3-16,2 0 3 16,1 0-1-16,-2 0 1 15,-2 3 0-15,-4 1-1 16,-3-2 0-16,-3 3-1 16,0 1 1-16,0 3-2 15,0 4 3-15,0 4 0 16,0 5 4-16,0 0-3 0,0 3 0 15,0-1 0-15,0 3 0 16,0-1 3-16,0 1-4 16,1-2 0-16,1-2 0 15,0-1 1-15,-2-3-1 16,1-2 2-16,-1 0-1 16,2 2 2-16,2-2-3 15,2-2 1-15,-3-2 0 16,2-2 0-16,-4-2-1 15,1 1 0-15,-2 0 0 16,0 0 0-16,0 0 2 16,-9 2 1-16,-3 0 0 15,1-1-2-15,1 1-1 16,-3 3 0-16,0 2 2 0,1 0-4 16,1 3 4-16,2-3-2 15,1 2 0-15,-1-4 0 16,3-4 0-16,1-1 0 15,3-6 1-15,-1-1 0 16,-2 0 0-16,-6 2 4 16,-3 0 7-16,-5 4 3 15,-2-2-10-15,5 0-3 16,2-1-1-16,5-1 0 16,0-3-1-16,6-1 1 15,-3 0 1-15,-1 1-1 16,1-2 2-16,-5 0-1 15,1 0 0-15,2 0-1 0,1 0 1 16,4 0 4-16,0 0 3 16,1 0-1-16,2 0 4 15,0-9-7-15,0-6-5 16,14-9-28-16,8-2-18 16,3-4 20-16,-2-1 4 15,-2 6 16-15,-5 6-3 16,-2 5 9-16,-5 2 0 15,-2 7 2-15,-1 3 5 16,0 1-6-16,3 1-1 0,1 0 0 16,1 0 0-1,-1 6 1-15,6 6 1 16,4 2 10-16,3 4-5 0,3 5-5 16,1 2 5-16,0 1-1 15,-3-2 0-15,-5-2-3 16,-2-5 0-16,-5-2 2 15,-1-2-5-15,-6-2 3 16,4-5-2-16,-3-3-1 16,-1-2-3-16,8-1-58 15,0 0 2-15,7-4-104 16</inkml:trace>
  <inkml:trace contextRef="#ctx0" brushRef="#br0" timeOffset="55128.4">10173 2941 486 0,'0'0'81'0,"0"0"-81"15,0 0 0-15,0 0 16 16,0 0-3-16,4 84-5 15,-2-57-3-15,-1-2-3 16,-1-1 9-16,0-4-10 16,0-6 5-16,0-4-5 15,0-3 6-15,0-3-2 16,-6-1 8-16,-4-3 6 16,2 0 28-16,-1-8 0 15,5-13-28-15,4-3-12 0,0-8-7 16,31-2 1-16,13 0-1 15,9 3 0-15,7 0-14 16,-2 1-3-16,2 5 3 16,-9 5 1-16,-10 3 3 15,-13 7 10-15,-12 4 3 16,-10 3-3-16,-6 2 0 16,3-1-12-16,-3 2 5 15,0 0 6-15,0 0 1 16,0 9 1-16,-8 7-1 15,-3 4 3-15,-3 7 5 16,-1 5 0-16,2 1-2 16,5 1-2-16,4-1-3 0,4-7-1 15,4-6-5 1,13-10-64-16,5-10-100 0,0-3-251 16</inkml:trace>
  <inkml:trace contextRef="#ctx0" brushRef="#br0" timeOffset="55299.62">10389 2631 646 0,'0'0'110'16,"0"0"-91"-16,0 0-19 0,0 0-6 15,0 0 4 1,102 98-49-16,-29-65-109 0,15-9-185 15</inkml:trace>
  <inkml:trace contextRef="#ctx0" brushRef="#br0" timeOffset="55494.46">11053 2900 474 0,'0'0'189'16,"0"0"-54"-16,0 0-113 15,0 0-18-15,0 0 5 16,-104 94-4-16,80-65-4 0,6-2 2 16,-2-1-3-1,2-2-6-15,-3-4-104 0,5-10-34 16,10-10-182 0</inkml:trace>
  <inkml:trace contextRef="#ctx0" brushRef="#br0" timeOffset="55660.86">10859 2939 434 0,'0'0'278'0,"0"0"-131"16,0 0-114-16,0 0-33 15,0 0-2-15,0 0 1 16,97 53 1-16,-73-11-1 16,4 0-4-16,2-1 4 15,0-4-25-15,-2-8-49 16,-3-10-95-16</inkml:trace>
  <inkml:trace contextRef="#ctx0" brushRef="#br0" timeOffset="56410.58">12112 2716 506 0,'0'0'160'16,"0"0"-63"-16,0 0-27 15,0 0-56-15,0 0-14 16,0 0-2-16,-106-12-1 16,73 41 0-16,5 9 2 15,6 7 0-15,9 3-2 0,9 0-13 16,4-4-8-16,1-6 7 16,18-6 4-16,1-6 13 15,0-5 0-15,-11-5 1 16,-3-4-1-16,-6-3 0 15,0 1 0-15,-5 0-1 16,-16 4 1-16,-5 1 4 16,-4-3-1-16,3-1-3 15,2-5-13-15,11-3-1 16,7-3-3-16,7 0 9 16,3-13-88-16,26-6-61 15,14-6 18-15,13-3 3 16,17-5 5-16</inkml:trace>
  <inkml:trace contextRef="#ctx0" brushRef="#br0" timeOffset="56626.51">12433 2839 163 0,'0'0'161'0,"39"-76"0"15,-35 43-63-15,-4 2 18 16,0 7-62-16,-8 6 31 16,1 7-20-16,2 8-7 15,2 3-30-15,-1 0-28 16,-6 24-14-16,-2 16 11 15,-8 19 3-15,-2 7 0 16,2 0-5-16,7-2-5 16,9-8-28-16,4-7-17 15,3-10-14-15,11-10-26 16,5-13-45-16,3-15-154 0</inkml:trace>
  <inkml:trace contextRef="#ctx0" brushRef="#br0" timeOffset="56938.2">12667 2950 673 0,'0'0'135'0,"0"0"-104"15,0 0-31-15,0 0-13 16,0 0 7-16,0 81 6 16,-5-42 5-16,-4-2-1 15,5-5 0-15,1-8-2 16,0-8 1-16,0-7-1 15,3-4 0-15,0-5-1 0,0 0 7 16,0-17-7-16,3-13-1 16,12-3-28-16,0-6 15 15,4 0 13-15,-1-1 15 16,6 1 3-16,4 4-6 16,2 6-3-16,0 10-9 15,-2 8-1-15,-3 4-21 16,-3 5-19-16,-6 2-23 15,-4 0-24-15,-8 4-76 16,-4 1-83-16</inkml:trace>
  <inkml:trace contextRef="#ctx0" brushRef="#br0" timeOffset="57127.41">12388 2750 331 0,'0'0'314'0,"0"0"-250"16,87-29-54-16,-33 20 15 15,14 4-13-15,14 4-12 16,12 1-14-16,8-4-104 16,0-10-232-16</inkml:trace>
  <inkml:trace contextRef="#ctx0" brushRef="#br0" timeOffset="57991.32">8890 3449 269 0,'0'0'134'16,"-79"-39"-35"-16,49 27-32 15,9 3-32-15,8 4-3 0,4 1-3 16,8 2 45 0,1 2-17-16,0 0-57 0,16 0-12 15,26 0 12-15,35 2 4 16,35 5 4-16,46-3 8 15,44-4-7-15,36 0-2 16,35 0-7-16,19-10 0 16,12-1-3-16,-2-4 2 15,-15-2-34-15,-24 0 10 16,-31 1 6-16,-28 2 3 16,-26-2 16-16,-32 7 1 15,-36-1-1-15,-32 5 1 16,-32 0 7-16,-27 5 1 15,-14-2 23-15,-5 2 26 16,0-2-18-16,-8 1-40 0,-17 1-7 16,-11 0-73-16,-1 7-18 15,10 3-99-15,17-8-282 16</inkml:trace>
  <inkml:trace contextRef="#ctx0" brushRef="#br0" timeOffset="58159.63">12604 3314 365 0,'0'0'328'16,"0"0"-215"-16,0 0-64 0,0 0-49 16,0 0-22-16,0 0-202 15,-79 17-146-15</inkml:trace>
  <inkml:trace contextRef="#ctx0" brushRef="#br0" timeOffset="82386.91">7297 6856 529 0,'0'0'134'15,"0"0"-53"-15,0 0-27 0,0 0-7 16,0 0-22-16,0 0-2 16,0 0-1-16,-12-12 1 15,11 12 2-15,-1 0 1 16,2-2-6-16,-1 2 4 15,-1 0 1-15,2 0-9 16,-1 0-8-16,-1 0-4 16,1 0 3-16,-1 0-3 15,2 0 0-15,0 0-1 16,0 0-3-16,0 0 1 16,0 0-1-16,0 0 1 15,0 0-2-15,0 0 2 16,0 0-4-16,0 0 6 0,0 0-3 15,0 0 0-15,0 0 0 16,0 0 0-16,0 0 0 16,0 0-2-16,0 0-3 15,0 0 2-15,0 0-7 16,0 16-12-16,0 12 8 16,-4 13 12-16,2 9 1 15,-1 4 0-15,0 1 1 16,1 0-2-16,2-1-2 15,0-6-24-15,0-9-2 16,4-13 7-16,9-9-12 16,8-14 16-16,7-3 3 0,4-9 13 15,-1-15-27 1,-3-3 27-16,-8-3 3 0,-4 2 3 16,-5-1 4-16,-4 5 12 15,-1 4 14-15,-3 9-7 16,0 7-18-16,2 4-8 15,2 0-6-15,6 0 4 16,4 12 1-16,8 3 1 16,-1 2 0-16,-2-2 0 15,-2-1 0-15,-2-5 2 16,-6-3-2-16,-1-3 0 16,-3-3 0-16,3 0 0 15,2-13 1-15,-1-12 6 16,1-9-7-16,-5-4 3 15,-5-8 8-15,-3 0-1 0,-3-3 6 16,-15 6-16-16,3 9 4 16,3 12-2-16,8 12-1 15,4 10-1-15,0 0-28 16,16 8-86-16,20 14 26 16,10 4-49-16,8-1-130 15</inkml:trace>
  <inkml:trace contextRef="#ctx0" brushRef="#br0" timeOffset="83666.68">7994 7053 505 0,'0'0'203'16,"0"0"-75"-16,0 0-70 16,0 0-21-16,0 0-26 15,0 0-8-15,17-58-1 16,6 38-2-16,-1-5 2 15,-5 3 0-15,-8 0 0 16,-2 1 2-16,-7 1 6 16,0 1-4-16,-9 5-5 15,-13 9 0-15,-7 5-1 16,-3 1 0-16,-6 29-3 16,0 11 2-16,6 9-2 15,8 9-1-15,8-3-7 0,14 0 7 16,2-8-27-1,33-13-17-15,24-14 24 16,17-18 2-16,16-3 19 0,8-28 0 16,-5-8-9-16,-14-3 6 15,-18 1-1-15,-21 3 7 16,-20 5 2-16,-19 6 22 16,-1 5 19-16,-15 3-5 15,-13 10-8-15,-3 6-29 16,1 0 0-16,4 14-2 15,9 11 0-15,8 3-1 16,5 0 1-16,4-1-7 16,0-6-14-16,17-5 14 15,1-9 3-15,4-7 5 16,1 0 4-16,-1-7 1 0,1-15 0 16,-4-1 4-16,-4-7 0 15,-5 3 1-15,-5 1-3 16,-4 6 8-16,-1 6 0 15,0 8 0-15,0 6-15 16,3 0 0-16,3 18-37 16,6 12 32-16,8 3-1 15,8 3-7-15,8-2-6 16,5-6 3-16,3-10-10 16,-8-8 10-16,-4-10 4 15,-5-1-2-15,-3-25 14 16,1-12 0-16,2-13-1 15,-4-12-19-15,-10-3 20 0,-13-2 7 16,0 4 27-16,-28 8 4 16,-5 8-20-16,3 13 32 15,9 12-17-15,11 15-21 16,7 8-7-16,1 0-5 16,-4 24-17-16,2 15 10 15,-1 12 7-15,4 10-2 16,1 6 1-16,0 3-1 15,6-5 2-15,9-9 0 16,0-12 0-16,-2-13 1 16,-4-6-1-16,-1-9 0 15,-4-7-5-15,-2-3-3 16,3-3-13-16,-3-2-18 0,-2-1 7 16,0 0-4-16,0 0 6 15,0 0 30-15,0 0 1 16,1-2 10-16,1-8-2 15,1-4 26-15,1 2 2 16,2-1-6-16,6-1-25 16,0 2-1-16,4-2-5 15,2 0 0-15,6-2-1 16,0-3 1-16,3-1-10 16,-3-1-3-16,0-1-3 15,-3 3 3-15,-8 0-7 16,-3 1 18-16,-6 4 2 15,-2 0 2-15,-2 1 14 0,0 4 6 16,0 1-5-16,0 2-9 16,0 0-5-16,0 4-1 15,0 0-2-15,2 1-3 16,-1 1 3-16,-1 0-5 16,0 0 2-16,0 0 0 15,0 0-7-15,0 0-6 16,-9 15 5-16,-14 11 9 15,-10 6 2-15,-3 4 2 16,-6 3 2-16,5-5 4 16,9 0-7-16,9-6-1 15,10-4-1-15,9-1 1 16,0-6 0-16,20-3 0 0,27-7 2 16,25-7 2-16,27 0-4 15,22-7-36-15,4-10-184 16</inkml:trace>
  <inkml:trace contextRef="#ctx0" brushRef="#br0" timeOffset="84216.49">10100 6892 879 0,'0'0'42'0,"0"0"-35"0,0 0-7 16,0 0-8-16,0 0 8 16,-54 117 0-16,47-72 0 15,4-3 0-15,3-9-1 16,0-9 1-16,0-14-1 16,0-3 1-16,0-7 1 15,0 0 0-15,3-13-2 16,8-15-2-16,-2-6-91 15,-3-4 24-15,-4 2 4 16,-2 6 35-16,0 9 31 16,0 7 46-16,2 7 13 15,1 7-2-15,0 0-57 0,5 0-60 16,1 12 53-16,3 6 7 16,2 2 3-16,-4-2-2 15,5-2 3-15,-6-4-1 16,-2-7-2-16,-3-5 1 15,0 0 5-15,2-10 52 16,3-12-46-16,1-10-11 16,2-6-1-16,-6-1 0 15,0 3 3-15,-3 8 4 16,-3 15 17-16,1 5-6 0,1 8-13 16,3 0-6-1,6 10-28-15,3 17 16 16,13 7 11-16,4 7-4 15,7 4-15-15,4-5-55 0,3-4-36 16,3-9-48-16,9-13-91 16</inkml:trace>
  <inkml:trace contextRef="#ctx0" brushRef="#br0" timeOffset="84566.96">10787 6945 262 0,'0'0'210'0,"0"0"-69"16,0 0 55-16,-71-75-149 15,59 75-31-15,-3 12-16 16,-6 15-1-16,-3 9-2 16,8 3-2-16,5 2-7 0,10-1-25 15,1-7-2-15,10-7 9 16,10-9-4-16,2-12 10 16,5-5 24-16,-3-6 8 15,-1-17 0-15,0-5 7 16,-7-7-9-16,-10 4 1 15,-6 0 16-15,0 3 18 16,-7 9-6-16,-2 8 13 16,5 8 0-16,2 3-48 15,2 0-2-15,-1 17-60 16,-1 12 55-16,2 7 6 16,0 5 0-16,3 5 1 15,19 3-13-15,10-6-5 16,8-8-43-16,8-16 46 15,1-16-39-15,2-4-9 0,-4-31-46 16</inkml:trace>
  <inkml:trace contextRef="#ctx0" brushRef="#br0" timeOffset="84795.62">11090 6653 859 0,'0'0'101'0,"0"0"-29"15,0 0-19-15,0 0-53 16,0 0-3-16,0 0-58 0,-19 12 34 16,19 51 27-1,7 17 0-15,7 12 7 0,-1-3-7 16,2-11-3-16,-3-19 0 16,-6-14-13-16,0-14-2 15,-6-9-17-15,3-11-40 16,0-11-66-16,3-11-140 15</inkml:trace>
  <inkml:trace contextRef="#ctx0" brushRef="#br0" timeOffset="85315.39">11311 7048 529 0,'0'0'201'16,"0"0"-48"-16,0 0-97 15,0 0-38-15,0 0-16 16,0 0-2-16,63-64 0 15,-47 66-1-15,-1 16-3 16,0 9 2-16,-3 3 2 16,-6 1-1-16,-6 1 1 0,0-4 0 15,0-5-1-15,-3-5-18 16,0-4-13-16,1-8-13 16,1-6-33-16,1 0-1 15,0-18 71-15,6-14-216 16,18-5 57-16,-1-5 146 15,-1-2 21-15,-5 6 94 16,-5 3 41-16,-2 7 3 16,-2 11-5-16,-4 9-71 15,0 6-17-15,-1 2-38 16,0 7-7-16,5 15-3 16,1 11 3-16,2 6 0 15,1 2 1-15,-3 1-1 16,-3-2-9-16,-3-10-76 15,-3-11-90-15,1-16-222 0</inkml:trace>
  <inkml:trace contextRef="#ctx0" brushRef="#br0" timeOffset="85455.43">11784 6707 886 0,'0'0'16'15,"0"0"-16"-15,0 0-113 16,0 0 64-16,82 83-88 0,-39-35-187 16</inkml:trace>
  <inkml:trace contextRef="#ctx0" brushRef="#br0" timeOffset="85648.22">12088 7040 798 0,'0'0'61'15,"0"0"-8"-15,0 0-13 16,0 0-26-16,0 0-14 16,-101 56 0-16,74-29 0 15,4 2-2-15,1-3-21 16,1-4-16-16,4-6-87 16,1-12-22-16,2-4-12 15,2-18-132-15</inkml:trace>
  <inkml:trace contextRef="#ctx0" brushRef="#br0" timeOffset="85786.53">11819 7047 514 0,'0'0'182'0,"0"0"-42"16,0 0-139-16,0 0 2 15,0 0-3-15,23 85 0 16,-2-38 2-16,3 4-2 16,4-2-6-16,0-3-68 15,-4-8-30-15,-4-15 8 16,-4-18-234-16</inkml:trace>
  <inkml:trace contextRef="#ctx0" brushRef="#br0" timeOffset="86062.43">11108 6759 631 0,'0'0'98'0,"0"0"-25"15,0 0-45-15,0 0-28 16,0 0 0-16,0 0 1 16,-7-13-1-16,24 13 0 15,19 0 12-15,15 0 1 16,11 0-13-16,9 0 0 15,5 0-48-15,-5-1-101 0,-6-7-178 16</inkml:trace>
  <inkml:trace contextRef="#ctx0" brushRef="#br0" timeOffset="86242.97">11244 6730 224 0,'0'0'521'0,"0"0"-400"16,0 0-41-16,0 0-44 0,0 0-29 16,0 0-7-1,0 0-23-15,20 12-34 0,5 3-13 16,0-5-142-16</inkml:trace>
  <inkml:trace contextRef="#ctx0" brushRef="#br0" timeOffset="87638.03">7595 7749 760 0,'0'0'77'0,"0"0"32"0,0 0-91 15,0 0-18 1,0 0-10-16,0 0 4 15,-6 114 3-15,-4-34 3 0,-5 9 0 16,-4-1 3-16,-2-9-3 16,9-15 0-16,3-12-2 15,2-16-3-15,2-14 3 16,3-12-17-16,2-10-40 16,0-5 41-16,0-31-179 15</inkml:trace>
  <inkml:trace contextRef="#ctx0" brushRef="#br0" timeOffset="88778.52">7573 7783 459 0,'0'0'186'0,"0"0"-154"16,0 0 38-16,0 0-57 15,0 0 4-15,0 0-2 16,24-31-15-16,-5 31-1 16,18 0 1-16,8 0-3 15,6 0 3-15,-3 8-2 16,-4 1-23-16,-8 3-14 15,-6 0-25-15,-9 2 36 0,-11 0-19 16,-10 1-12-16,0 2 34 16,-13 0 25-16,-17 3 3 15,-7 1 46-15,-3-4 7 16,2 0 21-16,7-2-38 16,7 3-17-16,8 4-15 15,10 9-6-15,6 2 0 16,0 5 0-16,6 0-1 15,15-1 0-15,4-4-2 16,-1-3 4-16,1-3-1 16,-5 0 1-16,-4 0-2 0,-7-1 3 15,-1-4-3 1,-8 1 0-16,0-3 0 0,-6 1 0 16,-21 3 2-16,-14-2 0 15,-14-1 5-15,-6-4-6 16,-2-3-1-16,1-9 2 15,8-5-4-15,14 0 4 16,16 0-1-16,21 0 3 16,10-12-4-16,44-11-120 15,37-8-54-15,21-9-14 16,15-4-28-16,7-1 215 16,-7 3 1-16,-18 5 119 0,-20 7-7 15,-31 11 45 1,-26 9-33-16,-19 4 10 15,-10 6-4-15,0 0-71 0,-3 0-49 16,-23 6-8-16,-9 17-2 16,-4 5 0-16,3 9 0 15,8 2-11-15,15-3-14 16,10-2 2-16,3-6-2 16,16-9-10-16,18-10 12 15,8-9 21-15,4-5 2 16,-4-18 0-16,-7-5 0 15,-10-1-3-15,-12 0 3 16,-10 7 5-16,-3 5 40 16,0 7-1-16,0 6-17 15,0 4-9-15,0 0-18 0,0 14-64 16,5 13 58 0,20 4 6-16,23 3 0 0,18-2 1 15,9-10 1-15,6-13-2 16,-2-9-1-16,-3-22 1 15,-10-24 0-15,-8-12 2 16,-15-8 1-16,-14-6 3 16,-15-4-3-16,-14 0 2 15,-19-1 6-15,-26 9 12 16,-7 15-2-16,0 16 9 16,15 18-1-16,13 13-25 15,8 6-4-15,5 14-4 16,-1 21 1-16,0 16-1 0,5 16 1 15,5 10 2 1,2 8-2-16,0 1 2 0,19-4-3 16,3-5-5-16,2-5-15 15,5-8-16-15,4-13 6 16,5-17-24-16,12-17-35 16,11-17-14-16,5-19-85 15,8-25-118-15</inkml:trace>
  <inkml:trace contextRef="#ctx0" brushRef="#br0" timeOffset="89111.23">9391 8336 283 0,'0'0'222'0,"46"-118"-32"16,-42 70-31-16,-4 13-72 16,0 10-31-16,-6 12-29 0,-5 9-27 15,-8 4-2 1,-11 11-5-16,-6 20-2 0,-6 12 1 16,1 11-3-16,11 5-2 15,7 1-4-15,10-5-9 16,9-12-6-16,4-14 12 15,14-17 1-15,19-12 18 16,7-4 1-16,8-24 5 16,-5-11 1-16,-7-8-4 15,-10 0 7-15,-15 4 10 16,-9 6 6-16,-2 7-3 16,0 11-10-16,-6 9-10 0,3 6-1 15,3 4-1 1,0 6-20-16,0 17-36 0,0 12 56 15,0 8 2-15,0 6-2 16,22 2-27-16,13-7-46 16,12-9-6-16,6-20-88 15,0-15-127-15</inkml:trace>
  <inkml:trace contextRef="#ctx0" brushRef="#br0" timeOffset="89677.51">9837 8240 76 0,'0'0'466'15,"0"0"-248"-15,0 0-90 16,0 0-90-16,0 0-38 16,0 0-53-16,0 0 53 15,-28 39 0-15,28-3-3 0,0 2 3 16,0 1 1 0,18-9 0-16,4-7-1 0,0-15 1 15,0-8 1-15,-2-4 6 16,1-21-1-16,0-9-4 15,-2-4 0-15,1 1-2 16,-8 5 0-16,-5 9 17 16,-1 12-5-16,-5 5-5 15,1 6-8-15,3 0-7 16,4 4-26-16,3 14 33 16,5 6-3-16,10 7 3 15,9 2 0-15,12 3-1 16,0-10 1-16,2-11 0 0,-4-14-4 15,-2-1 1-15,-2-24 3 16,-2-10 0-16,-5-6 0 16,-5 1-2-16,-6 2-23 15,-12 9-1-15,-8 7 26 16,-2 9 0-16,-2 4 17 16,0 6 3-16,0 2-20 15,0 0-1-15,-11 8-13 16,-11 13 13-16,-7 7 2 15,-1 3-1-15,4 5 0 16,3-1 0-16,6-2 0 16,6 0-1-16,6-5 0 0,5 0 1 15,3-3-3 1,25-6 3-16,21-2 0 0,20-9 5 16,22-7-5-16,15-1 0 15,3-4-43-15,-1-15-84 16,-10-10-198-16</inkml:trace>
  <inkml:trace contextRef="#ctx0" brushRef="#br0" timeOffset="90026.7">11105 8368 313 0,'0'0'5'0,"0"0"14"0,0 0 19 15,0 0 85-15,0 0-36 16,98 14-45-16,-62-32-16 16,-1-4-5-16,-10 1 13 15,-10 1-15-15,-4 1-4 16,-7 2-12-16,-4 1-1 16,-7 3-2-16,-18 3-10 15,-7 5 2-15,-2 5 2 16,1 0 5-16,-2 14 1 15,4 11-6-15,1 6 5 16,8 6 1-16,8 6-6 0,10 5 4 16,4-2-1-1,22-5 3-15,31-14-2 0,19-17-6 16,18-10-23-16,6-17-10 16,2-19-9-16,-12-10-98 15,-15-8-156-15</inkml:trace>
  <inkml:trace contextRef="#ctx0" brushRef="#br0" timeOffset="90378.37">11843 7989 302 0,'0'0'264'15,"0"0"-65"-15,0 0-111 16,0 0-88-16,0 0-60 16,0 0 31-16,6 50 29 15,-6 9 0-15,0 1 4 16,0-2-3-16,0-5 5 0,9-7-2 15,-1-9 2-15,2-11-6 16,-4-9-9-16,-4-10-9 16,-1-7 4-16,-1 0 14 15,0-14 0-15,-8-13-20 16,-14-1-90-16,-4 1 110 16,-3 4 4-16,7 7 63 15,5 9 24-15,4 4-38 16,1 3-40-16,-5 9-13 15,-6 15-2-15,-3 7 0 16,1 6 2-16,4 2 0 16,6 0 1-16,9-5-2 0,6-4 1 15,3-7-5 1,24-9-30-16,10-11-36 0,14-3-73 16</inkml:trace>
  <inkml:trace contextRef="#ctx0" brushRef="#br0" timeOffset="91592.31">12825 8022 758 0,'0'0'31'15,"0"0"22"-15,0 0-29 16,0 0-24-16,0 0-4 16,0 0 4-16,-33 76 2 15,21-28-1-15,2 2 3 16,0-6-2-16,5-5-2 15,3-12 0-15,2-13-9 16,0-9-31-16,0-5 14 16,3-5 26-16,14-24 0 15,5-10-50-15,-1-7 25 0,-5-3 15 16,-1 9 7-16,-2 8-2 16,2 12-1-16,-4 12 1 15,1 8-10-15,-2 0-20 16,-2 7 22-16,-3 13 5 15,3 3 8-15,1 6 0 16,0 0 1-16,2 0-1 16,-1-8 1-16,2-7-1 15,-1-11 2-15,2-3 0 16,0-8 9-16,4-17 29 16,-2-9-28-16,2-9 16 15,0-1 16-15,-1 2 21 0,-4 9-20 16,-3 13-1-1,-4 12-28-15,-2 8-16 16,1 0-7-16,7 19-53 0,6 7 56 16,9 3 2-16,7 3-4 15,12 4-2-15,11-2 1 16,10-3-12-16,5-3-14 16,-2-10-29-16,-6-10 20 15,-8-8 4-15,-3-4 33 16,-10-20 5-16,-11-6 6 15,-9-4 63-15,-13 2 29 16,-9 1-37-16,0 4-4 16,-19 10-37-16,-5 9-12 0,-1 8-8 15,-1 3-6 1,0 22 5-16,2 8-2 0,4 5-2 16,7 2 3-16,8 2-17 15,5-6 5-15,0-6-10 16,21-12-4-16,7-9 25 15,5-9 3-15,0 0 0 16,0-18 1-16,-5-10 5 16,-4-1-4-16,-6-2 2 15,-9 2 4-15,-6 5 15 16,-3 4 0-16,0 11-5 16,0 1-11-16,0 8-7 0,0 0-2 15,-3 8-17 1,3 16 8-16,0 10 10 0,0 8-1 15,24 3 0-15,12-2 0 16,14-8-1-16,7-12-8 16,3-15 9-16,-4-8 1 15,-9-11 1-15,-1-19-3 16,-7-7-8-16,-3-8-5 16,1-2-6-16,-14-6-6 15,-12-5 10-15,-11-4 13 16,-12 1-18-16,-19 3 9 15,-2 12 14-15,6 12 89 16,9 17-34-16,8 7-21 16,6 10-20-16,1 0-14 15,-2 10-22-15,-1 20 12 0,-2 16 8 16,3 13 2-16,5 9 0 16,0 4 0-16,11-4 1 15,18-6-1-15,4-7 0 16,2-12 2-16,-3-9-2 15,-7-12-7-15,-9-6-13 16,-5-11-52-16,-4-5-60 16,-2-12-133-16</inkml:trace>
  <inkml:trace contextRef="#ctx0" brushRef="#br0" timeOffset="91974.91">14149 8133 594 0,'0'0'37'0,"0"0"-36"0,0 0-1 16,96-9 18-16,-40 17 35 16,7 6 5-16,4 1-23 15,-6 3-6-15,-10 2-11 16,-15-1-7-16,-18 3-10 16,-11-2-1-16,-7-4 0 15,-1 1 0-15,-17-4-1 16,2-5-10-16,1-2 7 15,5-6-16-15,3 0 17 16,7-10 3-16,0-14 0 16,14-9 0-16,15-4-3 0,7-1-1 15,2 1 4 1,-1 10 11-16,-6 6-6 0,-4 9-2 16,-9 6-2-16,-7 6 9 15,-1 0-9-15,-4 20-1 16,-3 6-1-16,-3 7 0 15,0 9 1-15,0 2 0 16,-6-1 0-16,-3-5-4 16,0-7-49-16,4-14-105 15,5-17-192-15</inkml:trace>
  <inkml:trace contextRef="#ctx0" brushRef="#br0" timeOffset="92129.28">14819 7819 894 0,'0'0'0'0,"0"0"-2"15,0 0-152-15,0 0 139 16,63 128-65-16,-20-60-54 16,9-9-98-16</inkml:trace>
  <inkml:trace contextRef="#ctx0" brushRef="#br0" timeOffset="92325.82">15294 8163 592 0,'0'0'118'0,"0"0"-14"15,0 0-48-15,0 0-21 16,-84-10-24-16,47 36-11 0,-5 10 0 16,3 6 0-16,0-2 0 15,7-1 0-15,3-7-14 16,10-10-50-16,5-10-35 15,11-12-43-15,3 0 45 16,0-29 13-16,7-11-238 16</inkml:trace>
  <inkml:trace contextRef="#ctx0" brushRef="#br0" timeOffset="92474.36">14998 8136 509 0,'0'0'188'16,"0"0"-26"-16,0 0-89 15,0 0-55-15,0 0-18 0,0 0-19 16,15 35 17-16,-4 13 2 15,4 7-1-15,10 1-1 16,3-8-40-16,8-6-34 16,1-18-59-16,1-17-143 15</inkml:trace>
  <inkml:trace contextRef="#ctx0" brushRef="#br0" timeOffset="92627.36">15368 8301 248 0,'0'0'591'16,"0"0"-513"-16,0 0-20 16,0 0-21-16,0 0-37 0,0 0-25 15,-45 0-36 1,30 32-15-16,-3 3-68 0,2-10-112 16</inkml:trace>
  <inkml:trace contextRef="#ctx0" brushRef="#br0" timeOffset="93624.34">7867 9220 378 0,'0'0'109'16,"81"-77"-7"-16,-35 31-32 15,-6-3-19-15,3-1-8 0,-9 2-5 16,-13-1-3-16,-9 5-15 15,-12 8 7-15,-7 9-19 16,-36 15-8-16,-17 12-13 16,-6 0-20-16,4 12 7 15,13 16 21-15,19 10 5 16,14 8-12-16,15 9 6 16,1 10 1-16,17 5 2 15,14 0 1-15,6-4-1 16,5-10 3-16,1-10 2 15,-1-8-1-15,-12-8 0 16,-15-7 3-16,-15-6-4 16,0-3 0-16,-33-1 0 15,-14-3 7-15,-9-3-7 0,-4-7-2 16,7 0-3-16,11-11 5 16,16-11 0-16,26-5 0 15,8-5 0-15,45-6-34 16,21-4-56-16,15-8 14 15,14-3 0-15,6-4 34 16,-2-4 40-16,-7 4 2 16,-19 7 37-16,-21 6 25 15,-22 8 10-15,-21 8 15 16,-12 8 16-16,-5 8-41 16,0 6-16-16,0 6-24 15,-7 0-17-15,-8 12-5 16,-10 22-3-16,-9 16 3 0,1 18 0 15,3 13-1-15,8 0 0 16,8-3-9-16,11-9-14 16,3-14-22-16,0-12 18 15,15-9-36-15,3-12-44 16,0-17-33-16,3-5-321 16</inkml:trace>
  <inkml:trace contextRef="#ctx0" brushRef="#br0" timeOffset="94706.53">8671 9186 813 0,'0'0'22'0,"0"0"-4"15,0 0-18-15,0 0-3 0,0 0-2 16,55 97 5-16,-37-50 1 16,-8-5 0-16,-5-5 0 15,-5-4 1-15,0-8 0 16,0-6 1-16,0-2 1 15,0-9-1-15,0-4-1 16,0-4 2-16,0-3 0 16,0-23-4-16,4-10-39 15,20-8-48-15,7-1 55 16,6 1 30-16,5 6 0 16,-1 8 2-16,-7 8-1 15,-10 10 1-15,-9 7 22 0,-6 5 4 16,-3 0-25-16,-3 18-1 15,0 9 0-15,-3 8 7 16,0 8 1-16,0 5-3 16,1 6 0-16,5-3-2 15,11-2 0-15,1-10 2 16,10-12-3-16,6-14 7 16,8-13 7-16,6-4 17 15,7-22-13-15,1-12-8 16,-6-7-5-16,-16-3-3 15,-16 3-2-15,-16 4-2 16,-2 5-1-16,-24 7-20 16,-15 5-20-16,-9 6-17 0,-1 2-11 15,9 4 23 1,13 1 31-16,16 3 11 0,11-1 3 16,11-1-3-16,23 5 1 15,14 0 3-15,8 3 14 16,8 2 5-16,4 2 27 15,-4 12 10-15,-4 6-33 16,-10 2-11-16,-14 4-5 16,-12 1-4-16,-11-1 0 15,-10-6-3-15,-3-3-9 16,0-4-10-16,-9-4 6 16,-2-6-3-16,2-3 6 15,1-1 10-15,8-23 9 16,0-5 27-16,0-5-5 0,11-4-4 15,11 4-7-15,5 4-15 16,-1 10-5-16,0 6-3 16,-7 12 1-16,-2 2 1 15,-5 5-3-15,0 17 2 16,-5 6 2-16,-1 6-4 16,-6 4 2-16,5 4 2 15,4-8 0-15,8-3 0 16,9-9-7-16,9-11-11 15,6-10 3-15,3-1 12 16,7-14 3-16,-2-15 2 16,-1-7 1-16,-11-3-1 15,-8-2-2-15,-17 4 7 0,-9 3-2 16,-3 7 13-16,0 8 12 16,0 10 8-16,-9 9-30 15,-10 0-8-15,0 17-6 16,-10 14-1-16,-3 7 3 15,5 7-5-15,2 5 3 16,10 3 6-16,9 6-3 16,6 2 0-16,15 3 3 15,18-5 2-15,9-6 1 16,-1-9-3-16,-6-9 1 16,-12-10-2-16,-9-8 2 15,-9-3-2-15,-5-2 1 0,-2 0 0 16,-25 5 0-16,-12 7-2 15,-13 1-12-15,-4 1-48 16,5-1-89-16,2-13-110 16</inkml:trace>
  <inkml:trace contextRef="#ctx0" brushRef="#br0" timeOffset="94979.08">9560 9132 721 0,'0'0'57'16,"0"0"-38"-16,0 0-19 15,0 0-4-15,113-64 4 16,-52 49 0-16,10-2 1 16,6 5-1-16,10 2 0 15,16 0-72-15,8-4-101 16</inkml:trace>
  <inkml:trace contextRef="#ctx0" brushRef="#br0" timeOffset="96204.24">12336 9065 761 0,'0'0'48'16,"0"0"16"-16,0 0-29 15,0 0-35-15,0 0-33 16,0 0 20-16,-28 56 12 16,21-1 1-16,-6 4 2 15,-2-4 0-15,0-11 3 16,3-11-4-16,4-15-2 15,7-9-3-15,-1-6 4 16,2-3 7-16,0-11 3 16,13-15-10-16,13-10-17 0,1-7-28 15,0-1-37 1,-4 1 22-16,0 4 37 0,-2 7-30 16,-1 10 30-16,-6 14 19 15,-1 8-4-15,-3 3-44 16,-3 18-1-16,-2 2 48 15,3 5 2-15,-4-2 3 16,2-2 3-16,-3-4-3 16,0-7 0-16,-2-12-3 15,5-1 3-15,2-5 93 16,7-17-62-16,0-2-11 16,1-9-1-16,1-1 9 0,-3-1 0 15,-2 9 54 1,1 9-27-16,-2 7-41 0,1 10-14 15,3 0-7-15,4 17-1 16,5 10-4-16,5 7-48 16,7 4 16-16,8 1 8 15,5-2 8-15,2-7-48 16,0-10-46-16,1-12 37 16,-1-8 37-16,1-2 48 15,-5-23 60-15,-8-9 18 16,-9-7 51-16,-12-1-59 15,-11 1 47-15,-7 8 1 16,-3 6-67-16,-14 10-22 0,-3 12-23 16,-4 5-6-16,-3 16-9 15,-2 14-10-15,6 5-5 16,5 4-3 0,11 1 9-16,6-5-2 0,1-4 1 15,1-8 19-15,15-11-30 16,2-12 30-16,5 0 6 15,2-11 7-15,-1-13-1 16,-2-6 4-16,-2-2-1 16,-10 1-5-16,-7 4 30 15,-3 6-4-15,0 8-15 16,0 6-8-16,0 7-12 16,0 0-1-16,0 15-37 15,-4 14 19-15,-1 14 16 16,5 4-3-16,3 3-10 15,27-4-23-15,13-12-63 0,10-12-34 16,3-19-6-16,-4-3-198 16</inkml:trace>
  <inkml:trace contextRef="#ctx0" brushRef="#br0" timeOffset="96753.31">13593 8894 820 0,'0'0'77'16,"0"0"-2"-16,0 0-75 16,0 0-1-16,0 0-6 0,-10 99 7 15,10-27-1 1,0 7 1-16,0-5 0 0,4-14 0 16,8-16-1-16,0-15 1 15,-5-11-1-15,1-7-10 16,0-9-19-16,6-2 2 15,9-10 13-15,5-18-104 16,5-9-52-16,1-4 37 16,-4-1 97-16,-5 7 37 15,-7 6 92-15,-5 13 14 16,-6 7 1-16,-4 8-52 16,-2 1-50-16,-1 6-5 15,0 18-5-15,0 6 5 16,-6 8 3-16,-6-1-2 0,0-3 0 15,5-7 3-15,1-8 0 16,6-12-4-16,0-5 6 16,0-2-4-16,14-8-1 15,15-18-1-15,7-12-54 16,5-5 20-16,-3-1 33 16,-5 2 1-16,-9 6 16 15,-6 12 54-15,-8 9-32 16,-6 15-12-16,-1 0-26 15,-1 12-11-15,-2 18-2 16,0 11 5-16,-7 9 8 16,-4-1 0-16,5-2-7 15,6-7-48-15,0-11-16 0,0-12 16 16,2-11-66-16,9-6-41 16</inkml:trace>
  <inkml:trace contextRef="#ctx0" brushRef="#br0" timeOffset="96916.66">14202 8831 856 0,'0'0'41'16,"0"0"-18"-16,0 0-23 15,0 0-148-15,0 0 110 0,3 99-92 16,-3-57-72-16</inkml:trace>
  <inkml:trace contextRef="#ctx0" brushRef="#br0" timeOffset="97303.62">14586 9106 724 0,'0'0'93'15,"0"0"-92"-15,0 0 2 16,0 0 10-16,-84 62 9 15,34-27-4-15,-2-1-10 16,1-2-7-16,8-4 4 16,10-3-3-16,6-8-2 0,11-5-12 15,7-7-38 1,9-5-34-16,0-7 69 0,27-20-115 16,10-10-6-16,9-4 45 15,-2 0 68-15,-7 4 23 16,-9 11 142-16,-11 7 3 15,-7 13 28-15,-7 6-129 16,2 0-44-16,-1 25-5 16,0 9 5-16,-2 7 2 15,-2 7-1-15,0-4-1 16,2-4-14-16,5-10-7 16,1-8-16-16,-1-7 3 15,1-9-3-15,-1-1-25 16,-4-5-26-16,-3-11-70 0</inkml:trace>
  <inkml:trace contextRef="#ctx0" brushRef="#br0" timeOffset="97502.85">13423 8891 817 0,'0'0'46'16,"0"0"-17"-16,0 0-29 16,95-13 1-16,-30 13-2 15,9 0 1-15,3 0-1 0,0 8-28 16,0-3-87-16,-6-5-243 16</inkml:trace>
  <inkml:trace contextRef="#ctx0" brushRef="#br0" timeOffset="97678.47">13777 8964 723 0,'0'0'140'0,"0"0"-84"15,0 0-30-15,0 0-26 0,0 0-43 16,0 0-101-16,13 25 4 15,-7-21-144-15</inkml:trace>
  <inkml:trace contextRef="#ctx0" brushRef="#br0" timeOffset="99118.46">7015 6634 620 0,'0'0'55'16,"0"0"33"-16,0 0-49 15,0 0-38-15,-98-47-1 16,40 47-5-16,-11 17 3 16,-4 7 2-16,2 10-3 15,18 9-2-15,5 14 3 16,17 5-6-16,16 3-6 16,11-1 2-16,4-6-17 15,8-5 20-15,11-2-2 16,4-3 11-16,1-7-1 15,-3-4 1-15,-6-3 0 16,-4-1 1-16,-6 2 0 16,-5 5-1-16,-5 1 2 0,-21 2-1 15,-14 4-1 1,-10-3 3-16,-4-3-3 0,7-5 0 16,11-9 1-16,14-8-3 15,16-10 1-15,6-3 1 16,6-4-9-16,31-1 9 15,16-1 4-15,11 0 5 16,1 1-7-16,-1 5 8 16,-7 3-2-16,-8 8-6 15,-7 9 10-15,-11 8-9 16,-10 13-3-16,-12 17 0 16,-6 16 0-16,-3 12 1 0,-10 10 1 15,-14 1 1 1,-9 3-1-16,0-3 1 0,2-2-3 15,2-1 1-15,7-5-1 16,1 0 2-16,4 6-2 16,3 0 0-16,6 6 0 15,7-2 2-15,1 0 0 16,6-10-1-16,21-6-1 16,7-11 0-16,5-11-21 15,0-13 14-15,-2-14 0 16,-7-8-4-16,-9-10 11 15,-5-5 0-15,-7-7 0 16,-6-3-10-16,-3-3 7 16,0-4 3-16,0 0 12 15,0 0 35-15,0 0-19 0,0-3 5 16,0-3 16 0,0-4-11-16,2 1-25 0,5 1 16 15,0-1-8-15,0 4-8 16,0 0-4-16,3 1-8 15,-1 1-1-15,3 3 0 16,5 0-8-16,-5 0-20 16,2 0-23-16,-3 0-50 15,-3 0-50-15,3 0-160 16</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16T04:48:46.230"/>
    </inkml:context>
    <inkml:brush xml:id="br0">
      <inkml:brushProperty name="width" value="0.05292" units="cm"/>
      <inkml:brushProperty name="height" value="0.05292" units="cm"/>
      <inkml:brushProperty name="color" value="#FF0000"/>
    </inkml:brush>
  </inkml:definitions>
  <inkml:trace contextRef="#ctx0" brushRef="#br0">16060 8201 231 0,'0'0'157'15,"0"0"-50"-15,0 0-49 16,0 0-17-16,0 0-3 0,0 0 19 15,0-77-39-15,0 73 24 16,0-1-15-16,0 1-2 16,0 0 2-16,0 1-4 15,0 1-8-15,0 1-1 16,0 0 5-16,0 1-9 16,0 0-6-16,0 0-4 15,0 0-3-15,0 0-2 16,0 0-3-16,0 7-6 15,0 6-15-15,0 3 27 16,3 4 2-16,4 2 1 16,1 1 0-16,0 0 0 15,0-1-1-15,6-2 1 16,4-3-1-16,10-6 0 16,11-8-2-16,12-3 2 0,14-4 0 15,2-15 1-15,1-2-1 16,-9 1 2-16,-8 1 0 15,-12 1-2-15,-13 0 1 16,-10 5 3-16,-3 2 5 16,-7 5-7-16,-2-1 9 15,-4 5-5-15,0 1-2 16,0-2-4-16,0 3-2 16,0 0 1-16,0 0-6 15,0 1-63-15,-12 17 4 0,-5 5-24 16,3-4-220-16</inkml:trace>
  <inkml:trace contextRef="#ctx0" brushRef="#br0" timeOffset="144.65">16664 8294 427 0,'0'0'134'0,"0"0"-63"15,0 0-7-15,0 0-8 16,0 0-31-16,0 0-25 15,-29 29-16-15,16-5-79 16,1-10-122-16</inkml:trace>
  <inkml:trace contextRef="#ctx0" brushRef="#br0" timeOffset="23659.19">15031 9409 129 0,'0'0'68'16,"0"0"-8"-16,0 0-8 15,0 0 30-15,0 0 5 16,0 0-36-16,0 0-12 16,10-83-17-16,-8 67 17 15,1-1 4-15,0-3 24 16,0 1-25-16,-2 2-32 16,4 3-5-16,-5 1 2 15,1 4 4-15,1 2 2 16,-2 2 0-16,1 2 0 15,-1-1-5-15,0 3-4 16,0 1 0-16,0 0-4 16,0 0-1-16,5 1-5 0,-1 11 5 15,1 9 0-15,-2 5 1 16,0 6 1-16,-2-2-1 16,-1 0 0-16,0-5 0 15,0-3 1-15,0-8-2 16,6-3 2-16,3-5-1 15,12-6 1-15,19-2 4 16,21-24-1-16,17-10-3 16,12-9-1-16,-1-3 0 15,-1-2 0-15,-8 1 0 16,-9 3 2-16,-15 7-2 16,-16 8 0-16,-11 11 0 15,-13 9 0-15,-8 7 0 0,-5 4-4 16,-3 0-84-16,0 11 2 15,0 13 11-15,-14-1-26 16,1-5-120-16,2-4-79 16</inkml:trace>
  <inkml:trace contextRef="#ctx0" brushRef="#br0" timeOffset="23803.23">15842 9126 70 0,'0'0'231'15,"0"0"-125"-15,0 0-7 16,0 0-13-16,0 0-9 0,0 0-4 15,-24 0-34 1,14 0-36-16,-3 18-3 0,-2 7-20 16,0 5-71-16,2-6-56 15,3-10-234-15</inkml:trace>
  <inkml:trace contextRef="#ctx0" brushRef="#br0" timeOffset="72828.45">10303 9196 99 0,'0'0'62'0,"0"0"22"16,0 0-28-16,0 0-7 15,0 0-8-15,0 0-17 16,0 0-15-16,0 0-7 0,1-22-2 16,-1 22-6-16,-3 0 1 15,0 0-26-15,0 0 11 16,3 0 19-16,0 0 1 16,0 0 1-16,-2 0 0 15,-1 0 0-15,3 0 5 16,-1 0 26-16,1-2-8 15,0 1-13-15,0 1 2 16,0 0-4-16,0 0 4 16,-1-2 4-16,1 1 0 15,-2-2 1-15,2 0 5 16,-1 1-3-16,1-1-9 0,0 3-5 16,-2-2-2-16,2 2-1 15,0-1-2-15,-1 1-1 16,-1-2 1-16,-1 1-1 15,0 1 0-15,-3 0-2 16,-2 0 1-16,-6 0-1 16,-2 0 1-16,1 0 1 15,0 0 0-15,4 0-3 16,2 1 3-16,2 2 2 16,-3 2 2-16,2-3-4 15,-1 1 3-15,-3 0-3 16,2-2 0-16,-1-1 2 15,4 3 1-15,1-1-2 16,0 0 6-16,0 3-6 16,0-1 1-16,0 0 0 0,2 1-1 15,-1 2-1-15,2 0 0 16,-1 5 1-16,2 0-1 16,0 3 1-16,1 2-1 15,1 4 0-15,-2 1 0 16,2 2 1-16,0 1-1 15,0 0 0-15,0-4 3 16,0 2-2-16,0-5-1 16,0-1 0-16,7-5 0 15,8-3-13-15,7-4 1 16,5-5-1-16,5 0-39 16,-2-7-7-16,-3-5 28 0,-5-7 20 15,-5-1 11-15,-1-3 6 16,-5-2 24-16,-2-2 11 15,-7 1 7-15,3 1-9 16,-5-1-12-16,0 4 23 16,0 3-33-16,0 2-9 15,0 6 2-15,0 5-7 16,0 4 2-16,0 2 0 16,0-1-5-16,0 1 0 15,0 0-7-15,0 0-2 16,0 0 7-16,0 15 2 15,0 4 0-15,0 6-1 16,0 3 0-16,0 6 1 0,0 7 0 16,-5 5-2-1,1 8 2-15,-5 4 5 0,0 7 0 16,-1 0-2-16,-1-2-2 16,1-2 2-16,-2 2-2 15,3-6 1-15,-2-1-2 16,3-4 1-16,0-5 4 15,2-10-5-15,0-12 3 16,3-11-3-16,0-7 1 16,1-5 3-16,0-2 60 15,-2 0 4-15,-3 0-10 16,-5 0-19-16,-2-6-39 16,-3-2 1-16,1-1-2 15,4-1 1-15,-1 1-1 0,1 1 1 16,4-2 0-16,-2 0-1 15,2 1-1-15,1-4 0 16,0-1 0-16,6 2 2 16,1-8-9-16,0-2 5 15,3-3-2-15,14-3 4 16,6-5-3-16,4-2 0 16,9-6 2-16,10-9-16 15,7-6 4-15,6-5-25 16,1-1-1-16,-6 4-6 15,-5 11 1-15,-12 11 16 16,-6 10 7-16,-7 9 10 16,-11 5 12-16,-3 8 0 0,-5 4-46 15,0 0-60 1,-2 2-17-16,-3 9-45 0,0 4 59 16</inkml:trace>
  <inkml:trace contextRef="#ctx0" brushRef="#br0" timeOffset="73008.58">10501 9535 442 0,'0'0'157'0,"0"0"-29"16,0 0-45-16,0 0-54 0,0 0-17 15,0 0-12-15,-10 0-84 16,10 16-62-16,0 0 56 15,0-2-175-15</inkml:trace>
  <inkml:trace contextRef="#ctx0" brushRef="#br0" timeOffset="101532.61">2196 11172 160 0,'0'0'75'0,"0"0"-4"16,0 0 11-16,0 0-21 16,0 0-2-16,0 0-16 0,0 0-36 15,0 0-7 1,63-25 0-16,-7 20 2 0,9-2 3 15,14 3 0-15,16 0 1 16,14 2 1-16,21-1-2 16,18-1-3-16,20-4 1 15,15 2-1-15,7-5 0 16,9 3 1-16,10-1-3 16,6 0 2-16,15-1-2 15,-4 0 0-15,-3 2 0 16,-8 2 6-16,-7 0-6 15,3-3 0-15,-6 0 1 16,-9 1 4-16,-21-1 3 16,-20 1 1-16,-21-1 8 0,-22 1-6 15,-20 1-3-15,-26 2 6 16,-23-2-5-16,-23 6-3 16,-13 0-2-16,-7-1-2 15,0 2 0-15,0 0-2 16,-10 0-4-16,-23 11 4 15,-18 9 6-15,-16 2-1 16,0 2-4-16,-3-2-1 16,10-4 2-16,2-3 0 15,7-3-2-15,12-7 0 16,9-5 0-16,10 0 2 16,6 0 2-16,8-17-1 15,6-3-3-15,0-4-3 16,11 1 2-16,9 3 2 0,3 3 0 15,-1 7-1-15,2 5 0 16,-2 5-1-16,-2 0-2 16,5 10-4-16,-4 12 2 15,1 7-2-15,-4 4 7 16,-1 6 0-16,-5-2-1 16,-2 1-1-16,-3-3-6 15,-5-9 0-15,0-6 5 16,-2-9-3-16,0-6-1 15,0-4 6-15,0-1 1 16,0 0 54-16,0-13-18 0,-4-4-36 16,-4 1 2-1,2 0 2-15,1 4-2 0,2 2 31 16,3 4-17-16,0 4-14 16,0 2-2-16,0 0-12 15,24 0-21-15,24 0 33 16,22 0 0-16,25-3 0 15,32-5-3-15,25-4 3 16,26-1 0-16,16-1-3 16,7 3 3-16,11-2 0 15,15 0 0-15,16 0 0 16,13 1 0-16,11 0 1 16,3 0-1-16,12-1 0 15,9 2 0-15,0-2 0 0,-6 0 0 16,-9 3 0-16,-6-5 0 15,-6 2-1-15,-14 1 1 16,-16-1 0-16,-22 1 0 16,-21-1 0-16,-18 1 1 15,-25 0-1-15,-30 4 0 16,-33 3 0-16,-35 0 2 16,-26 3 0-16,-18 2-2 15,-6 0 6-15,0 0 15 16,-9 0-18-16,-22 0-3 15,-17 3-3-15,-10 10 3 0,-6 1 0 16,1 2-1 0,5-1 0-16,6-1-11 0,9-4-10 15,13-5-10-15,8-4 13 16,9-1-11-16,8 0 30 16,5-13 2-16,0-4 5 15,0-8-4-15,9 0 0 16,3 3 16-16,1 2-12 15,0 3-3-15,-1 8 15 16,-4 2-10-16,1 4-6 16,2 3-3-16,0 0-1 15,3 7-3-15,3 7 1 16,-1 8 0-16,-1 2 3 16,-2 0-4-16,-2-2 2 15,-3-2-1-15,-2-4-3 0,-4-5-3 16,1-5-22-1,-3-5 22-15,0-1-6 0,0 0 15 16,0 0 12-16,-9-3 7 16,-10-8-19-16,-3-3-2 15,-2 0 2-15,4 4 2 16,3 0 7-16,7 4 15 16,5 1-6-16,4 5 0 15,1 0-18-15,0 0-14 16,1 0-36-16,22 6 45 15,11 5 5-15,16-3 0 16,16 1 3-16,19-4-3 0,18-2 5 16,23-3-3-1,22 0 0-15,23 0-1 0,21-8-1 16,24-4 0-16,17-2-4 16,19-1-3-16,12 2 0 15,14-4 6-15,14-2-8 16,6 0 1-16,5 2 4 15,-2 0 4-15,-2 0 0 16,-7 1-1-16,-15 2 1 16,-27 1 0-16,-33 3 1 15,-26 1 2-15,-33-1-6 16,-32 2 6-16,-37-2-1 16,-34 3-1-16,-30 2-1 15,-17 2 17-15,-6 2 32 16,-2 0-28-16,0 1-9 0,0 0-12 15,0 0-7-15,-8 0-2 16,-17 0 5-16,-18 7 2 16,-11 6-7-16,-8 1-8 15,-4-1-15-15,0 1-15 16,3-1-2-16,8-4 4 16,9-4-19-16,12-5 10 15,13 0 28-15,12-5 26 16,9-7 14-16,0-5 34 15,3 1 29-15,17-2-42 16,6 0 4-16,5 1-25 16,5 4 3-16,1 5-4 0,2 6-7 15,-3 2-4-15,-4 0-1 16,-3 17-1-16,-8 5-2 16,-7 7 1-16,-4 5-2 15,-7 2 3-15,-3 3-1 16,0-3-1-16,-8-3-14 15,-5-6-2-15,1-6-1 16,2-5-3-16,4-5-7 16,3-3-39-16,3-7-2 15,0-1-14-15,0 0 47 16,0-11-48-16,0-6 60 16,4-2 25-16,-1 2 32 15,-3 0 21-15,2 5 53 0,-2 5-38 16,0 1 4-16,0 5-32 15,2 1-17-15,0 0-23 16,1 0 0-16,4 0-5 16,14 0 5-16,24 10 0 15,43 1 0-15,42 1 14 16,50-4 14-16,42-1-18 16,37-5-7-16,33-2-2 15,23 0-1-15,16 0 0 16,12 0 0-16,6-4 0 15,-1 1 0-15,5 0 2 16,-8 2-2-16,-18 1 1 0,-22 0-1 16,-40 0 2-1,-44 0-4-15,-42 0 1 0,-43 0 1 16,-47 0-1-16,-39-4 3 16,-29-3 4-16,-17 0 71 15,-4 0-68-15,0 0-9 16,-8 4-8-16,-12 1-16 15,-7 2-47-15,0 2-12 16,3 13-70-16,11-3-39 16</inkml:trace>
  <inkml:trace contextRef="#ctx0" brushRef="#br0" timeOffset="101692.7">22332 10843 429 0,'0'0'146'0,"0"0"-58"16,0 0-13-16,0 0-2 16,0 0-64-16,0 0-9 15,0 0-136-15,-45 1 20 16,29 15-114-16</inkml:trace>
</inkml:ink>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709800-CEFE-3137-5E6C-105B86810773}"/>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05B046D0-EE0B-42AA-B5AF-EEC19B80A507}"/>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E533B9F2-50A3-6154-7F82-817078E86484}"/>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E62FEBA-D46B-D3F8-545B-78049C5381E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B2D0A754-5D42-F4A5-0625-369FDD229BD0}"/>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40B7488-54F5-9170-D199-683024121772}"/>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2DA0470F-7E82-5A76-94B3-8DE1ACDC623E}"/>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3809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CF08AF-64E1-7195-FD15-80A48425561F}"/>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46150A28-6AE3-0B89-B7B2-2BE6B1B33C88}"/>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92A0B2C5-7E76-4852-B0D6-1DF786B0748B}"/>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7D85021-0586-CED3-AF53-B9EE815CA94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B849A455-C96B-64D6-CE17-0FB0EC4A076B}"/>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447497A6-FF1F-EA54-B6F0-DC75AA35139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0F496A17-8975-0BCA-D8B5-52A9BFA47E54}"/>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13600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62A5320C-9B3B-DBA4-F686-7B655516B6B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B171EFC-A88A-0A7B-1707-C4143B60E202}"/>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593CF5FB-69E3-84F5-CBF9-C27E5AB5004C}"/>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431F587-5EAC-D44A-89CD-B34CEB5B7115}"/>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8B82E381-5E50-85E0-5C23-161D43DBE722}"/>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EDDBB38-42AF-01F6-C530-511CCA248EA5}"/>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565A8549-EE39-9624-7D6A-0432C95B3000}"/>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049EB30B-5789-B0F6-D5CB-4052BFD11135}"/>
              </a:ext>
            </a:extLst>
          </p:cNvPr>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81829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664CAD-661D-034E-78F8-7D5FBC1A80EA}"/>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0DF6593-8E9A-91DF-89D9-C7AAD1772B6B}"/>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E80703E-C657-C39C-2DDD-606F81570A6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0EF9AD2-3970-DE98-46EA-8364B57F1B61}"/>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DCC969E-D6B4-FCF5-403C-6DA5FFD5EC0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3D1E47A9-4B16-F9A5-B4D5-70F8C254ED8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CDE14C00-5B15-9ABD-2C3C-168934AAD56B}"/>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2FECE87A-C1B4-F488-3EED-9CB8B4EA8B8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3BB46168-A4D0-A8CA-CB97-361BBEE6924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E5EFC05A-B0BE-92EC-BCB3-5FFA89CC89C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18732C6F-5E46-2711-25F5-DF7DDFB6EFB5}"/>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21495CA5-E800-613C-4D71-FE67AF53FFC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285B2198-5254-EE44-12BE-5C18EE12307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D0A5547E-7CB1-765E-280A-63402620CC7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06788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893E1DB7-B923-9115-0E92-F0D11FEFF714}"/>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2DE707C6-D9DC-B4C9-C8D8-A31C1A8BB282}"/>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C7D40C35-B195-6728-83F5-F9881BAC77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0640357F-C39D-60C9-CD0D-58990650482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FE344730-54BD-1448-D79B-1B29E4898F3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DBAD8ADD-1E39-329F-2C1A-4AAD3A0634EE}"/>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BCBFCCA8-7424-621E-5250-7C0BEC1DD4E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52AFE37F-3EEB-BA4D-5306-FD64B967447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14A4E4B-6AA9-ED68-C1BD-A79138C571F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FD963EC0-0A3C-0E76-7D60-BC4F02668C8B}"/>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9220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823C1178-5B04-CF66-E075-2FBCCACA8468}"/>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6DDA60A3-7589-C2AF-8053-CC46FE398A5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1C1B51AB-5EB7-C08E-BDF1-57443DE2639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21CB7756-7C54-67B9-1999-CF29F6E54D3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6D6EC7D6-2DA2-038B-AB67-CC97181F8D8B}"/>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2513B476-655F-5EC8-04FF-AEBC22F2F85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CDE9A3B-7EF3-4421-6BAD-C02B0EA3AA2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17C091F0-5C88-FA7D-6F17-A23A82FBC7D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D94D1C5A-A36A-45EA-47CE-CB56C13D1344}"/>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137E0BD7-395F-23D7-F372-F7AFF2EE9005}"/>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7116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08EDC0FA-DFBE-151E-2A51-B239CE911172}"/>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6C973955-0E0B-E549-B201-FF0E78D8E8C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15823559-9D0D-36DB-1738-C9308CF99FE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843B1AC9-CF76-1759-4B8C-9183521C22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EC753BB8-7E80-00E3-AF29-285E5CEF0D04}"/>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6D940A4C-6B93-3B07-2D63-CFD9E8DA9F2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98788295-F6F2-A31B-899F-6E7F0A63887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3E543A3C-365D-EF43-0233-F4595BF5DCC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249FCA90-B6C6-4A36-9095-DD892D5DB04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AC12F568-A93F-D89A-BACB-2C3D52BCC006}"/>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8523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8FF7A6A3-7351-0DA5-B033-213EAA4F47BB}"/>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98783903-C2AC-2D9C-0630-94C2F480083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6174F01-0EF9-9C47-BF5F-25CEDA332A9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88F42C16-5AF7-85D1-363E-AFC5ADD360C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54A9D390-BB28-C2C3-54F2-E4236B7021AC}"/>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709A2D7A-6642-8681-61A5-C5C3AC8E97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F204434E-86CB-ABDB-78C2-1E30881E0AD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3BB9846-C401-126A-9352-85C204A2890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B2249F8D-D2EC-6447-7FB9-4B9680300DD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10CC0D8C-DEAA-822D-FE74-4913665F79F5}"/>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90041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7C3F939-EE5D-BDF8-1A3D-45B7B1F7E738}"/>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76400383-90D9-8906-A5D9-7D7EFA0C83D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0C7C4C04-EC47-EDE9-CC13-F743D7C0310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0FC997B8-2F13-BB44-57EE-B1CF5752552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E06F6D1B-77D6-C484-73A6-73A86195DE5F}"/>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A5DCCA4C-0829-251A-3128-8767BB7FF71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97B4A4E3-9ADE-912D-ACDD-25AC7513AE1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3F636CD-C79B-232E-A291-4CBA1188A7B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EABD42CF-4210-2309-6399-6A7067FE048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B57B0775-598E-100B-417D-A894C07F52C0}"/>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03628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2726346-D685-CFE1-AA1D-6319B55D3CDD}"/>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88E5E8C3-0541-CB5B-70AC-952F3F8E520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052BB76A-85D6-E56B-A2E4-2256BBD242E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378F262-662A-5A3E-CA05-0CB15FB4B14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557FEBCF-625F-473D-876E-156473E0CE4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10DFF019-C141-43E0-450C-7DFCBF9B853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94CF6B84-1CA9-D01B-9035-F9D69C62A1A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C651A160-D7AF-2AB7-6B67-0692655CF39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25776F0-9E91-0135-278C-2AEB4CB71FB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82420D-4205-FECB-357F-16408AEA328D}"/>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96774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A84EDA63-40A1-CBEC-241E-69BAB8B0585B}"/>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5BB9D7BD-B853-C7BB-FB4E-7211D2AD1CD9}"/>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800CF8F0-5AEC-08C1-3D34-3FD3D7556877}"/>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6EE1297-6E84-CBE4-CD0C-669145E75F23}"/>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323E0381-FAD4-1164-5A41-CE5D154C310C}"/>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1756AE4F-25D3-35B3-D790-7BA464B011F8}"/>
              </a:ext>
            </a:extLst>
          </p:cNvPr>
          <p:cNvSpPr txBox="1">
            <a:spLocks noChangeArrowheads="1"/>
          </p:cNvSpPr>
          <p:nvPr userDrawn="1"/>
        </p:nvSpPr>
        <p:spPr bwMode="auto">
          <a:xfrm rot="5400000">
            <a:off x="-2794793" y="3809206"/>
            <a:ext cx="5867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1564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E0D423-3DFC-A6ED-1B0D-108DBF35037C}"/>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616A3B90-AA63-395D-7CD7-3D5665ACB98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DA44EBF-0545-57DC-B01F-BC7D6AC52DB6}"/>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C98092AE-FC03-4318-B497-453862D6776E}" type="datetimeFigureOut">
              <a:rPr lang="en-US"/>
              <a:pPr>
                <a:defRPr/>
              </a:pPr>
              <a:t>5/18/2025</a:t>
            </a:fld>
            <a:endParaRPr lang="en-US"/>
          </a:p>
        </p:txBody>
      </p:sp>
      <p:sp>
        <p:nvSpPr>
          <p:cNvPr id="5" name="Footer Placeholder 4">
            <a:extLst>
              <a:ext uri="{FF2B5EF4-FFF2-40B4-BE49-F238E27FC236}">
                <a16:creationId xmlns:a16="http://schemas.microsoft.com/office/drawing/2014/main" id="{E784B2BE-B06F-3869-C7E6-375DD4893AF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6AE8B45B-4459-CB5C-6AE6-C4F1D53E46E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B9DF6CF7-576D-4A82-8D1B-E04852553F1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970" r:id="rId1"/>
    <p:sldLayoutId id="2147484971" r:id="rId2"/>
    <p:sldLayoutId id="2147484972" r:id="rId3"/>
    <p:sldLayoutId id="2147484973" r:id="rId4"/>
    <p:sldLayoutId id="2147484974" r:id="rId5"/>
    <p:sldLayoutId id="2147484975" r:id="rId6"/>
    <p:sldLayoutId id="2147484976" r:id="rId7"/>
    <p:sldLayoutId id="2147484977" r:id="rId8"/>
    <p:sldLayoutId id="2147484978" r:id="rId9"/>
    <p:sldLayoutId id="2147484979" r:id="rId10"/>
    <p:sldLayoutId id="2147484980" r:id="rId11"/>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2.jpe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4.jpe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28.jpe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30.jpe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28.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customXml" Target="../ink/ink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5">
            <a:extLst>
              <a:ext uri="{FF2B5EF4-FFF2-40B4-BE49-F238E27FC236}">
                <a16:creationId xmlns:a16="http://schemas.microsoft.com/office/drawing/2014/main" id="{A68A8886-DEE3-589F-DDE1-1C6B535038F9}"/>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53689203-902E-9D73-5144-AC5F5C975889}"/>
              </a:ext>
            </a:extLst>
          </p:cNvPr>
          <p:cNvSpPr>
            <a:spLocks noGrp="1"/>
          </p:cNvSpPr>
          <p:nvPr>
            <p:ph type="title"/>
          </p:nvPr>
        </p:nvSpPr>
        <p:spPr>
          <a:xfrm>
            <a:off x="1981200" y="3581400"/>
            <a:ext cx="5334000" cy="762000"/>
          </a:xfrm>
        </p:spPr>
        <p:txBody>
          <a:bodyPr/>
          <a:lstStyle/>
          <a:p>
            <a:pPr>
              <a:defRPr/>
            </a:pPr>
            <a:r>
              <a:rPr lang="en-US" dirty="0"/>
              <a:t>                                                    </a:t>
            </a:r>
            <a:br>
              <a:rPr lang="en-US" dirty="0"/>
            </a:br>
            <a:br>
              <a:rPr lang="en-US" dirty="0"/>
            </a:br>
            <a:br>
              <a:rPr lang="en-US" dirty="0"/>
            </a:br>
            <a:br>
              <a:rPr lang="en-US" dirty="0"/>
            </a:br>
            <a:r>
              <a:rPr lang="en-US" dirty="0"/>
              <a:t>Financial Criteria</a:t>
            </a:r>
            <a:br>
              <a:rPr lang="en-US" dirty="0"/>
            </a:br>
            <a:br>
              <a:rPr lang="en-US" dirty="0"/>
            </a:br>
            <a:r>
              <a:rPr lang="en-US" dirty="0"/>
              <a:t>Chapter 2, T1</a:t>
            </a:r>
            <a:br>
              <a:rPr lang="en-US" dirty="0"/>
            </a:br>
            <a:br>
              <a:rPr lang="en-US" sz="1800" dirty="0"/>
            </a:b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F0CD8-BC90-F464-FDF9-C43BE72E4D8D}"/>
              </a:ext>
            </a:extLst>
          </p:cNvPr>
          <p:cNvSpPr>
            <a:spLocks noGrp="1"/>
          </p:cNvSpPr>
          <p:nvPr>
            <p:ph sz="quarter" idx="10"/>
          </p:nvPr>
        </p:nvSpPr>
        <p:spPr/>
        <p:txBody>
          <a:bodyPr/>
          <a:lstStyle/>
          <a:p>
            <a:pPr eaLnBrk="1" hangingPunct="1">
              <a:spcBef>
                <a:spcPct val="0"/>
              </a:spcBef>
              <a:buFont typeface="Arial" charset="0"/>
              <a:buNone/>
              <a:defRPr/>
            </a:pPr>
            <a:r>
              <a:rPr lang="en-IN" dirty="0">
                <a:latin typeface="Arial" charset="0"/>
                <a:cs typeface="Arial" charset="0"/>
              </a:rPr>
              <a:t>AE/DE/MM/ES/POM ZG523-Merged</a:t>
            </a:r>
          </a:p>
          <a:p>
            <a:pPr eaLnBrk="1" hangingPunct="1">
              <a:spcBef>
                <a:spcPct val="0"/>
              </a:spcBef>
              <a:buFont typeface="Arial" charset="0"/>
              <a:buNone/>
              <a:defRPr/>
            </a:pPr>
            <a:r>
              <a:rPr lang="en-IN" dirty="0">
                <a:latin typeface="Arial" charset="0"/>
                <a:cs typeface="Arial" charset="0"/>
              </a:rPr>
              <a:t>Project Management</a:t>
            </a: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r>
              <a:rPr lang="en-US" dirty="0">
                <a:latin typeface="Arial" charset="0"/>
                <a:cs typeface="Arial" charset="0"/>
              </a:rPr>
              <a:t>Lecture No. 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9053D1-7D2B-F044-F38A-ACB6661BC919}"/>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650B398-F65E-2747-DE1E-6805C8F05673}"/>
                  </a:ext>
                </a:extLst>
              </p14:cNvPr>
              <p14:cNvContentPartPr/>
              <p14:nvPr/>
            </p14:nvContentPartPr>
            <p14:xfrm>
              <a:off x="1412280" y="1464120"/>
              <a:ext cx="7554600" cy="5168160"/>
            </p14:xfrm>
          </p:contentPart>
        </mc:Choice>
        <mc:Fallback>
          <p:pic>
            <p:nvPicPr>
              <p:cNvPr id="3" name="Ink 2">
                <a:extLst>
                  <a:ext uri="{FF2B5EF4-FFF2-40B4-BE49-F238E27FC236}">
                    <a16:creationId xmlns:a16="http://schemas.microsoft.com/office/drawing/2014/main" id="{1650B398-F65E-2747-DE1E-6805C8F05673}"/>
                  </a:ext>
                </a:extLst>
              </p:cNvPr>
              <p:cNvPicPr/>
              <p:nvPr/>
            </p:nvPicPr>
            <p:blipFill>
              <a:blip r:embed="rId3"/>
              <a:stretch>
                <a:fillRect/>
              </a:stretch>
            </p:blipFill>
            <p:spPr>
              <a:xfrm>
                <a:off x="1402920" y="1454760"/>
                <a:ext cx="7573320" cy="518688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805D40-EF09-89C7-8332-611F8A21300C}"/>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ED700BF-252A-7385-C925-07C777B6F3CD}"/>
                  </a:ext>
                </a:extLst>
              </p14:cNvPr>
              <p14:cNvContentPartPr/>
              <p14:nvPr/>
            </p14:nvContentPartPr>
            <p14:xfrm>
              <a:off x="269280" y="898560"/>
              <a:ext cx="8776440" cy="5586840"/>
            </p14:xfrm>
          </p:contentPart>
        </mc:Choice>
        <mc:Fallback>
          <p:pic>
            <p:nvPicPr>
              <p:cNvPr id="3" name="Ink 2">
                <a:extLst>
                  <a:ext uri="{FF2B5EF4-FFF2-40B4-BE49-F238E27FC236}">
                    <a16:creationId xmlns:a16="http://schemas.microsoft.com/office/drawing/2014/main" id="{DED700BF-252A-7385-C925-07C777B6F3CD}"/>
                  </a:ext>
                </a:extLst>
              </p:cNvPr>
              <p:cNvPicPr/>
              <p:nvPr/>
            </p:nvPicPr>
            <p:blipFill>
              <a:blip r:embed="rId3"/>
              <a:stretch>
                <a:fillRect/>
              </a:stretch>
            </p:blipFill>
            <p:spPr>
              <a:xfrm>
                <a:off x="259920" y="889200"/>
                <a:ext cx="8795160" cy="56055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EE73A0-162D-21D0-1C07-6AFD845FE6A0}"/>
              </a:ext>
            </a:extLst>
          </p:cNvPr>
          <p:cNvSpPr>
            <a:spLocks noGrp="1"/>
          </p:cNvSpPr>
          <p:nvPr>
            <p:ph sz="quarter" idx="10"/>
          </p:nvPr>
        </p:nvSpPr>
        <p:spPr/>
        <p:txBody>
          <a:bodyPr/>
          <a:lstStyle/>
          <a:p>
            <a:pPr>
              <a:defRPr/>
            </a:pP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0A25E8-9D95-E4DE-1E04-57CAC327948A}"/>
              </a:ext>
            </a:extLst>
          </p:cNvPr>
          <p:cNvSpPr>
            <a:spLocks noGrp="1"/>
          </p:cNvSpPr>
          <p:nvPr>
            <p:ph sz="quarter" idx="10"/>
          </p:nvPr>
        </p:nvSpPr>
        <p:spPr/>
        <p:txBody>
          <a:bodyPr/>
          <a:lstStyle/>
          <a:p>
            <a:pPr>
              <a:defRPr/>
            </a:pP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A07126FC-081E-F863-62FC-EDE96EC965BC}"/>
              </a:ext>
            </a:extLst>
          </p:cNvPr>
          <p:cNvSpPr>
            <a:spLocks noGrp="1"/>
          </p:cNvSpPr>
          <p:nvPr>
            <p:ph idx="1"/>
          </p:nvPr>
        </p:nvSpPr>
        <p:spPr>
          <a:xfrm>
            <a:off x="304800" y="1493838"/>
            <a:ext cx="8229600" cy="4525962"/>
          </a:xfrm>
        </p:spPr>
        <p:txBody>
          <a:bodyPr/>
          <a:lstStyle/>
          <a:p>
            <a:pPr fontAlgn="base">
              <a:spcAft>
                <a:spcPct val="0"/>
              </a:spcAft>
            </a:pPr>
            <a:r>
              <a:rPr lang="en-US" altLang="en-US"/>
              <a:t>BENEFIT COST RATIO (BCR) = (PVB) / I</a:t>
            </a:r>
          </a:p>
          <a:p>
            <a:pPr fontAlgn="base">
              <a:spcAft>
                <a:spcPct val="0"/>
              </a:spcAft>
            </a:pPr>
            <a:r>
              <a:rPr lang="en-US" altLang="en-US"/>
              <a:t>PVB = PRESENT VALUE OF BENEFITS</a:t>
            </a:r>
          </a:p>
          <a:p>
            <a:pPr fontAlgn="base">
              <a:spcAft>
                <a:spcPct val="0"/>
              </a:spcAft>
            </a:pPr>
            <a:r>
              <a:rPr lang="en-US" altLang="en-US"/>
              <a:t>I = INITIAL INVESTMENT</a:t>
            </a:r>
          </a:p>
          <a:p>
            <a:pPr fontAlgn="base">
              <a:spcAft>
                <a:spcPct val="0"/>
              </a:spcAft>
            </a:pPr>
            <a:endParaRPr lang="en-US" altLang="en-US"/>
          </a:p>
          <a:p>
            <a:pPr fontAlgn="base">
              <a:spcAft>
                <a:spcPct val="0"/>
              </a:spcAft>
            </a:pPr>
            <a:r>
              <a:rPr lang="en-US" altLang="en-US"/>
              <a:t>NET BENEFIT COST RATIO (NBCR) = BCR – 1 (NPV / I)</a:t>
            </a:r>
          </a:p>
          <a:p>
            <a:pPr fontAlgn="base">
              <a:spcAft>
                <a:spcPct val="0"/>
              </a:spcAft>
            </a:pPr>
            <a:endParaRPr lang="en-US" altLang="en-US"/>
          </a:p>
          <a:p>
            <a:pPr fontAlgn="base">
              <a:spcAft>
                <a:spcPct val="0"/>
              </a:spcAft>
            </a:pPr>
            <a:r>
              <a:rPr lang="en-US" altLang="en-US" u="sng"/>
              <a:t>BCR                      NBCR               RULE</a:t>
            </a:r>
          </a:p>
          <a:p>
            <a:pPr fontAlgn="base">
              <a:spcAft>
                <a:spcPct val="0"/>
              </a:spcAft>
            </a:pPr>
            <a:r>
              <a:rPr lang="en-US" altLang="en-US"/>
              <a:t>&gt; 1                        &gt; 0                    ACCEPT</a:t>
            </a:r>
          </a:p>
          <a:p>
            <a:pPr fontAlgn="base">
              <a:spcAft>
                <a:spcPct val="0"/>
              </a:spcAft>
            </a:pPr>
            <a:r>
              <a:rPr lang="en-US" altLang="en-US"/>
              <a:t>= 1                        = 0                    INDIFFERENT</a:t>
            </a:r>
          </a:p>
          <a:p>
            <a:pPr fontAlgn="base">
              <a:spcAft>
                <a:spcPct val="0"/>
              </a:spcAft>
            </a:pPr>
            <a:r>
              <a:rPr lang="en-US" altLang="en-US"/>
              <a:t>&lt; 1                        &lt; 0                    REJECT     </a:t>
            </a:r>
          </a:p>
          <a:p>
            <a:pPr fontAlgn="base">
              <a:spcAft>
                <a:spcPct val="0"/>
              </a:spcAft>
            </a:pPr>
            <a:endParaRPr lang="en-US" altLang="en-US"/>
          </a:p>
        </p:txBody>
      </p:sp>
      <p:sp>
        <p:nvSpPr>
          <p:cNvPr id="4" name="Content Placeholder 3">
            <a:extLst>
              <a:ext uri="{FF2B5EF4-FFF2-40B4-BE49-F238E27FC236}">
                <a16:creationId xmlns:a16="http://schemas.microsoft.com/office/drawing/2014/main" id="{54206B6C-DCD6-3F1E-1C86-4A6238E1ADD1}"/>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BENEFIT COST RATIO</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AD7C9DC-CE0B-EBDA-C49A-CF461555EA76}"/>
                  </a:ext>
                </a:extLst>
              </p14:cNvPr>
              <p14:cNvContentPartPr/>
              <p14:nvPr/>
            </p14:nvContentPartPr>
            <p14:xfrm>
              <a:off x="4020840" y="916920"/>
              <a:ext cx="4989600" cy="4783320"/>
            </p14:xfrm>
          </p:contentPart>
        </mc:Choice>
        <mc:Fallback>
          <p:pic>
            <p:nvPicPr>
              <p:cNvPr id="2" name="Ink 1">
                <a:extLst>
                  <a:ext uri="{FF2B5EF4-FFF2-40B4-BE49-F238E27FC236}">
                    <a16:creationId xmlns:a16="http://schemas.microsoft.com/office/drawing/2014/main" id="{6AD7C9DC-CE0B-EBDA-C49A-CF461555EA76}"/>
                  </a:ext>
                </a:extLst>
              </p:cNvPr>
              <p:cNvPicPr/>
              <p:nvPr/>
            </p:nvPicPr>
            <p:blipFill>
              <a:blip r:embed="rId3"/>
              <a:stretch>
                <a:fillRect/>
              </a:stretch>
            </p:blipFill>
            <p:spPr>
              <a:xfrm>
                <a:off x="4011480" y="907560"/>
                <a:ext cx="5008320" cy="48020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8EE86929-2021-74B8-DE62-BE20546AE055}"/>
              </a:ext>
            </a:extLst>
          </p:cNvPr>
          <p:cNvSpPr>
            <a:spLocks noGrp="1"/>
          </p:cNvSpPr>
          <p:nvPr>
            <p:ph idx="1"/>
          </p:nvPr>
        </p:nvSpPr>
        <p:spPr>
          <a:xfrm>
            <a:off x="304800" y="1493838"/>
            <a:ext cx="8229600" cy="4525962"/>
          </a:xfrm>
        </p:spPr>
        <p:txBody>
          <a:bodyPr/>
          <a:lstStyle/>
          <a:p>
            <a:pPr fontAlgn="base">
              <a:spcAft>
                <a:spcPct val="0"/>
              </a:spcAft>
            </a:pPr>
            <a:r>
              <a:rPr lang="en-US" altLang="en-US"/>
              <a:t>INITIAL INVESTMENT (I) : 100,000</a:t>
            </a:r>
          </a:p>
          <a:p>
            <a:pPr fontAlgn="base">
              <a:spcAft>
                <a:spcPct val="0"/>
              </a:spcAft>
            </a:pPr>
            <a:r>
              <a:rPr lang="en-US" altLang="en-US"/>
              <a:t>  </a:t>
            </a:r>
            <a:r>
              <a:rPr lang="en-US" altLang="en-US" u="sng"/>
              <a:t>Year       Cashflow</a:t>
            </a:r>
          </a:p>
          <a:p>
            <a:pPr fontAlgn="base">
              <a:spcAft>
                <a:spcPct val="0"/>
              </a:spcAft>
            </a:pPr>
            <a:r>
              <a:rPr lang="en-US" altLang="en-US"/>
              <a:t>YEAR 1      25,000</a:t>
            </a:r>
          </a:p>
          <a:p>
            <a:pPr fontAlgn="base">
              <a:spcAft>
                <a:spcPct val="0"/>
              </a:spcAft>
            </a:pPr>
            <a:r>
              <a:rPr lang="en-US" altLang="en-US"/>
              <a:t>YEAR 2      40,000</a:t>
            </a:r>
          </a:p>
          <a:p>
            <a:pPr fontAlgn="base">
              <a:spcAft>
                <a:spcPct val="0"/>
              </a:spcAft>
            </a:pPr>
            <a:r>
              <a:rPr lang="en-US" altLang="en-US"/>
              <a:t>YEAR 3      40,000     </a:t>
            </a:r>
            <a:r>
              <a:rPr lang="en-US" altLang="en-US" sz="2000"/>
              <a:t>{25000 / (1.12)</a:t>
            </a:r>
            <a:r>
              <a:rPr lang="en-US" altLang="en-US" sz="2000" baseline="30000"/>
              <a:t>1</a:t>
            </a:r>
            <a:r>
              <a:rPr lang="en-US" altLang="en-US" sz="2000"/>
              <a:t>}                    {40000 / (1.12)</a:t>
            </a:r>
            <a:r>
              <a:rPr lang="en-US" altLang="en-US" sz="2000" baseline="30000"/>
              <a:t>3</a:t>
            </a:r>
            <a:r>
              <a:rPr lang="en-US" altLang="en-US" sz="2000"/>
              <a:t>}</a:t>
            </a:r>
            <a:endParaRPr lang="en-US" altLang="en-US" sz="2000" baseline="30000"/>
          </a:p>
          <a:p>
            <a:pPr fontAlgn="base">
              <a:spcAft>
                <a:spcPct val="0"/>
              </a:spcAft>
            </a:pPr>
            <a:r>
              <a:rPr lang="en-US" altLang="en-US"/>
              <a:t>YEAR 4      50,000               </a:t>
            </a:r>
            <a:r>
              <a:rPr lang="en-US" altLang="en-US" sz="2000"/>
              <a:t>{40000 / (1.12)</a:t>
            </a:r>
            <a:r>
              <a:rPr lang="en-US" altLang="en-US" sz="2000" baseline="30000"/>
              <a:t>2</a:t>
            </a:r>
            <a:r>
              <a:rPr lang="en-US" altLang="en-US" sz="2000"/>
              <a:t>}</a:t>
            </a:r>
            <a:r>
              <a:rPr lang="en-US" altLang="en-US" sz="2000" baseline="30000"/>
              <a:t>     </a:t>
            </a:r>
          </a:p>
          <a:p>
            <a:pPr fontAlgn="base">
              <a:spcAft>
                <a:spcPct val="0"/>
              </a:spcAft>
            </a:pPr>
            <a:r>
              <a:rPr lang="en-US" altLang="en-US"/>
              <a:t>BCR = PVB / I     r = 12%                               </a:t>
            </a:r>
            <a:r>
              <a:rPr lang="en-US" altLang="en-US" sz="2000"/>
              <a:t>{50000 / (1.12)</a:t>
            </a:r>
            <a:r>
              <a:rPr lang="en-US" altLang="en-US" sz="2000" baseline="30000"/>
              <a:t>4</a:t>
            </a:r>
            <a:r>
              <a:rPr lang="en-US" altLang="en-US" sz="2000"/>
              <a:t>}</a:t>
            </a:r>
            <a:r>
              <a:rPr lang="en-US" altLang="en-US" sz="2000" baseline="30000"/>
              <a:t>        </a:t>
            </a:r>
          </a:p>
          <a:p>
            <a:pPr fontAlgn="base">
              <a:spcAft>
                <a:spcPct val="0"/>
              </a:spcAft>
            </a:pPr>
            <a:r>
              <a:rPr lang="en-US" altLang="en-US"/>
              <a:t>PVB = 22,321.43+31,887.76+28,471.21+31,775.90 </a:t>
            </a:r>
          </a:p>
          <a:p>
            <a:pPr fontAlgn="base">
              <a:spcAft>
                <a:spcPct val="0"/>
              </a:spcAft>
            </a:pPr>
            <a:r>
              <a:rPr lang="en-US" altLang="en-US"/>
              <a:t>        =  1,14,456.30</a:t>
            </a:r>
          </a:p>
          <a:p>
            <a:pPr fontAlgn="base">
              <a:spcAft>
                <a:spcPct val="0"/>
              </a:spcAft>
            </a:pPr>
            <a:r>
              <a:rPr lang="en-US" altLang="en-US"/>
              <a:t>BCR = PVB / I = 114456.30 / 100000 = 1.14456 = 1.145     NBCR = BCR – 1 = 0.145 {(114456.30–100000)/100000}</a:t>
            </a:r>
          </a:p>
          <a:p>
            <a:pPr fontAlgn="base">
              <a:spcAft>
                <a:spcPct val="0"/>
              </a:spcAft>
            </a:pPr>
            <a:endParaRPr lang="en-US" altLang="en-US"/>
          </a:p>
        </p:txBody>
      </p:sp>
      <p:sp>
        <p:nvSpPr>
          <p:cNvPr id="4" name="Content Placeholder 3">
            <a:extLst>
              <a:ext uri="{FF2B5EF4-FFF2-40B4-BE49-F238E27FC236}">
                <a16:creationId xmlns:a16="http://schemas.microsoft.com/office/drawing/2014/main" id="{38A08EDF-3AA4-34F6-9A24-98EBA44CF40C}"/>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EXAMPLE 2</a:t>
            </a:r>
          </a:p>
        </p:txBody>
      </p:sp>
      <p:cxnSp>
        <p:nvCxnSpPr>
          <p:cNvPr id="6" name="Straight Arrow Connector 5">
            <a:extLst>
              <a:ext uri="{FF2B5EF4-FFF2-40B4-BE49-F238E27FC236}">
                <a16:creationId xmlns:a16="http://schemas.microsoft.com/office/drawing/2014/main" id="{25C70C84-9D9A-1BAC-BCD3-0E44B74E9AF1}"/>
              </a:ext>
            </a:extLst>
          </p:cNvPr>
          <p:cNvCxnSpPr/>
          <p:nvPr/>
        </p:nvCxnSpPr>
        <p:spPr>
          <a:xfrm flipV="1">
            <a:off x="1981200" y="3657600"/>
            <a:ext cx="17526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E69AB94-47B2-1DAD-226D-5137C4E700BF}"/>
              </a:ext>
            </a:extLst>
          </p:cNvPr>
          <p:cNvCxnSpPr/>
          <p:nvPr/>
        </p:nvCxnSpPr>
        <p:spPr>
          <a:xfrm flipV="1">
            <a:off x="3810000" y="3962400"/>
            <a:ext cx="12192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B6772C1-16BB-29A4-0FA9-CC6D45F611BB}"/>
              </a:ext>
            </a:extLst>
          </p:cNvPr>
          <p:cNvCxnSpPr/>
          <p:nvPr/>
        </p:nvCxnSpPr>
        <p:spPr>
          <a:xfrm flipV="1">
            <a:off x="6553200" y="4495800"/>
            <a:ext cx="533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535B720-6206-0A88-1ADD-8CA24A2FC0A2}"/>
              </a:ext>
            </a:extLst>
          </p:cNvPr>
          <p:cNvCxnSpPr/>
          <p:nvPr/>
        </p:nvCxnSpPr>
        <p:spPr>
          <a:xfrm flipV="1">
            <a:off x="5334000" y="3581400"/>
            <a:ext cx="16764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AE7A094-AF8D-B6E7-A01A-4DBA49F67D8D}"/>
                  </a:ext>
                </a:extLst>
              </p14:cNvPr>
              <p14:cNvContentPartPr/>
              <p14:nvPr/>
            </p14:nvContentPartPr>
            <p14:xfrm>
              <a:off x="1434240" y="1740960"/>
              <a:ext cx="7500240" cy="4730040"/>
            </p14:xfrm>
          </p:contentPart>
        </mc:Choice>
        <mc:Fallback>
          <p:pic>
            <p:nvPicPr>
              <p:cNvPr id="2" name="Ink 1">
                <a:extLst>
                  <a:ext uri="{FF2B5EF4-FFF2-40B4-BE49-F238E27FC236}">
                    <a16:creationId xmlns:a16="http://schemas.microsoft.com/office/drawing/2014/main" id="{BAE7A094-AF8D-B6E7-A01A-4DBA49F67D8D}"/>
                  </a:ext>
                </a:extLst>
              </p:cNvPr>
              <p:cNvPicPr/>
              <p:nvPr/>
            </p:nvPicPr>
            <p:blipFill>
              <a:blip r:embed="rId3"/>
              <a:stretch>
                <a:fillRect/>
              </a:stretch>
            </p:blipFill>
            <p:spPr>
              <a:xfrm>
                <a:off x="1424880" y="1731600"/>
                <a:ext cx="7518960" cy="47487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1">
            <a:extLst>
              <a:ext uri="{FF2B5EF4-FFF2-40B4-BE49-F238E27FC236}">
                <a16:creationId xmlns:a16="http://schemas.microsoft.com/office/drawing/2014/main" id="{9086FA70-7349-4C05-2B5F-9662BF2A7DF2}"/>
              </a:ext>
            </a:extLst>
          </p:cNvPr>
          <p:cNvSpPr>
            <a:spLocks noGrp="1"/>
          </p:cNvSpPr>
          <p:nvPr>
            <p:ph idx="1"/>
          </p:nvPr>
        </p:nvSpPr>
        <p:spPr>
          <a:xfrm>
            <a:off x="304800" y="1493838"/>
            <a:ext cx="8229600" cy="4525962"/>
          </a:xfrm>
        </p:spPr>
        <p:txBody>
          <a:bodyPr/>
          <a:lstStyle/>
          <a:p>
            <a:pPr fontAlgn="base">
              <a:spcAft>
                <a:spcPct val="0"/>
              </a:spcAft>
            </a:pPr>
            <a:r>
              <a:rPr lang="en-US" altLang="en-US"/>
              <a:t>IRR is defined as that value of discount rate, which would make the NPV of the project equal to zero.</a:t>
            </a:r>
          </a:p>
          <a:p>
            <a:pPr fontAlgn="base">
              <a:spcAft>
                <a:spcPct val="0"/>
              </a:spcAft>
            </a:pPr>
            <a:endParaRPr lang="en-US" altLang="en-US"/>
          </a:p>
          <a:p>
            <a:pPr fontAlgn="base">
              <a:spcAft>
                <a:spcPct val="0"/>
              </a:spcAft>
            </a:pPr>
            <a:r>
              <a:rPr lang="en-US" altLang="en-US"/>
              <a:t>If the value of IRR is higher than a certain rate specified by the Organization (often called “hurdle rate”), the project is accepted and if it is lower, the project is rejected.</a:t>
            </a:r>
          </a:p>
          <a:p>
            <a:pPr fontAlgn="base">
              <a:spcAft>
                <a:spcPct val="0"/>
              </a:spcAft>
            </a:pPr>
            <a:endParaRPr lang="en-US" altLang="en-US"/>
          </a:p>
          <a:p>
            <a:pPr fontAlgn="base">
              <a:spcAft>
                <a:spcPct val="0"/>
              </a:spcAft>
            </a:pPr>
            <a:r>
              <a:rPr lang="en-US" altLang="en-US"/>
              <a:t>The hurdle rate is usually based on the WACC.</a:t>
            </a:r>
          </a:p>
        </p:txBody>
      </p:sp>
      <p:sp>
        <p:nvSpPr>
          <p:cNvPr id="3" name="Content Placeholder 2">
            <a:extLst>
              <a:ext uri="{FF2B5EF4-FFF2-40B4-BE49-F238E27FC236}">
                <a16:creationId xmlns:a16="http://schemas.microsoft.com/office/drawing/2014/main" id="{67EDC052-C644-D8B4-017C-AE5320C560AF}"/>
              </a:ext>
            </a:extLst>
          </p:cNvPr>
          <p:cNvSpPr>
            <a:spLocks noGrp="1"/>
          </p:cNvSpPr>
          <p:nvPr>
            <p:ph sz="quarter" idx="10"/>
          </p:nvPr>
        </p:nvSpPr>
        <p:spPr/>
        <p:txBody>
          <a:bodyPr/>
          <a:lstStyle/>
          <a:p>
            <a:pPr>
              <a:buFont typeface="Arial" charset="0"/>
              <a:buNone/>
              <a:defRPr/>
            </a:pPr>
            <a:r>
              <a:rPr lang="en-US" dirty="0"/>
              <a:t>IRR Method</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0F8B054-D82E-663F-9577-ABA7632C16F5}"/>
                  </a:ext>
                </a:extLst>
              </p14:cNvPr>
              <p14:cNvContentPartPr/>
              <p14:nvPr/>
            </p14:nvContentPartPr>
            <p14:xfrm>
              <a:off x="1400040" y="4856040"/>
              <a:ext cx="6052680" cy="1370160"/>
            </p14:xfrm>
          </p:contentPart>
        </mc:Choice>
        <mc:Fallback>
          <p:pic>
            <p:nvPicPr>
              <p:cNvPr id="2" name="Ink 1">
                <a:extLst>
                  <a:ext uri="{FF2B5EF4-FFF2-40B4-BE49-F238E27FC236}">
                    <a16:creationId xmlns:a16="http://schemas.microsoft.com/office/drawing/2014/main" id="{30F8B054-D82E-663F-9577-ABA7632C16F5}"/>
                  </a:ext>
                </a:extLst>
              </p:cNvPr>
              <p:cNvPicPr/>
              <p:nvPr/>
            </p:nvPicPr>
            <p:blipFill>
              <a:blip r:embed="rId3"/>
              <a:stretch>
                <a:fillRect/>
              </a:stretch>
            </p:blipFill>
            <p:spPr>
              <a:xfrm>
                <a:off x="1390680" y="4846680"/>
                <a:ext cx="6071400" cy="1388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D976877-B43F-0AF3-B0B9-4A9A7D9B1266}"/>
                  </a:ext>
                </a:extLst>
              </p14:cNvPr>
              <p14:cNvContentPartPr/>
              <p14:nvPr/>
            </p14:nvContentPartPr>
            <p14:xfrm>
              <a:off x="1434960" y="4761720"/>
              <a:ext cx="5707800" cy="1684440"/>
            </p14:xfrm>
          </p:contentPart>
        </mc:Choice>
        <mc:Fallback>
          <p:pic>
            <p:nvPicPr>
              <p:cNvPr id="4" name="Ink 3">
                <a:extLst>
                  <a:ext uri="{FF2B5EF4-FFF2-40B4-BE49-F238E27FC236}">
                    <a16:creationId xmlns:a16="http://schemas.microsoft.com/office/drawing/2014/main" id="{5D976877-B43F-0AF3-B0B9-4A9A7D9B1266}"/>
                  </a:ext>
                </a:extLst>
              </p:cNvPr>
              <p:cNvPicPr/>
              <p:nvPr/>
            </p:nvPicPr>
            <p:blipFill>
              <a:blip r:embed="rId5"/>
              <a:stretch>
                <a:fillRect/>
              </a:stretch>
            </p:blipFill>
            <p:spPr>
              <a:xfrm>
                <a:off x="1425600" y="4752360"/>
                <a:ext cx="5726520" cy="170316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CECD12-917F-E088-8BEB-911808EE1791}"/>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C1C0DB5-27E5-B9A3-C608-50AF764B376B}"/>
                  </a:ext>
                </a:extLst>
              </p14:cNvPr>
              <p14:cNvContentPartPr/>
              <p14:nvPr/>
            </p14:nvContentPartPr>
            <p14:xfrm>
              <a:off x="258480" y="726120"/>
              <a:ext cx="8764560" cy="5763240"/>
            </p14:xfrm>
          </p:contentPart>
        </mc:Choice>
        <mc:Fallback>
          <p:pic>
            <p:nvPicPr>
              <p:cNvPr id="3" name="Ink 2">
                <a:extLst>
                  <a:ext uri="{FF2B5EF4-FFF2-40B4-BE49-F238E27FC236}">
                    <a16:creationId xmlns:a16="http://schemas.microsoft.com/office/drawing/2014/main" id="{FC1C0DB5-27E5-B9A3-C608-50AF764B376B}"/>
                  </a:ext>
                </a:extLst>
              </p:cNvPr>
              <p:cNvPicPr/>
              <p:nvPr/>
            </p:nvPicPr>
            <p:blipFill>
              <a:blip r:embed="rId3"/>
              <a:stretch>
                <a:fillRect/>
              </a:stretch>
            </p:blipFill>
            <p:spPr>
              <a:xfrm>
                <a:off x="249120" y="716760"/>
                <a:ext cx="8783280" cy="57819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E5B7A2-02D7-A34A-4C3D-C59DFD6E6DFC}"/>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DA35FCB-083E-884F-3CDE-DD641EEE8F25}"/>
                  </a:ext>
                </a:extLst>
              </p14:cNvPr>
              <p14:cNvContentPartPr/>
              <p14:nvPr/>
            </p14:nvContentPartPr>
            <p14:xfrm>
              <a:off x="308880" y="962640"/>
              <a:ext cx="8190360" cy="5411160"/>
            </p14:xfrm>
          </p:contentPart>
        </mc:Choice>
        <mc:Fallback>
          <p:pic>
            <p:nvPicPr>
              <p:cNvPr id="3" name="Ink 2">
                <a:extLst>
                  <a:ext uri="{FF2B5EF4-FFF2-40B4-BE49-F238E27FC236}">
                    <a16:creationId xmlns:a16="http://schemas.microsoft.com/office/drawing/2014/main" id="{1DA35FCB-083E-884F-3CDE-DD641EEE8F25}"/>
                  </a:ext>
                </a:extLst>
              </p:cNvPr>
              <p:cNvPicPr/>
              <p:nvPr/>
            </p:nvPicPr>
            <p:blipFill>
              <a:blip r:embed="rId3"/>
              <a:stretch>
                <a:fillRect/>
              </a:stretch>
            </p:blipFill>
            <p:spPr>
              <a:xfrm>
                <a:off x="299520" y="953280"/>
                <a:ext cx="8209080" cy="54298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CF5C83-3716-24CC-639D-CFA8EEDF3DF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B813E24-9BDA-FEF6-CD49-BCFD12153112}"/>
                  </a:ext>
                </a:extLst>
              </p14:cNvPr>
              <p14:cNvContentPartPr/>
              <p14:nvPr/>
            </p14:nvContentPartPr>
            <p14:xfrm>
              <a:off x="302400" y="864000"/>
              <a:ext cx="8580240" cy="5531040"/>
            </p14:xfrm>
          </p:contentPart>
        </mc:Choice>
        <mc:Fallback>
          <p:pic>
            <p:nvPicPr>
              <p:cNvPr id="3" name="Ink 2">
                <a:extLst>
                  <a:ext uri="{FF2B5EF4-FFF2-40B4-BE49-F238E27FC236}">
                    <a16:creationId xmlns:a16="http://schemas.microsoft.com/office/drawing/2014/main" id="{EB813E24-9BDA-FEF6-CD49-BCFD12153112}"/>
                  </a:ext>
                </a:extLst>
              </p:cNvPr>
              <p:cNvPicPr/>
              <p:nvPr/>
            </p:nvPicPr>
            <p:blipFill>
              <a:blip r:embed="rId3"/>
              <a:stretch>
                <a:fillRect/>
              </a:stretch>
            </p:blipFill>
            <p:spPr>
              <a:xfrm>
                <a:off x="293040" y="854640"/>
                <a:ext cx="8598960" cy="554976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4C44335A-3E01-30CF-74B7-892B169AC090}"/>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sz="2800"/>
              <a:t>It Takes Into Account Time Value Of Money</a:t>
            </a:r>
          </a:p>
          <a:p>
            <a:pPr algn="just" fontAlgn="base">
              <a:spcAft>
                <a:spcPct val="0"/>
              </a:spcAft>
              <a:buFont typeface="Arial" pitchFamily="34" charset="0"/>
              <a:buChar char="•"/>
            </a:pPr>
            <a:r>
              <a:rPr lang="en-US" altLang="en-US" sz="2800"/>
              <a:t>Cash Flows Are Converted To Their Present Values By Applying Discounting Factors</a:t>
            </a:r>
          </a:p>
          <a:p>
            <a:pPr algn="just" fontAlgn="base">
              <a:spcAft>
                <a:spcPct val="0"/>
              </a:spcAft>
              <a:buFont typeface="Arial" pitchFamily="34" charset="0"/>
              <a:buChar char="•"/>
            </a:pPr>
            <a:r>
              <a:rPr lang="en-US" altLang="en-US" sz="2800"/>
              <a:t>Find The Cumulative Net Cash Flow After Discounting Till We Get Positive Value</a:t>
            </a:r>
          </a:p>
          <a:p>
            <a:pPr algn="just" fontAlgn="base">
              <a:spcAft>
                <a:spcPct val="0"/>
              </a:spcAft>
              <a:buFont typeface="Arial" pitchFamily="34" charset="0"/>
              <a:buChar char="•"/>
            </a:pPr>
            <a:r>
              <a:rPr lang="en-US" altLang="en-US" sz="2800"/>
              <a:t>The Corresponding Period Shows The Discounted Payback Period</a:t>
            </a:r>
          </a:p>
          <a:p>
            <a:pPr fontAlgn="base">
              <a:spcAft>
                <a:spcPct val="0"/>
              </a:spcAft>
            </a:pPr>
            <a:endParaRPr lang="en-US" altLang="en-US"/>
          </a:p>
        </p:txBody>
      </p:sp>
      <p:sp>
        <p:nvSpPr>
          <p:cNvPr id="4" name="Content Placeholder 3">
            <a:extLst>
              <a:ext uri="{FF2B5EF4-FFF2-40B4-BE49-F238E27FC236}">
                <a16:creationId xmlns:a16="http://schemas.microsoft.com/office/drawing/2014/main" id="{978FDDB0-34C3-9B90-A321-BFC81F2308D0}"/>
              </a:ext>
            </a:extLst>
          </p:cNvPr>
          <p:cNvSpPr>
            <a:spLocks noGrp="1"/>
          </p:cNvSpPr>
          <p:nvPr>
            <p:ph sz="quarter" idx="10"/>
          </p:nvPr>
        </p:nvSpPr>
        <p:spPr/>
        <p:txBody>
          <a:bodyPr rtlCol="0"/>
          <a:lstStyle/>
          <a:p>
            <a:pPr eaLnBrk="1" fontAlgn="auto" hangingPunct="1">
              <a:spcAft>
                <a:spcPts val="0"/>
              </a:spcAft>
              <a:buFont typeface="Arial" charset="0"/>
              <a:buNone/>
              <a:defRPr/>
            </a:pPr>
            <a:r>
              <a:rPr lang="en-US" u="sng" dirty="0"/>
              <a:t>DISCOUNTED</a:t>
            </a:r>
            <a:r>
              <a:rPr lang="en-US" dirty="0"/>
              <a:t> PAYBACK PERIOD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71A508FE-26C1-6E61-5DF5-88C6F7C1A937}"/>
              </a:ext>
            </a:extLst>
          </p:cNvPr>
          <p:cNvSpPr>
            <a:spLocks noGrp="1"/>
          </p:cNvSpPr>
          <p:nvPr>
            <p:ph idx="1"/>
          </p:nvPr>
        </p:nvSpPr>
        <p:spPr>
          <a:xfrm>
            <a:off x="304800" y="1493838"/>
            <a:ext cx="8229600" cy="4525962"/>
          </a:xfrm>
        </p:spPr>
        <p:txBody>
          <a:bodyPr/>
          <a:lstStyle/>
          <a:p>
            <a:pPr fontAlgn="base">
              <a:spcAft>
                <a:spcPct val="0"/>
              </a:spcAft>
            </a:pPr>
            <a:r>
              <a:rPr lang="en-US" altLang="en-US"/>
              <a:t>YEAR      CASH FLOW    PRESENT VALUE  CUM.</a:t>
            </a:r>
          </a:p>
          <a:p>
            <a:pPr fontAlgn="base">
              <a:spcAft>
                <a:spcPct val="0"/>
              </a:spcAft>
            </a:pPr>
            <a:r>
              <a:rPr lang="en-US" altLang="en-US"/>
              <a:t>     0              -10000             -10000               -10000</a:t>
            </a:r>
          </a:p>
          <a:p>
            <a:pPr fontAlgn="base">
              <a:spcAft>
                <a:spcPct val="0"/>
              </a:spcAft>
            </a:pPr>
            <a:r>
              <a:rPr lang="en-US" altLang="en-US"/>
              <a:t>     1                 3000                 2727                -7273</a:t>
            </a:r>
          </a:p>
          <a:p>
            <a:pPr fontAlgn="base">
              <a:spcAft>
                <a:spcPct val="0"/>
              </a:spcAft>
            </a:pPr>
            <a:r>
              <a:rPr lang="en-US" altLang="en-US"/>
              <a:t>     2                 3000                 2479                -4794</a:t>
            </a:r>
          </a:p>
          <a:p>
            <a:pPr fontAlgn="base">
              <a:spcAft>
                <a:spcPct val="0"/>
              </a:spcAft>
            </a:pPr>
            <a:r>
              <a:rPr lang="en-US" altLang="en-US"/>
              <a:t>     3                 4000                 3005                -1789</a:t>
            </a:r>
          </a:p>
          <a:p>
            <a:pPr fontAlgn="base">
              <a:spcAft>
                <a:spcPct val="0"/>
              </a:spcAft>
            </a:pPr>
            <a:r>
              <a:rPr lang="en-US" altLang="en-US"/>
              <a:t>     4                 4000                 2732                    943</a:t>
            </a:r>
          </a:p>
          <a:p>
            <a:pPr fontAlgn="base">
              <a:spcAft>
                <a:spcPct val="0"/>
              </a:spcAft>
            </a:pPr>
            <a:r>
              <a:rPr lang="en-US" altLang="en-US"/>
              <a:t>     5                 5000                 3105   </a:t>
            </a:r>
          </a:p>
          <a:p>
            <a:pPr fontAlgn="base">
              <a:spcAft>
                <a:spcPct val="0"/>
              </a:spcAft>
            </a:pPr>
            <a:r>
              <a:rPr lang="en-US" altLang="en-US"/>
              <a:t>     6                 2000                 1129</a:t>
            </a:r>
          </a:p>
          <a:p>
            <a:pPr fontAlgn="base">
              <a:spcAft>
                <a:spcPct val="0"/>
              </a:spcAft>
            </a:pPr>
            <a:r>
              <a:rPr lang="en-US" altLang="en-US"/>
              <a:t>Assuming r = 10%   Discounted Payback Period = 3.6548 years (Gives the actual / real picture of recovery)</a:t>
            </a:r>
          </a:p>
          <a:p>
            <a:pPr fontAlgn="base">
              <a:spcAft>
                <a:spcPct val="0"/>
              </a:spcAft>
            </a:pPr>
            <a:r>
              <a:rPr lang="en-US" altLang="en-US"/>
              <a:t>Undiscounted Payback Period = 3 years </a:t>
            </a:r>
          </a:p>
          <a:p>
            <a:pPr fontAlgn="base">
              <a:spcAft>
                <a:spcPct val="0"/>
              </a:spcAft>
            </a:pPr>
            <a:endParaRPr lang="en-US" altLang="en-US"/>
          </a:p>
        </p:txBody>
      </p:sp>
      <p:sp>
        <p:nvSpPr>
          <p:cNvPr id="4" name="Content Placeholder 3">
            <a:extLst>
              <a:ext uri="{FF2B5EF4-FFF2-40B4-BE49-F238E27FC236}">
                <a16:creationId xmlns:a16="http://schemas.microsoft.com/office/drawing/2014/main" id="{43DDC220-619C-BAA7-83E5-CDA257BFF360}"/>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EXAMPLE:  </a:t>
            </a:r>
            <a:r>
              <a:rPr lang="en-US" u="sng" dirty="0"/>
              <a:t>DISCOUNTED</a:t>
            </a:r>
            <a:r>
              <a:rPr lang="en-US" dirty="0"/>
              <a:t> PAYBACK PERIOD</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4B4A656-E52C-EA9C-E8FC-112C10DCB042}"/>
                  </a:ext>
                </a:extLst>
              </p14:cNvPr>
              <p14:cNvContentPartPr/>
              <p14:nvPr/>
            </p14:nvContentPartPr>
            <p14:xfrm>
              <a:off x="1796400" y="831960"/>
              <a:ext cx="6542280" cy="4660200"/>
            </p14:xfrm>
          </p:contentPart>
        </mc:Choice>
        <mc:Fallback>
          <p:pic>
            <p:nvPicPr>
              <p:cNvPr id="2" name="Ink 1">
                <a:extLst>
                  <a:ext uri="{FF2B5EF4-FFF2-40B4-BE49-F238E27FC236}">
                    <a16:creationId xmlns:a16="http://schemas.microsoft.com/office/drawing/2014/main" id="{14B4A656-E52C-EA9C-E8FC-112C10DCB042}"/>
                  </a:ext>
                </a:extLst>
              </p:cNvPr>
              <p:cNvPicPr/>
              <p:nvPr/>
            </p:nvPicPr>
            <p:blipFill>
              <a:blip r:embed="rId3"/>
              <a:stretch>
                <a:fillRect/>
              </a:stretch>
            </p:blipFill>
            <p:spPr>
              <a:xfrm>
                <a:off x="1787040" y="822600"/>
                <a:ext cx="6561000" cy="467892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21DEF60D-C101-33AD-3C12-F182C0D8408F}"/>
              </a:ext>
            </a:extLst>
          </p:cNvPr>
          <p:cNvSpPr>
            <a:spLocks noGrp="1"/>
          </p:cNvSpPr>
          <p:nvPr>
            <p:ph idx="1"/>
          </p:nvPr>
        </p:nvSpPr>
        <p:spPr>
          <a:xfrm>
            <a:off x="304800" y="1493838"/>
            <a:ext cx="8229600" cy="4525962"/>
          </a:xfrm>
        </p:spPr>
        <p:txBody>
          <a:bodyPr/>
          <a:lstStyle/>
          <a:p>
            <a:pPr algn="just" fontAlgn="base">
              <a:spcAft>
                <a:spcPct val="0"/>
              </a:spcAft>
            </a:pPr>
            <a:r>
              <a:rPr lang="en-US" altLang="en-US"/>
              <a:t>1. A five-year project has a projected net cash flow of $15,000, $25,000, $30,000, $20,000, and $15,000 in the next five years. It will cost $50,000 to implement the project. If the required rate of return is 20 percent, conduct a discounted cash flow calculation to determine the NPV.</a:t>
            </a:r>
          </a:p>
        </p:txBody>
      </p:sp>
      <p:sp>
        <p:nvSpPr>
          <p:cNvPr id="3" name="Content Placeholder 2">
            <a:extLst>
              <a:ext uri="{FF2B5EF4-FFF2-40B4-BE49-F238E27FC236}">
                <a16:creationId xmlns:a16="http://schemas.microsoft.com/office/drawing/2014/main" id="{C7157C1D-C992-07BB-E443-74CEFFF6AE83}"/>
              </a:ext>
            </a:extLst>
          </p:cNvPr>
          <p:cNvSpPr>
            <a:spLocks noGrp="1"/>
          </p:cNvSpPr>
          <p:nvPr>
            <p:ph sz="quarter" idx="10"/>
          </p:nvPr>
        </p:nvSpPr>
        <p:spPr/>
        <p:txBody>
          <a:bodyPr/>
          <a:lstStyle/>
          <a:p>
            <a:pPr>
              <a:buFont typeface="Arial" charset="0"/>
              <a:buNone/>
              <a:defRPr/>
            </a:pPr>
            <a:r>
              <a:rPr lang="en-US" dirty="0"/>
              <a:t>Exercise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8C5DB4F-E5ED-4EB9-4425-85F383400C7F}"/>
                  </a:ext>
                </a:extLst>
              </p14:cNvPr>
              <p14:cNvContentPartPr/>
              <p14:nvPr/>
            </p14:nvContentPartPr>
            <p14:xfrm>
              <a:off x="781920" y="2230560"/>
              <a:ext cx="8107560" cy="4070520"/>
            </p14:xfrm>
          </p:contentPart>
        </mc:Choice>
        <mc:Fallback>
          <p:pic>
            <p:nvPicPr>
              <p:cNvPr id="2" name="Ink 1">
                <a:extLst>
                  <a:ext uri="{FF2B5EF4-FFF2-40B4-BE49-F238E27FC236}">
                    <a16:creationId xmlns:a16="http://schemas.microsoft.com/office/drawing/2014/main" id="{18C5DB4F-E5ED-4EB9-4425-85F383400C7F}"/>
                  </a:ext>
                </a:extLst>
              </p:cNvPr>
              <p:cNvPicPr/>
              <p:nvPr/>
            </p:nvPicPr>
            <p:blipFill>
              <a:blip r:embed="rId3"/>
              <a:stretch>
                <a:fillRect/>
              </a:stretch>
            </p:blipFill>
            <p:spPr>
              <a:xfrm>
                <a:off x="772560" y="2221200"/>
                <a:ext cx="8126280" cy="408924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49398B-94E6-5FC2-06FB-3AAC91612B2D}"/>
              </a:ext>
            </a:extLst>
          </p:cNvPr>
          <p:cNvSpPr>
            <a:spLocks noGrp="1"/>
          </p:cNvSpPr>
          <p:nvPr>
            <p:ph sz="quarter" idx="10"/>
          </p:nvPr>
        </p:nvSpPr>
        <p:spPr/>
        <p:txBody>
          <a:bodyPr/>
          <a:lstStyle/>
          <a:p>
            <a:pPr>
              <a:defRPr/>
            </a:pP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00E1A4-91C0-E574-70E4-F9FA88119295}"/>
              </a:ext>
            </a:extLst>
          </p:cNvPr>
          <p:cNvSpPr>
            <a:spLocks noGrp="1"/>
          </p:cNvSpPr>
          <p:nvPr>
            <p:ph sz="quarter" idx="10"/>
          </p:nvPr>
        </p:nvSpPr>
        <p:spPr/>
        <p:txBody>
          <a:bodyPr/>
          <a:lstStyle/>
          <a:p>
            <a:pPr>
              <a:buFont typeface="Arial" charset="0"/>
              <a:buNone/>
              <a:defRPr/>
            </a:pPr>
            <a:r>
              <a:rPr lang="en-US" dirty="0"/>
              <a:t>NPV Calculation</a:t>
            </a:r>
          </a:p>
        </p:txBody>
      </p:sp>
      <p:pic>
        <p:nvPicPr>
          <p:cNvPr id="29699" name="Picture 4" descr="C:\Users\user\AppData\Local\Temp\New Doc 2017-01-26 (1).jpg">
            <a:extLst>
              <a:ext uri="{FF2B5EF4-FFF2-40B4-BE49-F238E27FC236}">
                <a16:creationId xmlns:a16="http://schemas.microsoft.com/office/drawing/2014/main" id="{EA259F51-320C-D01E-82DF-71E59AAA9F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371600"/>
            <a:ext cx="8839200" cy="53340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C3E1C9B-5735-7C60-A951-798EC2003275}"/>
                  </a:ext>
                </a:extLst>
              </p14:cNvPr>
              <p14:cNvContentPartPr/>
              <p14:nvPr/>
            </p14:nvContentPartPr>
            <p14:xfrm>
              <a:off x="1000080" y="6151320"/>
              <a:ext cx="3086280" cy="99720"/>
            </p14:xfrm>
          </p:contentPart>
        </mc:Choice>
        <mc:Fallback>
          <p:pic>
            <p:nvPicPr>
              <p:cNvPr id="2" name="Ink 1">
                <a:extLst>
                  <a:ext uri="{FF2B5EF4-FFF2-40B4-BE49-F238E27FC236}">
                    <a16:creationId xmlns:a16="http://schemas.microsoft.com/office/drawing/2014/main" id="{0C3E1C9B-5735-7C60-A951-798EC2003275}"/>
                  </a:ext>
                </a:extLst>
              </p:cNvPr>
              <p:cNvPicPr/>
              <p:nvPr/>
            </p:nvPicPr>
            <p:blipFill>
              <a:blip r:embed="rId4"/>
              <a:stretch>
                <a:fillRect/>
              </a:stretch>
            </p:blipFill>
            <p:spPr>
              <a:xfrm>
                <a:off x="990720" y="6141960"/>
                <a:ext cx="3105000" cy="11844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a:extLst>
              <a:ext uri="{FF2B5EF4-FFF2-40B4-BE49-F238E27FC236}">
                <a16:creationId xmlns:a16="http://schemas.microsoft.com/office/drawing/2014/main" id="{5494663E-E85B-7F0B-2038-449FF8431680}"/>
              </a:ext>
            </a:extLst>
          </p:cNvPr>
          <p:cNvSpPr>
            <a:spLocks noGrp="1"/>
          </p:cNvSpPr>
          <p:nvPr>
            <p:ph idx="1"/>
          </p:nvPr>
        </p:nvSpPr>
        <p:spPr>
          <a:xfrm>
            <a:off x="304800" y="1493838"/>
            <a:ext cx="8229600" cy="4525962"/>
          </a:xfrm>
        </p:spPr>
        <p:txBody>
          <a:bodyPr/>
          <a:lstStyle/>
          <a:p>
            <a:pPr algn="just" fontAlgn="base">
              <a:spcAft>
                <a:spcPct val="0"/>
              </a:spcAft>
            </a:pPr>
            <a:r>
              <a:rPr lang="en-US" altLang="en-US"/>
              <a:t>2. You work for the 3T Company, which expects to earn at least 18 percent on its investments. You have to choose between two similar projects. Below is the cash information for each project. Your analysts predict that inflation rate will be a stable 3 percent over the next 7 years. Which of the two projects would you fund if the decision is based only on financial information? Why?</a:t>
            </a:r>
          </a:p>
        </p:txBody>
      </p:sp>
      <p:sp>
        <p:nvSpPr>
          <p:cNvPr id="3" name="Content Placeholder 2">
            <a:extLst>
              <a:ext uri="{FF2B5EF4-FFF2-40B4-BE49-F238E27FC236}">
                <a16:creationId xmlns:a16="http://schemas.microsoft.com/office/drawing/2014/main" id="{2D5DAD33-95AD-C6E3-044F-9B154F75009E}"/>
              </a:ext>
            </a:extLst>
          </p:cNvPr>
          <p:cNvSpPr>
            <a:spLocks noGrp="1"/>
          </p:cNvSpPr>
          <p:nvPr>
            <p:ph sz="quarter" idx="10"/>
          </p:nvPr>
        </p:nvSpPr>
        <p:spPr/>
        <p:txBody>
          <a:bodyPr/>
          <a:lstStyle/>
          <a:p>
            <a:pPr>
              <a:buFont typeface="Arial" charset="0"/>
              <a:buNone/>
              <a:defRPr/>
            </a:pPr>
            <a:r>
              <a:rPr lang="en-US" dirty="0"/>
              <a:t>Exercise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08C53E0-6AEF-CAE3-D8CD-D97AE25AE79B}"/>
                  </a:ext>
                </a:extLst>
              </p14:cNvPr>
              <p14:cNvContentPartPr/>
              <p14:nvPr/>
            </p14:nvContentPartPr>
            <p14:xfrm>
              <a:off x="1416600" y="803520"/>
              <a:ext cx="4567680" cy="3932280"/>
            </p14:xfrm>
          </p:contentPart>
        </mc:Choice>
        <mc:Fallback>
          <p:pic>
            <p:nvPicPr>
              <p:cNvPr id="2" name="Ink 1">
                <a:extLst>
                  <a:ext uri="{FF2B5EF4-FFF2-40B4-BE49-F238E27FC236}">
                    <a16:creationId xmlns:a16="http://schemas.microsoft.com/office/drawing/2014/main" id="{208C53E0-6AEF-CAE3-D8CD-D97AE25AE79B}"/>
                  </a:ext>
                </a:extLst>
              </p:cNvPr>
              <p:cNvPicPr/>
              <p:nvPr/>
            </p:nvPicPr>
            <p:blipFill>
              <a:blip r:embed="rId3"/>
              <a:stretch>
                <a:fillRect/>
              </a:stretch>
            </p:blipFill>
            <p:spPr>
              <a:xfrm>
                <a:off x="1407240" y="794160"/>
                <a:ext cx="4586400" cy="395100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2EFED74B-60F7-DA15-0D67-923F2DED4909}"/>
              </a:ext>
            </a:extLst>
          </p:cNvPr>
          <p:cNvSpPr>
            <a:spLocks noGrp="1"/>
          </p:cNvSpPr>
          <p:nvPr>
            <p:ph idx="1"/>
          </p:nvPr>
        </p:nvSpPr>
        <p:spPr>
          <a:xfrm>
            <a:off x="304800" y="1493838"/>
            <a:ext cx="8229600" cy="4525962"/>
          </a:xfrm>
        </p:spPr>
        <p:txBody>
          <a:bodyPr/>
          <a:lstStyle/>
          <a:p>
            <a:pPr fontAlgn="base">
              <a:spcAft>
                <a:spcPct val="0"/>
              </a:spcAft>
            </a:pPr>
            <a:r>
              <a:rPr lang="en-US" altLang="en-US"/>
              <a:t>Omega </a:t>
            </a:r>
          </a:p>
          <a:p>
            <a:pPr fontAlgn="base">
              <a:spcAft>
                <a:spcPct val="0"/>
              </a:spcAft>
            </a:pPr>
            <a:r>
              <a:rPr lang="en-US" altLang="en-US"/>
              <a:t>Year            Inflow           Outflow               Netflow</a:t>
            </a:r>
          </a:p>
          <a:p>
            <a:pPr fontAlgn="base">
              <a:spcAft>
                <a:spcPct val="0"/>
              </a:spcAft>
            </a:pPr>
            <a:r>
              <a:rPr lang="en-US" altLang="en-US"/>
              <a:t>Y0                      0         $225,000              -225,000</a:t>
            </a:r>
          </a:p>
          <a:p>
            <a:pPr fontAlgn="base">
              <a:spcAft>
                <a:spcPct val="0"/>
              </a:spcAft>
            </a:pPr>
            <a:r>
              <a:rPr lang="en-US" altLang="en-US"/>
              <a:t>Y1                      0            190,000             -190,000</a:t>
            </a:r>
          </a:p>
          <a:p>
            <a:pPr fontAlgn="base">
              <a:spcAft>
                <a:spcPct val="0"/>
              </a:spcAft>
            </a:pPr>
            <a:r>
              <a:rPr lang="en-US" altLang="en-US"/>
              <a:t>Y2           150,000                       0              150,000</a:t>
            </a:r>
          </a:p>
          <a:p>
            <a:pPr fontAlgn="base">
              <a:spcAft>
                <a:spcPct val="0"/>
              </a:spcAft>
            </a:pPr>
            <a:r>
              <a:rPr lang="en-US" altLang="en-US"/>
              <a:t>Y3           220,000              30,000              190,000    </a:t>
            </a:r>
          </a:p>
          <a:p>
            <a:pPr fontAlgn="base">
              <a:spcAft>
                <a:spcPct val="0"/>
              </a:spcAft>
            </a:pPr>
            <a:r>
              <a:rPr lang="en-US" altLang="en-US"/>
              <a:t>Y4           215,000                       0              215,000</a:t>
            </a:r>
          </a:p>
          <a:p>
            <a:pPr fontAlgn="base">
              <a:spcAft>
                <a:spcPct val="0"/>
              </a:spcAft>
            </a:pPr>
            <a:r>
              <a:rPr lang="en-US" altLang="en-US"/>
              <a:t>Y5           205,000              30,000              175,000</a:t>
            </a:r>
          </a:p>
          <a:p>
            <a:pPr fontAlgn="base">
              <a:spcAft>
                <a:spcPct val="0"/>
              </a:spcAft>
            </a:pPr>
            <a:r>
              <a:rPr lang="en-US" altLang="en-US"/>
              <a:t>Y6           197,000                       0              197,000</a:t>
            </a:r>
          </a:p>
          <a:p>
            <a:pPr fontAlgn="base">
              <a:spcAft>
                <a:spcPct val="0"/>
              </a:spcAft>
            </a:pPr>
            <a:r>
              <a:rPr lang="en-US" altLang="en-US"/>
              <a:t>Y7           100,000              30,000                70,000</a:t>
            </a:r>
          </a:p>
          <a:p>
            <a:pPr fontAlgn="base">
              <a:spcAft>
                <a:spcPct val="0"/>
              </a:spcAft>
            </a:pPr>
            <a:r>
              <a:rPr lang="en-US" altLang="en-US"/>
              <a:t>Total     1,087,000            505,000              582,000    </a:t>
            </a:r>
          </a:p>
        </p:txBody>
      </p:sp>
      <p:sp>
        <p:nvSpPr>
          <p:cNvPr id="3" name="Content Placeholder 2">
            <a:extLst>
              <a:ext uri="{FF2B5EF4-FFF2-40B4-BE49-F238E27FC236}">
                <a16:creationId xmlns:a16="http://schemas.microsoft.com/office/drawing/2014/main" id="{A1DE163B-885B-DF5E-4494-CC3B79DC29F5}"/>
              </a:ext>
            </a:extLst>
          </p:cNvPr>
          <p:cNvSpPr>
            <a:spLocks noGrp="1"/>
          </p:cNvSpPr>
          <p:nvPr>
            <p:ph sz="quarter" idx="10"/>
          </p:nvPr>
        </p:nvSpPr>
        <p:spPr/>
        <p:txBody>
          <a:bodyPr/>
          <a:lstStyle/>
          <a:p>
            <a:pPr>
              <a:buFont typeface="Arial" charset="0"/>
              <a:buNone/>
              <a:defRPr/>
            </a:pPr>
            <a:r>
              <a:rPr lang="en-US" dirty="0"/>
              <a:t>Exercise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523989E-A71B-1CE4-38AB-19E54DF1DE48}"/>
                  </a:ext>
                </a:extLst>
              </p14:cNvPr>
              <p14:cNvContentPartPr/>
              <p14:nvPr/>
            </p14:nvContentPartPr>
            <p14:xfrm>
              <a:off x="340920" y="1877760"/>
              <a:ext cx="8227080" cy="4052880"/>
            </p14:xfrm>
          </p:contentPart>
        </mc:Choice>
        <mc:Fallback>
          <p:pic>
            <p:nvPicPr>
              <p:cNvPr id="2" name="Ink 1">
                <a:extLst>
                  <a:ext uri="{FF2B5EF4-FFF2-40B4-BE49-F238E27FC236}">
                    <a16:creationId xmlns:a16="http://schemas.microsoft.com/office/drawing/2014/main" id="{1523989E-A71B-1CE4-38AB-19E54DF1DE48}"/>
                  </a:ext>
                </a:extLst>
              </p:cNvPr>
              <p:cNvPicPr/>
              <p:nvPr/>
            </p:nvPicPr>
            <p:blipFill>
              <a:blip r:embed="rId3"/>
              <a:stretch>
                <a:fillRect/>
              </a:stretch>
            </p:blipFill>
            <p:spPr>
              <a:xfrm>
                <a:off x="331560" y="1868400"/>
                <a:ext cx="8245800" cy="407160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62CD4C47-130A-0F83-266A-C7DE9B8EC70B}"/>
              </a:ext>
            </a:extLst>
          </p:cNvPr>
          <p:cNvSpPr>
            <a:spLocks noGrp="1"/>
          </p:cNvSpPr>
          <p:nvPr>
            <p:ph idx="1"/>
          </p:nvPr>
        </p:nvSpPr>
        <p:spPr>
          <a:xfrm>
            <a:off x="304800" y="1493838"/>
            <a:ext cx="8229600" cy="4525962"/>
          </a:xfrm>
        </p:spPr>
        <p:txBody>
          <a:bodyPr/>
          <a:lstStyle/>
          <a:p>
            <a:pPr fontAlgn="base">
              <a:spcAft>
                <a:spcPct val="0"/>
              </a:spcAft>
            </a:pPr>
            <a:r>
              <a:rPr lang="en-US" altLang="en-US"/>
              <a:t>Alpha</a:t>
            </a:r>
          </a:p>
          <a:p>
            <a:pPr fontAlgn="base">
              <a:spcAft>
                <a:spcPct val="0"/>
              </a:spcAft>
            </a:pPr>
            <a:r>
              <a:rPr lang="en-US" altLang="en-US"/>
              <a:t>Year            Inflow           Outflow               Netflow</a:t>
            </a:r>
          </a:p>
          <a:p>
            <a:pPr fontAlgn="base">
              <a:spcAft>
                <a:spcPct val="0"/>
              </a:spcAft>
            </a:pPr>
            <a:r>
              <a:rPr lang="en-US" altLang="en-US"/>
              <a:t>Y0                      0         $300,000            -300,000</a:t>
            </a:r>
          </a:p>
          <a:p>
            <a:pPr fontAlgn="base">
              <a:spcAft>
                <a:spcPct val="0"/>
              </a:spcAft>
            </a:pPr>
            <a:r>
              <a:rPr lang="en-US" altLang="en-US"/>
              <a:t>Y1              50,000          100,000              -50,000                     </a:t>
            </a:r>
          </a:p>
          <a:p>
            <a:pPr fontAlgn="base">
              <a:spcAft>
                <a:spcPct val="0"/>
              </a:spcAft>
            </a:pPr>
            <a:r>
              <a:rPr lang="en-US" altLang="en-US"/>
              <a:t>Y2            150,000                     0              150,000  </a:t>
            </a:r>
          </a:p>
          <a:p>
            <a:pPr fontAlgn="base">
              <a:spcAft>
                <a:spcPct val="0"/>
              </a:spcAft>
            </a:pPr>
            <a:r>
              <a:rPr lang="en-US" altLang="en-US"/>
              <a:t>Y3            250,000             50,000             200,000    </a:t>
            </a:r>
          </a:p>
          <a:p>
            <a:pPr fontAlgn="base">
              <a:spcAft>
                <a:spcPct val="0"/>
              </a:spcAft>
            </a:pPr>
            <a:r>
              <a:rPr lang="en-US" altLang="en-US"/>
              <a:t>Y4            250,000                      0             250,000</a:t>
            </a:r>
          </a:p>
          <a:p>
            <a:pPr fontAlgn="base">
              <a:spcAft>
                <a:spcPct val="0"/>
              </a:spcAft>
            </a:pPr>
            <a:r>
              <a:rPr lang="en-US" altLang="en-US"/>
              <a:t>Y5            200,000             50,000             150,000</a:t>
            </a:r>
          </a:p>
          <a:p>
            <a:pPr fontAlgn="base">
              <a:spcAft>
                <a:spcPct val="0"/>
              </a:spcAft>
            </a:pPr>
            <a:r>
              <a:rPr lang="en-US" altLang="en-US"/>
              <a:t>Y6            180,000                      0             180,000</a:t>
            </a:r>
          </a:p>
          <a:p>
            <a:pPr fontAlgn="base">
              <a:spcAft>
                <a:spcPct val="0"/>
              </a:spcAft>
            </a:pPr>
            <a:r>
              <a:rPr lang="en-US" altLang="en-US"/>
              <a:t>Y7            120,000             30,000               90,000</a:t>
            </a:r>
          </a:p>
          <a:p>
            <a:pPr fontAlgn="base">
              <a:spcAft>
                <a:spcPct val="0"/>
              </a:spcAft>
            </a:pPr>
            <a:r>
              <a:rPr lang="en-US" altLang="en-US"/>
              <a:t>Total      1,200,000           530,000             670,000    </a:t>
            </a:r>
          </a:p>
          <a:p>
            <a:pPr fontAlgn="base">
              <a:spcAft>
                <a:spcPct val="0"/>
              </a:spcAft>
            </a:pPr>
            <a:endParaRPr lang="en-US" altLang="en-US"/>
          </a:p>
        </p:txBody>
      </p:sp>
      <p:sp>
        <p:nvSpPr>
          <p:cNvPr id="3" name="Content Placeholder 2">
            <a:extLst>
              <a:ext uri="{FF2B5EF4-FFF2-40B4-BE49-F238E27FC236}">
                <a16:creationId xmlns:a16="http://schemas.microsoft.com/office/drawing/2014/main" id="{0901D1AC-F3EA-CA36-4B3B-500AEAA51409}"/>
              </a:ext>
            </a:extLst>
          </p:cNvPr>
          <p:cNvSpPr>
            <a:spLocks noGrp="1"/>
          </p:cNvSpPr>
          <p:nvPr>
            <p:ph sz="quarter" idx="10"/>
          </p:nvPr>
        </p:nvSpPr>
        <p:spPr/>
        <p:txBody>
          <a:bodyPr/>
          <a:lstStyle/>
          <a:p>
            <a:pPr>
              <a:buFont typeface="Arial" charset="0"/>
              <a:buNone/>
              <a:defRPr/>
            </a:pPr>
            <a:r>
              <a:rPr lang="en-US" dirty="0"/>
              <a:t>Exercise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831E44D-E36B-19A5-AE80-7195B4E209EE}"/>
                  </a:ext>
                </a:extLst>
              </p14:cNvPr>
              <p14:cNvContentPartPr/>
              <p14:nvPr/>
            </p14:nvContentPartPr>
            <p14:xfrm>
              <a:off x="461160" y="1880280"/>
              <a:ext cx="7882560" cy="3977640"/>
            </p14:xfrm>
          </p:contentPart>
        </mc:Choice>
        <mc:Fallback>
          <p:pic>
            <p:nvPicPr>
              <p:cNvPr id="2" name="Ink 1">
                <a:extLst>
                  <a:ext uri="{FF2B5EF4-FFF2-40B4-BE49-F238E27FC236}">
                    <a16:creationId xmlns:a16="http://schemas.microsoft.com/office/drawing/2014/main" id="{C831E44D-E36B-19A5-AE80-7195B4E209EE}"/>
                  </a:ext>
                </a:extLst>
              </p:cNvPr>
              <p:cNvPicPr/>
              <p:nvPr/>
            </p:nvPicPr>
            <p:blipFill>
              <a:blip r:embed="rId3"/>
              <a:stretch>
                <a:fillRect/>
              </a:stretch>
            </p:blipFill>
            <p:spPr>
              <a:xfrm>
                <a:off x="451800" y="1870920"/>
                <a:ext cx="7901280" cy="399636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FA68E-C2EB-E8DF-7AEC-9D10413C55E2}"/>
              </a:ext>
            </a:extLst>
          </p:cNvPr>
          <p:cNvSpPr>
            <a:spLocks noGrp="1"/>
          </p:cNvSpPr>
          <p:nvPr>
            <p:ph sz="quarter" idx="10"/>
          </p:nvPr>
        </p:nvSpPr>
        <p:spPr/>
        <p:txBody>
          <a:bodyPr/>
          <a:lstStyle/>
          <a:p>
            <a:pPr>
              <a:buFont typeface="Arial" charset="0"/>
              <a:buNone/>
              <a:defRPr/>
            </a:pPr>
            <a:r>
              <a:rPr lang="en-US" dirty="0"/>
              <a:t>NPV Calculation</a:t>
            </a:r>
          </a:p>
        </p:txBody>
      </p:sp>
      <p:pic>
        <p:nvPicPr>
          <p:cNvPr id="33795" name="Picture 4" descr="C:\Users\user\AppData\Local\Temp\New Doc 2017-01-26 (1)_2.jpg">
            <a:extLst>
              <a:ext uri="{FF2B5EF4-FFF2-40B4-BE49-F238E27FC236}">
                <a16:creationId xmlns:a16="http://schemas.microsoft.com/office/drawing/2014/main" id="{874AA77C-3753-1D15-E30D-74F3A92C91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8915400" cy="51054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53D4F5D-5A7F-5377-E5E5-0C8FD28CA21D}"/>
                  </a:ext>
                </a:extLst>
              </p14:cNvPr>
              <p14:cNvContentPartPr/>
              <p14:nvPr/>
            </p14:nvContentPartPr>
            <p14:xfrm>
              <a:off x="3231000" y="934200"/>
              <a:ext cx="4327920" cy="2149560"/>
            </p14:xfrm>
          </p:contentPart>
        </mc:Choice>
        <mc:Fallback>
          <p:pic>
            <p:nvPicPr>
              <p:cNvPr id="2" name="Ink 1">
                <a:extLst>
                  <a:ext uri="{FF2B5EF4-FFF2-40B4-BE49-F238E27FC236}">
                    <a16:creationId xmlns:a16="http://schemas.microsoft.com/office/drawing/2014/main" id="{B53D4F5D-5A7F-5377-E5E5-0C8FD28CA21D}"/>
                  </a:ext>
                </a:extLst>
              </p:cNvPr>
              <p:cNvPicPr/>
              <p:nvPr/>
            </p:nvPicPr>
            <p:blipFill>
              <a:blip r:embed="rId4"/>
              <a:stretch>
                <a:fillRect/>
              </a:stretch>
            </p:blipFill>
            <p:spPr>
              <a:xfrm>
                <a:off x="3221640" y="924840"/>
                <a:ext cx="4346640" cy="216828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C71A0-A4D7-B335-7BE1-7D5321D686FC}"/>
              </a:ext>
            </a:extLst>
          </p:cNvPr>
          <p:cNvSpPr>
            <a:spLocks noGrp="1"/>
          </p:cNvSpPr>
          <p:nvPr>
            <p:ph sz="quarter" idx="10"/>
          </p:nvPr>
        </p:nvSpPr>
        <p:spPr/>
        <p:txBody>
          <a:bodyPr/>
          <a:lstStyle/>
          <a:p>
            <a:pPr>
              <a:buFont typeface="Arial" charset="0"/>
              <a:buNone/>
              <a:defRPr/>
            </a:pPr>
            <a:r>
              <a:rPr lang="en-US" dirty="0"/>
              <a:t>NPV Calculation</a:t>
            </a:r>
          </a:p>
        </p:txBody>
      </p:sp>
      <p:pic>
        <p:nvPicPr>
          <p:cNvPr id="34819" name="Picture 4" descr="C:\Users\user\AppData\Local\Temp\New Doc 2017-01-26 (1)_3.jpg">
            <a:extLst>
              <a:ext uri="{FF2B5EF4-FFF2-40B4-BE49-F238E27FC236}">
                <a16:creationId xmlns:a16="http://schemas.microsoft.com/office/drawing/2014/main" id="{065B365C-9B1B-C461-85D9-AE110ED493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295400"/>
            <a:ext cx="9144000" cy="52578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89674E0-C128-3082-90E4-1B97EEC69179}"/>
                  </a:ext>
                </a:extLst>
              </p14:cNvPr>
              <p14:cNvContentPartPr/>
              <p14:nvPr/>
            </p14:nvContentPartPr>
            <p14:xfrm>
              <a:off x="1621800" y="1558080"/>
              <a:ext cx="5951160" cy="4947480"/>
            </p14:xfrm>
          </p:contentPart>
        </mc:Choice>
        <mc:Fallback>
          <p:pic>
            <p:nvPicPr>
              <p:cNvPr id="2" name="Ink 1">
                <a:extLst>
                  <a:ext uri="{FF2B5EF4-FFF2-40B4-BE49-F238E27FC236}">
                    <a16:creationId xmlns:a16="http://schemas.microsoft.com/office/drawing/2014/main" id="{E89674E0-C128-3082-90E4-1B97EEC69179}"/>
                  </a:ext>
                </a:extLst>
              </p:cNvPr>
              <p:cNvPicPr/>
              <p:nvPr/>
            </p:nvPicPr>
            <p:blipFill>
              <a:blip r:embed="rId4"/>
              <a:stretch>
                <a:fillRect/>
              </a:stretch>
            </p:blipFill>
            <p:spPr>
              <a:xfrm>
                <a:off x="1612440" y="1548720"/>
                <a:ext cx="5969880" cy="49662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51F6165C-A9A4-B086-8430-4E047E865603}"/>
              </a:ext>
            </a:extLst>
          </p:cNvPr>
          <p:cNvSpPr>
            <a:spLocks noGrp="1"/>
          </p:cNvSpPr>
          <p:nvPr>
            <p:ph idx="1"/>
          </p:nvPr>
        </p:nvSpPr>
        <p:spPr>
          <a:xfrm>
            <a:off x="304800" y="1493838"/>
            <a:ext cx="8229600" cy="4525962"/>
          </a:xfrm>
        </p:spPr>
        <p:txBody>
          <a:bodyPr/>
          <a:lstStyle/>
          <a:p>
            <a:pPr algn="just" fontAlgn="base">
              <a:spcAft>
                <a:spcPct val="0"/>
              </a:spcAft>
            </a:pPr>
            <a:r>
              <a:rPr lang="en-US" altLang="en-US"/>
              <a:t>3. You are the head of the project selection team at Broken Arrow records. Your team is considering three different recording projects. Based on past history, Broken Arrow expects at least a rate of return of 20 percent. Your financial advisors predict inflation to remain at 2 percent into the foreseeable future. </a:t>
            </a:r>
          </a:p>
          <a:p>
            <a:pPr algn="just" fontAlgn="base">
              <a:spcAft>
                <a:spcPct val="0"/>
              </a:spcAft>
            </a:pPr>
            <a:r>
              <a:rPr lang="en-US" altLang="en-US"/>
              <a:t>             Given the following information for each project, which one should be Broken Arrow’s first priority? Should Broken Arrow fund any other project(s)? If so, what should be the order of preference based on return on investment?</a:t>
            </a:r>
          </a:p>
          <a:p>
            <a:pPr algn="just" fontAlgn="base">
              <a:spcAft>
                <a:spcPct val="0"/>
              </a:spcAft>
            </a:pPr>
            <a:r>
              <a:rPr lang="en-US" altLang="en-US"/>
              <a:t>     </a:t>
            </a:r>
          </a:p>
        </p:txBody>
      </p:sp>
      <p:sp>
        <p:nvSpPr>
          <p:cNvPr id="3" name="Content Placeholder 2">
            <a:extLst>
              <a:ext uri="{FF2B5EF4-FFF2-40B4-BE49-F238E27FC236}">
                <a16:creationId xmlns:a16="http://schemas.microsoft.com/office/drawing/2014/main" id="{9A56148C-A862-71EB-57DC-2534809602D7}"/>
              </a:ext>
            </a:extLst>
          </p:cNvPr>
          <p:cNvSpPr>
            <a:spLocks noGrp="1"/>
          </p:cNvSpPr>
          <p:nvPr>
            <p:ph sz="quarter" idx="10"/>
          </p:nvPr>
        </p:nvSpPr>
        <p:spPr/>
        <p:txBody>
          <a:bodyPr/>
          <a:lstStyle/>
          <a:p>
            <a:pPr>
              <a:buFont typeface="Arial" charset="0"/>
              <a:buNone/>
              <a:defRPr/>
            </a:pPr>
            <a:r>
              <a:rPr lang="en-US" dirty="0"/>
              <a:t>Exercise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0D4620A-813D-89B2-8FE1-3113C2FF592C}"/>
                  </a:ext>
                </a:extLst>
              </p14:cNvPr>
              <p14:cNvContentPartPr/>
              <p14:nvPr/>
            </p14:nvContentPartPr>
            <p14:xfrm>
              <a:off x="4610520" y="862920"/>
              <a:ext cx="3127680" cy="2184840"/>
            </p14:xfrm>
          </p:contentPart>
        </mc:Choice>
        <mc:Fallback>
          <p:pic>
            <p:nvPicPr>
              <p:cNvPr id="2" name="Ink 1">
                <a:extLst>
                  <a:ext uri="{FF2B5EF4-FFF2-40B4-BE49-F238E27FC236}">
                    <a16:creationId xmlns:a16="http://schemas.microsoft.com/office/drawing/2014/main" id="{C0D4620A-813D-89B2-8FE1-3113C2FF592C}"/>
                  </a:ext>
                </a:extLst>
              </p:cNvPr>
              <p:cNvPicPr/>
              <p:nvPr/>
            </p:nvPicPr>
            <p:blipFill>
              <a:blip r:embed="rId3"/>
              <a:stretch>
                <a:fillRect/>
              </a:stretch>
            </p:blipFill>
            <p:spPr>
              <a:xfrm>
                <a:off x="4601160" y="853560"/>
                <a:ext cx="3146400" cy="220356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F46848-96EB-FBF2-28EC-DBD886FC99BC}"/>
              </a:ext>
            </a:extLst>
          </p:cNvPr>
          <p:cNvSpPr>
            <a:spLocks noGrp="1"/>
          </p:cNvSpPr>
          <p:nvPr>
            <p:ph idx="1"/>
          </p:nvPr>
        </p:nvSpPr>
        <p:spPr>
          <a:xfrm>
            <a:off x="304800" y="1493838"/>
            <a:ext cx="8229600" cy="4525962"/>
          </a:xfrm>
        </p:spPr>
        <p:txBody>
          <a:bodyPr/>
          <a:lstStyle/>
          <a:p>
            <a:pPr>
              <a:defRPr/>
            </a:pPr>
            <a:r>
              <a:rPr lang="en-US" dirty="0"/>
              <a:t>Recording Project: Time Fades Away</a:t>
            </a:r>
          </a:p>
          <a:p>
            <a:pPr>
              <a:defRPr/>
            </a:pPr>
            <a:endParaRPr lang="en-US" dirty="0"/>
          </a:p>
          <a:p>
            <a:pPr>
              <a:defRPr/>
            </a:pPr>
            <a:r>
              <a:rPr lang="en-US" dirty="0"/>
              <a:t>Year                 Investment                  Revenue Stream</a:t>
            </a:r>
          </a:p>
          <a:p>
            <a:pPr>
              <a:defRPr/>
            </a:pPr>
            <a:r>
              <a:rPr lang="en-US" dirty="0"/>
              <a:t>0                        $600,000                                            0</a:t>
            </a:r>
          </a:p>
          <a:p>
            <a:pPr marL="457200" indent="-457200">
              <a:buFont typeface="Arial" pitchFamily="34" charset="0"/>
              <a:buAutoNum type="arabicPlain"/>
              <a:defRPr/>
            </a:pPr>
            <a:r>
              <a:rPr lang="en-US" dirty="0"/>
              <a:t>                                                                     600,000</a:t>
            </a:r>
          </a:p>
          <a:p>
            <a:pPr marL="457200" indent="-457200">
              <a:buFont typeface="Arial" pitchFamily="34" charset="0"/>
              <a:buAutoNum type="arabicPlain"/>
              <a:defRPr/>
            </a:pPr>
            <a:r>
              <a:rPr lang="en-US" dirty="0"/>
              <a:t>                                                                       75,000</a:t>
            </a:r>
          </a:p>
          <a:p>
            <a:pPr marL="457200" indent="-457200">
              <a:buFont typeface="Arial" pitchFamily="34" charset="0"/>
              <a:buAutoNum type="arabicPlain"/>
              <a:defRPr/>
            </a:pPr>
            <a:r>
              <a:rPr lang="en-US" dirty="0"/>
              <a:t>                                                                       20,000</a:t>
            </a:r>
          </a:p>
          <a:p>
            <a:pPr marL="457200" indent="-457200">
              <a:buFont typeface="Arial" pitchFamily="34" charset="0"/>
              <a:buAutoNum type="arabicPlain"/>
              <a:defRPr/>
            </a:pPr>
            <a:r>
              <a:rPr lang="en-US" dirty="0"/>
              <a:t>                                                                       15,000</a:t>
            </a:r>
          </a:p>
          <a:p>
            <a:pPr marL="457200" indent="-457200">
              <a:buFont typeface="Arial" pitchFamily="34" charset="0"/>
              <a:buAutoNum type="arabicPlain"/>
              <a:defRPr/>
            </a:pPr>
            <a:r>
              <a:rPr lang="en-US" dirty="0"/>
              <a:t>                                                                       10,000</a:t>
            </a:r>
          </a:p>
          <a:p>
            <a:pPr marL="457200" indent="-457200">
              <a:defRPr/>
            </a:pPr>
            <a:r>
              <a:rPr lang="en-US" dirty="0"/>
              <a:t> </a:t>
            </a:r>
          </a:p>
          <a:p>
            <a:pPr marL="457200" indent="-457200">
              <a:buFont typeface="Arial" pitchFamily="34" charset="0"/>
              <a:buAutoNum type="arabicPlain"/>
              <a:defRPr/>
            </a:pPr>
            <a:endParaRPr lang="en-US" dirty="0"/>
          </a:p>
        </p:txBody>
      </p:sp>
      <p:sp>
        <p:nvSpPr>
          <p:cNvPr id="3" name="Content Placeholder 2">
            <a:extLst>
              <a:ext uri="{FF2B5EF4-FFF2-40B4-BE49-F238E27FC236}">
                <a16:creationId xmlns:a16="http://schemas.microsoft.com/office/drawing/2014/main" id="{181E530D-E7D5-FFF0-63B3-BE5700CF3FB9}"/>
              </a:ext>
            </a:extLst>
          </p:cNvPr>
          <p:cNvSpPr>
            <a:spLocks noGrp="1"/>
          </p:cNvSpPr>
          <p:nvPr>
            <p:ph sz="quarter" idx="10"/>
          </p:nvPr>
        </p:nvSpPr>
        <p:spPr/>
        <p:txBody>
          <a:bodyPr/>
          <a:lstStyle/>
          <a:p>
            <a:pPr>
              <a:buFont typeface="Arial" charset="0"/>
              <a:buNone/>
              <a:defRPr/>
            </a:pPr>
            <a:r>
              <a:rPr lang="en-US" dirty="0"/>
              <a:t>Exercise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6A45FAB-8432-6158-C352-E072E4593B46}"/>
                  </a:ext>
                </a:extLst>
              </p14:cNvPr>
              <p14:cNvContentPartPr/>
              <p14:nvPr/>
            </p14:nvContentPartPr>
            <p14:xfrm>
              <a:off x="911880" y="1931760"/>
              <a:ext cx="7241400" cy="4403160"/>
            </p14:xfrm>
          </p:contentPart>
        </mc:Choice>
        <mc:Fallback>
          <p:pic>
            <p:nvPicPr>
              <p:cNvPr id="4" name="Ink 3">
                <a:extLst>
                  <a:ext uri="{FF2B5EF4-FFF2-40B4-BE49-F238E27FC236}">
                    <a16:creationId xmlns:a16="http://schemas.microsoft.com/office/drawing/2014/main" id="{96A45FAB-8432-6158-C352-E072E4593B46}"/>
                  </a:ext>
                </a:extLst>
              </p:cNvPr>
              <p:cNvPicPr/>
              <p:nvPr/>
            </p:nvPicPr>
            <p:blipFill>
              <a:blip r:embed="rId3"/>
              <a:stretch>
                <a:fillRect/>
              </a:stretch>
            </p:blipFill>
            <p:spPr>
              <a:xfrm>
                <a:off x="902520" y="1922400"/>
                <a:ext cx="7260120" cy="442188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3E126E-D0BE-0151-371C-7C7A801377C5}"/>
              </a:ext>
            </a:extLst>
          </p:cNvPr>
          <p:cNvSpPr>
            <a:spLocks noGrp="1"/>
          </p:cNvSpPr>
          <p:nvPr>
            <p:ph idx="1"/>
          </p:nvPr>
        </p:nvSpPr>
        <p:spPr>
          <a:xfrm>
            <a:off x="304800" y="1493838"/>
            <a:ext cx="8229600" cy="4525962"/>
          </a:xfrm>
        </p:spPr>
        <p:txBody>
          <a:bodyPr/>
          <a:lstStyle/>
          <a:p>
            <a:pPr>
              <a:defRPr/>
            </a:pPr>
            <a:r>
              <a:rPr lang="en-US" dirty="0"/>
              <a:t>Recording Project: On the Beach</a:t>
            </a:r>
          </a:p>
          <a:p>
            <a:pPr>
              <a:defRPr/>
            </a:pPr>
            <a:endParaRPr lang="en-US" dirty="0"/>
          </a:p>
          <a:p>
            <a:pPr>
              <a:defRPr/>
            </a:pPr>
            <a:r>
              <a:rPr lang="en-US" dirty="0"/>
              <a:t>Year                 Investment                  Revenue Stream</a:t>
            </a:r>
          </a:p>
          <a:p>
            <a:pPr>
              <a:defRPr/>
            </a:pPr>
            <a:r>
              <a:rPr lang="en-US" dirty="0"/>
              <a:t>0                        $400,000                                            0</a:t>
            </a:r>
          </a:p>
          <a:p>
            <a:pPr marL="457200" indent="-457200">
              <a:buFont typeface="Arial" pitchFamily="34" charset="0"/>
              <a:buAutoNum type="arabicPlain"/>
              <a:defRPr/>
            </a:pPr>
            <a:r>
              <a:rPr lang="en-US" dirty="0"/>
              <a:t>                                                                     400,000</a:t>
            </a:r>
          </a:p>
          <a:p>
            <a:pPr marL="457200" indent="-457200">
              <a:buFont typeface="Arial" pitchFamily="34" charset="0"/>
              <a:buAutoNum type="arabicPlain"/>
              <a:defRPr/>
            </a:pPr>
            <a:r>
              <a:rPr lang="en-US" dirty="0"/>
              <a:t>                                                                     100,000</a:t>
            </a:r>
          </a:p>
          <a:p>
            <a:pPr marL="457200" indent="-457200">
              <a:buFont typeface="Arial" pitchFamily="34" charset="0"/>
              <a:buAutoNum type="arabicPlain"/>
              <a:defRPr/>
            </a:pPr>
            <a:r>
              <a:rPr lang="en-US" dirty="0"/>
              <a:t>                                                                       25,000</a:t>
            </a:r>
          </a:p>
          <a:p>
            <a:pPr marL="457200" indent="-457200">
              <a:buFont typeface="Arial" pitchFamily="34" charset="0"/>
              <a:buAutoNum type="arabicPlain"/>
              <a:defRPr/>
            </a:pPr>
            <a:r>
              <a:rPr lang="en-US" dirty="0"/>
              <a:t>                                                                       20,000</a:t>
            </a:r>
          </a:p>
          <a:p>
            <a:pPr marL="457200" indent="-457200">
              <a:buFont typeface="Arial" pitchFamily="34" charset="0"/>
              <a:buAutoNum type="arabicPlain"/>
              <a:defRPr/>
            </a:pPr>
            <a:r>
              <a:rPr lang="en-US" dirty="0"/>
              <a:t>                                                                       10,000</a:t>
            </a:r>
          </a:p>
          <a:p>
            <a:pPr marL="457200" indent="-457200">
              <a:defRPr/>
            </a:pPr>
            <a:r>
              <a:rPr lang="en-US" dirty="0"/>
              <a:t> </a:t>
            </a:r>
          </a:p>
          <a:p>
            <a:pPr marL="457200" indent="-457200">
              <a:buFont typeface="Arial" pitchFamily="34" charset="0"/>
              <a:buAutoNum type="arabicPlain"/>
              <a:defRPr/>
            </a:pPr>
            <a:endParaRPr lang="en-US" dirty="0"/>
          </a:p>
          <a:p>
            <a:pPr>
              <a:defRPr/>
            </a:pPr>
            <a:endParaRPr lang="en-US" dirty="0"/>
          </a:p>
        </p:txBody>
      </p:sp>
      <p:sp>
        <p:nvSpPr>
          <p:cNvPr id="3" name="Content Placeholder 2">
            <a:extLst>
              <a:ext uri="{FF2B5EF4-FFF2-40B4-BE49-F238E27FC236}">
                <a16:creationId xmlns:a16="http://schemas.microsoft.com/office/drawing/2014/main" id="{96E28712-D91A-244A-102E-6F7FD50CAA9A}"/>
              </a:ext>
            </a:extLst>
          </p:cNvPr>
          <p:cNvSpPr>
            <a:spLocks noGrp="1"/>
          </p:cNvSpPr>
          <p:nvPr>
            <p:ph sz="quarter" idx="10"/>
          </p:nvPr>
        </p:nvSpPr>
        <p:spPr/>
        <p:txBody>
          <a:bodyPr/>
          <a:lstStyle/>
          <a:p>
            <a:pPr>
              <a:buFont typeface="Arial" charset="0"/>
              <a:buNone/>
              <a:defRPr/>
            </a:pPr>
            <a:r>
              <a:rPr lang="en-US" dirty="0"/>
              <a:t>Exercise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5B3C3D-159F-7C78-12E9-EF1969F634F9}"/>
              </a:ext>
            </a:extLst>
          </p:cNvPr>
          <p:cNvSpPr>
            <a:spLocks noGrp="1"/>
          </p:cNvSpPr>
          <p:nvPr>
            <p:ph idx="1"/>
          </p:nvPr>
        </p:nvSpPr>
        <p:spPr>
          <a:xfrm>
            <a:off x="304800" y="1493838"/>
            <a:ext cx="8229600" cy="4525962"/>
          </a:xfrm>
        </p:spPr>
        <p:txBody>
          <a:bodyPr/>
          <a:lstStyle/>
          <a:p>
            <a:pPr>
              <a:defRPr/>
            </a:pPr>
            <a:r>
              <a:rPr lang="en-US" dirty="0"/>
              <a:t>Recording Project: Tonight’s the Night</a:t>
            </a:r>
          </a:p>
          <a:p>
            <a:pPr>
              <a:defRPr/>
            </a:pPr>
            <a:endParaRPr lang="en-US" dirty="0"/>
          </a:p>
          <a:p>
            <a:pPr>
              <a:defRPr/>
            </a:pPr>
            <a:r>
              <a:rPr lang="en-US" dirty="0"/>
              <a:t>Year                 Investment                  Revenue Stream</a:t>
            </a:r>
          </a:p>
          <a:p>
            <a:pPr>
              <a:defRPr/>
            </a:pPr>
            <a:r>
              <a:rPr lang="en-US" dirty="0"/>
              <a:t>0                        $200,000                                            0</a:t>
            </a:r>
          </a:p>
          <a:p>
            <a:pPr marL="457200" indent="-457200">
              <a:buFont typeface="Arial" pitchFamily="34" charset="0"/>
              <a:buAutoNum type="arabicPlain"/>
              <a:defRPr/>
            </a:pPr>
            <a:r>
              <a:rPr lang="en-US" dirty="0"/>
              <a:t>                                                                     200,000</a:t>
            </a:r>
          </a:p>
          <a:p>
            <a:pPr marL="457200" indent="-457200">
              <a:buFont typeface="Arial" pitchFamily="34" charset="0"/>
              <a:buAutoNum type="arabicPlain"/>
              <a:defRPr/>
            </a:pPr>
            <a:r>
              <a:rPr lang="en-US" dirty="0"/>
              <a:t>                                                                     125,000</a:t>
            </a:r>
          </a:p>
          <a:p>
            <a:pPr marL="457200" indent="-457200">
              <a:buFont typeface="Arial" pitchFamily="34" charset="0"/>
              <a:buAutoNum type="arabicPlain"/>
              <a:defRPr/>
            </a:pPr>
            <a:r>
              <a:rPr lang="en-US" dirty="0"/>
              <a:t>                                                                       75,000</a:t>
            </a:r>
          </a:p>
          <a:p>
            <a:pPr marL="457200" indent="-457200">
              <a:buFont typeface="Arial" pitchFamily="34" charset="0"/>
              <a:buAutoNum type="arabicPlain"/>
              <a:defRPr/>
            </a:pPr>
            <a:r>
              <a:rPr lang="en-US" dirty="0"/>
              <a:t>                                                                       20,000</a:t>
            </a:r>
          </a:p>
          <a:p>
            <a:pPr marL="457200" indent="-457200">
              <a:buFont typeface="Arial" pitchFamily="34" charset="0"/>
              <a:buAutoNum type="arabicPlain"/>
              <a:defRPr/>
            </a:pPr>
            <a:r>
              <a:rPr lang="en-US" dirty="0"/>
              <a:t>                                                                       10,000</a:t>
            </a:r>
          </a:p>
          <a:p>
            <a:pPr marL="457200" indent="-457200">
              <a:defRPr/>
            </a:pPr>
            <a:r>
              <a:rPr lang="en-US" dirty="0"/>
              <a:t> </a:t>
            </a:r>
          </a:p>
          <a:p>
            <a:pPr marL="457200" indent="-457200">
              <a:buFont typeface="Arial" pitchFamily="34" charset="0"/>
              <a:buAutoNum type="arabicPlain"/>
              <a:defRPr/>
            </a:pPr>
            <a:endParaRPr lang="en-US" dirty="0"/>
          </a:p>
          <a:p>
            <a:pPr>
              <a:defRPr/>
            </a:pPr>
            <a:endParaRPr lang="en-US" dirty="0"/>
          </a:p>
          <a:p>
            <a:pPr>
              <a:defRPr/>
            </a:pPr>
            <a:endParaRPr lang="en-US" dirty="0"/>
          </a:p>
        </p:txBody>
      </p:sp>
      <p:sp>
        <p:nvSpPr>
          <p:cNvPr id="3" name="Content Placeholder 2">
            <a:extLst>
              <a:ext uri="{FF2B5EF4-FFF2-40B4-BE49-F238E27FC236}">
                <a16:creationId xmlns:a16="http://schemas.microsoft.com/office/drawing/2014/main" id="{FFDF424F-4D95-AF07-67FD-821916517F5C}"/>
              </a:ext>
            </a:extLst>
          </p:cNvPr>
          <p:cNvSpPr>
            <a:spLocks noGrp="1"/>
          </p:cNvSpPr>
          <p:nvPr>
            <p:ph sz="quarter" idx="10"/>
          </p:nvPr>
        </p:nvSpPr>
        <p:spPr/>
        <p:txBody>
          <a:bodyPr/>
          <a:lstStyle/>
          <a:p>
            <a:pPr>
              <a:buFont typeface="Arial" charset="0"/>
              <a:buNone/>
              <a:defRPr/>
            </a:pPr>
            <a:r>
              <a:rPr lang="en-US" dirty="0"/>
              <a:t>Exercise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AA1F5B-5B90-5DC0-AB86-8C486048E1F5}"/>
              </a:ext>
            </a:extLst>
          </p:cNvPr>
          <p:cNvSpPr>
            <a:spLocks noGrp="1"/>
          </p:cNvSpPr>
          <p:nvPr>
            <p:ph sz="quarter" idx="10"/>
          </p:nvPr>
        </p:nvSpPr>
        <p:spPr/>
        <p:txBody>
          <a:bodyPr/>
          <a:lstStyle/>
          <a:p>
            <a:pPr>
              <a:buFont typeface="Arial" charset="0"/>
              <a:buNone/>
              <a:defRPr/>
            </a:pPr>
            <a:r>
              <a:rPr lang="en-US" dirty="0"/>
              <a:t>NPV Calculation</a:t>
            </a:r>
          </a:p>
        </p:txBody>
      </p:sp>
      <p:pic>
        <p:nvPicPr>
          <p:cNvPr id="39939" name="Picture 4" descr="C:\Users\user\AppData\Local\Temp\New Doc 2017-01-26 (1)_4.jpg">
            <a:extLst>
              <a:ext uri="{FF2B5EF4-FFF2-40B4-BE49-F238E27FC236}">
                <a16:creationId xmlns:a16="http://schemas.microsoft.com/office/drawing/2014/main" id="{F38B57F9-F4CA-547E-192D-035D21D353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8991600" cy="51816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767A854-E0CD-5CB5-BB1A-3BF0CD9E2555}"/>
                  </a:ext>
                </a:extLst>
              </p14:cNvPr>
              <p14:cNvContentPartPr/>
              <p14:nvPr/>
            </p14:nvContentPartPr>
            <p14:xfrm>
              <a:off x="5938200" y="5084280"/>
              <a:ext cx="1838520" cy="81000"/>
            </p14:xfrm>
          </p:contentPart>
        </mc:Choice>
        <mc:Fallback>
          <p:pic>
            <p:nvPicPr>
              <p:cNvPr id="2" name="Ink 1">
                <a:extLst>
                  <a:ext uri="{FF2B5EF4-FFF2-40B4-BE49-F238E27FC236}">
                    <a16:creationId xmlns:a16="http://schemas.microsoft.com/office/drawing/2014/main" id="{6767A854-E0CD-5CB5-BB1A-3BF0CD9E2555}"/>
                  </a:ext>
                </a:extLst>
              </p:cNvPr>
              <p:cNvPicPr/>
              <p:nvPr/>
            </p:nvPicPr>
            <p:blipFill>
              <a:blip r:embed="rId4"/>
              <a:stretch>
                <a:fillRect/>
              </a:stretch>
            </p:blipFill>
            <p:spPr>
              <a:xfrm>
                <a:off x="5928840" y="5074920"/>
                <a:ext cx="1857240" cy="9972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95082-B86D-E030-2ADE-438D82AE5CA9}"/>
              </a:ext>
            </a:extLst>
          </p:cNvPr>
          <p:cNvSpPr>
            <a:spLocks noGrp="1"/>
          </p:cNvSpPr>
          <p:nvPr>
            <p:ph sz="quarter" idx="10"/>
          </p:nvPr>
        </p:nvSpPr>
        <p:spPr/>
        <p:txBody>
          <a:bodyPr/>
          <a:lstStyle/>
          <a:p>
            <a:pPr>
              <a:buFont typeface="Arial" charset="0"/>
              <a:buNone/>
              <a:defRPr/>
            </a:pPr>
            <a:r>
              <a:rPr lang="en-US" dirty="0"/>
              <a:t>NPV Calculation</a:t>
            </a:r>
          </a:p>
        </p:txBody>
      </p:sp>
      <p:pic>
        <p:nvPicPr>
          <p:cNvPr id="40963" name="Picture 4" descr="C:\Users\user\AppData\Local\Temp\New Doc 2017-01-26 (1)_5.jpg">
            <a:extLst>
              <a:ext uri="{FF2B5EF4-FFF2-40B4-BE49-F238E27FC236}">
                <a16:creationId xmlns:a16="http://schemas.microsoft.com/office/drawing/2014/main" id="{FB9D79ED-AC93-899D-8390-0031D3587C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371600"/>
            <a:ext cx="8610600" cy="51054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3346321-0A8F-79E9-960C-6B76BCF53166}"/>
                  </a:ext>
                </a:extLst>
              </p14:cNvPr>
              <p14:cNvContentPartPr/>
              <p14:nvPr/>
            </p14:nvContentPartPr>
            <p14:xfrm>
              <a:off x="4040640" y="3350520"/>
              <a:ext cx="3751560" cy="1172160"/>
            </p14:xfrm>
          </p:contentPart>
        </mc:Choice>
        <mc:Fallback>
          <p:pic>
            <p:nvPicPr>
              <p:cNvPr id="2" name="Ink 1">
                <a:extLst>
                  <a:ext uri="{FF2B5EF4-FFF2-40B4-BE49-F238E27FC236}">
                    <a16:creationId xmlns:a16="http://schemas.microsoft.com/office/drawing/2014/main" id="{B3346321-0A8F-79E9-960C-6B76BCF53166}"/>
                  </a:ext>
                </a:extLst>
              </p:cNvPr>
              <p:cNvPicPr/>
              <p:nvPr/>
            </p:nvPicPr>
            <p:blipFill>
              <a:blip r:embed="rId4"/>
              <a:stretch>
                <a:fillRect/>
              </a:stretch>
            </p:blipFill>
            <p:spPr>
              <a:xfrm>
                <a:off x="4031280" y="3341160"/>
                <a:ext cx="3770280" cy="119088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1">
            <a:extLst>
              <a:ext uri="{FF2B5EF4-FFF2-40B4-BE49-F238E27FC236}">
                <a16:creationId xmlns:a16="http://schemas.microsoft.com/office/drawing/2014/main" id="{FC709066-C106-B65F-9B66-506D9443AB59}"/>
              </a:ext>
            </a:extLst>
          </p:cNvPr>
          <p:cNvSpPr>
            <a:spLocks noGrp="1"/>
          </p:cNvSpPr>
          <p:nvPr>
            <p:ph idx="1"/>
          </p:nvPr>
        </p:nvSpPr>
        <p:spPr>
          <a:xfrm>
            <a:off x="304800" y="1493838"/>
            <a:ext cx="8229600" cy="4525962"/>
          </a:xfrm>
        </p:spPr>
        <p:txBody>
          <a:bodyPr/>
          <a:lstStyle/>
          <a:p>
            <a:pPr algn="just" fontAlgn="base">
              <a:spcAft>
                <a:spcPct val="0"/>
              </a:spcAft>
            </a:pPr>
            <a:r>
              <a:rPr lang="en-US" altLang="en-US" sz="2000"/>
              <a:t>Project X has an initial investment of 10,50,000 and projected cash inflows of 2,37,500 for 5 years.</a:t>
            </a:r>
          </a:p>
          <a:p>
            <a:pPr algn="just" fontAlgn="base">
              <a:spcAft>
                <a:spcPct val="0"/>
              </a:spcAft>
            </a:pPr>
            <a:r>
              <a:rPr lang="en-US" altLang="en-US" sz="2000"/>
              <a:t>Project Y has an initial investment of 8,00,000 and projected cash inflows of 1,80,000 for 5 years.</a:t>
            </a:r>
          </a:p>
          <a:p>
            <a:pPr algn="just" fontAlgn="base">
              <a:spcAft>
                <a:spcPct val="0"/>
              </a:spcAft>
            </a:pPr>
            <a:r>
              <a:rPr lang="en-US" altLang="en-US" sz="2000"/>
              <a:t>Payback period (in years) = Estimated Project Cost/Annual Savings</a:t>
            </a:r>
          </a:p>
          <a:p>
            <a:pPr algn="just" fontAlgn="base">
              <a:spcAft>
                <a:spcPct val="0"/>
              </a:spcAft>
            </a:pPr>
            <a:r>
              <a:rPr lang="en-US" altLang="en-US" sz="2000"/>
              <a:t>The payback period for Project X is 4.42105 years and for Project Y is 4.44444  years.</a:t>
            </a:r>
          </a:p>
          <a:p>
            <a:pPr algn="just" fontAlgn="base">
              <a:spcAft>
                <a:spcPct val="0"/>
              </a:spcAft>
            </a:pPr>
            <a:r>
              <a:rPr lang="en-US" altLang="en-US" sz="2000"/>
              <a:t>Both the projects are acceptable as they return the initial investment in less than 5 years.</a:t>
            </a:r>
          </a:p>
          <a:p>
            <a:pPr algn="just" fontAlgn="base">
              <a:spcAft>
                <a:spcPct val="0"/>
              </a:spcAft>
            </a:pPr>
            <a:r>
              <a:rPr lang="en-US" altLang="en-US" sz="2000"/>
              <a:t>ROI is reciprocal of Payback.</a:t>
            </a:r>
          </a:p>
          <a:p>
            <a:pPr algn="just" fontAlgn="base">
              <a:spcAft>
                <a:spcPct val="0"/>
              </a:spcAft>
            </a:pPr>
            <a:r>
              <a:rPr lang="en-US" altLang="en-US" sz="2000"/>
              <a:t>ROI: Project X = (237500/1050000) ×100 = 22.62 %</a:t>
            </a:r>
          </a:p>
          <a:p>
            <a:pPr algn="just" fontAlgn="base">
              <a:spcAft>
                <a:spcPct val="0"/>
              </a:spcAft>
            </a:pPr>
            <a:r>
              <a:rPr lang="en-US" altLang="en-US" sz="2000"/>
              <a:t>         Project Y = (180000/800000) × 100 = 22.50 %</a:t>
            </a:r>
          </a:p>
          <a:p>
            <a:pPr algn="just" fontAlgn="base">
              <a:spcAft>
                <a:spcPct val="0"/>
              </a:spcAft>
            </a:pPr>
            <a:r>
              <a:rPr lang="en-US" altLang="en-US" sz="2000" i="1"/>
              <a:t>Management Criteria</a:t>
            </a:r>
            <a:r>
              <a:rPr lang="en-US" altLang="en-US" sz="2000"/>
              <a:t>: Accept, if Payback Period is less than 5 years and ROI is more than 15% (desired rate of return). Project X is slightly more favourable.</a:t>
            </a:r>
          </a:p>
          <a:p>
            <a:pPr algn="just" fontAlgn="base">
              <a:spcAft>
                <a:spcPct val="0"/>
              </a:spcAft>
            </a:pPr>
            <a:endParaRPr lang="en-US" altLang="en-US" sz="2000"/>
          </a:p>
          <a:p>
            <a:pPr algn="just" fontAlgn="base">
              <a:spcAft>
                <a:spcPct val="0"/>
              </a:spcAft>
            </a:pPr>
            <a:endParaRPr lang="en-US" altLang="en-US" sz="2000"/>
          </a:p>
          <a:p>
            <a:pPr algn="just" fontAlgn="base">
              <a:spcAft>
                <a:spcPct val="0"/>
              </a:spcAft>
            </a:pPr>
            <a:endParaRPr lang="en-US" altLang="en-US" sz="2000"/>
          </a:p>
          <a:p>
            <a:pPr algn="just" fontAlgn="base">
              <a:spcAft>
                <a:spcPct val="0"/>
              </a:spcAft>
            </a:pPr>
            <a:endParaRPr lang="en-US" altLang="en-US" sz="2000"/>
          </a:p>
        </p:txBody>
      </p:sp>
      <p:sp>
        <p:nvSpPr>
          <p:cNvPr id="3" name="Content Placeholder 2">
            <a:extLst>
              <a:ext uri="{FF2B5EF4-FFF2-40B4-BE49-F238E27FC236}">
                <a16:creationId xmlns:a16="http://schemas.microsoft.com/office/drawing/2014/main" id="{D7BA7E70-964A-8D42-9017-D799F6D91F4E}"/>
              </a:ext>
            </a:extLst>
          </p:cNvPr>
          <p:cNvSpPr>
            <a:spLocks noGrp="1"/>
          </p:cNvSpPr>
          <p:nvPr>
            <p:ph sz="quarter" idx="10"/>
          </p:nvPr>
        </p:nvSpPr>
        <p:spPr/>
        <p:txBody>
          <a:bodyPr/>
          <a:lstStyle/>
          <a:p>
            <a:pPr>
              <a:buFont typeface="Arial" charset="0"/>
              <a:buNone/>
              <a:defRPr/>
            </a:pPr>
            <a:r>
              <a:rPr lang="en-US" dirty="0"/>
              <a:t>Pay Back Period</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06EE759-CE49-6891-7948-B2EB9E3658ED}"/>
                  </a:ext>
                </a:extLst>
              </p14:cNvPr>
              <p14:cNvContentPartPr/>
              <p14:nvPr/>
            </p14:nvContentPartPr>
            <p14:xfrm>
              <a:off x="486000" y="1703520"/>
              <a:ext cx="6283440" cy="3933000"/>
            </p14:xfrm>
          </p:contentPart>
        </mc:Choice>
        <mc:Fallback>
          <p:pic>
            <p:nvPicPr>
              <p:cNvPr id="2" name="Ink 1">
                <a:extLst>
                  <a:ext uri="{FF2B5EF4-FFF2-40B4-BE49-F238E27FC236}">
                    <a16:creationId xmlns:a16="http://schemas.microsoft.com/office/drawing/2014/main" id="{C06EE759-CE49-6891-7948-B2EB9E3658ED}"/>
                  </a:ext>
                </a:extLst>
              </p:cNvPr>
              <p:cNvPicPr/>
              <p:nvPr/>
            </p:nvPicPr>
            <p:blipFill>
              <a:blip r:embed="rId3"/>
              <a:stretch>
                <a:fillRect/>
              </a:stretch>
            </p:blipFill>
            <p:spPr>
              <a:xfrm>
                <a:off x="476640" y="1694160"/>
                <a:ext cx="6302160" cy="395172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7A7BBD-83AB-C0D8-1281-2DD2A0E99E1E}"/>
              </a:ext>
            </a:extLst>
          </p:cNvPr>
          <p:cNvSpPr>
            <a:spLocks noGrp="1"/>
          </p:cNvSpPr>
          <p:nvPr>
            <p:ph idx="1"/>
          </p:nvPr>
        </p:nvSpPr>
        <p:spPr>
          <a:xfrm>
            <a:off x="304800" y="1493838"/>
            <a:ext cx="8229600" cy="4525962"/>
          </a:xfrm>
        </p:spPr>
        <p:txBody>
          <a:bodyPr/>
          <a:lstStyle/>
          <a:p>
            <a:pPr>
              <a:defRPr/>
            </a:pPr>
            <a:r>
              <a:rPr lang="en-US" dirty="0"/>
              <a:t>Project X (undiscounted payback period is 4.42 years)</a:t>
            </a:r>
          </a:p>
          <a:p>
            <a:pPr>
              <a:defRPr/>
            </a:pPr>
            <a:r>
              <a:rPr lang="en-US" dirty="0"/>
              <a:t>If you were to consider the payback period after considering the discounted values, assuming r to be 15 percent.</a:t>
            </a:r>
          </a:p>
          <a:p>
            <a:pPr>
              <a:defRPr/>
            </a:pPr>
            <a:r>
              <a:rPr lang="en-US" dirty="0"/>
              <a:t>Year          Outflow        Discounted value of cash inflow</a:t>
            </a:r>
          </a:p>
          <a:p>
            <a:pPr>
              <a:defRPr/>
            </a:pPr>
            <a:r>
              <a:rPr lang="en-US" dirty="0"/>
              <a:t>0             10,50,000                            -----</a:t>
            </a:r>
          </a:p>
          <a:p>
            <a:pPr marL="457200" indent="-457200">
              <a:buFont typeface="Arial" pitchFamily="34" charset="0"/>
              <a:buAutoNum type="arabicPlain"/>
              <a:defRPr/>
            </a:pPr>
            <a:r>
              <a:rPr lang="en-US" dirty="0"/>
              <a:t>                                               206521.74</a:t>
            </a:r>
          </a:p>
          <a:p>
            <a:pPr marL="457200" indent="-457200">
              <a:buFont typeface="Arial" pitchFamily="34" charset="0"/>
              <a:buAutoNum type="arabicPlain"/>
              <a:defRPr/>
            </a:pPr>
            <a:r>
              <a:rPr lang="en-US" dirty="0"/>
              <a:t>                                               179584.12                              </a:t>
            </a:r>
          </a:p>
          <a:p>
            <a:pPr marL="457200" indent="-457200">
              <a:buFont typeface="Arial" pitchFamily="34" charset="0"/>
              <a:buAutoNum type="arabicPlain"/>
              <a:defRPr/>
            </a:pPr>
            <a:r>
              <a:rPr lang="en-US" dirty="0"/>
              <a:t>                                               156160.11</a:t>
            </a:r>
          </a:p>
          <a:p>
            <a:pPr marL="457200" indent="-457200">
              <a:buFont typeface="Arial" pitchFamily="34" charset="0"/>
              <a:buAutoNum type="arabicPlain"/>
              <a:defRPr/>
            </a:pPr>
            <a:r>
              <a:rPr lang="en-US" dirty="0"/>
              <a:t>                                               135791.40</a:t>
            </a:r>
          </a:p>
          <a:p>
            <a:pPr marL="457200" indent="-457200">
              <a:buFont typeface="Arial" pitchFamily="34" charset="0"/>
              <a:buAutoNum type="arabicPlain"/>
              <a:defRPr/>
            </a:pPr>
            <a:r>
              <a:rPr lang="en-US" dirty="0"/>
              <a:t>                                               118079.47 </a:t>
            </a:r>
          </a:p>
          <a:p>
            <a:pPr marL="457200" indent="-457200">
              <a:defRPr/>
            </a:pPr>
            <a:r>
              <a:rPr lang="en-US" dirty="0"/>
              <a:t>Total                                             796136.84</a:t>
            </a:r>
          </a:p>
          <a:p>
            <a:pPr>
              <a:defRPr/>
            </a:pPr>
            <a:endParaRPr lang="en-US" dirty="0"/>
          </a:p>
        </p:txBody>
      </p:sp>
      <p:sp>
        <p:nvSpPr>
          <p:cNvPr id="3" name="Content Placeholder 2">
            <a:extLst>
              <a:ext uri="{FF2B5EF4-FFF2-40B4-BE49-F238E27FC236}">
                <a16:creationId xmlns:a16="http://schemas.microsoft.com/office/drawing/2014/main" id="{3D09E93D-9B44-11B4-F222-7E47F6FA8D6B}"/>
              </a:ext>
            </a:extLst>
          </p:cNvPr>
          <p:cNvSpPr>
            <a:spLocks noGrp="1"/>
          </p:cNvSpPr>
          <p:nvPr>
            <p:ph sz="quarter" idx="10"/>
          </p:nvPr>
        </p:nvSpPr>
        <p:spPr/>
        <p:txBody>
          <a:bodyPr/>
          <a:lstStyle/>
          <a:p>
            <a:pPr>
              <a:buFont typeface="Arial" charset="0"/>
              <a:buNone/>
              <a:defRPr/>
            </a:pPr>
            <a:r>
              <a:rPr lang="en-US" dirty="0"/>
              <a:t>Discounted Pay Back Period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E9A3CC5-6E95-04F3-9CF6-32294A9FBAA8}"/>
                  </a:ext>
                </a:extLst>
              </p14:cNvPr>
              <p14:cNvContentPartPr/>
              <p14:nvPr/>
            </p14:nvContentPartPr>
            <p14:xfrm>
              <a:off x="1542240" y="2701080"/>
              <a:ext cx="6708960" cy="3272040"/>
            </p14:xfrm>
          </p:contentPart>
        </mc:Choice>
        <mc:Fallback>
          <p:pic>
            <p:nvPicPr>
              <p:cNvPr id="4" name="Ink 3">
                <a:extLst>
                  <a:ext uri="{FF2B5EF4-FFF2-40B4-BE49-F238E27FC236}">
                    <a16:creationId xmlns:a16="http://schemas.microsoft.com/office/drawing/2014/main" id="{EE9A3CC5-6E95-04F3-9CF6-32294A9FBAA8}"/>
                  </a:ext>
                </a:extLst>
              </p:cNvPr>
              <p:cNvPicPr/>
              <p:nvPr/>
            </p:nvPicPr>
            <p:blipFill>
              <a:blip r:embed="rId3"/>
              <a:stretch>
                <a:fillRect/>
              </a:stretch>
            </p:blipFill>
            <p:spPr>
              <a:xfrm>
                <a:off x="1532880" y="2691720"/>
                <a:ext cx="6727680" cy="32907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003851-D2C0-2B9E-9621-506217F74B98}"/>
              </a:ext>
            </a:extLst>
          </p:cNvPr>
          <p:cNvSpPr>
            <a:spLocks noGrp="1"/>
          </p:cNvSpPr>
          <p:nvPr>
            <p:ph idx="1"/>
          </p:nvPr>
        </p:nvSpPr>
        <p:spPr>
          <a:xfrm>
            <a:off x="304800" y="1493838"/>
            <a:ext cx="8229600" cy="4525962"/>
          </a:xfrm>
        </p:spPr>
        <p:txBody>
          <a:bodyPr/>
          <a:lstStyle/>
          <a:p>
            <a:pPr>
              <a:defRPr/>
            </a:pPr>
            <a:r>
              <a:rPr lang="en-US" dirty="0"/>
              <a:t>Year          Outflow        Discounted value of cash inflow</a:t>
            </a:r>
          </a:p>
          <a:p>
            <a:pPr>
              <a:defRPr/>
            </a:pPr>
            <a:r>
              <a:rPr lang="en-US" dirty="0"/>
              <a:t>0             10,50,000                            -----</a:t>
            </a:r>
          </a:p>
          <a:p>
            <a:pPr marL="457200" indent="-457200">
              <a:buFont typeface="Arial" pitchFamily="34" charset="0"/>
              <a:buAutoNum type="arabicPlain"/>
              <a:defRPr/>
            </a:pPr>
            <a:r>
              <a:rPr lang="en-US" dirty="0"/>
              <a:t>                                               206521.74</a:t>
            </a:r>
          </a:p>
          <a:p>
            <a:pPr marL="457200" indent="-457200">
              <a:buFont typeface="Arial" pitchFamily="34" charset="0"/>
              <a:buAutoNum type="arabicPlain"/>
              <a:defRPr/>
            </a:pPr>
            <a:r>
              <a:rPr lang="en-US" dirty="0"/>
              <a:t>                                               179584.12                              </a:t>
            </a:r>
          </a:p>
          <a:p>
            <a:pPr marL="457200" indent="-457200">
              <a:buFont typeface="Arial" pitchFamily="34" charset="0"/>
              <a:buAutoNum type="arabicPlain"/>
              <a:defRPr/>
            </a:pPr>
            <a:r>
              <a:rPr lang="en-US" dirty="0"/>
              <a:t>                                               156160.11</a:t>
            </a:r>
          </a:p>
          <a:p>
            <a:pPr marL="457200" indent="-457200">
              <a:buFont typeface="Arial" pitchFamily="34" charset="0"/>
              <a:buAutoNum type="arabicPlain"/>
              <a:defRPr/>
            </a:pPr>
            <a:r>
              <a:rPr lang="en-US" dirty="0"/>
              <a:t>                                               135791.40</a:t>
            </a:r>
          </a:p>
          <a:p>
            <a:pPr marL="457200" indent="-457200">
              <a:buFont typeface="Arial" pitchFamily="34" charset="0"/>
              <a:buAutoNum type="arabicPlain"/>
              <a:defRPr/>
            </a:pPr>
            <a:r>
              <a:rPr lang="en-US" dirty="0"/>
              <a:t>                                               118079.47 </a:t>
            </a:r>
          </a:p>
          <a:p>
            <a:pPr marL="457200" indent="-457200">
              <a:buFont typeface="Arial" pitchFamily="34" charset="0"/>
              <a:buAutoNum type="arabicPlain" startAt="6"/>
              <a:defRPr/>
            </a:pPr>
            <a:r>
              <a:rPr lang="en-US" dirty="0"/>
              <a:t>                                               102677.80</a:t>
            </a:r>
          </a:p>
          <a:p>
            <a:pPr marL="457200" indent="-457200">
              <a:buFont typeface="Arial" pitchFamily="34" charset="0"/>
              <a:buAutoNum type="arabicPlain" startAt="6"/>
              <a:defRPr/>
            </a:pPr>
            <a:r>
              <a:rPr lang="en-US" dirty="0"/>
              <a:t>                                                 89285.05</a:t>
            </a:r>
          </a:p>
          <a:p>
            <a:pPr marL="457200" indent="-457200">
              <a:buFont typeface="Arial" pitchFamily="34" charset="0"/>
              <a:buAutoNum type="arabicPlain" startAt="6"/>
              <a:defRPr/>
            </a:pPr>
            <a:r>
              <a:rPr lang="en-US" dirty="0"/>
              <a:t>                                                 77639.17</a:t>
            </a:r>
          </a:p>
          <a:p>
            <a:pPr marL="457200" indent="-457200">
              <a:defRPr/>
            </a:pPr>
            <a:r>
              <a:rPr lang="en-US" dirty="0"/>
              <a:t>Total                                           1065738.86  (7.797282 </a:t>
            </a:r>
            <a:r>
              <a:rPr lang="en-US" sz="1400" dirty="0"/>
              <a:t>years</a:t>
            </a:r>
            <a:r>
              <a:rPr lang="en-US" dirty="0"/>
              <a:t>)</a:t>
            </a:r>
          </a:p>
          <a:p>
            <a:pPr marL="457200" indent="-457200">
              <a:defRPr/>
            </a:pPr>
            <a:endParaRPr lang="en-US" dirty="0"/>
          </a:p>
          <a:p>
            <a:pPr marL="457200" indent="-457200">
              <a:defRPr/>
            </a:pPr>
            <a:r>
              <a:rPr lang="en-US" dirty="0"/>
              <a:t>  </a:t>
            </a:r>
          </a:p>
          <a:p>
            <a:pPr>
              <a:defRPr/>
            </a:pPr>
            <a:endParaRPr lang="en-US" dirty="0"/>
          </a:p>
          <a:p>
            <a:pPr>
              <a:defRPr/>
            </a:pPr>
            <a:endParaRPr lang="en-US" dirty="0"/>
          </a:p>
        </p:txBody>
      </p:sp>
      <p:sp>
        <p:nvSpPr>
          <p:cNvPr id="3" name="Content Placeholder 2">
            <a:extLst>
              <a:ext uri="{FF2B5EF4-FFF2-40B4-BE49-F238E27FC236}">
                <a16:creationId xmlns:a16="http://schemas.microsoft.com/office/drawing/2014/main" id="{724EEEDD-03A6-DA4A-5ED2-93724ADED819}"/>
              </a:ext>
            </a:extLst>
          </p:cNvPr>
          <p:cNvSpPr>
            <a:spLocks noGrp="1"/>
          </p:cNvSpPr>
          <p:nvPr>
            <p:ph sz="quarter" idx="10"/>
          </p:nvPr>
        </p:nvSpPr>
        <p:spPr/>
        <p:txBody>
          <a:bodyPr/>
          <a:lstStyle/>
          <a:p>
            <a:pPr>
              <a:buFont typeface="Arial" charset="0"/>
              <a:buNone/>
              <a:defRPr/>
            </a:pPr>
            <a:r>
              <a:rPr lang="en-US" dirty="0"/>
              <a:t>Discounted Pay Back Period Project X</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A17EBAA-DB47-1EC8-7FD5-0E01F2A2DD81}"/>
                  </a:ext>
                </a:extLst>
              </p14:cNvPr>
              <p14:cNvContentPartPr/>
              <p14:nvPr/>
            </p14:nvContentPartPr>
            <p14:xfrm>
              <a:off x="246600" y="4681440"/>
              <a:ext cx="7563960" cy="1529280"/>
            </p14:xfrm>
          </p:contentPart>
        </mc:Choice>
        <mc:Fallback>
          <p:pic>
            <p:nvPicPr>
              <p:cNvPr id="4" name="Ink 3">
                <a:extLst>
                  <a:ext uri="{FF2B5EF4-FFF2-40B4-BE49-F238E27FC236}">
                    <a16:creationId xmlns:a16="http://schemas.microsoft.com/office/drawing/2014/main" id="{AA17EBAA-DB47-1EC8-7FD5-0E01F2A2DD81}"/>
                  </a:ext>
                </a:extLst>
              </p:cNvPr>
              <p:cNvPicPr/>
              <p:nvPr/>
            </p:nvPicPr>
            <p:blipFill>
              <a:blip r:embed="rId3"/>
              <a:stretch>
                <a:fillRect/>
              </a:stretch>
            </p:blipFill>
            <p:spPr>
              <a:xfrm>
                <a:off x="237240" y="4672080"/>
                <a:ext cx="7582680" cy="154800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22B2E2-0023-45B2-F669-C2F59DF908E6}"/>
              </a:ext>
            </a:extLst>
          </p:cNvPr>
          <p:cNvSpPr>
            <a:spLocks noGrp="1"/>
          </p:cNvSpPr>
          <p:nvPr>
            <p:ph idx="1"/>
          </p:nvPr>
        </p:nvSpPr>
        <p:spPr>
          <a:xfrm>
            <a:off x="304800" y="1493838"/>
            <a:ext cx="8229600" cy="4525962"/>
          </a:xfrm>
        </p:spPr>
        <p:txBody>
          <a:bodyPr/>
          <a:lstStyle/>
          <a:p>
            <a:pPr>
              <a:defRPr/>
            </a:pPr>
            <a:r>
              <a:rPr lang="en-US" dirty="0"/>
              <a:t>Year          Outflow        Discounted value of cash inflow</a:t>
            </a:r>
          </a:p>
          <a:p>
            <a:pPr>
              <a:defRPr/>
            </a:pPr>
            <a:r>
              <a:rPr lang="en-US" dirty="0"/>
              <a:t>0                8,00,000                            -----</a:t>
            </a:r>
          </a:p>
          <a:p>
            <a:pPr marL="457200" indent="-457200">
              <a:buFont typeface="Arial" pitchFamily="34" charset="0"/>
              <a:buAutoNum type="arabicPlain"/>
              <a:defRPr/>
            </a:pPr>
            <a:r>
              <a:rPr lang="en-US" dirty="0"/>
              <a:t>                                               156521.74</a:t>
            </a:r>
          </a:p>
          <a:p>
            <a:pPr marL="457200" indent="-457200">
              <a:buFont typeface="Arial" pitchFamily="34" charset="0"/>
              <a:buAutoNum type="arabicPlain"/>
              <a:defRPr/>
            </a:pPr>
            <a:r>
              <a:rPr lang="en-US" dirty="0"/>
              <a:t>                                               136105.86                              </a:t>
            </a:r>
          </a:p>
          <a:p>
            <a:pPr marL="457200" indent="-457200">
              <a:buFont typeface="Arial" pitchFamily="34" charset="0"/>
              <a:buAutoNum type="arabicPlain"/>
              <a:defRPr/>
            </a:pPr>
            <a:r>
              <a:rPr lang="en-US" dirty="0"/>
              <a:t>                                               118352.92</a:t>
            </a:r>
          </a:p>
          <a:p>
            <a:pPr marL="457200" indent="-457200">
              <a:buFont typeface="Arial" pitchFamily="34" charset="0"/>
              <a:buAutoNum type="arabicPlain"/>
              <a:defRPr/>
            </a:pPr>
            <a:r>
              <a:rPr lang="en-US" dirty="0"/>
              <a:t>                                               102915.58</a:t>
            </a:r>
          </a:p>
          <a:p>
            <a:pPr marL="457200" indent="-457200">
              <a:buFont typeface="Arial" pitchFamily="34" charset="0"/>
              <a:buAutoNum type="arabicPlain"/>
              <a:defRPr/>
            </a:pPr>
            <a:r>
              <a:rPr lang="en-US" dirty="0"/>
              <a:t>                                                 89491.81</a:t>
            </a:r>
          </a:p>
          <a:p>
            <a:pPr marL="457200" indent="-457200">
              <a:buFont typeface="Arial" pitchFamily="34" charset="0"/>
              <a:buAutoNum type="arabicPlain" startAt="6"/>
              <a:defRPr/>
            </a:pPr>
            <a:r>
              <a:rPr lang="en-US" dirty="0"/>
              <a:t>                                                 77818.96</a:t>
            </a:r>
          </a:p>
          <a:p>
            <a:pPr marL="457200" indent="-457200">
              <a:buFont typeface="Arial" pitchFamily="34" charset="0"/>
              <a:buAutoNum type="arabicPlain" startAt="6"/>
              <a:defRPr/>
            </a:pPr>
            <a:r>
              <a:rPr lang="en-US" dirty="0"/>
              <a:t>                                                 67668.67</a:t>
            </a:r>
          </a:p>
          <a:p>
            <a:pPr marL="457200" indent="-457200">
              <a:buFont typeface="Arial" pitchFamily="34" charset="0"/>
              <a:buAutoNum type="arabicPlain" startAt="6"/>
              <a:defRPr/>
            </a:pPr>
            <a:r>
              <a:rPr lang="en-US" dirty="0"/>
              <a:t>                                                 58842.32</a:t>
            </a:r>
          </a:p>
          <a:p>
            <a:pPr marL="457200" indent="-457200">
              <a:defRPr/>
            </a:pPr>
            <a:r>
              <a:rPr lang="en-US" dirty="0"/>
              <a:t>Total                                             807717.87  (7.8688 years)</a:t>
            </a:r>
          </a:p>
        </p:txBody>
      </p:sp>
      <p:sp>
        <p:nvSpPr>
          <p:cNvPr id="3" name="Content Placeholder 2">
            <a:extLst>
              <a:ext uri="{FF2B5EF4-FFF2-40B4-BE49-F238E27FC236}">
                <a16:creationId xmlns:a16="http://schemas.microsoft.com/office/drawing/2014/main" id="{67A16D29-82A3-463F-F16B-985A60B10161}"/>
              </a:ext>
            </a:extLst>
          </p:cNvPr>
          <p:cNvSpPr>
            <a:spLocks noGrp="1"/>
          </p:cNvSpPr>
          <p:nvPr>
            <p:ph sz="quarter" idx="10"/>
          </p:nvPr>
        </p:nvSpPr>
        <p:spPr/>
        <p:txBody>
          <a:bodyPr>
            <a:normAutofit fontScale="70000" lnSpcReduction="20000"/>
          </a:bodyPr>
          <a:lstStyle/>
          <a:p>
            <a:pPr>
              <a:buFont typeface="Arial" charset="0"/>
              <a:buNone/>
              <a:defRPr/>
            </a:pPr>
            <a:r>
              <a:rPr lang="en-US" dirty="0"/>
              <a:t>Discounted Pay Back Period Project Y (undiscounted payback period is 4.44 years)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7AB7CDE-6D76-4AF5-2C9A-47DA4D75E58F}"/>
                  </a:ext>
                </a:extLst>
              </p14:cNvPr>
              <p14:cNvContentPartPr/>
              <p14:nvPr/>
            </p14:nvContentPartPr>
            <p14:xfrm>
              <a:off x="4589280" y="2104200"/>
              <a:ext cx="3023280" cy="4273920"/>
            </p14:xfrm>
          </p:contentPart>
        </mc:Choice>
        <mc:Fallback>
          <p:pic>
            <p:nvPicPr>
              <p:cNvPr id="4" name="Ink 3">
                <a:extLst>
                  <a:ext uri="{FF2B5EF4-FFF2-40B4-BE49-F238E27FC236}">
                    <a16:creationId xmlns:a16="http://schemas.microsoft.com/office/drawing/2014/main" id="{37AB7CDE-6D76-4AF5-2C9A-47DA4D75E58F}"/>
                  </a:ext>
                </a:extLst>
              </p:cNvPr>
              <p:cNvPicPr/>
              <p:nvPr/>
            </p:nvPicPr>
            <p:blipFill>
              <a:blip r:embed="rId3"/>
              <a:stretch>
                <a:fillRect/>
              </a:stretch>
            </p:blipFill>
            <p:spPr>
              <a:xfrm>
                <a:off x="4579920" y="2094840"/>
                <a:ext cx="3042000" cy="429264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C9C672-D157-547C-DF7E-9FB13DFEE3CE}"/>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8A3AC09-9459-4E45-2B46-76B7FC896F52}"/>
                  </a:ext>
                </a:extLst>
              </p14:cNvPr>
              <p14:cNvContentPartPr/>
              <p14:nvPr/>
            </p14:nvContentPartPr>
            <p14:xfrm>
              <a:off x="488880" y="617760"/>
              <a:ext cx="7495920" cy="5662440"/>
            </p14:xfrm>
          </p:contentPart>
        </mc:Choice>
        <mc:Fallback>
          <p:pic>
            <p:nvPicPr>
              <p:cNvPr id="3" name="Ink 2">
                <a:extLst>
                  <a:ext uri="{FF2B5EF4-FFF2-40B4-BE49-F238E27FC236}">
                    <a16:creationId xmlns:a16="http://schemas.microsoft.com/office/drawing/2014/main" id="{A8A3AC09-9459-4E45-2B46-76B7FC896F52}"/>
                  </a:ext>
                </a:extLst>
              </p:cNvPr>
              <p:cNvPicPr/>
              <p:nvPr/>
            </p:nvPicPr>
            <p:blipFill>
              <a:blip r:embed="rId3"/>
              <a:stretch>
                <a:fillRect/>
              </a:stretch>
            </p:blipFill>
            <p:spPr>
              <a:xfrm>
                <a:off x="479520" y="608400"/>
                <a:ext cx="7514640" cy="568116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957F67-4DFF-ECD0-B965-1E04522ADF6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C7CFEA7-F337-DE5B-1E3E-0B6E45E8B8BE}"/>
                  </a:ext>
                </a:extLst>
              </p14:cNvPr>
              <p14:cNvContentPartPr/>
              <p14:nvPr/>
            </p14:nvContentPartPr>
            <p14:xfrm>
              <a:off x="1186200" y="1386000"/>
              <a:ext cx="6961680" cy="4622760"/>
            </p14:xfrm>
          </p:contentPart>
        </mc:Choice>
        <mc:Fallback>
          <p:pic>
            <p:nvPicPr>
              <p:cNvPr id="3" name="Ink 2">
                <a:extLst>
                  <a:ext uri="{FF2B5EF4-FFF2-40B4-BE49-F238E27FC236}">
                    <a16:creationId xmlns:a16="http://schemas.microsoft.com/office/drawing/2014/main" id="{BC7CFEA7-F337-DE5B-1E3E-0B6E45E8B8BE}"/>
                  </a:ext>
                </a:extLst>
              </p:cNvPr>
              <p:cNvPicPr/>
              <p:nvPr/>
            </p:nvPicPr>
            <p:blipFill>
              <a:blip r:embed="rId3"/>
              <a:stretch>
                <a:fillRect/>
              </a:stretch>
            </p:blipFill>
            <p:spPr>
              <a:xfrm>
                <a:off x="1176840" y="1376640"/>
                <a:ext cx="6980400" cy="46414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D3A75A-3E26-2C1E-3005-9B2B15E411D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EE05FA0-E68E-EE59-D5BE-34FCE4429A09}"/>
                  </a:ext>
                </a:extLst>
              </p14:cNvPr>
              <p14:cNvContentPartPr/>
              <p14:nvPr/>
            </p14:nvContentPartPr>
            <p14:xfrm>
              <a:off x="1505160" y="938520"/>
              <a:ext cx="5657760" cy="2646000"/>
            </p14:xfrm>
          </p:contentPart>
        </mc:Choice>
        <mc:Fallback>
          <p:pic>
            <p:nvPicPr>
              <p:cNvPr id="3" name="Ink 2">
                <a:extLst>
                  <a:ext uri="{FF2B5EF4-FFF2-40B4-BE49-F238E27FC236}">
                    <a16:creationId xmlns:a16="http://schemas.microsoft.com/office/drawing/2014/main" id="{8EE05FA0-E68E-EE59-D5BE-34FCE4429A09}"/>
                  </a:ext>
                </a:extLst>
              </p:cNvPr>
              <p:cNvPicPr/>
              <p:nvPr/>
            </p:nvPicPr>
            <p:blipFill>
              <a:blip r:embed="rId3"/>
              <a:stretch>
                <a:fillRect/>
              </a:stretch>
            </p:blipFill>
            <p:spPr>
              <a:xfrm>
                <a:off x="1495800" y="929160"/>
                <a:ext cx="5676480" cy="2664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68A0BC1-1BB9-E392-A857-96493B547C46}"/>
                  </a:ext>
                </a:extLst>
              </p14:cNvPr>
              <p14:cNvContentPartPr/>
              <p14:nvPr/>
            </p14:nvContentPartPr>
            <p14:xfrm>
              <a:off x="790560" y="2916000"/>
              <a:ext cx="7249320" cy="1139040"/>
            </p14:xfrm>
          </p:contentPart>
        </mc:Choice>
        <mc:Fallback>
          <p:pic>
            <p:nvPicPr>
              <p:cNvPr id="4" name="Ink 3">
                <a:extLst>
                  <a:ext uri="{FF2B5EF4-FFF2-40B4-BE49-F238E27FC236}">
                    <a16:creationId xmlns:a16="http://schemas.microsoft.com/office/drawing/2014/main" id="{568A0BC1-1BB9-E392-A857-96493B547C46}"/>
                  </a:ext>
                </a:extLst>
              </p:cNvPr>
              <p:cNvPicPr/>
              <p:nvPr/>
            </p:nvPicPr>
            <p:blipFill>
              <a:blip r:embed="rId5"/>
              <a:stretch>
                <a:fillRect/>
              </a:stretch>
            </p:blipFill>
            <p:spPr>
              <a:xfrm>
                <a:off x="781200" y="2906640"/>
                <a:ext cx="7268040" cy="115776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41A6BE-334A-D52F-716A-4F6AD78727CE}"/>
              </a:ext>
            </a:extLst>
          </p:cNvPr>
          <p:cNvSpPr>
            <a:spLocks noGrp="1"/>
          </p:cNvSpPr>
          <p:nvPr>
            <p:ph idx="1"/>
          </p:nvPr>
        </p:nvSpPr>
        <p:spPr>
          <a:xfrm>
            <a:off x="304800" y="1493838"/>
            <a:ext cx="8229600" cy="4525962"/>
          </a:xfrm>
        </p:spPr>
        <p:txBody>
          <a:bodyPr/>
          <a:lstStyle/>
          <a:p>
            <a:pPr>
              <a:defRPr/>
            </a:pPr>
            <a:endParaRPr lang="en-US" dirty="0"/>
          </a:p>
          <a:p>
            <a:pPr>
              <a:defRPr/>
            </a:pPr>
            <a:endParaRPr lang="en-US" dirty="0"/>
          </a:p>
          <a:p>
            <a:pPr>
              <a:defRPr/>
            </a:pPr>
            <a:endParaRPr lang="en-US" dirty="0"/>
          </a:p>
          <a:p>
            <a:pPr algn="ctr">
              <a:defRPr/>
            </a:pPr>
            <a:r>
              <a:rPr lang="en-US" sz="9600" dirty="0">
                <a:solidFill>
                  <a:srgbClr val="00B050"/>
                </a:solidFill>
              </a:rPr>
              <a:t>Thank You!</a:t>
            </a:r>
          </a:p>
          <a:p>
            <a:pPr algn="ctr">
              <a:defRPr/>
            </a:pPr>
            <a:endParaRPr lang="en-US" dirty="0">
              <a:solidFill>
                <a:schemeClr val="accent4"/>
              </a:solidFill>
            </a:endParaRPr>
          </a:p>
          <a:p>
            <a:pPr>
              <a:defRPr/>
            </a:pPr>
            <a:endParaRPr lang="en-US" dirty="0"/>
          </a:p>
          <a:p>
            <a:pPr>
              <a:defRPr/>
            </a:pPr>
            <a:endParaRPr lang="en-US" sz="6000" dirty="0"/>
          </a:p>
        </p:txBody>
      </p:sp>
      <p:sp>
        <p:nvSpPr>
          <p:cNvPr id="3" name="Content Placeholder 2">
            <a:extLst>
              <a:ext uri="{FF2B5EF4-FFF2-40B4-BE49-F238E27FC236}">
                <a16:creationId xmlns:a16="http://schemas.microsoft.com/office/drawing/2014/main" id="{4DF434B5-C119-937A-53B9-B0DCA09178E0}"/>
              </a:ext>
            </a:extLst>
          </p:cNvPr>
          <p:cNvSpPr>
            <a:spLocks noGrp="1"/>
          </p:cNvSpPr>
          <p:nvPr>
            <p:ph sz="quarter" idx="10"/>
          </p:nvPr>
        </p:nvSpPr>
        <p:spPr/>
        <p:txBody>
          <a:bodyPr/>
          <a:lstStyle/>
          <a:p>
            <a:pPr>
              <a:buFont typeface="Arial" charset="0"/>
              <a:buNone/>
              <a:defRPr/>
            </a:pPr>
            <a:r>
              <a:rPr lang="en-US" dirty="0"/>
              <a:t>L-5: Project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0D152013-46A4-40D2-B44A-F3DE51AEF6EF}">
  <ds:schemaRefs>
    <ds:schemaRef ds:uri="http://schemas.microsoft.com/sharepoint/v3/contenttype/forms"/>
  </ds:schemaRefs>
</ds:datastoreItem>
</file>

<file path=customXml/itemProps2.xml><?xml version="1.0" encoding="utf-8"?>
<ds:datastoreItem xmlns:ds="http://schemas.openxmlformats.org/officeDocument/2006/customXml" ds:itemID="{9BE3D2C6-801B-46B0-B7AE-D1212D6EC6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F56EEB-8649-48BE-BC2D-744E2783C65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1961</TotalTime>
  <Words>1100</Words>
  <Application>Microsoft Office PowerPoint</Application>
  <PresentationFormat>On-screen Show (4:3)</PresentationFormat>
  <Paragraphs>177</Paragraphs>
  <Slides>36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                                                        Financial Criteria  Chapter 2, T1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596</cp:revision>
  <dcterms:created xsi:type="dcterms:W3CDTF">2011-09-14T09:42:05Z</dcterms:created>
  <dcterms:modified xsi:type="dcterms:W3CDTF">2025-05-18T03:58:26Z</dcterms:modified>
</cp:coreProperties>
</file>