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4"/>
  </p:sldMasterIdLst>
  <p:notesMasterIdLst>
    <p:notesMasterId r:id="rId42"/>
  </p:notesMasterIdLst>
  <p:sldIdLst>
    <p:sldId id="260" r:id="rId5"/>
    <p:sldId id="257" r:id="rId6"/>
    <p:sldId id="603" r:id="rId7"/>
    <p:sldId id="536" r:id="rId8"/>
    <p:sldId id="537" r:id="rId9"/>
    <p:sldId id="538" r:id="rId10"/>
    <p:sldId id="539" r:id="rId11"/>
    <p:sldId id="540" r:id="rId12"/>
    <p:sldId id="541" r:id="rId13"/>
    <p:sldId id="542" r:id="rId14"/>
    <p:sldId id="543" r:id="rId15"/>
    <p:sldId id="544" r:id="rId16"/>
    <p:sldId id="545" r:id="rId17"/>
    <p:sldId id="546" r:id="rId18"/>
    <p:sldId id="547" r:id="rId19"/>
    <p:sldId id="548" r:id="rId20"/>
    <p:sldId id="549" r:id="rId21"/>
    <p:sldId id="582" r:id="rId22"/>
    <p:sldId id="605" r:id="rId23"/>
    <p:sldId id="550" r:id="rId24"/>
    <p:sldId id="551" r:id="rId25"/>
    <p:sldId id="552" r:id="rId26"/>
    <p:sldId id="606" r:id="rId27"/>
    <p:sldId id="555" r:id="rId28"/>
    <p:sldId id="556" r:id="rId29"/>
    <p:sldId id="557" r:id="rId30"/>
    <p:sldId id="558" r:id="rId31"/>
    <p:sldId id="559" r:id="rId32"/>
    <p:sldId id="560" r:id="rId33"/>
    <p:sldId id="561" r:id="rId34"/>
    <p:sldId id="562" r:id="rId35"/>
    <p:sldId id="563" r:id="rId36"/>
    <p:sldId id="564" r:id="rId37"/>
    <p:sldId id="596" r:id="rId38"/>
    <p:sldId id="601" r:id="rId39"/>
    <p:sldId id="607" r:id="rId40"/>
    <p:sldId id="369" r:id="rId4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2-03T13:35:55.549"/>
    </inkml:context>
    <inkml:brush xml:id="br0">
      <inkml:brushProperty name="width" value="0.05292" units="cm"/>
      <inkml:brushProperty name="height" value="0.05292" units="cm"/>
      <inkml:brushProperty name="color" value="#FF0000"/>
    </inkml:brush>
  </inkml:definitions>
  <inkml:trace contextRef="#ctx0" brushRef="#br0">7690 14759 0,'25'0'422,"-1"0"-406,26 0-1,-25 0 1,0 0-16,-1 0 15,26 0 1,0 0-16,-1 0 16,-24 0-1,25 0-15,-26 0 16,1 0 0,25 0 15,-25 0-16,99 0 1,-75 0-16,26 0 16,24 0-16,-49 0 15,24 0 1,-49 0-16,0 0 16,-1 0-16,1 0 31,0 0-16,0 0 32</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36:51.446"/>
    </inkml:context>
    <inkml:brush xml:id="br0">
      <inkml:brushProperty name="width" value="0.05292" units="cm"/>
      <inkml:brushProperty name="height" value="0.05292" units="cm"/>
      <inkml:brushProperty name="color" value="#FF0000"/>
    </inkml:brush>
  </inkml:definitions>
  <inkml:trace contextRef="#ctx0" brushRef="#br0">6830 4995 359 0,'0'0'56'0,"0"0"-15"0,0 0 4 0,0 0 3 0,0 0-16 16,0 0 1-16,24 37 23 15,-21-37-11-15,-1 0-8 16,2-3 2-16,-1 0-8 16,0-3-13-16,3 1 5 15,-4 0-12-15,5-2 3 16,-2-1-4-16,0-1-8 15,3-4 0-15,1-1-1 0,0 0 1 16,1-3 0-16,-4 2-2 16,-1-3 1-16,-4 3-1 15,-1-4 0-15,0 2-3 16,-15 1-3-16,-16 5 6 16,-18 7 0-16,-8 4-8 15,-4 3 3-15,0 15 1 16,9 8 1-16,14 3 1 15,10 7 0-15,11 9 2 16,7 7-5-16,10 5 0 16,2 2 3-16,23-1-1 15,9-5-18-15,6-8 11 16,-1-7 10-16,-6-7-1 16,-12 1 1-16,-11-3-2 15,-10 2-14-15,0 5 6 0,-26 1 10 16,-13 2 0-16,-12 1 4 15,-7-1-4-15,-3-3-9 16,3-9 2-16,8-7 5 16,10-11 4-16,16-6-1 15,8-3 2-15,7-6 5 16,4-12-2-16,4 0-6 16,1 2-5-16,18 4-71 15,19 2-66-15,11 2-120 16</inkml:trace>
  <inkml:trace contextRef="#ctx0" brushRef="#br0" timeOffset="432.04">7151 5585 487 0,'0'0'221'16,"0"0"-166"-16,0 0-18 16,0 0-3-16,100-87-3 15,-70 59 2-15,1-6-1 16,-1 0-17-16,0-5 1 16,-3-4-7-16,-5-3-8 0,-7-4-1 15,-5-3 0-15,-7 3-2 16,-3 2-4-16,-3 7 0 15,-14 9 6-15,6 15-1 16,2 7-1-16,3 10 1 16,2 0 0-16,-1 22-10 15,-4 19 9-15,0 15 1 16,2 9 1-16,7 7 0 16,0 2 0-16,0-4 0 15,14-5 0-15,2-8 0 16,1-12 0-16,-4-11-9 15,3-12-18-15,-4-8-19 0,1-14-80 16,4-1-82 0</inkml:trace>
  <inkml:trace contextRef="#ctx0" brushRef="#br0" timeOffset="1333.4">6947 5252 704 0,'0'0'19'0,"0"0"71"16,0 0-73-16,0 0-17 16,94-28 0-16,-39 28 7 15,12 0 28-15,12 0-10 16,3 3-9-16,-1 5-7 0,1 4-5 16,-1 4-1-1,4 4-3-15,-8 5 0 0,-3 5-2 16,-17 2 0-16,-20 5-5 15,-14-2-5-15,-12-2 4 16,-9-5-4-16,-2-8 5 16,0-9 2-16,0-5 1 15,0-4 2-15,0-2 2 16,-2 0 4-16,-11 0 4 16,-5-8 10-16,-12-6-14 15,-3-5-1-15,2 0-3 16,9 2-8-16,11 2 1 15,11 1-5-15,15 3-3 16,26-2-53-16,18-2 6 0,8 1 56 16,-1 0 4-16,-2 1 4 15,-8 3-4-15,-6 5 4 16,-10 0 0-16,-16 3 1 16,-10 2 6-16,-11 0 3 15,-3 0-5-15,0 0-7 16,0 0 0-16,-3 15-8 15,-11 4 8-15,-2 5 4 16,1 5 1-16,6 0-4 16,7-1 0-16,2-5 1 15,15-3 4-15,16-10-6 16,8-9 1-16,6-1-1 16,-3-11 11-16,-8-11-10 15,-12-3 9-15,-14 1 14 0,-8 0 10 16,-3 7-4-16,-24 5-13 15,-3 5-9-15,3 6-8 16,5 1-2-16,10 3 2 16,5 14-4-16,7 7 1 15,0 2 1-15,6 2 0 16,19-2 2-16,9-7-1 16,4-6 1-16,-1-11 0 15,-4-2 6-15,4-10-6 16,-1-18 0-16,-2-11 0 15,-3-8-10-15,-7-1 7 16,-15-2 1-16,-9 8 0 16,0 4-10-16,-6 9 7 0,-4 9 4 15,6 11 2-15,4 6 2 16,-2 3-1-16,2 0-2 16,0 0-9-16,0 15 2 15,0 9 6-15,6 7 1 16,3 6 0-16,1 3 2 15,1 4 0-15,5 1 0 16,2 0 1-16,-3-4-2 16,4-2 0-16,-1-6 1 15,-1-1-2-15,-5-5-50 16,-8-10-180-16</inkml:trace>
  <inkml:trace contextRef="#ctx0" brushRef="#br0" timeOffset="2363.51">8941 5666 156 0,'0'0'138'0,"0"0"-34"16,0 0-37-16,94-63-16 15,-70 39-27-15,-4-3 29 16,-9-4 33-16,-8 1-16 0,-3 0-40 15,-7 5-22 1,-11 10 21-16,1 6-15 0,5 6 15 16,2 3-29-1,2 3-9-15,-2 19 6 0,4 6 3 16,6 8-2-16,13 4-5 16,25-2 7-16,17-4 4 15,12-7-3-15,9-15 1 16,9-8 0-16,-3-4-2 15,-9-16 1-15,-19-11-1 16,-15-5 3-16,-18-4 0 16,-11 2-1-16,-10-4 13 15,-27 2-9-15,-19 5-1 16,-3 6-1-16,10 13 2 16,21 7 12-16,14 5-2 15,2 0-16-15,1 21-23 16,1 8 18-16,0 10 3 0,25-5-4 15,15-2 6-15,14-6 0 16,-1-9 1-16,-9-9 5 16,-14-4-5-16,-16-4 3 15,-11 0 13-15,-3 0 16 16,0 0-12-16,0 0-2 16,0 3-19-16,-17 14-3 15,-16 13-4-15,-12 20 6 16,-3 11 2-16,4 3-1 15,9 0 0-15,3-7 0 16,8-7 0-16,7-10-1 0,4-14 0 16,4-14 1-16,4-7-2 15,2-5-4-15,0-4 6 16,3-16 0-16,0-6-16 16,0-6-11-16,26 1-29 15,10-3-12-15,13 0-19 16,3 0 51-16,9-5 26 15,3 1 10-15,-3-1 9 16,-5 2 13-16,-9 4 38 16,-11 7-2-16,-9 7-16 15,-11 6-4-15,-10 8-17 16,-4 5-17-16,-2 0-4 16,0 5-34-16,0 14-10 15,0 8 39-15,0 7 2 0,0 2-8 16,0-2-7-16,7-9-28 15,17-14-12-15,10-11 58 16,8-3 0-16,0-24 4 16,-5-5 4-16,-5-4 13 15,-10 6-17-15,-10 10 43 16,-6 6 8-16,-6 6-22 16,0 7 0-16,0 1-10 15,0 0-21-15,0 0-2 16,0 18-10-16,-12 18 8 15,-7 14 2-15,2 10 0 0,4 8 1 16,10-3-2-16,3 3 2 16,1-3-2-16,11-11 1 15,0-11-26-15,0-13-51 16,1-15 0-16,6-15-68 16,4-12-129-16</inkml:trace>
  <inkml:trace contextRef="#ctx0" brushRef="#br0" timeOffset="2596.47">9011 5034 555 0,'0'0'11'16,"0"0"89"-16,0 0-58 0,0 0-42 15,0 0 0-15,131-28 4 16,-52 42-1-16,12 0 12 16,6 0-9-16,1-1-5 15,-5 1-1-15,-9-1-57 16,-10-6-124-16,-11-7-267 16</inkml:trace>
  <inkml:trace contextRef="#ctx0" brushRef="#br0" timeOffset="3196.25">10498 5591 360 0,'0'0'226'0,"0"0"-135"0,0 0 30 16,0 0-75-16,0 0-34 15,0 0-7-15,118-7 8 16,-55 7 12-16,9 0-6 16,8 0-13-16,9 0-3 15,4 0-3-15,-1-2-1 16,-13-1 1-16,-16-2-5 16,-23-2-14-16,-16-6-12 15,-15-1 12-15,-9-10-29 16,-20-6-17-16,-27-3-31 0,-12-1 11 15,9 7 85 1,16 10 9-16,18 10 104 0,16 7-8 16,0 1-105-16,18 16 0 15,14 9 3-15,10 6 14 16,7 2 23-16,0-1-10 16,-4-2 0-16,-9-2-19 15,-10-2-10-15,-12-5 0 16,-6-5-2-16,-8-3 1 15,0 1 0-15,-25-1-4 16,-19 3 3-16,-17-2-19 16,-14-6-68-16,2-9-115 15,20 0-178-15</inkml:trace>
  <inkml:trace contextRef="#ctx0" brushRef="#br0" timeOffset="4431.21">12643 5465 375 0,'0'0'177'15,"0"0"-90"-15,0 0-87 16,0 0-5-16,0 0 5 16,0 0 4-16,-38 100 35 15,31-55 3-15,4 11-4 0,3 4-20 16,0-7-15-16,29-13-3 15,11-20-2-15,5-18 2 16,4-2 11-16,-4-25-5 16,-5-9-3-16,-13-7-3 15,-13-1-7-15,-14-3-20 16,-29-2-27-16,-40-1-72 16,-24-2-97-16,-6 0 185 15,18 5 38-15,26 6 152 16,26 13-23-16,25 12-4 15,6 10-74-15,36 4-51 16,22 0 0-16,27 13 5 0,13 12-1 16,5 8 9-16,-2 10 0 15,-13 3 2-15,-17 3-10 16,-16-1-3-16,-20-4-1 16,-13-5 1-16,-14-6-2 15,-7-5-2-15,-3-7 2 16,-3-7 2-16,-16-4 3 15,0-8-1-15,-3-2-3 16,-3-8-1-16,0-22-9 16,3-12-1-16,3-3-30 15,8-3 37-15,11 4 3 16,4 7 14-16,35 8-11 16,17 8-3-16,10 5-26 0,2 5 9 15,-1 2 7 1,-14 3 10-16,-17-1 2 0,-15 5 14 15,-17-1 13-15,-4 3-22 16,0 0-7-16,0 0-6 16,0 13 2-16,-3 8 4 15,-6 2 0-15,-1-1 4 16,7-2-4-16,1-6 3 16,2-3-3-16,0-8-20 15,0-3 17-15,10 0 3 16,4-10 13-16,-2-11-8 15,-6-5 13-15,-6-3 13 0,0 3-20 16,-12 2 4-16,-1 9 16 16,7 8-5-16,3 6-15 15,3 1-11-15,0 15-14 16,0 25 4-16,0 19 10 16,0 20 0-16,0 16 0 15,15 5 0-15,-3-6 2 16,-1-16-1-16,-3-24-1 15,-5-23 2-15,-1-15-1 16,-2-11 2-16,0-4-3 16,0-1 0-16,0 0 3 15,0-3 11-15,-17-12-1 16,-10-5-9-16,-3-3-4 16,4-1 0-16,6 3 2 15,10 5-1-15,4 6-1 0,6 0 0 16,0 1-1-16,7-1-5 15,22-1-19-15,8-4-33 16,9-2-11-16,8-10-104 16,1-10-220-16</inkml:trace>
  <inkml:trace contextRef="#ctx0" brushRef="#br0" timeOffset="5196.17">13447 5400 98 0,'0'0'91'0,"0"0"-10"15,0 0 66-15,0 0-99 16,0 0 31-16,0 0-7 15,-24-69 5-15,24 58 8 16,-2 4-34-16,2-1 8 16,-4 3-40-16,3 4-1 15,-1-2 2-15,0 3-12 16,2 0-8-16,-5 0-2 16,-15 4-7-16,-12 18-7 15,-13 8 14-15,-4 5-2 0,10 2-6 16,12 0-12-16,18-6-23 15,9-2 2-15,34-5-48 16,36-7 61-16,33-8 13 16,16-9-191-16</inkml:trace>
  <inkml:trace contextRef="#ctx0" brushRef="#br0" timeOffset="5646.97">13921 5436 596 0,'0'0'52'16,"0"0"-4"-16,0 0-13 15,-97-30-20-15,72 30 2 16,3 1-17-16,6 16-3 16,2 9 3-16,3 8 0 15,4 5 1-15,7-3-1 16,5-4-4-16,29-11-13 16,8-13 11-16,4-8 3 15,-6 0-6-15,-6-22-3 0,-9-5 12 16,-8-4 4-16,-10-1 32 15,-7-1 12-15,-9 2-27 16,-13 6-16-16,0 8-2 16,8 10 5-16,10 7 9 15,1 0-17-15,3 19-48 16,0 17 38-16,0 9 7 16,18 5-36-16,18-4-7 15,13-8-37-15,4-14-68 16,-3-16-128-16</inkml:trace>
  <inkml:trace contextRef="#ctx0" brushRef="#br0" timeOffset="6127.22">14205 5429 719 0,'0'0'57'16,"0"0"-55"-16,0 0-2 15,-19 79 5-15,8-37 0 16,3 1 2-16,7-4-1 15,1-5-6-15,0-12 0 16,4-11 3-16,7-11 5 16,2 0-1-16,8-17-7 15,7-12-14-15,2-7-54 16,1-2 12-16,-2 4 40 16,-4 6 16-16,-2 9 21 15,-7 7 19-15,-6 8 15 16,-3 4-38-16,0 2-17 0,-1 15 0 15,3 7 5-15,-2 3-4 16,2 6 1-16,-4-3 4 16,1-5-2-16,-2-8-3 15,4-13 1-15,2-4 6 16,5-10 24-16,9-14-27 16,4-7-5-16,0-3-10 15,-5-3-30-15,-10 4 32 16,-7 8-9-16,-6 8 16 15,2 9 1-15,-2 8 0 16,3 0-5-16,-3 13-36 0,0 11 41 16,0 8 2-1,0 7 1-15,0 4 0 0,0 0 3 16,0-6-6-16,13-11-7 16,4-9 5-16,3-14-52 15,9-3-37-15,7-28-119 16</inkml:trace>
  <inkml:trace contextRef="#ctx0" brushRef="#br0" timeOffset="6283.01">14630 5003 806 0,'0'0'0'0,"0"0"-110"15,0 0 52 1,41 85 30-16,-41-32-34 0,0 5-7 15,0-5-80-15,5-12-44 16</inkml:trace>
  <inkml:trace contextRef="#ctx0" brushRef="#br0" timeOffset="7325.94">14898 5500 708 0,'0'0'127'0,"0"0"-24"15,0 0-67-15,0 0-12 16,87-72-20-16,-54 61-4 16,4 3-1-16,7 8-2 15,3 0 3-15,-1 0-1 16,-9 3-17-16,-11 9-20 15,-16 0-25-15,-10-3-32 16,-3 1-18-16,-24 2 79 16,-5-1 34-16,-2 2 2 15,8 0-2-15,6 3 0 16,1 6 4-16,0 7 24 16,2 12 14-16,1 10-5 15,8 12-14-15,7 2 2 0,1-3-11 16,0-8 10-16,1-10-19 15,2-7 8-15,-1-8-1 16,-2-10-6-16,0-5-5 16,0-8 2-16,-11-5 1 15,-9-1 3-15,-6-1-2 16,1-19 1-16,-1-16-5 16,9-11 3-16,11-8 2 15,6-7-6-15,23 5-9 16,28 4-21-16,21 10-20 15,10 13 2-15,9 4-65 16,-3 6 83-16,-9 4 9 0,-23 7 21 16,-21 5 9-16,-19-3 17 15,-13 3 76-15,-3-4-18 16,-4 0-62-16,-15 2-11 16,-11 3-11-16,-3 3 0 15,-6 3 1-15,5 17-1 16,7 10-3-16,12 4-13 15,15 3 8-15,4-3-33 16,34-7 24-16,11-8 17 16,4-10 1-16,-9-9 2 15,-10 0 2-15,-10-17 0 16,-13-11 46-16,-6-3 3 16,-5-2-44-16,0 0-10 15,-8 6 3-15,-5 9 3 16,4 9 11-16,5 4-3 0,3 5-14 15,1 0-1-15,0 3-12 16,0 11-28-16,16 11 40 16,15 3 1-16,13 2 0 15,8-6 0-15,0-9 3 16,-7-11-3-16,-11-4-2 16,-7-14 2-16,-6-15 0 15,-2-12-17-15,-4-10-17 16,-10-11-54-16,-5-7 57 15,-3-6 31-15,-17 2 4 0,2 6 74 16,4 8-36 0,6 18 31-16,6 17-49 0,1 14-12 15,1 10-12-15,0 0-2 16,0 17-9-16,0 20 8 16,7 17 3-16,11 10 0 15,7 6-2-15,7-2 2 16,-1-4 1-16,-6-9 0 15,-11-14-1-15,-9-9-1 16,-5-9-8-16,0-7-21 16,0-7-50-16,-6-9-100 15,-4-19-95-15</inkml:trace>
  <inkml:trace contextRef="#ctx0" brushRef="#br0" timeOffset="7625">15772 5395 535 0,'0'0'17'16,"0"0"-17"-16,0 0 37 16,103 26 5-16,-49-23 23 15,12-3 7-15,8 0-18 16,-2 0-26-16,-5-1-22 16,-13-6-1-16,-17 0-2 15,-15 0-2-15,-10 2 2 16,-11 3-1-16,-1-1 2 15,0 3-4-15,0 0-6 0,0 0-8 16,-16 19 8-16,-2 6 6 16,2 9 0-16,5 7 0 15,7 2-4-15,4 3 2 16,9-6-28-16,19-9-49 16,5-12-58-16,-2-19-45 15,2-3-93-15</inkml:trace>
  <inkml:trace contextRef="#ctx0" brushRef="#br0" timeOffset="8708.14">16406 5482 544 0,'0'0'29'15,"0"0"49"-15,0 0-25 16,0 0-49-16,0 0-8 16,0 0 7-16,-58 94-3 15,58-46 0-15,8-4 2 0,20-8 6 16,5-10 19-16,5-13 47 15,-3-10-30-15,0-3-13 16,-3-11-6-16,-5-17-17 16,-6-5-7-16,-7-9-1 15,-9-2-43-15,-5-2-3 16,0 2 25-16,-12 7 5 16,-3 9-7-16,6 11-25 15,5 7 22-15,4 7 24 16,0 3-31-16,13 0-9 15,17 3 42-15,6 11 12 16,2 5 24-16,0 4-1 16,-4 2-8-16,-1 4-10 0,-5 0 2 15,-4-4-3-15,-6-4-11 16,-5-6-1-16,-7-4-4 16,-5-7-4-16,-1-4-42 15,0 0 30-15,0-1 16 16,0-23 5-16,0-7-5 15,0-4-5-15,6 1 5 16,8 10 9-16,-2 8 13 16,-6 10-4-16,-1 6-2 15,-5 3-16-15,0 16-13 16,0 5 9-16,0 5 4 0,-3 5 1 16,-7 2-1-1,6-2 2-15,4-3 3 0,0-8-5 16,19-10-3-16,20-9 1 15,18-4 0-15,12-10-53 16,1-17-27-16,-9-10 5 16,-16-4-34-16,-19-2-83 15,-13 2 194-15,-12 7 161 16,-1 6 12-16,0 9-57 16,0 8-30-16,-4 8-32 15,-6 3-42-15,-6 6-11 16,-9 20-2-16,-3 14 0 15,3 7 1-15,12-1 0 0,13 0-1 16,5-14-6-16,26-8 7 16,6-14 2-1,-1-10 4-15,-2 0-3 0,-2-12 6 16,-6-13-3-16,-7-1-6 16,-9-6 0-16,-9-4-15 15,-1 2 6-15,0 3 9 16,-6 11 15-16,-2 8 6 15,8 7-8-15,0 5-13 16,0 0-41-16,0 9-15 16,6 10 44-16,23 6 6 15,17 0 6-15,13-2 10 16,8-6-9-16,-4-11 3 16,-7-6 0-16,-10-7-1 0,-10-23 4 15,-9-9 6-15,-12-9-13 16,-10-7-7-16,-8-13-50 15,-33-12-43-15,-18-5 25 16,2 1 75-16,15 15 49 16,16 22 101-16,15 22-118 15,4 18-28-15,2 7-2 16,0 0-2-16,0 24-48 16,8 20 48-16,11 18 0 15,6 13 1-15,4 6-1 16,-2-1 2-16,1-1-1 15,-9-4 0-15,-7-5 2 0,-7-4 10 16,-5-6-13 0,-15-7-4-16,-19-11-63 0,-11-25-93 15,2-17-177-15</inkml:trace>
  <inkml:trace contextRef="#ctx0" brushRef="#br0" timeOffset="8910.94">16670 4785 716 0,'0'0'85'0,"0"0"-85"15,0 0-7-15,0 0-15 0,0 0 22 16,0 0 0-16,60 56-38 15,-39-30-117-15,1-9-81 16</inkml:trace>
  <inkml:trace contextRef="#ctx0" brushRef="#br0" timeOffset="9973.16">16698 5494 337 0,'0'0'76'0,"0"0"-6"0,0 0-62 16,0 0 35-16,0 0 22 15,0 0-4-15,61-13 39 16,-59 13-50-16,-2 0-39 16,3 0-11-16,2 3-3 15,1 16 2-15,1 9 0 16,0 9-4-16,-4 2 5 16,0 3 8-16,0-11-6 15,0-7 3-15,0-12-5 16,-1-7 3-16,-2-5-3 15,11-4 5-15,8-18-5 16,8-12-21-16,6-4-50 0,-3-3 4 16,-4 1 14-16,-2 4 52 15,-1 4 1-15,6 6-22 16,3 9 22-16,-5 9-2 16,-5 8-2-16,-10 0 4 15,-7 1-3-15,-5 14 3 16,0 4 3-16,-3 1 22 15,-7 2 29-15,1 1-12 16,5-1-33-16,4-2 5 16,0 1-6-16,0 3 1 15,6 0-9-15,13-5-23 16,3-15-220-16</inkml:trace>
  <inkml:trace contextRef="#ctx0" brushRef="#br0" timeOffset="10623.28">19005 5762 547 0,'0'0'189'0,"0"0"-90"15,0 0-83-15,0 0-5 0,0 0-10 16,99-82 0-16,-52 46-1 15,6-10 1-15,6-10-2 16,-4-10-7-16,-3-4-12 16,-13-5-7-16,-14-2 21 15,-14 0 6-15,-11 4 1 16,-7 14 5-16,-18 12 4 16,-6 18-8-16,0 17-2 15,-1 12-2-15,2 12-6 16,-1 27 0-16,3 21 7 15,1 21 1-15,8 15 1 16,14 8 3-16,5 0-4 0,15-3 1 16,19-11-1-16,8-19-1 15,10-20-23-15,8-25-10 16,4-22 14-16,6-6-28 16,0-34-45-16,-1-13-147 15</inkml:trace>
  <inkml:trace contextRef="#ctx0" brushRef="#br0" timeOffset="11255.98">19652 5392 586 0,'0'0'0'15,"0"0"-90"-15,0 0 90 16,0 0 5-16,0 0-4 16,4 78 5-16,2-64 10 0,8-6 13 15,4-2 29-15,13-3-4 16,12-3 0-16,8 0-39 15,1-1-7-15,-4-12-8 16,-11-2-3-16,-15-2-20 16,-10 0 10-16,-10-1 11 15,-2 1-4-15,-15 0-8 16,-15 4 3-16,-4 3 11 16,1 8 12-16,5 2 5 15,1 5-17-15,0 19-10 16,3 7 10-16,3 7 3 15,8-1-3-15,10-2 0 0,3-4 1 16,18-5 14 0,19-5 23-16,15-6-7 0,11-10-10 15,4-5-1-15,0 0-14 16,-1-19-5-16,-4-10-1 16,-7-7-6-16,-10-8-5 15,-16-1 0-15,-13-2-32 16,-16-3 4-16,0 7 39 15,0 6 21-15,-9 15 62 16,5 10-36-16,-1 12-40 16,-2 4-7-16,-6 26-27 15,-7 11 27-15,1 9 0 16,2 5-1-16,17-2 0 16,0-6 1-16,24-8 1 15,9-10 5-15,4-7 2 0,-1-8-7 16,1-9 9-16,1-5-7 15,-4-5 3-15,-3-18-3 16,-2-9-2-16,-4-10-2 16,-9-6-4-16,-8 0-22 15,-8-1-2-15,0 11 29 16,0 13 6-16,0 15-2 16,3 10-4-16,6 6-211 15,4 16-18-15,2 2-1 16</inkml:trace>
  <inkml:trace contextRef="#ctx0" brushRef="#br0" timeOffset="11756.04">20811 5509 494 0,'0'0'88'0,"0"0"-11"16,0 0-26-16,0 0 8 15,34-80-16-15,-28 58-18 16,0-2 4-16,-2 2 5 15,-4 2-15-15,0 4-14 16,0 8-5-16,-1 5-7 16,-17 3-2-16,-7 0-11 15,-5 13 3-15,-4 12 7 16,2 9 6-16,7 8-2 16,10 8 1-16,15 0 2 0,6-7-4 15,36-7 0-15,19-14 7 16,13-14 5-16,6-8-3 15,2-11 1-15,0-20-3 16,-11-10-9-16,-11-9-43 16,-24-8-57-16,-25-8-48 15,-11-9-104-15,-26-9 201 16,-12-8 60-16,-1 3 204 16,7 10 11-16,12 21-67 15,9 22-94-15,6 19-7 16,5 15-35-16,0 2-12 15,0 22-32-15,0 19 29 0,0 19 3 16,3 18 2 0,10 9-2-16,9 7-3 0,8 0 3 15,9-6 0-15,-3-8 0 16,-3-11 11-16,-6-13-11 16,-7-10-50-16,-4-18-125 15,-4-22-254-15</inkml:trace>
  <inkml:trace contextRef="#ctx0" brushRef="#br0" timeOffset="22245.03">6546 6523 201 0,'0'0'233'0,"0"0"-102"16,0 0-58-16,0 0-8 16,0 0-14-16,0 0-2 15,0 0-17-15,-10-30-12 16,6 29 6-16,-3 0-4 16,2-1-1-16,1 2-21 15,-4 0-5-15,-7 6-1 0,-7 16 6 16,-10 14 2-16,-5 9 0 15,3 7-2-15,9 6-1 16,5 4 0-16,7 2-2 16,10-6 3-16,3-12 0 15,1-14-1-15,16-15-4 16,15-10 1-16,13-7 4 16,12-20 3-16,7-21-2 15,-1-10 0-15,-10-3 2 16,-8 0-3-16,-12 3 3 15,-8 1-3-15,-11 1 2 0,-14 0-1 16,0 2 0-16,-30 2 8 16,-20 4-9-16,-13 10 0 15,-11 12-2-15,0 12-2 16,20 7 1-16,11 17-4 16,19 23-110-16,11 10-77 15,11 1-109-15</inkml:trace>
  <inkml:trace contextRef="#ctx0" brushRef="#br0" timeOffset="23077.43">7108 6218 822 0,'0'0'58'0,"0"0"1"16,0 0-25-16,0 0-25 15,0 0-9-15,0 0-16 16,9 16 9-16,-8 39 6 16,-1 11 2-16,0 4 0 15,-12 1 0-15,-4-7 4 16,1-12-4-16,1-12 0 15,5-13-1-15,3-12 0 16,5-7-14-16,-2-7-7 0,0-1 21 16,3-8 0-16,0-13 0 15,0-8-59-15,12-4 19 16,12 0 3-16,4 3 20 16,9 6 14-16,1 5 3 15,-2 9 0-15,-5 9 10 16,-4 1-8-16,-5 10-2 15,2 19-2-15,-8 11-2 16,-8 5 2-16,-8 6 0 16,0 2-1-16,-13-6 3 15,-10 0 9-15,-4-11-3 16,-1-6-3-16,-2-10 5 16,2-11-4-16,4-7 0 0,-2-2 0 15,1-11 1-15,-2-17-5 16,2-6-5-16,5-4-5 15,10 2 9-15,10 4 0 16,9 5-10-16,24 5 1 16,13 3-26-16,8 5-27 15,5 1 47-15,1 2 12 16,-3 1 4-16,-5-2 2 16,-3 2 0-16,-7-2 20 15,-5 1 34-15,-12 2 9 16,-4 4-32-16,-7 5-5 15,-8 0-24-15,0 13-4 16,-5 18-9-16,-1 18 9 16,0 19 1-16,-9 14 6 0,-9 7 6 15,2 0-8-15,0-13 0 16,4-16-3-16,0-14 0 16,6-11-1-16,0-14 0 15,1-8 2-15,1-10-1 16,-6-3-2-16,-4-5 11 15,-8-18-2-15,-6-6-9 16,2-3-14-16,8-1-22 16,9 5-16-16,9-3-145 15,9 5-322-15</inkml:trace>
  <inkml:trace contextRef="#ctx0" brushRef="#br0" timeOffset="23826.49">7874 6838 535 0,'0'0'182'0,"0"0"-112"16,0 0-41-16,0 0 5 16,74-72-33-16,-51 52-1 15,-2 1 5-15,-6-1 2 16,-6 3 5-16,-9 0 5 15,0 4-12-15,-15 3-5 0,-9 9-7 16,-2 1 1-16,-4 14 5 16,4 18-3-1,7 11-2-15,8 9-2 0,10 3-28 16,1-1-66-16,22-14 71 16,26-17 1-16,15-23 27 15,8-3 3-15,5-28 0 16,-8-12-27-16,-7-8-32 15,-6-4-3-15,-15 4 16 16,-10 5 45-16,-12 7 2 16,-11 8 5-16,-4 9 19 15,-1 10 60-15,-2 7-46 16,0 5 85-16,0 0-119 16,1 0-5-16,1 9-12 0,0 7 11 15,0 1-1-15,0-1 2 16,-2-2 3-16,0-5-2 15,0 2-1-15,0 1-1 16,-17 5 1-16,-8 2 5 16,-3 8 2-16,4-3-2 15,10 6-5-15,11 4-3 16,3-1-29-16,7 1 15 16,25-5 0-16,10-11 13 15,12-11-31-15,5-7 17 16,4-13 18-16,-2-26 0 15,-1-9 10-15,-1-11 5 0,-5-3-3 16,-7-1 0 0,-11 0-8-16,-17 0 29 0,-19-1 13 15,0 9 10-15,-22 12-11 16,2 14-1-16,3 17-16 16,5 12-28-16,-2 8-6 15,-8 32-17-15,-7 21 20 16,-4 23 3-16,4 16-5 15,16 9-2-15,13-8-35 16,6-13-4-16,20-24-40 16,2-24 13-16,-4-23-14 15,-7-17-149-15</inkml:trace>
  <inkml:trace contextRef="#ctx0" brushRef="#br0" timeOffset="24159.15">8726 6754 681 0,'0'0'83'0,"0"0"-59"16,86-43-9-16,-29 31 6 15,9-1-2-15,7 1 6 16,-3 5-11-16,-3 5-12 16,-9-1-2-16,-13 3-2 15,-15 0 2-15,-14 0-8 16,-13 0-19-16,-3 0-7 0,-16 1 8 15,-15 7 23 1,-3 3 2-16,3 3 2 0,9 3 7 16,4 5-2-16,3 7-3 15,5 10 0-15,8 2 5 16,2-2-2-16,21-8-5 16,24-11 4-16,17-13 14 15,13-7-10-15,7-5-9 16,0-22-49-16,-7-13-144 15,-8-12-266-15</inkml:trace>
  <inkml:trace contextRef="#ctx0" brushRef="#br0" timeOffset="24313.14">9302 6341 763 0,'0'0'26'15,"0"0"-26"-15,0 0-5 16,0 0-23-16,91 33-25 16,-65 2-84-16,1-2-160 15</inkml:trace>
  <inkml:trace contextRef="#ctx0" brushRef="#br0" timeOffset="24608.42">9670 6684 812 0,'0'0'0'0,"0"0"-3"0,0 0 3 15,0 0 5-15,0 99 17 16,0-50-14-16,0-3 1 16,3-4-5-16,8-13-1 15,8-11 0-15,5-18 2 16,7 0-3-16,9-33 2 15,7-13 1-15,-1-10-5 16,0-2-4-16,-12 4-17 16,-7 8 14-16,-13 10 5 15,-10 16-3-15,-4 11-5 0,0 9-60 16,0 10-171-16,-12 17 69 16,3 6-72-16</inkml:trace>
  <inkml:trace contextRef="#ctx0" brushRef="#br0" timeOffset="25158.3">10052 6895 450 0,'0'0'101'16,"0"0"-7"-16,0 0 11 16,68-83-78-16,-52 59-3 15,0 2-9-15,-4-1-1 16,0 0-7-16,-8-1-5 15,-2 4 7-15,-2 1 0 0,0 7 22 16,-8 5-3-16,-8 5-23 16,-8 2-5-16,-4 5-4 15,-3 19 3-15,1 6 0 16,5 12-6-16,5 7 4 16,9 9-5-16,11-5 5 15,0-8-9-15,23-17-6 16,15-14 14-16,12-14 4 15,10-2-1-15,10-27-6 16,-2-15-26-16,-2-9-7 16,-5-6-6-16,-11 0 14 15,-11 0 21-15,-12 4 11 16,-18 5 19-16,-9 7 73 0,0 12-46 16,0 12-14-16,-1 10-28 15,-2 9-4-15,-2 0-8 16,-5 28-102-16,-4 17 108 15,-3 17 2-15,3 10 5 16,5 6-2-16,9-3-2 16,0-12-1-16,6-14 0 15,12-15 5-15,-5-15-1 16,-4-7 0-16,-6-7 0 16,-3-5 2-16,0 0 26 15,-35-3 11-15,-21-9-43 16,-24 2-78-16,-15 5-49 15,6 0-14-15,12 0-227 16</inkml:trace>
  <inkml:trace contextRef="#ctx0" brushRef="#br0" timeOffset="25797.5">7965 6254 509 0,'0'0'105'0,"0"0"75"16,0 0-131-16,0 0 6 15,0 0-18-15,0 0-26 16,-34-52 4-16,34 49-15 15,0 3 0-15,0 0-52 16,0 0-165-16,0 0-194 16</inkml:trace>
  <inkml:trace contextRef="#ctx0" brushRef="#br0" timeOffset="26727.24">10991 6835 579 0,'0'0'123'15,"0"0"-20"-15,0 0-78 16,0 0-25-16,0 0-4 16,0 0-4-16,50-10 8 15,19 20 18-15,22 0-1 16,20-2-4-16,12 2-10 0,7-4 7 16,4-3-9-16,-7-3 0 15,-7 0-1-15,-17-13-7 16,-18-7-1-16,-22-2 1 15,-22-4-25-15,-18 1-32 16,-21-1-4-16,-4 2-32 16,-34 3 8-16,-16 3-29 15,-5 6 79-15,7 1 42 16,18 7 54-16,18 4 55 16,14 0-97-16,0 13-12 15,7 8 0-15,12 6 37 16,10 4 7-16,2 4 23 15,0-2 8-15,-2-1-16 0,-7-5-32 16,-4-1-13-16,-8-9 0 16,-5 0-12-16,-5 1-2 15,-6 2-3-15,-29 2 2 16,-21 0-41-16,-15-8-84 16,-5-8-203-16</inkml:trace>
  <inkml:trace contextRef="#ctx0" brushRef="#br0" timeOffset="28236.42">13287 6547 73 0,'0'0'611'0,"0"0"-468"16,0 0-143-16,0 0-6 15,0 0-2-15,0 0 3 0,3 85 5 16,-3-38 2-16,0 4 4 16,-13 3-2-16,-3-4 3 15,-3-11-3-15,-1-9-4 16,-3-12-4-16,4-12-73 16,-2-6-94-16,6-24-244 15</inkml:trace>
  <inkml:trace contextRef="#ctx0" brushRef="#br0" timeOffset="28505.03">13217 6403 679 0,'0'0'36'16,"0"0"-32"-16,115 42 7 0,-63 2 3 15,4 10 9-15,-3 7-17 16,-4 0 6-16,-10-1-5 15,-9-3 2-15,-15-10-7 16,-13-8-2-16,-2-10-2 16,-29-6 2-16,-20-7 3 15,-18-8 4-15,-6-5-7 16,-4-3-20-16,3 0 13 16,13-11 7-16,17 2 0 15,22 6 0-15,22 3-29 16,12 0-276-16</inkml:trace>
  <inkml:trace contextRef="#ctx0" brushRef="#br0" timeOffset="29604.06">13771 6897 556 0,'0'0'132'16,"0"0"-28"-16,0 0-36 15,0 0-45-15,0 0-3 16,0 0-10-16,40-68-8 16,-3 44-2-16,-1-1 3 0,-5-1-1 15,-7-1 0 1,-13-1 2-16,-11 3-4 0,0 4 3 16,-30 4-3-1,-9 5-3-15,0 12 2 0,3 0 0 16,10 22-7-16,10 14-2 15,10 7-13-15,6 11 8 16,8 3 1-16,23-1 4 16,17-9-9-16,16-16-15 15,9-19 20-15,3-12-5 16,-6-10-35-16,-8-23-7 16,-12-11 8-16,-8-6 33 15,-18-4 20-15,-15 5 7 16,-9 3 16-16,-22 6 4 15,-13 5 50-15,1 9-8 0,10 10 10 16,10 15-21 0,10 1-49-16,-3 26-8 0,2 23-1 15,1 23 0-15,1 17 4 16,3 9-4-16,0 7 0 16,4-2 2-16,4-10-1 15,5-12 1-15,-5-19 0 16,-2-24-2-16,-3-19 1 15,1-18 3-15,-3-1 1 16,-1-28 4-16,0-19-9 16,0-18-43-16,0-10-30 15,0-9-43-15,-8-3 53 0,-4-5 12 16,6 5 51 0,6 12 3-16,0 14-2 0,19 24 1 15,14 14 12-15,6 16 11 16,-2 7 6-16,-3 16-15 15,-2 16-4-15,-3 12-11 16,-3 9 9-16,-10 5-6 16,-8-5 2-16,-8-8-5 15,0-11-1-15,-27-9 10 16,-6-6-3-16,-3-4 0 16,-1-8 0-16,3-6 0 15,8-1-7-15,11 0-12 16,15-10 0-16,18-4-17 15,41-1-89-15,26-3 13 16,23-3-17-16,10 4 105 0,3 0 17 16,-11 1 38-16,-20-1 4 15,-27 3 28-15,-32-2 17 16,-21 2 30-16,-10-1 23 16,-24-1-93-16,-23 3-38 15,-16 8-9-15,-7 5 4 16,7 4-4-16,14 21 0 15,16 9-1-15,17 7-5 16,10 1 4-16,6-9-6 16,30-7-16-16,22-10 22 15,17-16 2-15,10 0 0 16,-1-20 5-16,-8-7-4 16,-14-7 3-16,-21 1 4 0,-15 5 10 15,-16 4-5-15,-4 8 3 16,0 3-10-16,-7 9-4 15,-2 4-2-15,-3 0-2 16,-5 13-11-16,1 17-6 16,-6 12 2-16,4 6 12 15,17 1-26-15,8-9-71 16,39-12-69-16,17-20-127 16</inkml:trace>
  <inkml:trace contextRef="#ctx0" brushRef="#br0" timeOffset="30006.66">15489 6883 788 0,'0'0'90'15,"0"0"-48"-15,0 0-42 16,0 0-7-16,0 0 7 16,-3 96 5-16,0-64-1 15,0-5 11-15,3-6-11 16,0-6 4-16,0-7-5 15,0-4-3-15,0-2-5 16,0-2 5-16,10-11-2 16,19-21-12-16,9-14-56 15,6-11-13-15,0-7-33 0,-8 0 53 16,-5 4 25 0,-1 1 22-16,-1 9 16 0,1 4 31 15,-5 10 65-15,-9 12-1 16,-5 11 6-16,-8 10-51 15,-3 3-50-15,1 11-7 16,2 22 3-16,-1 14 3 16,-2 15-2-16,0 14-1 15,0 4 2-15,0 0 2 16,0-13 5-16,9-15-5 16,-2-21-10-16,-3-11-38 15,-1-10-17-15,-3-10-110 16,0-7-133-16</inkml:trace>
  <inkml:trace contextRef="#ctx0" brushRef="#br0" timeOffset="30570.27">15678 6708 572 0,'0'0'7'15,"113"5"13"-15,-50 6 34 16,4 2 9-16,4 4-8 15,-3 6 7-15,-7 3-33 16,-16 5-20-16,-17 1-6 16,-12-3-2-16,-8-3-1 15,-8-6 3-15,0-5-6 16,-4-6-3-16,-13-2-1 0,4-4-7 16,-3-3 5-16,6-3 4 15,3-16 4-15,3-10-35 16,4 0-69-16,7 0 15 15,19 5-43-15,6 10-12 16,2 7 59-16,-4 7 86 16,-10 0 19-16,-4 3 74 15,-10 15-58-15,-3 6-4 16,0 5-7-16,-1 1 15 16,-1-2-9-16,2-3-4 15,3-9-17-15,-2-8 0 16,0-8-3-16,3 0 4 15,4-21 42-15,5-15-52 16,0-9-6-16,2-6-3 16,1 1 5-16,0 8 3 0,-2 9 1 15,-2 13 2-15,-3 9 8 16,-6 8 55-16,-1 3-36 16,-1 4-29-16,-1 18-5 15,-1 11 5-15,2 11 13 16,0 8 9-16,9 6-2 15,6-3-10-15,6-7-1 16,-1-9-9-16,-2-12-14 16,-2-13-146-16,-2-14-313 15</inkml:trace>
  <inkml:trace contextRef="#ctx0" brushRef="#br0" timeOffset="31371.98">16801 6982 542 0,'0'0'11'0,"0"0"6"15,0 0 47-15,0 0 11 16,101-46-5-16,-81 30-27 16,-3-4-11-16,-4 0-12 15,-5-2 7-15,-7-1-13 16,-1 5-3-16,0 4-7 15,-15 10-4-15,-7 4-2 16,-6 9-7-16,-2 21-4 0,3 10 5 16,2 10-6-16,11 0 3 15,14-5-6-15,14-9-17 16,32-10 22-16,11-12 11 16,2-10 1-16,-7-4-3 15,-4-10-25-15,-9-13-14 16,-8-7 18-16,-10-4 6 15,-9-5 9-15,-10 1-26 16,-2 1 21-16,0 11 14 16,0 9 37-16,-2 10 24 15,2 6-34-15,0 1-27 16,0 0-32-16,0 8 17 0,13 9 15 16,13 5 7-1,14-3 18-15,5-4 7 0,-4-3-13 16,-8-8-8-16,-11-4-8 15,-9 0-1-15,-7-2 6 16,0-10-7-16,-4 0 4 16,-2 2-5-16,0 3 0 15,0 2 1-15,0 5-2 16,0 0 0-16,3 0-48 16,5 2 6-16,7 10 41 15,11 3 2-15,18-5 4 16,7-3-1-16,2-7 2 15,-2 0-4-15,-6-16 2 0,-9-16 1 16,-4-10-4 0,-8-5 0-16,-9-3-13 0,-12-3 5 15,-3-3 8-15,-13-5 3 16,-4 5 43-16,-2 12 22 16,10 15 15-16,4 16-33 15,5 12-36-15,-1 1-14 16,1 20-37-16,0 22 20 15,0 20 17-15,9 13 1 16,13 0-1-16,7-5 4 16,-3-12-3-16,0-16-1 15,-8-13 0-15,-8-10-10 0,-3-9-18 16,-7-7-53 0,0-3-94-16,0-19-134 0</inkml:trace>
  <inkml:trace contextRef="#ctx0" brushRef="#br0" timeOffset="32052">17669 6688 168 0,'0'0'474'16,"105"0"-461"-16,-49 3 16 16,1 2 14-16,0 3-14 15,-5-1-6-15,0 0-5 16,-10-1-9-16,-11-2-7 0,-13 0 0 15,-10-1 0-15,-6-3 0 16,-2 0-2-16,0 0 0 16,0 0-12-16,0-2 12 15,0 2 2-15,0 0 3 16,0 0-1-16,0 0-4 16,0 0-5-16,0 14 0 15,19 6 5-15,14 4 5 16,10-1-2-16,9-5-1 15,-6-9 2-15,-10-9 0 16,-12 0 0-16,-14-12-4 16,-10-12-6-16,0-2-16 15,-25-8-7-15,-18-1 13 16,-9 1 16-16,8 6 3 0,13 11 31 16,15 10 10-16,13 7-29 15,3 0-15-15,0 10-10 16,0 16 8-16,16 13 2 15,14 8 2-15,18 1-1 16,16-8-1-16,10-13 6 16,5-18-4-16,0-9 2 15,-12-18 0-15,-8-20 0 16,-13-9 1-16,-12-7-5 16,-16-5-10-16,-16-5-44 15,-7-6-6-15,-32-3 21 16,-12-2 27-16,2 7 12 15,13 13 61-15,13 21 37 16,13 17-39-16,7 14-33 16,1 3-26-16,0 10-9 0,3 26-5 15,18 20 14-15,11 14 3 16,12 8-3-16,8 3-2 16,2-6 2-16,1-8 2 15,-6-6 5-15,-10-10-3 16,-13-10 0-16,-11-10-1 15,-14-8-3-15,-1-6-42 16,-19-14-109-16,-14-6-135 16</inkml:trace>
  <inkml:trace contextRef="#ctx0" brushRef="#br0" timeOffset="32633.85">19127 6747 379 0,'0'0'19'0,"0"0"91"16,0 0-38-16,0 0-57 16,116 7-4-16,-65-31-9 15,9-11-2-15,8-11-5 16,7-11 5-16,-1-6-6 16,-8-2 5-16,-14 1 1 15,-17 7 15-15,-15 7 5 0,-12 12 36 16,-8 12 44-16,0 13-52 15,0 10-13-15,0 3-35 16,-3 16-9-16,-9 21-6 16,-4 24 15-16,0 21 9 15,5 18-4-15,11 6-1 16,10-1-3-16,27-12-1 16,11-21-13-16,4-19-29 15,-5-21-57-15,-1-25-37 16,-6-7-226-16</inkml:trace>
  <inkml:trace contextRef="#ctx0" brushRef="#br0" timeOffset="33167.57">19935 6699 653 0,'0'0'7'15,"0"0"-3"-15,0 0 7 16,109-15 55-16,-64 4-13 15,0-4-26-15,-11-2 2 16,-10-3-16-16,-12 0 7 16,-12-2-10-16,-2 2-10 15,-25 4-4-15,-10 7-2 0,-2 9 3 16,1 7-2 0,9 20 2-16,11 12-10 0,12 7 4 15,6 5 5-15,31 2 1 16,37-8-3-16,23-15 3 15,12-13 3-15,-8-17 4 16,-14-4 0-16,-19-21-2 16,-11-7 0-16,-12-2-1 15,-14 1 2-15,-14 0-3 16,-11 3-2-16,-4 4-15 16,-13 6-9-16,-1 10 26 15,2 10-7-15,5 2 7 16,-1 23-2-16,-3 9 2 0,3 8 0 15,5 7 0 1,7 5 1-16,0-1 0 0,31-5-1 16,15-9 8-16,13-13 23 15,2-16-15-15,-3-10-9 16,-2-9-4-16,-5-25-2 16,-6-8-1-16,-9-5-25 15,-14-2-22-15,-16 3-51 16,-6 2-14-16,-14 10-79 15,-4 15 60-15,13 13 127 16,5 6-39-16</inkml:trace>
  <inkml:trace contextRef="#ctx0" brushRef="#br0" timeOffset="33467.11">21169 6808 118 0,'0'0'174'0,"0"0"74"15,0 0-123-15,0 0-40 16,0 0-23-16,85-45-12 15,-78 28-30-15,1-4-4 16,-5-8 1-16,-2-4-3 16,-1-6 2-16,0 3-7 15,0 6 6-15,-6 9-6 16,-4 12-9-16,-5 9-1 16,-6 0-12-16,-8 19 0 15,-7 12 7-15,0 10 3 16,3 7 0-16,15 1-3 15,18-1-9-15,10-7-6 0,44-7 21 16,18-8-4 0,13-13 4-16,2-13-23 0,0 0-43 15,-12-29-66-15,-11-12-44 16,-15-10-158-16</inkml:trace>
  <inkml:trace contextRef="#ctx0" brushRef="#br0" timeOffset="33649.85">21652 6355 663 0,'0'0'167'0,"0"0"-97"16,0 0-70-16,0 0-14 16,0 0-34-16,0 0 47 15,-51 138 1-15,44-43-3 0,7 7 2 16,1 2 1 0,23-6 2-16,4-6 3 0,-2-9 3 15,-1-18-3-15,-8-9-5 16,-7-20-123-16,-10-27-362 15</inkml:trace>
  <inkml:trace contextRef="#ctx0" brushRef="#br0" timeOffset="35415.39">18529 6696 113 0,'0'0'68'15,"0"0"-11"-15,0 0 37 16,0 0-13-16,0 0-33 15,0 0-16-15,-79-47 45 16,70 43-65-16,0 0 3 16,-1 3-4-16,6-1-2 15,1 2 6-15,2 0-3 0,-4 0-6 16,-1 0-5 0,-7 0-1-16,-1 11 4 0,-5 5-3 15,3 3 1-15,-3 7 2 16,1 2 0-16,-1 4-1 15,-1 5 0-15,-1-3-1 16,6-3-1-16,7-6 1 16,7-8-2-16,1-7-5 15,10-6-14-15,22-4 10 16,5-3 2-16,6-19-28 16,-4-6 18-16,-6-3 15 15,-8-1 2-15,-8 3 3 16,-4 0-1-16,-5 4 3 0,-5 0-3 15,-3 5 20-15,0 3 26 16,0 6 58-16,0 5-57 16,-3 5 4-16,1 1-48 15,-3 0-5-15,-2 8-8 16,0 17 3-16,2 6 4 16,5 3 0-16,3 5 0 15,27-3 1-15,18 1 0 16,16-4-3-16,14-8 3 15,-1-14-143-15,-14-11-387 16</inkml:trace>
  <inkml:trace contextRef="#ctx0" brushRef="#br0" timeOffset="37163.97">17181 6769 201 0,'0'0'108'0,"0"0"5"15,0 0-67-15,0 0 17 16,0 0-25-16,0 0-19 16,0 0-8-16,36 5 10 15,-23 7 0-15,1 5-6 16,-2 12-4-16,-1 0 8 15,-2 2-10-15,-7 1-2 16,-2-6-3-16,0-6-4 16,0-6 2-16,0-4 0 0,0-8 0 15,0 1 3 1,0-3-4-16,0 0 10 0,0 0 22 16,0-3 42-1,0-11-65-15,5-7-10 0,10-2-29 16,9-1 11-16,7-1 16 15,1 1-44-15,1 1 41 16,-5 6 4-16,-6 5 1 16,-5 4 2-16,-3 6 0 15,-6 2 2-15,-2 0-4 16,-2 4-7-16,-4 13 0 16,0 8 4-16,0 4 3 15,0 2 4-15,-4-1-1 16,-1-2 0-16,4-3-1 15,1-2-2-15,0-7-1 0,0-12-182 16</inkml:trace>
  <inkml:trace contextRef="#ctx0" brushRef="#br0" timeOffset="44539.75">6699 7549 148 0,'0'0'268'15,"0"0"-195"-15,0 0-50 16,0 0 4-16,0 0-24 15,0 0 0-15,0 0 31 16,-15 96 2-16,5-38 11 16,-1 14 1-16,-6 13-34 0,3 5-5 15,-2 2-4 1,5-8-4-16,2-11-2 0,4-12 2 16,4-14-1-16,-2-16 2 15,3-11-1-15,0-12-1 16,0-3 3-16,0-5-3 15,0 0-51-15,0-7-12 16,0-19-387-16</inkml:trace>
  <inkml:trace contextRef="#ctx0" brushRef="#br0" timeOffset="45506.1">6417 7461 554 0,'0'0'106'16,"0"0"-19"-16,-2-95-25 0,26 74-33 15,15 7-21-15,19 7-8 16,11 7 0-16,13 1 0 16,-3 30-4-16,-9 10 4 15,-10 8-5-15,-23 5 3 16,-20 2-5-16,-17-2 1 15,-6 0 3-15,-32-7 3 16,-12-6 0-16,-7-7 1 16,5-9 5-16,9-6-2 15,8-9-1-15,10-9 1 0,5-1-1 16,9 0 4 0,0-12-3-16,9-4-4 0,2 0-5 15,2 2-15-15,28 6-13 16,13 4 11-16,14 4-28 15,7 0 38-15,3 19 12 16,-9 12-1-16,-10 11 1 16,-14 6 0-16,-16 8-2 15,-9-3 2-15,-7-2 1 16,-2-10 3-16,0-7 3 16,0-12-4-16,-5-8 0 15,-1-6 3-15,3-7 1 16,1-1-3-16,-2-1 11 0,1-19 18 15,3-11-33-15,0-10-28 16,0-6-34-16,15-1 12 16,9-3 17-16,9 5-3 15,3 10-45-15,-1 9 55 16,-3 11 26-16,-10 9 9 16,-1 7 48-16,-9 0-17 15,3 7-31-15,0 16 37 16,0 9 14-16,0 11-36 15,1 7-9-15,2 4-6 16,1-1-1-16,4-6-2 16,-1-8 5-16,-1-13-3 0,-6-12-3 15,-5-9 11 1,-1-5 13-16,3-10 27 0,6-17-20 16,0-9-34-16,-6-6-2 15,-8-7-1-15,-4-5-9 16,-1-1-6-16,-18-2-13 15,-3 7 19-15,-1 5 3 16,1 6 1-16,9 10 4 16,6 11 2-16,7 6 2 15,0 11-2-15,13 1-2 16,20 7 2-16,8 19 2 16,5 13-2-16,-4 11-1 15,-4 18 1-15,-11 11-1 16,-6 5-1-16,-8-2 2 15,-8-10-1-15,-5-11-1 0,0-15 2 16,-3-10 0-16,-12-11 0 16,1-11 2-16,-5-3-1 15,-2-5 3-15,-3-4 1 16,-6-2 0-16,1 0-4 16,2 0-1-16,3 0-22 15,12 0-62-15,8 0-125 16,4-2-226-16</inkml:trace>
  <inkml:trace contextRef="#ctx0" brushRef="#br0" timeOffset="45822.77">7965 8107 532 0,'0'0'36'16,"0"0"-21"-16,99-46 8 15,-59 22 6-15,-2-5 6 16,-6-1-18-16,-8-3-9 16,-14 2 13-16,-10 2 27 15,-7 5-47-15,-33 7-1 16,-10 9-16-16,-6 8 14 15,8 11 0-15,14 24 2 16,12 18-4-16,14 10-5 16,8 9-33-16,5-1-52 0,36-5-61 15,28-20-22-15</inkml:trace>
  <inkml:trace contextRef="#ctx0" brushRef="#br0" timeOffset="46272.97">8586 7945 723 0,'0'0'21'0,"0"0"-21"16,0 0-4-16,-48 73 4 15,38-28 0-15,5 2 2 16,5-1 0-16,0 1 0 15,16-4 0-15,14-6-2 16,9-10 0-16,10-15 1 16,8-12 5-16,4-7-6 15,12-25-25-15,2-15-27 16,-2-10-4-16,-3-4 19 16,-20-7-63-16,-18-3 34 15,-21 3 38-15,-11 4 28 16,-20 7 92-16,-14 7-20 15,7 14 53-15,5 14 4 0,10 14-74 16,7 8-35-16,4 14-20 16,-2 22-19-16,-2 19 19 15,1 19 0-15,4 10 0 16,0 8 1-16,15-1-1 16,15-12 0-16,6-15 0 15,-1-16 2-15,2-14-4 16,-8-18-20-16,-4-13-113 15,-4-3-94-15</inkml:trace>
  <inkml:trace contextRef="#ctx0" brushRef="#br0" timeOffset="46687.25">9156 8098 589 0,'0'0'33'0,"0"0"26"16,100-24 12-16,-56 18-23 15,1-1-15-15,3 0-10 16,-6-1-7-16,-1-2-8 16,-5-1-5-16,-3-2 0 15,-3-4-3-15,-4-6-3 16,-7-2-16-16,-3-2-5 16,-7-3-20-16,-6 5 3 15,0 0 11-15,-3 5 30 16,0 10 23-16,0 3 45 15,0 7-30-15,0 0-38 0,0 14-9 16,0 22-11-16,0 22 20 16,0 14-3-16,10 9 3 15,-1-4 2-15,3-7 4 16,6-15-3-16,0-13 2 16,-6-12 22-16,-4-12-6 15,-4-8-16-15,-4-7-2 16,0-3 1-16,0 0-2 15,-8 0 0-15,-29-1-2 16,-18-9-28-16,-15-4-134 16,1-3-116-16</inkml:trace>
  <inkml:trace contextRef="#ctx0" brushRef="#br0" timeOffset="46987.04">8168 7553 549 0,'0'0'121'0,"0"0"-15"16,0 0-45-16,0 0-26 16,0 0-16-16,0 0-19 15,1-49-3-15,-1 64-247 16,-1-2 46-16,-11-5-179 16</inkml:trace>
  <inkml:trace contextRef="#ctx0" brushRef="#br0" timeOffset="48051.82">10917 8036 181 0,'0'0'305'15,"0"0"-185"-15,0 0-1 16,0 0-28-16,0 0-55 16,0 0-36-16,2-44 0 15,45 44 0-15,19-3 8 16,12 3 4-16,8 0-3 15,13 0-4-15,9 0-2 16,9 0-3-16,2 0 0 16,-4-6-1-16,-12 1-3 15,-11-4-11-15,-20-6-16 0,-20-3-18 16,-22-3-23 0,-18-4 34-16,-12 2 30 0,-15-3-39 15,-24 1 32-15,-16 1-1 16,-9 3 16-16,3 4 1 15,16 5 35-15,21 8 43 16,18 4-15-16,6 2-64 16,23 18-37-16,12 8 37 15,14 5 5-15,7 7 3 16,2 1 21-16,-6-4 1 16,-9-4-13-16,-13-10-8 15,-15-6-8-15,-12-3-1 16,-3 0 0-16,-24 4-2 0,-30 5 2 15,-24 3-42 1,-13-9-136-16,-2-8-321 0</inkml:trace>
  <inkml:trace contextRef="#ctx0" brushRef="#br0" timeOffset="50316.7">13344 7781 390 0,'0'0'101'0,"0"0"37"15,0 0-41-15,0 0-40 0,0 0-7 16,0 0-40-16,3-56-10 16,0 83-7-16,-1 11 2 15,-2 21 3-15,0 11 2 16,-3 9 6-16,-14 1-5 16,-4-7 2-16,-3-6 0 15,2-8 0-15,5-14-1 16,4-12 2-16,6-15-3 15,4-10 1-15,0-8 4 16,3-3 11-16,0-28 22 16,0-16-39-16,9-15-45 15,2-11 2-15,-3-8-36 0,-4-5 1 16,1 3 58 0,0 7 20-16,3 11-15 0,6 13 8 15,4 18 6-15,4 11 1 16,7 15 0-16,3 8-1 15,8 17 1-15,1 22-2 16,-6 12 2-16,3 12 2 16,-13 7-1-16,-4-6-1 15,-12-7 0-15,-9-14-7 16,-9-17-17-16,-25-6 14 16,-12-9 0-16,-14-5 0 15,-12-6 10-15,-11 0 0 16,1-6 1-16,3-10-1 0,17 2 17 15,24 4 2 1,26 10-2-16,21 0-17 16,39 7-174-16,24 3-273 0</inkml:trace>
  <inkml:trace contextRef="#ctx0" brushRef="#br0" timeOffset="50832.74">14008 8003 549 0,'0'0'238'0,"0"0"-206"16,0 0-32-16,0 0-6 0,0 0 6 15,-54 95 13 1,39-57-4-16,2-6-4 0,5-7 0 16,7-10-4-16,1-8 3 15,0-4 0-15,0-3-1 16,0-5 8-16,10-26 17 15,8-11-28-15,6-5-31 16,-6-3 11-16,-2 10 3 16,-1 7 13-16,2 12 1 15,3 11-1-15,3 10 1 16,-1 1-3-16,0 20 6 16,-3 4-5-16,-4 4 3 0,-1-1-1 15,0 2 3 1,-4-6 2-16,-1-7 1 15,-2-9-3-15,-1-8 0 0,2-1 5 16,4-23 7-16,7-10-12 16,4-6-15-16,-5-5-11 15,4-2 3-15,2 3 23 16,0 10 1-16,-5 12 2 16,-7 12 15-16,-3 9 20 15,-3 1-21-15,0 16-17 16,3 20 0-16,0 14 0 15,-5 9 0-15,-1 6 0 16,0-4 4-16,0-3-2 16,3-7-2-16,-1-10-9 15,1-12-140-15,1-19-183 16</inkml:trace>
  <inkml:trace contextRef="#ctx0" brushRef="#br0" timeOffset="51549.21">14819 7816 851 0,'0'0'39'0,"0"0"-39"16,0 0-9-16,0 0 7 15,27 87 0-15,-12-34 2 16,6 4 2-16,1 3 3 15,5-2-5-15,3-3 4 16,3-5 2-16,7-9-4 0,3-12-1 16,9-13-1-16,3-13 0 15,0-3-7-15,-2-22-2 16,-5-11 9-16,-13-8 1 16,-9-2-1-16,-11-3 4 15,-15 1-2-15,0 3-2 16,-15 7 3-16,-3 8-3 15,6 10 22-15,6 8-8 16,0 9-13-16,2 0-1 16,-5 18-10-16,-7 12 10 0,2 8 0 15,0 6 0 1,9-1-1-16,5-3-6 0,17-5-9 16,25-10 3-16,15-11 13 15,9-12-1-15,6-2 1 16,0-11 0-16,-9-14 1 15,-14-7 0-15,-18-3-1 16,-13 2 4-16,-11 2 6 16,-7 9 2-16,0 8-1 15,0 8 5-15,0 6-8 16,0 0-8-16,0 9-6 16,-4 15 5-16,0 9 1 15,1 4-1-15,3 5-1 16,0-3 1-16,7-5 1 15,8-11 0-15,3-12 3 0,6-11-1 16,10-7 0-16,6-20 4 16,2-7-5-16,-6-4 0 15,-7 0-1-15,-11 0 0 16,-8 4-1-16,-6 7-3 16,-4 9 1-16,0 10-4 15,0 8-4-15,0 0-75 16,0 11-118-16,0 13 174 15,4 3-43-15,10 3-99 16,10-9-29-16</inkml:trace>
  <inkml:trace contextRef="#ctx0" brushRef="#br0" timeOffset="52016.99">16265 8140 398 0,'0'0'156'16,"0"0"-64"-16,0 0-15 15,0 0-16-15,0 0-26 16,23-82 2-16,-23 73-12 15,0 2-10-15,0 0-1 16,0 3-13-16,0 1-1 16,-9 3-8-16,-11 0 2 15,-7 9 3-15,-5 12 2 16,4 6-4-16,3 6 0 16,5 3-10-16,12 4-3 15,8 4-2-15,7 0 11 16,28-8 1-16,14-9-5 0,9-14 13 15,3-13 2 1,4 0-1-16,-6-26-2 0,-4-12 1 16,-6-7 0-16,-12-7 1 15,-12-5-1-15,-12-10-27 16,-13-11 19-16,-7-6 0 16,-23 6 8-16,4 11 40 15,5 19 54-15,8 20-42 16,13 15-14-16,0 10-38 15,0 3-1-15,0 11-4 16,0 24-24-16,3 20 28 16,7 26 1-16,-1 10-3 15,3 7 3-15,7-3-4 16,5-9 3-16,4-6 1 0,5-10 1 16,0-10 4-16,4-11-5 15,-2-13-35-15,-2-19-79 16,-2-17-287-16</inkml:trace>
  <inkml:trace contextRef="#ctx0" brushRef="#br0" timeOffset="52669.98">16364 8168 365 0,'0'0'176'16,"0"0"-66"-16,0 0-16 15,0 0-41-15,0 0-7 16,0 0-31-16,-11-11-15 16,-3 15-6-16,-5 13 5 15,-4 6 1-15,0 2 0 16,1 3 0-16,3 0-24 15,3-7-62-15,1-6-47 16,3-8-80-16,4-7-183 16</inkml:trace>
  <inkml:trace contextRef="#ctx0" brushRef="#br0" timeOffset="52833.29">16145 8299 508 0,'0'0'138'15,"0"0"-13"-15,0 0-45 16,0 0-23-16,0 0-28 16,0 0-24-16,-4 4-5 15,4 3-26-15,0-3-125 16,0-4-70-16</inkml:trace>
  <inkml:trace contextRef="#ctx0" brushRef="#br0" timeOffset="100053.49">6001 9068 193 0,'0'0'44'16,"0"0"51"-16,0 0-29 16,0 0 19-16,0 0-34 15,-64-75-20-15,56 63 14 16,3 1-16-16,0 2 31 16,-1 2 4-16,6 0-62 15,-3 2 2-15,0 0 2 0,1 4-5 16,-1 0-1-1,2-1 0-15,-1 1 0 0,2 1-1 16,0 0-1-16,0 0-7 16,0 0-18-16,17 1 0 15,31 10 27-15,28-2 6 16,37 2 2-16,42-2 0 16,39-1 5-16,40 1-4 15,30-2-8-15,11 0 0 16,-1-3 0-16,-8 0 4 15,-16 3-5-15,-16-4 1 16,-29 4 0-16,-29 4-1 0,-27 2-2 16,-27-4-2-16,-17 2 0 15,-19-4-19-15,-16-2 3 16,-16-5 15-16,-20 0-1 16,-16 0 6-16,-11 0 2 15,-7 0 19-15,0 0 42 16,0 0-44-16,-3 0-19 15,-22 0-22-15,-12 0-98 16,-12 9-76-16</inkml:trace>
  <inkml:trace contextRef="#ctx0" brushRef="#br0" timeOffset="110224.69">8273 9604 173 0,'0'0'95'16,"0"0"-78"-16,0 0 25 16,0 0-30-16,0 0 14 15,0 0-2-15,0 0 10 0,0 0-4 16,0-45 6-1,0 40 2-15,0 2-23 0,0-1 11 16,0 1-9-16,0-1-2 16,0 3-2-16,0-1 22 15,0 0-5-15,0 2-11 16,0 0-1-16,0-2 4 16,0 1-6-16,0 1 3 15,0 0-3-15,-3 0-2 16,1 1-14-16,-4 19-16 15,-4 14 9-15,1 14 6 16,-6 13 1-16,-5 6 1 16,1 5 5-16,-1-5-6 15,3-13 4-15,5-13-4 16,3-21 4-16,6-13-3 16,3-5 2-16,0-2 16 15,0-2 44-15,0-19-14 0,18-14-49 16,7-9-11-1,2-6-38-15,-6-3 19 0,0-1-5 16,-6 1-12-16,1 0 18 16,-1 2-9-16,1 8-3 15,-6 4 8-15,9 6 17 16,0 7 4-16,4 7 5 16,5 9-1-16,3 9 5 15,-2 1 1-15,-3 5 2 16,-5 16-1-16,-6 3-2 15,-6 1 1-15,-9-2 1 16,0 1-5-16,-7-4 1 0,-14 1 5 16,-6-1 6-16,-2-3 16 15,1-2 8-15,3-1 1 16,3-6 0-16,11-2-7 16,2 1-11-16,3 0-9 15,6 3-4-15,0 3-1 16,0 8 0-16,6 4 2 15,11 4-1-15,5 2 1 16,0-2 3-16,-1-2-4 16,2 0 0-16,-3-1 0 15,0-2 1-15,4-1-1 16,-2-1 0-16,-2-2-30 16,-3-10-135-16</inkml:trace>
  <inkml:trace contextRef="#ctx0" brushRef="#br0" timeOffset="111040.48">8663 9892 559 0,'0'0'38'16,"0"0"4"0,87-31 4-16,-48 22 29 0,0-1-32 15,-3 0-20-15,0-3-6 16,-1-2-5-16,-7-3-1 16,-6-2-2-16,-2-3 5 15,-10 1-1-15,-4 0-7 16,-6 5 1-16,-3 0-3 15,-19 8-4-15,-8 6 0 16,-3 3-2-16,-1 12 0 16,-1 17 2-16,18 12-2 15,4 9 1-15,13 6 0 16,0 5-1-16,23-3 1 0,17-11 0 16,13-16 0-1,10-19-3-15,9-12 4 0,12-17 5 16,3-22-5-16,3-10-15 15,-3-8-16-15,-13-4-6 16,-14-3-24-16,-21-5-13 16,-14-4 51-16,-22-4 23 15,-3 5 48-15,-28 6 22 16,-5 16-43-16,5 18-3 16,7 15 2-16,12 12 22 15,6 5-47-15,3 22-1 16,0 23-1-16,0 21 1 15,15 10 0-15,6 3 1 0,7 1-1 16,2-7 0-16,6-5 0 16,0-5 1-16,2-13 0 15,-2-10 0-15,-3-12-1 16,-3-11 0-16,-8-10-1 16,-2-7-14-16,-3-2 12 15,-4-22 3-15,-4-10 0 16,-6-7 2-16,-3-2-4 15,0 6 2-15,0 6 0 16,0 12 5-16,-1 8 7 16,-1 9 10-16,2 2-22 15,0 0 0-15,5 13-12 16,13 8 12-16,9 8 1 16,3 2 1-16,3 0-2 15,1-4 2-15,3-9-2 0,3-9 0 16,0-9-8-16,0-1-36 15,-5-25-70-15,-12-12-133 16</inkml:trace>
  <inkml:trace contextRef="#ctx0" brushRef="#br0" timeOffset="111206.69">9909 9377 666 0,'0'0'110'15,"0"0"-32"-15,0 0-70 0,0 0-8 16,0 0-62-16,0 0 56 16,70 76-48-16,-51-23-59 15,-2-6-67-15,-2-7-225 16</inkml:trace>
  <inkml:trace contextRef="#ctx0" brushRef="#br0" timeOffset="111656.89">10390 9864 597 0,'0'0'85'0,"0"0"31"0,0 0-71 16,0 0-2-1,0 0-16-15,8-88-18 0,-15 69-2 16,-7 5 2-16,1 6-9 15,-5 6 0-15,0 2 0 16,-4 10-6-16,-2 16 3 16,2 13-7-16,6 5-17 15,10 2-4-15,6-2-11 16,0-8-13-16,20-13 14 16,11-10 18-16,5-13 23 15,3 0 1-15,-2-22 4 16,-7-9-5-16,-3-6 4 15,-10-2 19-15,-9-2 39 0,-8 3 13 16,0 4-25-16,0 11-14 16,-5 7-20-16,2 11-5 15,1 5-9-15,2 0-2 16,0 7-18-16,0 18-23 16,0 11 40-16,0 6-12 15,7 1-20-15,4-5-27 16,10-7-30-16,9-14-32 15,8-15-29-15,1-2-204 16</inkml:trace>
  <inkml:trace contextRef="#ctx0" brushRef="#br0" timeOffset="112222.78">10695 9800 531 0,'0'0'263'0,"0"0"-151"15,0 0-112-15,0 0-5 16,0 0-3-16,0 0 8 15,-15 74 1-15,14-46-1 16,1-5 0-16,0-7-1 16,0-7 1-16,1-8-4 15,14-1 4-15,6-1 0 16,5-19-18-16,3-7-37 16,-8 0 3-16,-8 0 28 15,-5 6 15-15,-4 8 9 16,-2 4 33-16,-1 7 5 15,-1 2-38-15,2 0-18 0,-1 18-1 16,2 7 16 0,3 6 2-16,4 2 1 0,6 0-1 15,9-5-1-15,11-6 2 16,17-13 5-16,11-9 11 16,8-6 3-16,1-19-13 15,-10-8 1-15,-12-6-1 16,-7 0-5-16,-14 3-1 15,-9 8 2-15,-9 10 0 16,-9 8 1-16,0 7 3 16,-3 3-6-16,0 0-33 15,-8 1-2-15,-12 12 35 16,-2 3 0-16,-1 1 0 0,2 0-1 16,4 0 1-1,1-3 0-15,7 0 0 0,2-1 0 16,4-1 0-16,3 2-1 15,0 2 1-15,0 4 1 16,12-1 0-16,8 1-1 16,11-3 0-16,9-6-1 15,12-5-16-15,2-6-73 16,0 0-58-16,-6-20-359 16</inkml:trace>
  <inkml:trace contextRef="#ctx0" brushRef="#br0" timeOffset="112638.91">11642 9973 308 0,'0'0'121'16,"0"0"-58"-16,0 0-63 15,0 0-39-15,0 0 13 16,99-22 9-16,-65 13 5 16,-4-2 11-16,-6-1 1 0,-11 0 30 15,-9-1 78-15,-4 0-81 16,-3 1 25-16,-21 1-25 15,-4 0-13-15,0 8 30 16,1 3-20-16,2 0-20 16,0 20-4-16,-6 5 0 15,7 5 2-15,5 7-4 16,13-4-1-16,6 1 2 16,27-6-3-16,26-4 4 15,22-4 4-15,21-5-4 16,16-7-42-16,0-8-143 15</inkml:trace>
  <inkml:trace contextRef="#ctx0" brushRef="#br0" timeOffset="113418.7">8132 9515 314 0,'0'0'112'0,"0"0"-23"16,0 0-31-16,0 0-10 16,0 0-18-16,0 0 36 15,-28-71-22-15,28 66-11 0,16-1-29 16,13 4-4-1,8-1-26-15,8 3-42 0,3-2-19 16,2-6-127-16</inkml:trace>
  <inkml:trace contextRef="#ctx0" brushRef="#br0" timeOffset="113970.94">7821 10265 394 0,'0'0'147'0,"0"0"-60"16,0 0 12-16,0 0-51 15,0 0-6-15,0 0-24 16,-23-41-11-16,65 39-2 15,25 2-2-15,29 0-2 16,29 13-1-16,39 5 0 0,34 0 2 16,35-1-2-16,28 0 0 15,18-1 3-15,6-4-3 16,-11 2 0-16,-21-4-1 16,-39-3 1-16,-38-2-2 15,-40-2 1-15,-41-3 0 16,-32 0 2-16,-30 0 1 15,-15 0 5-15,-15 0 12 16,-3 0 17-16,0 0-21 16,0-3-15-16,-23 3-3 15,-19 0-71-15,-5 0-83 16,6 3-133-16</inkml:trace>
  <inkml:trace contextRef="#ctx0" brushRef="#br0" timeOffset="114140.45">11129 10393 680 0,'0'0'80'16,"0"0"-52"-16,0 0-28 15,0 0-32-15,0 0-14 16,0 0-79-16,-3-12-104 15</inkml:trace>
  <inkml:trace contextRef="#ctx0" brushRef="#br0" timeOffset="115802.7">11550 10439 273 0,'0'0'181'0,"0"0"-87"16,0 0-13-16,0 0-13 15,0 0-1-15,0 0-28 0,-2-29-16 16,14 24-11-16,9 0-4 16,9 1-3-16,9 4-4 15,10 0 1-15,10 0-2 16,9 5 0-16,10 8-2 16,5 1 0-16,3 0-22 15,2 0-27-15,-6-1-25 16,-12-4-5-16,-14 2 24 15,-16-5-32-15,-18 2-17 16,-16-3-19-16,-6 1-17 16</inkml:trace>
  <inkml:trace contextRef="#ctx0" brushRef="#br0" timeOffset="118399.98">10182 10957 327 0,'0'0'152'15,"0"0"-32"-15,0 0-15 0,0 0-15 16,0 0-62-16,0 0-7 16,4-47-21-16,-1 47-6 15,0 7-1-15,2 14 7 16,-2 9-2-16,1 13-4 16,-4 7 6-16,0 7-2 15,-21 1 2-15,-3-5-36 16,-1-10-93-16,4-15-23 15,5-20-134-15</inkml:trace>
  <inkml:trace contextRef="#ctx0" brushRef="#br0" timeOffset="118716.4">10149 10802 725 0,'0'0'7'15,"0"0"64"-15,0 0-71 16,106-16 0-16,-58 40-5 16,-3 8 5-16,1 6-2 15,-5 5 2-15,-1 3-1 16,-7 3 1-16,-10-3 0 16,-13-7 0-16,-10-6-4 15,-8-4-8-15,-24-2 0 16,-8-5 12-16,-9-4 1 15,-4-7 2-15,-8-4-3 0,3-5 6 16,3-2-5-16,13 0-1 16,15 0-2-16,17 0-29 15,10 8-115-15,10 4-18 16,24 2-39-16</inkml:trace>
  <inkml:trace contextRef="#ctx0" brushRef="#br0" timeOffset="119298.65">10695 11222 495 0,'0'0'106'0,"0"0"-43"15,0 0-60-15,0 0 3 16,0 0 24-16,0 0-10 16,16-4 3-16,1 1 18 15,3 0-22-15,2-3-12 16,0-4-3-16,-3-4 0 15,-1-5-1-15,0-4 0 0,-9 0-3 16,-4-4 1-16,-5 4-1 16,0 3 3-1,-8 3 4-15,-3 8 8 0,3 3-14 16,5 6 2-16,1 0-3 16,1 6-28-16,1 16 19 15,0 6 9-15,0 6 0 16,14 4 0-16,11 1 0 15,3-2 1-15,0-3 4 16,-2-8-5-16,-4-8 0 16,-2-8 0-16,0-4 3 15,2-6-3-15,2 0-1 16,-4-6-24-16,-1-9-55 16,-5-5-12-16,-1 3 27 0,-4 1-78 15,0 3 45-15,1 2 44 16,-1 3 47-16,-1 3 6 15,2 3 0-15,-2 2-3 16,-4 0-7-16,0 0-160 16</inkml:trace>
  <inkml:trace contextRef="#ctx0" brushRef="#br0" timeOffset="119765.28">11344 11047 193 0,'0'0'422'15,"0"0"-297"-15,0 0-73 16,0 0-52-16,0 0-8 15,0 0 4-15,14 3 4 16,5 12 3-16,1 0 2 16,3-2 2-16,-2-6-6 15,-3-6 4-15,-3-1 11 16,-2 0 19-16,-5-5-9 0,-2-10 4 16,-6-2-20-1,0-3-10-15,-4 1-1 0,-17 0 1 16,-13 2 2-16,0 7-2 15,3 6 0-15,7 4 0 16,9 4-4-16,2 18-3 16,7 12 2-16,4 4 4 15,2 6 1-15,12 1 0 16,16 0 1-16,10-4-1 16,13-7 2-16,11-12-2 15,5-13-3-15,3-9-2 16,-4-16-58-16,-16-19-220 15</inkml:trace>
  <inkml:trace contextRef="#ctx0" brushRef="#br0" timeOffset="120297.85">10987 11028 31 0,'0'0'97'15,"0"0"-25"-15,0 0 48 16,0 0 58-16,0 0-81 15,0 0-3-15,-14-39-41 0,24 31-39 16,6 2-13 0,-2 3 0-16,3 0 8 0,-6 3 0 15,1 0-9-15,-5 10-4 16,-4 9 0-16,-3 4 0 16,0 0 4-16,-17 1 0 15,-8-2 4-15,-5-2-1 16,-1-4-1-16,1-2-2 15,2-1-2-15,6-2-60 16,11-3-67-16,11-7-233 16</inkml:trace>
  <inkml:trace contextRef="#ctx0" brushRef="#br0" timeOffset="120730.48">11849 11187 178 0,'0'0'375'16,"0"0"-220"-16,0 0-96 15,0 0-34-15,0 0-1 16,0 0-24-16,0 20-2 16,0 8 2-16,-10 9 5 15,0 10 2-15,0-2-3 16,1 1-4-16,-1-6-2 0,3-10-57 16,4-9-162-16</inkml:trace>
  <inkml:trace contextRef="#ctx0" brushRef="#br0" timeOffset="121114.58">12118 10920 398 0,'0'0'74'0,"0"0"41"16,0 0-102-16,0 0-7 16,88 6 5-16,-78 11 4 15,-8 7-2-15,-2 7-5 16,0 7-2-16,-16 4 0 16,-10 2-1-16,-4-3 0 15,2-4-1-15,10-8-1 16,6-5-3-16,6-5 0 15,6-4-2-15,0-8-8 16,24-7 10-16,18 0 2 16,16-12 1-16,9-8 14 15,3 1-10-15,2-3-7 0,2 3 0 16,-2-1-42 0,-5 2-13-16,-7-3-64 15,-19 0-129-15</inkml:trace>
  <inkml:trace contextRef="#ctx0" brushRef="#br0" timeOffset="121915.68">12692 11047 280 0,'0'0'292'0,"0"0"-146"16,0 0-100-16,0 0-46 15,0 0-2-15,0 0 2 16,-46 80 16-16,44-45-6 16,2-3 3-16,0-4-3 15,13-2 4-15,7-6-2 16,9-9 1-16,-1-8-4 0,6-3 4 15,-2-10-4 1,-6-14-9-16,-2-5-9 0,-10 0-33 16,-8-1-2-16,2 2-58 15,-5 6 54-15,4 5 44 16,0 7 4-16,-2 3 33 16,3 7 17-16,-2 0-23 15,-1 2-24-15,1 13-3 16,-2 6 10-16,1 4 8 15,-1 4-4-15,1 4-1 16,1 1-10-16,1-3-1 16,6-8 1-16,3-8 1 15,3-9 2-15,-2-6 7 16,3 0 8-16,-4-16 7 16,-2-9 2-16,-5-4-15 0,-9-2-3 15,0-5-8-15,-12 0-4 16,-15 0 2-16,-4 3-4 15,2 4 2-15,7 7 0 16,10 6 4-16,6 9-3 16,6 5-1-16,0 2-1 15,0 0-25-15,6 0-45 16,21 3 52-16,18 7 16 16,17 0-12-16,16 0-58 15,5-7-5-15,1-3-3 16,-2 0-40-16,-9-10 46 15,-13-5 9-15,-15 1-1 0,-17-3 59 16,-16 0 8-16,-12 1 195 16,0-1-97-16,-5 3 2 15,-2 3 3-15,2 7 1 16,2 4-64-16,1 0-40 16,0 18-10-16,-2 17 9 15,4 11 0-15,0 9 1 16,0 5-1-16,8 4 1 15,7-5-3-15,5-2 3 16,-4-7 3-16,-1-11-3 16,-6-10 3-16,-3-9-2 15,-3-6 1-15,-3-9 0 16,0-2 0-16,0-3 0 16,0 0 5-16,-13 0-1 0,-22 0-2 15,-15-13-4-15,-9-4-17 16,-1-3-34-16,8-4-80 15,12-5-56-15</inkml:trace>
  <inkml:trace contextRef="#ctx0" brushRef="#br0" timeOffset="122102.85">13871 10928 732 0,'0'0'119'0,"0"0"-35"16,0 0-63-16,111-63-19 16,-70 62-2-16,11 1 0 15,4 1-2-15,4 16-12 16,-2 4-42-16,-13-1-73 16,-15-5-225-16</inkml:trace>
  <inkml:trace contextRef="#ctx0" brushRef="#br0" timeOffset="122614.54">10414 11554 383 0,'0'0'184'0,"0"0"-92"16,0 0-20-16,0 0-14 16,0 0-56-16,0 0-2 15,-25-28 0-15,92 28 14 16,38 0 31-16,39 0-14 16,37 0-15-16,27 5 4 15,25 7-19-15,13 0 9 16,10 1-9-16,0-1-1 15,-13 0 0-15,-22-6 0 16,-30 1-10-16,-37-4-4 16,-34-2-3-16,-33-1 3 15,-28 0 12-15,-27 0 2 0,-20 0 0 16,-12 0-3 0,-39 0-24-16,-34-1-188 15,-33-9-76-15</inkml:trace>
  <inkml:trace contextRef="#ctx0" brushRef="#br0" timeOffset="124977.01">12116 11764 173 0,'0'0'102'0,"0"0"-22"16,0 0 17 0,0 0-18-16,0 0-10 0,0 0 12 15,0 0-31-15,2-41-2 16,-2 41-30-16,0 0-11 15,0 0-7-15,0 0-3 16,0 13-5-16,3 15 8 16,3 13 0-16,-2 14-1 15,-1 8 1-15,-3 5 0 16,-1-5-91-16,-20-21-164 16</inkml:trace>
  <inkml:trace contextRef="#ctx0" brushRef="#br0" timeOffset="125676.65">10127 12187 269 0,'0'0'101'0,"0"0"29"16,-93-39-54-16,81 34-16 15,9 2 13-15,3 3 9 16,17 0-80-16,30 0 0 16,34 0 0-16,32 11-2 15,41 8 0-15,44 1 0 16,42 3 0-16,39-1 0 15,25-7 1-15,26-4-1 16,10-5 2-16,2-2-2 16,-8-3 1-16,-21 0 0 15,-31-1 0-15,-39 0 2 16,-40 3 12-16,-46-3 7 0,-41 4-4 16,-26 1-13-16,-29 1 1 15,-21-1-5-15,-17 1 0 16,-15-3-1-16,-8 0-5 15,-33 1 0-15,-35-1-72 16,-30-3-111-16,-26 0-268 16</inkml:trace>
  <inkml:trace contextRef="#ctx0" brushRef="#br0" timeOffset="126394.38">10022 12180 359 0,'0'0'167'16,"0"0"-65"-16,0 0-5 0,0 0-43 16,0 0-54-1,0 0-3-15,0 18 0 0,0 19 3 16,0 7 8 0,8 12-4-16,-2 6-2 0,-3 2 0 15,-3 0-2-15,0-9-53 16,-2-18-120-16,-16-17-386 15</inkml:trace>
  <inkml:trace contextRef="#ctx0" brushRef="#br0" timeOffset="127990.46">8398 12918 489 0,'0'0'181'0,"0"0"-54"16,0 0-73-16,0 0-54 15,0 0-11-15,0 0 11 16,-11 105 6-16,-8-47 12 16,-5 4-2-16,-4 0-8 15,2-7-5-15,1-10-1 16,9-16 1-16,7-13-2 15,4-8 0-15,5-8 0 0,0-5 9 16,0-23 18-16,12-17-28 16,11-9-60-16,5-7-38 15,-6 0-38-15,-4 5 69 16,6 5-53-16,6 2-19 16,11 9 139-16,9 8 96 15,-8 10 40-15,-9 10-53 16,-8 12-27-16,-6 0-45 15,-5 22-11-15,-6 7 0 16,-6 6 1-16,-2-2-1 16,0-5-4-16,-10-8-8 15,-5-5 6-15,-5-5 6 16,-3-3 2-16,-7-2 2 0,-3-1-2 16,-4-1 2-16,-1-2 2 15,5 0 1-15,8 2 19 16,9 4 5-16,11 6-19 15,5 8-9-15,2 9 0 16,23 5 6-16,10 6 5 16,15 0 6-16,1-2 1 15,3 0-13-15,-8-5-5 16,-4-5-2-16,-8-2-1 16,-7-5-28-16,-10-8-105 15,-9-14-117-15</inkml:trace>
  <inkml:trace contextRef="#ctx0" brushRef="#br0" timeOffset="128312.1">8892 12918 784 0,'0'0'70'0,"0"0"6"15,0 0-44-15,0 0-32 16,0 0 0-16,0 0 0 0,40 15 0 16,-17 20 0-16,5 6 0 15,-6 3 0-15,-6 4 0 16,-8-2 2-16,-8 3 0 15,0-4 1-15,-3-1-3 16,-10-7-22-16,-1-6-37 16,0-12-77-16,9-14-101 15</inkml:trace>
  <inkml:trace contextRef="#ctx0" brushRef="#br0" timeOffset="128673.45">9096 12891 648 0,'0'0'164'16,"0"0"-71"-16,0 0-55 16,0 0-30-16,0 0-8 15,0 0-1-15,9 20 1 16,1 23 0-16,1 9 0 15,-1 3 1-15,-1-1-1 16,0-5 1-16,-3-5-1 0,3-8 0 16,-3 0 2-1,1-5-2-15,6-3 0 0,3-4 0 16,6-4 0 0,11-4 4-16,13-7-4 0,14-3-1 15,16-6-2-15,6 0-11 16,6-5-4-16,-3-4-11 15,-6 1-10-15,-15 5-22 16,-19 1-82-16,-23 1-97 16</inkml:trace>
  <inkml:trace contextRef="#ctx0" brushRef="#br0" timeOffset="130023.44">7364 13673 512 0,'0'0'101'0,"0"0"-18"16,0 0-80-16,0 0-3 15,0 79 11-15,-13-28 15 16,-7 9 1-16,-2 3-13 16,1 0-5-16,2-7-4 15,7-12-2-15,3-13-2 16,4-9-1-16,1-7 2 15,2-6-2-15,2-9-2 16,0 0 2-16,5-23-2 16,10-12 2-16,-3-4-14 0,1-7 11 15,2 0 3 1,3 3 1-16,9 5-1 0,4 8 0 16,8 10-1-16,0 8 0 15,-3 10-1-15,-1 2 1 16,2 12-3-16,-2 15 1 15,-2 8 3-15,-7 3 0 16,-7-7 0-16,-2-9 0 16,0-15 0-16,4-7 0 15,1 0 6-15,2-17-5 16,-2-12-1-16,2-5 0 16,-2-7 0-16,-6-3 1 15,-5 3-1-15,-3 2-1 16,-3 4 1-16,3 8 0 15,1 12 1-15,-4 8-1 0,-2 7 0 16,0 4-6-16,-1 21 0 16,0 11 6-16,-2 9 10 15,0 9 5-15,-3 4-4 16,-9 9-2-16,2-1-4 16,3-3-3-16,6-11-2 15,1-12-3-15,1-13-49 16,16-10-70-16,6-17-27 15,7-5-259-15</inkml:trace>
  <inkml:trace contextRef="#ctx0" brushRef="#br0" timeOffset="130837.75">8052 13922 689 0,'0'0'8'15,"0"0"48"-15,0 0-54 16,0 0-2-16,0 0 29 15,0 0-4-15,10 99-10 16,6-70 0-16,-2-6-9 16,1-3-3-16,-3-8 0 15,0-9-2-15,4-3 3 16,2-4 15-16,5-19-6 16,-6-2-11-16,-3-5 1 15,-8 5-2-15,-3 8 1 16,-3 8 2-16,0 5-3 0,0 4-1 15,0 4-4-15,-3 12 4 16,0 5 0-16,3 6 0 16,0-2 0-16,22 1 1 15,7-4-1-15,6-9 2 16,3-11 0-16,-1-2-2 16,2-14 3-16,1-18-3 15,5-13-7-15,-3-9-41 16,-10-4-53-16,-11-2 42 15,-16 4 40-15,-5 3 19 16,-11 9 1-16,-8 12 30 16,5 13 53-16,4 14-41 15,-2 5-35-15,4 18-8 0,-3 19 0 16,0 12 6-16,4 12 12 16,-2 4 9-16,6 5-11 15,-3-4-8-15,1-1-2 16,4-9-5-16,1-11 1 15,0-8-2-15,0-13 3 16,3-9-3-16,3-9 0 16,7-6-9-16,4-11 0 15,8-18-53-15,8-10-50 16,-2-5 54-16,-5 1 45 16,0 2-3-16,-8 7-17 15,-4 7 12-15,-7 7 19 16,-4 7 2-16,-1 6 6 15,-2 4 6-15,0 3 3 0,0 0-9 16,0 0-6-16,0 10 0 16,-11 6 0-16,-4 4 0 15,1-1 1-15,4 4 10 16,2-3 12-16,5 0 15 16,3-1 4-16,0-2-2 15,0 1-13-15,14-1 2 16,1 2-6-16,2-3-13 15,-2 1-5-15,4-4-3 16,-2 0-1-16,0-2-1 16,1 1-25-16,-3-4-37 15,3 1-82-15,0-7-36 0,3-2-209 16</inkml:trace>
  <inkml:trace contextRef="#ctx0" brushRef="#br0" timeOffset="131703.4">8972 14137 561 0,'0'0'28'16,"0"0"25"-16,0 0-47 15,0 0-1-15,0 0 1 16,0 0 17-16,88-14 22 16,-52 6 3-16,1-2-23 15,0-2-17-15,-9-2-4 16,-11 1-2-16,-12-3 1 0,-5 3-2 15,0 4-1-15,-24 2-5 16,-6 7 2-16,-4 0 1 16,-2 18 2-16,5 9-2 15,2 5 2-15,8 4 0 16,5 1 0-16,7 1 2 16,7-2-1-16,2-9-1 15,30-7 3-15,17-12 11 16,14-8-3-16,9-8-5 15,6-15-2-15,-3-8-4 16,-3-5 0-16,-14 0-1 16,-17 2-6-16,-15 3 5 0,-13 6 1 15,-8 5 1 1,-3 9 4-16,0 3 9 0,0 8 23 16,0 0-29-16,-3 13-7 15,-15 18 0-15,-2 10 2 16,0 7 3-16,4-2 3 15,2-7-2-15,6-8 1 16,2-12-2-16,0-4-2 16,4-8 0-16,0-6-1 15,1-1-1-15,-2 0 3 16,-2-1 2-16,0-15-6 16,3-6 0-16,2-4-11 15,0-2-6-15,24-2-17 16,13 0-7-16,5-5-4 15,6 0 0-15,-2 0 44 0,-3-1 1 16,-8 2 43 0,-5 1 10-16,-10 5-1 0,-7 5-4 15,-10 12-13-15,-3 6 1 16,0 5-36-16,-1 6 0 16,-19 18-4-16,-3 13 4 15,-3 10 1-15,1 3-1 16,5 3 0-16,14-5-2 15,6-13-16-15,8-13-6 16,15-12 13-16,4-10 7 16,-1 0 1-16,4-18-11 15,-2-9-23-15,-4-3-6 0,-5 2 32 16,-8 4 11 0,-7 8 8-16,-2 6 29 0,-2 10-2 15,0 0-31-15,0 0-4 16,0 19-2-16,0 6 2 15,0 8 0-15,16 6 0 16,16-2-2-16,17-3 1 16,13-11-37-16,12-12-41 15,10-11-118-15,6-14-150 16</inkml:trace>
  <inkml:trace contextRef="#ctx0" brushRef="#br0" timeOffset="133318.35">10596 13975 802 0,'0'0'50'0,"0"0"-33"16,0 0-17-16,-108 95 13 15,66-45 16-15,-1 1-14 16,8-8-9-16,11-11 0 16,11-13-3-16,8-12-1 15,5-7-2-15,0 0 13 16,9-14 33-16,21-12-36 15,11-11-10-15,4-8-15 16,2-1-20-16,-4-2-8 16,-2 4-30-16,-6 7 0 15,-6 8 32-15,-7 12 41 16,-11 9 16-16,-5 8 17 0,-2 1-13 16,-4 24-18-16,0 15-2 15,-12 13 14-15,-3 7 11 16,3-3-8-16,9-5-7 15,3-9-5-15,0-13 4 16,5-10 4-16,2-8-7 16,-4-6-1-16,-3-5-4 15,3-1 2-15,-3 0 6 16,0-7 19-16,-3-13-24 16,-21-5-3-16,-12-3-2 15,-8 5-2-15,-2 5-5 0,11 3 5 16,11 10 1-1,12 1-1-15,11 4-1 0,1 0-28 16,18 1-6-16,24 7 36 16,17 0 2-16,13-4 4 15,-2-3-2-15,-9-1-1 16,-12 0 14-16,-15 0 0 16,-14 0-3-16,-8 2-7 15,-6 0-4-15,-2 3-1 16,1 0 0-16,-4 2 0 15,1-2 0-15,-2-3 1 16,0 1-1-16,1-3 3 16,1 0 0-16,7 0-1 15,7 0-2-15,10-5 0 0,5-4-12 16,-3 3-5-16,-7 2 4 16,-7 4 12-16,-7 0 0 15,-1 0-2-15,-5 2 1 16,1 7-1-16,-1 6 2 15,1-1 1-15,4 1-2 16,-1-3 2-16,0-2 2 16,4-9 1-16,-3-1 7 15,2-3 41-15,3-14-37 16,1-5-12-16,1-1-1 16,0 0-1-16,-4 4 0 15,-2 6 0-15,-2 4 0 16,-3 9 1-16,1 0-1 15,2 0-4-15,3 5-1 0,4 12 5 16,10 7-1-16,11 5 1 16,10-3-5-16,2-4-4 15,4-10-9-15,-9-11 10 16,-4-1-1-16,-1-15-4 16,1-14-39-16,-1-8-73 15,-4-7 10-15,-6-4-38 16,-11-3 35-16,-8-1 118 15,-6-1 19-15,0 6 178 16,-9 5-3-16,-2 16-80 16,0 13-67-16,0 13-47 15,1 8 2-15,-7 25-2 16,0 12 1-16,0 11-1 0,2 8 2 16,6 0-2-16,9-7 0 15,0-8 0-15,21-15-2 16,4-11 2-16,5-12 4 15,-2-6-4-15,1-5 4 16,0 0-4-16,-6-7 1 16,-6-5 3-16,-5 2-4 15,-6 5 1-15,-4 3 3 16,0 2 6-16,-2 0-10 16,0 9-5-16,0 8 4 15,-9 7 0-15,-2 1 1 0,4 1 0 16,1-2 0-1,3-6 1-15,2-6-1 0,-1-5 1 16,2-7 0-16,0 0 2 16,-3 0 6-16,0-17-7 15,3 0-1-15,0-3-2 16,3 3 1-16,30 0-25 16,16 2-68-16,9 4-43 15,8 0 71-15,-1 3 39 16,-5-1 26-16,-11 1 4 15,-17 1 37-15,-16-3 53 16,-13 5 35-16,-3 0-68 16,0 0-48-16,-9 5-11 15,-7 0-2-15,-1 3 0 0,1 9-1 16,4 5 1-16,8 0-1 16,4-2-2-16,0-3-2 15,18-3 1-15,12-6 0 16,5-3 4-16,1-4 3 15,-8-17-3-15,-7-8-1 16,-4-2-2-16,-10 2-5 16,-7 2 7-16,0 8 1 15,-4 7 3-15,-9 7 1 16,-1 5-4-16,-2 3-5 16,0 20 3-16,1 6 1 15,5 4 1-15,7 5-1 16,3 1 1-16,14-1-28 15,23-12-29-15,8-12-50 16,3-14 30-16,-5 0-22 0,-9-18-85 16,-7-11-43-16</inkml:trace>
  <inkml:trace contextRef="#ctx0" brushRef="#br0" timeOffset="133768.54">12449 14221 308 0,'0'0'223'16,"0"0"-39"-16,0 0-45 15,0 0-66-15,0 0-42 16,0 0-31-16,-6-31-5 15,6 57 5-15,0 4 3 16,15 1-3-16,10-6 0 16,5-7 0-16,1-10 3 0,-2-8-2 15,-4 0 2 1,-2-8 1-16,-4-12-2 0,-1-1-2 16,-3 0 0-16,-8 2-6 15,-2 4 1-15,-2 6 5 16,-3 6 1-16,0 0-1 15,0 3 0-15,0 0-3 16,0 3-1-16,0 16 3 16,1 5 1-16,8 4 0 15,5 0 0-15,9-6-1 16,4-8-2-16,6-11 3 16,0-3 2-16,-5 0-1 15,-1-12 1-15,-6-5-2 0,-6-3-1 16,-4 1 0-1,-3 3-9-15,-5 3 2 0,-3 5 6 16,0 4 2-16,0 4 0 16,0 0 0-16,0 0 0 15,0 12-5-15,0 10 4 16,-6 7 1-16,1 2-2 16,5 0 1-16,0-4-3 15,14-4-24-15,4-9-22 16,0-10-45-16,3-4-84 15</inkml:trace>
  <inkml:trace contextRef="#ctx0" brushRef="#br0" timeOffset="133931.81">13013 13747 861 0,'0'0'0'15,"0"0"-58"-15,0 0-15 16,24 80-50-16,-24-43-23 16,-11-7-151-16</inkml:trace>
  <inkml:trace contextRef="#ctx0" brushRef="#br0" timeOffset="134667.33">11546 14222 224 0,'0'0'132'15,"0"0"-35"-15,0 0-30 16,0 0-48-16,0 0-4 15,0 0 17-15,5-8 3 16,-5 3 2-16,0 3-2 16,0 0-18-16,0 1 17 15,0 1 17-15,0 0-38 0,-3 1-12 16,-5 16-1-16,-2 6 0 16,0 4 2-16,1 1-1 15,2-3 0-15,4-3-1 16,1-7 0-16,2-2-8 15,0-4-55-15,0-2-61 16,0-7-244-16</inkml:trace>
  <inkml:trace contextRef="#ctx0" brushRef="#br0" timeOffset="134917.33">11716 14316 587 0,'0'0'102'0,"0"0"-20"0,0 0-82 16,0 0-4-16,0 0 4 15,0 0 6-15,6 45 5 16,-6-37 1-16,0-3-2 16,-10-2 4-16,-8-1 4 15,-7-2-2-15,-8 0-9 16,-4 0-6-16,-8 0-1 15,-7 0-31-15,-9 0-131 16,5-3-67-16</inkml:trace>
  <inkml:trace contextRef="#ctx0" brushRef="#br0" timeOffset="135899.4">14354 12350 224 0,'0'0'115'16,"0"0"12"-16,0 0-38 15,0 0-27-15,0 0 5 16,0 0 40-16,-30-57-46 16,30 57-32-16,-1 3-29 15,1 20-9-15,0 17 7 16,0 20 4-16,-5 13-2 16,-3 9 1-16,-6 1-1 15,-1-2-25-15,-3-5-79 16,0-10-39-16,5-9-128 15</inkml:trace>
  <inkml:trace contextRef="#ctx0" brushRef="#br0" timeOffset="136474.34">14018 13534 582 0,'0'0'32'0,"5"-84"156"16,-5 56-100-16,0 12-32 16,-9 9-10-16,0 4-11 15,-6 3-20-15,-6 8-15 16,-16 21-4-16,-8 15 4 16,-4 8 0-16,7-2 0 15,10-14-4-15,16-16-5 16,10-12-6-16,6-8 8 0,0-6 7 15,22-24-1-15,16-15-20 16,14-12-11-16,6-5-6 16,-3 0-28-16,-4 2-41 15,-4 5 24-15,-10 10 58 16,-9 11 25-16,-10 14 23 16,-6 12 82-16,-3 8-69 15,1 13-35-15,1 25 0 16,-5 20 14-16,-3 7 10 15,-3 10-8-15,0 6-8 16,0-8-3-16,-3-6-5 16,-5-16 1-16,2-15 0 15,-3-8-1-15,-1-7-1 16,-1-6-58-16,-2-10-113 0,2-5-174 16</inkml:trace>
  <inkml:trace contextRef="#ctx0" brushRef="#br0" timeOffset="136649.73">13777 13505 761 0,'0'0'30'0,"0"0"-18"16,102-7-11-16,-36 18 0 16,16 0 12-16,13-2-9 15,13 1-1-15,7-1-3 16,1-3-50-16,-8-6-144 15,-20-3-375-15</inkml:trace>
  <inkml:trace contextRef="#ctx0" brushRef="#br0" timeOffset="136931.71">14846 13230 636 0,'0'0'157'15,"0"0"-64"-15,0 0-44 0,0 0-48 16,0 0-1-16,0 0-4 16,3 70 4-16,-18-10 3 15,0 10-2-15,-6-3 1 16,1-5 0-16,0-9-2 15,2-14-23-15,3-13-30 16,0-16-55-16,8-10-120 16</inkml:trace>
  <inkml:trace contextRef="#ctx0" brushRef="#br0" timeOffset="137231.72">14661 13123 756 0,'0'0'21'0,"0"0"-9"0,101 10-12 16,-38 19 11-16,9 5 19 15,4 2-4-15,-3 3-4 16,-10 2-9-16,-7-1-6 16,-15-3-6-16,-18-1-1 15,-14-3-1-15,-9-2-1 16,-22-2-4-16,-26 1 6 15,-13-3 0-15,-7-5-1 16,-3-7-18-16,-2-7 5 16,-2-5 11-16,3-3 0 15,14 0 0-15,17 1 2 16,19 10-6-16,22 4-201 0,3-3-147 16</inkml:trace>
  <inkml:trace contextRef="#ctx0" brushRef="#br0" timeOffset="137914.5">15561 13316 554 0,'0'0'126'0,"0"0"7"0,0 0-86 15,0 0-47-15,0 0-9 16,0 0 9-16,-24 78 10 15,-5-29 11-15,-3 5-9 16,-1-5-4-16,4-8-2 16,11-14-6-16,8-15 1 15,7-5 0-15,3-7 2 16,0 0 5-16,0-21 11 16,16-13-19-16,9-10 0 15,4-4-37-15,-2-2-3 16,-2 1-18-16,1 3-40 15,7 2 27-15,4 11 23 0,1 9 23 16,-3 13 25-16,-7 9 36 16,-11 2 6-16,-4 13-10 15,-7 15-1-15,-3 6 14 16,-3 7 3-16,0 2-26 16,0-3-10-16,0-2-3 15,0-2-5-15,0-7-1 16,0-2-2-16,0-3-1 15,-3-3-4-15,-14-7-87 16,-2-11-101-16</inkml:trace>
  <inkml:trace contextRef="#ctx0" brushRef="#br0" timeOffset="138080.48">15386 13419 128 0,'0'0'502'0,"0"0"-500"15,0 0-2-15,101 7 4 16,-44 3 1-16,13 4-4 16,13-5-2-16,8-6-74 15,3-3-297-15</inkml:trace>
  <inkml:trace contextRef="#ctx0" brushRef="#br0" timeOffset="138463.58">16160 13121 570 0,'0'0'231'16,"0"0"-177"-16,0 0-40 16,0 0-13-16,-83 43-1 15,56 0 19-15,2 10-7 16,6 8-4-16,8 5-5 15,9 5 0-15,2-4-3 16,12-8 0-16,18-14-7 16,5-15-15-16,7-18 11 15,-2-12-5-15,-8-3-43 0,-4-22-32 16,-11-11 42 0,-10-3 40-16,-7 2 9 0,0 3 33 15,-1 10 76-15,-5 10-10 16,1 8-51-16,4 6-48 15,1 9-3-15,0 25 1 16,0 14 2-16,1 12 0 16,11 7-6-16,0-3-25 15,0-8-15-15,1-14-74 16,-5-17-109-16</inkml:trace>
  <inkml:trace contextRef="#ctx0" brushRef="#br0" timeOffset="138779.89">16126 13037 730 0,'0'0'30'0,"0"0"29"0,0 0-59 15,0 0-2-15,0 0 2 16,91-8 8-16,-26 20 14 16,9 4-8-16,4 2-9 15,0 3-5-15,-5 1-36 16,-12-10-162-16,-22-10-256 15</inkml:trace>
  <inkml:trace contextRef="#ctx0" brushRef="#br0" timeOffset="140778.64">13950 13839 470 0,'0'0'136'16,"0"0"-39"-16,0 0-36 15,0 0-39-15,129-48-3 16,-44 48 15-16,18 0-10 15,18 0-8-15,18 12-2 16,14 7-7-16,5 5-6 16,8-1 1-16,-3 0 0 15,-7-1-2-15,-3-6-2 16,-13-3 1-16,-17-3-4 16,-21-5-3-16,-25-5-16 15,-30 0 10-15,-23 0 7 16,-23-8-4-16,-4 1-67 15,-33-5-121-15,-11-5-279 16</inkml:trace>
  <inkml:trace contextRef="#ctx0" brushRef="#br0" timeOffset="140944.44">15862 13939 628 0,'0'0'18'0,"0"0"3"16,0 0-21-16,0 0-74 0,0 0-142 15</inkml:trace>
  <inkml:trace contextRef="#ctx0" brushRef="#br0" timeOffset="148420.62">8880 12576 45 0,'0'0'87'0,"0"0"-19"15,0 0-23-15,0 0 16 16,0 0-14-16,0 0 10 16,0 0-13-16,0 0-15 15,-5-22 1-15,4 18-5 16,1 1-12-16,-2-2 12 0,1 0 12 16,1 3-11-16,0-1 2 15,-2 1 27-15,-3 1-5 16,5 0-19-16,-1 1-14 15,1 0-6-15,0 0-5 16,0 0-4-16,0 0-2 16,0 0-1-16,0 0 0 15,0 0-6-15,0 4 7 16,0 9-1-16,0 1 1 16,0 1 0-16,0-1 1 15,0 1-1-15,0-1 0 16,8-2-6-16,1-1-15 0,1-2 4 15,3-4-13 1,3-2 5-16,0-3 21 0,2 0-19 16,-2 0 14-16,-1-11 3 15,0-5 6-15,0-5 5 16,-3-5 0-16,1-3 30 16,-1 0-9-16,-4 2-6 15,-4 4-3-15,-4 3-14 16,0 6 10-16,0 6-13 15,-25 8-5-15,-14 3-39 16,-16 16-79-16,-11 6-198 16</inkml:trace>
  <inkml:trace contextRef="#ctx0" brushRef="#br0" timeOffset="149591.44">8252 12954 187 0,'0'0'102'0,"0"0"-17"16,0 0 50-16,0 0-62 16,0 0-33-16,0 0-6 15,-5-29-34-15,13 21 4 16,10-1-4-16,1-3 10 15,-1 2 14-15,1 0 9 16,-1 0-15-16,2 3-11 16,0-2-3-16,2 3-4 15,1 0-1-15,1 1-14 16,0-1-81-16,-2-3-75 0</inkml:trace>
  <inkml:trace contextRef="#ctx0" brushRef="#br0" timeOffset="152300.51">16645 13564 298 0,'0'0'163'0,"0"0"-4"15,0 0-47-15,0 0-61 16,0 0-20-16,0 0-31 16,13-20-1-16,-7 32 1 15,5 5 1-15,-2 2 4 16,0 1-2-16,1-6-1 15,0 1 1-15,1-5-2 16,7-4 6-16,9-6 5 16,16 0 12-16,21-20-1 0,21-16-10 15,12-7-9 1,10-6 0-16,0 2-3 16,-11 4 3-16,-17 3-2 0,-18 5 5 15,-20 7 1-15,-16 7-7 16,-10 6 1-16,-9 9-2 15,-6 5-2-15,0 1-40 16,-9 0-117-16,-16 4-64 16</inkml:trace>
  <inkml:trace contextRef="#ctx0" brushRef="#br0" timeOffset="152482.66">17499 13445 388 0,'0'0'275'0,"0"0"-138"15,0 0-90-15,0 0-47 16,0 0-5-16,0 0-164 16,-34 14-37-16</inkml:trace>
  <inkml:trace contextRef="#ctx0" brushRef="#br0" timeOffset="155946.32">14687 14328 687 0,'0'0'113'15,"0"0"-113"-15,0 0 4 16,0 0-2-16,-79 86 30 15,45-37-7-15,-1 2-7 16,1 3-8-16,7-7-5 16,6-10-2-16,7-10-2 15,8-11 1-15,3-10-1 16,3-6 1-16,0-5 6 16,3-24 21-16,23-15-29 15,8-17-11-15,3-6-43 16,-1 3-13-16,-6 0-32 15,-3 7 32-15,0 9-37 0,-1 10-23 16,2 9 127-16,0 14 88 16,-6 14 4-16,1 1-43 15,-4 23-36-15,-3 16-12 16,-4 10 7-16,-4 6 5 16,-7 3-4-16,-1-2-3 15,0-9-3-15,0-10 3 16,0-10-3-16,0-10-1 15,-3-6 3-15,-9-5-5 16,-7-6-3-16,-13 0-4 16,-6-3-10-16,-12-15-5 15,-3-3-3-15,0-4 17 16,3 0 8-16,14 0 2 16,14 7-1-16,20 7 12 0,7 4 14 15,36 3-26-15,19 1-2 16,15 1-1-16,10 1-1 15,1-3 3-15,-5 4 2 16,-7 0 6-16,-16 0 4 16,-11 2 20-16,-13 11-14 15,-12 4-17-15,-9 3-1 16,-9 3-3-16,-4 1 2 16,0-3-13-16,-6-3-9 15,-1-6 13-15,5-4 6 16,0-5 3-16,2-3 1 0,0 0 0 15,0-3 40-15,6-16 0 16,17-7-39-16,6-2-1 16,4 1-2-16,1 5-1 15,-2 13 1-15,-4 6 0 16,-5 3-5-16,-7 5 6 16,-3 12-5-16,-5 6 4 15,-3 0 2-15,-2 3 9 16,-3 1 5-16,0-2 4 15,0-6-10-15,0-5-6 16,0-4 2-16,0-6-4 16,0-4-117-16,-2-16-248 15</inkml:trace>
  <inkml:trace contextRef="#ctx0" brushRef="#br0" timeOffset="156112.73">15355 14146 868 0,'0'0'12'0,"0"0"34"15,0 0-35-15,0 0-11 16,0 0-27-16,0 0-32 16,-8 55-25-16,26-24-161 15</inkml:trace>
  <inkml:trace contextRef="#ctx0" brushRef="#br0" timeOffset="156512.54">15683 14428 757 0,'0'0'133'0,"0"0"-63"16,0 0-49-16,0 0-21 15,0 0-4-15,0 0-2 16,-11 38 6-16,11 5 1 16,3 10 0-16,8 3-1 15,2-3-45-15,-2-9-69 16,-7-18-84-16,-4-13-255 0</inkml:trace>
  <inkml:trace contextRef="#ctx0" brushRef="#br0" timeOffset="156862.57">15648 14797 563 0,'0'0'109'16,"0"0"-27"-16,0 0-56 15,101-68-8-15,-54 35 3 16,8-8-12-16,5-7-9 16,-5-8 1-16,-8-2-1 0,-9 1 0 15,-17-2-2-15,-13 4-30 16,-8 3-22 0,-14 4 6-16,-9 9 48 0,5 10 17 15,6 12 68-15,10 12-16 16,-1 5-43-16,1 7-26 15,1 22-13-15,-1 18 13 16,2 17 0-16,0 14 0 16,0 9 0-16,2 5 1 15,18 1 1-15,8-10-2 16,15-15-10-16,4-23-69 16,3-31-87-16,1-14-226 15</inkml:trace>
  <inkml:trace contextRef="#ctx0" brushRef="#br0" timeOffset="157795.24">16721 14316 913 0,'0'0'0'15,"0"0"-14"-15,-49 88 9 16,16-24 5-16,-6 11 3 15,3 3 6-15,7-3-5 16,6-13-4-16,13-20 2 16,3-17 4-16,3-18-6 15,4-7 2-15,0-5 2 16,0-27-4-16,17-16-25 0,6-12-54 16,3-9 5-1,-4-1 16-15,-4 0 0 0,-2 5 38 16,3 10-5-16,3 13 25 15,6 15 17-15,2 13 9 16,-3 11 10-16,-4 3 29 16,-3 25-56-16,1 15-5 15,-3 7 17-15,-3 11-8 16,-1 0 2-16,2 1-8 16,1-2-2-16,-4-8 3 15,-3-6-7-15,-10-8 1 16,0-8-2-16,-4-7-3 0,-18-10-20 15,-8-10-10 1,-8 0 1-16,-5-17 11 0,-8-12 19 16,-6-12 2-16,-2-1 40 15,1 0 20-15,8 6-6 16,16 10-15-16,15 10-12 16,13 8-17-16,6 5-10 15,20 3-20-15,25 0-24 16,19 1 22-16,11 11 5 15,1 3-8-15,-4 1-12 16,-9 1 34-16,-11-3 3 16,-13-1 0-16,-7 1 7 0,-9 1-5 15,-2 0 0 1,-6 2-2-16,-7 1 0 16,-8-6-40-16,0-2-8 0,0-5 28 15,0-2 12 1,0-3 8-16,0 0 3 0,0-14 3 15,0-2-6-15,14-3-8 16,9 2-43-16,4 5-38 16,1 8 16-16,-2 4 34 15,-5 0 35-15,-5 9 4 16,-7 6 4-16,-3 2 16 16,1 4 19-16,1 1 4 15,0-4-5-15,-1-7-19 16,0-6 29-16,-2-5 17 15,-1-5 93-15,2-16-132 0,2-7-23 16,-1-3-3-16,2-2 1 16,0 6 1-16,-1 7 0 15,2 8-2-15,-2 9 0 16,1 3-5-16,4 3-23 16,-1 16 10-16,4 6 13 15,4 9-7-15,5 5 10 16,7 2 2-16,9-8-5 15,-1-13-11-15,-2-19-83 16,-7-5 41-16,3-32-137 16</inkml:trace>
  <inkml:trace contextRef="#ctx0" brushRef="#br0" timeOffset="158177.64">17740 14193 754 0,'0'0'60'0,"0"0"23"16,0 0-80-16,0 0-3 15,0 0-4-15,-21 73 2 16,12-9 0-16,1 11 1 16,6 3 1-16,2-3 0 15,4-10 0-15,11-16 1 16,3-14 4-16,-5-17-5 16,2-11 4-16,5-7-2 15,5-5-2-15,5-14-38 16,-1-1-102-16,-8 4 60 15,-9 6 80-15,-7 7 4 0,-2 3 47 16,-3 0-3-16,0 13-46 16,0 13-2-16,0 9 7 15,-11 12 9-15,-1-1-10 16,-2-3 6-16,1-12-7 16,4-13-4-16,-4-13 4 15,-1-5-3-15,-5 0 6 16,-4-16-8-16,1-14-62 15,2-6-56-15,15-5 12 16,5-1-61-16,17 6-39 16</inkml:trace>
  <inkml:trace contextRef="#ctx0" brushRef="#br0" timeOffset="158546.33">18390 14633 447 0,'0'0'134'15,"0"0"14"-15,0 0-38 16,0 0-79-16,-98-32-24 16,69 46-7-16,7 9 3 15,5 9-3-15,7 3-1 16,10 4-3-16,0-3 3 16,22-7 1-16,10-11-1 15,5-11 0-15,3-7-11 16,-5-12-18-16,-9-17-28 15,-11-6-54-15,-7 0 53 0,-8 0 59 16,-3 5 9-16,-11 5 47 16,4 7 73-16,0 7-26 15,8 8-51-15,-1 3-50 16,2 3-2-16,-3 22-10 16,2 13 8-16,2 12 1 15,0 3 0-15,22-6-18 16,17-14-10-16,10-16-5 15,-1-17-54-15,-3-3-20 16,-8-28-11-16,-9-12-309 16</inkml:trace>
  <inkml:trace contextRef="#ctx0" brushRef="#br0" timeOffset="159027.25">18685 14621 643 0,'0'0'152'0,"0"0"-17"15,0 0-123-15,0 0-12 16,0 0-3-16,-7 78 3 15,5-30 1-15,2-7-1 16,0-12-1-16,7-16 1 16,11-11 2-16,4-2 16 15,8-13-6-15,5-12-3 16,4-11-7-16,-8 0-2 16,-8 2-20-16,-7 5 8 15,-7 12-6-15,-4 8 11 16,-5 5 7-16,0 4 0 0,0 0 0 15,0 4-9 1,0 15 4-16,0 11 2 0,0 8 3 16,0 6 0-16,8-4-1 15,12-12 1-15,8-16 0 16,1-12 1-16,4-3 12 16,-1-23 1-16,1-9-6 15,-3-2-8-15,-5-2-13 16,-7 5-2-16,-10 6 3 15,-2 7-7-15,-6 9 9 16,1 7 10-16,-1 5 25 16,0 0-25-16,0 9 3 15,0 18-4-15,0 12 1 0,-10 9-2 16,0 12 2 0,9-8-1-16,1-11 3 0,0-16-2 15,0-14 3-15,9-9-3 16,6-2-14-16,7-17-74 15,11-22-405-15</inkml:trace>
  <inkml:trace contextRef="#ctx0" brushRef="#br0" timeOffset="159183.32">19310 14214 813 0,'0'0'122'16,"0"0"-122"-1,0 0-81-15,0 0 39 0,-21 80-9 16,5-32-61 0,1-7-42-16,0-8-300 0</inkml:trace>
  <inkml:trace contextRef="#ctx0" brushRef="#br0" timeOffset="159709.41">16678 15070 3 0,'0'0'255'16,"0"0"-188"-16,0 0 2 0,0 0-2 15,0 0 34-15,0 0-26 16,9 42 37-16,27-42-31 16,16 0-37-16,19 0-17 15,22-9-11-15,22-6 2 16,16 0-15-16,8 0 0 16,4 5 1-16,-9 3-4 15,-18 3 2-15,-23 1-1 16,-26 1-1-16,-27-1 1 15,-20 1 0-15,-9 0-1 16,-9 2 0-16,-2 0-3 16,0 0-7-16,-22 0-37 15,-17 0-107-15,-7-5-142 16</inkml:trace>
  <inkml:trace contextRef="#ctx0" brushRef="#br0" timeOffset="162640.62">6784 13072 573 0,'0'0'71'16,"0"0"38"-16,0 0-109 16,0 0-11-16,0 0 6 15,33 80 5-15,-21-44 0 16,-2-5 3-16,-2-4-3 16,-1-10 0-16,-4-7 0 15,0-6 1-15,0-4-1 16,3 0 40-16,15-19 21 0,16-16-38 15,16-12-22 1,12-11-1-16,-2-6 0 0,13-4 2 16,-1 2-1-16,3 1 1 15,-2 7 2-15,-7 13-2 16,-5 11 0-16,-12 10-2 16,-11 7-13-16,-13 8-29 15,-19 7-38-15,-9 2-50 16,-23 0-209-16</inkml:trace>
  <inkml:trace contextRef="#ctx0" brushRef="#br0" timeOffset="162814.4">7500 12864 718 0,'0'0'111'15,"0"0"-48"-15,0 0-58 16,0 0-5-16,0 0-47 16,0 0-74-16,-13 36-42 15</inkml:trace>
  <inkml:trace contextRef="#ctx0" brushRef="#br0" timeOffset="185950.08">7476 15425 482 0,'0'0'115'0,"0"0"-40"16,0 0-62-16,0 0 34 16,-36 76-12-16,29-44-6 15,2 0-7-15,2 1-12 16,2 1-7-16,1-6 3 16,0-5-3-16,0-8 1 15,0-6-1-15,4-7 0 16,4-2 0-16,8 0-1 15,-1-9-2-15,0-10-5 16,3-3-9-16,-2-4 11 0,2 1 3 16,-4 4 0-16,-4 7 17 15,-1 7 12-15,-3 3 10 16,3 4-37-16,7 3 0 16,4 11-2-16,12 11 5 15,3 5 4-15,1 7-5 16,1 4-3-16,3 1-1 15,3-6 0-15,-4-7 0 16,-1-15-9-16,-7-10-3 16,-7-4 11-16,-3-21 1 15,-5-11 1-15,-4-11 0 16,-3-5-1-16,-9-8 0 16,0 1 3-16,-21-1-3 15,0 8 1-15,0 8 3 16,8 14 8-16,7 12 8 0,6 13-11 15,0 1-9-15,22 15-20 16,18 17-6-16,14 4-28 16,9-1-117-16,4-7-185 15</inkml:trace>
  <inkml:trace contextRef="#ctx0" brushRef="#br0" timeOffset="186483.29">8481 15579 244 0,'0'0'283'0,"0"0"-126"0,0 0-41 16,0 0-57 0,0 0-12-16,0 0-27 0,-82-14-20 15,81 42 1-15,1 8-2 16,1 4 1-16,20-4-42 16,3-6-34-16,4-16-63 15,2-12 58-15,-6-2 34 16,-6-16 47-16,-6-7 17 15,-12-2 38-15,0 1 47 16,-17 1 3-16,-11 3-69 16,-2 8 11-16,5 7-28 15,7 5-6-15,9 0-12 16,9 20-1-16,0 7 0 16,15 10 0-16,19-2 0 15,13-3-12-15,11-8-4 0,5-11-10 16,-1-13 25-16,-4-3 1 15,-6-29 0-15,-7-16 0 16,-3-10 5-16,-5-6 0 16,-10-3 0-16,-15 6 0 15,-12 3 2-15,-13 7-4 16,-22 10-2-16,-2 12-1 16,5 9 4-16,18 13 19 15,6 7-9-15,5 11-14 16,3 24-4-16,0 16 4 15,0 12 0-15,0 9 1 16,11 9 0-16,3-1-1 16,9-6 1-16,4-5-1 15,6-12 0-15,5-18-10 0,10-15-25 16,3-24-37-16,0-14-107 16,4-30-211-16</inkml:trace>
  <inkml:trace contextRef="#ctx0" brushRef="#br0" timeOffset="187016.14">9421 15509 529 0,'0'0'378'0,"0"0"-319"16,0 0-59-16,0 0 0 16,-69 116 4-16,44-54 3 0,9 5-4 15,7-5-2 1,4-11 3-16,5-14-4 0,0-16 6 15,0-12-6-15,0-9 3 16,0-4-1-16,2-25-2 16,11-11-26-16,2-10-1 15,-1-3-23-15,-9 4-31 16,-5 6 11-16,0 7 64 16,0 10 6-16,2 10 17 15,2 10 46-15,1 6-27 16,4 0-28-16,0 17-7 15,1 12 0-15,-1 5 8 16,0 2 1-16,1-5-5 16,1-5-1-16,0-12-3 0,-1-8 6 15,2-6-5-15,6-5 4 16,4-20-5-16,7-11-1 16,-3-8-27-16,-3-8 1 15,-3 1 10-15,-1 4 11 16,-6 7 3-16,-6 12 4 15,-3 14 4-15,-4 10 39 16,0 4-21-16,0 15-24 16,0 19-3-16,-1 16 3 15,-3 9 5-15,4 6 3 16,0 1-6-16,0-2-2 16,4-9 0-16,14-11-17 15,8-14-60-15,11-25-85 0,13-8-15 16,10-33-229-16</inkml:trace>
  <inkml:trace contextRef="#ctx0" brushRef="#br0" timeOffset="187365.88">10025 15583 500 0,'0'0'200'0,"0"0"-29"16,0 0-93-16,0 0-63 16,0 0-13-16,-97 33-4 15,76 17 2-15,2 6 0 16,4 5 0-16,6-4 0 0,9-9 0 15,0-13-13 1,10-21-5-16,17-14 11 0,8-18 7 16,2-22 0-16,-1-3-8 15,-9-2-13-15,-10 5 5 16,-15 4 16-16,-2 5 0 16,-13 6 3-16,-4 9 6 15,5 7 8-15,6 9 8 16,5 0-25-16,-2 12-6 15,1 18 5-15,2 9 1 16,0 7 0-16,8 6 0 16,22 2-1-16,11-7 1 15,6-16 0-15,0-18-3 16,-6-13 0-16,-6-21-10 16,-3-17-61-16,-4-9-219 0</inkml:trace>
  <inkml:trace contextRef="#ctx0" brushRef="#br0" timeOffset="187550.29">10341 15676 671 0,'0'0'191'0,"0"0"-126"16,0 0-62-16,0 0-1 15,-23 86 16-15,12-38 4 16,5 0-12-16,3-6 1 16,3-9-8-16,0-14 5 15,0-10-6-15,6-9 2 16,6-2 3-16,10-23 8 15,8-9-15-15,6-9-24 0,4-6-51 16,-1 2-117 0,1-2-171-16</inkml:trace>
  <inkml:trace contextRef="#ctx0" brushRef="#br0" timeOffset="187748.22">10731 15473 296 0,'0'0'314'0,"0"0"-100"15,0 0-99-15,0 0-52 16,0 0-51-16,0 0-12 15,19 11-2-15,-40 45 0 16,-4 11 2-16,-3 5 0 16,2 5 3-16,10 7-7 15,8-4 5-15,8-7-2 16,0-15-1-16,3-22-14 16,6-19-7-16,-1-15-19 0,-2-4-42 15,1-29-89-15</inkml:trace>
  <inkml:trace contextRef="#ctx0" brushRef="#br0" timeOffset="187931.3">10580 15591 851 0,'0'0'86'0,"0"0"-32"16,128-41-41-16,-56 39-9 15,6 2 2-15,0 0-6 16,-3 0 2-16,-4 0-2 15,-5 0-3-15,-6 5-50 16,-17-5-86-16,-19 0-361 0</inkml:trace>
  <inkml:trace contextRef="#ctx0" brushRef="#br0" timeOffset="188963.48">8550 15599 12 0,'0'0'297'15,"0"0"-144"-15,0 0-63 16,0 0-31-16,0 0 9 15,0 0 6-15,12-46-30 16,-12 43-29-16,0 1-6 16,-3-1-9-16,-7 0 0 15,-6 1 0-15,-1 2 0 16,-4-1 0-16,4 1 1 16,0 0-1-16,0 0 0 15,5 0 0-15,0 0 0 16,1 0 0-16,0 3-1 15,0 5-1-15,1 1 1 16,1 3 1-16,3 8 1 0,0 5 4 16,6 8 5-16,0 5 7 15,0 2-5-15,0-1-7 16,0-3 0-16,0-7-3 16,7-7 2-16,3-8-1 15,7-11-3-15,7-3 2 16,9-13 0-16,6-17-2 15,-2-7-26-15,-4-2 10 16,-12-3 15-16,-11 3 1 16,-8 2-4-16,-2 7 1 15,0 6 3-15,0 10 0 16,0 5 21-16,0 6 3 16,-2 2 4-16,1 1-17 0,-2 0-11 15,-2 18-4-15,1 10 4 16,2 6 0-16,2 3 0 15,0-6 0-15,21-6 1 16,6-6 0-16,7-7 2 16,5-3-3-16,0-4-4 15,-3-5-83-15,-8-4-245 16</inkml:trace>
  <inkml:trace contextRef="#ctx0" brushRef="#br0" timeOffset="193879.11">12926 15500 114 0,'0'0'79'0,"0"0"-24"0,0 0-23 15,0 0 16-15,0 0 14 16,0 0-25-16,0-23 2 16,0 19-7-16,0-1 8 15,0 1-17-15,0 1 3 16,0 0 15-16,0-1-27 15,0 3 7-15,0-1-17 16,0 1 3-16,0-2 14 16,0 0-2-16,0-3-15 15,2 0 0-15,0-1-1 16,3-1 13-16,-2 3-3 16,-3 1 11-16,2 1 0 0,-2 2-12 15,0 1 1-15,0 0-13 16,0 11-10-16,0 15 7 15,0 13 2-15,-6 11 1 16,-8 10 7-16,2 4-2 16,-2 4-2-16,4 0 3 15,3-6-4-15,4-6-2 16,3-13 0-16,0-11-23 16,0-17-33-16,1-8-9 15,7-7-9-15,-2 0-35 16,-3-17-246-16</inkml:trace>
  <inkml:trace contextRef="#ctx0" brushRef="#br0" timeOffset="194375.6">13292 15518 588 0,'0'0'76'0,"0"0"-45"0,0 0-4 15,-105 77 12-15,49-38 10 16,-2 6-25-16,5-5-12 16,10-3-4-16,12-7-5 15,6-8 0-15,15-7-3 16,4-8 1-16,5-6-1 16,1-1 4-16,4-8 1 15,17-15-5-15,5-4-23 16,2 3-2-16,-1 6 25 15,-5 5 0-15,-5 10 2 16,-1 3 3-16,-5 0-1 16,-1 17-2-16,-4 12 1 0,3 10-3 15,-3 11 2-15,1 6-2 16,8 1 3-16,4-4-3 16,7-13-33-16,11-11-99 15,0-18-55-15</inkml:trace>
  <inkml:trace contextRef="#ctx0" brushRef="#br0" timeOffset="194578.26">13421 15804 328 0,'0'0'422'16,"0"0"-310"-16,0 0-83 15,0 0-28-15,0 0-1 16,96-16 1-16,-56 23-1 16,5 2 0-16,0 0-62 15,1-6-105-15,-7-3-103 16</inkml:trace>
  <inkml:trace contextRef="#ctx0" brushRef="#br0" timeOffset="195174.43">13969 15686 740 0,'0'0'84'0,"0"0"-83"16,0 0 34-16,-57 86 5 16,27-42-15-16,5 7-12 15,6 2-8-15,8-10-3 16,7-8 1-16,2-16-1 15,2-9-1-15,0-6 1 16,0-4-1-16,0-4 2 16,2-23-3-16,8-17-31 0,-2-8-15 15,-8-2 10 1,0 3 26-16,0 3 10 0,-9 6 1 16,7 11 8-16,2 7 12 15,0 10 4 1,12 11-15-16,8 3-10 0,2 6-3 15,3 20 3-15,3 5-1 16,-2 3 1-16,-2-2 1 16,-2-7-1-16,-7-6 0 15,-4-8-24-15,-2-7-15 16,-2-4-1-16,3-2 19 16,2-19-73-16,0-8 29 15,-3-6 19-15,-4-2 27 16,1-2 19-16,4 0 12 15,8 6 12-15,3 5 20 16,-2 9 11-16,-2 9 25 16,-5 10-24-16,-2 0-33 0,-3 17-21 15,0 15 9-15,-1 9 13 16,-3 9-7-16,-3 6-9 16,0-1-3-16,4 1-3 15,8-8 1-15,4-3-3 16,8-12-17-16,5-9-28 15,5-11-70-15,9-11-40 16,2-2-324-16</inkml:trace>
  <inkml:trace contextRef="#ctx0" brushRef="#br0" timeOffset="195557.44">14606 15804 148 0,'0'0'491'0,"0"0"-311"0,0 0-91 16,0 0-50-16,0 0-11 15,0 0-12-15,-29-58-16 16,16 70-9-16,-2 14 9 16,0 9 0-16,8 3 0 15,7 6 0-15,0-1-16 16,20-6-7-16,19-11-1 16,5-11 16-16,3-15-1 15,-8-2-20-15,-7-23 8 16,-9-9-3-16,-6-2-1 0,-13-5 25 15,-4 5 6 1,-15-1 20-16,-17 4 28 0,-5 9-22 16,9 6 1-1,12 11-5-15,9 7-14 0,4 9-14 16,1 23-9-16,2 17 8 16,0 12-1-16,16 6 1 15,19-5-11-15,14-10-11 16,15-19-7-16,6-18 0 15,-4-15-41-15,-13-3-67 16,-14-24 26-16,-15-8-197 16</inkml:trace>
  <inkml:trace contextRef="#ctx0" brushRef="#br0" timeOffset="195740.41">15001 15848 586 0,'0'0'125'0,"0"0"-121"0,0 0 27 16,-30 89 43-16,18-37-29 15,6-1-19-15,2-7-11 16,4-12-3-16,0-10-5 16,0-9-4-16,0-9 0 15,9-4 4-15,6 0-5 16,4-21-2-16,8-11-22 16,3-14-87-16,4-8-94 15,-4-8-212-15</inkml:trace>
  <inkml:trace contextRef="#ctx0" brushRef="#br0" timeOffset="195940.44">15265 15670 210 0,'0'0'179'16,"49"-76"17"0,-37 51-47-16,-1 10-41 0,-8 11-45 15,-3 4-40-15,0 9-23 16,0 22-6-16,-17 16 1 16,-4 14 5-16,-6 16 0 15,-1 13 0-15,1 4 2 16,14 1-1-16,13-11-1 15,30-17-1-15,13-20-9 16,-1-20-17-16,-14-23-39 16,-9-6-95-16,-3-29-128 15</inkml:trace>
  <inkml:trace contextRef="#ctx0" brushRef="#br0" timeOffset="196123.29">15277 15770 707 0,'0'0'0'16,"83"14"3"-16,-20-1 32 15,7-3-1-15,4-4-5 16,-2 0-19-16,-4-4-9 16,-7 4-1-16,-8-6-82 15,-12 0-100-15</inkml:trace>
  <inkml:trace contextRef="#ctx0" brushRef="#br0" timeOffset="198954.32">4520 15248 587 0,'0'0'38'15,"0"0"112"-15,0 0-99 16,0 0-51-16,0 0-5 16,0 0 5-16,-12 55 32 15,6-13-3-15,-4 7-17 16,-1 2 4-16,2 4-7 15,-4-1-4-15,1 1-1 16,1-4-2-16,1-4-2 16,1-5-3-16,3-4-47 15,1-9-96-15,5-12-135 16</inkml:trace>
  <inkml:trace contextRef="#ctx0" brushRef="#br0" timeOffset="199486.69">4982 15484 485 0,'0'0'122'0,"0"0"-42"15,0 0 11-15,0 0-41 16,6-75-15-16,-6 55-20 0,-12 0-7 16,-1 2-8-16,-8 0 0 15,-3 3-3-15,0 5-18 16,-1 5 5-16,-1 5 10 16,2 2-1-16,1 16-6 15,8 9-1-15,3 3 4 16,8 3 6-16,4 1-2 15,7-6 1-15,17-5 5 16,11-10 3-16,6-12-3 16,4-1 7-16,2-8-3 0,-5-12 4 15,-6-1 14 1,-14-1 7-16,-7 5 7 0,-12 1-8 16,-3 6-7-1,0 4-1-15,0 3-20 0,0 3-1 16,-3 8 0-16,-2 17-2 15,2 14 3-15,3 7 0 16,0 6 0-16,0 9 0 16,11-2 0-16,6-2-1 15,2-6-1-15,-3-11-14 16,0-14-40-16,1-18-47 16,1-8-58-16,-2-24-300 15</inkml:trace>
  <inkml:trace contextRef="#ctx0" brushRef="#br0" timeOffset="199888.26">5507 15263 666 0,'0'0'158'0,"0"0"-83"16,0 0-75-16,0 0 2 16,0 0 6-16,-70 92 3 15,54-38-1-15,7 7-3 16,6 5-4-16,3 2 0 0,0-4 3 16,12-13-6-16,11-15 0 15,9-18 0-15,8-16-11 16,6-2 10-16,-2-24-17 15,-8-9-12-15,-10-4 15 16,-18 1 11-16,-8-1 4 16,-20 2 0-16,-38 1 2 15,-18 4 6-15,-4 5 8 16,14 11-5-16,23 8 9 16,19 6-16-16,18 11-4 15,6 15-31-15,6 10-16 16,31 1-98-16,8-8-173 15</inkml:trace>
  <inkml:trace contextRef="#ctx0" brushRef="#br0" timeOffset="200402.27">5802 15268 824 0,'0'0'33'0,"0"0"56"15,0 0-56-15,0 0-23 16,0 0-10-16,0 0-7 15,11-20 5-15,-8 60 2 16,3 14 1-16,-1 11 2 16,0-2 0-16,1-3 0 15,3-11-1-15,3-20-2 16,8-14-13-16,6-15 2 16,7-8 9-16,5-21 0 15,2-12-23-15,-9-2-15 0,-10-1 15 16,-15 1 25-1,-6 5 4-15,0 10 24 16,-12 8 19-16,4 10 6 0,4 7-1 16,1 3-45-16,-4 16-7 15,1 18-8-15,-2 20 8 16,5 10 1-16,3 9-1 16,0 2 0-16,8-3-14 15,11-7-10-15,1-9-7 16,-7-15-43-16,-9-20-174 15,-4-20-393-15</inkml:trace>
  <inkml:trace contextRef="#ctx0" brushRef="#br0" timeOffset="200835.07">4312 16232 593 0,'0'0'91'16,"0"0"-33"-16,0 0-14 0,0 0 0 15,0 0-26 1,0 0-4-16,20-10-2 0,60 10 14 16,31-4-1-1,24-5-14-15,16 1-2 0,15-2-3 16,5-2-1-16,4 0-4 16,-5-1-1-16,-15 2 0 15,-18-1 0-15,-24 1 5 16,-25 2 7-16,-25 0 4 15,-23 2-3-15,-19 3-6 16,-15 3-3-16,-6 1-3 16,0 0-2-16,-27 0-1 15,-10 6-31-15,-9 9-46 16,-2-7-148-16</inkml:trace>
  <inkml:trace contextRef="#ctx0" brushRef="#br0" timeOffset="209610.16">14908 15870 34 0,'0'0'41'0,"0"0"26"16,0 0-6-16,0 0-23 15,0 0 8-15,0 0-3 16,0 0-8-16,1-30-12 16,-1 23 3-16,0 2-16 15,0 0 20-15,0 1-2 16,-1-2-7-16,1 3-8 15,-1-2-7-15,1 2 18 16,-3 0-8-16,2-1 12 16,-1 0 6-16,2 3 4 15,0-1-1-15,0 1-11 16,0 1-12-16,0 0-14 0,-1 0-3 16,1 0-2-16,0 0-2 15,0 4 7-15,0 5 0 16,0 1 0-16,3 0 0 15,3-3 0-15,3-1 0 16,-2 2 0-16,2-2 3 16,0-1-3-16,-3 0 3 15,-3 1-2-15,-2 0-2 16,-1 4 0-16,0 5 1 16,3 2 0-16,-1 8 1 15,1 2 0-15,4 5-2 16,-4 2 2-16,2-1-1 15,-2-3 1-15,0-4-1 0,-2-4 0 16,-1-5 0 0,0-2 1-16,0-5-1 0,0-1 1 15,0-5 1-15,0 0-2 16,0-1 1-16,0-1 0 16,0-1 1-16,0-1 0 15,0 0-2-15,0 0 3 16,0 0-1-16,0 0 0 15,0 0 2-15,0 0 5 16,0 0 24-16,-1 0 8 16,-2-6-34-16,-2-8 1 15,-1-3 3-15,-1-3-1 0,1-4-4 16,0-1-3 0,6-4-1-16,0 2-1 0,4 0-1 15,12 4 0-15,3 6 2 16,0 4 0-16,2 6-2 15,-5 3 0-15,1 3 0 16,-4 1 0-16,2 0-2 16,0 0 2-16,4-4 2 15,4-2-2-15,-1-1-13 16,-1-2-29-16,-10 1-20 16,-10-1-22-16,-1 1-124 15</inkml:trace>
  <inkml:trace contextRef="#ctx0" brushRef="#br0" timeOffset="213342.06">7672 16223 5 0,'0'0'270'15,"0"0"-143"-15,0 0-24 16,0 0-41-16,0 0-1 16,0 0-14-16,0 0 4 15,-35-42-12-15,32 38-6 16,2-1-3-16,1 3-16 15,-3 0-1-15,3 2 0 0,0 0-10 16,0 0-3 0,20-1 0-16,15-1 0 0,14 2 0 15,14 0 0-15,17 0-1 16,17 0 1-16,18 0 2 16,15 9 0-16,18-1-2 15,2 4 3-15,5-2-3 16,5 1 1-16,-2 0 0 15,0-2-2-15,-1 0 2 16,-8-1-2-16,-5-3 1 16,-11-1 0-16,-13 1 0 15,-16 0 0-15,-11-2 0 16,-16 2 0-16,-16-4 1 16,-17-1 0-16,-19 0-1 0,-12 0 0 15,-10 0 4-15,-3 0 17 16,0 0-2-16,0 0-6 15,0 0-13-15,0 0 1 16,-3-6-1-16,-10 2 0 16,-1 3-7-16,-7 1-24 15,-2 0-10-15,-3 1-58 16,-6 10-41-16,3-2-176 16</inkml:trace>
  <inkml:trace contextRef="#ctx0" brushRef="#br0" timeOffset="214372.96">8584 15570 103 0,'0'0'59'0,"0"0"8"16,0 0 6-16,0 0 34 15,0 0-34-15,0 0-6 16,2-11-20-16,-2 11-9 15,0 0-7-15,0-2-4 16,0-1-16-16,0 3 1 0,-3-1-10 16,0 1-2-16,0 0-1 15,0 0 1-15,3 0-1 16,0 0-11-16,0 4 12 16,0 8 5-16,0 2 11 15,0 1-3-15,0 0 3 16,0 2-9-16,3-1-5 15,-3 3 1-15,0-1-1 16,0 0 2-16,0 2-3 16,1-3 2-16,7-1-2 15,7-4 0-15,4-3 1 16,10-1 6-16,0-4-8 0,7-4-10 16,-2 0-68-1,-1 0-27-15,-9-1-209 0</inkml:trace>
  <inkml:trace contextRef="#ctx0" brushRef="#br0" timeOffset="-211225.6">12756 16395 408 0,'0'0'86'16,"0"0"-17"-16,0 0-46 15,99-10 11-15,-59 10 2 16,12 0 9-16,11 0 2 16,19 0-11-16,21 1-11 15,19 1-1-15,18 4-12 16,14 2-4-16,15-1-8 0,11 5 3 16,11 0-3-16,1 0-5 15,-11-2-10-15,-20-3-2 16,-29-2 7-16,-35-2 6 15,-34-3 4-15,-28 0 1 16,-22 0 2-16,-10 0 6 16,-3 0 10-16,0 0-13 15,-4 0-3-15,-8 0-2 16,-5 0-2-16,4 0 2 16,0-1-2-16,0 1 1 15,-4 0-28-15,-3 1-93 16,-4 5-103-16</inkml:trace>
  <inkml:trace contextRef="#ctx0" brushRef="#br0" timeOffset="-203051.84">13768 16774 126 0,'0'0'66'16,"0"0"-9"-16,0 0 7 16,0 0 19-16,0 0-13 15,0 0-12-15,0 0-19 16,-14-9 6-16,14 6-10 15,0 3-11-15,0-2 4 16,0 0 8-16,0 1-3 0,-3-3-8 16,3 2-6-16,0-1 7 15,0 0-13-15,0 1-3 16,0-3-1-16,0 0 3 16,6-1-9-16,11-2-2 15,5-1 0-15,5 1 2 16,4 2 2-16,-1 0-5 15,0 3 0-15,-4 1 0 16,-4 2 0-16,-5 0 0 16,-3 0-1-16,-5 0 0 15,-6 2 1-15,-3 7-6 16,0 4 3-16,0 4 1 16,-5 2 2-16,-13 4 0 0,-1-2 2 15,1-2-2-15,-1-2 1 16,7-6-1-16,3-5 1 15,4-1-1-15,4-5-1 16,1 0 0-16,0 0 0 16,0 0 1-16,3 0 0 15,15 0-8-15,4-5 1 16,3 0 7-16,-5 1 4 16,-2 4-4-16,-6 0 0 15,-2 0-3-15,-6 4 0 16,-1 11-2-16,-3-1-1 15,0 9 2-15,0 1 4 16,-10 2 1-16,0-2-1 0,-2-6 0 16,-2-2 2-1,5-7-1-15,-3-3 0 0,-4 0 1 16,-2-2-1-16,-3-3 0 16,-1-1 0-16,0 0-1 15,2-1 4-15,2-7-4 16,6-4 3-16,4 2-1 15,2 2 2-15,5 2 1 16,0 1 3-16,1 2-3 16,0 3 1-16,0-2-2 15,0 1 1-15,0 1 7 16,0 0-8-16,0 0-4 0,0 0 0 16,0 0-2-1,2 0 0-15,11 0-1 0,-3 0 3 16,-1 10-3-16,3 0 1 15,-1 1-11-15,-2 0-7 16,2 0-19-16,-3 3-43 16,-2-3-48-16,-6-6-192 15</inkml:trace>
  <inkml:trace contextRef="#ctx0" brushRef="#br0" timeOffset="-202068.52">14495 16719 446 0,'0'0'72'15,"0"0"-10"-15,0 0-50 16,0 0 7-16,0 0-5 16,-109-53 25-16,79 53 26 15,8 7-46-15,1 16-11 16,8 10-7-16,3 7 3 15,6 9-3-15,4 2-1 16,0-3-1-16,20-7-16 16,4-12-34-16,-6-10 35 15,-4-9 16-15,-7-6 0 16,-6-2 2-16,-1-2 18 0,0 1 23 16,0 0-21-1,-6 6-18-15,-15-1 12 0,-4 2 0 16,0 1-8-16,4-1-5 15,5-1-2-15,8-3 1 16,5-1-2-16,3-3-1 16,0 0-2-16,0 0 3 15,21-9 0-15,9-10-5 16,10-7-4-16,0-4 9 16,2-1 1-16,0-1 2 15,-5 0-1-15,0-1 4 16,-4 1 0-16,-6 1 4 15,-5 1 1-15,-3 3-4 16,-5 4 14-16,-6 8-10 16,0 2 1-16,-5 10 13 0,-3 0-9 15,0 3-14-15,2 0-2 16,-2 15-10-16,0 14 9 16,0 14-2-16,-16 10 3 15,-3 6 0-15,0-4-2 16,2 1 1-16,7-10-9 15,7-10-29-15,3-12-16 16,0-14-37-16,0-10-29 16,0 0-233-16</inkml:trace>
  <inkml:trace contextRef="#ctx0" brushRef="#br0" timeOffset="-201386.83">14502 16836 648 0,'0'0'158'0,"0"0"-114"16,81-18-39-16,-39 15 6 16,6 1 3-16,-2 2-6 15,0 0-6-15,-3 0 0 16,-2 0-2-16,-13 2-1 16,-8 1 1-16,-9-2 0 15,-6 0-5-15,-5 1-12 0,0 1-15 16,0 4 13-1,0-1 10-15,-2 8 6 16,-6-4 0-16,-3 9 6 0,1 3 1 16,-2 5 7-1,4 4-2-15,7-2-2 0,1-3 1 16,3-6 9-16,15-8-4 16,0-6 4-16,1-6 11 15,-1 0 0-15,-2-9-10 16,-1-8-14-16,-1-9-1 15,-2 1-2-15,-5-4-1 16,-6 1-6-16,-1 3-6 16,0-1-12-16,-10 2-7 15,1 3-25-15,2 5 21 16,4 7 30-16,3 6 5 0,0 3 13 16,6 0-9-16,14 0-4 15,5 12 14-15,3 4 11 16,-3 4 0-16,1 2-5 15,-3 1-2-15,-6 1-11 16,-4-1 0-16,-5-1-6 16,-8-2-1-16,0-4 0 15,0-4 2-15,0-4-1 16,0-4-1-16,0-4-15 16,-4 0-11-16,-1-3 21 15,-4-14-55-15,0-4-40 16,6-5 19-16,3 2 36 0,0 4 0 15,12 2 29 1,9 3 7-16,2 2 9 0,6 4 23 16,-1-1 6-16,0 5-12 15,1 1-1-15,-5 4 1 16,0 0-15-16,-2 0-2 16,-6 0-50-16,1 8-187 15</inkml:trace>
  <inkml:trace contextRef="#ctx0" brushRef="#br0" timeOffset="-200855.76">15428 16958 643 0,'0'0'133'16,"0"0"-71"-16,0 0 0 0,0 0-22 15,0 0-20-15,0 0-13 16,31-31-1-16,-22 16 2 15,0-3-7-15,1-2 1 16,-1-2-2-16,-4-3 0 16,-2 6 0-16,-3 2 0 15,0 8 0-15,0 6-1 16,0 3 1-16,0 0-5 16,-9 6-23-16,-10 17 23 15,-4 11 1-15,-4 12 2 16,2 5 1-16,17 2 0 0,8-5-10 15,21-9-2 1,19-15 13-16,4-15 4 0,2-9-3 16,-3-6 2-16,-2-18-3 15,-1-8-2-15,-6-3-27 16,-4-2-35-16,-2 3 22 16,-7 1 13-16,-1 3 28 15,-3 7 1-15,-5 6 0 16,-1 8 24-16,-4 2 25 15,-4 7-16-15,-3 0-33 16,0 17-6-16,0 7 4 16,-5 4 2-16,-5 0 12 15,0 0 4-15,1 2-2 16,-1 1-8-16,2-3 1 0,0-2-4 16,0-4-2-16,-4-5 0 15,-7-5-1-15,-10-2-5 16,-8-4-69-16,-2-6-186 15</inkml:trace>
  <inkml:trace contextRef="#ctx0" brushRef="#br0" timeOffset="-200455.31">14320 17316 556 0,'0'0'92'0,"0"0"-48"15,0 0-35-15,0 0 34 16,0 0 14-16,0 0-15 15,35 0-28-15,16 0-8 16,18 0-1-16,16 0-3 16,9 0 2-16,4 0-3 15,-7 0-1-15,-10-3 5 0,-14-2 4 16,-19 1-2 0,-14-1 6-16,-15 0 7 0,-10 2-11 15,-6 2 2-15,-3 1-9 16,-6 0-2-16,-30 0-36 15,-22 7-31-15,-22-2-137 16,-16-5-424-16</inkml:trace>
  <inkml:trace contextRef="#ctx0" brushRef="#br0" timeOffset="-200237.63">14331 17343 432 0,'0'0'150'0,"0"0"-98"0,94 0 1 16,-47 0 38-16,8 0-40 16,5 1-23-16,8 2-16 15,3-2 3-15,0-1 0 16,-4 0-8-16,-3 0-2 16,-4 0-5-16,-4 0 0 15,-4 0-40-15,-2 0-166 16,-3-7-336-16</inkml:trace>
  <inkml:trace contextRef="#ctx0" brushRef="#br0" timeOffset="-200073.5">15280 17344 587 0,'0'0'182'0,"0"0"-104"15,0 0-6-15,0 0-31 16,0 0-34-16,0 0-7 15,-20 0-6-15,10 0-52 16,-1 0-120-16,4 0-323 16</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2-02-19T10:35:30.296"/>
    </inkml:context>
    <inkml:brush xml:id="br0">
      <inkml:brushProperty name="width" value="0.05292" units="cm"/>
      <inkml:brushProperty name="height" value="0.05292" units="cm"/>
      <inkml:brushProperty name="color" value="#FF0000"/>
    </inkml:brush>
  </inkml:definitions>
  <inkml:trace contextRef="#ctx0" brushRef="#br0">14834 15032 0,'-25'0'47,"25"49"-16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41:07.677"/>
    </inkml:context>
    <inkml:brush xml:id="br0">
      <inkml:brushProperty name="width" value="0.05292" units="cm"/>
      <inkml:brushProperty name="height" value="0.05292" units="cm"/>
      <inkml:brushProperty name="color" value="#FF0000"/>
    </inkml:brush>
  </inkml:definitions>
  <inkml:trace contextRef="#ctx0" brushRef="#br0">4600 8197 154 0,'0'0'70'0,"0"0"-27"16,0 0-1-16,0 0 15 15,0 0-9-15,0 0-4 16,0 0-4-16,0 0 6 16,11-46-8-16,-11 43-7 15,0-1-5-15,0 0 4 16,0 0 10-16,0 3-24 16,3-2 3-16,7 2-16 15,8-1-3-15,14 1-3 0,15 1 1 16,16 0 4-1,19-2-1-15,19-2 6 0,26 0 14 16,27 0-3-16,35-3-4 16,27 2-8-16,16 1 1 15,3 1-4-15,-14 3 0 16,-26 0-3-16,-26 0 0 16,-29 0 0-16,-27 0 0 15,-25-5 1-15,-26 2-2 16,-18 0 1-16,-18 0 0 15,-16 0 3-15,-5 0-3 16,-5 2 6-16,0 1 1 0,0-1 3 16,-2 1-10-16,-17 0-15 15,-10 0-64-15,-7 2-21 16,0 10-48-16,4-1-180 16</inkml:trace>
  <inkml:trace contextRef="#ctx0" brushRef="#br0" timeOffset="102049.68">12358 8206 244 0,'1'0'106'15,"1"-2"-17"-15,-1 1-35 0,-1-3-1 16,2 2-17 0,-2 1-2-16,1-1-18 0,-1 1 17 15,0-2-9-15,0 3-13 16,0-2 5-16,0 2 0 15,0 0-3-15,0 0-8 16,0 0-5-16,3 0-5 16,11 0-3-16,20 0 8 15,30 0 1-15,35 0 0 16,29-1 4-16,30-1-1 16,27 2-2-16,21 0 0 15,16 0-2-15,3 0 0 0,-10 5 1 16,-21 8-1-16,-18-1-1 15,-22 1-2-15,-17-1 1 16,-21-3 2-16,-20-1-2 16,-20 0 2-16,-21 1-1 15,-19-3-1-15,-15 0 1 16,-12-2 1-16,-8-3 0 16,-1-1 3-16,0 0 2 15,0 0-5-15,-16 0-3 16,-13-6-37-16,-11-2-50 15,0-2-59-15,1 3-256 16</inkml:trace>
  <inkml:trace contextRef="#ctx0" brushRef="#br0" timeOffset="103198.75">15510 8290 172 0,'0'0'83'0,"0"0"-24"16,0 0 6-16,0 0-21 16,0 0-26-16,0 0-11 15,115-23 5-15,-51 23 2 0,18 0 24 16,12 0 8-16,16 0-16 15,9 0-7-15,1 0-5 16,5 5-4-16,-9-1-1 16,-10 2-9-16,-12 1-4 15,-13-2 0-15,-13 2 0 16,-8 0 0-16,-12-2 0 16,-14-3 0-16,-14 1 0 15,-7-1 3-15,-10-1-3 16,-3 0 0-16,0 4-4 15,-2 1-18-15,-23 5-33 16,-11 3-20-16,-3 4-61 16,4-4-49-16</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2-02-19T10:35:30.296"/>
    </inkml:context>
    <inkml:brush xml:id="br0">
      <inkml:brushProperty name="width" value="0.05292" units="cm"/>
      <inkml:brushProperty name="height" value="0.05292" units="cm"/>
      <inkml:brushProperty name="color" value="#FF0000"/>
    </inkml:brush>
  </inkml:definitions>
  <inkml:trace contextRef="#ctx0" brushRef="#br0">14834 15032 0,'-25'0'47,"25"49"-16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48:35.781"/>
    </inkml:context>
    <inkml:brush xml:id="br0">
      <inkml:brushProperty name="width" value="0.05292" units="cm"/>
      <inkml:brushProperty name="height" value="0.05292" units="cm"/>
      <inkml:brushProperty name="color" value="#FF0000"/>
    </inkml:brush>
  </inkml:definitions>
  <inkml:trace contextRef="#ctx0" brushRef="#br0">16966 5240 218 0,'0'0'50'16,"0"0"-18"-16,0 0-18 15,0 0 23-15,0 0 62 16,0 0-71-16,0 0 19 16,0 0 9-16,-56-44-21 15,48 35-2-15,-2 1 14 16,4 2-17-16,-2 0-12 15,3 2-4-15,1 1-8 0,-1 1-5 16,2 1-1 0,2 1 0-16,-1 0 2 0,2 0-2 15,0 0 0-15,0 0 2 16,0 0 0-16,0 0-2 16,0 0-2-16,0 0-5 15,0 0-15-15,8 0 9 16,12 0 13-16,11 6 5 15,13-1-4-15,8 2 2 16,12 0-3-16,12-4 1 16,8 3 0-16,6-1 2 15,-1-2-3-15,-2 2 1 16,-7-1 1-16,-2-1-1 0,-2-1-1 16,-3-2 2-1,0 0-1-15,-5 0 1 0,1 3 2 16,0-1 4-16,1 1-5 15,-2 0 0-15,0 0-2 16,-3-2-1-16,-1 1 6 16,-1 0-5-16,-1-1 1 15,0 3 0-15,-7-3-2 16,0 3 0-16,2 1 0 16,-2 2 0-16,2-1 0 15,-2 0 0-15,-3-1 3 16,-4 0-3-16,0-1 1 15,-4 2-4-15,1-1 3 16,1 3 0-16,-1-2 2 0,3 0-2 16,-2 0 0-16,0-3 0 15,-5 2 0-15,0-3 0 16,-4 0 1-16,2 0-1 16,3-1 0-16,2 1 0 15,6 0 0-15,0 1 0 16,5-1 0-16,-2-1-1 15,-2 3 2-15,-3-4 1 16,-5 3-2-16,-4-2 3 16,-1 1-3-16,1-1 0 15,4-1 0-15,-1 0 4 0,4 0-4 16,-5 0 3 0,1 0 1-16,-1 0-2 0,0 0-2 15,3 3 0-15,0 4 0 16,5 0 0-16,-1 1 0 15,1-3 0-15,-9-1 0 16,-4 1 1-16,-9-5 0 16,-7 3 3-16,-6-3 1 15,-2 2 2-15,-5-2-2 16,-4 0-3-16,0 0 7 16,-3 2 5-16,0-2-7 15,0 0-5-15,2 1 1 16,2-1-3-16,4 0 0 15,-2 2 0-15,0-2 0 16,-3 0 1-16,-3 0 0 0,1 0 0 16,-1 0 7-1,0 0 3-15,0 0 5 0,0 0 1 16,0 0-4-16,0 0-3 16,0 0-5-16,0 0 3 15,0 0-1-15,0 0-6 16,0 0 4-16,0 0-2 15,0 0 0-15,0 0-3 16,0 0 0-16,0 0 0 16,0 0-1-16,0 0 1 15,0 0 0-15,0 0-2 16,0 0 4-16,0 0-2 16,0 0 0-16,0 0 0 15,0 0 0-15,0 0-1 0,0 0 1 16,0 0-1-16,0 0 1 15,0 0-1-15,0 0-1 16,0 1-4-16,0-1-3 16,0 1-7-16,0 1-33 15,0 1-43-15,8-3-128 16,0 0-71-16</inkml:trace>
  <inkml:trace contextRef="#ctx0" brushRef="#br0" timeOffset="3750.78">14141 6292 145 0,'0'0'103'16,"0"0"-30"-16,0 0 36 16,0 0-60-16,0 0 18 15,0 0-33-15,0 0 2 16,0-14-23-16,0 13 17 15,0-2 11-15,0 1-16 16,1-1-14-16,6 0-11 16,2 0 0-16,3 1-2 15,8 0 1-15,2 0 0 16,5 2 1-16,6-2 0 16,5 2-1-16,13 0-1 0,13-1 2 15,13 1 0-15,12 0 0 16,10 0 2-16,3 0-1 15,3 4-1-15,2-1 0 16,-2 2 1-16,-1-3 0 16,-1-2 1-16,0 0-2 15,4 0 1-15,3 0-2 16,1 1 2-16,1-1-1 16,-6 2 1-16,-5-1-1 15,-9 1 0-15,-8-1 0 16,-9 1 1-16,-8 1 0 15,-3 0-1-15,-9 1 0 16,-3-2 1-16,-4 0-1 16,-2-1 3-16,-1 0-2 15,3 1 4-15,5-2 2 0,2 1-3 16,7-1 0-16,0 0-4 16,1 1 4-16,3 1-4 15,-2 1 0-15,3-1 0 16,-1 1 2-16,-2 0-2 15,0 1 0-15,-7-1 1 16,2 1-1-16,1-1 1 16,3-1-1-16,-2 0 0 15,-3 1 0-15,-4 0 0 16,-2-1-1-16,-4 0 1 16,4 1 0-16,4-1 0 15,4 2 0-15,3-1 0 0,4 2 0 16,4-3-1-16,-2 1 1 15,4-3 0-15,3 0 1 16,-3 0 3-16,3 0 3 16,-2-2 7-16,-4-3-8 15,1 2-3-15,-2 0 2 16,-2 2-4-16,-1-1-1 16,2 1 1-16,-1 1 0 15,0 0-1-15,1 0 4 16,-3 0-3-16,-1 0-1 15,1 0 1-15,0 0 1 16,2-5-2-16,3-2 2 16,2 0-1-16,-5 0 1 0,-1 0-2 15,-7 4 1-15,-7-2-1 16,-4 2 0-16,1 0 2 16,-1-1-2-16,0 1-1 15,-1 1 1-15,-3 0 1 16,-1 0-1-16,-3 2 0 15,-2 0 0-15,2 0 0 16,5 0 0-16,0 0 0 16,4 5 0-16,1-2 0 15,-3-2 0-15,-1 0 0 16,-4-1 1-16,-5 0 1 16,-3 0 0-16,-4 0-1 0,-1 0 1 15,-3 0-2 1,-2 0 4-16,-2 0-3 0,-6 0 0 15,0 0 2-15,-6 0 1 16,2 0-4-16,-1 0 1 16,-5 0-1-16,0 0 1 15,-3 0-1-15,1 0 0 16,-4 0 1-16,0 0 1 16,0 0-2-16,0 0 1 15,0 0-2-15,0 0 1 16,0 0 0-16,0 0 3 15,0 0-2-15,0 0 2 0,0 0-3 16,0-1 2 0,0 1 3-16,0 0-1 0,0-1 5 15,0 1 11-15,0 0-8 16,0 0-2-16,0 0 1 16,0 0-7-16,0 0-2 15,0 0-2-15,0 0 0 16,0 0 0-16,0 0 0 15,0 0 0-15,0 0 0 16,0-2 0-16,0 2 1 16,0 0 1-16,0 0-4 15,0 0 2-15,0 0 0 16,0 0 2-16,0 0-2 16,0 0 1-16,0 0-1 15,0 0 0-15,0 0 1 0,0 0 0 16,0 0-2-16,0 0 1 15,0 0-1-15,0 0 0 16,0 0-2-16,0 0-12 16,0 0-20-16,0 0-33 15,0 0-54-15,-9 0-65 16,-1 0-45-16</inkml:trace>
  <inkml:trace contextRef="#ctx0" brushRef="#br0" timeOffset="7399.17">9457 7374 256 0,'0'0'77'16,"0"0"-22"-16,0 0-7 15,0 0 12-15,0 0-21 16,0 0 12-16,0 0-2 16,0-66-24-16,0 60 47 15,0-2-21-15,0 5-20 16,0 1-11-16,0 1-14 16,0 1-3-16,0 0 0 15,0 0-3-15,0 0-3 16,0 0 3-16,7 0-7 15,14 0 0-15,14 0 7 16,13 0 2-16,12 0-2 0,12 1 0 16,13 9 0-16,9-1 0 15,16 2 0-15,5 1 0 16,8-3 0-16,5 0-1 16,0-1 0-16,5-2 0 15,4 0-3-15,2 0 4 16,-2 2 2-16,-7-1-1 15,-6 1-2-15,-12-3 1 16,-10 3-7-16,-11-2-3 16,-10 1 4-16,-8 0 4 15,-2-2-2-15,0 1-6 16,-1-1 10-16,1-2-1 16,-1-1 2-16,-1-2-1 0,-8 0 1 15,-6 0-1-15,-4-2 4 16,-9-4-3-16,-5-2-1 15,2 0 3-15,0 2 1 16,-2 1-1-16,-1-1-2 16,-2 2-1-16,-1 0 1 15,-4 1 0-15,0 0 3 16,-3 1-3-16,-3 0 2 16,0 0-3-16,-5 0 2 15,1-4 1-15,-4 4 5 16,0-1 9-16,-5 0-1 15,1 2-2-15,-1-2-8 16,4 2-6-16,7 1-1 0,2 0 1 16,1 0 0-16,-1 0 0 15,-4 0-1-15,-4 0 0 16,-6 0 1-16,-3 0 2 16,-5 0-1-16,1 0 3 15,-2 0 3-15,0 0 1 16,0 0 0-16,0 0 1 15,0 0 0-15,0 0-4 16,0 0 1-16,0 0-5 16,0 0 1-16,0 0-2 15,0 0-1-15,0 0-2 16,0 8-55-16,0 5-61 16,-14-1-42-16,-11-7-150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49:49.765"/>
    </inkml:context>
    <inkml:brush xml:id="br0">
      <inkml:brushProperty name="width" value="0.05292" units="cm"/>
      <inkml:brushProperty name="height" value="0.05292" units="cm"/>
      <inkml:brushProperty name="color" value="#FF0000"/>
    </inkml:brush>
  </inkml:definitions>
  <inkml:trace contextRef="#ctx0" brushRef="#br0">3995 5745 206 0,'0'0'48'16,"0"0"41"-16,0 0-32 15,0 0-3-15,0 0-14 16,0 0 4-16,0 0-8 16,3-29-4-16,-3 28 22 0,0 1-6 15,0-2-17 1,0 1-3-16,0 1-2 0,0 0-14 15,0 0-9-15,0 0-3 16,0 0-2-16,0 0 0 16,0 0-4-16,4 0-4 15,10 0 2-15,15 0 8 16,15 0 3-16,12 0-2 16,15 0 1-16,20 3-2 15,13 3 2-15,8 2 7 16,13 4-3-16,-7 0-1 15,-8 1-1-15,-16-4 4 16,-18-2-4-16,-23-4-3 16,-15-3 1-16,-18 0 1 0,-10 0-2 15,-7 0 1-15,-3 0 18 16,0 0 18-16,0 0-7 16,0-1-10-16,0-1-7 15,0 2-9-15,0 0-5 16,0 0-1-16,0 0-1 15,0 0-22-15,0 0-41 16,6 0-69-16,15 14 58 16,10-4-19-16,8 0-152 15</inkml:trace>
  <inkml:trace contextRef="#ctx0" brushRef="#br0" timeOffset="3895.83">2545 6920 228 0,'0'0'160'16,"0"0"-67"-16,0 0-40 16,0 0-13-16,0 0-15 15,0 0-3-15,0 0 8 16,0-16 8-16,0 14-8 15,0 0-3-15,0-3-13 16,0 0-2-16,0 1-4 16,0 0 8-16,0 2 2 0,0 0-1 15,0 2 4-15,0 0-5 16,0 0-11-16,0 0 0 16,0 0-4-16,0 0-2 15,0 0-2-15,0 0 2 16,22 0-2-16,16 0 3 15,14 0 1-15,12 0 1 16,13 0-2-16,9 0 0 16,7 0 0-16,1 0 0 15,-4 0 0-15,-11-3 0 16,-13 1 1-16,-11 1-2 16,-18-1 4-16,-13 1-3 15,-9-2 1-15,-12 2-1 0,-3-1 1 16,0 0 6-1,-2 0-1-15,-17-1-6 0,-3 3 0 16,-8 0-14-16,7 0-14 16,4 5-35-16,13 6-64 15,6-8-93-15,9-3-129 16</inkml:trace>
  <inkml:trace contextRef="#ctx0" brushRef="#br0" timeOffset="6876.78">2831 8122 371 0,'0'0'94'16,"0"0"-11"-16,0 0-44 15,0 0 17-15,0 0-14 16,0 0-30-16,-25-25 29 15,23 23 2-15,2 2-11 16,0 0-20-16,0 0-12 16,0 0-1-16,0 0-4 0,0 0-3 15,7 0 1-15,23 0 7 16,17 7 0-16,20-2-1 16,24-1 1-16,20-1 1 15,24 1 3-15,17-1-3 16,14 0-1-16,9 1-1 15,0-4 1-15,-7 0 1 16,-12 0-1-16,-22 0 0 16,-20 0 0-16,-32-2 0 15,-18-2 1-15,-23-1-1 16,-11-1 1-16,-7 2 0 16,-7-1-1-16,-4 3 2 15,-9 2 0-15,-3 0 1 0,0 0 6 16,0 0-4-16,0 0-5 15,-16 0-6-15,-17 0-18 16,-9 11-31-16,1 6-35 16,2-1-36-16,12-4-164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53:00.211"/>
    </inkml:context>
    <inkml:brush xml:id="br0">
      <inkml:brushProperty name="width" value="0.05292" units="cm"/>
      <inkml:brushProperty name="height" value="0.05292" units="cm"/>
      <inkml:brushProperty name="color" value="#FF0000"/>
    </inkml:brush>
  </inkml:definitions>
  <inkml:trace contextRef="#ctx0" brushRef="#br0">816 11078 141 0,'0'0'78'0,"0"0"15"16,0 0-20-16,0 0-11 0,0 0 10 16,0 0-17-16,0 0-32 15,0 0-7-15,-10-73 19 16,7 69-6-16,1 0-18 15,1 2 7-15,-2-1-15 16,0 3-2-16,1 0 3 16,2-3-2-16,0 3 1 15,0 0-1-15,0 0-1 16,0 0 0-16,0 0 1 16,0-3 4-16,0 3 0 0,-4 0 4 15,4 0 5-15,0 0-2 16,0 0-13-16,0 0-3 15,0 0-2-15,0 13 3 16,6 6 4-16,7 3-2 16,2 2 0-16,-3 2 0 15,7 1 0-15,-2-4 0 16,4-4-2-16,1-5 2 16,5-10 0-16,10-4 2 15,5-6 2-15,12-21-3 16,-2-3 0-16,-2-6-1 15,0 1 0-15,-8 0 3 16,-1-1-2-16,-8 4 0 16,-6 6 1-16,-9 4 7 0,-6 5-4 15,-6 7 2-15,-4 3-7 16,0 7 0-16,-2 0-3 16,0 3-57-16,0 16-1 15,-3 6-39-15,-4-4-137 16</inkml:trace>
  <inkml:trace contextRef="#ctx0" brushRef="#br0" timeOffset="157.57">1416 11001 489 0,'0'0'49'0,"0"0"-2"15,0 0-16-15,0 0-30 16,0 0-1-16,0 0-45 15,-30 35 38-15,16-6-78 16,-3 3-61-16,3-3-35 16</inkml:trace>
  <inkml:trace contextRef="#ctx0" brushRef="#br0" timeOffset="8491.44">764 13205 149 0,'0'0'84'0,"0"0"-8"15,0 0 7-15,0 0-27 16,0 0-13-16,0 0-25 16,0 0 8-16,-33-53-13 15,30 48 5-15,-2 1 15 16,3-2-19-16,-1 1 23 15,1 1-6-15,1-3 4 0,-1 4-24 16,1-3 2-16,1 2 4 16,0-3-5-16,0 2-2 15,0-1 0-15,0 0-1 16,0 0 1-16,0 1 0 16,4 4-1-16,1-1-5 15,1 2-4-15,1 0-2 16,5 8-3-16,3 13 1 15,-3 6 4-15,0 2 2 16,0 3-2-16,-2-6 0 16,-1-3 3-16,3-5-3 15,-1-9 0-15,4-6 0 16,7-3 3-16,16-12 5 0,9-16-1 16,2-7-3-1,-1-4-1-15,-2-1 0 0,-4 0-1 16,4 1 0-16,-4 1 1 15,-3 4-1-15,-7 6 6 16,-6 8-3-16,-8 7-2 16,-8 4 0-16,-5 7-3 15,-1 1 0-15,-3 1-1 16,-1 0-5-16,0 1-30 16,0 13 9-16,-10 8-19 15,-11 4-20-15,-12-4-95 16,3-8-214-16</inkml:trace>
  <inkml:trace contextRef="#ctx0" brushRef="#br0" timeOffset="10589.65">7294 13658 59 0,'0'0'25'16,"0"0"22"-16,0 0 7 16,0 0-7-16,0 0-30 15,-3-74 13-15,-10 61 16 16,2 1-8-16,-2-1 15 0,2 1 3 15,5 0-1-15,3-2-16 16,-2 3-3-16,4 0 15 16,0 1-14-16,-2 1 9 15,3 1-30-15,0 5 5 16,0 0 1-16,0 2-9 16,0 1-10-16,4 0-3 15,19 0 0-15,11 0 0 16,14 10 0-16,10 3 2 15,12 3-1-15,15 2-1 16,14-1 0-16,9 1 3 16,10-4-3-16,9-4-1 0,3 0 1 15,7-5 1-15,-6-5-1 16,-16 0 0-16,-22 0 0 16,-25-3 0-16,-23-9 1 15,-18 3 0-15,-14-4 0 16,-8 1 12-16,-4 3 4 15,-1-1-3-15,0 3-8 16,-4 2-5-16,-11 3-1 16,-5 2 0-16,-2 2-1 15,0 17-24-15,5 8-43 16,4 2-39-16,6-6-93 16,5-7-167-16</inkml:trace>
  <inkml:trace contextRef="#ctx0" brushRef="#br0" timeOffset="15401.59">682 14890 73 0,'0'0'39'0,"0"0"34"16,0 0-45-16,0 0 23 15,0 0 10-15,9-73 33 16,-9 65-32-16,0 1-21 16,0-1 9-16,0 1-4 15,-6 0 2-15,1 0-8 16,1 0-7-16,1 2-11 15,-3 2 10-15,5 2-6 16,-1 1-11-16,1 0 5 16,1 0-5-16,0 0-5 15,0 0 0-15,0 0-8 16,0 0-2-16,0 0-8 16,0 9 2-16,7 15 3 0,3 3 4 15,1 2-1-15,4-3 0 16,-5-6 2-16,2-3-1 15,0-4-1-15,0-6 1 16,0-3-2-16,6-4 2 16,7 0 0-16,8-8 2 15,11-20-2-15,9-14 3 16,4-6-4-16,1-5 1 16,-3 4 0-16,-3 8 0 15,-10 7-1-15,-8 8 0 16,-8 9 1-16,-12 6 6 0,-5 5 1 15,-7 3 3-15,-2 1-1 16,0 2-7-16,0 0-3 16,0 0 0-16,0 0-2 15,0 0 1-15,0 0 0 16,0 0 1-16,0 0 0 16,0 0 0-16,-3 0-2 15,-7 10-17-15,-2 2-31 16,1 5-33-16,-2 2-58 15,5-2-48-15,2-7-226 16</inkml:trace>
  <inkml:trace contextRef="#ctx0" brushRef="#br0" timeOffset="15556.28">1180 14713 421 0,'0'0'68'15,"0"0"31"-15,0 0-56 16,0 0-24-16,0 0 13 15,0 0-15 1,-25-5-12-16,19 5-5 0,0 17-16 16,-3 12-62-16,0 0-50 15,6-3-147-15</inkml:trace>
  <inkml:trace contextRef="#ctx0" brushRef="#br0" timeOffset="17498.96">10400 15190 173 0,'0'0'76'0,"0"0"-6"16,0 0 37 0,0 0-66-16,0 0 16 0,0 0-11 15,-16-50 16-15,16 44-16 16,-2 1 10-16,2 5-41 16,0-3-11-16,0 2-1 15,0 1 4-15,-2 0-7 16,2 0-2-16,0 0 2 15,23 0 1-15,27 7-1 16,32 1 7-16,32 2 4 16,35-1-3-16,21 2 1 15,12 3-4-15,9 3-3 16,3 3 0-16,10-1-2 0,-6-2-1 16,-17-5 0-1,-25-2 1-15,-33-7 0 0,-32-2 0 16,-33-1 2-16,-24 0 0 15,-19 0 0-15,-13 0-1 16,-2-7 14-16,-11-1-15 16,-17 2 0-16,-6 1 1 15,1 2-1-15,6 3-2 16,6 0-1-16,9 0-21 16,3 4-21-16,6 6-27 15,3 2-24-15,0 3-15 16,0-5-88-16</inkml:trace>
  <inkml:trace contextRef="#ctx0" brushRef="#br0" timeOffset="20679.53">20739 15394 25 0,'0'0'19'16,"0"0"-4"-16,0 0-4 15,0 0-3-15,0 0 9 16,0 0 16-16,-91-71 0 16,74 64-24-16,0-1-9 15,-4 3-2-15,5 1-11 16,4 1-1-16,3 2 3 16,0 1 10-16,1-1 0 15,-1-2 1-15,-4 0 1 0,0-2 1 16,-5 1 8-16,1-5 11 15,-2 1 9-15,0 1 9 16,2 0 1-16,-1 2 1 16,5 0-6-16,-2 4-16 15,6 1-6-15,0 0-9 16,7 0 0-16,2 0-4 16,0 0 0-16,14 4 43 15,19 2 7-15,14-1 11 16,19 1-25-16,19-1-3 0,20 1-11 15,27 1 3 1,23-1 12-16,11 0-5 0,5 2-6 16,-9-1-17-16,-22 2-5 15,-19-2-4-15,-21-1-1 16,-20-4 1-16,-17-2 0 16,-20 0 1-16,-16 0 2 15,-14 0 4-15,-10 0 7 16,-3 0-5-16,-16 0-9 15,-23 0-1-15,-12 0-7 16,-2 0-43-16,6 5-23 16,11 7-30-16,13 1-27 15,9-4-65-15</inkml:trace>
  <inkml:trace contextRef="#ctx0" brushRef="#br0" timeOffset="23357.58">5634 15344 11 0,'0'0'25'0,"0"0"-12"16,0 0-9-16,0 0-4 16,0 0 1-16,0 0 0 0,21-14-1 15,-15 9 2-15,-2 0 11 16,-2 1 12-16,1 0 31 16,-2-3-10-16,0 4-25 15,3-3-6-15,0 1-9 16,-1-1 5-16,-1 0 3 15,-1-1 18-15,-1 0-5 16,0 1-3-16,0 1 14 16,0 1-33-16,0-1-1 15,0 3-2-15,-3 2-2 16,-8 0-1-16,0 0-11 0,-1 1-35 16,-3 7-7-1,4 2-12-15,0-2-57 0</inkml:trace>
  <inkml:trace contextRef="#ctx0" brushRef="#br0" timeOffset="31787.46">788 16363 34 0,'0'0'171'0,"0"0"-106"16,0 0 48-16,0 0-79 15,0 0 25-15,0 0 23 16,0 0-32-16,0-77-16 16,0 65 19-16,-3 2-8 15,0 0 0-15,0 2-21 16,0-1 1-16,3 4-11 15,-3-1 3-15,3 3 2 16,0 0 4-16,-2 3-9 16,2 0-7-16,0 0-7 15,0 6-8-15,0 15 4 16,0 8 1-16,11 7 3 0,5 2 2 16,-1-1-1-16,3-5 1 15,0-6-2-15,0-9 0 16,3-6-1-16,1-11 1 15,15-3 1-15,10-29 3 16,9-16 2-16,7-9-5 16,-3 0 0-16,-5 3 0 15,-5 6-1-15,-5 5 1 16,-6 8 3-16,-7 7 5 16,-10 8-6-16,-13 9 0 15,-2 6-2-15,-7 4-1 16,0 1-1-16,0 0-1 15,0 10-36-15,-7 14-25 16,-12 6-33-16,-1-6-105 0</inkml:trace>
  <inkml:trace contextRef="#ctx0" brushRef="#br0" timeOffset="31943.6">1311 16199 275 0,'0'0'11'15,"0"0"-11"-15,0 0-13 0,0 0-50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53:59.020"/>
    </inkml:context>
    <inkml:brush xml:id="br0">
      <inkml:brushProperty name="width" value="0.05292" units="cm"/>
      <inkml:brushProperty name="height" value="0.05292" units="cm"/>
      <inkml:brushProperty name="color" value="#FF0000"/>
    </inkml:brush>
  </inkml:definitions>
  <inkml:trace contextRef="#ctx0" brushRef="#br0">13098 5699 226 0,'0'0'74'16,"0"0"8"-16,0 0-43 16,0 0 2-16,0 0 33 15,0 0-29-15,0 0-9 16,0 0 20-16,-2-42-10 16,1 42-20-16,1-1-8 15,-3 1 5-15,3 0-3 16,0 0-4-16,0-2-4 0,0 2-11 15,0 0-1 1,0 0-5-16,0 0-5 0,0 0-1 16,7 0-14-16,22 3 24 15,13 3-1-15,13 2 4 16,10-1-1-16,11 2 4 16,9-1-5-16,11 1 0 15,10 0 2-15,10 2-1 16,6 0-1-16,2-1 0 15,0-2-5-15,1-1 4 16,-3 0 1-16,0-4 0 16,-6-1-3-16,-4 0-2 15,-6-1 5-15,-5 3-2 16,-7-1-7-16,-3 3-4 16,-2 2 6-16,-1-2 5 0,2 5-3 15,2-1-1 1,2 0 1-16,5-1-7 0,-1-2 5 15,-4-3 4-15,-6-1 0 16,-5-3-11-16,-9 0 13 16,-3 0 2-16,-7 0 1 15,-4 0-2-15,-3 0 0 16,-1 0 0-16,1 0 1 16,5 0-2-16,3 0 1 15,-2 0 0-15,-2 3 0 16,-5 0-2-16,-6 2 2 15,-6-1 3-15,-6-3-2 0,-8-1 0 16,-8 0 0 0,-4 0 2-16,-3 0-2 0,-6 0 3 15,-3 0 6-15,-2 0-1 16,-4 0 4-16,0 0 3 16,0 0-3-16,0 0 8 15,0 0-2-15,0 0-2 16,0 0-3-16,0 0-5 15,0 0-6-15,0 0-3 16,0 0-21-16,0 0-43 16,0 0-50-16,-3 0-150 15</inkml:trace>
  <inkml:trace contextRef="#ctx0" brushRef="#br0" timeOffset="11005.4">12958 7375 174 0,'0'0'62'0,"0"0"110"16,0 0-78-16,0 0-54 15,0 0 4-15,0 0-13 16,0 0 54-16,-7-36-42 16,7 30-36-16,0 1-5 0,0 1 0 15,2-1-1-15,4 2-1 16,4 0-2-16,1 1 0 15,5 2 2-15,7-3-1 16,4 3-1-16,7 0 1 16,11 0-3-16,10 0 0 15,12 0 5-15,11 0-4 16,9 5-3-16,9 1-2 16,4 0 0-16,4 0-12 15,8-1 13-15,3 1 7 16,1-3-10-16,8 4-5 15,-3-2-8-15,-3 1 3 0,3 0 18 16,-3 2-8-16,-2 1 8 16,-4 0-20-16,-3-1 18 15,1 0 1-15,-4-2-11 16,-3-3 11-16,-9 1 1 16,-8-1 2-16,-11-2 0 15,-4-1 0-15,-5 0 0 16,-5 0 1-16,-1 0-1 15,-1 0 0-15,3-6 6 16,-1 1-4-16,3 1 2 16,-1 1 0-16,-4 1-4 15,-1 2 5-15,-1 0-5 16,1 0 3-16,6 2-3 16,-1 5-2-16,1 1 2 0,-1-1 0 15,-3-2 0-15,2 2-2 16,6-5 0-16,1-1 2 15,5-1 0-15,0 0-3 16,2 0 3-16,-1 2 0 16,-4-1 0-16,-3 2 0 15,-8 0 0-15,-3-1-1 16,-7 1-1-16,-6-3 2 16,-6 0 0-16,-4 0 0 15,2 0 2-15,1 0-1 16,-1 0 0-16,9 0 2 15,0 0-3-15,1-3 1 16,1 1 1-16,0-2 2 0,3-1-2 16,-1 3 1-16,1-1-3 15,-1 0 0-15,3 0 2 16,1 2-1-16,2 1-1 16,4 0 1-16,5 0-1 15,5 0 0-15,1 0-1 16,-1 4 1-16,-1 1 2 15,-2-3-2-15,-5 1-2 16,0-2 2-16,-1-1 0 16,-2 0 4-16,-3 0-3 15,-3 0-2-15,-8 0 2 0,-4-3-1 16,-6 0 0 0,-4-2 0-16,-5 2 0 0,2-1 0 15,0 1 1-15,6 2-1 16,3-2 0-16,7 3 0 15,5-1-1-15,-2 1 1 16,3-2 0-16,2 0 2 16,-2 2-2-16,2-3-1 15,1 1 1-15,-3 2-1 16,3 0 3-16,-5 0-2 16,-3 0 0-16,0 0 1 15,0 0-2-15,0 0 2 16,5 0-2-16,-3 0 2 15,-1 0-1-15,-8 0 0 0,-2 0 0 16,-4 0 0-16,2 0 0 16,3 0 1-16,4 0 1 15,5 0-1-15,5 0 0 16,7 0 0-16,4 0 1 16,-4-1 0-16,-7-2-1 15,-9 0 2-15,-4-2 0 16,-6 2 2-16,1 0-1 15,-2 0-1-15,5-1-1 16,3 0 1-16,3-1-1 16,4 1 2-16,3 1-1 15,-2 3 6-15,0 0-4 16,-4 0-2-16,-3 0 1 16,-7 0 2-16,0 0-4 15,-1 0 4-15,5 0 1 0,1 0-3 16,4 0 4-16,-3 0 1 15,-5 0-3-15,-2-4-2 16,-2 1 4-16,2 2-5 16,0-1 1-16,2 2-1 15,3 0-2-15,2 0-1 16,0 0 2-16,-4 0-1 16,-4 0 3-16,0 0 4 15,0 0-1-15,1-1-4 16,4-2-1-16,-1 0-2 15,5 0 4-15,4 2-1 16,3-2-3-16,0-2 0 0,-2 0 1 16,-8 1 7-16,-6-1-3 15,-9-1-2-15,-7 5 8 16,-5-2-5-16,-4 0-1 16,-3 0 9-16,0-1-8 15,-2 4 3-15,2 0 5 16,-1-3-3-16,4 3-5 15,5 0-6-15,-1-3 0 16,2 2-1-16,2-1-1 16,-1-1 4-16,2 3-1 15,-3-3-1-15,-2 2 0 16,-4-2 1-16,2 0 13 16,-7 2-2-16,3 1 2 0,-2-2-2 15,-1 2-1-15,0 0-5 16,0 0 2-16,0 0-8 15,0 0 0-15,0 0 0 16,0 0 0-16,0 0-22 16,0 0-86-16,-6 13-132 15,-13-4 102-15,-6-6-247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55:39.138"/>
    </inkml:context>
    <inkml:brush xml:id="br0">
      <inkml:brushProperty name="width" value="0.05292" units="cm"/>
      <inkml:brushProperty name="height" value="0.05292" units="cm"/>
      <inkml:brushProperty name="color" value="#FF0000"/>
    </inkml:brush>
  </inkml:definitions>
  <inkml:trace contextRef="#ctx0" brushRef="#br0">11144 10199 107 0,'0'0'116'15,"0"0"-2"-15,0 0-25 16,0 0-54-16,0 0 15 16,0 0-33-16,0 0-11 15,0 0-6-15,-34-72-3 16,32 72 3-16,1-1 0 16,1 1 1-16,-2-1 8 15,2 1 11-15,0 0 4 16,0 0 13-16,0 0 20 0,-2 0-21 15,1 0-7-15,1 0 0 16,-1 0 7-16,-1 0-1 16,2 0-11-16,0 0-14 15,0 0-8-15,0 0-2 16,0 0-6-16,15 0 6 16,15 0 1-16,9 0-1 15,7 0 0-15,6 0 0 16,11 1 0-16,10-1-1 15,3 1 1-15,6-1 1 16,-4 2-1-16,-7-1 0 0,-8-1 0 16,-15 0 2-1,-17 0-2-15,-12 0 2 0,-14-1-1 16,-5-2 10-16,0 0 4 16,0-2-6-16,0 2-7 15,0 0 1-15,0-2 4 16,-8 4-3-16,-1-4-4 15,0 5 0-15,0 0-3 16,-1 5-53-16,-5 15-40 16,4 1-77-16,8-2-173 15</inkml:trace>
  <inkml:trace contextRef="#ctx0" brushRef="#br0" timeOffset="17799.09">757 12414 189 0,'0'0'44'16,"0"0"3"-1,0 0 42-15,0 0-28 0,0 0-26 16,0 0-8-16,0 0-3 16,0 0-12-16,0 0 23 15,-5-64-25-15,2 60 3 16,2 0 10-16,-4 1-7 16,5 1 3-16,0 0 2 15,-3-1-7-15,3 1-5 16,-3-1 12-16,3-2-6 15,-3 2 1-15,0-3 11 16,3 1-5-16,-3-1-3 16,3 1-5-16,-1 4 14 0,1 1-17 15,-2 0-7-15,0 0-4 16,2 0-5-16,0 7-3 16,0 12 7-16,0 10 0 15,0 3 1-15,4 1 0 16,3 1 0-16,-1-4 1 15,6-5-1-15,0-9 1 16,6-7-1-16,4-9 1 16,14-14 0-16,13-24 9 15,12-12-4-15,5-9-3 16,9-2-1-16,2 0 4 16,5 3 2-16,-1 4 4 0,-4 6-4 15,-11 7-4-15,-9 7 0 16,-14 9-4-16,-15 8 1 15,-10 9-1-15,-7 3-1 16,-7 5-5-16,-1 0-22 16,-3 0 1-16,0 2 9 15,-3 14 0-15,-15 2-14 16,-6 4-9-16,-4 2-58 16,3-7-41-16,-1-8-182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56:11.822"/>
    </inkml:context>
    <inkml:brush xml:id="br0">
      <inkml:brushProperty name="width" value="0.05292" units="cm"/>
      <inkml:brushProperty name="height" value="0.05292" units="cm"/>
      <inkml:brushProperty name="color" value="#FF0000"/>
    </inkml:brush>
  </inkml:definitions>
  <inkml:trace contextRef="#ctx0" brushRef="#br0">299 4384 143 0,'0'0'345'16,"0"0"-295"-16,0 0-50 15,0 0-18-15,0 0 18 16,0 0 2-16,0 0 20 16,19-56-14-16,-16 49 14 15,3 2-19-15,-3-2 7 16,-2 4 0-16,1-1 51 15,1 1-3-15,0-4-53 16,0 1 14-16,0 0-11 16,-2-2 15-16,1 3-7 15,-1 0 0-15,-1 1-2 16,0 3 17-16,0 1-7 16,0 0-24-16,3 0 0 0,2 0-16 15,5 14 0-15,4 6 16 16,-2 7 0-16,1 0 0 15,-4 1 0-15,4-6 0 16,-4-3 0-16,0-5 2 16,-1-3-2-16,7-7 0 15,1-4 1-15,11 0 2 16,13-12-2-16,8-14 3 16,5-6-4-16,-3 1 0 15,-10 2 0-15,-7 1 1 16,-5 5-1-16,-10 4 0 15,-1 3 1-15,-4 5-1 0,-6 2 0 16,-2 6 0 0,-2 1 1-16,-3 2-1 0,0 0-3 15,3 0-24-15,-3 0-61 16,0 2 38-16,0 9-2 16,0 1-55-16,0-1-64 15,-6-3-124-15</inkml:trace>
  <inkml:trace contextRef="#ctx0" brushRef="#br0" timeOffset="14102.81">6147 8964 254 0,'0'0'165'0,"0"0"-125"16,0 0-36-16,0 0-4 16,0 0 2-16,0 0 3 15,0 0 7-15,0-3 4 16,0 3-7-16,0 0 4 16,0 0 8-16,0 0 33 15,0 0-11-15,0 0 0 16,0 0-16-16,0 0-12 0,0 0-1 15,0 0-9 1,0 0-2-16,0 0-3 0,2-2-5 16,8 2 1-1,9 0 4-15,8 0 2 0,6 0-1 16,9 0 0-16,15 0 0 16,14 0-1-16,14 0 3 15,24 0 6-15,21 0-7 16,19 0 7-16,15 0-2 15,-6 0 3-15,-19 0-6 16,-18 0-1-16,-29 0 0 16,-20 0-3-16,-21 0 7 15,-16 0 0-15,-9-2 5 16,-10-1 6-16,-5 1 1 0,-7-1 6 16,0 1 1-1,-4-1-7-15,0 1-8 16,0 0-7-16,0 1-4 0,0-1 1 15,0 2-3-15,0 0 1 16,0 0-14-16,0 0-17 16,0 0-32-16,-5 0-17 15,-6 5 40-15,-3 3-43 16,0-2-20-16,3-5-137 16</inkml:trace>
  <inkml:trace contextRef="#ctx0" brushRef="#br0" timeOffset="20129.89">6872 11048 193 0,'0'0'44'16,"0"0"32"-16,0 0 11 15,0 0-50-15,0 0-4 16,0 0-8-16,0 0-1 0,5-45-7 16,-5 45-11-1,0-2-3-15,0 2-3 0,0 0 0 16,0 0 0-16,0 0 1 15,0 0 2-15,0-3 8 16,0 0 1-16,0-3-5 16,4 1 2-16,-1-2 7 15,2-2 0-15,0-1-4 16,1 0 31-16,0 0-26 16,0-3 20-16,-1-1-4 15,-1 4-22-15,2-2 16 16,-3 5-8-16,0-2 0 15,-3 5-3-15,2 2 0 16,-2 0-4-16,1 2-5 0,-1 0-7 16,1 0 0-16,3 0-15 15,0 8 10-15,6 10 4 16,1 5-1-16,0 3 2 16,2 1 2-16,-6 0-1 15,2-3-1-15,1-5 0 16,-5-3 0-16,4-4 2 15,-4-3-2-15,-1-3-2 16,2-3 2-16,1-3 0 16,4 0 1-16,13 0 1 15,15-12-1-15,17-9 0 16,23-8 0-16,12-3-1 0,14-4 2 16,8 2 0-16,0 3 0 15,-5 3-2-15,-8 2 0 16,-12 4 0-16,-17 3 0 15,-13 2 0-15,-14 5 0 16,-16 6 0-16,-10 0 1 16,-9 1-1-16,-8 4-2 15,-1-2 2-15,0 0 0 16,0 3-5-16,-9 0 3 16,-13 0-2-16,-3 0-45 15,1 1-27-15,3 5-94 16,2-6-108-16</inkml:trace>
  <inkml:trace contextRef="#ctx0" brushRef="#br0" timeOffset="20310.02">8202 10797 449 0,'0'0'83'0,"0"0"3"15,0 0-49-15,0 0-28 16,0 0-9-16,0 0-27 16,-41 20-78-16,24-13-172 15</inkml:trace>
  <inkml:trace contextRef="#ctx0" brushRef="#br0" timeOffset="23643.85">6067 11785 179 0,'0'0'88'16,"0"0"4"-16,0 0-1 0,0 0-17 15,0 0-18-15,0 0-12 16,0 0-15-16,3-70 21 16,-2 60-16-16,2 3-4 15,3-5 0-15,-2 2-15 16,1 2-2-16,-2 0 2 15,-1 0 0-15,-2 6 1 16,4-1-12-16,-4 3 0 16,0 0-4-16,2 0-1 15,-1 0-3-15,5 0 2 0,1 8 1 16,2 10-1 0,0 5 2-16,0 3 0 0,0 3 0 15,-3-3 0-15,0-2 1 16,1-4-1-16,-2-5 1 15,2-7 0-15,4-3-1 16,4-5 0-16,10 0 2 16,12-20 1-16,11-8-1 15,3-9-1-15,6 0 1 16,-7 3-2-16,-6 3 1 16,-3 4 4-16,-7 4-1 15,-2 4-2-15,-2 5 0 16,-2 4-2-16,2 1 1 15,-6 3-1-15,4 2 0 16,-4 2-1-16,0 2 1 0,-5 0 0 16,-5 0-13-16,-1 0 0 15,-6 0-5-15,-2 0-9 16,-5 0-14-16,0 0 4 16,-5 0-10-16,-18 0-9 15,-12 6-34-15,-2 0-68 16,3-2-145-16</inkml:trace>
  <inkml:trace contextRef="#ctx0" brushRef="#br0" timeOffset="23814.11">6674 11643 406 0,'0'0'154'0,"0"0"-77"16,0 0-47-16,0 0 14 15,0 0-33-15,0 0-11 16,-2 0-44-16,-4 3-75 16,-1 6-17-16,-6-4-220 15</inkml:trace>
  <inkml:trace contextRef="#ctx0" brushRef="#br0" timeOffset="26457.64">9526 12439 188 0,'0'0'55'0,"0"0"70"16,0 0-15-16,0 0-63 15,14-73 0-15,-14 63 4 16,0 2-5-16,0-1-9 15,0 5-3-15,0-2-9 16,0 3-3-16,0-1-13 16,0 4 17-16,0 0-3 0,0 0-9 15,0 0-13-15,0 0-1 16,0 0-1-16,6 10-1 16,0 9 2-16,-1 6 0 15,4 5-1-15,-5 3 2 16,1-5-1-16,2-3 0 15,2-6 0-15,6-7 2 16,7-6 0-16,14-6-2 16,18-15 4-16,16-22-1 15,15-9-1-15,9-2-1 0,3 2-1 16,-6 5 2 0,-11 6-1-16,-17 4 2 0,-20 11 10 15,-16 4-2-15,-13 9 6 16,-7 2-6-16,-6 3-8 15,-1 2-3-15,0 0-2 16,-1 7-12-16,-18 12 5 16,-8 8-20-16,-6 4-43 15,2-2-62-15,4-12-129 16</inkml:trace>
  <inkml:trace contextRef="#ctx0" brushRef="#br0" timeOffset="28987.99">9703 13208 254 0,'0'0'174'16,"0"0"-78"-16,0 0-18 15,0 0-39-15,0 0 20 16,0 0-23-16,0 0 3 16,27-43-20-16,-26 42 4 15,-1 1-4-15,0 0-18 16,2 0-1-16,-1 0-4 16,1 12 2-16,-2 8 0 15,0 3 2-15,0 2 2 16,-2 2 0-16,-4-1-1 15,3-6 0-15,3-3 0 16,0-2 0-16,0-4-1 0,11-4 0 16,13-4 1-16,13-3-1 15,14-3 6-15,10-20-3 16,11-5 0-16,3-3-2 16,3 0-1-16,-3 0 2 15,-10 4 0-15,-11 5 7 16,-17 2 7-16,-12 4 5 15,-9 8-6-15,-10 1-12 16,-2 5 0-16,-3 2-3 16,-1 0-2-16,0 0-3 15,0 0-29-15,-1 2 10 16,-14 12-8-16,-4 3-69 0,2-6-44 16,1-4-177-16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56:54.848"/>
    </inkml:context>
    <inkml:brush xml:id="br0">
      <inkml:brushProperty name="width" value="0.05292" units="cm"/>
      <inkml:brushProperty name="height" value="0.05292" units="cm"/>
      <inkml:brushProperty name="color" value="#FF0000"/>
    </inkml:brush>
  </inkml:definitions>
  <inkml:trace contextRef="#ctx0" brushRef="#br0">4947 6880 156 0,'0'0'61'0,"0"0"-12"0,0 0 34 15,0 0-6 1,0 0-58-16,0 0-4 0,0 0 38 16,-36-48-15-16,33 44-6 15,0 1-16-15,-2-1 5 16,2 1-7-16,-4 2-4 16,6-2 5-16,-1 3-9 15,0 0 6-15,1 0-1 16,-1 0-4-16,2 0-3 15,0 0-4-15,0 0 0 16,0 0-4-16,0 0-4 16,0 0 8-16,8 8 2 15,13-1-2-15,7-1 4 16,18-5 4-16,21 1 12 16,21-2 6-16,20 0-6 0,20-6-8 15,8-6-5 1,8 0-1-16,3 3-6 0,-7 1 1 15,-5 1 1-15,-9 2-1 16,-7 0 0-16,-7-2 3 16,-8-1-4-16,-8-1 0 15,-14-1 0-15,-9-1 0 16,-12 2 0-16,-12 0 0 16,-10 1 0-16,-9 0 0 15,-1 4 1-15,-3-1 1 16,-4 1 5-16,-2-1 2 15,-4-1-2-15,-7 3 1 0,-4 0 5 16,-4 1 11-16,-1-1 7 16,0-1-16-16,0-2-13 15,0 2 0-15,0-1-2 16,0 0 0-16,-1 3-1 16,-1 0 0-16,2 2 1 15,-3 0-29-15,-3 11-79 16,-4 13-1-16,-8 0-13 15,3-7-311-15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3:58:58.330"/>
    </inkml:context>
    <inkml:brush xml:id="br0">
      <inkml:brushProperty name="width" value="0.05292" units="cm"/>
      <inkml:brushProperty name="height" value="0.05292" units="cm"/>
      <inkml:brushProperty name="color" value="#FF0000"/>
    </inkml:brush>
  </inkml:definitions>
  <inkml:trace contextRef="#ctx0" brushRef="#br0">7951 8290 257 0,'0'0'162'0,"0"0"-43"16,0 0-51-16,0 0 0 15,0 0-15-15,0 0-20 16,0 0 1-16,0 0-4 15,-8-5-10-15,8 5-4 16,-3 0-1-16,3 0 1 16,0 0-5-16,0 0-5 15,0 0-1-15,0 0 7 16,0 0-12-16,0 0-3 16,0 0 3-16,3 0-4 15,19-3 3-15,13-2 1 16,12 0 0-16,7-1 0 0,9-3 0 15,10 4-1-15,2-1 0 16,12 6 1-16,1 0 1 16,2 0 0-16,-1 0-2 15,4 6 2-15,2 2-1 16,5-2 0-16,2 0-2 16,1-2 2-16,-6-1 0 15,-3-3 0-15,-7 0 0 16,-7 0 1-16,-13 0-1 15,-13 0 1-15,-6 1-1 16,-10 4 0-16,-4-4 0 16,-3 3 1-16,-1-1-1 15,-1-3 0-15,0 0 0 16,0 0 0-16,-1 0 0 16,2 0 1-16,1-3-1 15,-1-2 1-15,-7 0-1 16,-4 1 0-16,-8 2 2 0,-6 0 4 15,0-1-1-15,-4 3 0 16,0 0-4-16,-1 0-1 16,0 0 0-16,0 0 0 15,0-2-1-15,0 2 1 16,0 0 0-16,0 0 1 16,0 0-1-16,0 0 1 15,0 0-1-15,0 0 0 0,0 0 7 16,0 0 0-1,0 0 0-15,0 0 1 0,0 0-3 16,0 0-2-16,0 0 1 16,0 0-3-16,0 0-1 15,0 0 0-15,0 0 0 16,0 0 0-16,0 0 0 16,0 0-3-16,0 0-14 15,0 0-26-15,0 0-87 16,0 0-166-16</inkml:trace>
  <inkml:trace contextRef="#ctx0" brushRef="#br0" timeOffset="2259.87">14700 8378 298 0,'0'0'86'0,"0"0"-18"15,0 0-44-15,0 0-8 16,0 0 1-16,0 0 0 16,-2 10-7-16,11-10 1 15,2 0 3-15,-1 0 2 16,0 0-1-16,4 0 2 16,5 0 3-16,7 0-6 0,5 0-4 15,9 0 0-15,11 0-3 16,12 1 7-16,16 3 9 15,15 1-6-15,9 3-4 16,5-2-5-16,2 4-5 16,-2-4-2-16,-5 2-1 15,-2-2 4-15,-6-1-3 16,-2-1-1-16,0 1 1 16,-4-3 0-16,2-1-1 15,0 2 0-15,2-1 1 16,1 1-2-16,-6 0 1 15,3 0 0-15,-8 2 0 16,-3 2 0-16,-2-2 0 0,-6 2 1 16,-4-4-1-16,0 0 0 15,-3-2 1-15,1-1-1 16,0 0 2-16,-3 0-2 16,-2 0 2-16,-3-5 1 15,-3 1 3-15,-4-2 0 16,-3 3 3-16,-2 0-7 15,-8 2-1-15,-2 1-1 16,-4 0 2-16,-7 0-1 16,-3 0 1-16,-4 0 1 15,0 0 5-15,-3 0 3 0,6 0 3 16,3 0-6 0,4 0 2-16,6-1 2 0,4-1-4 15,0 1-4-15,1 0 1 16,-7-1-3-16,-6 0 0 15,-9 1 0-15,-5-1 7 16,-8 0 17-16,1-1-15 16,-4 2 0-16,-1-1-4 15,0 1-1-15,0 1 5 16,0-2-5-16,0 2-4 16,0 0 3-16,0 0-4 15,0 0 2-15,0 0-2 16,0 0 1-16,0 0-1 15,0 0-1-15,0 0 0 0,0 0 0 16,0 0-2 0,0 0 0-16,0 0-8 0,0 0-4 15,0 0-7-15,0 0-10 16,0 2-10-16,-9 5 30 16,0 0-6-16,-1 1-46 15,-1 1-25-15,-3-4-41 16,-2-3-125-16</inkml:trace>
  <inkml:trace contextRef="#ctx0" brushRef="#br0" timeOffset="3060.26">15477 8218 107 0,'0'0'93'0,"0"0"-14"0,-98-30-12 16,79 24 1 0,11 2-2-16,5 2 9 0,3 2-27 15,0 0-48-15,1 0 3 16,23 0-3-16,12 0 9 15,14 0 5-15,13 0 0 16,13 0-1-16,16 2-6 16,21 6 5-16,20-1-3 15,19-1 3-15,16 1 7 16,5 0-7-16,0-2-2 16,2 1-1-16,-9-4-5 15,-6 0-2-15,-11-2 7 0,-16 0-6 16,-18 0 1-1,-18-2 4-15,-15-5 0 0,-19 2 2 16,-14 1-8-16,-15 1 0 16,-13 2 1-16,-8-1-2 15,-8 1-1-15,-2-1 0 16,-3 2 0-16,0 0-1 16,0 0-2-16,0 0 0 15,0 0 3-15,0 0 2 16,0 0-1-16,0 0 2 15,0 0-1-15,0 0-1 16,0 0-1-16,0 0-4 16,0 3-114-16,0 8 38 15,-5 0-130-15</inkml:trace>
  <inkml:trace contextRef="#ctx0" brushRef="#br0" timeOffset="3223.91">17683 8303 473 0,'0'0'48'15,"0"0"-6"-15,0 0-16 16,0 0-20-16,0 0-6 16,0 0-84-16,-52 22-65 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02:30.277"/>
    </inkml:context>
    <inkml:brush xml:id="br0">
      <inkml:brushProperty name="width" value="0.05292" units="cm"/>
      <inkml:brushProperty name="height" value="0.05292" units="cm"/>
      <inkml:brushProperty name="color" value="#FF0000"/>
    </inkml:brush>
  </inkml:definitions>
  <inkml:trace contextRef="#ctx0" brushRef="#br0">1631 7009 12 0,'0'0'58'15,"0"0"-24"-15,0 0-25 0,0 0 4 16,0 0-9-16,0 0-4 15,0 0-27-15,-11 2 17 16,8 2 1-16,0 1-9 16,0-2-16-16,-2 2 16 15,5-2 4-15,-1 1 14 16</inkml:trace>
  <inkml:trace contextRef="#ctx0" brushRef="#br0" timeOffset="11956.01">8775 6727 72 0,'0'0'0'16,"0"0"0"-16,0 0-49 16,0 0 49-16,-101-48 8 15,84 37 28-15,1 0-36 0,9-1-4 16,6-1 4-16,1 2 73 15,1 7-73-15,3 2-32 16</inkml:trace>
  <inkml:trace contextRef="#ctx0" brushRef="#br0" timeOffset="34439.74">5934 7758 28 0,'-218'92'14'0,"42"-7"-14"16,36-5 9-16,31-2 12 15,19-3-14-15,16 4-5 16,11 9-2-16,7 5-19 15,2 2 16-15</inkml:trace>
  <inkml:trace contextRef="#ctx0" brushRef="#br0" timeOffset="36755.03">1231 13084 204 0,'0'0'14'0,"0"0"39"16,0 0 7-16,0 0-1 16,0 0 1-16,39-75-34 15,-34 63 24-15,1-1-14 16,-1 2-2-16,-5 1-3 15,0-3 21-15,3 2-20 16,-3-1-10-16,0 1-6 16,0 0-1-16,0 2-1 15,0 1-1-15,0 0-7 16,0 3 5-16,0-3 0 0,0 5-5 16,-3-2 2-16,0 3-8 15,-5 2-2-15,-3 0-5 16,-13 0 2-16,-6 12 0 15,-7 10 3-15,-4 4 2 16,4 5 0-16,3 4-1 16,13 5 0-16,9 4-1 15,12 5-1-15,0 3 2 16,12 5 1-16,6-2 0 16,7-3 1-16,-1-4-1 15,0-6 0-15,-6-6-1 16,0-8 0-16,-8-6 0 15,-5-8 0-15,-5-4-6 0,0-1 0 16,-11-1 0-16,-16 1 6 16,-7-1 0-16,-3 1 2 15,-1-5 7-15,7 0-8 16,7-3 1-16,8-1 0 16,11 0-1-16,5 1 0 15,0 2-12-15,0 4-28 16,5 1 35-16,14 3 3 15,2 4 2-15,-1 6 0 16,0 6 1-16,-3 12-1 16,-3 6 0-16,-3 6 0 15,-6 3 0-15,-4 2 0 0,-1 9 0 16,-6 7 1 0,-19 12-1-16,-8 5 0 0,-6 0 1 15,-3-6 0-15,5 2-1 16,6-4 2-16,11 3-1 15,7-1 11-15,6-4-8 16,2-7 0-16,2-8-1 16,3-7 0-16,3-5-1 15,9-6 0-15,1-5 4 16,-5-10-6-16,-5-9 2 16,-3-3-1-16,0-6-1 15,0-5 1-15,0-2 5 16,0-1 5-16,-8-2 0 15,-2-1-2-15,-2-2-1 16,3 0-3-16,0 0-4 0,5 0 0 16,2-7-1-16,2-3-29 15,0-7-105-15,12-6-228 16</inkml:trace>
  <inkml:trace contextRef="#ctx0" brushRef="#br0" timeOffset="36923.42">1037 15093 317 0,'0'0'142'16,"0"0"-38"-16,0 0-26 0,0 0-15 15,0 0-3 1,0 0-31-16,-30 0-21 0,30 0-8 16,0 0-33-16,0 2-99 15,0 3-39-15,0-5-265 16</inkml:trace>
  <inkml:trace contextRef="#ctx0" brushRef="#br0" timeOffset="47693.49">6613 13003 60 0,'0'0'22'15,"0"0"30"-15,0 0-1 16,0 0-10-16,0 0 3 15,0 0 5-15,43-73-16 16,-34 65-7-16,0-3 10 16,1 1 2-16,-1 0-9 15,0 2-7-15,-3 0 11 0,0 0-8 16,-5 2-5-16,-1-1 7 16,0 0-6-16,0-3-9 15,0 1 5-15,0 2-3 16,-4 0-1-16,-8 1-6 15,-2 3-5-15,-5 3-2 16,-8 0-1-16,-4 0 1 16,-6 13 0-16,-4 2 0 15,-2 2 1-15,1 4-1 16,1 1-1-16,5 7 1 16,12 2-4-16,5 2 2 15,12 4 2-15,3-1-5 16,4 3 4-16,0-3 1 0,15-2-7 15,9-4 7-15,1-3 0 16,1-5-1-16,-1-1 1 16,-4-1 0-16,-9-1-1 15,-3 2 1-15,-9 6 0 16,-6 4 0-16,-25 5 2 16,-13 4 2-16,-8 9 6 15,-6 8 2-15,5-1-9 16,0 2 1-16,2-5-2 15,6-9-1-15,8-10-1 16,12-8 0-16,10-6 0 16,10-7 0-16,5-2-1 15,5-8-1-15,18-1 2 16,9-2-3-16,4 0-8 0,-4 0 8 16,0 0 3-16,-7 0 0 15,1 0 0-15,-6 0 0 16,-7 8-2-16,-9 10 1 15,-4 9 0-15,-17 13 1 16,-15 7 3-16,-9 6-3 16,-2 5 0-16,2 0 1 15,5 3-1-15,6 2 0 16,6 4 4-16,11 2 3 16,5 3-1-16,8 3 1 15,0 5 2-15,12 4 0 16,10 11 0-16,-1 0-5 15,-3-9 0-15,-6-12-4 0,-9-17 3 16,-3-12-3 0,-6-11 2-16,-12-8-1 0,-7-6 1 15,-5-1 1-15,-1-5-1 16,1-3 0-16,11-1-1 16,4-3-1-16,10-5 0 15,5 1-27-15,5-3-68 16,24 0 29-16,18-14-142 15,11-6-100-15</inkml:trace>
  <inkml:trace contextRef="#ctx0" brushRef="#br0" timeOffset="47849.04">6238 15230 161 0,'0'0'135'0,"0"0"-29"16,0 0-43-16,0 0-14 16,-84-9 7-16,65 9-22 15,3 0 3-15,5 0-6 16,7 0 9-16,1 2-25 15,3 5-15-15,0 1-1 16,12 2-37-16,10-4-56 16,4-5-79-16</inkml:trace>
  <inkml:trace contextRef="#ctx0" brushRef="#br0" timeOffset="48026.5">6238 15230 263 0,'39'95'73'0,"-41"-95"45"16,-1-6-12-16,0 3-86 15,3 2-5-15,0 1-15 16,0 0-8-16,0 0-85 16,8 0-99-16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04:14.032"/>
    </inkml:context>
    <inkml:brush xml:id="br0">
      <inkml:brushProperty name="width" value="0.05292" units="cm"/>
      <inkml:brushProperty name="height" value="0.05292" units="cm"/>
      <inkml:brushProperty name="color" value="#FF0000"/>
    </inkml:brush>
  </inkml:definitions>
  <inkml:trace contextRef="#ctx0" brushRef="#br0">846 5245 129 0,'0'0'51'15,"0"0"44"-15,0 0-6 16,0 0-20-16,0 0-44 16,-6-77 8-16,-3 67 0 15,2 0-4-15,1-2-13 16,-3 0 21-16,1 0-30 16,1 2 10-16,-2 3 6 15,6 0-5-15,0 3-5 16,0 1-4-16,3 0 4 15,0 0 23-15,-3-1-26 16,3-1-4-16,0 0 12 16,0 2-10-16,0-2 9 0,0 2-12 15,0 2 5 1,0 0 1-16,0 1-5 0,0 0-6 16,0 0 0-16,0 0-5 15,0 0 1-15,0 0-12 16,3 3 6-16,6 13 9 15,0 4-3-15,0 5 0 16,-2 4 1-16,-1 4 3 16,2 3-1-16,-1-1 4 15,1-3-3-15,1-4 0 16,2-4 0-16,0-4 0 16,-2-3 0-16,4-8-1 15,1-1 1-15,4-5 0 16,11-3 1-16,12 0-1 0,14-20 3 15,10-12 0-15,16-9-3 16,13-7 1-16,6-6-1 16,-3-1 0-16,-3 4 0 15,-18 6 0-15,-10 8 2 16,-14 10-2-16,-19 8 0 16,-12 7 1-16,-11 6 1 15,-7 1-1-15,-3 4-1 16,0 0-3-16,0 1-3 15,0 0-7-15,0 0-16 16,-13 4 11-16,-10 14 10 16,-5 9-30-16,1 2-71 15,4-3-81-15,12-12-106 0</inkml:trace>
  <inkml:trace contextRef="#ctx0" brushRef="#br0" timeOffset="-1702.46">1902 6839 267 0,'0'0'111'16,"0"0"-60"-16,0 0 46 0,0 0-41 15,0 0 4-15,0 0-10 16,0 0 8-16,0 0-3 16,-18-37-31-16,18 32 8 15,0 4-5-15,0 1-21 16,0 0-2-16,0 0-4 16,0 0-4-16,0 0-22 15,0 1-48-15,9 14 26 16,22 5 48-16,21 3 7 15,26 0-5-15,29-2 12 16,21-4 4-16,20-4-10 16,15 0 6-16,15-2-1 15,26 0-2-15,24-1-9 0,12 0 2 16,8 1 2-16,-6 2-6 16,-15-3-1-16,-16 0-9 15,-26-7-4-15,-33-1-2 16,-36-2 14-16,-32 0 2 15,-29 0 7-15,-22-2-5 16,-16-1 7-16,-7-1-1 16,-10 3 19-16,0-1 6 15,0-1-14-15,0-1-5 16,0-1-13-16,0 0 2 16,0 3-1-16,0-1-2 15,0 3 0-15,0 0-1 16,0 0 1-16,0 0-4 15,0 0 4-15,0 0-1 16,0 0 0-16,0 0-2 0,0 0 1 16,0 0-4-16,0 0 5 15,0 0 0-15,0 0 0 16,0 0-27-16,0 0-53 16,0 0-52-16,0 7 66 15,0 0-96-15,-5-6-36 16</inkml:trace>
  <inkml:trace contextRef="#ctx0" brushRef="#br0" timeOffset="7407.85">788 8179 24 0,'0'0'180'16,"0"0"-130"-16,0 0-5 16,0 0 16-16,0 0-14 15,0 0-17-15,0 0 19 16,4-62-41-16,-4 56 16 16,0 2-11-16,0-1-2 15,0 3 3-15,0-3-5 16,0 3 2-16,-4-1 8 15,4-2 8-15,0 1-7 16,-3-4 12-16,3 0-20 0,0-1 2 16,0 0 10-16,0-2-7 15,0 1 3-15,0-1-5 16,0-1 11-16,0 1-4 16,0-2-3-16,0 3-14 15,0-1-2-15,0 5 5 16,0 1 2-16,0 3 2 15,0 2-3-15,0 0-3 16,0 0-6-16,3 0-6 16,7 12-9-16,4 13 15 15,5 6 0-15,-1 5-1 16,3 3 0-16,-2 1-1 16,-4 0 2-16,0-4 1 15,0-4-1-15,0-6 0 16,-3-6-1-16,1-5-4 0,1-4 3 15,-5-4 2-15,4-5 0 16,8-2-1-16,6-4 2 16,16-19-1-16,15-10 1 15,8-9 3-15,9-5-4 16,5 0 1-16,0 0-3 16,-8 5 4-16,-6 1-2 15,-11 7 0-15,-6 5 0 16,-7 3 0-16,-12 7 0 15,-14 6 1-15,-4 6-1 16,-7 1-1-16,-2 2 1 16,-2 0-1-16,-1 1 1 0,2 1-4 15,-2 2-13-15,0 0-64 16,-3 12-7-16,-14 6-12 16,1-6-180-16</inkml:trace>
  <inkml:trace contextRef="#ctx0" brushRef="#br0" timeOffset="7586.89">1732 8040 498 0,'0'0'74'0,"0"0"-32"15,0 0 1-15,0 0-3 0,0 0-14 16,0 0-22-1,-9-5-4-15,9 7-158 0,0 10-91 16,-3 0-10-16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05:42.994"/>
    </inkml:context>
    <inkml:brush xml:id="br0">
      <inkml:brushProperty name="width" value="0.05292" units="cm"/>
      <inkml:brushProperty name="height" value="0.05292" units="cm"/>
      <inkml:brushProperty name="color" value="#FF0000"/>
    </inkml:brush>
  </inkml:definitions>
  <inkml:trace contextRef="#ctx0" brushRef="#br0">7567 2537 353 0,'0'0'39'0,"0"0"5"0,0 0-2 15,0 0-22-15,0 0 52 16,0 0-48-16,0 0 19 16,15-66 13-16,-9 54-17 15,-5 1-26-15,4 1 27 16,-4 0-3-16,1 3-19 16,-2 2-5-16,1-2-4 15,-1 4 1-15,2 1-5 16,-2 1-1-16,0 1 5 15,0 0-9-15,0 0 0 16,0 1-11-16,0 16-9 0,-2 12 15 16,-9 14 5-1,-6 11 1-15,-1 11 0 0,-1 7-1 16,-1-1-2-16,1-1 2 16,4-6 1-16,0-12 1 15,3-13-2-15,6-15 0 16,2-10 0-16,2-9 2 15,2-5-1-15,0 0 8 16,0-5 51-16,0-21-25 16,11-13-35-16,8-7-14 15,-2-6-6-15,-1-3 10 16,-4 2-4-16,-5 0-4 16,4 7 1-16,-4 5-8 15,1 5 6-15,-1 9-3 0,3 3-4 16,-5 9 14-16,3 6 12 15,-1 5-6-15,2 4 5 16,3 0-6-16,7 4 4 16,5 13 3-16,5 4-1 15,2 7 1-15,3 3 0 16,-3 0 0-16,-5-2-1 16,1-7 1-16,-8-5 0 15,-7-7 0-15,-5-5-1 16,-5-2-8-16,-2-3-15 15,0 0 24-15,0-8 32 16,0-12-32-16,0-7-4 16,0-1-12-16,0 2 8 0,0 1 8 15,7 8 1-15,7 2-1 16,4 5-8-16,1 6 8 16,-1 2 3-16,1 2-2 15,0 3 2-15,3 15-3 16,0 9 0-16,0 7 3 15,-4 2-3-15,-1 2 2 16,-2-4-2-16,-4-3 1 16,-5-3-1-16,-1-3 0 15,-5-2-1-15,0-6-25 16,0-3-41-16,0-7-41 16,0-7-44-16,0 0 32 0,3-7 82 15,7-10-67 1,8-2 105-16,-3 2 9 0,0 3 59 15,-7 5 31-15,-2 3 55 16,-6 4-5-16,1 2-54 16,5 0-74-16,-2 8-21 15,2 12-1-15,0 7 1 16,-4 2 0-16,1 3 1 16,-3-3 0-16,0 4 0 15,0 0-1-15,0-3 0 16,0-8-9-16,0-7-86 15,6-13 13-15,6-2-83 16,10-32-119-16</inkml:trace>
  <inkml:trace contextRef="#ctx0" brushRef="#br0" timeOffset="155.03">8522 2431 639 0,'0'0'20'0,"0"0"23"16,0 0-43-16,0 0-99 16,0 0 78-16,-41 86 0 15,23-39-72-15,10-9-73 16</inkml:trace>
  <inkml:trace contextRef="#ctx0" brushRef="#br0" timeOffset="1150.23">8574 2951 430 0,'0'0'109'16,"0"0"-28"-16,0 0-31 15,0 0-47-15,0 0 3 16,110-88-1-16,-65 50 3 0,-2-3-5 16,-4 0 11-16,-11 4-9 15,-16 8 0-15,-9 9-3 16,-3 9-2-16,0 5-3 16,0 6-5-16,-9 0-7 15,-2 13-14-15,-3 16 14 16,-1 12 10-16,-1 12 5 15,-1 6 0-15,5 6 3 16,5 0-3-16,2-4 0 16,5-6 6-16,0-12-1 15,0-13 0-15,0-13-3 16,0-8 2-16,0-4 2 16,0-5 1-16,-1 0 48 0,-17-5 23 15,-3-13-57-15,-13-7-21 16,-2-6-28-16,2-4 4 15,13 2 7-15,15 0 8 16,6 5-5-16,22 4-1 16,22 5-16-16,9-1-26 15,8 1 15-15,5-1 16 16,4-2 10-16,2-1 15 16,-4-2 1-16,-8 1 16 15,-14 2-7-15,-16 1 3 16,-14 4 14-16,-11 3 37 15,-2 3-22-15,-3 2-26 16,0 2 6-16,0 4-9 0,0 3-12 16,-11 3-9-1,-9 22-17-15,-7 13 25 0,-4 13 1 16,5 8 0-16,7 2 3 16,11 0-3-16,8-10 1 15,0-7 3-15,11-10-2 16,-1-13 1-16,-3-9 4 15,-4-8-3-15,-3-4 2 16,0 0 35-16,0 0 13 16,0-2 1-16,-7-13-32 15,-14-8-23-15,-7-2-12 16,2-1-5-16,7 6 12 16,10 3 4-16,9 7-1 15,0 2-9-15,24 1-38 0,15-1-6 16,8 0 39-16,1-1 13 15,1-1 6-15,2 1 1 16,-6-4-4-16,-6 1 4 16,-11 2-3-16,-10 3 2 15,-12 5 17-15,-5 0 21 16,-1 2-23-16,0 0-18 16,0 0-17-16,0 11-25 15,0 11 42-15,-4 5 0 16,-4 3 2-16,1 5 1 15,5-1-3-15,2-2-24 16,9-3-46-16,18-8-36 16,4-8-40-16,7-13-74 0</inkml:trace>
  <inkml:trace contextRef="#ctx0" brushRef="#br0" timeOffset="1748.81">9555 2958 531 0,'0'0'58'16,"0"0"-58"-16,0 0-4 16,0 0 4-16,0 0 0 15,17 98 3-15,1-61 3 0,4 0 3 16,3-4 5 0,4-8-1-16,-4-8-1 0,-4-8 28 15,-3-9 16-15,1 0 7 16,-2-9-3-16,2-14-37 15,-2-10-19-15,-10-6-4 16,-7-1-23-16,-18-2-18 16,-15 6-12-16,-6 4 8 15,6 11 11-15,11 8-3 16,13 6 25-16,9 5 4 16,6 2-10-16,27 0-7 15,15 0 25-15,12 8 16 16,4 6 21-16,-2 3 2 15,-1 5-9-15,-7 4-8 16,-2 4-11-16,-10 0-3 0,-12 2-7 16,-11-8-1-1,-15-3 0-15,-4-7-4 0,-11-3 4 16,-18-6-2-16,-5-3 1 16,3-2-14-16,4-2-18 15,11-20 22-15,13-4 3 16,3-6-39-16,19 0 25 15,13 6 6-15,11 2 16 16,-2 9 2-16,-2 5 6 16,-6 6 10-16,-9 4 8 15,-9 0-12-15,-4 12-14 16,-4 11 5-16,-4 7-2 16,-3 4 2-16,1 0-1 15,-1 2 6-15,5 0-9 0,-2-5 2 16,0-3 0-16,2-6-3 15,-3-6-2-15,1-13-82 16,7-6-128-16</inkml:trace>
  <inkml:trace contextRef="#ctx0" brushRef="#br0" timeOffset="1931.43">9552 2434 671 0,'0'0'0'0,"0"0"-8"15,0 0 8-15,0 0-33 16,84 88-32-16,-78-55-58 16,-6-4-53-16</inkml:trace>
  <inkml:trace contextRef="#ctx0" brushRef="#br0" timeOffset="2498.39">7285 3467 78 0,'0'0'339'15,"0"0"-243"-15,0 0-26 16,0 0-22-16,0 0-12 16,0 0-19-16,134-48 0 15,-47 46 23-15,29 2-2 16,25 3-14-16,25 19-11 15,22 2-5-15,7-1-8 16,10 1 0-16,-8-3 0 16,-18-9 0-16,-18-1 0 15,-15-5 0-15,-21-3 0 16,-18-3 0-16,-19 0 0 16,-26 0 1-16,-24 0-1 15,-20-2 4-15,-11 0-2 0,-7 0 27 16,0-2-29-16,-28 1-16 15,-35-4-140-15,-31-8-100 16</inkml:trace>
  <inkml:trace contextRef="#ctx0" brushRef="#br0" timeOffset="3587.11">8067 2706 81 0,'0'0'83'0,"0"0"-29"16,0 0 16-16,0 0-1 15,0 0-6-15,0 0-41 16,25-38-4-16,-22 35-6 16,-3 1-3-16,0 2-4 15,0 0-5-15,0-3-8 16,0 3-8-16,0 0 2 15,-7 0-2-15,-1 0 6 16,2 0 8-16,0 0 2 16,0 3-1-16,2 4-1 0,-2 0 2 15,3 5 0-15,-3 3 0 16,3 4 2-16,2 8 3 16,-1 5 10-16,2 8 8 15,0 4-4-15,0 1 7 16,0 2-13-16,4 0-1 15,4-2 1-15,-5-1-7 16,3-4-4-16,-5-8 0 16,-1-7 2-16,0-11-4 15,0-2 2-15,0-8 0 16,0-1 1-16,0-3 0 16,-3 0 8-16,-1 0 29 0,-2 0-40 15,-3 0-38-15,4 0-99 16,5 0-249-16</inkml:trace>
  <inkml:trace contextRef="#ctx0" brushRef="#br0" timeOffset="3753.57">8022 3229 404 0,'0'0'124'16,"0"0"4"-16,0 0-74 15,0 0-30-15,0 0-24 16,0 0-93-16,-2-20-53 0,16 20-22 16</inkml:trace>
  <inkml:trace contextRef="#ctx0" brushRef="#br0" timeOffset="31302.95">3992 4374 247 0,'0'0'130'0,"0"0"-45"15,0 0 0-15,0 0 2 16,0 0-40-16,0 0 3 15,0 0-24-15,0 0 20 0,28-49-27 16,-23 43 6 0,-2 3-13-16,0-2 0 0,0 0-2 15,-2 2-5-15,3 1 1 16,-1-3-1-16,0 0-3 16,0-2 2-16,0-3-1 15,2 0-1-15,-2-4 0 16,3-2-2-16,-3-3 1 15,-3-1-1-15,0-1-4 16,-3 1 4-16,-20 3-6 0,-15 0-3 16,-13 4 3-1,-13 4-1-15,-3 7 5 0,3 2-1 16,9 0 3 0,11 14-1-16,5 13-3 0,1 10 3 15,-1 15-2-15,0 15 3 16,6 14 0-16,11 9 0 15,11 5 0-15,11-2-3 16,11-6 0-16,19-13 0 16,9-15 3-16,7-12-14 15,10-16 1-15,8-14-19 16,10-17-86-16,6-1-138 16</inkml:trace>
  <inkml:trace contextRef="#ctx0" brushRef="#br0" timeOffset="32271.2">4166 4521 271 0,'0'0'155'16,"0"0"-1"-16,0 0-44 15,0 0-2-15,0 0-66 16,0 0-42-16,3-21-4 16,-3 39 1-16,0 14 3 15,0 8 0-15,0 5 1 16,0 3 1-16,3-4-1 0,2-5 0 16,1-5-1-16,5-9 0 15,2-7-21-15,9-11 5 16,3-7 13-16,8-3-2 15,4-23 0-15,4-6-10 16,-5-6 15-16,-11 0 0 16,-6 3 4-16,-10 2-1 15,-7 9 23-15,-2 10 12 16,0 7 12-16,0 7-22 16,0 0-28-16,1 6-10 15,4 15 8-15,1 6 1 16,4 4 1-16,2 0-1 15,6-4-8-15,4-2 2 16,-1-6-11-16,5-10-6 0,0-9 11 16,9 0 3-16,8-21 3 15,8-16-17-15,4-8 6 16,-8-6-4-16,-12-2 5 16,-19 2 14-16,-14 9 3 15,-2 7 3-15,-8 8 11 16,-2 14 54-16,1 6-45 15,9 7 8-15,0 3-31 16,0 19-27-16,0 19 26 16,0 14 1-16,7 9 0 15,4 3 1-15,0-4-1 0,-3-12 0 16,0-10-1-16,-4-15 1 16,-1-9 0-16,-3-9 0 15,0-3 0-15,0-5 3 16,0 0 28-16,-18 0 6 15,-20-2-23-15,-9-6-14 16,3-1 0-16,9 1 1 16,17 3-1-16,6 3-4 15,10 0-6-15,2 2-17 16,11-3-20-16,29-2 36 16,17-7 11-16,15-10 1 15,7-8 2-15,-3-7 1 16,1-4 5-16,-5-10-4 0,-9-5 7 15,-11 1-10 1,-18 4 0-16,-14 5 0 0,-8 5-1 16,-12 5 1-16,0 6 13 15,0 11 0-15,-5 9-6 16,5 10 2-16,-7 5-11 16,2 19-37-16,-10 19 35 15,-5 17 2-15,0 15 0 16,-1 8 1-16,7 2 0 15,4-7-1-15,9-14 0 16,1-13-9-16,0-12-22 16,1-10-1-16,1-14-96 15,-2-15-84-15</inkml:trace>
  <inkml:trace contextRef="#ctx0" brushRef="#br0" timeOffset="33184.8">4982 4613 646 0,'0'0'18'16,"0"0"-17"-16,0 0-1 15,0 0 17-15,114 11 22 16,-60-7 5-16,11 1 4 16,11 2-16-16,0-4-25 15,1 5-7-15,-5 0-1 0,-6-5 0 16,-11 1-2-16,-18-2-16 15,-14-2-3-15,-14 0 17 16,-9 3 5 0,0-3 4-16,0 0 10 0,0 0-3 15,0 4-1-15,0 3-10 16,-6 10-3-16,-5 9 3 16,-2 12 1-16,7 5 0 15,6 8 0-15,0-2-1 16,28-5 0-16,8-10 10 15,3-15 2-15,1-12 6 16,-4-7 10-16,1-7 6 16,5-20-8-16,-6-7-23 15,-6-6-3-15,-11-5-4 0,-19-2 4 16,-6 0-38 0,-25-1 15-16,-10 1-31 0,0 7 2 15,9 8 45-15,11 15 7 16,13 8 4-16,7 6 0 15,1 3-4-15,6 0-13 16,18 3 13-16,15 11 17 16,6 3 8-16,5 9-13 15,1 6 2-15,-4 0-6 16,-3 1-2-16,-13 0-4 16,-5-5-2-16,-5-2 1 15,-5-3 0-15,-7-4 0 16,-3-9-1-16,-4-6-3 15,-2-4-9-15,0 0-1 16,0-2 13-16,0-15 0 0,0-3-34 16,0-2 23-16,1 3 11 15,14 4 2-15,9 4-2 16,0 7-12-16,3 4 4 16,-5 0 8-16,-10 0-1 15,-1 9-3-15,-4 5 3 16,-4 3 0-16,3 2 1 15,-5-1-2-15,-1-4 2 16,2-5 1-16,-2-5 0 16,0-4 1-16,1 0 7 15,-1 0 46-15,9-8 0 16,2-12-38-16,9-6-17 0,9-1-4 16,-3 5 0-16,-1 5 4 15,-2 8-5-15,-8 4-3 16,-3 5 3-16,-3 0-2 15,-2 11 4-15,1 12-3 16,-7 7 5-16,-1 7-1 16,0 5 1-16,0-1 1 15,0-3-4-15,0-8-35 16,2-6-4-16,7-10-53 16,4-8-33-16,2-6-177 15</inkml:trace>
  <inkml:trace contextRef="#ctx0" brushRef="#br0" timeOffset="33500.76">6715 4959 535 0,'0'0'95'15,"0"0"-62"-15,0 0-21 16,0 0 49-16,0 0 7 16,0 0-56-16,111-36 5 15,-70 15 1-15,-5 0-10 16,-9-3-3-16,-12 0 6 15,-9-2 2-15,-6 2-9 16,0 0 0-16,-9 7 1 16,-6 7-1-16,-1 10-4 15,-6 0-4-15,-7 17-31 0,-2 17 16 16,0 8 16-16,9 10-2 16,14 1 4-16,8-4 0 15,22-3-3-15,21-13 4 16,5-12 0-16,16-8-5 15,6-9-44-15,3-4-112 16,-4-12-202-16</inkml:trace>
  <inkml:trace contextRef="#ctx0" brushRef="#br0" timeOffset="34084.42">7048 4821 567 0,'0'0'190'0,"0"0"-179"16,0 0-11-16,0 0 0 16,50 74 9-16,-36-36 31 15,2 4-20-15,-1-2 16 16,-4-6-18-16,-5-8-2 16,-3-11-11-16,-3-7-2 15,0-5-3-15,0-2 1 16,0-1 0-16,0 0 3 15,0-7 10-15,-3-17 2 16,-3-7-16-16,3-4-9 16,3 1-22-16,3 0 17 15,25 6 3-15,8 3-4 16,7 6 4-16,4 1 3 0,3 4 6 16,1-2-1-16,-2 1 3 15,-1 0 0-15,-4-1 3 16,-2 0-2-16,-10 0 2 15,-11 4 0-15,-10 3 11 16,-7 4 4-16,-4 4-10 16,0 1-8-16,0 0-4 15,0 0-18-15,-5 13-24 16,-13 8 43-16,-4 8 2 16,5 2 1-16,3 1 1 15,8 0-1-15,6 0 2 16,0 2 1-16,2-1-2 15,13-4 1-15,-1-5 3 0,-5-9-5 16,0-4 1-16,-6-9-1 16,-3-2 2-16,0 0 2 15,-12 0 2-15,-19 0 5 16,-17-5-11-16,-12-1 0 16,6 4 0-16,12 2-11 15,16 8-66-15,14 11-94 16,12 1-97-16</inkml:trace>
  <inkml:trace contextRef="#ctx0" brushRef="#br0" timeOffset="34649.44">7773 4970 456 0,'0'0'93'0,"0"0"-24"16,0 0-15-16,0 0-22 16,0 0-5-16,91-6-6 15,-44 6 14-15,18 2-3 16,14 2-1-16,8-3-10 0,6-1-6 15,-5 0-4 1,-8 0-2-16,-2-9-8 0,-6-2-1 16,-8-1 1-16,-9-4-1 15,-9 1 0-15,-16-1-10 16,-15-1-16-16,-10-3 20 16,-5-1-12-16,-11-2-4 15,-17 1-23-15,-5 4 32 16,1 5 13-16,9 10 0 15,9 3-3-15,7 2-15 16,7 13-26-16,6 5 29 16,24 2 11-16,13 2 4 15,6 2 8-15,-1-4 8 16,-10-2 1-16,-8-4 0 0,-4-5 26 16,-11-2-19-16,-9-1 1 15,-6-2-24-15,0 0-1 16,0 3-8-16,-24 4 8 15,-12 3 1-15,-4 1-1 16,1 0-19-16,12 3-52 16,11-4-71-16,16-11-136 15</inkml:trace>
  <inkml:trace contextRef="#ctx0" brushRef="#br0" timeOffset="41409.47">3792 5554 375 0,'0'0'25'16,"0"0"49"-16,0 0 13 0,0 0 40 15,0 0-43 1,0 0-44-16,0 0-40 0,22-34-15 16,-22 62 15-16,0 15 0 15,-6 19 12-15,-13 9-2 16,-4 7-4-16,-2-3 3 15,6-13-5-15,2-9-2 16,4-9 0-16,4-10 1 16,1-8-3-16,3-9-50 15,5-14-118-15,0-6-134 16</inkml:trace>
  <inkml:trace contextRef="#ctx0" brushRef="#br0" timeOffset="41907.82">3892 5520 528 0,'0'0'27'16,"0"0"59"-16,0 0 27 15,0 0-107-15,0 0-5 16,98 0 5-16,-74 25 8 16,1 8 7-16,-5 9-14 15,-4 1-3-15,-5 6-3 0,-1-7 5 16,-1-8-4-16,-3-9 1 16,-3-13-3-16,-1-4 0 15,1-8-4-15,0 0-8 16,5-24 12-16,3-18 0 15,1-10-49-15,4-7-5 16,-1 3 54-16,3 13 5 16,9 7 20-16,0 13-22 15,1 7 4-15,0 10-1 16,-5 6-1-16,2 0-2 16,-1 20 0-16,-3 12 12 15,-9 11 1-15,-9 18-16 0,-3 14 12 16,0 4-5-16,-12-1 2 15,1-10-6-15,6-10-2 16,0-10-1-16,5-10-26 16,0-10-43-16,0-11-70 15,3-17-161-15</inkml:trace>
  <inkml:trace contextRef="#ctx0" brushRef="#br0" timeOffset="42410.47">4827 5900 432 0,'0'0'144'0,"0"0"-1"16,0 0-56-16,0 0-23 16,0 0-32-16,0 0-23 15,-31-64-7-15,22 67-2 16,-5 20-4-16,-5 15 4 16,8 13 2-16,5 5-2 0,6 2-11 15,14-7-29-15,26-13 17 16,8-14 12-16,7-17-9 15,-1-7 19-15,-5-14 0 16,-13-17 1-16,-11-8 5 16,-16-3 14-16,-9 1 15 15,0 1-26-15,-10 9 22 16,-8 9-12-16,4 8-11 16,7 8-1-16,2 6-6 15,5 2-4-15,0 18-25 16,0 12 25-16,0 7 4 15,9 5 0-15,15-2-1 16,6-3-11-16,9-10-12 16,4-10-19-16,5-12-26 15,-2-7-32-15,-4-13-57 16</inkml:trace>
  <inkml:trace contextRef="#ctx0" brushRef="#br0" timeOffset="43061.85">5319 5949 495 0,'0'0'150'0,"0"0"-95"16,0 0-55-16,0 0 0 16,0 0 32-16,0 0 1 15,15 96-13-15,-10-66-3 16,-1-6-1-16,3-5-3 0,-2-6-2 16,-2-7-5-1,0-3-2-15,-1-3-1 0,1 0 3 16,7-15 6-16,5-17-12 15,6-11-70-15,7-9-23 16,-4 0 22-16,3-2 25 16,6 1 46-16,4-4 1 15,0 1 7-15,-1 5 10 16,0 5 21-16,-6 15 43 16,-8 12-29-16,-8 11-19 15,-4 8-22-15,-4 5-12 16,-3 23-3-16,-3 17-1 15,0 13 4-15,0 6 4 16,-12 3-3-16,3-5 0 16,0-3 4-16,9-4-3 15,0-7 0-15,0-6 0 16,7-8-2-16,10-10 3 0,-2-7-3 16,1-11-1-16,1-6-38 15,2-4-2-15,0-23 9 16,-1-6-24-16,-3-6 52 15,-3-2 4-15,-4 1 15 16,0 6 4-16,-1 4 1 16,-3 8 4-16,-1 7 3 15,0 6-1-15,-3 4-8 16,0 3-3-16,0 2-6 16,0 0-9-16,0 0-10 0,0 7-8 15,0 9 13 1,-3 2 4-16,-5 4 1 0,2 2 1 15,2 2 0-15,4-2-1 16,0 0 0-16,2-2 4 16,20-3-2-16,5-4-2 15,9-3 2-15,-1-4-1 16,-2-1-1-16,-2-2-51 16,-8-3-94-16,-7-2-220 15</inkml:trace>
  <inkml:trace contextRef="#ctx0" brushRef="#br0" timeOffset="43607.64">6238 5995 753 0,'0'0'18'16,"0"0"24"-16,0 0-34 15,0 0-8-15,0 0-8 16,0 0 8-16,72-12 1 15,-42 10 1-15,1-11-1 16,0-4 2-16,-1-3-2 16,-3-3 4-16,-11 1-5 15,-7 2 1-15,-9 1-1 16,0 5-2-16,-22 4-13 0,-1 5 7 16,-4 5 8-1,2 3-5-15,-2 18 3 0,-1 8 0 16,6 8 2-16,7 2-1 15,10 4 1-15,5 0-1 16,12-6-2-16,24-8 3 16,18-12 1-16,9-15 5 15,7-2-4-15,4-19-2 16,-7-15-1-16,-6-9-17 16,-9-4 13-16,-14-1 3 15,-13-5-1-15,-20-2-7 16,-5-4-12-16,-24 3 17 15,-9 13 5-15,2 14 9 16,10 17 4-16,10 12 12 16,1 3-25-16,-3 33-16 0,-7 17 15 15,-4 14 1-15,2 11 0 16,10 4 0-16,12-3 1 16,0-5 0-16,20-14 0 15,6-14-2-15,-2-17-29 16,-6-18-86-16,-5-11-114 15</inkml:trace>
  <inkml:trace contextRef="#ctx0" brushRef="#br0" timeOffset="44024.2">6533 5995 349 0,'0'0'397'0,"0"0"-333"15,0 0-29-15,0 0-19 0,61-78-15 16,-10 59 6-16,10-1 6 15,9 2-4-15,1 0-2 16,3 1-7-16,-2-2 0 16,-7-1-1-16,-3-3-5 15,-6-5-23-15,-9 0-27 16,-12-1-19-16,-18 5-8 16,-13 2 52-16,-4 10 13 15,0 2 18-15,-3 6 1 16,-1 4 13-16,-1 0-14 15,-4 23-15-15,-4 19 15 16,1 13 0-16,0 10 4 0,8 0 3 16,4-7 4-1,0-9-3-15,20-9-6 0,2-9 30 16,1-10 29 0,-8-9-30-16,-4-4-10 0,-7-6-2 15,-4-2-10-15,0 0 1 16,0 0-7-16,-10 0 6 15,-26 0-9-15,-13 5 0 16,-5 8-25-16,12 2-27 16,21 4-66-16,21 0-89 15,24-6-132-15</inkml:trace>
  <inkml:trace contextRef="#ctx0" brushRef="#br0" timeOffset="44490.97">7713 6031 394 0,'0'0'124'0,"0"0"-89"15,0 0-23-15,0 0 8 16,0 0-8-16,0 0 0 16,-4-9 60-16,44 9 19 15,22 0-10-15,28 0-48 16,12-1-13-16,6-2-9 15,-2-1-8-15,-11-3-2 16,-11-3 3-16,-18-1-4 16,-18-2-3-16,-19-1 1 15,-15-3-12-15,-11-1-14 0,-3-3 5 16,-15-1 19-16,-15 2-11 16,-7 6 12-16,4 6-4 15,3 8 6-15,8 0 0 16,6 8-18-16,6 11-11 15,6 1 22-15,4 8 5 16,4 2 1-16,22 1 2 16,7 1 0-16,1-1 9 15,-1-6-8-15,-8-6 3 16,-10-6-2-16,-6-9 3 16,-9-2-4-16,0-2-1 15,0 0 9-15,-21 2-8 16,-22 4-1-16,-12 3-10 0,-8 4-63 15,19-2-93-15,28-7-353 16</inkml:trace>
  <inkml:trace contextRef="#ctx0" brushRef="#br0" timeOffset="46050.45">4958 5961 122 0,'0'0'106'0,"0"0"-16"16,0 0 7-16,0 0-26 15,0 0-17-15,0 0-28 16,0 0 12-16,0-63 2 15,0 56-11-15,0 0-2 16,-1 1-5-16,-1 2-14 16,-5 1-5-16,-5 3-3 15,-10 0-7-15,-13 1-35 16,-5 13-26-16,-5 3-35 16,8-6-115-16</inkml:trace>
  <inkml:trace contextRef="#ctx0" brushRef="#br0" timeOffset="52399.75">3753 6805 276 0,'0'0'141'16,"0"0"-34"-16,0 0-6 15,0 0-30-15,18-77-53 16,-17 70 17-16,1 2 1 15,-1 2-25-15,1 3-6 16,-2 0-5-16,1 0-7 16,1 25-11-16,1 17 13 15,-1 17 2-15,-2 11 3 0,0 10 1 16,0-2 2-16,-8-1-2 16,-1-3 1-16,-1-7-1 15,2-10 0-15,-1-13 1 16,2-10-1-16,1-12 2 15,1-11 0-15,4-6-3 16,-4-5-6-16,-1 0-25 16,-4-4-43-16,1-22-254 15</inkml:trace>
  <inkml:trace contextRef="#ctx0" brushRef="#br0" timeOffset="54430.28">3661 6657 538 0,'0'0'44'15,"0"0"18"-15,0 0-14 16,89-46-33-16,-47 46-13 16,11 21-2-16,9 9 2 15,-1 10 4-15,-3 5-5 16,-13 10-1-16,-21-4-1 15,-17-2-1-15,-7-7 2 16,-21-7 6-16,-18-5 6 16,-13-1 1-16,-9-5-3 15,-2-7-9-15,7-4 4 0,14-6-4 16,8-6 3-16,14-1 0 16,9 0-2-16,3 0 1 15,8 0-3-15,0 0-1 16,20 0-42-16,23 0-3 15,16-1 29-15,14-2 14 16,2 0 3-16,2 3 4 16,-3 0 13-16,-4 5 12 15,-6 12-14-15,-13 7-2 16,-17 5-13-16,-18 5-3 16,-11 2 2-16,-5-3 1 15,-8-2 1-15,-14-5-1 16,-5-4-1-16,-1-6-12 0,1-8 3 15,4-7 1 1,1-1-3-16,7-4 8 0,3-15-7 16,7-8-28-16,5-4 7 15,8-1 30-15,19-1 2 16,13 4 2-16,5 6 3 16,3 5 9-16,1 5 8 15,-9 7 26-15,-7 5 0 16,-12 1 0-16,-2 0-17 15,-5 13-20-15,2 6-5 16,1 5-3-16,2 5-2 16,-2 0-1-16,0-3 3 0,0-1 0 15,1-7-3 1,-2-7 1-16,-1-5 5 16,3-6-4-16,1 0 1 0,5-14-3 15,-2-9-1-15,-6-9-21 16,-13-6 6-16,-3-4-29 15,-22-2 11-15,-9 1 27 16,-3-1 7-16,-2 5 5 16,8 3-5-16,8 0 1 15,6 4 2-15,12 1-2 16,2 4 2-16,27 3-2 16,22 3-1-16,12 2-9 15,8 5 6-15,1 3 3 16,0 2 0-16,-4 3 0 15,-4 4 2-15,-8 2-1 0,-10 0 10 16,-10 7 4-16,-9 13-8 16,-4 11-7-16,-8 9 0 15,0 12 5-15,-5 7-1 16,-2 3 4-16,-3 0 1 16,2-4-7-16,-2-6 0 15,-2-9-1-15,2-13 0 16,-3-9 0-16,1-11 1 15,-1-5-1-15,0-5 2 16,0 0 9-16,-4-10 39 16,-17-13-40-16,-9 0-11 15,0-1 2-15,5 7-1 0,6 6-1 16,14 10 2-16,2 1-2 16,2 8-14-16,1 17-3 15,0 4 12-15,25 0-8 16,17-2 5-16,10-7 4 15,11-8-1-15,4-8 5 16,3-4 0-16,-5-11-2 16,-8-19 2-16,-6-6 2 15,-15-4-2-15,-14-2 4 16,-10 5 13-16,-9 4-4 16,-3 12 4-16,0 10 4 15,0 7-10-15,0 4-8 16,0 0-3-16,0 12-15 0,0 12 15 15,0 5 0-15,0 3 0 16,6 0-1-16,3-2 1 16,6-5 0-16,0-4 0 15,-2-5-2-15,1-5-13 16,-7-5-6-16,-2-6-8 16,-5 0-15-16,0 0 44 15,0-11 8-15,0-4-7 16,0 1 25-16,0 4 11 15,0 5 5-15,0 3-16 16,0 2-18-16,0 0-8 16,0 0-8-16,0 0 1 15,0 0 7-15,4 5 4 16,0 0-3-16,1 2-1 0,-4-4 0 16,1-3 1-16,-2 0-1 15,0 0 1-15,0 0 2 16,0 0 1-16,0 0 0 15,0 0-2-15,0-10-1 16,0 3-1-16,-5 4-3 16,2 0 1-16,1 1-1 15,2 2-3-15,0 0 2 16,0 0-2-16,0-2 4 16,0 2 2-16,0-1 1 15,-1 0-1-15,1-2 4 16,0-1-2-16,-1-7-1 15,1-6-1-15,0-2 1 0,0-5-2 16,0 0 2 0,0-1-1-16,0 3 0 0,0 5 1 15,0 5 0-15,0 5 2 16,0 4 1-16,0 2-4 16,0 1-3-16,0 0 1 15,0 0-2-15,0 1-3 16,1 10 3-16,2 5 4 15,3 2 0-15,-1 1 1 16,4-2-1-16,-1-1 0 16,-1-2 0-16,-1-1 0 15,0-5-3-15,0-1 3 0,1-4 0 16,-2-1 0-16,-4-1-1 16,1-1 0-16,-2 0-5 15,0 0-5-15,0 0 3 16,0 0 3-16,0 0 5 15,0 0 2-15,0 0 3 16,0 0 9-16,0 0-4 16,0 0 2-16,0 0-5 15,0 0-5-15,0 0 0 16,0 0-4-16,0 0 0 16,0 0 2-16,0 0 4 15,0 0-4-15,0 0 0 16,0 0 0-16,0 0 0 15,0 0 0-15,0 0 0 16,0 0 0-16,0 0 0 0,0 0 1 16,0 0-1-16,0 0 0 15,0 0-18-15,-14 0-83 16,-4 0-77-16,-1 0-111 16</inkml:trace>
  <inkml:trace contextRef="#ctx0" brushRef="#br0" timeOffset="54912.53">5750 7096 376 0,'0'0'194'0,"0"0"-55"0,0 0-56 16,0 0-11-16,0-79-19 15,0 73-29-15,0 6-3 16,0 0-16-16,0 0-5 16,0 3-9-16,3 17 3 15,2 10 6-15,1 9 1 16,1 4-1-16,1 1 0 16,-1-6-2-16,2-8-8 15,4-9-10-15,4-6 4 0,8-10 10 16,10-5 3-1,6-3 1-15,6-19-2 0,-1-11-2 16,-9-6 6-16,-9-2 5 16,-8 0 7-16,-11 3 7 15,-5 7-1-15,-2 5 0 16,-2 12 1-16,0 6-2 16,0 5-1-16,0 3-16 15,0 0-6-15,0 9-10 16,0 16-2-16,0 12 17 15,0 7 0-15,0 6-13 16,9-3-12-16,10-7 2 16,12-10-32-16,11-16-29 15,10-11-4-15,11-3-35 0,1-29-194 16</inkml:trace>
  <inkml:trace contextRef="#ctx0" brushRef="#br0" timeOffset="55429.24">6596 7074 455 0,'0'0'205'15,"0"0"-48"-15,0 0-95 16,0 0-58-16,0 0-4 16,0 0-15-16,18 0 15 15,-8 22 1-15,-2 2-1 16,-2-8 2-16,0-3-1 16,-4-6-1-16,3-4 0 15,-5-3 2-15,3 0 4 16,2-10 3-16,1-7-9 15,-5-5-5-15,-1 4 2 16,-1 0 1-16,-10 6 2 0,1 4 4 16,1 8-4-16,0 0-3 15,-1 7-3-15,-4 16 5 16,5 8 1-16,7 10-1 16,2 5-2-16,19 2 2 15,22-4-2-15,20-13 3 16,17-11-19-16,19-16 11 15,10-6 0-15,-5-26-13 16,-13-12-5-16,-15-6-11 16,-21-4-15-16,-20-1 52 0,-19 1 0 15,-14-1 5 1,-22 1 0-16,-21 2 14 0,-3 7-1 16,10 17 16-16,14 11-1 15,10 13-21-15,3 10-12 16,0 24-7-16,-5 15 7 15,0 11 0-15,5 6 0 16,6 9-1-16,3 0 1 16,0 0 1-16,12-14-1 15,4-14-22-15,-1-17-38 16,0-15-34-16,-5-15-65 16,-4-5-238-16</inkml:trace>
  <inkml:trace contextRef="#ctx0" brushRef="#br0" timeOffset="55832.48">6966 7187 566 0,'0'0'152'0,"0"0"-42"0,0 0-70 15,0 0-30-15,0 0-10 16,0 0 0-16,109-58 4 16,-47 51 0-16,4-2-1 15,-2-1 0-15,-2-3-3 16,-3 0 0-16,-2-3 0 15,-13-3 0-15,-6 2-10 16,-7-2-13-16,-4092 0 4 16,8152 2 19-16,-4085 0 4 15,-5 6-2-15,-1 5 2 0,0 3 20 16,0 3-17-16,0 3-7 16,0 26-71-16,-1 14 63 15,-8 14 8-15,0 7 1 16,3 0-1-16,1-4 0 15,4-11 0-15,1-9 0 16,1-12 0-16,16-8 5 16,-1-7 3-16,-4-6 3 15,-6-3-4-15,-4-4-7 16,-2 0-6-16,0 0 2 16,-39 0-18-16,-30 0-138 15,-28 0 20-15,-13 6-16 16,5 7 16-16</inkml:trace>
  <inkml:trace contextRef="#ctx0" brushRef="#br0" timeOffset="56461.69">5259 7166 250 0,'0'0'86'15,"0"0"-15"-15,0 0-38 16,0 0 3-16,0 0-21 15,0 0 2-15,-41-53 47 16,26 47-14-16,-8 6-5 0,-7 0-19 16,-2 8-26-1,1 17-3-15,7 8 1 0,15 6-7 16,9 5-3-16,6 2-7 16,34-5 6-16,30-10-19 15,24-16-80-15,33-15-306 16</inkml:trace>
  <inkml:trace contextRef="#ctx0" brushRef="#br0" timeOffset="57006.17">8945 7603 607 0,'0'0'177'0,"0"0"-127"16,0 0-33-16,0 0 2 15,-65-79-12-15,36 52-6 16,-4-6-1-16,-1-3-1 15,-2-6-14-15,3 1-19 16,8 1-82-16,9-2-2 16,16 3-127-16</inkml:trace>
  <inkml:trace contextRef="#ctx0" brushRef="#br0" timeOffset="57210.46">8793 7149 107 0,'0'0'40'0,"0"0"-6"15,12 86 49-15,-18-49-8 16,-18 2-22-16,-10-1 24 15,-5-4-8-15,-4 0-22 16,-3-5-15-16,4-4-4 16,7-4-20-16,10-2-4 15,12-3-4-15,10-1-2 16,3-1-5-16,44-3 7 16,30-1 1-16,34-8-1 15,28-2-11-15,7-7-197 16</inkml:trace>
  <inkml:trace contextRef="#ctx0" brushRef="#br0" timeOffset="57527.19">9515 7070 213 0,'0'0'539'16,"0"0"-486"-16,0 0-48 15,0 0-5-15,0 0-26 16,0 0 26-16,-30 66 0 16,30-17 0-16,19 7 3 15,9 2 1-15,6-3-1 16,-3-6 0-16,-8-10 1 0,-7-10-4 16,-7-10 1-1,-6-9-1-15,-3-6 2 0,0-4 2 16,-15 0 5-16,-34 0 4 15,-18 0-10-15,-9 0-3 16,5 0 0-16,19 0-8 16,13 0-61-16,14 6-106 15,19 3-142-15</inkml:trace>
  <inkml:trace contextRef="#ctx0" brushRef="#br0" timeOffset="57845.66">9837 7489 450 0,'0'0'173'0,"0"0"-56"16,0 0-43-16,0 0-19 15,0 0-23-15,0-76-8 16,0 66-11-16,0 2-4 16,14-1-9-16,1-3-1 15,1-4 1-15,3 0 0 16,-5-2 0-16,-8-1-1 15,-5 2-1-15,-1 1 0 16,-3 6 1-16,-13 1-6 16,-8 9 2-16,0 0-11 15,0 18 2-15,5 15-5 16,7 8-6-16,12 9 2 0,12 2 3 16,36-4-12-1,25-10-20-15,16-11-25 0,7-12-17 16,-2-15-79-16,-8 0-156 15</inkml:trace>
  <inkml:trace contextRef="#ctx0" brushRef="#br0" timeOffset="58159.38">10185 7319 809 0,'0'0'22'0,"0"0"-22"16,0 0-14-16,-2 78 14 15,2-39 3-15,6-2 5 0,9-4 4 16,3-3-2-16,0-6 8 16,-3-2-12-16,-3-8 0 15,-5-8-2-15,-4-5 2 16,-3-1-3-16,3 0 6 16,3-14 19-16,6-12-27 15,2-8-1-15,5-3-14 16,3 1 14-16,4 4 0 15,7 8 0-15,6 7-6 16,5 9-9-16,2 8-39 16,4 0-57-16,3 3 8 15,-5 5-29-15,-3-3-140 16</inkml:trace>
  <inkml:trace contextRef="#ctx0" brushRef="#br0" timeOffset="58526.91">10805 7395 682 0,'0'0'149'0,"0"0"-77"16,0 0-70-16,0 0-2 15,0 0-7-15,0 0 7 16,37 92 0-16,-24-54 2 16,-1-1-2-16,1-6 0 15,-3-9-3-15,2-8-17 16,-4-9-5-16,5-5-11 0,11-7 30 15,12-21 5-15,8-6-104 16,0-6 76 0,-8 2 28-16,-8 4 2 15,-6 8 13-15,-6 10 16 0,-6 5 12 16,-4 11-19-16,-2 0-23 16,1 3-7-16,2 14-1 15,-4 9 6-15,0 6 0 16,-3 0 2-16,0-2 0 15,0-3 0-15,0-5 4 16,0-7-4-16,0-5-6 16,0-8-76-16,0-2-85 15,12-17-80-15</inkml:trace>
  <inkml:trace contextRef="#ctx0" brushRef="#br0" timeOffset="58686.65">11205 7045 749 0,'0'0'15'16,"0"0"-15"-16,0 0-1 15,0 0-81-15,0 0 79 16,19 94-1-16,-2-45-43 16,9-2-64-16,15-12-119 15</inkml:trace>
  <inkml:trace contextRef="#ctx0" brushRef="#br0" timeOffset="59025.4">11618 7338 585 0,'0'0'149'15,"0"0"-21"-15,0 0-68 16,0 0-36-16,0 0-24 16,0 0-7-16,3 2-6 15,1 15 8-15,7 3 5 16,6 3 0-16,3-6-9 15,-2-6 2-15,-4-8-2 16,-3-3 9-16,-1 0 0 16,-3-9 0-16,-7-6-4 15,0-3-4-15,-7-1-5 16,-8 5 4-16,6 5 9 0,0 7 11 16,-2 2-11-1,-2 7-8-15,-8 16 7 0,-3 12 1 16,3 4 0-16,2 7-1 15,8-2 0-15,10-10-7 16,1-5-35-16,23-15 5 16,18-5 14-16,13-9-35 15,10-1-104-15</inkml:trace>
  <inkml:trace contextRef="#ctx0" brushRef="#br0" timeOffset="59657.53">11790 7611 300 0,'0'0'200'16,"0"0"-118"-16,83-16-36 15,-46 6-38-15,2-3-7 16,-1-1-1-16,3-5-10 15,-5-1-21-15,-9-2-36 16,-12-1 18-16,-15 1 19 16,-3-1-10-16,-27 2 40 15,-6 4 5-15,3 6 52 0,8 5 40 16,3 6-43 0,7 0-52-16,-1 16-2 0,0 11-2 15,2 5 2-15,9 6 0 16,5-1 0-16,5-5 4 15,20-9 1-15,6-7 20 16,7-9 2-16,11-7-14 16,10 0 1-16,12-13-3 15,0-11-7-15,-8-5 4 16,-15-6-8-16,-18-5-4 16,-17-4-23-16,-13-4-11 15,0-3 21-15,-23 0 12 0,3 8 5 16,6 9 19-1,8 15 41-15,6 14-53 0,0 5-7 16,0 12-148 0,11 20 143-16,11 6 5 0,3 8 4 15,-1 0-2-15,2 0 1 16,-1-7 0-16,-3-6 4 16,-7-5 34-16,-6-8-11 15,-6-5-11-15,-3-5-8 16,0-2-3-16,-18 1-4 15,-16 1 0-15,-20-1 3 16,-10 1-7-16,1 0-27 16,10-1-48-16,22-2-17 15,23-6-160-15</inkml:trace>
  <inkml:trace contextRef="#ctx0" brushRef="#br0" timeOffset="60124.46">13034 7540 634 0,'0'0'84'16,"0"0"-17"-16,0 0-19 16,0 0-22-16,0 0 8 15,0 0-17-15,37-8-8 16,14 8-8-16,14 0 1 0,7 0-2 15,4 4-1 1,0-1-3-16,2-3-12 0,-11 0 8 16,-12 0-5-16,-18-10 5 15,-19-3 7-15,-12-6-2 16,-6-5-5-16,-13-4-18 16,-23-4-21-16,-4 2 16 15,1 7 31-15,12 8 15 16,8 15-8-16,8 0-7 15,1 13-15-15,5 15 13 16,5 8-2-16,11 3-4 16,23 0 8-16,5-3 1 15,0-7-1-15,-5-5 7 0,-10-7-6 16,-6-8 4 0,-9 0-3-16,-8-5-2 0,-1-1 0 15,-1 0-2-15,-31 1-6 16,-17 3 5-16,-13 2-17 15,-7 6-47-15,11-1-103 16,16-1-152-16</inkml:trace>
  <inkml:trace contextRef="#ctx0" brushRef="#br0" timeOffset="70780.47">4544 8063 112 0,'0'0'79'0,"0"0"-71"16,0 0-4-16,0 0-3 15,0 0-1-15,0 0 2 16,0 0 44-16,-80-20 39 16,78 17-35-16,-1-1-21 15,0-1 8-15,0 0 19 16,0-1-10-16,-2 1-24 0,-4-2-18 16,-3 2-3-1,0-2-1-15,-1 3-1 0,6 1 1 16,2 3 4-16,5-3 11 15,-3 3 3-15,3 0 13 16,-3 0 5-16,3 0 1 16,0 0 4-16,0 0-15 15,0 0-26-15,0 0-10 16,16 0 4-16,31 0 6 16,29 8 12-16,34-2 6 15,19 3-4-15,14-3-10 0,3 1-1 16,-9-3 0-1,-6-1-6-15,-16-3 1 0,-24 0-6 16,-28 0-12-16,-23 2-20 16,-36 3-63-16,-17-1-158 15,-41-2 65-15</inkml:trace>
  <inkml:trace contextRef="#ctx0" brushRef="#br0" timeOffset="70999.48">4915 8074 637 0,'0'0'92'0,"0"0"-92"0,0 0 0 16,10 86 3-1,-10-33-1-15,0 10 3 0,-1 8-4 16,-9 4-1-16,2 0 0 15,-1-4-2-15,2-7-62 16,7-17-86-16,0-15-161 16</inkml:trace>
  <inkml:trace contextRef="#ctx0" brushRef="#br0" timeOffset="71347.89">5185 8572 679 0,'0'0'90'16,"0"0"-83"-16,0 0 0 15,0 0-5-15,0 0 11 16,119 4 3-16,-68-10 3 16,3-13-4-16,1-4-10 15,-4-4-3-15,-5-4-1 16,-13 0 2-16,-17 2-1 15,-16 4-2-15,-1 4-4 16,-34 6 3-16,-8 8 1 16,-6 7-2-16,9 3-1 15,10 20 2-15,9 7-3 16,10 8 1-16,10 7-4 16,1 2-2-16,10 1-12 0,22-1-13 15,19-7-27-15,17-10-9 16,14-12 15-16,6-17-147 15</inkml:trace>
  <inkml:trace contextRef="#ctx0" brushRef="#br0" timeOffset="71912.44">5941 8499 617 0,'0'0'124'0,"0"0"-55"0,0 0-69 15,0 0-7-15,0 0 2 16,0 0 4-16,-45 83 1 16,34-45 4-16,5-4-2 15,3-2 0-15,3-3 1 16,4-6-3-16,26-8-10 16,16-11 1-16,20-4 8 15,13-14-37-15,6-19-15 16,1-12-38-16,-14-5 31 15,-15-3 60-15,-19 2 3 16,-20-7 45-16,-16 2 32 16,-2 1 10-16,-11 7-4 15,-8 11-19-15,5 13-24 16,4 14-15-16,6 10-28 0,-2 6-4 16,0 28-12-16,-9 18 16 15,1 11 1-15,1 0-1 16,3-5-1-16,7-9-7 15,3-8-10-15,0-8 0 16,1-11-3-16,11-7-8 16,0-9 2-16,0-6-7 15,7 0 7-15,0-6-41 16,-3-7 34-16,0-1 32 16,-6 6 2-16,-6 4 1 15,0 4 7-15,-1 0-8 16,4 0-10-16,-1 10 10 0,3 7 1 15,-1 4-1 1,2 6 0-16,-1 5 4 0,3 6-4 16,-3-2 0-16,-3-6-7 15,-3-8-103-15,1-15-144 16</inkml:trace>
  <inkml:trace contextRef="#ctx0" brushRef="#br0" timeOffset="72279.3">6632 8637 651 0,'0'0'44'15,"0"0"-40"-15,0 0-4 0,0 0 3 16,14 81 13 0,-9-53-4-16,3 0-4 0,-2-3 0 15,0-9-7-15,-1-3 5 16,1-8-6-16,-3-3 5 15,2-2 8-15,7-4 25 16,10-16-38-16,7-6-22 16,-3-2-15-16,-6 3 34 15,-5 5 3-15,-8 7 3 16,-4 7 10-16,0 6 18 16,-3 0-31-16,2 0 0 15,-1 12-13-15,2 9 13 0,0 6 0 16,-3 2 2-1,6 8-2-15,3-1 0 0,6-1 0 16,5-5-2-16,1-6-84 16,9-11-5-16,10-9 0 15,9-4-94-15</inkml:trace>
  <inkml:trace contextRef="#ctx0" brushRef="#br0" timeOffset="72695.27">7217 8792 625 0,'0'0'184'0,"0"0"-102"15,0 0-38-15,0 0-33 16,0 0-11-16,0 0-10 16,0-22 7-16,0 41 3 15,0 3 0-15,0 0 0 0,6-5 0 16,5-6-2-16,1-5 3 16,5-6-1-16,-1-3 8 15,4-21-2-15,3-8-6 16,-3-8-21-16,-5-6-18 15,-9-5-7-15,-6-5-31 16,-8-5-1-16,-14-1 37 16,0-2 41-16,8 7 19 15,11 8 45-15,3 13-37 16,3 15-14-16,21 9 5 16,7 8-18-16,2 4 0 15,3 0 0-15,0 14 2 16,-4 9-2-16,0 8 0 15,-5 5 0-15,-7 8 0 16,-9 4 0-16,-6 4 0 0,-5 1 1 16,0 0-1-16,0-2 0 15,-2 2 0-15,-4-4-1 16,-2-6 1-16,2-6-78 16,2-10-42-16,4-10-87 15,0-13-58-15</inkml:trace>
  <inkml:trace contextRef="#ctx0" brushRef="#br0" timeOffset="73767.28">7692 8724 572 0,'0'0'182'0,"0"0"-68"0,0 0-72 16,0 0-42 0,0 0-10-16,0 0 2 0,27 16 7 15,-10 12 2-15,8 3-2 16,5-2 0-16,6-5-1 15,2-12 2-15,-2-10 2 16,-2-2 1-16,-1-14-3 16,-3-13-11-16,-6-4-26 15,-14 0 8-15,-10-2 6 16,-15 1 6-16,-19 2 3 16,-1 5 12-16,8 8 2 15,13 6 28-15,10 9-3 16,4 2-25-16,0 0-8 15,0 10-45-15,10 10 53 0,28-3 0 16,24-3 2-16,20-7 12 16,9-7-4-16,-4 0-5 15,-10-3-3-15,-16-11-1 16,-19-1 0-16,-15-2 4 16,-20 3 32-16,-7-5-1 15,-4 1-31-15,-20 1-5 16,-2 3 2-16,0 7 0 15,2 7-2-15,6 2-1 16,0 25 1-16,4 10-5 16,6 8 3-16,6 4-3 15,2 4-13-15,6-5-21 0,18-8-31 16,6-10 42 0,-2-13 21-16,-8-10 7 0,-10-7 1 15,-9 0 53-15,-1 0 48 16,0 0-81-16,0-3-4 15,0 3 7-15,-5 0-24 16,-15 15-6-16,-11 14 6 16,-9 13 1-16,-3 11-1 15,5 2 0-15,-2 1 0 16,7-5 2-16,9-12-2 16,5-10 0-16,8-11-5 15,5-10 4-15,6-5 0 16,0-3 1-16,0 0 5 15,0-10 3-15,9-15-8 16,11-13-5-16,8-8-11 0,8-4-3 16,9-1-6-16,10 3-10 15,7 4 8-15,1 2 13 16,0 6 14-16,-10 2 8 16,-11 4 42-16,-16 6 14 15,-3 8-30-15,-12 6-10 16,-7 6-20-16,-2 4-4 15,2 0-6-15,3 3-5 16,1 14 7-16,3 6-1 16,2 2 2-16,2 2-14 15,7-1-5-15,8-9-11 0,4-5 10 16,3-11 22-16,1-1 0 16,-6-6 1-16,-9-14 4 15,-5-4 0-15,-12 2 13 16,-6 1 9-16,0 6-3 15,0 5 3-15,0 3 0 16,0 7-17-16,0 0-9 16,-3 7-7-16,-11 17-10 15,1 12 17-15,-9 16 0 16,4 11 0-16,0 9-1 16,6 0 1-16,0-8-1 15,3-18 1-15,0-15 0 16,1-10 0-16,6-10-1 15,2-5 1-15,0-5-3 0,0-1-13 16,0 0-2-16,0 0-19 16,0 0-19-16,0-18-219 15</inkml:trace>
  <inkml:trace contextRef="#ctx0" brushRef="#br0" timeOffset="74180.68">9322 9000 630 0,'0'0'39'0,"0"0"-2"15,0 0-35-15,0 0-1 0,0 0-1 16,0 0 10-16,97-8 4 16,-40 3 20-16,9-1-9 15,7-1-16-15,7 0-8 16,7 1 0-16,-6-3-1 15,-8-3 0-15,-20 0-11 16,-20-3-21-16,-16-5-5 16,-17-4 0-16,0 1-22 15,-24-4 24-15,-9 2 18 16,3 8 17-16,6 5 55 16,5 12 24-16,8 0-70 15,-2 17-9-15,1 16-2 16,0 9 2-16,6 4 0 0,5 4-1 15,1-3 1 1,0-2 0-16,0-5-1 0,-2-7 1 16,-2-6 1-16,-5-7 0 15,-2 0 1-15,-5-1-2 16,-17 0 0-16,-13-7-103 16,-15-12-102-16</inkml:trace>
  <inkml:trace contextRef="#ctx0" brushRef="#br0" timeOffset="74892">7466 8721 242 0,'0'0'98'0,"0"0"-6"16,0 0-12-16,0 0-16 15,0 0 1-15,0 0-16 16,-3-48-16-16,-8 39-19 16,-8 2-13-16,-8-1 1 15,-10 3 4-15,-1 4-6 16,1 1 0-16,7 0 0 0,5 0-1 15,9 6-8 1,4 6-10-16,4 3-34 0,4 4-36 16,4-1-31-16,0-5-104 15</inkml:trace>
  <inkml:trace contextRef="#ctx0" brushRef="#br0" timeOffset="75078.18">7123 8753 515 0,'0'0'162'0,"0"0"-70"0,0 0-55 15,0 0-34 1,0 0-3-16,0 0-88 0,-8 5 39 16,14 9-9-16,10-1-54 15,-2-6-103-15</inkml:trace>
  <inkml:trace contextRef="#ctx0" brushRef="#br0" timeOffset="88130.49">5152 9528 534 0,'0'0'38'0,"0"0"59"15,0 0-36-15,0 0-13 16,0 0-40-16,0 0-8 15,0 0-9-15,0 0 4 16,18 36 5-16,-18 10 9 16,0 14 1-16,-15 10-1 0,-7 9-8 15,-12 5 3-15,-1 0 0 16,-1 0-3-16,4-6 1 16,3-6-1-16,7-16 3 15,7-19-2-15,5-15-1 16,5-12 4-16,4-10-1 15,1-7 14-15,0-31 37 16,0-26-55-16,11-16-29 16,9-10 1-16,4 1 26 15,3 5-2-15,2 7 2 16,9 6 0-16,8 10-21 16,5 3-31-16,7 9-5 15,5 6 10-15,3 6 24 16,6 11 24-16,-2 11 1 15,-7 14 4-15,-11 1 0 0,-16 25-1 16,-17 9-3-16,-17 8 0 16,-2-1 0-16,-32-2 6 15,-12-3-1-15,-6-8 6 16,-9-3 6-16,-2-6 8 16,-3-2-7-16,4-5-9 15,3-1-4-15,5-2-2 16,13 1-3-16,14 3 0 15,20-2-9-15,5 2-86 16,32-2 9-16,24-8-25 16,19-3-111-16</inkml:trace>
  <inkml:trace contextRef="#ctx0" brushRef="#br0" timeOffset="88663.17">5649 9765 17 0,'0'0'254'0,"128"-85"-45"16,-89 45-51-16,-12 5-18 15,-11 8-41-15,-7 6-43 16,-6 10-21-16,-1 7-18 15,-2 4-17-15,0 9-13 16,3 23-1-16,0 14 13 16,1 14 1-16,2 4 0 15,7 4-1-15,3-4-13 16,7-10 1-16,3-10 4 16,-1-13-13-16,2-9-10 15,-6-11 2-15,-3-8-13 16,-2-3-18-16,-6-2 58 15,0-12 3-15,3 1 5 16,-7 3 26-16,-3 8 30 0,-3 2-34 16,0 0-27-16,0 12-26 15,0 12 24-15,0 7 2 16,0 3-1-16,16 2-1 16,14-6 2-16,10-4 2 15,5-13-1-15,3-13 0 16,1 0 0-16,6-25-1 15,0-9-8-15,-3-9-15 16,-8-1 8-16,-13 6 15 16,-10 4 23-16,-10 9 21 0,-8 11 25 15,-3 7-32-15,0 7-21 16,0 0-16-16,0 0-9 16,0 18-13-16,0 10 22 15,-2 3 0-15,2 5 0 16,0 1 0-16,0 2-1 15,12-5 1-15,0-5-1 16,1-10-6-16,2-9-6 16,3-10-8-16,9-16-5 15,4-22-95-15,0-11-212 16</inkml:trace>
  <inkml:trace contextRef="#ctx0" brushRef="#br0" timeOffset="88798.29">6546 9685 671 0,'0'0'122'0,"0"0"-71"16,0 0-51-16,0 0-123 15,0 0 102-15,0 0-31 16,48 109-45-16,-26-59-149 16</inkml:trace>
  <inkml:trace contextRef="#ctx0" brushRef="#br0" timeOffset="89129.36">6775 10350 607 0,'0'0'142'0,"0"0"-45"16,0 0-68-16,0 0-12 16,76-102-7-16,-27 47-5 15,12-6-1-15,4-7-2 16,-7-2-2-16,-14 4 2 15,-15 4-1-15,-14 11 1 16,-11 15 6-16,-4 14-3 16,0 10 2-16,0 12-7 15,0 1-2-15,0 27-18 16,-9 16 16-16,-4 14 4 16,5 13 0-16,4 6 0 15,4 5-6-15,10-3-19 16,25-8-26-16,9-16-7 0,9-18-18 15,0-16 11 1,-4-18-6-16,-10-3-168 0,-13-15-66 16</inkml:trace>
  <inkml:trace contextRef="#ctx0" brushRef="#br0" timeOffset="89471.68">7470 10227 167 0,'0'0'227'16,"0"-100"3"-16,-7 68-30 16,1 12-100-16,1 12-67 15,4 8-33-15,1 5-5 16,0 24-11-16,0 12 16 15,0 7 0-15,8 3 0 16,12-2-3-16,4-11 3 16,-3-11 3-16,1-10-3 15,-4-13 2-15,2-4 3 16,2-16-1-16,5-18 1 0,-1-10-4 16,-7-7 0-16,-12-2-1 15,-7 2-6-15,-23 8-1 16,-12 7-1-16,-3 8 7 15,13 11 1-15,7 8 3 16,14 7-3-16,4 2 0 16,0 0-6-16,0 0-37 15,6 5 10-15,22 7 30 16,11-1 3-16,10-5 3 16,0-4-3-16,-7-2 0 15,-8 0-17-15,-13 0-15 16,-12 0-60-16,-9-2-39 15,-8 2-203-15</inkml:trace>
  <inkml:trace contextRef="#ctx0" brushRef="#br0" timeOffset="91242.68">8039 10054 409 0,'0'0'131'0,"0"0"-20"15,0 0-41-15,0 0-30 16,49-76 1-16,-49 71-13 16,0 4-10-16,0 1-7 15,0 0-11-15,0 13-12 16,-10 16 4-16,-4 14 8 16,2 13 0-16,6 12-1 15,3 4 0-15,3 0-5 16,0-11-5-16,4-11 8 0,1-17 2 15,-2-13-1 1,-3-11 0-16,0-9 1 0,0 0 1 16,-3 0 59-16,-15-11-13 15,0-6-42-15,-1 0 7 16,1 1-7-16,7 2-4 16,5 4 2-16,3 0-2 15,3 1-4-15,6-1-8 16,26 0-39-16,14-3 18 15,14-1 23-15,5-5 10 16,-4-7 0-16,-5-2 2 16,-9-3 9-16,-11 1 5 0,-9 3 5 15,-9 5 3 1,-9 2 2-16,-5 3-4 0,-4 5-5 16,0 7-9-16,0 2-3 15,0 3-5-15,0 0-4 16,0 11-7-16,0 13-3 15,-3 13 14-15,-3 11-2 16,5 10 2-16,1 1-1 16,10-2-6-16,20-9 6 15,9-11-1-15,10-16 2 16,5-9-6-16,-3-12 0 16,-1 0-21-16,-8-14-1 15,-12-11-14-15,-16-11 17 0,-14-5 17 16,-5-12-10-1,-28-7 12-15,-12-4 6 0,-3 3 6 16,2 8-5-16,10 10 1 16,14 11 1-16,16 9 16 15,6 6-11-15,25 6-2 16,16 10-6-16,11 1 1 16,7 0-1-16,7 9 1 15,0 6 1-15,-4 2-2 16,-11 0 7-16,-15-3 1 15,-15 3-8-15,-14-1 0 16,-4 6 0-16,-3 9-2 16,0 11 2-16,-13 10 0 15,-13 8 4-15,-8 6-3 0,-4-2 0 16,-3 1 7-16,5-4-5 16,8-5-2-16,10-11 1 15,11-14 0-15,7-13-1 16,0-8 0-16,0-10-1 15,1 0 5-15,20-24 13 16,4-18-18-16,-1-16-1 16,-4-12 1-16,-11-10 0 15,-5-4 2-15,-4-3 5 16,0 12-4-16,1 14-2 16,7 18-1-16,7 16 0 15,3 13 0-15,-1 9 0 16,3 5 0-16,1 7-4 0,3 15-2 15,-6 9 6 1,0 6-3-16,-6 4 2 0,-5 0 1 16,-3-2 0-16,-4-8 0 15,0-7-1-15,0-9-1 16,0-4 1-16,-7-7 0 16,1-4-2-16,-1 0 3 15,-8-20 5-15,4-15-5 16,7-8-12-16,4-9-6 15,6 2 8-15,22 0-3 16,5 5 13-16,7 8 8 16,-4 5 19-16,-6 8 0 0,-9 13-14 15,-8 6-5 1,-7 5-2-16,-4 0-6 0,-2 8-5 16,0 12-5-1,-3 16 8-15,-14 6 2 0,-2 9 0 16,-1 1 3-16,7 0-2 15,10-4 0-15,3-7-2 16,3-9 2-16,15-13 0 16,10-12 0-16,7-7 4 15,5-8-3-15,3-20 3 16,-4-6-3-16,-7 5-1 16,-7 5 1-16,-12 15 4 15,-7 4-2-15,-5 5 7 0,1 0-11 16,-2 0-4-1,0 11-7-15,0 13 6 0,0 8 5 16,-2 7 0-16,2 2 0 16,0-1-1-16,0-10-4 15,11-8 2-15,13-13 1 16,9-6 2-16,4-3 1 16,3-14 0-16,-4-13-1 15,-11-7-1-15,-10-8 0 16,-7-1 0-16,-5 4 1 15,-1 6 2-15,-2 13 22 16,0 11 9-16,0 7-14 16,0 2-13-16,0 0-6 15,0 23-21-15,0 18 15 0,-4 18 6 16,-2 14-2-16,2 11 2 16,4 5 0-16,0 1 0 15,-5-7-6-15,-4-14-12 16,-9-16-13-16,-2-13-41 15,-2-14-15-15,5-15-59 16,4-11-255-16</inkml:trace>
  <inkml:trace contextRef="#ctx0" brushRef="#br0" timeOffset="92193.23">5973 9610 201 0,'0'0'175'0,"0"0"-42"15,0 0-67-15,0 0-21 16,0 0-28-16,0 0-15 16,0-32 4-16,7 32 5 15,2 0-1-15,-2 19 3 16,1 8 16-16,1 14 5 16,-6 10 1-16,-3 13-15 15,0 8-5-15,0 4-6 16,0 0-3-16,0-1-3 0,0-7 0 15,0-9 0-15,4-14-1 16,2-18-1-16,0-11 3 16,-4-11-3-16,1-3 0 15,-3-2 4-15,0 0 5 16,0 0-5-16,0-10-5 16,-14-1-93-16,-8-1-187 15</inkml:trace>
  <inkml:trace contextRef="#ctx0" brushRef="#br0" timeOffset="93162.33">10182 10186 518 0,'0'0'162'0,"0"0"-34"15,0 0-90 1,0 0-38-16,0 0-3 0,3 85 3 16,37-65 2-16,23 0 23 15,20 2-4-15,19 2-9 16,13-3-12-16,5-2 0 16,-2-6-2-16,-12-8-1 15,-15-5-23-15,-21 0-15 16,-16-2-25-16,-21-11-6 15,-17-6-10-15,-16-4 39 16,-9-4 24-16,-34-7-17 16,-12-6 30-16,-4 2 6 0,12 5 63 15,20 16 55 1,16 12 13-16,11 5-106 0,0 15-25 16,0 16-59-16,15 13 59 15,3 3 3-15,6 4-3 16,0-3 0-16,-3-6 7 15,-3-8-7-15,-8-8 0 16,-7-9 2-16,-3-5-2 16,-3-1 0-16,-31 2 4 15,-24 4-4-15,-17-7-64 16,-5-7-228-16</inkml:trace>
  <inkml:trace contextRef="#ctx0" brushRef="#br0" timeOffset="96656.21">12240 9945 427 0,'0'0'170'16,"0"0"-45"-16,0 0-39 15,0 0-34-15,0 0-29 16,14-81-1-16,-14 71-10 16,-11 0 8-16,-4 5-1 15,-10 5-19-15,-9 0-2 16,-14 15 1-16,-10 19 1 16,-2 12 1-16,6 12-1 0,14 7-4 15,12 5-3-15,11 4-6 16,16-5 8-16,1-8-5 15,31-9-11-15,26-16 0 16,26-8 9-16,23-16-12 16,14-11-42-16,-3-1-43 15,-15-18 41-15,-25-11 37 16,-26-6 31-16,-21-3 10 16,-20 0 92-16,-10 1 35 15,0 3-61-15,-13 6-47 16,-8 8-26-16,5 13-1 15,4 7-2-15,3 7-3 0,0 26-5 16,5 11 8-16,4 6-3 16,0 0 0-16,4-4 1 15,20-3-1-15,7-11 1 16,4-10 2-16,1-14 2 16,1-8 4-16,3-8-1 15,-1-19 0-15,-2-9-5 16,-9-4-3-16,-13-7 1 15,-12-1-18-15,-3-3-7 16,-6 2-20-16,-12 4-10 16,5 8 20-16,7 13 28 15,6 11 9-15,2 4 12 16,17 9-9-16,9 4-3 16,3 21 1-16,6 12-1 15,4 10 14-15,2 12 3 0,2 3 14 16,-8-1-27-16,-7-5-3 15,-10-11 0-15,-7-11-1 16,-10-12 0-16,-3-8 0 16,0-6 0-16,0-4 2 15,0-4 0-15,0 0 12 16,-14-13-1-16,-5-15-8 16,2-10-2-16,1-5 0 15,10-1 10-15,6 2 37 16,0 6-26-16,18 10-24 0,15 6-8 15,6 6-9 1,6 7-12-16,4 4 11 0,0 3-6 16,0 0-27-16,2 8-49 15,-2-1-97-15</inkml:trace>
  <inkml:trace contextRef="#ctx0" brushRef="#br0" timeOffset="96971.36">13674 10338 536 0,'0'0'92'0,"0"0"-71"15,0 0-14-15,0 0 14 0,0 0 56 16,0 0-46 0,65-41-8-16,-46 12 2 0,-3-3-5 15,-6-3 0-15,-10 0-11 16,0 6-2-16,-10 4 4 15,-6 8-10-15,-3 9-1 16,0 8-2-16,2 8-6 16,-5 23-3-16,4 16-4 15,3 13 9-15,14 6 0 16,1 1-8-16,34-13 5 16,19-10-13-16,13-13 15 15,12-12-18-15,1-11-81 16,3-8-186-16</inkml:trace>
  <inkml:trace contextRef="#ctx0" brushRef="#br0" timeOffset="98619.4">14414 10115 729 0,'0'0'75'0,"0"0"15"16,0 0-66-16,0 0-24 16,0 0 0-16,0 0-3 15,55 34-1-15,-41 15 1 0,0 18 3 16,5 8 0-16,-4 3 2 16,1-12 0-16,0-19-2 15,-2-15 0-15,0-13 1 16,-1-12-1-16,4-7 5 15,5 0-1-15,3-10 2 16,2-13-3-16,-6-4-2 16,-4-2 2-16,-8 1-3 15,-3-2 0-15,-6 2 0 16,0 0-3-16,0 0 3 16,-10 8-1-16,0 3 2 15,3 4-3-15,2 6-3 16,2 3-7-16,2 1 7 0,1 3 3 15,0 0 2 1,0-4 2-16,0 1-2 0,0-3 0 16,0-3 2-16,0 2 1 15,0-4 6-15,0 5-1 16,0-1-1-16,0 6-3 16,0 0 1-16,0 1-3 15,0 0-2-15,0-2 1 16,0 2 0-16,0 0 1 15,0 0 3-15,0 0-4 16,0 0 1-16,0 0-1 16,0 0-1-16,0 0 0 15,0 0 1-15,0-1 0 16,0-3 5-16,0-1 3 16,0-1-6-16,0-3-2 0,0 3 9 15,0 1-6-15,0 3-2 16,0 2-2-16,0 0 0 15,0 0 0-15,0 0 0 16,0 0-2-16,0 0-2 16,0 0 3-16,1 0-7 15,11 14-4-15,9 8 5 16,19 3 1-16,17 0-3 16,16 1-11-16,12-9-12 15,7-5-12-15,-1-8-29 16,-4-4-4-16,-15 0-13 15,-19-16 25-15,-20-1 33 0,-15 3 32 16,-12-3 29-16,-6 2 26 16,0-4-4-16,-18 2-10 15,-3 3 16-15,-4 6 11 16,-4 8-32-16,-8 0-30 16,-9 28-6-16,-9 9 0 15,0 7 0-15,10 0-4 16,16-4 3-16,18-8-3 15,11-5-4-15,8-8 5 16,22-4 3-16,9-10 4 16,9-5 5-16,3-1-1 15,-7-20-6-15,-11-3 4 16,-15-8 10-16,-8 1 17 0,-8-6-9 16,-2 3-14-16,0 4-3 15,0 12 19-15,-2 8-6 16,-1 8-20-16,2 2-6 15,-2 14-10-15,-1 21-8 16,1 11 18-16,3 11-8 16,0-3 3-16,28-10-24 15,12-10 7-15,12-18 15 16,10-13 13-16,0-3 3 16,3-22-3-16,-7-14-3 15,-8-14-22-15,-12-10-4 16,-15-11 12-16,-14-2 6 15,-9 0 7-15,-1 3 4 0,-14 7 10 16,-1 7 44-16,7 11 28 16,4 17-27-16,2 16-17 15,0 12-33-15,-3 0-5 16,-6 25-29-16,-7 20 29 16,-2 17-1-16,2 19 0 15,3 14-2-15,15-1 2 16,1-7 0-16,21-14-5 15,17-22-1-15,11-15 6 16,9-12 1-16,9-17 3 16,6-7 2-16,0-3-3 15,-7-25 1-15,-14-12-1 16,-16-7-2-16,-15-3 4 16,-11-3-3-16,-10 10-1 0,0 12 2 15,0 14 2-15,0 12-4 16,0 5-5-16,-2 6-38 15,-8 22 8-15,-3 11 35 16,4 4-12-16,3 3-4 16,6-6 6-16,3-14-8 15,22-8 18-15,7-12 5 16,6-6-2-16,0-7 6 16,-4-19 1-16,-4-6 9 15,-3-6-10-15,-11-7-4 0,-8 0 0 16,-4-1 0-1,-4 9 9-15,0 12 5 0,0 11-9 16,0 8-6-16,0 6-4 16,0 0-7-16,0 17-21 15,-2 16 25-15,2 8-2 16,0 3 3-16,18 5 2 16,16-4 1-16,7-9 2 15,2-5-3-15,-6-12 2 16,-9-4-2-16,-5-5-8 15,-2-4-61-15,-5-6-136 16,-4 0-99-16</inkml:trace>
  <inkml:trace contextRef="#ctx0" brushRef="#br0" timeOffset="99186.29">16668 10464 315 0,'0'0'184'0,"0"0"-25"0,0 0-98 16,0 0-30-16,0 0 2 15,0 0-12-15,56-11 6 16,-32 5-7-16,0-2-8 16,-2-3-2-16,-1-4-4 15,0-9-4-15,-1-5-2 16,-7-5-4-16,-9-4 0 16,-4-2-15-16,0 2 10 15,0 7 9-15,-7 11 3 16,2 8 6-16,-4 11-9 0,-7 1-5 15,-3 13-10 1,-9 16 9-16,3 14 5 0,3 11 0 16,13 7-2-16,9-1-3 15,10-7-2-15,28-12 1 16,11-13 7-16,6-13 1 16,1-10-1-16,-3-5 3 15,-4-6-3-15,-5-19-11 16,-8-6-18-16,-4-8 7 15,-8-5 14-15,-5-4 8 16,-3 1 2-16,-3 7 24 16,-4 11 15-16,-1 12 1 15,-4 17-20-15,-2 0-22 16,0 21-77-16,-1 21 70 16,-1 13 5-16,0 6-1 0,-3 2-5 15,-3-8 8-15,6-12-3 16,0-12 3-16,0-7 4 15,0-7-2-15,0-3 1 16,0 0-1-16,0-4-2 16,-11-5 0-16,-13-3-23 15,-14-2 11-15,-12 0-54 16,-9-10-17-16,3 1-66 16,11 6-60-16</inkml:trace>
  <inkml:trace contextRef="#ctx0" brushRef="#br0" timeOffset="104881.45">4975 11061 309 0,'0'0'178'16,"0"0"-64"-16,0 0-26 15,0 0-28-15,0 0-7 16,0 0-8-16,0 0-8 16,19-43-15-16,-13 31-13 15,3-2 9-15,2-3-9 16,7-3-6-16,-1-5-2 15,4-3 0-15,-3-1-1 16,-2 2 1-16,-6-2-1 0,-3 2 0 16,-7 4 0-16,0 0-3 15,-24 6-4-15,-10 4 5 16,1 9 1-16,2 4 1 16,8 13-2-16,5 21-7 15,8 16-4-15,6 15 10 16,4 10 1-16,13 5-6 15,17-6 2-15,2-4-3 16,3-12 8-16,-8-12-1 16,-8-10-1-16,-12-12 1 15,-7-9-11-15,0-4-4 16,-17-3 17-16,-16-1 0 16,-10 2 1-16,-7-4 6 0,-5-2-3 15,4-2-4-15,6-1 2 16,14 0-1-16,15 0-1 15,10 3-43-15,6 3-138 16,13-4-118-16</inkml:trace>
  <inkml:trace contextRef="#ctx0" brushRef="#br0" timeOffset="105297.05">5373 11235 525 0,'0'0'139'0,"0"0"-3"16,0 0-106-16,0 0-6 15,0 0-17-15,0 0 0 16,76-38 6-16,-51 26-6 15,2-1-3-15,-3-2 1 16,-3 1-1-16,-5-3 6 16,-4 1 1-16,-6-4 6 15,-4 4-3-15,-2-2-9 16,-10 1-4-16,-16 6-1 0,-10 1-2 16,2 10 2-1,4 0-3-15,5 14 2 0,13 14-4 16,3 9 4-16,9 6-6 15,0 9 5-15,19-1-7 16,11 0 2-16,6-7-2 16,11-11-8-16,6-12 4 15,2-13-15-15,0-8-39 16,-13 0-127-16,-17-11-334 16</inkml:trace>
  <inkml:trace contextRef="#ctx0" brushRef="#br0" timeOffset="107328.34">5741 11428 222 0,'0'0'91'16,"0"0"24"-16,0 0-14 15,0 0-7-15,0 0 20 16,0 0-40-16,26-3-38 0,-20-3-18 16,4 0-2-16,2-2-1 15,6-5-11-15,2-4 1 16,5-3-5-16,0-3 2 16,2-4-2-16,1 2 0 15,-2-3 0-15,-3-1 0 16,-1 3 0-16,-3-3-4 15,-3 1-18-15,-1-2 15 16,-4 0 3-16,-4 0-3 16,-4 2 7-16,-3 1-1 15,0 0 1-15,0 3 0 16,-9 3 8-16,-1 3-4 0,2 5 22 16,2 6-17-16,3 2 2 15,0 5-10-15,3 0-1 16,-1 0 0-16,-1 11-8 15,-2 16 8-15,1 13-1 16,-2 13 1-16,1 6 0 16,1 5-2-16,1 0 4 15,2 0-2-15,0-4 0 16,6-4-1-16,12-12-20 16,8-13 1-16,1-12-7 15,7-13 0-15,3-6-13 0,5-13-36 16,-2-24-2-1,2-15 48-15,-6-10 27 16,-7-6 3-16,-3-1 55 0,-5-1-6 16,-5 3 10-16,-5-1 10 15,-5 5-37-15,-2 4 6 16,-4 8-8-16,0 8-12 16,0 10 1-16,0 11-15 15,0 13 2-15,0 4 5 16,0 5-11-16,0 0-2 15,0 20-13-15,0 19 4 16,-4 17 8-16,-10 17-4 16,-2 13 2-16,-5 7 5 15,0 7 0-15,7 8 1 16,3-3 1-16,6-1-1 0,5-7 4 16,0-11-4-16,0-8 0 15,11-10-1-15,11-13 0 16,6-12-11-16,7-8-33 15,2-13 7-15,4-10-14 16,-6-12-31-16,-5 0 31 16,-8-14 51-16,-10-11 30 15,-7-10 60-15,-5-8-22 16,0-7-19-16,-8-11-21 16,-14-6-8-16,-8 1-7 15,-9 0-11-15,-3 6-2 16,-2 5 0-16,8 8 0 15,7 7 0-15,9 7 0 16,9 11 0-16,5 8 0 0,6 5 0 16,0 6-5-16,0 1-3 15,25 0-9-15,12 1 2 16,13-1 6-16,2 2-7 16,-3 0-29-16,-4 0-36 15,-5 5-71-15,-5-5-164 16</inkml:trace>
  <inkml:trace contextRef="#ctx0" brushRef="#br0" timeOffset="107515.67">6723 11260 769 0,'0'0'81'16,"0"0"-66"-16,0 0-14 15,0 0-2-15,113 0 1 16,-55 0-3-16,12 3-41 16,11-3-104-16,4 0-171 15</inkml:trace>
  <inkml:trace contextRef="#ctx0" brushRef="#br0" timeOffset="108827.24">7503 11053 634 0,'0'0'112'0,"0"0"-112"0,0 0-16 15,0 0 16-15,3 83 0 16,15-51 0-16,6-2 0 16,7-6 0-16,8-10-19 15,5-10 9-15,-6-4 8 16,-10-4 2-16,-12-13 4 15,-14-1 8-15,-2-3-1 16,-19 1 8-16,-19 2-17 16,-8 3-1-16,-3 7 9 15,1 7 5-15,11 1-1 0,5 11-13 16,7 17-1 0,9 9-2-16,5 12 0 0,10 11 2 15,1 4 0-15,16-1 1 16,18-8-1-16,14-14-8 15,17-16-15-15,10-16-14 16,3-9-10-16,-5-9-1 16,-16-13-13-16,-20-7 41 15,-16 2 20-15,-14-3 80 16,-7 0 56-16,0 2-74 16,-4 4-11-16,-6 10-20 15,4 6-15-15,2 7-9 16,3 1-7-16,1 4-4 15,-1 18-7-15,1 8 10 0,0 7 1 16,0 1-2-16,1-1 2 16,10 0-1-16,11-8-3 15,3-8 4-15,4-9 1 16,-1-11 3-16,2-1-1 16,-5-8 0-16,5-17-3 15,-12-5-1-15,-6-6-4 16,-12-2-11-16,-12-1-17 15,-27-1-36-15,-9 1-24 16,4 2 18-16,6 6 47 16,16 8 28-16,14 6 4 15,5 9 43-15,3 6 36 16,0 2-72-16,20 2-6 0,13 15-5 16,10 8 2-1,6 9-1-15,2 9-1 0,-4 1 1 16,-9 2-1-16,-12-5 0 15,-10-9-5-15,-9-6 0 16,-4-7-2-16,-3-5-3 16,0-4-7-16,0-4-4 15,0-5 2-15,0-1 19 16,0 0 18-16,0-15 27 16,0-9-36-16,3-4-6 15,14-1-1-15,3 1 5 16,4 6 0-16,-4 5-4 0,-4 9-2 15,-2 8-2 1,-4 0 0-16,-4 3-2 0,0 15 0 16,0 3 2-16,0 2 0 15,3 7 1-15,0-1 0 16,3-2 1-16,7-2 1 16,5-10 1-16,4-7-2 15,3-8 5-15,4-3 5 16,5-20-2-16,5-12-4 15,-3-5-3-15,1-7-1 16,-4-1 0-16,-4 3-1 16,-3 6 2-16,-10 11 10 15,-9 11 13-15,-5 8-9 16,-4 8 4-16,-4 1-6 0,0 0-10 16,0 0-4-16,0 0-7 15,0 1 2-15,0 12 3 16,-4 0 2-16,-6 1-2 15,-2-2 2-15,-6 4 2 16,-1 1 1-16,5 1-2 16,-1 3-1-16,6 4 0 15,3 3-2-15,6 2 2 16,2 5 0-16,29-4-7 16,20 2 4-16,16-8-17 15,12-6-9-15,0-10-4 0,-5-9-15 16,-6-3-2-1,-13-19 25-15,-14-7 25 16,-11-8 1-16,-17-1 2 0,-13-10 4 16,0 1 11-16,-16 4-9 15,-6 11-6-15,2 13-3 16,3 15 0-16,3 4-36 16,-2 11-30-16,4 23-19 15,3 8-48-15,8 5-38 16</inkml:trace>
  <inkml:trace contextRef="#ctx0" brushRef="#br0" timeOffset="109526.29">9424 11520 456 0,'0'0'113'15,"0"0"-25"-15,0 0-72 16,0 0-5-16,0 0 24 16,0 0-9-16,5-20-11 15,1 10 1-15,-2 3 19 16,2 0-29-16,-5 3-5 0,-1 0 0 15,0 1 1-15,0 1 2 16,0 0 1-16,0 2-5 16,0 0-1-16,0 0-2 15,0 0-1-15,0-1 4 16,0 1 0-16,0 0 2 16,0 0 0-16,0 0-1 15,0 0 2-15,0 0 0 16,0 0 0-16,0-2 3 15,0-2 5-15,0 1-9 16,0-1-2-16,0 1 1 16,0 1-1-16,0-1 0 15,0 0 0-15,2 1-4 16,2-4-17-16,5 0 8 16,3-3 3-16,-1-3 3 0,1 0 7 15,-1-4 1-15,-1-1 1 16,-3-2 0-16,-2-3-2 15,-5 0-1-15,0-2 0 16,-5 1-1-16,-15 0 2 16,-3 7 3-16,-6 6-3 15,4 9 0-15,0 1-3 16,3 0-1-16,2 18-1 16,1 8 4-16,2 16-2 15,1 13 0-15,7 13 3 0,9 7 2 16,0-2 4-1,23-16-5-15,12-16 2 0,10-13 3 16,2-14 1-16,4-11-7 16,3-3-6-16,-2-7-130 15,-3-18-241-15</inkml:trace>
  <inkml:trace contextRef="#ctx0" brushRef="#br0" timeOffset="110308.13">9779 11350 740 0,'0'0'125'15,"0"0"-102"-15,0 0-23 16,0 0-18-16,0 0 17 0,-6 100 1 16,-13-47 0-16,-10 8 1 15,-5 1 1-15,-6 0-1 16,1-3 4-16,3-6-5 15,8-13-1-15,10-11-13 16,9-9-7-16,6-13-17 16,3-7 21-16,0 0 17 15,18-10 29-15,8-16-27 16,3-6-2-16,0-9 4 16,-6-4 10-16,-3-4 1 15,-5 2-1-15,4-1 13 16,3 3-25-16,8 2-2 15,7 6-23-15,2 8-26 16,-1 3 30-16,-3 11 0 0,-8 5 11 16,-4 10 7-16,-6 0-1 15,-6 14-2-15,-3 13 2 16,-8 7-2-16,0 4-2 16,-6 6 5-16,-13 4 1 15,-1 0 4-15,-3-6-3 16,6-7 0-16,0-10 2 15,6-9 3-15,-2-5-6 16,1-6 2-16,-3-5 13 16,-1 0 23-16,-5-16 26 15,0-11-32-15,5-2-22 0,7-3-3 16,9 3-7 0,15-3 0-16,34 1-78 0,18-7-61 15,18-4-22-15,6-1-28 16,-2-5 88-16,-8-1 101 15,-13 0 29-15,-17 6 36 16,-15 6 38-16,-7 2-26 16,-7 0 8-16,-6 1 22 15,-4 3-17-15,-4 5-24 16,-7 9 0-16,1 8-29 16,-2 9-25-16,0 0-12 15,0 17-26-15,-12 19 5 0,-11 14 21 16,-3 16 0-1,-3 15 0-15,-2 9 1 0,1-2-1 16,9-7-1-16,12-20-14 16,9-19-11-16,0-16 6 15,12-10-16-15,0-10-23 16,6-6-90-16,-1-18-106 16</inkml:trace>
  <inkml:trace contextRef="#ctx0" brushRef="#br0" timeOffset="110479.19">9933 11198 573 0,'0'0'168'16,"0"0"-82"-16,109-34-52 0,-41 29-33 16,12 0 3-16,4 4 0 15,-8 1-2-15,2 0-2 16,5 7-2-16,7 6-44 15,-2-12-195-15</inkml:trace>
  <inkml:trace contextRef="#ctx0" brushRef="#br0" timeOffset="111041.77">10980 11469 459 0,'0'0'183'0,"0"0"-87"16,0 0-72-16,0 0-17 15,0 0 8-15,92-11 19 0,-24 13-4 16,12 3-12-1,11 2-12-15,11 1-3 0,5-3-3 16,1 0 0-16,-1-3-1 16,-9-2-27-16,-11 0-31 15,-15 0-68-15,-24-17 19 16,-21-8-135-16</inkml:trace>
  <inkml:trace contextRef="#ctx0" brushRef="#br0" timeOffset="111240.24">11882 11292 569 0,'0'0'142'16,"0"0"-129"-16,0 0-8 16,0 0-5-16,70 93 5 15,-41-50-1-15,-4 2 3 16,0 2 4-16,-5-3-2 0,-5-7 3 16,-8-9-10-16,-5-10-2 15,-2-3 2-15,0-8 2 16,-11 3-1-16,-19 1 2 15,-12 4-5-15,-8-4-63 16,7-4-175-16</inkml:trace>
  <inkml:trace contextRef="#ctx0" brushRef="#br0" timeOffset="119216.27">13201 11185 408 0,'0'0'71'0,"0"0"56"16,0 0-56-16,0 0-29 16,0 0-19-16,0 0-8 15,0 0 11-15,47 70-3 16,-41-65 11-16,-1 1-13 15,-3-3 1-15,-1 0 4 16,-1-3-18-16,0 0-5 16,0 0-3-16,-18 0 0 15,-16 0-1-15,-26 3-1 0,-17 14 0 16,-10 13 2-16,5 16 1 16,15 8-1-16,17 13-1 15,19 6-8-15,19 5-9 16,12-3-9-16,18-5 0 15,23-14 6-15,11-11-4 16,14-15-8-16,14-11-42 16,14-14 11-16,3-5-49 15,-2-4-65-15,-13-16 65 16,-18-7 49-16,-22-1 64 16,-16-3 24-16,-19-2 174 15,-7 1 39-15,0 1-49 16,-15 2-104-16,-5 8-62 0,6 8 24 15,5 10-27-15,2 3-19 16,2 8-6-16,2 18 5 16,3 9 0-16,0 8 0 15,1 2 1-15,16-1 0 16,2-5 0-16,10-5 0 16,2-7-1-16,6-9-2 15,3-9 2-15,-2-9 1 16,-4 0 0-16,-1-15 0 15,-6-10 1-15,-7-8 2 16,-10-1-3-16,-10-8 0 16,0-1-3-16,-27-1 2 15,-6 3-5-15,-6 6-12 16,1 3-18-16,12 6 0 16,13 5 23-16,13 1 10 0,1 3-1 15,31 4-4-15,7 5 6 16,6 8 0-16,-3 0-1 15,-6 8 6-15,-6 15-6 16,-5 7 2-16,-6 8-2 16,-2 6-1-16,-8 5-1 15,-3-3 2-15,-2-5-6 16,1-9-18-16,-1-13 0 16,-2-7 10-16,-2-10 11 15,0-2 6-15,0 0 4 0,0-10 61 16,3-16-49-1,4-10-9-15,4-3 10 0,7 2-5 16,4 6 28-16,5 8-22 16,2 13-18-16,-2 7-1 15,2 3-3-15,-4 6 2 16,-4 13 0-16,0 5 1 16,-3 2-4-16,-2-2 4 15,-2 2-1-15,-4-6 2 16,-3-7 1-16,-4-4 0 15,-1-8 0-15,-1-1 0 16,3 0 12-16,3-11 12 16,2-11-25-16,0-9 2 15,-5 2-2-15,-1 3 2 16,-1 6 11-16,-2 11 4 16,1 9-6-16,-1 0-11 0,5 2-24 15,7 18-19-15,4 2 41 16,13 6-2-16,12-2-2 15,19-4 6-15,11-8-6 16,13-14-5-16,-2 0 3 16,-1-29-4-16,-10-15 7 15,-7-11 2-15,-11-8 2 16,-16-4-4-16,-19-5 5 16,-14-6 5-16,-4 0 36 15,-13 10 9-15,-8 15-11 16,0 23-19-16,8 17-9 15,0 13-11-15,0 12-9 16,-3 34-2-16,-5 29 10 0,5 22-2 16,7 19 1-16,6 8-2 15,3-3 4-15,0-5 0 16,7-10 5-16,2-14-5 16,-6-15 1-16,-3-15-1 15,0-17 3-15,0-15-3 16,0-16-1-16,0-11-2 15,0-3 3-15,3-34 4 16,-2-18 0-16,-1-18-4 16,0-11 0-16,0-2 0 15,-4 3-3-15,-2 10-12 0,6 9-12 16,0 11 1 0,24 14 14-16,7 13-5 0,9 14-5 15,1 9 21-15,-2 2 1 16,-4 25-3-16,-2 11 3 15,0 5-3-15,-9-1 2 16,-8-6 0-16,-13-11-1 16,-3-8-4-16,-10-9-2 15,-22-4 8-15,-9-4 8 16,-9 0-3-16,-3-11 2 16,1-6-7-16,11 0-14 15,19 6-54-15,22 1-128 16,11 0-292-16</inkml:trace>
  <inkml:trace contextRef="#ctx0" brushRef="#br0" timeOffset="119749.09">15239 11891 524 0,'0'0'126'16,"0"0"-16"-16,0 0-36 15,0 0-25-15,71-77-19 16,-53 54-14-16,1-4-10 15,2-3-3-15,-7-3 0 16,-10-3-2-16,-4 0-1 16,-7 0-3-16,-16 7 2 15,2 5 1-15,2 15 0 16,1 9 0-16,3 5-5 0,0 21-2 16,6 13-6-1,9 12 5-15,9 11-3 0,31 2 6 16,18-2 5-16,20-13-1 15,16-16-4-15,9-19 4 16,0-14-1-16,-5-10-5 16,-10-22-6-16,-12-11-4 15,-19-7-5-15,-20-9 3 16,-24-7 10-16,-13-5-9 16,-20-8 16-16,-25-3 2 15,-1 10 36-15,4 19 11 16,17 23 6-16,14 21-25 0,7 9-13 15,1 20-15 1,-1 30-14-16,3 19 11 0,1 19 1 16,0 13 2-16,14 1 2 15,7-2 0-15,4-14 0 16,1-18-2-16,2-21 0 16,-3-17 4-16,-1-13-2 15,-5-11-2-15,-2-6-16 16,-1-8-5-16,-8-20-28 15,-8-10-128-15,-26-10-120 16,-26-5 18-16</inkml:trace>
  <inkml:trace contextRef="#ctx0" brushRef="#br0" timeOffset="120002.19">15904 11734 376 0,'0'0'179'16,"0"0"-125"-16,0 0-49 16,0 0-3-16,88-5 10 0,-35 18 38 15,7-1 10-15,-2-2 3 16,-3-1-27-16,-10-2-20 15,-12-7-9-15,-11 3 1 16,-10-3 10-16,-6 0 1 16,-6 0 2-16,0 0-9 15,0 0-4-15,0 2-4 16,0 3-4-16,-7 7 0 16,-4 9 0-16,2 7 0 15,4 4-1-15,5-1 1 16,14-6-2-16,27-8 0 15,11-9-3-15,10-8-14 0,3-8-45 16,-3-22-138-16,-8-15-205 16</inkml:trace>
  <inkml:trace contextRef="#ctx0" brushRef="#br0" timeOffset="120152.94">16274 11165 880 0,'0'0'39'0,"0"0"-39"16,0 0-18-16,0 0-37 16,0 0 45-16,63 136-28 15,-3-62-73-15,18-10-87 16</inkml:trace>
  <inkml:trace contextRef="#ctx0" brushRef="#br0" timeOffset="120392.38">16926 11547 746 0,'0'0'84'15,"0"0"17"-15,0 0-101 16,0 0 1-16,-16 75-1 16,4-12 3-16,-1 13-3 15,-3 10 2-15,3 2-2 16,7-9 0-16,5-13 0 0,1-17-11 15,0-18-18-15,7-16-3 16,3-13-6-16,6-2-5 16,-2-15-97-16,3-25-363 15</inkml:trace>
  <inkml:trace contextRef="#ctx0" brushRef="#br0" timeOffset="120698.15">16751 11797 693 0,'0'0'95'15,"0"0"-20"-15,0 0-69 16,0 0-5-16,109-17 4 16,-50 17 17-16,2 0 2 15,1 0-12-15,-7-2-5 16,-12-2-6-16,-10 1 1 16,-12-4 0-16,-12 3-2 0,-8 1 4 15,-1 1-4-15,0 1 0 16,0 1-2-16,0 0-4 15,0 9 3-15,-4 15 3 16,-2 10 1-16,4 8-1 16,2 3 0-16,9-3 0 15,21-11-1-15,6-7 1 16,10-11 4-16,-3-9-4 16,3-4-9-16,0-4-61 15,1-27-152-15</inkml:trace>
  <inkml:trace contextRef="#ctx0" brushRef="#br0" timeOffset="120858.34">17373 11230 814 0,'0'0'51'16,"0"0"8"-16,0 0-59 15,0 0-3-15,0 0-73 16,0 0 58-16,39 84-45 15,-19-15-66-15,3-1-154 16</inkml:trace>
  <inkml:trace contextRef="#ctx0" brushRef="#br0" timeOffset="121131.12">17680 11775 812 0,'0'0'0'0,"0"0"-1"15,-43 74 1-15,23-34 3 16,7 4 0-16,10-4 0 16,3-8-3-16,15-9 1 15,16-9 6-15,13-10 10 16,2-4-3-16,2-12 1 16,-4-19 1-16,-7-6-16 15,-7-6-6-15,-9 0-6 16,-10 3-4-16,-7 8-1 15,-4 11 0-15,0 14-3 16,0 7-79-16,0 5-280 0,0 15 137 16</inkml:trace>
  <inkml:trace contextRef="#ctx0" brushRef="#br0" timeOffset="121430.77">18120 11952 437 0,'0'0'146'16,"0"0"-2"-16,0 0-32 15,90-51-76-15,-73 30 11 16,-3-4-21-16,-3 0-10 16,-6-1-13-16,-3 0-3 15,-2 3 0-15,0 4-1 16,-16 6-1-16,-9 8 1 0,-8 5-2 16,-7 0 0-16,2 17-3 15,2 9 3-15,6 7-2 16,8 6 2-16,6 4 2 15,9 2-2-15,7-2 0 16,9-6 1-16,21-4 2 16,15-5 0-16,16-7-1 15,20-6 0-15,12-6-34 16,4-9-175-16,-4-10-414 16</inkml:trace>
  <inkml:trace contextRef="#ctx0" brushRef="#br0" timeOffset="123512.14">19045 11704 501 0,'0'0'152'0,"0"0"-2"16,0 0-88-16,0 0-28 16,0 0-23-16,0 0-9 15,-66-39-1-15,36 62-2 16,3 11 1-16,2 9-3 0,7 6-25 15,15 3-9 1,3-5-43-16,33-13 24 0,19-11 23 16,6-13 7-16,1-10 13 15,-9 0 12-15,-11-20 1 16,-9-7 0-16,-12-9 21 16,-11-1 37-16,-7-4-3 15,0 2-11-15,-3 3 8 16,-7 11 4-16,4 10-16 15,3 10-22-15,3 5-18 16,0 13-25-16,0 18-3 16,0 13 22-16,11 8-4 15,20 2-21-15,21-8 20 16,17-10-11-16,11-21-13 0,0-15 13 16,-3-7 13-16,-12-26-4 15,-9-13-7 1,-12-11 10-16,-17-5-4 0,-17-4-2 15,-10-1 13-15,-7 7 3 16,-12 8 67-16,4 19 30 16,7 18-44-16,4 15-37 15,-1 8-16-15,-1 28-59 16,2 14 56-16,4 15 2 16,0 11-1-16,22 1-4 15,11-4 4-15,9-13-3 16,-3-18-1-16,-6-18 6 15,-8-15 1-15,-9-9 4 0,-2 0 0 16,-7-16 1-16,-4-13 2 16,-3-5-3-16,-21-10 4 15,-25 1-8-15,-6 8-1 16,1 11 0-16,14 17 12 16,6 7-12-16,6 24-3 15,6 12-1-15,7 10-6 16,12 1-16-16,8 3 23 15,34-8 1-15,26-8 2 16,17-10 3-16,6-11-2 16,-1-11-1-16,-7-2-25 15,-8-16-55-15,-14-12-19 16,-13-7-45-16,-19-4-27 0,-18-5 51 16,-11 1 84-16,0-3 36 15,-15 6 270-15,3 7-66 16,5 13 1-16,4 9-139 15,1 11-45-15,-2 0-21 16,1 22-22-16,1 15 22 16,2 8 0-16,2 6 0 15,21 3 0-15,10-5 0 16,6-5-1-16,0-11 1 16,-5-11 4-16,-7-10-4 15,-8-7 4-15,1-5-3 16,-4 0 0-16,3-17-1 15,-3-10-27-15,-3-5-4 0,-6-6-15 16,-4-1 11-16,0 3-4 16,0 6 17-16,3 11 22 15,6 9 0-15,5 8-16 16,6 2-97-16,6 0 68 16,1 2 42-16,1 6 3 15,-1-4 21-15,-9-1 21 16,-6-1-10-16,-9-2-7 15,-5 0 29-15,-1 0 22 16,0 0-36-16,0 0-35 16,0 1-5-16,-10 8-3 15,-11 6 3-15,-3 9 3 16,0 7-1-16,6 4-2 16,14 1 0-16,4-7-5 0,19-8-4 15,15-11 3-15,4-10 6 16,2 0 3-16,0-18-1 15,-6-10 0-15,-4-6-1 16,-9-2 0-16,-9-1 1 16,-7 4 3-16,-5 6 4 15,0 7 8-15,0 11 0 16,0 9-16-16,-9 0-1 16,-8 20-33-16,1 13 29 15,0 11 2-15,13 4-5 16,3-3-17-16,32-10-5 15,16-11-11-15,4-14-30 0,4-10-18 16,-9-5 10-16,-8-22-7 16,-11-7-18-16,-12-2 35 15,-9-1 55-15,-7 1 13 16,0 3 135-16,0 10 62 16,0 9-30-16,0 6-85 15,-4 8-67-15,-3 0-15 16,-2 8-7-16,0 14 7 15,2 3-1-15,7 6-2 16,0-3 3-16,19-3 2 16,14-7-1-16,4-7 4 15,-3-6 0-15,-5-5 1 16,-1-2 4-16,-2-18 7 0,1-5-10 16,-5-5-6-16,-6-4-2 15,-13 5 0-15,-1 4 1 16,-2 11 1-16,0 9 2 15,0 5-3-15,0 0-35 16,0 13-25-16,0 11 56 16,4 5 1-16,14 5-2 15,15 0-3-15,10-6 0 16,9-8-1-16,2-10-11 16,-3-10 3-16,-2 0 17 15,-10-23-1-15,-6-7 1 16,-11-9-34-16,-14-11-30 0,-8-10 1 15,-16-3-15 1,-21-6 77-16,2 3 1 0,5 10 131 16,10 16 41-16,10 17-92 15,2 19-80-15,-1 4 0 16,-5 18-47-16,-3 20 44 16,2 13 0-16,8 12-5 15,7 9 8-15,0 1 3 16,17-3 5-16,5-8 0 15,-2-11-4-15,-2-13-4 16,0-11-9-16,-6-11-67 16,1-10-52-16,0-6-71 15</inkml:trace>
  <inkml:trace contextRef="#ctx0" brushRef="#br0" timeOffset="124294.59">21677 11810 375 0,'0'0'64'0,"86"30"56"15,-31-12-56-15,3-4 7 16,0 0-34-16,-3-4-7 16,-8-5-11-16,-3-3-13 15,-11-2-4-15,-9 0 1 0,-8-10-3 16,-7-6-10-1,-9-3-54-15,0-3 32 0,0 4 14 16,-10 4 18-16,4 4 26 16,4 8 41-16,2 2-31 15,0 0-36-15,0 18-13 16,0 10 13-16,14 6 0 16,20 5 4-16,6-3 0 15,5-11 2-15,-5-10-1 16,-9-11 1-16,-8-4-2 15,-4-4 10-15,-2-14 4 16,-10-8-12-16,-7-4-6 16,-4-4-3-16,-22-2-1 15,0 7 3-15,5 7 1 16,10 10 5-16,7 12-5 0,0 0-1 16,0 3-16-16,4 14 14 15,0 6-2-15,21 9 5 16,27-1 0-16,16-1 5 15,7-4-2-15,0-8-1 16,-11-8-2-16,-8-7 0 16,-11-3 2-16,-5-1-2 15,-9-16-29-15,-7-5-86 16,-10-6 19-16,-10-5-30 16,0-6 48-16,-16 0 78 15,-4 2 109-15,-1 3 0 16,0 7 5-16,6 7-1 15,4 9-68-15,2 10-28 16,-2 1-17-16,-4 15-12 0,-2 18 11 16,-3 16-1-16,2 15 1 15,1 11 1-15,3 1 1 16,2-4-1-16,3-8-4 16,3-9 0-16,3-12 3 15,-2-6-1-15,-2-8-7 16,-8-3-4-16,-3-8 8 15,-3-1 1-15,-5-4 4 16,-6 3 0-16,-10 1 0 16,-10 9 0-16,-7 9-2 15,-3 6-103-15,6 0-74 0,18-7-195 16</inkml:trace>
  <inkml:trace contextRef="#ctx0" brushRef="#br0" timeOffset="124694.11">22990 12126 568 0,'0'0'132'15,"0"0"-32"-15,0 0-64 0,0 0-27 16,116-47-6-16,-65 44 3 15,7 2 5-15,2 1-8 16,-11 0 1-16,-13-2-4 16,-12-3 1-16,-14-2 0 15,-5-3-1-15,-5-2 0 16,-3-5-18-16,-22 2-12 16,-8 1 14-16,-6 5 11 15,1 9 3-15,4 0 2 16,6 13-3-16,7 12-3 15,10 1 1-15,11 6 1 16,0 5 4-16,17 1 2 16,17 0 11-16,11-3 11 15,3-8-5-15,-1-6-9 16,-4-4-4-16,-2-8-6 0,-5-6-13 16,-5-3-170-1,-4-9-218-15</inkml:trace>
  <inkml:trace contextRef="#ctx0" brushRef="#br0" timeOffset="126242.95">23260 12037 255 0,'0'0'96'0,"0"0"-45"15,0 0-31-15,0 0 24 16,0 0 49-16,0 0-51 16,34-11-19-16,-22 7 31 15,0 0 0-15,1-2-3 16,0-1-29-16,0 0 0 16,-1 2-11-16,0-2-3 15,-1 0-6-15,0 0-2 16,3-1 0-16,-4 0-1 15,-2-4-1-15,-1 3-6 0,0-3-13 16,-1 2 13-16,-2-3 5 16,-3 0-2-16,-1-2-10 15,0-2 7-15,-3 1 4 16,-14-2-1-16,-8-1-9 16,-6 4 10-16,-4 3 4 15,1 5 0-15,4 0-1 16,3 7 2-16,5 0-1 15,3 0 0-15,3 4-2 16,1 14 0-16,0 6-2 16,-2 9 4-16,1 10 0 15,-2 7 2-15,3 4 1 16,2 1-1-16,6-1 2 0,7-3-2 16,0-8 4-1,10-7-2-15,13-10 0 0,3-7 3 16,3-8-3-16,4-7-4 15,2-2-34-15,5-2-76 16,-1-5-170-16</inkml:trace>
  <inkml:trace contextRef="#ctx0" brushRef="#br0" timeOffset="126445.08">23415 12271 582 0,'0'0'147'0,"0"0"-60"16,0 0-63-16,0 0-14 16,0 0-10-16,0 0-138 15,27-16-128-15</inkml:trace>
  <inkml:trace contextRef="#ctx0" brushRef="#br0" timeOffset="144990.82">5145 12371 538 0,'0'0'86'0,"0"0"-25"16,0 0-6-16,0 0-30 15,0 0 15-15,0 0-7 16,0 0-5-16,0-68 4 0,0 67-8 15,1-1-10-15,-1 2-7 16,0 0-7-16,3 12-10 16,-2 18-2-16,-1 23 9 15,0 20 0-15,-4 10 0 16,-15 6 3-16,2-3 3 16,-3-9 0-16,4-11-1 15,0-17-1-15,6-19 3 16,1-14-4-16,3-16 3 15,6-3 5-15,0-33 22 16,0-25-30-16,3-23-16 16,9-13-37-16,-3-7 20 15,-6 0 24-15,1 9-3 16,3 11-26-16,1 12-36 16,9 11-25-16,5 10 57 0,10 12 42 15,8 14 2-15,9 12 23 16,0 13 14-16,-3 6-8 15,-4 24-23-15,-8 11-7 16,-10 12-1-16,-12 3 3 16,-9 1-2-16,-3-5 0 15,-9-9 1-15,-13-4-1 16,-5-8 5-16,-1-6 0 16,-5-4-6-16,-6-4 10 15,-6-2-5-15,-1 0-3 16,-4-1-2-16,10 4-26 15,12 4-74-15,19-2-137 0</inkml:trace>
  <inkml:trace contextRef="#ctx0" brushRef="#br0" timeOffset="146506.27">5710 12526 536 0,'0'0'173'0,"0"0"-46"16,0 0-71-16,0 0-18 16,0 0-25-16,0 0-13 15,3-20-6-15,3 44-3 16,0 13 9-16,5 8 5 16,-4 3-5-16,0-3 2 15,-4-7-1-15,2-6-1 16,1-6 0-16,1-6-3 15,10-3 1-15,3-5-9 16,13-10-7-16,11-2-7 16,8-8-23-16,0-18-14 15,-7-3 36-15,-12-5 26 0,-11 3 40 16,-10 0 33-16,-6 6-8 16,-6 4-18-16,0 11-24 15,0 3 0-15,0 7-23 16,0 0-2-16,0 0-2 15,0 15-8-15,0 8 8 16,1 7 4-16,8 1-1 16,2-5-9-16,5-4-3 15,5-5 1-15,3-6-1 16,10-8 12-16,8-3-3 16,13-14-30-16,8-20-25 15,0-14-55-15,-9-10 60 16,-15-6 49-16,-18-8 5 15,-16 2 8-15,-5 5 32 0,-12 7 18 16,-9 9 17-16,-5 8-5 16,4 10-12-16,10 12-11 15,2 13-9-15,10 6-38 16,0 18-17-16,0 22-8 16,0 19 25-16,0 11 0 15,7 11 0-15,4-2 0 16,-4-12-6-16,1-15 5 15,-3-17-8-15,-5-13-4 16,0-8 1-16,0-6-5 16,0-6-19-16,2-2 6 15,2-14 18-15,6-10 12 16,-1-4-26-16,5 5 25 0,-2 7 2 16,-3 5 3-16,-1 10 12 15,-2 1-12-15,-2 1-2 16,4 19-4-16,-3 9 4 15,-2 9-2-15,-3 6 0 16,0 2 2-16,-8-5-2 16,-7-8 2-16,-3-13 0 15,1-8 2-15,1-9-1 16,-2-3-3-16,-4 0-2 16,-7-17-6-16,-2-8 0 15,-2-5 0-15,6 0 7 16,10 7 1-16,11 4 1 0,6 5 7 15,13 2-8 1,18 2-3-16,11-1-6 0,9-1 3 16,0-5 6-16,5-8 0 15,5-5 1-15,-1-11-1 16,-2-9 1-16,-9-5 2 16,-11-1 2-16,-15 3 25 15,-12 9 13-15,-2 10-5 16,-5 10 0-16,-4 12-7 15,0 10-25-15,2 2-6 16,1 5-25-16,1 23-3 16,7 19 28-16,5 18 0 15,4 15 3-15,7 4-3 16,2-6 0-16,1-14-1 16,-5-13-5-16,-2-14-9 0,-7-10-2 15,-4-9-5-15,-3-10-30 16,-4-8-33-16,-3 0 52 15,3-24 26-15,2-8-30 16,-1-2 37-16,-1 0 8 16,-2 8 83-16,0 10-11 15,-3 8-30-15,3 8-35 16,3 0-15-16,0 14-21 16,4 8 21-16,5 6 0 15,3 3 1-15,4-2-1 0,0-2 0 16,-3-7 0-1,-6-9-13-15,-7-7-33 0,0-4-40 16,-1-24-26-16,-2-17-561 16</inkml:trace>
  <inkml:trace contextRef="#ctx0" brushRef="#br0" timeOffset="146646.17">7279 12332 803 0,'0'0'51'15,"0"0"-51"-15,0 0-26 16,0 0 24-16,58 80-49 16,-28-41-86-16,12-8 7 0,12-12-249 15</inkml:trace>
  <inkml:trace contextRef="#ctx0" brushRef="#br0" timeOffset="146972.87">7767 12439 614 0,'0'0'172'15,"0"0"-53"-15,0 0-73 16,0 0-33-16,0 0-13 16,0 0-8-16,12 16 8 15,-2 6 1-15,5 2-1 16,-1-4 0-16,2-5 0 16,-4-8-10-16,-7-3 1 15,2-4 9-15,-7 0 2 16,0 0-1-16,-11-11-1 0,-15 1-6 15,-12 5 6-15,-11 5-2 16,-6 0 4-16,1 17-1 16,8 13-1-16,12 10-3 15,11 6 1-15,11 1 0 16,12 1 1-16,8 0-3 16,33-6-3-16,30-6 7 15,18-13 0-15,19-10-10 16,14-13-85-16,3-1-287 15</inkml:trace>
  <inkml:trace contextRef="#ctx0" brushRef="#br0" timeOffset="147396.05">9056 12693 516 0,'0'0'166'0,"0"0"-2"16,0 0-113-16,0 0-37 15,0 0-12-15,0 0-2 16,80-13 3-16,-32 10-3 15,4-3 3-15,9 3-3 16,-1-3 0-16,-1-2-48 16,-11 1-36-16,-19-1-61 15,-22-5-128-15</inkml:trace>
  <inkml:trace contextRef="#ctx0" brushRef="#br0" timeOffset="148836.95">9054 12548 555 0,'0'0'58'0,"0"0"-47"16,0 0 36-16,0 0 13 15,0 0-20-15,111 16-22 16,-70-16 1-16,4-10 1 16,4-14-11-16,3-8-3 0,-4-11-6 15,0-3 0 1,-9 0-18-16,-14 2-43 0,-11 3 21 15,-14 3 40-15,0 5 2 16,-8 8 1-16,-3 10 29 16,3 8 3-16,5 7-18 15,1 13-17-15,2 25-11 16,0 16 11-16,0 18 1 16,18 13 1-16,0 8 10 15,0 2 1-15,-4-4-5 16,-8-13-1-16,-2-12 0 15,-4-14-2-15,0-12 2 16,0-14-1-16,0-9-4 16,-5-8-1-16,-11-5 3 15,-8-4 0-15,-9 0 13 16,-15-1-12-16,-13-19 0 16,-9-5-2-16,8-5-3 0,14 2 1 15,22 5 2-15,23 4 0 16,5 5-3-16,35-1-17 15,17 1-23-15,13 4 31 16,6 3 9-16,0 4 1 16,-4 3-1-16,-6 0 1 15,-9 0 4-15,-4 8-4 16,-10 3-1-16,-9-1 3 16,-8-1 2-16,-10-1-5 15,-7 1 2-15,-3-4-2 16,-3-2 1-16,0-3-1 15,0 0 1-15,0 0 5 0,3 0-1 16,2-2 6-16,4-15-11 16,8-3-1-16,4 3-19 15,6 5 13-15,-4 8 0 16,0 4-2-16,-4 0 4 16,-3 9 2-16,-1 7 1 15,1 2 2-15,2-1-1 16,0-2 1-16,0-1 3 15,-5-4-2-15,-1-9 3 16,1-1 14-16,0 0 41 16,4-16-50-16,4-2-5 0,0-5-4 15,0 1-1 1,-4 1-10-16,0 9 8 0,-4 7 3 16,0 5-2-1,0 0-2-15,8 7 0 0,3 12 1 16,6 10 3-16,7 5 0 15,6 2-2-15,7-1-4 16,1-5-9-16,5-9 1 16,-1-10 2-16,0-11-24 15,-1 0-13-15,-9-22-18 16,-11-9-20-16,-14-5 22 16,-17-1 65-16,-3 1 7 15,-19-2 43-15,-9 7 37 16,3 8 15-16,7 11-39 0,8 10-21 15,3 2-42 1,1 10-9-16,1 14 9 0,1 7-1 16,4 1-2-16,4 6 3 15,21-4 2-15,11-1-1 16,15-8 0-16,4-10 0 16,5-15 1-16,-3 0-2 15,-12-12-3-15,-13-10-4 16,-13-4 7-16,-15-2 1 15,-4 1 1-15,0 6 1 16,-12 2 5-16,2 9-4 16,4 7 9-16,5 3-13 15,1 1-17-15,0 19 12 16,13 7 5-16,20 3 0 16,14 2 0-16,23-3 1 0,14-10-1 15,14-9 0-15,2-10-4 16,-10 0-2-16,-14-18-4 15,-18-7 3-15,-16-5 7 16,-19-1 5-16,-16-1-4 16,-7 0 1-16,-23 1-2 15,-15 2 0-15,-7 5 4 16,5 10 1-16,7 14-5 16,4 5 0-16,9 28-9 15,1 20 9-15,3 13-2 0,2 11 2 16,-1 3 1-1,-5 0-1-15,2-3 3 0,-3-4 6 16,4-5-2-16,5-10 2 16,1-12-2-16,2-17-4 15,2-17-2-15,5-7 4 16,1-5-5-16,1 0 5 16,0 0 6-16,0-7-11 15,1-11-4-15,20-6-79 16,13-10-161-16</inkml:trace>
  <inkml:trace contextRef="#ctx0" brushRef="#br0" timeOffset="149170.22">12051 13014 687 0,'0'0'144'0,"0"0"-79"0,0 0-42 16,0 0-20-16,97-39-1 15,-57 30 0-15,-1-3 0 16,1-5-1-16,-8-3 0 16,-5-4 2-16,-8-3 2 15,-12-2-5-15,-7 0-2 16,-7 3-5-16,-22 6 4 16,-5 10 3-16,-5 10-2 15,-4 0-1-15,1 23 2 16,0 18-1-16,5 7 1 0,13 10 1 15,12 3 0 1,12-1-5-16,30-7 3 0,27-7-10 16,20-14-5-16,10-10-24 15,4-8-59-15,9-6-55 16,1-8-145-16</inkml:trace>
  <inkml:trace contextRef="#ctx0" brushRef="#br0" timeOffset="150004.98">13051 13000 376 0,'0'0'184'0,"0"0"-105"15,0 0-70-15,0 0-7 16,0 0 48-16,0 0 64 15,100 39-74-15,-25-32-21 16,21-3-12-16,14-4-6 16,8 0 1-16,-8 0-1 15,-7-4-1-15,-10-5 0 16,-12-2-12-16,-13 1-24 16,-12-3-40-16,-21-3-42 0,-22 0 18 15,-13-2 7 1,-31-2-57-16,-26 0 95 0,-5-2 55 15,5 6 60 1,18 5 102-16,21 8-19 0,15 3-87 16,3 14-56-16,6 16 0 15,15 9 7-15,10 6 22 16,8 0 14-16,3-3-9 16,-3-6-2-16,-4-10-13 15,-11-5-6-15,-10-11-7 16,-7-3-4-16,-7-4-2 15,-4 0-4-15,-29-1-20 16,-25-2-44-16,-18 0-75 16,-8-8-311-16</inkml:trace>
  <inkml:trace contextRef="#ctx0" brushRef="#br0" timeOffset="151001.57">15153 12951 302 0,'0'0'170'0,"0"0"-54"15,0 0-34-15,-12-90-13 16,-4 67-2-16,-6 3-22 16,-5 3-19-16,-6 8-7 15,-1 9-14-15,-4 4-5 16,-2 25-4-16,1 15 3 16,5 14-1-16,10 10 2 15,13 5-2-15,11 2 0 16,5-5-8-16,31-8-23 15,21-9 2-15,21-15 4 0,21-15-32 16,16-12-46-16,9-11-122 16</inkml:trace>
  <inkml:trace contextRef="#ctx0" brushRef="#br0" timeOffset="151468.14">15885 12861 60 0,'0'0'447'15,"0"0"-381"-15,0 0-32 16,0 0-24-16,-126-70-5 16,67 70 0-16,6 6-4 15,11 19 0-15,14 11 0 16,18 11-1-16,10 6-1 16,13 5-4-16,27-1 1 15,17-1-6-15,10-6 3 16,0-10 5-16,-9-5 0 0,-18-9 2 15,-20-9 0 1,-15-2-2-16,-5-6 2 0,-13-1 3 16,-23 1 22-16,-14 0 16 15,-10 4-29-15,-4-1-4 16,6 0-8-16,6 0-31 16,15-4 8-16,11 1-14 15,14-6-10-15,12-1-66 16,18-2-118-16</inkml:trace>
  <inkml:trace contextRef="#ctx0" brushRef="#br0" timeOffset="152033.97">16344 12948 656 0,'0'0'104'0,"0"0"10"15,0 0-81-15,0 0-33 16,0 0-1-16,-90 81 1 16,62-20 1-16,-2 8-1 15,2 2 2-15,3-4-1 16,11-11-1-16,4-17-3 16,8-17 2-16,2-14 1 15,0-8 2-15,0 0 14 0,9-16 33 16,13-18-32-1,7-14-17-15,0-10-8 16,-3-7-16-16,-2-1-9 0,1 6-9 16,8 9 16-16,9 11-36 15,1 17 39-15,-5 12 16 16,-8 11 7-16,-12 0 0 16,-4 19-7-16,-8 14 5 15,-6 5 2-15,0 1 0 16,-5-3 0-16,-14-9-1 15,3-10 1-15,-2-4 3 16,1-6-1-16,-4-4 2 16,-7-3 5-16,-5 0 2 0,-1 0 2 15,4-8 21 1,11 2 14-16,10 2-11 0,7 4-8 16,2 0-29-1,0 10-23-15,9 17 21 0,15 9 2 16,9 10 2-16,6 7 0 15,4-2-2-15,-1-3 1 16,-5-7-2-16,-4-6-10 16,-3-2-21-16,-2-4-15 15,0-9-86-15,-3-15-193 16</inkml:trace>
  <inkml:trace contextRef="#ctx0" brushRef="#br0" timeOffset="-191680.25">5160 12257 49 0,'0'0'25'0,"0"0"1"15,0 0-14-15,0 0-8 16,0 0-4-16,0 0-6 0,86-56 5 16,-82 56 1-16,1 0-42 15</inkml:trace>
  <inkml:trace contextRef="#ctx0" brushRef="#br0" timeOffset="-191014.77">4791 12329 157 0,'0'0'73'0,"0"0"5"15,0 0-37-15,0 0 18 16,0 0-8-16,0 0-4 16,3-51 12-16,-1 40-28 15,5 2 2-15,-4-2 38 16,0 1-31-16,2-1-4 15,-1 1-11-15,1-2-7 16,-1 2 0-16,5-2-11 16,0 0-6-16,6-3 0 15,-2 3-2-15,1 1 1 0,2 5-2 16,1 1 1-16,2 5-5 16,5 0-17-16,-2 0-23 15,6 0-11-15,4 5-35 16,5-1-15-16,1-2-111 15</inkml:trace>
  <inkml:trace contextRef="#ctx0" brushRef="#br0" timeOffset="-187851.12">4939 13522 112 0,'0'0'63'0,"0"0"-9"16,0 0-2-16,0 0-29 16,0 0 17-16,0 0-28 15,15-38 24-15,-12 31-30 0,0 2 4 16,1 0-9 0,-1 0 4-16,-1 2 2 0,1-1 20 15,0-1 0-15,0-2 22 16,1 2-12-16,-1 0-10 15,0 0 1-15,-1-1-1 16,1 0 8-16,-2-1-16 16,1 2 8-16,-1-2 5 15,2-1-20-15,0-1-3 16,-1-1 0-16,-1 0 3 16,-1-1 3-16,0-2 1 15,0 1-10-15,-12-1-6 16,-10 2 0-16,-14 1-2 15,-6 3 0-15,-15 7 2 16,-5 0 0-16,-1 0 4 0,5 19-2 16,12 9-1-16,16 12-1 15,20 11 0-15,10 17-1 16,26 11 2-16,18 8 1 16,14-2 1-16,5-12-2 15,4-17-1-15,4-14-24 16,1-15-15-16,2-12-24 15,-1-10-19-15,-4-5 19 16,-17 0-27-16,-18-10-6 16,-17-11 59-16,-16-6 37 0,-1-7 69 15,-11 0 59 1,-12-2 4-16,-1 5-46 16,5 13-7-16,8 8-14 15,11 10-26-15,0 1-39 0,11 23-3 16,17 10 1-16,10 3 4 15,5 4-2-15,2-1 1 16,8-7-1-16,0-5-4 16,0-12 1-16,-4-9 3 15,-13-7-2-15,-7 0-2 16,-9-17 3-16,-8-11-4 16,-3-11-1-16,-9-7-12 15,-4-6 17-15,-26-7-3 16,-19-5 3-16,-14 0-2 15,-1 6 2-15,6 9 1 16,15 13 0-16,21 12 0 16,22 12 0-16,8 2-4 0,34 6-16 15,18 4 15-15,7 0 4 16,7 2 1-16,-2 15 0 16,-8 4 0-16,-7 8 1 15,-13 10 4-15,-14 4-2 16,-9 7 5-16,-13-3-7 15,-8-4 4-15,0-9-3 16,-5-9-2-16,-4-8 4 16,5-7-3-16,1-6 0 15,0-4 1-15,-2 0 2 16,2-15 13-16,3-18-9 16,0-12-3-16,0-9-3 0,8-7 3 15,14 10 1 1,2 10-2-16,3 17-4 0,-6 12 0 15,2 12-1-15,-6 0-2 16,-1 19 2-16,-4 12 0 16,-6 13-1-16,-3 7 1 15,0 10 1-15,6-2 1 16,5-6-1-16,5-10 1 16,8-11-1-16,4-15-21 15,5-16 1-15,3-1 19 16,1-24-9-16,0-11-25 15,-2-13-12-15,-1-7 22 16,1-3 25-16,-2-2 2 0,-4 10-1 16,-4 10 0-1,-4 12 9-15,-6 10 22 0,-2 6-6 16,-2 7-26-16,-3 2 1 16,0 3-1-16,-2 0 0 15,-4 0-2-15,2 0 2 16,-6 0 1-16,-1 0 0 15,0 0 4-15,0 0 10 16,0 0-1-16,-8 0-4 16,-9 3-5-16,-4 7-5 15,-1 5-1-15,4 10 1 16,-1 12 0-16,3 10 0 16,3 6 0-16,9 5 0 15,4-1 0-15,9-3 0 0,31-8 0 16,11-11 1-16,9-10 1 15,6-15-2-15,-3-7-26 16,-8-3-42-16,-12-5-135 16,-19-15-370-16</inkml:trace>
  <inkml:trace contextRef="#ctx0" brushRef="#br0" timeOffset="-187518.22">6870 13802 545 0,'0'0'57'0,"0"0"-42"16,0 0 16-16,0 0 66 0,0 0-32 15,85 0-38-15,-60-3-13 16,2-8-5-16,2-1-1 16,-7-5-6-16,-2-1-1 15,-11 0 5-15,-9-1-3 16,0-1-3-16,-12-1-1 15,-18 6-13-15,-9 7 8 16,2 6 4-16,4 2 0 16,9 15-2-16,9 14-3 15,7 10 6-15,6 6-2 16,2 8 3-16,7 0 0 16,19-1 0-16,17-11 0 0,12-9 2 15,14-17-2-15,4-11 0 16,1-4-12-16,-9-15-87 15,-12-16-88-15</inkml:trace>
  <inkml:trace contextRef="#ctx0" brushRef="#br0" timeOffset="-186918.23">7372 13600 722 0,'0'0'106'0,"0"0"-105"16,0 0-1-16,27 84 22 15,-16-42 10-15,7-2-12 16,3-3 5-16,0-8-10 0,-3-11-4 16,-6-9 2-16,-6-5-5 15,-6-4-1-15,0 0 8 16,0 0 7-16,0-11 1 16,3-14-23-16,0-11-5 15,1-5-37-15,4-5 33 16,7 2 5-16,4 5-15 15,8 6 8-15,4 10-4 16,2 9-13-16,-2 11-21 16,2 3-19-16,1 0-53 15,0 1 57-15,-2 9 13 16,-5-1-57-16,-9 1 37 0,-9-4 54 16,-6 5 17-1,-3-2 10-15,0 2 90 0,0 7 29 16,-9 0-26-16,-3 6-47 15,0 5-13-15,0-3-17 16,3-6-6-16,4-4-13 16,5-8 0-16,0-6 2 15,0-2 3-15,0 0 2 16,8-2 11-16,8-17-3 16,4-6-22-16,2-6-5 15,-1-1-52-15,-3 3-11 16,-2 11 17-16,-8 7 51 15,1 11 1-15,-7 0 32 16,2 3-28-16,-3 16-5 16,-1 9 1-16,0 9 10 0,0 4-2 15,0 4 4-15,0 2-5 16,0-2-4-16,3-5-4 16,6-1-4-16,-1-15-175 15,-1-14-285-15</inkml:trace>
  <inkml:trace contextRef="#ctx0" brushRef="#br0" timeOffset="-186402.42">9005 13905 544 0,'0'0'173'15,"0"0"-69"-15,0 0-64 16,0 0-35-16,0 0 15 16,0 0 1-16,106-97-3 0,-75 58-14 15,2-7-3-15,-6-6 1 16,-8-2-1-16,-6 2 1 16,-11 9-2-16,-2 10 1 15,0 11-1-15,-6 13 3 16,-4 9-3-16,-2 0-2 15,-6 25-9-15,-2 24 1 16,-5 26 10-16,-2 17-4 16,-1 12 4-16,3 7-2 15,2-9 2-15,7-3 0 16,8-14-3-16,5-19-13 0,3-18-11 16,0-21-15-16,0-14-15 15,0-13-59-15,-4-4 34 16,-16-26-348-16</inkml:trace>
  <inkml:trace contextRef="#ctx0" brushRef="#br0" timeOffset="-185732.8">8650 13883 544 0,'0'0'65'16,"0"0"-18"-16,133-24-4 15,-65 24 20-15,10 0-17 16,4 0-23-16,3 0-10 15,5 7-9-15,5 1 0 16,-4-2-4-16,-8-3-1 16,-20-3-19-16,-21 0-15 0,-20 0-9 15,-14-7 28-15,-8-3 16 16,0-1 0-16,-15 0 8 16,-6 1 27-16,3 3 15 15,5 5 3-15,7 2-16 16,-1 5-34-16,1 20-3 15,2 17-3-15,4 11 2 16,0 5 1-16,10-2 1 16,17-7-1-16,8-11 0 15,1-13 3-15,1-14 0 16,-4-11 0-16,-5 0 0 16,0-21 3-16,-4-11-6 0,-7-9-21 15,-10-5-41-15,-7-1-8 16,-16-3-17-16,-12 8-8 15,12 6 18-15,12 11 77 16,4 8 81-16,9 9-22 16,12 8-12-16,6 0 1 15,7 12-4-15,2 13-11 16,1 8 4-16,-1 4-8 16,-2 4-6-16,-2 3-16 15,-1-4-2-15,-3-5 5 16,-4-12-9-16,-8-8 2 15,-9-8 2-15,-3-4-5 0,-3-3 0 16,-1 0 2-16,0 0-2 16,-13-20 0-1,-14-11-29-15,-6-8-8 0,6 0 12 16,6 1 25-16,9 7 3 16,9 9 8-16,3 7-9 15,9 7-2-15,21 2-1 16,11 1-1-16,9 2-5 15,5 3 7-15,-2-2-11 16,-1 2-7-16,-15 0-9 16,-13 0-45-16,-21 0-122 15</inkml:trace>
  <inkml:trace contextRef="#ctx0" brushRef="#br0" timeOffset="-184331.12">11557 13972 452 0,'0'0'84'0,"0"0"-44"16,0 0 9-16,0 0-28 16,0 0 13-16,0 0-5 15,-22-80 1-15,12 64-6 16,2 1-1-16,-4 3 3 15,6 0 4-15,1 4-12 16,1 1 0-16,2 2-3 16,1 1-8-16,1 1-1 15,0 1 0-15,0-1 1 16,0 3-4-16,0-2-3 16,0 2 2-16,0 0-4 0,0 0 0 15,0 0-1-15,0 0 2 16,0 0 1-16,0 0-1 15,0 0-1-15,0 0 2 16,0 0 0-16,0 0-2 16,0 0-3-16,0 0 1 15,0 0 4-15,0 0 0 16,0 0 4-16,0-1-3 16,0 1-1-16,0-2 0 15,0 0 0-15,1 0 0 16,2 2 1-16,-1 0-1 15,-1 0 0-15,-1 0 0 16,0 0 1-16,0 0-1 16,0 0-8-16,0 0-25 0,0 0-37 15,0 0-71-15,0 7 59 16,-3-5-292-16</inkml:trace>
  <inkml:trace contextRef="#ctx0" brushRef="#br0" timeOffset="-183422.05">11512 13855 175 0,'0'0'87'0,"0"0"35"16,0 0-32-16,0 0 1 16,-66-81-39-16,49 75-30 15,2 6-11-15,3 0-11 16,3 6-4-16,6 16 3 15,3 9-1-15,0 8 1 16,10 9 1-16,8 2 0 16,2-3 2-16,4-11-2 15,-1-10-7-15,4-15-1 16,-4-9 8-16,5-2 5 16,-1-10-3-16,-8-12 1 0,-5-4-1 15,-12-2 21-15,-2-1 34 16,-1 1-23-16,-15 4-14 15,-4 5-12-15,7 7-3 16,3 7 13-16,7 5 24 16,3 0-38-16,0 0-4 15,0 6-4-15,0 10 4 16,0 4 0-16,0 1 2 16,0-5-2-16,0-3 0 15,0-4 1-15,0-6-1 16,0-3 2-16,0 0 1 15,0 0 3-15,0 0 13 16,0 0 22-16,0-12-22 16,0-3-17-16,0-1 0 0,-9 1-2 15,1 5-2-15,2 2 2 16,2 3 0-16,2 4 0 16,2 1 2-16,0 0-4 15,0 0 1-15,0 0-11 16,0 0-10-16,0 0-8 15,0 0 15-15,0 0 9 16,0 0 5-16,0 0 1 16,0 1-2-16,0 4 2 15,0-2-15-15,0 4-3 16,0 1-7-16,-6 2-11 16,-6 1-17-16,-4 0-45 0,4-5-130 15</inkml:trace>
  <inkml:trace contextRef="#ctx0" brushRef="#br0" timeOffset="-182763.91">11535 13968 54 0,'0'0'2'15,"0"0"22"-15,0 0 37 16,0 0 27-16,0 0-6 16,0 0 39-16,13 2-57 15,-11-8 3-15,-1 0-50 16,1 1 23-16,-1-4-23 16,0-1-4-16,1 0 8 0,0-3 0 15,-2 2 5-15,0-1 8 16,0 0-28-16,0 4-1 15,0-1-3-15,0 4-2 16,0 1 0-16,0 1 0 16,0 2 0-16,0-3 0 15,0 3-1-15,0 1 1 16,0-2 1-16,0 2 1 16,0 0-1-16,0 0-1 15,0 0 0-15,0 0-4 16,-2 0 1-16,2 0 2 15,0 0-2-15,0 0-1 0,0 0-4 16,0 0 2-16,0 0-4 16,0 0-2-1,0 0 3-15,0 0 5 0,0 0 4 16,0 0-1-16,0 0-12 16,0 0-11-16,0 0 1 15,0 0 1-15,0 0-14 16,0 0 30-16,-2 7-65 15,1-2-56-15,0-1-159 16</inkml:trace>
  <inkml:trace contextRef="#ctx0" brushRef="#br0" timeOffset="-180972.21">11559 13874 135 0,'0'0'68'0,"0"0"-10"15,0 0 18-15,0 0-3 16,0 0 15-16,0 0-12 16,6-58 9-16,-1 55-27 15,0 3-19-15,-1 0-35 0,4 9-4 16,0 19-2 0,2 11 2-16,-6 15 7 0,-4 12 3 15,0 11 1 1,-18 5 8-16,-3 3-5 0,-1-1-3 15,-1-5-2-15,9-12-6 16,0-17-1-16,8-18-2 16,3-16 7-16,0-10-7 15,0-6 6-15,-3-5 85 16,-5-19-35-16,-5-12-55 16,-3-11-1-16,-1-6-2 15,3 0-9-15,9 4-6 16,8 4-11-16,20 6-7 15,26 5-15-15,11 8 16 16,5 4-11-16,2 5 4 16,-2 5 20-16,-4 5 16 0,-9 2 5 15,-7 5 8-15,-12 0 9 16,-9 0-8-16,-7 14-1 16,-7 5-6-16,-3 5-1 15,-4 3-1-15,0 0 4 16,0-2-2-16,0-4-2 15,-4-5 1-15,0-6-1 16,3-6 4-16,-1-3-1 16,-1-1 0-16,0-2 20 15,-2-20 14-15,2-10-37 16,3-8-16-16,7-2 0 0,20-1-4 16,12 9-8-1,3 7-14-15,-6 10 32 0,-6 8 10 16,-9 9 12-16,-8 0 10 15,-6 4-21-15,0 18 3 16,-2 5 1-16,-2 5 3 16,-2 4-2-16,1 3-5 15,-1-3 3-15,4 0-1 16,-1-5 0-16,1-6-2 16,-1-8-1-16,-1-5 0 15,2-8 2-15,-2-3 1 16,3-1 3-16,2 0 2 15,3-5-3-15,1-10-4 16,0-2 10-16,-5-1 19 16,-1 0-20-16,-4-2-5 0,-2-1-1 15,0-1-4-15,-9 0 0 16,-12-2 0-16,-1 2-1 16,4 1 0-16,6 3 1 15,6 2 1-15,6 3-1 16,0 0-9-16,21-1-4 15,16 1-17-15,15 0 5 16,6 2 7-16,3 3 7 16,-1 1 3-16,-5 4 7 15,-8 3 1-15,-10 0 2 16,-9 3 3-16,-8 14-5 16,-13 1-2-16,-4 2 2 0,-3 5 0 15,0-2 0-15,-3-3 0 16,-7-1 0-16,3-5 2 15,3-4-2-15,2-3 1 16,2-2 0-16,0-4-1 16,0-1 0-16,0 0 8 15,6 0 9-15,14-6-3 16,5-5-13-16,2 1-1 16,-4 3 0-16,-4 4-1 15,-4 3 1-15,-6 0-2 16,-2 0-2-16,-1 8 1 15,0 6 0-15,-1 1 1 16,2 2 1-16,3 1 1 16,1-2 0-16,0-7 1 0,0-3-1 15,-1-6 4-15,3 0 2 16,-3-3 3-16,1-9-4 16,0-4-5-16,-2 0 0 15,-1 1-5-15,0-1 5 16,0 5 2-16,1 5-2 15,4 1-2-15,6 5 0 16,3 0-16-16,2 0-15 16,7 0 17-16,6 2 9 15,-1 1 6-15,-4-3 1 16,-11 0 0-16,-9 0 5 16,-6-11 27-16,-6-2 4 0,0 1-1 15,0-1-14-15,0 4 6 16,-6 3-16-16,1 5-6 15,3 1-1-15,2 0-4 16,0 0-3-16,0 0 0 16,0 0-2-16,-1 4 3 15,1 3 2-15,-2-2 0 16,2-2-1-16,0-3-5 16,0 1 6-16,0-1 3 15,0 0 0-15,-2 0 5 16,1 0-1-16,0 0-3 15,-6 0-4-15,-4 0-6 16,-2 3-70-16,-5 5-17 16,7 2-38-16,7-6-144 0</inkml:trace>
  <inkml:trace contextRef="#ctx0" brushRef="#br0" timeOffset="-180356.64">13359 13755 638 0,'0'0'137'16,"0"0"-47"-16,0 0-84 0,0 0-5 15,0 0-1-15,-84 86 0 16,65-30-2-16,2 11 2 15,4 1 1-15,7-4 0 16,6-10 1-16,0-12-2 16,19-16-1-16,14-12 1 15,5-11 2-15,2-3-2 16,1-19-9-16,-2-15-12 16,-4-9-16-16,-5-6 1 15,-10-4 14-15,-6 3 14 16,-6 4 8-16,-4 11 20 15,-4 14 46-15,0 12-20 0,0 9-20 16,0 4-26-16,0 21-18 16,0 13 18-16,-8 8-1 15,1 7-1-15,4-2 2 16,3-2 1-16,0-14-1 16,19-11 0-16,-4-13 0 15,1-11 0-15,0 0 6 16,4-17 1-16,3-8-7 15,-2-8-1-15,0 0-8 16,-9 0 0-16,-2 8 1 16,-7 9 8-16,-2 7 2 15,-1 9 1-15,0 0-3 16,2 12-21-16,-2 12 15 0,0 8 1 16,1 2 5-1,2 5-2-15,5-3 2 0,4-5 1 16,0-8 0-16,-3-10 0 15,-1-8-1-15,0-5-13 16,0 0-21-16,-1-12-60 16,-5-15-301-16</inkml:trace>
  <inkml:trace contextRef="#ctx0" brushRef="#br0" timeOffset="-180182.14">12844 13803 586 0,'0'0'0'0,"91"39"0"0,-21-17 4 15,15-3 0-15,11-2-4 16,4 0 0-16,4 0-6 16,-2-7-89-16,-7-8-263 15</inkml:trace>
  <inkml:trace contextRef="#ctx0" brushRef="#br0" timeOffset="-179935.09">14121 14269 897 0,'0'0'22'0,"0"0"-22"16,0 0-2-16,-27 92 2 16,14-52 0-16,1 5 3 15,3-4-1-15,-3 4-2 16,5-1-9-16,1 8-61 16,6-10-113-16,0-8-260 15</inkml:trace>
  <inkml:trace contextRef="#ctx0" brushRef="#br0" timeOffset="-178842.06">14506 14036 275 0,'0'0'131'16,"0"0"-12"-16,0 0-26 15,0 0-8-15,0 0-17 16,30-90-13-16,-15 63-31 15,0-3-3-15,1 0 5 16,-1 0-16-16,-4 1-8 16,-6 3-1-16,-5 7-1 15,0 7-2-15,0 7-1 16,-3 5-19-16,-8 6-5 16,-2 21-51-16,0 12 52 0,1 14-3 15,8 9 13-15,4 8 12 16,0 6 3-16,0-2 1 15,0-10 1-15,0-13 2 16,0-14 5-16,0-13 2 16,0-8 12-16,-2-8-16 15,-9-3 5-15,-3-5 1 16,-4 0 7-16,-5 0-4 16,1-5-5-16,7-7-5 15,8-5 1-15,7-2-6 16,12-6-8-16,25-2-17 15,13-3-9-15,10 0 3 0,6 2 26 16,-2 5 4-16,-6 2 1 16,-16 6 3-16,-15 4 13 15,-15 5 27-15,-6 4 7 16,-6 2-22-16,0 0-28 16,0 0-1-16,0 0-9 15,0 14-3-15,0 6 11 16,0 1 2-16,13 1-2 15,6-5-5-15,4-7-7 16,7-10 14-16,0 0 2 16,-2-17 0-16,-1-10 1 15,-3-7 0-15,-5-4 0 16,-8 3 11-16,-8 4 14 0,-3 14-3 16,0 8-13-16,0 9-9 15,0 0-3-15,6 23-40 16,5 12 39-16,4 8 1 15,5 6-11-15,2-1-21 16,8-6-31-16,9-9-36 16,2-13-16-16,4-16-213 15</inkml:trace>
  <inkml:trace contextRef="#ctx0" brushRef="#br0" timeOffset="-178324.13">15413 14076 896 0,'0'0'11'0,"0"0"-11"16,0 0 0-16,-8 108 0 0,4-63 0 15,2-5 2-15,1-8-1 16,1-8 0-16,0-8 3 16,0-7-2-16,0-7 0 15,0-2 1-15,0 0 3 16,0-7-6-16,9-16 0 15,7-9-67-15,1-3-1 16,2-1-1-16,1 4 69 16,2 8 1-16,5 8 4 15,-2 11 1-15,-1 5-5 16,-6 3 1-16,-3 17-2 16,-6 8 3-16,-2 5 23 0,-2 7 2 15,0 5-14-15,0 1-6 16,1-5 1-16,1-8-6 15,3-14 1-15,0-11 0 16,6-8 2-16,8-3 0 16,9-22-6-16,7-12-25 15,-3-9-44-15,-4-2-5 16,-7 0 24-16,-4 4 29 16,-6 12 21-16,-3 11 32 15,-6 9 46-15,-3 12-22 16,-1 0-56-16,-1 15-12 15,-2 13 5-15,0 8 7 0,-5 5 5 16,-11 2-1-16,-1 2-3 16,6-7 4-1,6-9 2-15,5-9-7 0,0-7-24 16,0-13-87-16,8-6-98 16</inkml:trace>
  <inkml:trace contextRef="#ctx0" brushRef="#br0" timeOffset="-178160.3">15941 13844 786 0,'0'0'0'0,"0"0"-36"0,0 0-59 16,16 87 25-1,-14-36-89-15,-1-3-189 0</inkml:trace>
  <inkml:trace contextRef="#ctx0" brushRef="#br0" timeOffset="-176977.94">16160 14183 795 0,'0'0'49'15,"0"0"-49"-15,0 0-4 16,0 85 4-16,-3-37 13 15,3 7-6-15,0-1-1 16,15-7 7-16,3-13-6 0,-6-14 0 16,-6-12-1-16,0-8-2 15,4 0 8-15,8-11 20 16,5-17-30-16,6-4-2 16,1-11-27-16,-4 3-7 15,-7 1-3-15,-4 3-1 16,-2 6-20-16,-1 8 35 15,4 7 7-15,0 8 15 16,4 7-6-16,0 0 0 16,2 0 2-16,2 8-6 15,1 1 4-15,2-2 7 0,-1 1 0 16,4-3-1 0,-4-3-2-16,-2-2 3 0,-9 0 0 15,-9 0 1-15,-2 0 53 16,-4-5 1-16,0-5-22 15,-1 0-7-15,-7 3-17 16,1 3 2-16,4 1-4 16,3 3-5-16,0 0-2 15,0 0 0-15,-1 0-2 16,-1 0-2-16,1 0 2 16,-4 7 2-16,1 0 1 15,1 0-1-15,-2-4 0 16,3 0 0-16,-1 1 1 15,2-4-1-15,0 0 0 16,1 0 4-16,-3 0-1 0,1 0 14 16,-1 0 1-16,-4 0-16 15,-6 3-2-15,-1 11-3 16,-5 4 3-16,-1 7-1 16,2 0 1-16,6 2 0 15,4-4 0-15,8-4 0 16,0-5-1-16,28-7 1 15,12-5 2-15,5-2 1 16,-2-2-1-16,-7-15-2 16,-8-5 3-16,-8 0-3 15,-9-4 3-15,-10 3 4 16,-1-2-3-16,0 6-2 0,-11 5 0 16,4 3 1-16,1 8-1 15,3 3-2-15,0 0 0 16,-2 0-5-16,-4 3 1 15,0 8 3-15,2 0 1 16,1-1-1-16,4-1 0 16,2-4 1-16,0 2 0 15,0-2 0-15,0 1 0 16,3 2 1-16,2 0 0 16,1 1-1-16,-3 3 0 15,0 1-1-15,-3 3 0 16,0-1 1-16,0-1-8 15,0 0-26-15,6-3 1 16,10-1 0-16,10-1-14 0,12-4 5 16,6-5-24-16,-1 0-16 15,-6-11 33-15,-6-13 26 16,-3-7 23-16,4-5 7 16,-1-8-7-16,-2-6-27 15,-7-8 14-15,-10-9 13 16,-10-9 56-16,-2-4 29 15,-2 2 24-15,-9 6-11 16,2 19-21-16,2 17-43 16,3 19-17-16,4 14-15 15,-5 3-2-15,-1 18-17 16,-8 23-2-16,-8 19 18 16,-3 18 0-16,-2 16 1 0,6 0 0 15,9-5-5-15,12-13-4 16,6-12-1-16,21-12 7 15,0-9-3-15,-3-9-17 16,-9-10-41-16,-4-16-110 16,-4-8-225-16</inkml:trace>
  <inkml:trace contextRef="#ctx0" brushRef="#br0" timeOffset="-176478.29">17634 14480 346 0,'0'0'25'16,"0"0"85"-16,0 0-18 15,0 0 27-15,0 0-7 16,0 0-52-16,0 0 35 15,0 6-26-15,1-26-38 16,4-12-30-16,-1-9-1 16,-2-7-3-16,-1-11-32 15,-1-5 0-15,0-1-1 16,0 4-7-16,2 10-1 0,7 10-22 16,-2 17 57-1,2 12-9-15,-5 12 8 0,-2 0-9 16,-2 16-23-16,-2 11 37 15,-17 4 5-15,-6 0 4 16,1-6-4-16,1-3 5 16,1-3 13-16,3-1 4 15,1 2 5-15,0 1-10 16,3 3-2-16,3-1-6 16,5-2-1-16,4-1-2 15,3-6-3-15,0-3 1 16,5-4 0-16,20-3 7 15,10-4 20-15,22 0-12 0,15-2-14 16,11-11-5-16,2-3-77 16,-13-5-153-16</inkml:trace>
  <inkml:trace contextRef="#ctx0" brushRef="#br0" timeOffset="-175429.06">18490 13998 454 0,'0'0'39'16,"0"0"77"-16,0 0 13 16,0 0-38-16,0 0-34 15,0 0-36-15,19-28-21 16,-42 62-11-16,-13 24 5 16,-6 14 2-16,-4 16 1 15,2 6 6-15,7-2 2 16,7-11 2-16,11-17-5 15,8-25-2-15,8-18 2 16,3-13-2-16,0-8 9 16,0 0 33-16,9-22 22 15,14-18-64-15,5-14-2 16,2-14-33-16,0-5-10 16,-3-5 8-16,0 1-9 15,2 5 12-15,6 11 13 0,11 15 21 16,7 14 0-16,4 18 7 15,-6 14 10-15,-10 13-17 16,-9 22-1-16,-11 12 0 16,-6 6-5-16,-11 0 4 15,-4-3 1-15,0-13 1 16,-10-8-2-16,-3-9 2 16,2-8 0-16,-4-3 4 15,0-6-3-15,-9-3 6 16,-1-5 1-16,-2-19-2 15,4-6-2-15,7-4-4 16,10-2 0-16,6 4 0 0,17 7-1 16,23 8-20-16,9 9-20 15,7 8-10-15,-1 0 23 16,-6 13 18-16,-12 13 10 16,-9 3-1-16,-11 8 1 15,-8 1 0-15,-6 1 3 16,-3 0-2-16,0-10 3 15,1-8-3-15,2-10-1 16,-1-9 1-16,4-2 3 16,5 0 3-16,8-10 8 15,7-12-15-15,3-10-9 0,-2-6-3 16,1-3 11 0,0 5 1-16,2 9-2 0,0 8-28 15,-3 11-56 1,-5 8-33-16,-6 0 79 0,-7 5 40 15,-5 9 0-15,-4 3 34 16,0 3 30-16,0-1-8 16,0 1-21-16,-4-1-1 15,-1-4-17-15,-2 1-8 16,-1-4-6-16,3 1 1 16,-4 1-4-16,0-6-69 15,1-8-191-15</inkml:trace>
  <inkml:trace contextRef="#ctx0" brushRef="#br0" timeOffset="-174381.25">19346 14214 362 0,'0'0'134'0,"0"0"-57"15,0 0-30-15,0 0-45 16,0 0-2-16,0 0 0 15,-13 32 3-15,10-10 38 16,-2 4 26-16,-1 7-25 16,-3 2-22-16,-1 1-11 15,4 2-5-15,6-6-1 16,0-5 0-16,3-10 2 16,9-9 2-16,1-8-7 15,6 0 3-15,7-11-3 16,7-11-8-16,-5-7-37 15,-5-4 10-15,-9-6 24 16,-8-2-13-16,-6-2 24 0,0-1 8 16,-4-2 19-16,-11 4-1 15,-5 6 3-15,3 7 0 16,2 13-23-16,3 8-4 16,6 6-2-16,3 2-38 15,3 0-32-15,0 8 23 16,3 1 11-16,21 0 23 15,7-2 13-15,6-1 0 16,-1-4 2-16,-1-2-2 16,-7 0-4-16,-4 0-3 15,-7-8-9-15,-4-8-5 16,3-4 19-16,-4-6-6 16,-3-5 2-16,-3-1 6 0,-2-2 26 15,-4 3 11-15,2 4 29 16,1 7 9-16,1 9-18 15,2 8-33-15,2 3-24 16,6 10-31-16,5 19 11 16,0 12 13-16,-6 15 2 15,-5 13 1-15,-8 14 2 16,0 11 0-16,0 7 4 16,-5-1 0-16,-5-8-2 15,-1-13 2-15,2-15 2 0,4-21-4 16,2-15 3-1,3-12-1-15,-2-8-1 16,1-5-1-16,-2-3 5 16,-1 0 9-16,-3-17 36 0,-6-13-41 15,2-9-7-15,-1-5 1 16,2-10-3-16,1-3 0 16,4 0 3-16,4 3-2 15,1 11-1-15,4 8-7 16,17 8-23-16,9 9-16 15,7 6-1-15,9 4 20 16,10 5 8-16,-1 3-1 16,-5 0 16-16,-11 0-6 15,-12 5 10-15,-13 7 5 16,-3 0-5-16,-9 2 1 16,-2 2-1-16,0 1 5 0,-9 2-2 15,-3-4 4-15,3-3-5 16,5-3-2-16,4-6-59 15,0-3-81-15,13-17-327 16</inkml:trace>
  <inkml:trace contextRef="#ctx0" brushRef="#br0" timeOffset="-174228.14">20290 13707 804 0,'0'0'16'0,"0"0"-16"0,0 0-182 16,0 0 121-16,-24 86-5 16,20-42-81-16,4-6-162 15</inkml:trace>
  <inkml:trace contextRef="#ctx0" brushRef="#br0" timeOffset="-173998.34">20387 13905 129 0,'0'0'596'0,"0"0"-579"15,0 0-17-15,0 0-2 16,-40 113 2-16,24-52 8 16,8 9 1-16,8-3-2 0,0-4 1 15,8-9 1-15,1-8-3 16,-4-12-6-16,-5-6-3 15,-3-6-59-15,-19-16-61 16,-5-6-175-16</inkml:trace>
  <inkml:trace contextRef="#ctx0" brushRef="#br0" timeOffset="-173464.33">20088 14200 678 0,'0'0'91'16,"0"0"-33"-16,0 0-43 16,117-15-13-16,-59 15 6 15,8 2-6-15,4 9-1 16,5 0-1-16,-5-4-7 16,-6-1 7-16,-11-3-20 15,-8-3-25-15,-15 0-7 16,-12 0 0-16,-6-1 51 15,-12-4 1-15,0 1 30 16,0 1 3-16,-3 3-20 16,-4 0 26-16,-4 0-24 15,-4 14-11-15,2 11-7 16,-3 7 5-16,4 3-2 0,1 4 3 16,2-5-3-16,6-5 3 15,3-10-3-15,0-8 0 16,3-11 1-16,15 0 6 15,4-9 2-15,7-15-7 16,-4-5-2-16,-5-5 0 16,-7 0 1-16,-7 4 2 15,-3 8 21-15,-2 9 31 16,1 7-26-16,-2 6-17 16,0 0-12-16,1 6-24 15,2 16 6-15,0 8 18 16,6 5 0-16,15-1-3 15,16-9-18-15,10-8 20 16,4-15 0-16,2-2-5 0,-4-10-10 16,-1-16-19-16,-3-8-85 15,-11-8-46-15,-10-8-126 16</inkml:trace>
  <inkml:trace contextRef="#ctx0" brushRef="#br0" timeOffset="-172932.96">21261 13869 430 0,'0'0'260'0,"0"0"-128"15,-10-71-99-15,-1 72-33 16,-5 32-98-16,-14 15 97 16,-11 13 1-16,6 4 0 15,8-2 0-15,15-10-3 16,12-10 3-16,0-11 9 0,8-7 7 16,5-8-7-16,-1-8-3 15,2-5-3-15,10-4 2 16,7 0 3-16,9-16-8 15,2-5-21-15,-3 1-3 16,-8 7 24-16,-7 6 4 16,-11 7 15-16,-4 0-19 15,-9 12-2-15,0 15-6 16,-16 4 8-16,-8 4 0 16,-2 1 1-16,-1-5 0 15,4-6-1-15,2-6 1 16,6-9 5-16,3-3-6 15,5-5 6-15,2-2-3 0,5 0 5 16,0-9 23-16,8-10-27 16,21-8-4-16,14-3-2 15,10-3-17-15,2-1 0 16,0 1 4-16,-3 0 15 16,-8 3 20-16,-12 5 23 15,-11 10 8-15,-9 10-21 16,-7 5-30-16,-5 0-8 15,0 20-23-15,0 8 20 16,-9 7 9-16,-6 1 0 16,-4 0 0-16,2-4-8 15,9-6-20-15,6-6-33 16,2-6-34-16,0-14-82 0,9 0-195 16</inkml:trace>
  <inkml:trace contextRef="#ctx0" brushRef="#br0" timeOffset="-172772.26">21713 13562 192 0,'0'0'610'0,"0"0"-583"16,0 0-27-16,0 0-104 15,0 0 87-15,0 0-41 16,72 93 1-16,-68-47-107 15,2-6-22-15</inkml:trace>
  <inkml:trace contextRef="#ctx0" brushRef="#br0" timeOffset="-172382.79">21873 13834 711 0,'0'0'73'0,"0"0"-73"15,0 0 2-15,-2 99-3 16,-14-32 2-16,-3 12 0 15,5 5 1-15,10-6 1 16,4-15-2-16,11-20 0 16,9-18 0-16,1-15 2 15,3-10 2-15,4 0 8 16,8-18-5-16,1-11-4 16,-2-6-4-16,-6-7-19 0,-3 2-1 15,-4 4 14-15,-1 8 6 16,-3 8 50-16,-8 11-19 15,-1 9-13-15,-1 0-18 16,1 1-5-16,4 16-1 16,-1 6 4-16,-2 4 1 15,5 4 1-15,-3 0 0 16,0 1-2-16,-1-5 2 16,-4-8 2-16,-1-5-1 15,-2-6 0-15,-1-2-1 16,-2-3 0-16,1-3-7 15,5 0-87-15,8-6-41 0,8-24-390 16</inkml:trace>
  <inkml:trace contextRef="#ctx0" brushRef="#br0" timeOffset="-172249.07">22304 13653 813 0,'0'0'26'0,"0"0"-26"15,0 0-130-15,0 0 38 16,63 71-4-16,-25-27-104 16</inkml:trace>
  <inkml:trace contextRef="#ctx0" brushRef="#br0" timeOffset="-171650.32">22593 13750 573 0,'0'0'219'0,"0"0"-159"16,0 0-38-16,0 0-21 16,0 0-1-16,-25 116 0 15,7-34 3-15,1 15 0 16,4-2-6-16,11-6 2 16,2-19-2-16,29-22-14 15,4-21 17-15,5-19 3 16,1-8 1-16,5-6 0 15,0-16-1-15,-3-7-3 16,-10-2-15-16,-8 2-2 0,-9 0 17 16,-2 8 5-16,-3 4 37 15,-4 9 1-15,-2 5-9 16,-2 3-34-16,1 1-6 16,2 20-36-16,-4 5 39 15,3 7 0-15,0 0-8 16,1-4 1-16,6-5 4 15,-1-11 6-15,2-6 0 16,1-7 1-16,5 0 2 16,-2-2-1-16,1-11-2 15,1-2-5-15,-4-4 2 0,-3 2 3 16,-1 3 2 0,-1 6 4-16,-5 2 9 0,-3 5 13 15,0 1-28-15,0 8 0 16,0 23-22-16,-20 15 22 15,-12 12 0-15,-10 15 1 16,-12 7 1-16,-6 7 2 16,7-3-2-16,9-9-2 15,18-13-1-15,9-19 1 16,11-16 1-16,5-11 0 16,-1-10 0-16,2-5-1 15,0-1-9-15,0 0-30 16,9-14-5-16,14-19-244 15</inkml:trace>
  <inkml:trace contextRef="#ctx0" brushRef="#br0" timeOffset="-171438.32">22535 13832 406 0,'0'0'8'16,"143"7"-8"-16,-64 8 47 16,3-3 6-16,-4-3 13 15,-5-1-15-15,-7-5-10 16,-8-1-32-16,-10-2-9 0,-10 0-39 16,-11-13-201-16</inkml:trace>
  <inkml:trace contextRef="#ctx0" brushRef="#br0" timeOffset="-138379.05">5321 14591 148 0,'0'0'88'0,"0"0"-49"15,0 0 0-15,0 0 19 16,0 0-8-16,0 0 3 15,0 0-9-15,6-23-21 16,-3 17-4-16,-2 2 3 16,1-1 5-16,-1-2 1 15,1 1 9-15,-1 0-5 16,1 1-28-16,0-1 7 16,-2 2 3-16,2-3-8 0,1 4 1 15,-2-1-1-15,1-1-3 16,0-2 0-16,-2 0 5 15,0-1 2-15,0-1 4 16,0 1-5-16,0-1-2 16,0 1-3-16,-5-2 0 15,-20 1 4-15,-8-2-4 16,-12 1 0-16,-11 6 15 16,-4 4-7-16,-1 0-7 15,-9 18 0-15,-1 10-2 0,2 9 11 16,6 9-3-1,9 6-7-15,13 10-3 0,15 8-1 16,14 8 1-16,12 1-1 16,0-6 0-16,24-12 1 15,10-8-2-15,11-13-7 16,7-11-13-16,11-9-7 16,7-13-3-16,7-7-40 15,4 0-37-15,-8-19 53 16,-12-3 22-16,-15-4 31 15,-21-2 2-15,-11-1 16 16,-14 3 73-16,0 2 27 16,-14 6-32-16,0 4-31 15,-1 8-20-15,9 4-15 16,1 2-18-16,1 0-1 0,4 17-1 16,0 6 2-1,0 7 1-15,9 5-1 0,6 0 0 16,5 3 0-16,10-2 0 15,5-5-1-15,1-3 1 16,1-8 0-16,-4-8 0 16,-3-8-1-16,-2-4-2 15,-1-4 0-15,-5-19 3 16,-7-6 0-16,-9-5-1 16,-6-3-5-16,-1 0 1 15,-23 1 3-15,-3 3-3 16,-7 2-5-16,1 3-19 0,9 2-8 15,6 1 3 1,13 3 21-16,5-3 9 0,16 3-8 16,18 2 0-16,18 4 9 15,3 6 3-15,5 10 1 16,-2 0 0-16,-6 12 6 16,-7 11-1-16,-11 5-3 15,-11 5-2-15,-11 3 0 16,-11 0-1-16,-1-3 0 15,-6-4 3-15,-9-4-1 16,5-8-2-16,1-6-1 16,4-5 1-16,2-6-1 15,0 0-2-15,-1-6 2 0,0-16-1 16,4-9-1 0,0-2 3-16,20-4 4 0,6 3 22 15,3 9 1 1,-3 9-3-16,-5 11-7 0,-2 5-12 15,-3 9-5-15,-6 14-1 16,-3 11-1-16,-7 5 2 16,0 6 0-16,3 8-1 15,10-5-9-15,4-7-7 16,11-16-6-16,2-16-15 16,2-9 30-16,6-9 7 15,5-19-9-15,4-7-37 16,-1-6 25-16,-6-5 22 15,2 0 2-15,-8 5 3 0,0 2-1 16,-4 10 18-16,-6 8 4 16,-6 7-7-16,-6 8-6 15,-2 6-2-15,-2 0-11 16,-2 0-2-16,-2 0 0 16,1 6 1-16,-4-1 1 15,-1-4 1-15,0-1 1 16,0 0 21-16,0 0 4 15,0 0-7-15,-13 0-4 16,-1 0-16-16,0 8 2 16,0 1-2-16,5 8-3 0,-3 8 1 15,6 8 1 1,2 9 1-16,4 8 0 0,6 10 0 16,22 1 0-1,14-6 0-15,15-6 0 0,5-20 0 16,5-9-4-16,5-16-7 15,-5-4-36-15,-4-13-103 16,-17-17-340-16</inkml:trace>
  <inkml:trace contextRef="#ctx0" brushRef="#br0" timeOffset="-137933.36">7005 15129 674 0,'0'0'41'0,"0"0"-22"16,0 0-19-16,0 0-9 15,0 0 9-15,0 0 2 16,61-22 0-16,-31 8 1 16,-3-1-3-16,-4-6-9 15,-6 1-2-15,-8-2 11 0,-9 4 6 16,0 0 5 0,-18 6-2-16,-4 4 1 0,-2 4 15 15,4 4 3-15,4 0-18 16,2 14-10-16,2 14-1 15,4 9 0-15,6 4 2 16,2 2-1-16,12-6 1 16,31-9 1-16,17-11 2 15,13-10 0-15,5-7-4 16,-11-3-68-16,-8-21-46 16,-17-10-181-16</inkml:trace>
  <inkml:trace contextRef="#ctx0" brushRef="#br0" timeOffset="-137633.24">7418 14843 811 0,'0'0'54'0,"0"0"-54"15,0 0 0-15,0 79 0 16,0-32 6-16,7 2 13 16,13-1 0-16,1-6-1 15,1-7-12-15,-4-15-1 16,-9-8-4-16,-6-8 2 15,-2-4 0-15,-1 0 0 16,0 0 9-16,3-11 6 16,-1-14-12-16,1-10-6 15,4-3-12-15,2-1 1 16,10 3-3-16,6 6-12 0,10 4-7 16,7 8-25-1,0 8-31-15,1 6-10 0,-3 4 3 16,-4 0-50-16,-4 1 7 15,-12 7-2-15</inkml:trace>
  <inkml:trace contextRef="#ctx0" brushRef="#br0" timeOffset="-137333.21">7885 14921 634 0,'0'0'205'16,"0"0"-127"-16,0 0-73 15,0 0-3-15,0 0-2 16,0 0 0-16,-8 61 0 0,8-48 1 15,8 0 1 1,2-7-1-16,-2-5-1 0,0-1-3 16,6 0 3-16,1-18-41 15,3-4-37-15,-5-3-56 16,-3 1 119-16,1 6 15 16,-3 4 2-16,-4 7 96 15,-2 7-13-15,1 0-64 16,-2 5-21-16,0 19-2 15,4 5 1-15,1 10 1 16,12 4 0-16,3-2 1 16,-2-6 3-16,-4-6-4 15,-7-7-29-15,5-11-100 16,9-11-227-16</inkml:trace>
  <inkml:trace contextRef="#ctx0" brushRef="#br0" timeOffset="-136931.31">8950 14952 733 0,'0'0'0'16,"0"0"-24"-16,0 0 4 15,0 0 20-15,0 0 13 0,0 0 73 16,83-16-60-1,-34-8-13-15,2-4-13 0,-3-12 0 16,-13-9-13-16,-15-7 11 16,-12-4 1-16,-8 4 1 15,-2 6 0-15,-14 10 6 16,2 12 28-16,5 12 1 16,-4 14-1-16,2 4-34 15,-6 32-8-15,-12 24 6 16,-5 23 1-16,-5 14-1 15,3 10 2-15,8 4-2 16,13-5 2-16,15-6-2 16,0-8 2-16,18-17 0 15,6-18-1-15,2-16 1 16,0-15 0-16,0-11-10 0,-4-12-31 16,-6-1-74-1,-13-24-100-15</inkml:trace>
  <inkml:trace contextRef="#ctx0" brushRef="#br0" timeOffset="-136284.29">8762 15065 403 0,'0'0'199'15,"0"0"-128"-15,0 0 2 16,83-81-59-16,-17 69 43 16,8-1-13-16,6 4-30 15,-5 1 3-15,-3 2-10 16,-9 0-4-16,-11 2 1 0,-10 1 0 15,-14 1-3-15,-13 0 1 16,-10 1-2-16,-3-1 0 16,-2 2 0-16,0 0 0 15,0 0-1-15,0 0 0 16,0 0 0-16,0 0-3 16,-3 17-8-16,-4 12 11 15,0 12 1-15,2 10-2 16,5 7 2-16,2-2 0 15,23-11 1-15,8-11-1 16,6-16 5-16,-3-11 0 16,-1-7 3-16,-5-4 6 15,-2-20-6-15,-8-7-5 16,-7-6-3-16,-13-5 0 16,0-2-23-16,-15 2 2 0,-7 2-7 15,2 3-15-15,6 4-23 16,14 7 65-16,0 8 1 15,21 8 47-15,9 10-34 16,7 0-6-16,-1 18 8 16,-1 10 3-16,-2 7-3 15,1 4 1-15,-1 2 3 16,-2-2-9-16,-4-5-5 16,-10-9-2-16,-5-9 0 15,-8-9-1-15,-2-5-1 16,-2-2-1-16,0 0 6 15,0-5 1-15,-3-15-7 16,-17-11-10-16,-3-6-39 0,1-1 22 16,8 1 16-16,14 6-8 15,0 7-2-15,22 5-71 16,12 5 12-16,2 4 55 16,2 4 21-16,5 2-2 15,2 4-7-15,-1 0-11 16,-5 0-243-16</inkml:trace>
  <inkml:trace contextRef="#ctx0" brushRef="#br0" timeOffset="-135752.04">11224 14998 467 0,'0'0'53'15,"0"0"-46"-15,0 0 70 16,0 0 5-16,81 39-16 16,-51-35-43-16,-2-4-5 15,2 0-1-15,-5-1-1 16,-5-14-2-16,-7-5 6 15,-12-3-3-15,-1-3-6 16,-20 0-10-16,-13 7 3 16,-3 7-4-16,6 9-1 15,8 3-3-15,6 12-6 0,5 22 6 16,7 11 3 0,4 13 1-16,6 4 0 0,33-3 0 15,29-9 0-15,20-14 1 16,10-13-1-16,7-13-27 15,-7-10-132-15,-14-17-129 16</inkml:trace>
  <inkml:trace contextRef="#ctx0" brushRef="#br0" timeOffset="-133869.96">11836 14973 775 0,'0'0'29'0,"0"0"-25"15,0 0-4-15,0 110 12 0,0-67-4 16,0-6-7-16,0-8 1 16,0-8 1-16,0-5-1 15,0-7-2-15,0-3-44 16,0-6-26-16,9 0 36 16,0-8-30-16,1-12-179 15,1 0 32-15,-5 1 211 16,0 4 2-16,3 6 76 15,-2 7 2-15,-3 2-25 16,-1 3-52-16,-1 15 19 16,-1 6 10-16,3 4 7 15,-4 2-18-15,9-2 4 16,5-5-5-16,3-9-6 0,7-10 7 16,-1-4 0-1,1-8 43-15,3-16-29 0,0-4-31 16,-2-2-3-16,-4-2 1 15,-3 4 6-15,-4 1-7 16,-4 6-1-16,0 8 4 16,-5 5 35-16,-4 8 18 15,1 0-57-15,2 3-6 16,4 15 5-16,10 8 1 16,12 2 0-16,19 0 1 15,6-6 3-15,2-11-2 16,-5-10 0-16,-9-1-1 0,2-11 0 15,-2-15-1-15,-1-8-27 16,-9-7-43-16,-14-6 25 16,-12-1 29-16,-7 2 16 15,-1 5 17-15,-14 7 49 16,5 12 11-16,3 13-23 16,0 9-32-16,-3 10-22 15,-6 34-7-15,-4 21 6 16,-1 21-1-16,2 14-2 15,5 4 4-15,4 2 6 16,3-8-6-16,2-9 1 16,3-13 2-16,2-15-2 15,0-21-1-15,2-21 1 0,4-16 6 16,6-4 7 0,6-30 77-16,9-19-89 0,3-14-2 15,-7-7-20-15,-8-8 5 16,-10 1-1-16,-4 5-3 15,5 12-6-15,9 15 16 16,6 18 4-16,4 17 1 16,-1 11-2-16,-4 0 1 15,-1 23 1-15,-3 11 4 16,-5 5-1-16,-4 0 1 16,-2-6 1-16,-2-8 4 15,-3-13 3-15,0-5-6 0,0-7 1 16,-6 0-3-1,-15 0 16-15,-9-11-7 0,-13-11-9 16,1-7 0 0,4-3-47-16,13 3-50 0,22 5-26 15,8 7-50-15,31 5-26 16,6 5 199-16,2 1 61 16,-5 6 11-16,-2 0 2 15,-4 0 18-15,-7 3-33 16,-6 1 12-16,-6-4 1 15,1 0-23-15,1-4 4 16,6-15-28-16,5-12-12 16,3-11-6-16,1-9-6 15,-4-8-1-15,-3-5 0 16,-10-7-1-16,-11-1 1 16,-3 6-3-16,0 16 3 0,0 21 3 15,-2 17 0-15,1 12-3 16,-1 1-1-16,-2 30-18 15,-2 24 12-15,-6 19 5 16,0 16 2-16,1 13 1 16,0-1-1-16,8-8-1 15,3-14-18-15,13-23-7 16,14-23 9-16,7-19 9 16,1-15 7-16,2 0-1 15,2-27-67-15,-2-7-65 16,-10-5-35-16,-10-4-30 15,-12-1 43-15,-5 4 156 0,0 6 196 16,0 12 92-16,0 7-117 16,-5 13-58-16,2 2-78 15,0 15-35-15,0 19-3 16,-1 14 3-16,4 7 0 16,0 3 1-16,0-3-1 15,21-9 0-15,12-14-3 16,10-13 3-16,-1-14 3 15,-4-5 7-15,-4-12 9 16,-3-13-7-16,-4-8-11 16,-8-5-1-16,-10-5-23 15,-9-2-17-15,-12-2-20 16,-21 2-20-16,-1 4 42 16,1 5 23-16,7 11 12 0,9 7-9 15,9 7 12 1,8 6 2-16,11 3 10 0,21 0-9 15,13 2 5-15,2 0 27 16,-1 0-6-16,-7 0-11 16,-7 0-6-16,-8 2-5 15,-5 5-5-15,-6 7-2 16,-4 0-1-16,-2 3 1 16,-3 4-3-16,-1 0 2 15,0 2 1-15,2-1 0 0,2-4 1 16,8-3 1-1,3-10-2-15,5-5 1 0,5-4-1 16,0-19-4 0,-1-8-21-16,-9 0-26 0,-9-2 12 15,-9 5 39-15,0 2 41 16,-8 6 38-16,1 7 1 16,3 5-32-16,1 8-23 15,-4 0-25-15,-3 11-6 16,-3 20 2-16,-5 16 3 15,3 12 0-15,6 13 0 16,6 3-2-16,3 4 1 16,0-4 0-16,0-7 2 15,9-10-3-15,-2-11 3 16,-1-7 1-16,-1-6 3 0,-2-8-4 16,-3 0 1-1,0-3 0-15,0-4-1 0,0-2-5 16,3-4-43-16,3-9-36 15,4-4-83-15,9-4 10 16,2-25-193-16</inkml:trace>
  <inkml:trace contextRef="#ctx0" brushRef="#br0" timeOffset="-133503.23">14309 15369 577 0,'0'0'116'0,"0"0"-32"16,0 0-64-16,0 0 9 15,0 0-19-15,0 0-8 16,70-8 0-16,-43-1-2 16,-2-3 0-16,-3-3 0 15,-8-5-16-15,-11-2-30 16,-3 1 22-16,-7 3 2 15,-19 3-1-15,-2 5 23 16,-5 7 7-16,-3 3 13 16,-1 0-8-16,1 22-7 15,11 5-4-15,9 7-1 16,14 3 1-16,2 1 0 16,31-4 0-16,18-8 19 0,9-9 11 15,7-10-14 1,0-7-14-16,0 0-3 0,-6-17-92 15,-10-11-58-15,-14-7-355 16</inkml:trace>
  <inkml:trace contextRef="#ctx0" brushRef="#br0" timeOffset="-133136.24">14665 15288 665 0,'0'0'178'15,"0"0"-101"-15,0 0-51 0,0 0-19 16,0 0-1 0,83-13-4-16,-58 8 0 0,3 1-1 15,-1-3-1-15,-3-1 0 16,-6-5-1-16,-3-1-11 16,-11-3-7-16,-4 0-4 15,-1-3-12-15,-19 5 1 16,-1 5 24-16,-4 6 10 15,-3 4 0-15,-4 5 0 16,-4 21-2-16,1 6 2 16,5 8 1-16,7 1 3 15,9-1 1-15,14-7-1 16,0-5-2-16,33-9 8 0,25-7 22 16,19-7-6-1,10-5-18-15,3-5-8 0,-10-17-8 16,-9-7-24-16,-14-5-38 15,-12-10-89-15,-15-3-122 16</inkml:trace>
  <inkml:trace contextRef="#ctx0" brushRef="#br0" timeOffset="-132918.09">15223 14955 375 0,'0'0'1'15,"0"0"-1"-15,-34 96 9 16,22-50 49-16,6 0-8 15,4-2 10-15,2-2-9 16,0-6-11-16,0-5 27 0,7-8-22 16,-3-6-30-16,-4-8-3 15,0-2-8-15,0-2-4 16,-13 0 0-16,-13 2 4 16,-6-1-4-16,-1 2-50 15,-2 0-71-15,6-5-112 16</inkml:trace>
  <inkml:trace contextRef="#ctx0" brushRef="#br0" timeOffset="-132086.38">15206 15187 320 0,'0'0'96'15,"0"0"-3"-15,0 0-39 16,32-81-3-16,-24 54-6 16,-7-1 19-16,-1 4-16 15,0 5-7-15,-3 6-6 16,-7 9-21-16,-2 4-14 0,0 9-7 15,-3 22 4-15,3 16-1 16,6 13 3-16,6 9-3 16,0-6-9-16,7-8-19 15,10-11-7-15,2-18 27 16,-7-10 12-16,-5-8 2 16,-3-5-1-16,-4-1-1 15,0-2-3-15,0 1 3 16,-13 0 3-16,-7 3 16 15,-10 0-12-15,2 3-4 16,1-3 0-16,0 1-3 16,3-1-18-16,5-3-30 15,2-1-38-15,8 0-23 16,9-5-208-16</inkml:trace>
  <inkml:trace contextRef="#ctx0" brushRef="#br0" timeOffset="-131844.96">15280 15069 138 0,'0'0'535'0,"0"0"-379"16,0 0-101-16,0 0-32 15,0 0-23-15,0 0-5 16,-76 47 5-16,48 3 0 15,-2 8 0-15,-1 3 0 0,-1 1 0 16,-2-4 0-16,4-2-9 16,0-5-45-16,5-7-60 15,7-10-109-15</inkml:trace>
  <inkml:trace contextRef="#ctx0" brushRef="#br0" timeOffset="-131682.66">15012 15545 719 0,'0'0'129'15,"0"0"-58"-15,0 0-44 16,0 0-27-16,0 0-30 0,0 0-82 16,-20 7-55-1,16 0-105-15</inkml:trace>
  <inkml:trace contextRef="#ctx0" brushRef="#br0" timeOffset="-130661.54">15477 15398 561 0,'0'0'129'0,"0"0"5"15,0 0-88-15,0 0-14 16,0 0-15-16,0 0-12 16,-3 0-5-16,3 0-5 15,0 0-44-15,0 2-137 16,0-2-79-16</inkml:trace>
  <inkml:trace contextRef="#ctx0" brushRef="#br0" timeOffset="-130473.25">15805 15467 86 0,'0'0'630'16,"0"0"-511"-16,0 0-73 15,0 0-12-15,0 0-24 16,0 0-10-16,0-23-35 16,3 30-184-16,19 3 87 15,10-4-353-15</inkml:trace>
  <inkml:trace contextRef="#ctx0" brushRef="#br0" timeOffset="-130310.26">16266 15550 586 0,'0'0'88'16,"0"0"-1"-16,0 0-39 15,0 0-10-15,0 0-10 16,0 0-28-16,-52-17-31 16,37 26-123-16,0-6-228 15</inkml:trace>
  <inkml:trace contextRef="#ctx0" brushRef="#br0" timeOffset="-109510.67">2807 4945 308 0,'0'0'116'0,"0"0"-9"0,0 0-51 16,0 0-12-16,0 0 3 15,0 0-17-15,-40-71 6 16,34 67 0-16,3 1-22 16,0 1 0-16,3 1-2 15,-1 1 1-15,1 0-1 16,-3 0-3-16,3 0 0 15,0 0-9-15,0 0 0 0,0 0-1 16,0 0-6 0,0 1 6-16,0 12 0 0,0 3 1 15,0 4 0-15,3 8 0 16,1 0 0-16,2 2 0 16,3-5 0-16,-1-4-1 15,9-7-1-15,6-7 0 16,17-7 2-16,23-8 2 15,22-26 7-15,18-15-7 16,10-8-1-16,-7-4-1 16,-9 0 1-16,-21 6-1 15,-18 8 1-15,-19 9-1 16,-14 9 0-16,-14 11-1 16,-8 9 1-16,-3 9-2 15,-3 0-32-15,-27 24-52 0,-13 14 20 16,-8 9-56-16,-1-2-76 15,7-4-95-15</inkml:trace>
  <inkml:trace contextRef="#ctx0" brushRef="#br0" timeOffset="-108146.29">3015 5905 328 0,'0'0'51'15,"0"0"44"-15,0-80 7 16,0 66 8-16,0-1-75 0,-3 7-6 15,-2 4-8-15,0-1-7 16,3 5 3-16,2 0-7 16,0 0-10-16,0 5-8 15,0 16 8-15,0 10 0 16,0 4 2-16,0 2 0 16,10 2-2-16,8-3 0 15,3-5 1-15,10-9 0 16,10-10 0-16,17-12 9 15,24-12 11-15,20-26-3 0,15-16-14 16,-3-13-2 0,-5-8 1-16,-14 0-1 0,-19 9-2 15,-18 12 6-15,-19 18 0 16,-20 16-5-16,-13 11-1 16,-6 7-2-16,-13 2-11 15,-27 17-104-15,-18 21 9 16,-10 20 26-16,3 10-90 15,5 0-18-15</inkml:trace>
  <inkml:trace contextRef="#ctx0" brushRef="#br0" timeOffset="-105714.98">2700 7249 328 0,'0'0'124'0,"0"0"-28"16,0 0-16-16,0 0-5 15,0 0 5-15,0 0-28 16,-1-64-41-16,1 61 2 16,0 3-2-16,0 0 0 0,0 0-11 15,0 0-6-15,10 6 3 16,8 13 2-16,6 7 1 16,-2 6-2-16,2 2 2 15,-6-1 1-15,3-5 1 16,1-5-2-16,-1-3 0 15,6-10 0-15,14-10 0 16,24-3 7-16,29-33-5 16,28-14-2-16,17-12 0 15,1-5 0-15,-10 4 3 16,-15 5-3-16,-18 5 0 16,-15 7 0-16,-20 7-1 15,-21 12 0-15,-21 13 0 0,-12 8-3 16,-8 6-4-16,0 0-14 15,-17 3-40-15,-12 19 7 16,-1 5 22-16,-5 6-28 16,2 1 12-16,5-2-66 15,7-5-107-15</inkml:trace>
  <inkml:trace contextRef="#ctx0" brushRef="#br0" timeOffset="-101785.33">3728 8579 274 0,'0'0'24'15,"0"0"68"-15,0 0-46 16,0 0 20-16,0 0-24 16,0 0 0-16,3-79-19 15,-2 73-1-15,1 2-2 16,-2 1 7-16,0 3-13 0,0 0-14 16,0 0-3-1,0 0-1-15,0 13 4 0,4 5 0 16,-1 2 2-16,3 6-1 15,-1 0-1-15,2 4 2 16,2-6-2-16,1-2-1 16,6-3 1-16,4-5 1 15,10-6 2-15,11-8-3 16,17 0 17-16,22-25 6 16,23-18-12-16,21-15 2 15,13-9-1-15,6-8-6 16,-13 0 0-16,-11 1 6 15,-25 7 6-15,-22 9-4 16,-21 10-10-16,-20 12 6 0,-13 12 2 16,-13 12-4-1,-5 7-1-15,0 5-7 0,-7 5-16 16,-20 20-23-16,-11 9-1 16,-1 11-21-16,8 0-42 15,5-6-88-15,13-12-113 16</inkml:trace>
  <inkml:trace contextRef="#ctx0" brushRef="#br0" timeOffset="-101605.89">4920 8375 428 0,'0'0'86'0,"0"0"-19"16,0 0-45-16,0 0-17 15,0 0-5-15,0 0-4 16,-6 18-45-16,6-3 9 16,0 4-101-16,-3-5-57 15</inkml:trace>
  <inkml:trace contextRef="#ctx0" brushRef="#br0" timeOffset="-96356.06">4247 10023 318 0,'0'0'67'16,"0"0"2"-16,0 0 3 15,0 0 15-15,0 0-22 16,0 0-9-16,0 0-17 0,3-59-23 16,-3 59-16-16,7 0-10 15,-2 6 6-15,5 9 2 16,3 1 2-16,-2 4 0 16,3-1 3-16,-1-3-2 15,-1-3 1-15,4-3 0 16,2-3 1-16,9-3 0 15,9-4 2-15,18 0-3 16,18-16 2-16,18-15 0 16,10-11-3-16,8-8-1 15,3-1 3-15,-2-2-1 16,0 3-2-16,-9 2 0 16,-16 8 0-16,-19 4 1 0,-22 9 0 15,-18 7 0 1,-15 11-1-16,-7 4 0 0,-3 5-8 15,-13 3-42-15,-17 18-14 16,-4 8 23-16,-1 5-54 16,9 2-45-16,4-6-74 15</inkml:trace>
  <inkml:trace contextRef="#ctx0" brushRef="#br0" timeOffset="-93893.24">3951 11398 189 0,'0'0'18'0,"0"0"17"15,0 0 11-15,17-87 13 16,-14 69 4-16,0 2-3 16,-3 4-11-16,0 0 13 0,0 5-20 15,0-3 4 1,0 6 2-16,0 2-24 0,0 2 4 15,0 0-28-15,0 0-2 16,0 6-2-16,0 13 2 16,12 9 2-16,0 7 0 15,1 6 3-15,4 0 1 16,1-5-1-16,7-7 1 16,7-11 1-16,15-15 7 15,19-3 14-15,23-25-9 16,21-23-9-16,13-11-6 15,-1-6-1-15,-10 6 0 0,-17 8-1 16,-12 1 0 0,-11 5 0-16,-9 5 0 0,-14 11 4 15,-18 11-3-15,-16 6-1 16,-10 9 2-16,-5 3-2 16,-15 0-7-16,-18 16-35 15,-11 13-6-15,1 8-3 16,5 3-65-16,6-1-58 15,9-9-119-15</inkml:trace>
  <inkml:trace contextRef="#ctx0" brushRef="#br0" timeOffset="-89628.38">3977 12528 62 0,'0'0'43'0,"0"0"13"16,0 0-16-16,0 0 8 15,0 0 3-15,6-73-6 16,-6 62 24-16,0 1-1 16,0 1-9-16,0-2-13 15,0 3-12-15,0 2 5 16,0-1-7-16,0 5-8 16,0 0-11-16,0 1-8 15,0 1-1-15,0 0-4 16,0 0-7-16,1 7 7 15,7 9-2-15,-1 3 0 16,1 6 0-16,1 2 2 0,3 3 4 16,-4-2-3-16,4-2-1 15,-1-6 1-15,8-5-1 16,5-6 0-16,13-6 2 16,17-3-1-16,19-17 5 15,18-25-2-15,12-12-2 16,3-5-1-16,-1-2 0 15,-13 6 1-15,-16 6 2 16,-18 8 2-16,-16 7 5 16,-14 8 2-16,-10 8-2 15,-4 4 0-15,-5 3 0 16,-2 5-9-16,-4 1-1 16,-2 4-2-16,0 1 1 15,-1 0-2-15,0 0-9 16,0 0-33-16,0 9 8 0,-7 8 6 15,-7 4-41-15,-3-1-42 16,4 0-119-16</inkml:trace>
  <inkml:trace contextRef="#ctx0" brushRef="#br0" timeOffset="-83819.61">3734 13671 164 0,'0'0'42'15,"0"0"32"-15,0 0 11 16,0 0-30-16,0 0 12 15,10-76 13-15,-10 69-29 16,0 3-2-16,0 4-15 16,0 0-19-16,0 0-15 15,3 14-2-15,-1 11 2 16,1 7 1-16,-3 7 3 16,0 2 0-16,0 0 0 15,0-7-1-15,1-5 0 0,1-5 0 16,4-7-2-16,1-5-1 15,0-4 2-15,3-4-1 16,15-4 9-16,14-4 3 16,19-22 9-16,19-14-13 15,22-14-6-15,11-10-2 16,4-6 2-16,2 6-2 16,-19 7 1-16,-19 13 0 15,-21 10 0-15,-18 9-1 16,-14 5 2-16,-12 7 4 0,-8 5-4 15,-3 6 1 1,-2 2-4-16,0 0-4 16,0 0-10-16,-16 12-8 0,-4 8-20 15,-1 4-54-15,2-3-23 16,7-7-156-16</inkml:trace>
  <inkml:trace contextRef="#ctx0" brushRef="#br0" timeOffset="-78991.48">4335 14919 167 0,'0'0'69'0,"0"0"8"16,6-82 27-16,-6 56-34 16,0-2-9-16,0 2-3 15,0 3-19-15,0 2 15 16,0 4-39-16,0 3 13 15,0 4-9-15,0 5-1 16,-4 3 9-16,4 2-7 16,0 0-20-16,0 6-6 15,0 12 4-15,13 12 1 16,-4 8-2-16,-1 0 3 16,3 4 4-16,-2-4-4 0,5-6 1 15,2-6 0-15,-1-4 0 16,7-6 3-16,5-8-4 15,7-8 1-15,17-2 2 16,15-30-1-16,14-14 3 16,2-16-4-16,2-1 1 15,-5 1-1-15,-9 8-1 16,-4 9 2-16,-11 8 1 16,-15 9-2-16,-13 9 4 15,-12 9-1-15,-11 7-4 16,-4 3 0-16,0 4-7 15,-16 19-33-15,-12 10-7 0,-7 9-35 16,-1-1-27-16,5-4-130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12:10.447"/>
    </inkml:context>
    <inkml:brush xml:id="br0">
      <inkml:brushProperty name="width" value="0.05292" units="cm"/>
      <inkml:brushProperty name="height" value="0.05292" units="cm"/>
      <inkml:brushProperty name="color" value="#FF0000"/>
    </inkml:brush>
  </inkml:definitions>
  <inkml:trace contextRef="#ctx0" brushRef="#br0">5063 4545 184 0,'0'0'71'16,"0"0"7"-16,0 0 3 15,0 0-40-15,0 0-5 16,0 0 4-16,0 0-6 16,0 0-13-16,0-79-5 15,0 69 18-15,1 0-10 16,1 1 13-16,-1 3-7 16,1 2-3-16,-2-1-6 15,0 3-13-15,0-1-3 16,0 0-2-16,0-2 4 15,0 1 5-15,0-1-11 0,0 0 2 16,0 1 7 0,0 1 6-16,0 3-5 0,0-2-10 15,0 2 1-15,0 0-2 16,0 2-4-16,0 17-11 16,0 17 13-16,0 19-2 15,-12 17 4-15,-9 9 4 16,0 0-1-16,-4-6-2 15,4-8 1-15,2-9 1 16,3-9-1-16,4-8-2 16,4-12 0-16,2-7 2 15,4-10-1-15,1-5-1 16,1-7 0-16,0 0-11 0,1-10 8 16,18-18-68-1,6-11-233-15,0-3-51 0</inkml:trace>
  <inkml:trace contextRef="#ctx0" brushRef="#br0" timeOffset="715.44">5334 4492 542 0,'0'0'79'15,"0"0"27"-15,0 0-106 16,0 0-10-16,0 0 10 0,0 0 21 16,-6 114-2-16,-6-52 28 15,-4 5-24-15,1 0-14 16,0-6 0-16,4-7-7 16,2-5 1-16,5-12-1 15,-1-11 1-15,4-13-3 16,1-7 4-16,0-6-3 15,0-3 10-15,0-25 54 16,0-14-65-16,6-17-62 16,9-13 2-16,2-6 9 15,-1-5 22-15,-4 9 29 16,1 6 3-16,1 15-2 16,4 13-1-16,11 9-16 0,3 12 8 15,5 9 2-15,3 10 6 16,0 0 0-16,-2 20 0 15,-4 13 0-15,-4 6-1 16,1 5 1-16,-2-1 1 16,-7-6-1-16,-3-6 0 15,-8-7 0-15,-8-8-5 16,-3-3-1-16,0 1 1 16,-14-4-1-16,-8 0 6 15,-2 0 0-15,5-5 0 16,7 0 1-16,9 2-2 15,3 2-6-15,0 8 7 16,0 7 10-16,1 7 17 16,14 6-10-16,6 5 0 0,3 0 0 15,3-2 4-15,-6-8-14 16,-9-7-4-16,-3-12-1 16,-6-3-2-16,-3-6 0 15,0-1 1-15,-3-3 0 16,-21 0 13-16,-14 0-3 15,-14 0-4-15,-7 0-5 16,-8-12-1-16,16 0-1 16,15 1-4-16,19 2 4 15,17 4 0-15,25 1-122 16,33-6-36-16,23-9-135 16</inkml:trace>
  <inkml:trace contextRef="#ctx0" brushRef="#br0" timeOffset="1299.79">6311 4691 475 0,'0'0'125'15,"0"0"-32"-15,0 0-1 16,0 0-41-16,0 0-51 16,0 0 1-16,-59 63 1 15,50-20 4-15,1 4 8 16,3 0-8-16,5-6-3 0,0-9-2 15,0-8-1 1,2-12 1-16,1-7 0 0,-3-5 0 16,9-5 7-16,0-22 5 15,3-10-13-15,-3-8-34 16,-6-1 32-16,-3 6 1 16,0 4 1-16,3 10 9 15,6 12 16-15,6 6-25 16,4 8-2-16,11 0-3 15,2 6 3-15,0 13 2 16,-1 4-1-16,-4 3 0 16,3 0 0-16,0-4 0 15,-2-7-1-15,-4-6 0 16,-1-9-9-16,-3 0 0 16,-4-17 7-16,4-12 1 0,-4-4-24 15,-5-9 11 1,1 1-9-16,0-2 25 0,0 4 1 15,4 3 13-15,-1 9 15 16,0 8-24-16,-3 4 6 16,-4 9 5-16,-7 3 1 15,6 3-3-15,-1 0-14 16,2 22-3-16,4 15-2 16,-5 11 5-16,-4 6 0 15,-1 6 8-15,-1 2-1 16,4 5-6-16,-1 3 0 15,1-4 0-15,-2-2-1 0,-3-10-20 16,0-13-100 0,-5-21-170-16</inkml:trace>
  <inkml:trace contextRef="#ctx0" brushRef="#br0" timeOffset="2081.67">4856 4446 249 0,'0'0'44'16,"0"0"29"-16,0 0-15 15,0 0-7-15,0 0-5 16,0 0 5-16,-11-32-12 16,11 27 28-16,0 1-20 15,0-1 14-15,0 2-54 16,11 0-6-16,8-2-1 15,3 4-2-15,9 1-9 16,1 0-23-16,2 0-11 0,0 0-28 16,-2 0-16-16,-2 0-67 15,-7 0-21-15</inkml:trace>
  <inkml:trace contextRef="#ctx0" brushRef="#br0" timeOffset="2380.94">4627 5090 31 0,'0'0'42'16,"0"0"-26"-16,0 0-12 15,0 0 13-15,0 0-4 16,0 0 2-16,33 59 11 16,-11-56 1-16,1-2-2 15,9-1 4-15,4 0 8 16,5 0 18-16,5 0-9 16,3-7-31-16,6 2-15 15,5-5-28-15,4-2-76 16</inkml:trace>
  <inkml:trace contextRef="#ctx0" brushRef="#br0" timeOffset="3125.5">5736 4683 211 0,'0'0'109'0,"0"0"-57"16,0 0-7-16,-107 22 3 16,67-10-18-16,-1 3-4 15,0-1-9-15,2-1-11 16,2-1-2-16,6-3-1 16,10-1-1-16,0-3-2 15,4 1-17-15,12-6-176 16</inkml:trace>
  <inkml:trace contextRef="#ctx0" brushRef="#br0" timeOffset="3310.66">5249 4833 392 0,'0'0'162'0,"0"0"-110"16,0 0-52-16,0 0-14 16,0 0-158-16,0 0-86 15</inkml:trace>
  <inkml:trace contextRef="#ctx0" brushRef="#br0" timeOffset="3849.74">4392 5514 429 0,'0'0'136'16,"0"0"-88"-16,0 0-11 15,0 0-8-15,0 0-11 16,0 0-18-16,34 0 0 16,37-1 11-16,29 1 17 15,29 0 8-15,20 0-16 16,14 0-17-16,6 0-3 16,4 0-2-16,-1 0-14 0,-5 0-44 15,-10 0 12-15,-17 0 44 16,-21 0-17-16,-14-4 4 15,-22-5 11-15,-11 1 5 16,-19-2 2-16,-18 0 2 16,-16 3 15-16,-13 3 37 15,-6 2 27-15,0 2-57 16,-2 0-25-16,-23 0-158 16,-11 5-144-16</inkml:trace>
  <inkml:trace contextRef="#ctx0" brushRef="#br0" timeOffset="4000.43">6613 5498 570 0,'0'0'0'15,"0"0"-116"-15,-83-2-134 16</inkml:trace>
  <inkml:trace contextRef="#ctx0" brushRef="#br0" timeOffset="4846.46">5258 5149 141 0,'0'0'106'15,"0"0"-48"-15,0 0 26 16,0 0-45-16,0 0 41 0,0 0-13 15,-17-17-54 1,16 13 6-16,0 0 38 0,-1-1-13 16,1 1-19-16,-1 1-3 15,1 2 4-15,-1 1-1 16,2 0-10-16,0 0-8 16,0 0-2-16,0 0 0 15,0 0-1-15,0 0-4 16,0 0-4-16,0 0-6 15,21 0 8-15,18 0 2 16,13 0 1-16,14 0 1 16,11 0-2-16,7 0 0 15,5-12-33-15,-5 0-47 16,-11-2-49-16,-27 1-145 0</inkml:trace>
  <inkml:trace contextRef="#ctx0" brushRef="#br0" timeOffset="5689.66">4945 4425 74 0,'0'0'145'16,"0"0"-141"-16,0 0 3 15,0 0 26-15,0 0 49 0,0 0 6 16,101 3-39-16,-68-6-15 15,0 0-19-15,-3-2-11 16,-5 2-1-16,-5 3-3 16,-9 0-44-16,-11 0-122 15</inkml:trace>
  <inkml:trace contextRef="#ctx0" brushRef="#br0" timeOffset="8841.53">8392 4572 409 0,'0'0'76'15,"0"0"36"-15,0 0-21 16,0 0-76-16,0 0-15 16,0 0-3-16,0 0-7 15,0 41 10-15,0 0 4 16,-9 8 16-16,-3 6-11 15,-3 6-1-15,-4 2-5 0,2-3 1 16,2-6-3-16,6-8-1 16,-1-7-7-16,1-6-61 15,-3-9-33-15,2-10-173 16</inkml:trace>
  <inkml:trace contextRef="#ctx0" brushRef="#br0" timeOffset="9341.15">8732 4865 106 0,'0'0'322'0,"0"0"-239"16,0 0 26-16,48-97-49 15,-35 66 37-15,-1-1-54 16,-5 1-20-16,-4 0-3 16,-3 6-10-16,0 3 0 15,0 8-10-15,-1 6-1 16,-8 6 0-16,-1 2 0 16,-5 10-10-16,-5 17-20 15,-2 12 26-15,4 9-4 16,2 2 2-16,10-3-6 15,6-9 6-15,0-12-5 16,0-13-15-16,10-12 27 0,3-1 9 16,3-7 43-16,1-13-26 15,-3-3-9-15,-4 1-7 16,-10 3 21-16,0 5-18 16,0 6-3-16,0 5-10 15,0 3 0-15,0 0-6 16,0 20-32-16,-3 14 17 15,-6 17 21-15,3 11 1 16,-1 8 0-16,4 2-1 16,3-2-3-16,0-11-27 0,12-11-15 15,15-13-48 1,4-20-58-16,8-15-157 0</inkml:trace>
  <inkml:trace contextRef="#ctx0" brushRef="#br0" timeOffset="9858.9">9159 4841 391 0,'0'0'128'0,"0"0"-54"16,0 0 17-16,61-86-23 15,-45 61-4-15,1-2-58 0,-3 0 1 16,-6-1-1-16,-5 0-5 16,-3 1 15-16,0 7-11 15,-12 3 6-15,-1 9-11 16,1 6-4-16,-3 2 2 16,1 17-9-16,-2 20-1 15,-2 15 6-15,-4 13 4 16,8 6 2-16,2 2 0 15,8-4-2-15,4-13 1 16,0-13 1-16,3-8 0 16,3-12 1-16,-2-9 0 15,-4-4-1-15,0-5-2 16,0 0-6-16,-6 2 8 0,-13 0 0 16,-10-1 4-16,-2-6 0 15,3 0 1-15,-2 0-3 16,9-16 2-16,1-2 3 15,12-2-1-15,8-3 8 16,0-2-7-16,30-4-6 16,19-3-1-16,11-1-2 15,8-1-14-15,2 3-5 16,0 1-31-16,-3 5-17 16,-7 4-59-16,-15-3-64 15</inkml:trace>
  <inkml:trace contextRef="#ctx0" brushRef="#br0" timeOffset="10127.52">9664 4645 553 0,'0'0'142'0,"0"0"-59"15,0 0-67-15,0 0-16 16,0 0-6-16,0 0 1 16,0 0 5-16,-26 98 14 15,5-45 11-15,-5 9-7 16,2 8-13-16,2 0 0 0,6 3-3 16,10-3-2-16,6-10-75 15,0-19-127-15,13-23-345 16</inkml:trace>
  <inkml:trace contextRef="#ctx0" brushRef="#br0" timeOffset="10510.63">7883 5523 534 0,'0'0'83'0,"0"0"-52"0,0 0 43 15,0 0 17-15,0 0-43 16,0 0-21-16,-64-19-12 16,64 19-15-16,11 0-7 15,40 0 7-15,41 0 1 16,43 0 0-16,36 0 1 15,13 0-1-15,6-5-1 16,-14-7 0-16,-15 1-15 16,-18-3 8-16,-16 0-13 15,-24 2 6-15,-17 0-20 16,-28 4 1-16,-25 1-6 0,-25 5 26 16,-13 2 12-16,-41 0-36 15,-25 0-61-15,-19 12-52 16,-2 2-210-16</inkml:trace>
  <inkml:trace contextRef="#ctx0" brushRef="#br0" timeOffset="23810.01">11937 4456 349 0,'0'0'97'0,"0"0"25"15,0 0-93-15,0 0-29 16,0 0-2-16,0 0-7 15,0 0 6-15,9 36 3 16,-8 13 13-16,-1 14 53 0,0 16-2 16,-7 6-35-16,-12 0-11 15,-6-5-12-15,-2-8-1 16,0-11-2-16,0-12 8 16,5-15-6-16,5-15-2 15,7-10 2-15,5-7-2 16,2-2 1-16,2-11 50 15,1-16 23-15,0-16-77 16,0-18-18-16,13-10-10 16,10-11 14-16,0-3-3 15,4-6-2-15,3 3 10 16,-2 6 8-16,0 10-4 0,0 15 2 16,-1 16 1-16,0 11-4 15,-1 13 6-15,1 12 7 16,0 5-7-16,-6 17-3 15,-2 20 1-15,-10 10-2 16,-9 11 0-16,0 5 1 16,0-2 2-16,-13-9 0 15,-2-12-4-15,-3-10 4 16,-6-5-1-16,-1-8 2 16,-6-6-2-16,-7-5 4 15,-2-4-2-15,-5-2 2 16,8 0-2-16,12 0-10 15,12 0-1-15,13 0 10 0,6 5-169 16,24 3 20 0,14-1 13-16,11-4-145 0</inkml:trace>
  <inkml:trace contextRef="#ctx0" brushRef="#br0" timeOffset="24211.56">12591 4495 463 0,'0'0'81'16,"0"0"89"-16,0 0-82 15,0 0-88-15,0 0-8 0,0 0 2 16,17 29 5-16,-3-3 0 16,4 0 0-16,-3-3 1 15,0-4 2-15,-2-7 7 16,-4-9 1-16,-6-3 1 15,-3 0 10-15,0 0 54 16,0-12-20-16,0-8-40 16,0-7-15-16,-6 3-2 15,-10 7 0-15,-11 8-2 16,-1 9 3-16,-2 1-6 16,-3 27-10-16,0 15 12 15,2 9-2-15,4 3 5 16,2 1-2-16,11-4-1 15,8-3-4-15,6-6 2 16,0-7 4-16,23-9-5 0,21-12 1 16,19-12 7-16,28-3-9 15,9-10-39-15,-8-15-151 16,-20-4-293-16</inkml:trace>
  <inkml:trace contextRef="#ctx0" brushRef="#br0" timeOffset="26107.84">12938 5136 207 0,'0'0'143'0,"0"0"-133"16,0 0 63-16,0 0-57 0,69-75 14 16,-50 54 23-16,-1-2-45 15,3-6-8-15,-3-2 2 16,-3-1 0-16,-3 5-2 15,-2 1-5-15,-5 4-9 16,-4 8-5-16,-1 5 9 16,0 6 5-16,0 3 2 15,0 0-83-15,0 4-8 16,-6 13 93-16,-3 9 1 16,2 3 8-16,-1 7 2 15,2 2 8-15,-3-2-8 16,-1-1 25-16,1-5 12 15,-3-7-32-15,3-3-4 0,2-4-3 16,-2-1 6 0,0-4-5-16,1 0-3 0,1-3-3 15,2 0 4-15,-3-1-7 16,-1-2 0-16,-4 0-47 16,-6-5-129-16</inkml:trace>
  <inkml:trace contextRef="#ctx0" brushRef="#br0" timeOffset="26852.18">11679 4528 241 0,'0'0'93'16,"0"0"-58"-16,0 0-15 15,0 0 36-15,0 0-36 0,0 0 20 16,0-58 9-16,8 46-34 16,1-1-7-16,-2 0-5 15,5 5-3-15,-1 1 0 16,5 7-21-16,3 0-101 16,8 0-95-16</inkml:trace>
  <inkml:trace contextRef="#ctx0" brushRef="#br0" timeOffset="27910.3">13563 5237 502 0,'0'0'88'16,"0"0"-78"-16,0 0-10 16,0 0-8-16,0 0-1 15,0 0 3-15,2 80 6 16,-10-42 3-16,-12 2 2 15,-5-2-5-15,-6-6-67 16,0-13-149-16</inkml:trace>
  <inkml:trace contextRef="#ctx0" brushRef="#br0" timeOffset="29755.57">13836 5193 141 0,'0'0'47'0,"0"0"-5"15,0 0 26-15,0 0 47 16,0 0 4-16,0 0-9 16,55-9-15-16,-26-9-12 15,2-7-48-15,6-5-22 16,-2-3 16-16,-4-6-25 15,-4 0 6-15,-5-2 4 16,-4-4-14-16,-4 1 1 16,-4-2-1-16,-6-4 0 15,-4 1-9-15,0 2-3 0,0 4 12 16,-8 9 2-16,2 10-1 16,1 14 3-16,1 6-1 15,4 4-3-15,-1 0-7 16,-3 21-18-16,-3 13 14 15,-2 11 11-15,4 10 1 16,-1 4 0-16,6 0-2 16,0 1 2-16,0 0-1 15,2-4 0-15,10-5 3 16,5-12-3-16,2-7-5 16,1-12-28-16,7-7-43 15,4-9-15-15,8-4-20 16,3-9-168-16</inkml:trace>
  <inkml:trace contextRef="#ctx0" brushRef="#br0" timeOffset="30656.42">14525 4942 439 0,'0'0'99'15,"0"0"1"-15,0 0-68 16,0 0 55-16,0 0-41 15,0 0-6-15,19-51 6 16,-19 40-29-16,0-2-6 0,0 4-11 16,0 1-4-1,-11 2 2-15,-1 3-3 0,-3 3 4 16,1 4-7 0,0 21 7-16,2 8-3 0,3 9 1 15,9 2-4-15,0-1-9 16,4-5 5-16,17-10 2 15,0-10 0-15,1-13 0 16,-1-5 9-16,-1 0 5 16,-3-20 1-16,-1-2 0 15,-7-3-4-15,-9 3 7 16,0 0 3-16,-12 4-7 16,-5 4-3-16,4 6 5 15,4 7-5-15,9 1-2 16,0 1-15-16,0 17-28 15,7 7 39-15,16 5 4 16,14-2 0-16,9-3 3 0,12-7-3 16,6-13-1-16,2-5-10 15,3-5 7-15,-4-21-27 16,-4-8 1-16,-10-3 8 16,-18-1 22-16,-15 1 12 15,-18 4 13-15,0 2 0 16,-5 6 8-16,-7 6 27 15,3 9-32-15,5 10 5 16,1 0-33-16,-4 14-7 16,-1 20-7-16,-1 19 14 0,3 15-2 15,0 10 0 1,6 5 2-16,0-2 0 0,0-6 0 16,0-13 1-16,0-13-1 15,0-17 0-15,-3-15 3 16,-1-11 1-16,2-6-2 15,-1-4 9-15,-3-26 11 16,0-17-22-16,2-14-12 16,-2-13-10-16,6-7 16 15,0 0 3-15,1 3 2 16,17 12 1-16,4 12 8 16,7 15 5-16,1 16-9 15,-2 9-4-15,-2 11 0 16,0 3 0-16,1 20-2 15,4 14 0-15,-1 11 2 0,-4 1-2 16,-12-4 2 0,-5-11-3-16,-9-9-3 0,0-5-4 15,-9-7 3-15,-8-3-6 16,-7-6-10-16,-1-1-22 16,-2 0-5-16,4-12-19 15,4-6 15-15,17 1 27 16,2 0 24-16,32 2-37 15,17-2-139-15,5 1-9 16</inkml:trace>
  <inkml:trace contextRef="#ctx0" brushRef="#br0" timeOffset="30986.47">15874 4484 685 0,'0'0'136'0,"0"0"-79"15,0 0-44-15,0 0-13 16,0 0-20-16,0 0 20 0,-47 133 0 15,30-45 0-15,2 12 1 16,3-5 1-16,7-9-2 16,5-21-1-16,0-17-2 15,3-16 2-15,11-14 1 16,-5-9-14-16,1-9-57 16,2 0-47-16,-6-24-54 15</inkml:trace>
  <inkml:trace contextRef="#ctx0" brushRef="#br0" timeOffset="32036.53">15446 4855 539 0,'0'0'70'0,"0"0"-13"16,82-19 0-16,-24 11-1 0,17 1-16 16,11-3-17-16,2 3-6 15,1 2-6-15,-7 5-9 16,-10 0-1-16,-15 0-1 15,-19 0-4-15,-14 6-8 16,-13-1-11-16,-9 1-15 16,-2 2-10-16,0 1 22 15,-10 3 26-15,-8 6 7 16,-6 3-7-16,2 9 9 16,1 10-1-16,5 4 0 15,8 1 5-15,8-6-12 16,0-7 9-16,14-15 0 15,10-10 22-15,1-7 0 0,12 0 8 16,2-14-15 0,5-14-20-16,0-5-5 0,-11-5-9 15,-12-1-13-15,-17-2-13 16,-4-1-28-16,-3 2 28 16,-14 2 10-16,5 6 22 15,7 7 3-15,5 6 20 16,0 8-6-16,11 5-2 15,12 6-7-15,4 0-3 16,6 0-1-16,-1 17 6 16,0 6 0-16,-5 7 6 15,-7 6-12-15,-6 10 4 0,-8 4 0 16,-6 7 1 0,0 2 5-16,-1 0-4 0,-13-3-6 15,-2-3 3-15,-3-4 1 16,7-9-5-16,1-11 4 15,2-10-3-15,5-11-1 16,1-5-16-16,0-3-5 16,0-8 21-16,-2-21 0 15,4-12-48-15,1-14-5 16,0-4 53-16,2-4 17 16,15 0 31-16,6 1-8 15,5 6 1-15,3 7-13 0,4 13-18 16,-2 12-7-1,-4 9-2-15,-5 11-1 16,-5 4-3-16,-7 7 0 0,-4 15-5 16,-2 10 2-16,-6 3 1 15,0 0 3-15,-7-2 2 16,-13-7-2-16,-4-3 2 16,0-6 0-16,4-7-2 15,6-4-7-15,3-6-12 16,3 0 21-16,3-3 2 15,1-19 1-15,4-6-2 16,10-6 2-16,27-4-3 16,16-1-3-16,12 3 1 15,5-1 0-15,-2 4 2 16,-3 1 2-16,-7 2-2 0,-7 5-1 16,-11 5 1-16,-8 8-5 15,-12 5 4-15,-9 4 0 16,-8 3 0-16,-3 0-14 15,0 11-43-15,0 15 44 16,-6 6 11-16,-9 8 3 16,-3-3 0-16,4-4 2 15,1-4 5-15,3-6 8 16,0-4 12-16,2-4-7 16,-1 3-12-16,-4-3-4 15,-7 2 1-15,-10 2-2 16,-11 1-3-16,-6-3-46 15,3-1-28-15,9-2-53 16,25-5-96-16</inkml:trace>
  <inkml:trace contextRef="#ctx0" brushRef="#br0" timeOffset="32451.53">17589 5067 707 0,'0'0'138'0,"0"0"-91"15,0 0-40-15,0 0-7 16,0 0 9-16,0 0-4 16,-77-3-5-16,54 0 0 15,8-2 3-15,6-5 2 0,3-7 10 16,0-7-9-16,6-10-5 16,0-7-2-16,9-3-4 15,16-1-26-15,7 4-25 16,5 7-13-16,-1 10 18 15,-6 11-21-15,-12 6 32 16,-9 7 17-16,-9 0-13 16,-17 20-43-16,-22 9 79 15,-14 5 12-15,-5 2 20 16,4-3 6-16,8-4 15 16,12-2 1-16,14-10-16 15,10-5-19-15,6-1 1 16,4-3-1-16,0 0-5 15,13-2 21-15,24 0 5 16,25-4-3-16,19-2-27 0,18 0-10 16,5-21-11-16,-6-7-117 15,-13-10-126-15</inkml:trace>
  <inkml:trace contextRef="#ctx0" brushRef="#br0" timeOffset="32851.46">18344 4555 636 0,'0'0'112'16,"0"0"-41"-16,0 0-71 0,0 0-7 16,16 87 7-16,-16-24 0 15,0 9 6-15,0 1-3 16,2-6 3-16,6-11-2 15,3-17-2-15,-3-17-1 16,-2-13-1-16,-1-9 0 16,0 0 6-16,2-23 38 15,-2-6-44-15,-5-9-19 16,-12-1 15-16,-26 3 0 16,-3 6 0-16,4 9 4 15,8 13 20-15,7 8 4 16,2 6-24-16,-6 24-5 15,2 11 3-15,5 13-2 16,11 8 1-16,8-1 1 0,24-8-10 16,29-14-1-16,18-17 0 15,12-13-10-15,8-9-45 16,4-9-52-16,-7-25-197 16</inkml:trace>
  <inkml:trace contextRef="#ctx0" brushRef="#br0" timeOffset="33184.38">18651 4887 716 0,'0'0'32'0,"0"0"-28"0,0 0-3 16,83 0 6-16,-41 0 8 15,9-1-9-15,0-1-4 16,-5-7 1-16,-4-3-3 15,-12-4 2-15,-11 0-2 16,-12-2-20-16,-7-2 8 16,-7 1 11-16,-23-1-23 15,-6 5 12-15,2 8 12 16,4 7 12-16,6 0-12 16,4 20-1-16,-3 15-2 15,9 8 2-15,14 7-1 0,7 0 2 16,32-7 2-1,19-10 14-15,8-10 2 16,-1-4-15-16,0-8-3 0,-7-11-115 16,-11-5-167-16</inkml:trace>
  <inkml:trace contextRef="#ctx0" brushRef="#br0" timeOffset="34448.76">19647 4730 374 0,'0'0'153'0,"0"0"14"15,0 0-47-15,0 0-69 16,0 0-32-16,18-71-4 16,-18 71-15-16,-10 0-2 15,-11 19-5-15,-4 15 6 0,-5 11 1 16,7 9-15-16,9 5-6 16,11-4 6-16,3-4-11 15,1-10-3-15,11-13 27 16,-8-10 0-16,-4-6 2 15,0-3-6-15,-11-1-2 16,-24 1 8-16,-19 1 8 16,-10-2-4-16,2 1-4 15,11-2 0-15,17-1-14 16,23-2-1-16,11-4-61 16,19 0 18-16,40-16 48 15,30-15-31-15,25-8 31 16,14-11 10-16,-1-2 7 0,-10-5 8 15,-15 2-5-15,-23 2 9 16,-21-1-12-16,-16 1 5 16,-21 1 7-16,-17 6 29 15,-4 9 23-15,-8 15-15 16,-11 11-13-16,-3 11-37 16,-6 12-4-16,-11 29-2 15,-10 19 0-15,-2 12 0 16,2 6-2-16,14 3 1 15,16-3 0-15,13-8 1 16,6-11 0-16,0-16 0 16,14-16-5-16,7-15 1 15,4-12 4-15,15 0 1 16,11-25-1-16,7-13-2 0,-6-7-24 16,-12-2 16-16,-16 1 6 15,-16 6 0-15,-8 9 4 16,0 14 7-16,0 9 24 15,0 5-2-15,0 3-29 16,-8 0-16-16,-6 15-5 16,0 9 20-16,-2 12 1 15,5 6-2-15,11 3-2 16,0-3 4-16,30-9-13 16,18-11 7-16,13-13 5 15,12-9 2-15,2-3 1 16,2-20-2-16,-1-8-21 0,-4-7-12 15,-8-7-21-15,-11-5-41 16,-18-4-10-16,-17-3-67 16,-18-2 131-16,-2 1 41 15,-14 7 212-15,5 15 5 16,7 16-108-16,4 16-59 16,-3 4-50-16,-5 27-39 15,-8 17 3-15,-2 17 36 16,-3 13-2-16,1 5 4 15,9 0-4-15,6-6 2 16,5-12 0-16,0-14-15 0,0-15-38 16,0-10 1-1,0-11-74-15,4-11-84 0</inkml:trace>
  <inkml:trace contextRef="#ctx0" brushRef="#br0" timeOffset="35551.44">20614 4906 801 0,'0'0'3'16,"103"-17"-2"-16,-39 12 5 15,2 2-1-15,-5-3-1 16,-11 2 5-16,-12-2 1 16,-16 2-1-16,-10 1-3 15,-10 0-5-15,1 3-1 16,-3 0-17-16,1 0-16 0,2 2 6 15,-2 11 12-15,1 3 12 16,2 6 3-16,1 3 0 16,6 4 0-16,3 2 1 15,2-1-1-15,7-4 0 16,1-8 6-16,-3-7 0 16,-2-7 10-16,-2-4 4 15,-2 0-8-15,-1-3-2 16,1-10-7-16,-1-8-3 15,-7-7-46-15,-5-3-15 16,-2-5 11-16,0-1 29 16,-20-5 11-16,1 4 5 15,0 1-6-15,8 7 11 16,9 6 21-16,2 9-21 0,16 8-3 16,13 7-3-16,13 0 1 15,10 9 5-15,7 13 4 16,-3 5 13-16,-7 1 7 15,-19 0-12-15,-13-1-5 16,-16 1 0-16,-1 6 2 16,-16 7-3-16,-24 7 10 15,-10 6 7-15,-8 4-5 16,3-3-5-16,9-5-9 16,15-8-4-16,15-9 0 0,10-8-4 15,6-8-33 1,0-4-12-16,2-6 0 15,8-4 5-15,5-3 10 0,0 0 34 16,0-13 2-16,-4-14 13 16,-5-11 31-16,-2-12 17 15,1-12-15-15,0-10-1 16,6-6-11-16,7 3-9 16,7 7-21-16,11 15-6 15,5 13-9-15,2 13 7 16,-3 15-4-16,-5 12 6 15,-5 0 0-15,-3 24-3 16,-9 8-1-16,-11 8 3 16,-7 1 0-16,-7 1-1 15,-24-2-1-15,-8-7 3 0,2-5 1 16,1-9 2-16,10-5-1 16,10-8 0-16,7-4-2 15,8-2 3-15,-1 0 19 16,2 0 33-16,0-14-25 15,0-7-30-15,18-9 0 16,25-1-8-16,17 1-15 16,9-2 4-16,4 4-14 15,0 3 19-15,-3 2-6 16,-1 1 6-16,-8 0 9 16,-12 5 2-16,-15 0-7 15,-11 5 10-15,-13 3 3 16,-7 6 6-16,-2 3 6 15,-1 0-15-15,0 0-34 0,0 16-41 16,-7 9 71-16,-9 6 4 16,-4 3 2-16,3-5 3 15,9-7 2-15,5-4 7 16,1 0 13-16,2-5-2 16,0 3-14-16,0-2-4 15,0 0-3-15,0-3-2 16,-3 1-2-16,-16-1-1 15,-12 2-21-15,-11 1-33 16,-6 2-33-16,6-4-84 16,17-3-171-16</inkml:trace>
  <inkml:trace contextRef="#ctx0" brushRef="#br0" timeOffset="35725.83">22217 5158 753 0,'0'0'83'15,"0"0"-79"-15,0 0-4 16,0 0 0-16,0 0 4 16,0 0-4-16,-61 32 2 15,30-11-2-15,0 9 0 16,-1 6-1-16,4 1-88 16,7-7-198-16</inkml:trace>
  <inkml:trace contextRef="#ctx0" brushRef="#br0" timeOffset="37496.76">12373 5811 601 0,'0'0'0'16,"0"0"-29"-16,11 72 29 15,-10-18 1-15,-1 12 18 0,0 3-4 16,-9-1 19-16,-8-3-25 16,-6-4 3-16,-3-10-8 15,-1-8 9-15,4-11 4 16,8-13-4-16,7-11-5 16,2-8 0-16,3-3 95 15,-3-26 0-15,-4-12-103 16,-4-18-1-16,1-12-20 15,-2-5-9-15,6 1 7 16,9 8 3-16,8 14-3 16,35 11-4-16,15 11 10 15,6 16 17-15,-3 12 4 0,-10 3 8 16,-8 17-4 0,-10 12-8-16,-11 10-7 0,-11 2 7 15,-10-3 0-15,-1-3 1 16,-9-9-1-16,-10-2 0 15,-5-4 1-15,-1-8 3 16,-9-4 2-16,-2-6-6 16,0-2-1-16,2-7-10 15,3-13 8-15,11-2-2 16,8 2 5-16,9 1 5 16,3 4 6-16,12 4-10 15,21 2-2-15,8 4-1 16,4 2-1-16,0 3 1 0,-3 0 2 15,0 0 1-15,1 0-1 16,-6 0 0-16,-1 2 6 16,-9-2-2-16,-8 0 2 15,-10 0 8-15,-6 0-6 16,-3 0 5-16,0 0 21 16,0 0 1-16,0-4-21 15,0-2-11-15,-4 0-1 16,0 1-2-16,4 5 6 15,0 0-4-15,0 0-1 16,0 0-2-16,0 0 1 16,0 0-6-16,0 0 5 15,0 0-1-15,0 0 2 16,0 0 0-16,0 0 0 0,0 0 1 16,0 0-1-16,0 0 0 15,0 0 2-15,0 0-1 16,0 0 2-16,-1 0 2 15,1 0 6-15,0 0 1 16,0-3-1-16,0 1 0 16,0-1-2-16,0 0-8 15,0 0 0-15,0 2 0 16,0 1-2-16,0 0-1 16,0 0 1-16,0 0 0 15,0 0-2-15,0 0 3 16,0 0-4-16,0 0 1 15,0 0-2-15,0 0-6 0,0 12-1 16,0 5 11 0,0 8-1-16,0 3 3 0,0 3-2 15,0 0 0-15,0-4-1 16,0-4-11-16,0-9-2 16,0-6 13-16,0-6-5 15,0-2 7-15,1 0 3 16,0-12 31-16,3-12-28 15,1-5-2-15,-1-1-1 16,2 0-2-16,1 3 7 16,4 6-8-16,5 3-1 15,5 6-3-15,8 5-5 0,2 5-24 16,2 2 3 0,0 0-24-16,2 0-18 0,-2 0-71 15,-5 0-104-15</inkml:trace>
  <inkml:trace contextRef="#ctx0" brushRef="#br0" timeOffset="37728.24">13101 6034 643 0,'0'0'153'0,"0"0"-67"15,0 0-58-15,0 0-28 16,0 0-3-16,0 0-5 16,0 56 8-16,6-26 3 15,1 1-3-15,7-3-5 16,-2-7-55-16,0-11-91 16,3-10-129-16</inkml:trace>
  <inkml:trace contextRef="#ctx0" brushRef="#br0" timeOffset="37913.34">13181 5738 385 0,'0'0'440'0,"0"0"-388"16,0 0-52-16,0 0-67 15,3 90 61-15,-3-34-9 16,0 2-70-16,0-3-6 15,15-10-50-15,12-12-70 16</inkml:trace>
  <inkml:trace contextRef="#ctx0" brushRef="#br0" timeOffset="38395.42">13356 6118 210 0,'0'0'252'16,"0"0"-148"-16,0 0-63 16,0 0-41-16,0 0 0 0,0 0 6 15,7 68-3 1,2-46 2-16,5-1-1 0,3-4 2 15,0-9-1-15,-1-8 0 16,1 0 43-16,5-12 58 16,8-12-75-16,3-6-13 15,3-1-14-15,-4 1 10 16,-9 6-10-16,-8 8 10 16,-6 8-10-16,-5 6 8 15,-1 2-12-15,1 0-2 16,4 0-4-16,7 10 0 15,12 9 2-15,7 3-4 16,5-1-3-16,1-4-28 16,1-7 6-16,8-10-7 15,9 0 30-15,1-22-24 0,-2-16-19 16,-13-6 6 0,-18-6 47-16,-17-1 7 0,-9 2 39 15,0 1-9-15,-7 4 3 16,-5 6 25-16,2 11-3 15,2 7-17-15,3 11-2 16,3 6-20-16,1 3-23 16,-2 8-9-16,3 22-22 15,-1 20 30-15,1 15-1 16,0 10 2-16,0 2 0 16,0-6-7-16,9-11-31 15,3-12-20-15,1-16 5 16,-2-12-55-16,-2-18-53 0,4-5-261 15</inkml:trace>
  <inkml:trace contextRef="#ctx0" brushRef="#br0" timeOffset="38612.75">13742 5983 771 0,'0'0'55'16,"0"0"-50"-16,0 0-3 15,112-5 5-15,-46 2 17 16,5 3-2-16,8 0-16 16,-4 0-4-16,-5 0-2 0,-3 3-2 15,-9 3-30 1,-7 2-64-16,-15 0-45 0,-17-1-75 16,-13 4 32-16,-6-1 21 15</inkml:trace>
  <inkml:trace contextRef="#ctx0" brushRef="#br0" timeOffset="38861.81">14448 6039 48 0,'0'0'194'15,"0"0"53"-15,0 0-61 16,0 0-97-16,0 0-22 16,0 0-21-16,30-47 7 15,-22 35-40-15,-2 2 2 16,-4 4-5-16,-2 1-5 16,0 2 3-16,0 1-4 15,0 1-3-15,0 1-1 16,-9 0-12-16,-10 14-38 15,-5 11 36-15,-2 5 9 0,10 8-20 16,8 6 4-16,8 1 2 16,2-3 6-16,28-6-20 15,10-14 16-15,11-10 8 16,0-12-56-16,-1 0-72 16,-2-20-225-16</inkml:trace>
  <inkml:trace contextRef="#ctx0" brushRef="#br0" timeOffset="39345.55">14761 5984 798 0,'0'0'76'0,"0"0"-2"15,0 0-74-15,0 0-7 0,0 0 6 16,0 0 1-16,7 69 0 16,-2-27 1-16,-2 0-1 15,-2-5 2-15,-1-6 2 16,0-4-4-16,0-13 0 15,0-2-12-15,-1-9-23 16,1-3 3-16,0 0 24 16,6-19 1-16,22-13-88 15,11-10 9-15,4-5 50 16,-5 1 36-16,-10 0 33 16,-4 4 42-16,-7 5-19 15,-1 4-42-15,-2 8 10 0,-5 8 7 16,-3 6-31-1,-1 7-5-15,-2 3 4 0,4 1-23 16,1 0-32-16,1 12 18 16,-2 5 29-16,-1 7 9 15,-5 3 2-15,-1 1 1 16,0 2 6-16,0-2 4 16,0 0 22-16,0 1-29 15,0-2 6-15,5-4-3 16,-1-3-7-16,1-4-1 15,-3-3 1-15,-1-3-1 16,-1 1-1-16,0-1-23 16,0-1-21-16,-4 2-34 15,-7 3 12-15,-5 1 4 0,4-1-104 16,3-2-73-16</inkml:trace>
  <inkml:trace contextRef="#ctx0" brushRef="#br0" timeOffset="39511.53">15465 6328 828 0,'0'0'50'0,"0"0"-18"16,0 0-17-16,0 0-15 16,0 0-4-16,0 0 1 0,-79 80 2 15,45-34-26 1,-4 3-68-16,4-11-181 15</inkml:trace>
  <inkml:trace contextRef="#ctx0" brushRef="#br0" timeOffset="40227.27">15943 5932 546 0,'0'0'143'0,"0"0"-143"16,0 0 4-16,75 77 11 16,-54-26 6-16,-7 2 6 15,-7 2 2-15,-6-8-3 16,-1-7-10-16,0-7-10 16,0-7 1-16,-10-6-5 15,2-6 3-15,3-5 5 16,0-6-8-16,-2-3 0 15,-6 0 31-15,-7-13 2 16,-8-10-35-16,0-8-3 16,8 1-18-16,16 2 6 15,4 3 9-15,30 3-13 16,10 3-9-16,2 1 13 0,0-1 15 16,-3 3 3-16,-3 1-1 15,-7 3 19-15,-7-1-6 16,-7 2 2-16,-6 3 12 15,-5 4 3-15,-2 1 5 16,-2 3-23-16,0 0-14 16,1 0-5-16,2 17-23 15,3 19-11-15,5 15 24 16,8 8-42-16,14-6-64 16,15-19-231-16</inkml:trace>
  <inkml:trace contextRef="#ctx0" brushRef="#br0" timeOffset="40694.46">16676 5990 880 0,'0'0'49'16,"0"0"-3"-16,0 0-46 15,0 0-14-15,0 0 2 16,0 0 12-16,-18 126-1 15,18-63 1-15,0-2 0 16,5-14-2-16,7-15-7 16,-5-15 1-16,-4-7-8 15,-3-10-4-15,0 0 20 0,0-8 0 16,0-20-19 0,-12-11-134-16,-1-11 69 0,-1-8 63 15,3-1 21-15,0 3 35 16,6 6-2-16,5 13 35 15,0 10-19-15,0 13-6 16,16 11-34-16,7 3-9 16,10 17-2-16,12 17 1 15,4 10 2-15,0 7-1 16,-10-1 1-16,-12 0-1 16,-12-8-5-16,-13-5 5 15,-2-5-1-15,-9-7-5 16,-24-5 4-16,-12-5 2 15,-7-6-14-15,-1-9 0 0,10 0-32 16,10-9 13-16,16-11 6 16,17 1-27-16,13-5-172 15</inkml:trace>
  <inkml:trace contextRef="#ctx0" brushRef="#br0" timeOffset="41110.2">17447 6062 656 0,'0'0'186'16,"0"0"-96"-16,0 0-61 16,0 0-27-16,0 0-2 15,0 0-10-15,-19 24 7 16,-5 10 2-16,0 5 1 0,5-3-2 16,8-7-4-16,7-9 1 15,4-7-12-15,0-9-14 16,0-4-6-16,0 0 37 15,6-17-6-15,10-15 4 16,2-12-69-16,-2-4 10 16,-6-2 13-16,-4 8 27 15,4 9 21-15,-1 13 32 16,0 8 27-16,-2 10-47 16,2 2-12-16,2 17-11 0,-1 12 8 15,0 17 3 1,-4 5 2-16,-2 4 3 15,-4-4-4-15,0-10 0 0,0-10 4 16,0-9-3-16,0-5 1 16,-4-7 1-16,-13-5 2 15,-13-5-6-15,-9 0 0 16,-10 0-19-16,1-12-35 16,10-5-81-16,21 2-185 15</inkml:trace>
  <inkml:trace contextRef="#ctx0" brushRef="#br0" timeOffset="41288.9">17896 6374 817 0,'0'0'93'0,"0"0"-66"16,0 0-27-16,0 0-7 15,0 0 7-15,-101 68 1 16,49-32-1-16,0 8-21 15,4 1-70-15,6-11-108 16,14-16-317-16</inkml:trace>
  <inkml:trace contextRef="#ctx0" brushRef="#br0" timeOffset="42626.5">18533 5877 645 0,'0'0'158'15,"0"0"-88"-15,0 0-45 16,0 0-7-16,0 0-18 16,0 0-3-16,-1-16-9 15,-20 43 12-15,-8 16 4 16,-2 9-4-16,1 8 0 16,8 7-6-16,5-3-14 15,11-9-14-15,6-12-35 0,14-16 41 16,29-19-43-1,17-8 71-15,18-24 16 0,8-19-8 16,-1-12-2-16,-9-6-1 16,-18 0 7-16,-16 4 40 15,-21 9-4-15,-15 10-7 16,-6 9 31-16,0 15-29 16,0 9-37-16,-6 5-6 15,-2 11-7-15,-4 17-23 16,-4 17 24-16,9 11 3 15,7 9-5-15,3 3-15 16,28-6-15-16,8-8-14 16,1-13 1-16,-6-15-44 15,-6-11-17-15,-6-15 25 16,-2 0 40-16,1-15 41 0,-4-9 6 16,-6 2 44-16,-6 1-8 15,-5 4 37-15,0 7 26 16,0 8-50-16,0 2-49 15,0 0-5-15,-3 14-3 16,3 3 5-16,0 7-1 16,11-1-2-16,18-2 0 15,7-2 4-15,7-11-8 16,0-6 9-16,1-2 1 16,-5-7 8-16,-2-13 1 15,-4-4 7-15,-6-2 11 16,-6 2 1-16,-9 2 26 0,-8 3-21 15,-2 8 14-15,-2 6-21 16,0 5-15-16,0 0-11 16,0 5-47-16,-3 13 31 15,-3 6 15-15,4 2-1 16,2-1-16-16,2-1-15 16,15-7-6-16,6-10-57 15,4-7-76-15,4-12-259 16</inkml:trace>
  <inkml:trace contextRef="#ctx0" brushRef="#br0" timeOffset="42775.3">19386 5806 808 0,'0'0'18'0,"0"0"-18"15,0 0-120-15,0 0 64 16,63 101-1-16,-15-54-47 15,3-3-140-15</inkml:trace>
  <inkml:trace contextRef="#ctx0" brushRef="#br0" timeOffset="43240.95">19878 6128 707 0,'0'0'85'16,"0"0"-85"-1,0 0-14-15,-1 88 14 0,1-32 6 16,0 13 39-16,-1 9-15 16,-4 3-16-16,-2 3-5 15,-4-3-1-15,-1-4-4 16,5-12-4-16,1-16-8 16,4-19-4-16,2-24 9 15,2-8 3-15,19-36-7 16,8-17 7-16,6-14-112 15,-5-7 52-15,-9-6 18 16,-11-2 41-16,-6-3 1 16,-1 5 21-16,3 9 25 15,10 12-16-15,9 20-27 16,12 15-3-16,5 16-1 0,0 10-3 16,-1 0 4-1,-5 19 3-15,-5 10 4 0,-8 3-5 16,-7 3-2-16,-8-1 5 15,-8-2-3-15,0-9 3 16,0-5-1-16,-9-5-3 16,-13-6 3-16,-19-5 2 15,-17-2 4-15,-21-2-10 16,-13-12 0-16,-3-1-7 16,13 5-57-16,23 5-47 15,32 5-155-15</inkml:trace>
  <inkml:trace contextRef="#ctx0" brushRef="#br0" timeOffset="44290.58">20729 6082 506 0,'0'0'117'16,"0"0"-89"-16,0 0-23 15,49 99 1-15,-47-56 2 16,-2 1 1-16,0-5-7 16,-11-5 6-16,1-15-5 15,4-9 2-15,3-5-2 16,3-5-1-16,0 0 5 16,0-5-7-16,11-15-10 15,11-3-57-15,1-4 28 16,3 2 7-16,0 7 15 15,-1 10 11-15,1 5 6 16,-3 3 0-16,0 5-3 16,3 10 3-16,-5-3 0 15,6 3 0-15,-4-4 1 16,-5-4-1-16,-9-2 5 0,-3-2-1 16,-3-3 0-16,3 0 67 15,5-12-25-15,2-4-43 16,2-1-3-16,0-2-3 15,-2 5 1-15,-5 5 2 16,-2 4 3-16,0 5 1 16,0 0-4-16,7 11-7 15,9 10 5-15,13 3-12 16,11 0 5-16,14 0-5 16,7-2-19-16,1-8 14 15,-11-7-7-15,-11-7 25 16,-13 0 1-16,-10-17 12 0,-7-2 15 15,-4 2-18-15,-6 0 24 16,-6-2 15-16,-2 0-5 16,-20 4-24-16,-5 5 30 15,-2 7-39-15,-1 3-10 16,1 8 0-16,4 12-7 16,4 3-20-16,6 2 11 15,12 2-86-15,3-1 27 16,22-6 68-16,19-4 7 15,6-11 11-15,7-5 10 16,-3-6 0-16,-5-15 8 16,-10-5-6-16,-9-1 33 15,-15 3-2-15,-8 2-12 0,-4 3-15 16,0 8 0 0,-3 5-9-16,-3 6-18 0,-1 0-5 15,-5 15-31-15,-5 11 19 16,4 8-2-16,6 3-31 15,7 4-28-15,1-4-36 16,30-14-165-16</inkml:trace>
  <inkml:trace contextRef="#ctx0" brushRef="#br0" timeOffset="44723.34">22004 6282 555 0,'0'0'134'0,"0"0"-55"15,0 0-79-15,0 0-69 16,0 0 65-16,0 0-3 16,-4 66 0-16,20-47 6 15,8-1-2-15,4-8 3 16,6-9 3-16,-2-1 3 16,-4-1 2-16,-5-13 4 15,-4-6-6-15,-7 0-4 16,-6 3 1-16,-5 0 24 15,-1 9-7-15,0 2-11 16,0 5-2-16,0 1-7 16,0 0-1-16,0 0-15 15,0 0-15-15,0 7-4 16,0 8 16-16,12 4 19 0,12-2 1 16,9-4 5-16,7-9-4 15,6-4 41-15,-2 0 4 16,-8 0-22-16,-10-4-9 15,-8-6 1-15,-4 0-14 16,-3 0-3-16,-5 3-13 16,-1 2-39-16,-3 0 5 15,-1 3-61-15,6 2 5 16,8 0-133-16,11-1 30 16</inkml:trace>
  <inkml:trace contextRef="#ctx0" brushRef="#br0" timeOffset="45140.16">22806 6024 275 0,'0'0'210'16,"-28"-90"-5"-16,20 64-35 15,3 16-109-15,3 10-61 16,-2 5-3-16,4 31-56 16,0 20 57-16,0 21 2 15,22 16 3-15,8 5-2 16,4 2-2-16,1-11 2 15,-1-9-1-15,-6-13 0 16,-2-9 0-16,-9-13-5 16,-3-17-8-16,-6-9 9 15,-5-14-17-15,1-5-4 0,-4-12 25 16,0-25 5 0,-6-12-5-16,-18-8-31 0,-6-1 10 15,-5 0 21-15,6 3 34 16,2 2 11-16,4 6-17 15,9 11-6-15,5 10 2 16,8 11-17-16,1 10-7 16,0 5-1-16,10 0-24 15,18 0-5-15,15 9 17 16,5 2 3-16,0 0-15 16,-5-5 3-16,-6-1 3 15,-11-1 3-15,-8-1-20 0,-9-2-48 16,-8-1-153-16</inkml:trace>
  <inkml:trace contextRef="#ctx0" brushRef="#br0" timeOffset="46138.66">23217 6205 184 0,'0'0'169'0,"0"0"-90"15,0 0 13-15,0 0 6 16,0 0-24-16,0 0-43 0,-21-9-31 16,15 9-4-16,-1 12-3 15,-5 12 5-15,-2 3 2 16,2 10 3-16,5 0-3 15,7-4-17-15,0-10-34 16,10-9 19-16,12-13-9 16,4-1 30-16,2-12 6 15,1-13 5-15,-2-4 0 16,-7-5 0-16,-9 1 20 16,-11-3 28-16,0 8-21 0,0 7 65 15,0 9 1 1,0 9-63-16,0 3-30 0,0 0-30 15,0 14-62-15,0 16 78 16,0 7 12-16,18 3 1 16,16-5-16-16,15-12-4 15,8-13 7-15,5-10-12 16,-1-10 23-16,-1-14 3 16,-7-9 0-16,-9-1-2 15,-11-3-12-15,-12 1-32 16,-11 4-3-16,-5 5 49 15,-4 10 99-15,-1 6 9 16,0 8-59-16,0 3-49 16,0 0-33-16,0 0-49 15,0 3 75-15,-6 5 6 0,0-2 0 16,3 1 0 0,0-3 1-16,1-3-1 0,2 1 1 15,0-1 2-15,0-1-1 16,-2 0 0-16,2 1-1 15,-4 2 1-15,1 5-1 16,-5 3 0-16,2 4-2 16,1 4-3-16,3 3-33 15,2 0 8-15,0-2 12 16,13-8-9-16,14-7 22 16,9-5 5-16,6 0 25 15,-1-20 5-15,0-2 10 16,-4-4-13-16,-6-6-16 0,-2-2-11 15,-10-3 0-15,-10-5 0 16,-3-5 21-16,-6-6 14 16,0-2 23-16,-9 2 3 15,-3 12-16-15,2 11-12 16,5 14-27-16,4 12-6 16,1 4-2-16,0 0-11 15,0 0-25-15,0 13 3 16,0 8 29-16,0 7 6 15,0-2-1-15,0 3 1 16,0-3 1-16,6 2-1 16,-1 1 0-16,0 5 0 15,-4 9 1-15,-1 8-1 16,0 4 0-16,0 1 0 0,0-3-8 16,0-7-51-16,3-10-42 15,12-16-27-15,9-15-179 16</inkml:trace>
  <inkml:trace contextRef="#ctx0" brushRef="#br0" timeOffset="46653.61">23833 6135 695 0,'0'0'84'0,"0"0"-36"16,0 0-15-16,0 0-18 15,89 0-12-15,-32 0-3 16,6 2 2-16,-8 1-2 16,-9-2 0-16,-16-1 2 15,-14 0-2-15,-8 0 6 16,-8 1-2-16,0-1 3 15,0 1-3-15,0 1-4 16,0 2-7-16,0 4-37 16,-3 6 12-16,-6 3 31 15,4 7 1-15,5 4-1 16,0 1-4-16,21-1-6 16,16-4-5-16,10-11 16 0,7-6 5 15,-4-7-5-15,-6-5 2 16,-12-14 6-16,-11-5 20 15,-10-1-13-15,-9-3-9 16,-2 3-1-16,-5 1 0 16,-6 7 0-16,2 8-1 15,0 9-4-15,-1 0-9 16,-5 16-4-16,-6 11 12 16,2 11-3-16,7 7-8 15,10 2-12-15,2-1-15 0,18-8-73 16,18-15-35-1,3-14-148-15</inkml:trace>
  <inkml:trace contextRef="#ctx0" brushRef="#br0" timeOffset="47003.64">24544 6292 358 0,'0'0'371'0,"0"0"-371"16,0 0-17-16,0 0 17 15,0 0 0-15,-31 92 3 16,28-72-1-16,1-5 2 16,2-6-1-16,0-7 3 15,0-2-3-15,0 0 2 0,0 0 3 16,0 0 9-16,8-10-17 16,20-10-13-16,4-2-48 15,8-3 23-15,0 3 37 16,-3 2-33-16,-7 5-30 15,-11 4 64-15,-9 6 23 16,-7 3 127-16,-3 2-100 16,0 0-50-16,0 5-46 15,0 14 38-15,-5 6 8 16,-5 5 2-16,4-3-2 16,-1-3-1-16,3-7-22 15,4-3-47-15,0-11-118 16,3-3-124-16</inkml:trace>
  <inkml:trace contextRef="#ctx0" brushRef="#br0" timeOffset="47161.9">24811 5980 672 0,'0'0'0'16,"0"0"-206"-16,0 0 205 15,-14 97-19-15,14-46-42 16,0-5-142-16</inkml:trace>
  <inkml:trace contextRef="#ctx0" brushRef="#br0" timeOffset="47621.54">24946 6271 531 0,'0'0'148'16,"0"0"-109"-16,0 0-35 15,0 0-4-15,0 0-7 16,0 0 1-16,-9 29 5 16,9-8-3-16,21-1 4 15,19 5 2-15,15-4 0 16,9-4-2-16,5-5-15 16,-4-9-33-16,-8-3 30 15,-12 0 18-15,-13-8 4 16,-13-8 2-16,-11 0 15 15,-8-2-13-15,0 3-3 0,0 3-5 16,-5 6 3-16,-3 6-3 16,-1 0-26-16,-4 5-45 15,4 6 19-15,6 3-67 16,3-2 73-16,3-1 31 16,8-3 15-16,-2-3 13 15,-4-3 36-15,-5-2 11 16,0 0 53-16,0 0-23 15,0 3-57-15,0 7-33 16,-6 9-6-16,-13 10 6 16,-7 12 4-16,-5 8-1 15,-5 5 2-15,-6 1-2 16,-2-3-3-16,6-3-11 0,7-10-66 16,12-13-139-16,11-13-181 15</inkml:trace>
  <inkml:trace contextRef="#ctx0" brushRef="#br0" timeOffset="48371.22">24974 6336 389 0,'0'0'165'16,"0"0"-76"-16,0 0-5 16,0 0-33-16,0 0-4 15,0 0-20-15,0-29-19 0,0 29-8 16,0 7-30-1,0 15 14-15,-2 9 11 0,-2 1 2 16,-6 2-11-16,2-6-40 16,2-8-29-16,2-8 8 15,4-7-64-15,0-5 127 16,6-2 12-16,14-15 8 16,6-5 2-16,-1-2 13 15,-2 2 33-15,-3 0 24 16,-3 5-8-16,-7 8-11 15,-5 3 13-15,-4 4-54 16,-1 2-20-16,0 0-15 16,0 8-28-16,0 10 35 15,-5 5 8-15,-2 5 0 0,0-1-3 16,6 0-9-16,1-7-45 16,0-1-14-16,4-12-79 15,12-5-126-15</inkml:trace>
  <inkml:trace contextRef="#ctx0" brushRef="#br0" timeOffset="49037.34">25203 6366 34 0,'0'0'560'0,"0"0"-459"0,0 0-35 15,0 0-32-15,0 0-17 16,0 0 4-16,0-36 6 16,0 36 2-16,0 0-16 15,0 0-13-15,0 0-1 16,-13 0-9-16,-5 8-9 16,-9 14 13-16,-1 9 0 15,4 3-24-15,9 3-29 16,15 1 11-16,0-9-39 15,34-5 21-15,12-7 2 16,10-9-29-16,-2-8 12 0,-13 0 3 16,-11-5 66-1,-10-12 12-15,-14-5 72 0,-6-1 8 16,0-2 5 0,-9 0 19-16,-3 6 6 0,7 5 10 15,4 8-61-15,1 6-57 16,-3 0-2-16,-5 8-83 15,-6 18 40-15,-6 10 42 16,-5 13 2-16,-4 8 1 16,-2 3 0-16,-3 2-2 15,-6-3 5-15,1-2 1 16,-2 2-6-16,-3-7-1 16,2-7-7-16,0-6-8 15,5-16-10-15,7-6-15 0,9-9 6 16,6-8 19-1,5 0 13-15,4-8 3 0,0-13 4 16,2-6-2-16,4-5-2 16,0-9 34-16,0 0 13 15,11 2 45-15,-2 4-34 16,1 7-24-16,9 5-34 16,7 2-5-16,10 3-24 15,13 3-23-15,4 5 13 16,3 3-37-16,0 4-11 15,-9-2-65-15,-8-1-77 16</inkml:trace>
  <inkml:trace contextRef="#ctx0" brushRef="#br0" timeOffset="49202.11">25172 6652 54 0,'0'0'507'0,"0"0"-460"15,0 0-7-15,0 0 33 16,0 0-60-16,0 0-13 16,-104-31-1-16,70 31-77 15,-8 0-112-15,-1 0-220 16</inkml:trace>
  <inkml:trace contextRef="#ctx0" brushRef="#br0" timeOffset="76078.2">15635 6660 182 0,'0'0'129'16,"0"0"-95"-16,0 0 0 16,0 0 47-16,0 0-39 15,0 0 22-15,0 0-9 16,0 0-30-16,0 0 19 15,-46-31-34-15,43 30 27 0,3-1 9 16,-2 2-26-16,2 0 1 16,0 0-3-16,-1 0-8 15,1-2-2-15,0 2 1 16,0 0-5-16,0 0-4 16,0 0-1-16,0 0-3 15,0 0-9-15,0 0 4 16,27 0 9-16,19 0 5 15,24-3-2-15,16-1-1 16,19-2 2-16,10-1-4 16,11 1 0-16,13 3 0 15,12 3 1-15,13 0-1 0,9 0-4 16,0 0 2 0,-8 2-24-16,-18 0-8 0,-29 3 3 15,-26-5 3-15,-28 3 28 16,-24-3-17-16,-20 0 17 15,-10 0 0-15,-10 0 13 16,0 0 33-16,-10 0-46 16,-27 0-2-16,-20 0-32 15,-16 0-48-15,-9 0-143 16</inkml:trace>
  <inkml:trace contextRef="#ctx0" brushRef="#br0" timeOffset="77688.39">16218 6022 164 0,'0'0'129'15,"0"0"-88"-15,0 0 41 0,0 0-23 16,0 0 17 0,0 0-10-16,0-22-38 0,0 19-11 15,0 1 14-15,0-1-12 16,0 1-8-16,0 2 19 16,0-2-3-16,0 1-7 15,0 1-7-15,0-1 12 16,0 1 1-16,0 0-11 15,0 0-3-15,0 0-1 16,0 0-5-16,0 0 4 16,0 0-4-16,0 0-4 15,0 0 3-15,0 0-4 0,0 0-1 16,0 0-4-16,0 0-7 16,0 15-24-16,2 9 32 15,-2 10 3-15,0 6 1 16,0 4 0-16,0 1 0 15,-6-4-1-15,0-2 0 16,0-5 0-16,1-2 2 16,1-5 0-16,1-6-4 15,1-4 1-15,1-5 1 16,-2-3 3-16,3-4 0 16,-2-2-3-16,2-3 0 15,0 0 1-15,0 0 0 16,0 0-1-16,0 0 6 0,0 0-2 15,0 0 1 1,0 0 0-16,0 0-5 0,0 0-37 16,0 0-112-16,5 0-272 15</inkml:trace>
  <inkml:trace contextRef="#ctx0" brushRef="#br0" timeOffset="78473.31">15616 6873 238 0,'0'0'130'0,"0"0"1"15,0 0-95-15,0 0 50 0,0 0 35 16,5-82-69-16,12 68-1 16,6 3-24-16,16 2-25 15,5 6 2-15,4 3-1 16,-1 0-3-16,-4 23-1 15,-7 3 1-15,-9 10 0 16,-12 0-5-16,-15 5 0 16,0-4-3-16,-23 1 6 15,-12-6 2-15,-8-4 0 16,-5-5 0-16,5-4-4 16,5-5 0-16,12-6 0 15,11 0 4-15,10-5 0 16,5 0-24-16,5 0-54 15,26-3 61-15,18 0-40 0,12 0-8 16,8 0-15-16,5-3 7 16,0-3-17-16,-2-4 40 15,-3-3 15-15,-6-2-58 16,-10-5-7-16</inkml:trace>
  <inkml:trace contextRef="#ctx0" brushRef="#br0" timeOffset="79072.08">16412 6939 84 0,'0'0'72'15,"0"0"16"-15,0 0-4 16,0 0 71-16,0 0-14 16,0 0-55-16,-70-57-64 15,68 63-22-15,-1 15-2 0,3 6 2 16,0 7 2-16,0 4 0 16,0 2 3-16,13 1-4 15,4-1 1-15,6-3 3 16,1-10-4-16,6-10 4 15,1-11 2-15,-1-6-2 16,-4-6 3-16,-2-22-2 16,-10-2-6-16,-11-7-21 15,-5 1-6-15,-37-1-44 16,-14 1-15-16,-4 0 12 16,17 7 69-16,21 5 5 15,19 9 130-15,0 5-62 16,29 8-61-16,13 2-7 15,4 0 12-15,5 14 9 0,-5 3-2 16,-7 0 6 0,-3 2-2-16,-5-1-9 0,-3 3 0 15,-2-2-14-15,-3 3 1 16,-6-2 4-16,-2 1-5 16,-8-1-3-16,-4-1 3 15,-1 1-1-15,-2-3-1 16,1 0-12-16,6-3-25 15,6-4-2-15,6-6 29 16,14-4-1-16,6 0-26 16,1-9 20-16,-3-10 19 15,-7-6 27-15,-6-4 49 0,-8-4 23 16,-7-4-64 0,-9-4 6-16,0-4-17 0,-28-2 2 15,-19 2-23-15,-21 8-3 16,-7 8 0-16,6 16-1 15,18 13-3-15,24 3-6 16,21 31-45-16,6 14-33 16,33 4-2-16,28-4-171 15</inkml:trace>
  <inkml:trace contextRef="#ctx0" brushRef="#br0" timeOffset="79739.05">17240 6836 542 0,'0'0'196'0,"0"0"-117"15,0 0-54-15,0 0-19 16,0 0-6-16,104-34 3 15,-74 50-2-15,-5 10-1 0,-6 5-1 16,-6 6 0-16,-10 4-2 16,-3 0-4-16,-10-4-7 15,-16-4-37-15,-11-2 3 16,-3-6 11-16,-4-2-37 16,1-6 6-16,9-4 20 15,10-7 41-15,13-3 7 16,10-2 16-16,1 1 34 15,6 0 8-15,21-1-3 16,12-1 13-16,10 0-31 0,6 0-16 16,1 0 7-1,-4 0-7-15,3 0-13 16,-9-1-4-16,-6-3-4 16,-13 3-11-16,-27-4-144 0,-12-7-412 15</inkml:trace>
  <inkml:trace contextRef="#ctx0" brushRef="#br0" timeOffset="82071.24">17770 7157 55 0,'0'0'181'0,"0"0"-35"0,0 0-75 16,0 0-11-16,0 0 14 15,0 0-38-15,0 0 20 16,-1 0-2-16,0 0-14 15,1 0-3-15,0 0-4 16,0 0-17-16,0 0-2 16,0 0 1-16,0 0-11 15,0 0 0-15,1 0-4 16,26 0-3-16,15 0 3 16,18 2-2-16,12 2 2 15,16-1-1-15,5 2-7 16,-1-1 3-16,-11-2-29 0,-15-2-17 15,-15 0 20-15,-20 0 8 16,-16 0-13-16,-15-7 13 16,-20-3-48-16,-32-1-245 15</inkml:trace>
  <inkml:trace contextRef="#ctx0" brushRef="#br0" timeOffset="82402.14">18356 6984 488 0,'0'0'172'15,"0"0"-99"-15,0 0-73 16,0 0 1-16,0 0 9 16,0 0 9-16,85 100-5 15,-76-64 4-15,-3-3-8 16,-2-4-5-16,-4-4-1 0,0-8-4 16,-8 0 0-1,-15-1 7-15,-17 1-7 16,-10-3-18-16,1-3-82 0,13-8-101 15,21-3-142-15</inkml:trace>
  <inkml:trace contextRef="#ctx0" brushRef="#br0" timeOffset="82919.32">19007 7015 573 0,'0'0'152'0,"0"0"-31"0,0 0-59 15,0 0-62-15,0 0-3 16,0 0 1-16,-56 100 1 16,46-50 1-16,5 4 0 15,0 2 14-15,2-6-2 16,2-5-5-16,-2-15-4 15,3-10-1-15,-3-9 0 16,1-7 1-16,-2-4-1 16,-5 0 4-16,-4-4 3 15,-8-13-9-15,-1-7-3 16,5-2-15-16,8 1 7 16,9 1 11-16,10 0-2 15,26 0-10-15,16-2-3 16,7 0 8-16,0-2 7 0,-2 0 0 15,-9 1-2-15,-8 1 2 16,-6 6 2-16,-16 8 7 16,-10 3 5-16,-3 8 11 15,-5 1-15-15,0 0-10 16,0 13-5-16,0 16-2 16,0 14 7-16,0 10 0 15,0 10 0-15,0 3 0 16,17-3-10-16,13-8-30 15,6-12-28-15,4-13-70 16,-1-16-37-16,0-14-168 0</inkml:trace>
  <inkml:trace contextRef="#ctx0" brushRef="#br0" timeOffset="83092.3">19567 7343 419 0,'0'0'188'15,"0"0"-11"-15,0 0-61 16,0 0-81-16,0 0-35 15,0 0-6-15,-31 2 6 16,27 27 0-16,3 5 1 16,1 2-1-16,0-2-12 15,0-4-43-15,8-7-50 16,5-14-52-16,2-9-144 0</inkml:trace>
  <inkml:trace contextRef="#ctx0" brushRef="#br0" timeOffset="83268.54">19594 6984 665 0,'0'0'91'16,"0"0"19"-16,0 0-51 16,0 0-59-16,0 0-52 15,0 0-11-15,42 47 32 16,-28-8-49-16,6-9-149 15</inkml:trace>
  <inkml:trace contextRef="#ctx0" brushRef="#br0" timeOffset="83497.24">19937 7072 762 0,'0'0'111'15,"0"0"-66"-15,0 0-45 16,0 0-3-16,-49 89 0 16,35-31 3-16,5 8 1 15,8-1-1-15,1-4-6 16,3-11 2-16,7-10-17 16,1-12-27-16,-3-12-39 15,-3-13-40-15,0-3-99 16</inkml:trace>
  <inkml:trace contextRef="#ctx0" brushRef="#br0" timeOffset="84733.35">19609 7325 331 0,'0'0'63'16,"0"0"24"-16,101 0 4 15,-52-3 1-15,13-1-16 16,7-3-8-16,5 2-41 15,3 1-11-15,-4 1-7 16,-2 0-5-16,-10 1-4 16,-18 0 1-16,-18 1 4 15,-14 1-5-15,-11 0 0 0,0 0-8 16,-13 0 1-16,-19 1 7 16,-9 12 5-16,3 6-4 15,5 2 0-15,11 3-1 16,13 2-3-16,9-1-2 15,1-3-7-15,36-6-11 16,17-7 8-16,7-9-6 16,-4 0-30-16,-12-13 49 15,-15-8 2-15,-13-1 9 16,-9 1 54-16,-8 0-37 16,0 2-6-16,-12 2 5 15,-4 6-10-15,0 5-1 0,5 6-14 16,3 0-5-16,1 15 1 15,4 10 1-15,3 8 1 16,0 3-2-16,24 0 1 16,11-7-10-16,10-8-10 15,13-15 12-15,11-6-6 16,5-10 16-16,-8-16-5 16,-15-6 6-16,-18 0 3 15,-18 1 8-15,-9 6 2 16,-5 9-2-16,-1 4 13 15,0 7 10-15,0 5-12 16,0 0-18-16,0 0-4 16,0 0-5-16,0 3-2 15,0 9 6-15,0 1 2 16,0 0-1-16,-3-4 1 0,2-1-1 16,-4-1 1-16,-1-2-1 15,-3 4-1-15,-6-1-1 16,2 2 2-16,-2 1-2 15,6 2-5-15,4 2-9 16,5 4-3-16,0 1 4 16,14-2 9-16,17 0-10 15,14-11-14-15,10-7-18 16,9 0-13-16,0-19 21 16,-1-13 13-16,-9-11 27 15,-11-6 7-15,-15-2 27 16,-16-5 11-16,-10-2-10 0,-2 3-20 15,-12 4 17-15,-6 11 29 16,8 16 25-16,4 13-37 16,3 8-37-16,-1 3-12 15,-3 20-54-15,0 19 49 16,-1 13 4-16,4 12 0 16,4 2 1-16,0-3-4 15,1-8 1-15,11-15-18 16,1-12 5-16,3-10 1 15,0-13 15-15,0-5 1 16,5-3 3-16,0-15 0 16,-6-4-4-16,-4 2 0 15,-6 3 2-15,-5 6 2 0,0 4 0 16,0 4 11 0,0 3-15-16,0 0-6 0,0 0-13 15,3 12-15-15,5 8 34 16,12 2 2-16,9 5-1 15,10-1 1-15,7-7 1 16,5-8-1-16,-1-9-1 16,-5-2 4-16,-9-6 5 15,-6-14 16-15,-8-4-10 16,-8 1-9-16,-8 0-3 16,-6 2-1-16,0 4-2 15,-2 7-1-15,-5 5 1 0,4 3 0 16,1 2-1-1,1 0-6-15,-1 3-9 0,-1 17-2 16,3 8 14-16,0 4 1 16,0 1 2-16,17-7 0 15,1-6-3-15,6-8 3 16,2-7-2-16,3-5-5 16,1-3-49-16,2-22-189 15</inkml:trace>
  <inkml:trace contextRef="#ctx0" brushRef="#br0" timeOffset="84898.59">21701 7033 865 0,'0'0'73'16,"0"0"-20"-16,0 0-53 15,0 0-12-15,0 0-41 16,0 0 2-16,14 53-27 15,-14-24-131-15</inkml:trace>
  <inkml:trace contextRef="#ctx0" brushRef="#br0" timeOffset="90046.05">22860 7340 360 0,'0'0'255'0,"0"0"-217"0,0 0 63 15,0 0-44-15,45-75-15 16,-43 60-3-16,-2 0 1 15,0-1-22-15,0 1-8 16,-10 3-4-16,-17 3-6 16,-17 4-3-16,-15 5 1 15,-6 1-2-15,6 20-1 16,15 9-8-16,17 7-17 16,18 4-8-16,9 3 14 15,0-2-18-15,30-1 41 0,11-9-3 16,6-4 4-1,-6-12 6-15,-12-6-6 0,-15-4 2 16,-12-5-1-16,-2 0 4 16,0 1 5-16,-2-1-10 15,-31 3 0-15,-18 2 9 16,-16 0 0-16,-1-1-1 16,5-2-6-16,6-3 2 15,11 0-1-15,7 0-3 16,15 0 0-16,13-6-32 15,11 1 0-15,19-1-108 16,20-6-254-16</inkml:trace>
  <inkml:trace contextRef="#ctx0" brushRef="#br0" timeOffset="90329.3">22745 7045 608 0,'0'0'119'0,"0"0"29"16,0 0-115-16,0 0-26 16,0 0-7-16,0 0-5 0,14-3-7 15,-14 35 7 1,0 18 5-16,-8 16 0 0,-12 11 3 15,-3 6 0-15,-2 0-2 16,4-2-2-16,7-5-12 16,3-6-39-16,6-12-44 15,4-18-128-15</inkml:trace>
  <inkml:trace contextRef="#ctx0" brushRef="#br0" timeOffset="90827.48">23044 7336 606 0,'0'0'147'0,"0"0"-62"16,0 0-72-16,0 0-13 0,94-17 3 16,-75 31-2-1,0 6 5-15,-5 5-6 0,-8 8-1 16,-6 5-3-1,-15 3 4-15,-21 1-1 0,-9-2-23 16,-1-6-24-16,6-6-39 16,4-8 11-16,15-5-53 15,8-6 45-15,7-6 54 16,6-3 30-16,0 0 174 16,1 0-68-16,19-4-8 15,6-2-15-15,9 1-51 16,8 4-18-16,8 1-10 15,4 0-4-15,1 0 2 16,0 0-2-16,-1 0-22 16,-3 0-49-16,-5 0-95 0,-10-14-116 15</inkml:trace>
  <inkml:trace contextRef="#ctx0" brushRef="#br0" timeOffset="91033.14">23540 7508 563 0,'0'0'159'16,"0"0"-76"-16,0 0-78 0,0 0-3 15,0 0-2 1,0 0-4-16,57 20 1 0,-17-12-88 15,5-4-31-15,1-4-328 16</inkml:trace>
  <inkml:trace contextRef="#ctx0" brushRef="#br0" timeOffset="91643.5">23948 7484 601 0,'0'0'138'15,"0"0"-60"-15,0 0-74 16,0 0-4-16,0 0-3 0,0 0 1 16,-61 95 2-1,57-64 4-15,4 2-3 0,5-7-1 16,17-4 0 0,11-7 4-16,5-10 6 0,5-5 1 15,-1 0-5-15,-8-16-4 16,-10-8 4-16,-11 1-6 15,-13-4 0-15,-13-4-14 16,-25-1-27-16,-14-4-16 16,4 6 56-16,11 7 1 15,16 8 38-15,17 8 15 16,4 5-51-16,16 1-2 16,27-4-22-16,13 2-7 15,9-1 21-15,-1 0 7 0,-8 1 1 16,-7 0 0-16,-15 1 5 15,-13 2-5-15,-14 0 15 16,-3 0 19-16,-4 0 0 16,0 0-1-16,0 0-19 15,0 0-8-15,0 0-6 16,0 8-2-16,0 9-8 16,0 9 6-16,-7 9 4 15,4 4 1-15,2 2 0 16,1-3 1-16,0-5 8 15,0-5 7-15,0-9-10 16,0-5 1-16,0-4-6 16,0-3 2-16,0-1-2 0,0-5-2 15,0 2-1 1,-13-3-8-16,-7 0 2 0,-14 0-8 16,-8-3-32-16,-6-4-3 15,-8-1-58-15,1 1-79 16,4-2-242-16</inkml:trace>
  <inkml:trace contextRef="#ctx0" brushRef="#br0" timeOffset="91868.55">24228 7325 634 0,'0'0'66'16,"0"0"11"-16,0 0-18 16,0 0-41-16,0 0-10 15,101-23 4-15,-59 23-12 16,1 14 0-16,1 5-4 16,0-2-87-16,0-6-99 15,-5-11-210-15</inkml:trace>
  <inkml:trace contextRef="#ctx0" brushRef="#br0" timeOffset="92743.32">24767 7245 707 0,'0'0'120'15,"0"0"-29"-15,0 0-74 16,0 0-17-16,0 0-25 0,0 0 16 16,-27 80 9-1,-9-22 1-15,-7 11 0 0,0-2 1 16,7-10 1-1,9-13-2-15,13-18-1 0,8-11 0 16,5-10 0-16,1-5 0 16,0 0 1-16,18-2 5 15,15-17-6-15,4-5-70 16,-3 2 37-16,-7 5 33 16,-8 5 5-16,-2 5-4 15,-9 6-2-15,-1 1 0 16,-7 5-7-16,0 18 0 15,-9 5 1-15,-15 5 1 16,-6 1 6-16,2-4 7 16,4-7-7-16,9-6 1 0,4-7-1 15,4-4 4 1,4-3-2-16,0-3 2 0,-1 0 3 16,-5 0 5-16,-3-13-12 15,3-6-4-15,4-3-6 16,5 0 7-16,0 2 1 15,14 2 2-15,14 3-10 16,8 4 0-16,7 1-3 16,4 4-4-16,-3 1 2 15,-4 2 14-15,-4 1-1 16,-10 1 4-16,-7 1 0 16,-9 0 0-16,-5 0-2 15,-2 9-2-15,-3 7 1 16,0 3 1-16,-3 1 0 0,-9 0 11 15,1-3-7-15,1-3 2 16,6-4-4-16,2-5 1 16,1-2-3-16,1-3 5 15,0 0 6-15,0-3 43 16,6-13-21-16,14-3-33 16,7-2-11-16,3 1-3 15,-2 5-1-15,-8 5 15 16,-7 6 0-16,-8 3 10 15,-2 1-2-15,-2 0-8 16,-1 1-4-16,0 13-2 16,0 5 6-16,0 4 1 15,-4 0 3-15,-2 1 0 0,1-4-4 16,0-3-1 0,0-4-17-16,-1-8-123 0,-2-5-302 15</inkml:trace>
  <inkml:trace contextRef="#ctx0" brushRef="#br0" timeOffset="96290.16">11501 5390 274 0,'0'0'113'16,"0"0"-28"-16,0 0-41 15,0 0 9-15,0 0-13 16,80 0 44-16,-10 0-30 15,23-12 10-15,17 0-27 16,12-4-14-16,7 7-14 16,-4 2-3-16,-10 4 4 15,-11 1-7-15,-13 2-3 16,-19-2 2-16,-17 0-2 16,-22 1 0-16,-17-1 0 15,-13 2-29-15,-3 0-1 16,-13 0 24-16,-25 0-85 0,-12 0-69 15,-2 0-92-15</inkml:trace>
  <inkml:trace contextRef="#ctx0" brushRef="#br0" timeOffset="98586.33">12770 3420 593 0,'0'0'115'0,"0"0"-55"16,83-36-60-16,-31 33-3 16,8 3 3-16,3 0 7 15,-5 18-3-15,-6 10-4 16,-16 11-1-16,-18 1-1 16,-18 4-4-16,-3-2-4 15,-32-8 7-15,-8-1-3 16,1-7 0-16,5-4 4 15,13-8-4-15,12-5 6 16,7-4 0-16,5-3-7 16,10-2-9-16,30 0 15 15,20 0 1-15,19-15 0 0,10-3 4 16,5-2-4 0,-1-1-2-16,-5-4-1 0,-6-1-2 15,-11-8-12-15,-13 1 0 16,-19-3-18-16,-15 3 31 15,-15 3 8-15,-9 4-1 16,-7 2 12-16,-22 5 12 16,-4 2 15-16,5 7 3 15,7 4 9-15,12 6-2 16,8 0-52-16,1 13 0 16,0 17-3-16,0 13 3 15,7 5 0-15,16-3-1 0,8-6-3 16,5-13 4-1,4-9 3-15,5-8 3 0,0-9-1 16,-2 0-4-16,-7-9 2 16,-6-11 3-16,-10-5-3 15,-8-4 1-15,-10-2-3 16,-2 2 0-16,0 0 2 16,-8 7-3-16,0 7 2 15,3 6-2-15,4 7 0 16,1 0 0-16,0 2-7 15,0 0-6-15,7 0 10 16,11 0 3-16,4 4-1 16,2-4 2-16,-3 0 0 15,-4 0 1-15,-7 0 7 16,-7 0 5-16,-3 0 16 0,0-1 1 16,0-10-13-16,0-2-16 15,-11-3-2-15,-12 2 0 16,-12-2 0-16,-7 5-7 15,-2 4-3-15,5 5 0 16,17 2 9-16,11 0 1 16,8 0-7-16,3 0-17 15,0 0 5-15,0 0 8 16,0 0 9-16,0 0 2 16,0 0 1-16,0 0-1 15,0 0 5-15,0 0 2 16,-9 0 1-16,-3 0 2 0,-10 0-4 15,-8 0-6-15,0 0-4 16,5 0 4-16,10 0-1 16,4 0 1-16,7 0 0 15,4 0-2-15,0 0 1 16,0 0 0-16,0 0-8 16,0 0-8-16,0 0 11 15,0 0-6-15,3 0 12 16,12 0 0-16,6 0 3 15,-3 0 3-15,-4 0-4 16,-4 0-2-16,-4 0 0 16,1 0 0-16,8 0-1 15,4-1-5-15,12-1 0 0,8-1-1 16,9 0-12 0,4 1-5-16,2-1-11 0,-2 0 0 15,-11 0 15-15,-12 2 16 16,-12-1 4-16,-11 2 0 15,-6 0 4-15,0 0-2 16,0 0-2-16,0 4 0 16,-2 16 0-16,-7 8 2 15,3 9 0-15,6 8 2 16,0 1 0-16,2-6 9 16,11-8-2-16,2-13 1 15,0-8 4-15,-1-11-11 0,3 0 5 16,2-5 39-16,7-17-20 15,3-3-18-15,-3-6-8 16,-6-1-2-16,-7 0-1 16,-8 2-2-16,-5 0-5 15,-2 0-7-15,-18 2-1 16,-6 3 4-16,0 0 8 16,4 5 3-16,9 4 3 15,8 5 5-15,5 5 7 16,12 1-15-16,24-3-5 15,12 1 1-15,12 0 4 16,0 1 0-16,1 2-5 16,-5-1-3-16,-10 2-2 0,-9 0-4 15,-13 1 13 1,-15 1 1-16,-6 1 3 0,-3-3 6 16,0 0 11-16,0 2 1 15,0-2-21-15,-1 2 2 16,-3 1 7-16,3 4-9 15,-2 21-7-15,3 17 7 16,0 16 7-16,0 12 1 16,15 2-4-16,4-4 2 15,4-14-5-15,-2-14 2 16,-5-15-1-16,-6-11 3 16,-5-6-1-16,-5-7 1 15,0-1 5-15,0 0 6 16,0 0-8-16,-2 0-1 0,-20 0-5 15,-14-6-2-15,-10-4-20 16,-5 3-15-16,10-1-23 16,13 4-28-16,23-1-29 15,5 0-1-15,19-5-253 16</inkml:trace>
  <inkml:trace contextRef="#ctx0" brushRef="#br0" timeOffset="98783.13">14889 3141 555 0,'0'0'160'0,"0"0"-54"16,0 0-47-16,0 0-47 16,97-61-12-16,-24 51 1 15,12 4 3-15,10 6-3 16,4 0-1-16,-6 3-48 15,-17 7-118-15,-22 0-116 16</inkml:trace>
  <inkml:trace contextRef="#ctx0" brushRef="#br0" timeOffset="99136.37">13375 4016 563 0,'0'0'130'0,"0"0"-22"16,0 0-70-16,0 0-16 15,0 0-12-15,132 0-2 16,-35-7 12-16,33-2-3 15,33-4-4-15,18-3-2 16,19-5-10-16,0-4 0 16,-7-1 5-16,-15-1-4 0,-32 4-1 15,-28 2 1 1,-28 4-1-16,-29 4 1 0,-24 6-4 16,-30 1-2-16,-13 6-30 15,-52 3-25-15,-31 14-127 16,-31 2-139-16</inkml:trace>
  <inkml:trace contextRef="#ctx0" brushRef="#br0" timeOffset="104031.08">16224 3154 531 0,'0'0'181'0,"0"0"-121"15,0 0-60-15,0 0-18 16,0 0 18-16,-4 80 4 15,-6-32 0-15,0 8 11 16,3 2-3-16,2-1 0 0,1-3-3 16,4-6-5-1,0-14 6-15,0-8-1 0,15-7-5 16,9-11 2-16,12-5 4 16,17-3 1-16,17-2-6 15,9-15-5-15,-5 3-42 16,-18-2-56-16,-23 5-39 15,-22-1-147-15</inkml:trace>
  <inkml:trace contextRef="#ctx0" brushRef="#br0" timeOffset="104664.21">16469 3525 427 0,'0'0'153'16,"0"0"-95"-1,0 0-48-15,0 0 1 0,119-19 24 16,-72 9-5-16,2-2-10 16,-3-4-2-16,-10-2-5 15,-7-1-8-15,-12 5-4 16,-10 0 6-16,-7 3-7 16,-5-1 0-16,-24 4-20 15,-13 6-39-15,-7 2 14 16,1 5 30-16,7 15 1 15,18 8 11-15,11 5 3 16,12 9-4-16,0 0 1 16,23 0 0-16,19-8 3 15,24-12 3-15,15-14-3 0,7-8 2 16,2-8-2-16,-13-16-25 16,-13-9-15-16,-20-2 4 15,-22-2 36-15,-16 1 5 16,-6 5 37-16,-3 8-25 15,-9 5 20-15,7 13 32 16,3 5-28-16,2 7-41 16,0 17-6-16,0 8 6 15,7 2 1-15,9 7-1 16,8-5 0-16,1-2 2 16,0-9 0-16,1-8 0 0,-5-11 0 15,0-6 3 1,-2 0 5-16,1-18 29 0,1-11-13 15,-5-3-15-15,-3-2 0 16,-6 1-8-16,-7 3 2 16,0 10-5-16,0 6 1 15,0 11 4-15,0 3-5 16,0 11-54-16,10 12 21 16,12 10 33-16,11 6 0 15,15 0 0-15,6-2-14 16,10-8-76-16,3-8-7 15,1-13 3-15,-8-8-75 16,-14 0 18-16</inkml:trace>
  <inkml:trace contextRef="#ctx0" brushRef="#br0" timeOffset="105163.2">17853 3492 125 0,'0'0'199'16,"0"0"-8"-16,0 0 16 15,0 0-134-15,0 0-73 16,0 0-6-16,-67 34 6 15,85 10 3-15,6 1 0 16,4-1 0-16,2-7 4 16,-1-9 2-16,1-7 5 15,2-11 15-15,0-9 5 16,0-1-13-16,4-7-4 16,-6-15-5-16,-8-4-6 15,-10-9-6-15,-12-5-11 0,-20-4-16 16,-30 1-52-16,-8 0-39 15,5 10 37-15,22 7 81 16,17 12 68-16,14 8-19 16,0 6-39-16,11 0-10 15,14 0 0-15,8 10 4 16,2 8 1-16,-6 3 7 16,0 5-2-16,-9 2-8 15,-4 5-1-15,-2 1 0 16,-2 0 2-16,0-3-2 15,3-3 2-15,-3-6-2 16,1-6 0-16,0-7 1 16,0-6 3-16,5-3 6 15,10-8 37-15,14-21-18 0,12-7-30 16,1-7-5-16,-8-7-18 16,-12 3 3-16,-14 0-13 15,-11 8 5-15,-5 13 12 16,-2 15 15-16,1 11-3 15,2 0-153-15,4 18-137 16,7 1 30-16</inkml:trace>
  <inkml:trace contextRef="#ctx0" brushRef="#br0" timeOffset="105462.96">18788 3450 478 0,'0'0'62'15,"0"0"34"-15,0 0-40 16,0 0-53-16,0 0-3 16,-67 79 6-16,58-38 1 15,3 4-4-15,6 0 1 16,0-4-1-16,17-8 1 16,16-13-3-16,14-15 2 15,13-5 29-15,5-12 2 16,0-14-25-16,-15-5-6 15,-15-4-5-15,-23-2 2 16,-12-3-8-16,-35 1-21 16,-33 5-14-16,-22 12-29 15,-1 12 9-15,18 10-137 0,25 10 2 16</inkml:trace>
  <inkml:trace contextRef="#ctx0" brushRef="#br0" timeOffset="105966.11">16268 4075 208 0,'0'0'106'15,"0"0"46"-15,0 0-33 16,0 0-14-16,0 0-47 0,0 0-58 16,-11 13 2-16,77-2 26 15,35-3 13 1,29 2-7-16,32-4-15 0,28-5-9 16,20-1-4-16,17 0-6 15,-1-10 2-15,-12-4 4 16,-20 2-6-16,-30 2 0 15,-27 2-4-15,-37 2-2 16,-34 1 4-16,-33 3 1 16,-23 2 1-16,-10 0-28 15,-37 0-8-15,-41 8-77 16,-29 5-46-16,-20-4-274 16</inkml:trace>
  <inkml:trace contextRef="#ctx0" brushRef="#br0" timeOffset="107131.08">20591 3144 410 0,'0'0'83'0,"0"0"-73"15,0 0 5-15,-132-27-4 16,57 27-22-16,-5 4 22 0,11 16 0 16,17 7-9-1,18 10-2-15,20 4-8 0,14 12 3 16,14 5-13-16,30 1 3 16,16-4 15-16,6-9 4 15,-8-13-1-15,-16-8 3 16,-16-8-2-16,-13-8-3 15,-11-5-1-15,-2 0 1 16,-2-4 28-16,-31 3 19 16,-23-1-1-16,-21 0-29 15,-11 0-17-15,0-2 3 16,11 0 5-16,22 0-9 0,18 0 0 16,16 0-5-1,21-2-37-15,5-10-34 0,34-10-294 16</inkml:trace>
  <inkml:trace contextRef="#ctx0" brushRef="#br0" timeOffset="107411.88">20204 2981 651 0,'0'0'107'0,"0"0"-15"16,0 0-43-16,0 0-49 16,0 0-13-16,0 0 13 15,16 67 0-15,-1-5 2 0,0 11 2 16,4 13-4-16,-2 9 0 16,-4-5 1-16,0-5-1 15,-5-12-2-15,-5-13-9 16,-3-7-33-16,0-7-20 15,0-12-42-15,-3-17-117 16</inkml:trace>
  <inkml:trace contextRef="#ctx0" brushRef="#br0" timeOffset="107692.14">20878 3130 693 0,'0'0'124'15,"0"0"-36"-15,0 0-25 16,0 0-46-16,0 0-17 16,0 0-15-16,-1 41 15 15,-15 26 1-15,-3 16 0 16,6 1-1-16,1-4-1 15,10-12-12-15,2-20-8 0,0-14-15 16,8-12-27 0,8-11-25-16,9-11-83 15,10-8-249-15</inkml:trace>
  <inkml:trace contextRef="#ctx0" brushRef="#br0" timeOffset="107880.22">21118 3399 763 0,'0'0'65'16,"0"0"-32"-16,0 0-11 15,0 0 20-15,0 0-20 16,0 0-22-16,21 7-8 16,3 6-19-16,13 4-20 15,8-7-126-15,3-10-308 16</inkml:trace>
  <inkml:trace contextRef="#ctx0" brushRef="#br0" timeOffset="108111.97">21458 3207 802 0,'0'0'34'0,"0"0"23"16,0 0-53-16,0 0-4 15,97 12 0-15,-58 18-1 16,0 15 1-16,-5 9-3 0,-7 8 3 16,-9 1 0-16,-11-6 0 15,-7-7-20-15,-1-9-22 16,-26-3-22-16,-12-9-53 16,-10-10-97-16</inkml:trace>
  <inkml:trace contextRef="#ctx0" brushRef="#br0" timeOffset="108510.44">21321 3562 573 0,'0'0'52'0,"0"0"8"16,0 0-48-16,0 0 1 16,92-32 27-16,-40 24 7 15,16-4-4-15,6 0-10 16,11-3-18-16,8-1-11 0,2-1-2 15,1-3-4-15,-7 0-9 16,-17-1-5-16,-26 3-10 16,-19 2-2-16,-20 2 25 15,-7 0 0-15,-10 1-13 16,-10 6-2-16,0 4 0 16,3 3 17-16,4 1 1 15,0 21-7-15,-1 13 7 16,0 13 1-16,7 8 1 15,6 0-2-15,1-5 1 16,0-8 15-16,4-9-2 16,5-7 11-16,-3-8-5 15,-3-5-14-15,-3-4-2 0,0-5-1 16,0 0-1-16,-19-1 1 16,-19-1-3-16,-15-3-7 15,-11 0-53-15,2-7-88 16,10-16-121-16</inkml:trace>
  <inkml:trace contextRef="#ctx0" brushRef="#br0" timeOffset="108698.46">22107 3394 496 0,'0'0'143'0,"0"0"-36"16,0 0-20-1,0 0-32-15,90-69-31 0,-58 60-8 16,10 0-16-16,16 6-7 16,16-2-30-16,7-2-95 15,3-8-205-15</inkml:trace>
  <inkml:trace contextRef="#ctx0" brushRef="#br0" timeOffset="109426.44">22628 3064 706 0,'0'0'124'0,"0"0"-124"0,0 0-14 15,0 0 10-15,-26 98 4 16,17-38 6-16,5 12-4 16,4 1 0-16,0-4 6 15,0-10 1-15,4-15-2 16,2-16-6-16,-3-13 0 15,-1-9-1-15,-2-6 2 16,0 0 2-16,0-8 8 16,0-16-9-16,0-12-3 15,0-1-16-15,0 3 14 16,0 10 2-16,0 15 11 16,1 9-11-16,5 0 0 15,2 21-26-15,1 10 16 0,-5 10 10 16,-4 5-1-16,0 0 1 15,0-4-3-15,-11-6 3 16,0-13 0-16,0-5 2 16,1-8 0-16,-7-2-2 15,-2-5 0-15,-5-3 0 16,-1 0-2-16,2-6-8 16,7-12-2-16,4-6 4 15,11-1-1-15,1-2-1 16,19-2 10-16,15 6 1 15,8 9 4-15,0 2 3 16,-3 9-5-16,-8 3-3 16,-4 0 0-16,-8 0 0 15,-2 15-3-15,-4 2-1 0,-3 3 0 16,-2 0 4-16,-4 0 0 16,-2-4 2-16,1-3 1 15,-2-6-1-15,3-4 1 16,-2-3-2-16,7 0 1 15,9-6 8-15,11-15 8 16,8-9-18-16,-2-5 0 16,-6 3 2-16,-8 8-1 15,-6 8 19-15,-8 9 3 16,-4 7-17-16,-1 0-6 16,-1 7-20-16,-1 12 8 15,0 13 5-15,0 8 7 0,0 8 2 16,-1 4 0-1,-3-3-2-15,2-2 0 0,-4-9-72 16,-7-15-105-16</inkml:trace>
  <inkml:trace contextRef="#ctx0" brushRef="#br0" timeOffset="111673.26">11593 2744 391 0,'0'0'124'0,"0"0"-63"16,0 0 21-16,0 0-25 16,0 0-56-16,0 0 1 15,-51 42-4-15,17 21 4 16,-6 12 2-16,-5 5-3 16,-1 0 2-16,7-9-2 15,6-14-1-15,12-21 3 0,11-18-1 16,5-10 0-16,5-8 8 15,-2 0 109-15,2-18-35 16,0-16-84-16,4-10-8 16,15-14-16-16,5-7-20 15,1-2 30-15,1 4-15 16,-3 2-2-16,6 5-12 16,-4 7-4-16,2 8 34 15,-1 10 13-15,0 12 2 16,1 14 2-16,-3 5-4 15,-1 19-5-15,-1 20 4 16,-3 12-3-16,-9 9 4 0,-3-4-1 16,-5-5 1-1,-2-10 0-15,0-12 4 0,0-10-3 16,-2-5 1-16,-10-3 1 16,-8-4 5-16,-2-4-4 15,-5-3 3-15,-3 0 5 16,-3-1-1-16,-4-9-7 15,0-2-3-15,4 2-1 16,9 0 4-16,11 3 6 16,11 0 7-16,2 2-17 15,28-2 0-15,30-7-5 16,22-4-2-16,11-2 7 16,4-1 0-16,-4 0 0 15,-4-1 0-15,-10 3 0 0,-23 2 3 16,-21 7 5-16,-20 5 25 15,-10 3 51-15,-3 2-30 16,0 0-32-16,0 0-22 16,0 0-3-16,-9 13-6 15,-13 19 2-15,-8 17 7 16,2 16 0-16,6 10 0 16,7 5-1-16,11 0 1 15,4 0 0-15,0-12 0 16,0-10-2-16,0-20-3 15,2-20 1-15,0-12 3 16,-2-6 1-16,0-3 4 16,0-25 2-16,0-15-6 0,-4-9-34 15,-6-8-15-15,0-4 3 16,2-4 25-16,5 0 13 16,3 2 8-16,0 4 0 15,1 8 3-15,15 10-1 16,2 11 2-16,8 10 3 15,-1 13 5-15,1 10-12 16,-1 6-3-16,-2 26-3 16,-3 10 1-16,-9 3 3 15,-7-4-1-15,-4-7 2 16,-5-9 1-16,-15-9 0 16,-7-7 5-16,-4-4 3 15,-11-2-1-15,-1-3 0 0,-2 0-6 16,11 0 0-1,13-3-1-15,17 2-30 0,5-3-72 16,40-5-293-16</inkml:trace>
  <inkml:trace contextRef="#ctx0" brushRef="#br0" timeOffset="112942.18">12218 3110 407 0,'0'0'102'16,"0"0"-25"-16,0 0-26 15,0 0-45-15,0 0 1 16,85-54 7-16,-55 31-1 16,-1-5 4-16,1-4-10 15,-3-7-1-15,-4-3-6 0,-9-4-1 16,-9-1-15-16,-5 0-5 15,-8 1 8-15,-16 3-11 16,-1 9 24-16,3 7 3 16,7 10 17-16,7 10 12 15,3 7 3-15,3 0-35 16,1 19-12-16,-2 19 11 16,1 19 1-16,1 14 3 15,1 5-1-15,0 2-1 16,17-14-1-16,5-11-5 15,-2-16-4-15,-2-14-10 16,-7-10-18-16,-7-13-48 16,1 0-125-16,-5-18-46 0</inkml:trace>
  <inkml:trace contextRef="#ctx0" brushRef="#br0" timeOffset="113223.42">12237 2883 481 0,'0'0'40'15,"0"0"-22"-15,105-12 8 16,-53 11 9-16,3 0 2 16,9-2 7-16,0-1-17 15,-1-1-5-15,-8 3-11 16,-16-1-10-16,-15 0 4 16,-15 3-3-16,-8-2 1 15,-1 2 23-15,0 0 8 0,0 0-32 16,0 0-2-1,-12 5-5-15,-4 9 1 0,5 8 3 16,5 2-1-16,6 5-2 16,0-2 0-16,28-3-14 15,16-10-11-15,11-11 8 16,6-3-54-16,2-17-108 16</inkml:trace>
  <inkml:trace contextRef="#ctx0" brushRef="#br0" timeOffset="113406.26">12693 2495 534 0,'0'0'83'0,"0"0"-55"16,0 0-28-16,0 0-4 15,0 0-6-15,0 0 8 16,19 97-17-16,-6-54-44 15,-1-4-93-15,4-7-211 16</inkml:trace>
  <inkml:trace contextRef="#ctx0" brushRef="#br0" timeOffset="114155.08">12938 2798 385 0,'0'0'128'15,"0"0"-122"-15,0 0 30 16,0 0 15-16,0 0-20 16,42 97-19-16,-27-63 3 15,3 0 0-15,4-5-5 16,5-7-4-16,-2-10 1 15,-1-8 6-15,3-4-6 0,3-7 9 16,0-13 9-16,0-6-17 16,-7-3-8-16,-6 0-6 15,-11-1-4 1,-6 5-14-16,-2 3 7 0,-16 3-7 16,5 9 23-16,4 2 1 15,6 6 0-15,3 2-11 16,0 0-98-16,6 0 86 15,20 0 23-15,12 0 3 16,7 0 7-16,2-7 3 16,-3-4-5-16,-6 0-1 15,-3 1-1-15,-6 1-3 16,-10-2 2-16,-7 2 16 16,-7 3 5-16,-5-2 30 15,0 0-16-15,0 1-9 0,-11 3-28 16,-1 4-3-1,-1 0-6-15,-1 7-4 0,2 13 5 16,3 6 3-16,5 3-4 16,4 2-7-16,3-2-11 15,19-5-7-15,6-9 12 16,1-7-20-16,-5-8-10 16,-2 0 17-16,-4-21 28 15,1-5 4-15,-8-3 3 16,-11-1 16-16,0 0 48 15,-15 1-4-15,-11 2-19 16,1 5-5-16,9 8 23 0,7 11-24 16,7 3-38-1,2 10-12-15,0 17-6 0,2 16 18 16,21 8-3-16,13 2 3 16,15-6-2-16,7-10-26 15,12-17-7-15,3-10-48 16,-4-10-6-16,-9-10-129 15</inkml:trace>
  <inkml:trace contextRef="#ctx0" brushRef="#br0" timeOffset="114403.98">13950 2345 674 0,'0'0'97'16,"0"0"-25"-16,0 0-23 15,114-32-44-15,-69 64-4 16,9 17 1-16,-2 19-1 16,-7 18 0-16,-19 10-2 15,-16 6 2-15,-10-4-2 16,-18-11 1-16,-21-9-47 15,-18-14-58-15,-16-20-129 0</inkml:trace>
  <inkml:trace contextRef="#ctx0" brushRef="#br0" timeOffset="115004.16">10898 2699 332 0,'0'0'254'0,"0"0"-124"16,0 0-120-16,0 0-7 16,-8 80-3-16,8-24 4 15,12 9 2-15,8 10 8 16,5 0-9-16,5 2-3 16,4-6-2-16,2-9 0 0,1-9-59 15,-4-18-60-15,-2-19-168 16</inkml:trace>
  <inkml:trace contextRef="#ctx0" brushRef="#br0" timeOffset="115170.3">10928 3256 651 0,'0'0'82'0,"0"0"-82"16,0 0 3-16,0 0-3 15,118 38 0-15,-63-19-35 0,1-5-107 16,-5-11-206-16</inkml:trace>
  <inkml:trace contextRef="#ctx0" brushRef="#br0" timeOffset="124080.15">14856 5404 193 0,'0'0'63'0,"0"0"5"0,0 0 18 16,0 0-16-16,0 0-26 15,0 0 4-15,0 0-2 16,-34-38 8-16,31 31 0 16,0 0-12-16,-1 1-30 15,2 2 13-15,0 1-3 16,2 0-18-16,0 2 0 15,0 1-4-15,0 0-4 16,11 0-31-16,26 0 28 16,21 0 2-16,29 6 5 15,32-1-1-15,26 2 2 16,33-1-2-16,15-2 2 16,1-1-1-16,-7-3 0 15,-24 0 0-15,-25 0 0 16,-23 0 0-16,-21-3-1 0,-18-2-5 15,-19-1 1-15,-23 3-9 16,-18 3 0-16,-16 0-42 16,-16 0-42-16,-29 0 71 15,-22 3-97-15,-12 1-166 16</inkml:trace>
  <inkml:trace contextRef="#ctx0" brushRef="#br0" timeOffset="125145.07">18688 5456 226 0,'0'0'101'0,"156"-11"-18"16,-46 5 19-16,26 3-48 16,27-2-9-16,19 2-20 15,16-1-15-15,-3-1 6 16,-6 0-15-16,-21 2-1 16,-22 1 0-16,-17 0-33 15,-15-1-20-15,-17-2-64 16,-23-4-99-16</inkml:trace>
  <inkml:trace contextRef="#ctx0" brushRef="#br0" timeOffset="126093.83">22860 4844 312 0,'0'0'191'0,"0"0"-62"15,0 0-55-15,0 0-51 16,0 0 3-16,80-61 6 16,-52 33 0-16,-2-5-31 15,-10 2 9-15,-9-1-3 16,-7 0-4-16,-13-2-3 15,-25 6-7-15,-12 4-23 16,-6 11 0-16,5 11 4 16,14 5 20-16,16 28 2 0,17 15-26 15,4 14 23-15,10 11 4 16,22 6 2-16,9 1 1 16,4-9 0-16,-4-15 0 15,-13-19 0-15,-10-15 0 16,-12-11 3-16,-5-4 2 15,-1-2 52-15,-6-2-29 16,-31 1-23-16,-26 0-5 16,-19-2-52-16,9 0-44 15,18 0 29-15,28 0 20 16,25 0 36-16,6 0-218 16</inkml:trace>
  <inkml:trace contextRef="#ctx0" brushRef="#br0" timeOffset="126441.99">23196 4991 396 0,'0'0'181'16,"0"0"-14"-16,0 0-63 15,0 0-80-15,0 0-24 16,87-69 2-16,-40 53-1 15,-6 1 3-15,-12 1 0 16,-12 4 3-16,-12 1 8 0,-5 1-8 16,0 2-7-16,-12 0-2 15,-17 2-31-15,-6 4-7 16,0 0 9-16,7 19 5 16,9 10-6-16,6 8-4 15,10 5 2-15,3 0 14 16,18-2 11-16,24-8-11 15,16-12 14-15,11-11-4 16,5-9-20-16,-4 0-65 16,-9-19-100-16</inkml:trace>
  <inkml:trace contextRef="#ctx0" brushRef="#br0" timeOffset="126791.95">23719 4904 528 0,'0'0'190'16,"0"0"-40"-16,0 0-129 15,0 0-21-15,0 0-15 16,0 0 13-16,6 77 2 15,-6-38 5-15,0-6-4 16,0-8 2-16,0-11-2 0,0-7 0 16,0-5 0-16,0-2 4 15,0 0 3-15,5-2 4 16,16-18 9-16,9-8-21 16,8-8 0-16,5-4-13 15,2 2 8-15,2 7 1 16,0 6-1-16,-3 11-50 15,-7 7-54-15,-12 5-43 16,-8 1-154-16</inkml:trace>
  <inkml:trace contextRef="#ctx0" brushRef="#br0" timeOffset="127109.89">24185 4827 327 0,'0'0'388'0,"0"0"-282"16,0 0-106-16,0 0-9 15,0 0 9-15,0 96 4 16,0-49 1-16,0-4 0 16,9-5-3-16,2-11-1 15,-1-10 8-15,-4-8-7 16,1-6 1-16,5-3 0 15,12-6 22-15,10-17-12 16,2-6-13-16,-8-5-34 0,-15-2 32 16,-8 4-15-1,-5 4-5-15,0 11 10 0,0 11 3 16,2 6-121-16,2 0-352 16</inkml:trace>
  <inkml:trace contextRef="#ctx0" brushRef="#br0" timeOffset="127408.65">24501 4945 535 0,'0'0'125'0,"0"0"-46"16,0 0-27-16,0 0-22 16,0 0-23-16,0 0-2 15,75-67-3-15,-55 56-2 16,-4 4-4-16,-5-3-6 0,-8 5 5 15,-3 1-9-15,0 1-9 16,-4 3 2-16,-17 0-19 16,-4 5 22-16,-5 15 15 15,3 6 3-15,3 8-3 16,5 4-1-16,10 1 2 16,9-2-1-16,7-7-17 15,27-9 20-15,11-8 9 16,10-10-3-16,10-3-6 15,0-5-71-15,1-21-170 16</inkml:trace>
  <inkml:trace contextRef="#ctx0" brushRef="#br0" timeOffset="127890.88">24850 4830 534 0,'0'0'223'0,"0"0"-223"15,0 0-1-15,0 0-1 16,0 0 2-16,-55 76 1 15,43-43 2-15,6-2 1 16,1-3 11-16,3-3-1 16,-1-3-10-16,3-6-1 15,0-6 0-15,0-6-3 16,0-1-28-16,0-3 5 16,0-3 23-16,22-14 0 15,11-12-150-15,13 0 24 0,2-2 54 16,1-1 72-16,-3 3 17 15,-3 2 0-15,-5 1 86 16,-7 1-21-16,-3 4-52 16,-1 3 57-16,-6 4-70 15,2 5-16-15,-4 7-1 16,-9 2-11-16,-2 0-1 16,-8 3-12-16,0 11-71 15,0 5 74-15,-18 3 21 16,-3 1 1-16,-2 1 4 15,-3-1-4-15,3-3 19 16,3 0-2-16,6-3-5 0,2-1 1 16,3 0 8-1,3 1-15-15,2-2-4 0,-1 2 1 16,1-1-2-16,-2-1 2 16,-2 0-4-16,-4-1-18 15,-15-4-71-15,-19 2-30 16,-21-5-85-16</inkml:trace>
  <inkml:trace contextRef="#ctx0" brushRef="#br0" timeOffset="128191.92">23589 5294 255 0,'0'0'107'15,"0"0"-26"-15,0 0 4 16,0 0 2-16,0 0-29 16,0 0-16-16,-26-8-3 15,60 8-21-15,22-2-5 16,26 2-1-16,20 0 2 16,10 0 4-16,5 0-7 15,-4 0 2-15,-10 0-7 16,-15 0 0-16,-14 0-6 15,-19 0 3-15,-20 0-3 16,-19 0-6-16,-14 0-60 16,-10 0-75-16,-44 0-119 0</inkml:trace>
  <inkml:trace contextRef="#ctx0" brushRef="#br0" timeOffset="128423.93">23348 5411 552 0,'0'0'4'15,"0"0"15"-15,127 25 31 16,-63-19 10-16,11-3-12 16,14-3 2-16,15 0-9 15,11 0-12-15,2-9-9 0,-1 1-18 16,-9 1 0-16,-11 0-4 15,-11 2-10-15,-12 3-50 16,-13-2-84-16,-18-2-118 16</inkml:trace>
  <inkml:trace contextRef="#ctx0" brushRef="#br0" timeOffset="128612.83">24546 5448 616 0,'0'0'180'0,"0"0"-112"16,0 0-15-1,0 0-27-15,0 0-17 0,0 0-9 16,0 0 0-16,0 0-27 16,3 0-78-16,18 0-223 15</inkml:trace>
  <inkml:trace contextRef="#ctx0" brushRef="#br0" timeOffset="130673.47">19689 6634 395 0,'0'0'90'0,"0"0"-46"15,109 0 1-15,-45 0-3 16,14 0-3-16,20 4-4 15,19 1 15-15,15-2-22 16,20-3-9-16,13 0-9 16,3-3-6-16,1-9-2 15,-18-2 1-15,-18-1 12 16,-28 3 0-16,-23 3 0 16,-24 3-3-16,-22 4-5 15,-18-1-7-15,-15 3-1 0,-3 0-3 16,-9 0-1-1,-25 0-41-15,-17 15-51 0,-12 1-74 16,6-5-295-16</inkml:trace>
  <inkml:trace contextRef="#ctx0" brushRef="#br0" timeOffset="133803.46">11584 6667 369 0,'0'0'113'15,"0"0"0"-15,0 0-73 16,0 0 25-16,0 0-31 15,0 0-10-15,-3-17 11 16,3 16-9-16,0 0-7 16,0-1-6-16,0 1-10 15,1-4-3-15,12 3 0 16,15-2-1-16,15 1 1 16,24 0 0-16,35 3-1 15,36 0 2-15,41 0-3 0,34 0 4 16,29 0-2-16,19-4 0 15,3-5-2-15,-15-4-30 16,-32-1 9-16,-37-1 19 16,-37 1 4-16,-33-2 8 15,-22 4-5-15,-25 1 7 16,-23 3-3-16,-17 2-1 16,-16 3 4-16,-7 0 34 15,0-2-13-15,0 1-25 16,-7-1-6-16,-9 3-5 15,0 2-15-15,2 0-17 16,3 4-70-16,5 4-78 16,6-6-236-16</inkml:trace>
  <inkml:trace contextRef="#ctx0" brushRef="#br0" timeOffset="134003.6">14391 6528 555 0,'0'0'130'0,"0"0"-71"0,0 0-32 16,0 0-27 0,0 0 0-16,0 0-65 0,0-23-116 15,0 23-165 1</inkml:trace>
  <inkml:trace contextRef="#ctx0" brushRef="#br0" timeOffset="137449.32">11137 7103 470 0,'0'0'137'16,"0"0"-23"-16,0 0-44 15,0 0-37-15,66-83-19 0,-37 69 4 16,6 3-6-16,3 7 0 16,-4 4-4-1,-4 0-6-15,-6 18-2 0,-12 6-4 16,-12 7-5-16,0 4 2 16,-18 5 5-16,-19 2 2 15,-7 1-2-15,0-2 5 16,6-10-1-16,12-3-1 15,9-10-1-15,10-4-6 16,7-6-22-16,0-3-45 16,31-5 53-16,17 0 20 15,16-3-9-15,14-13 2 16,1-1 7-16,-7 0 1 16,-10 0 0-16,-19-4 1 0,-13 5 5 15,-12 3 15-15,-12 2 38 16,-5 8 1-16,-1 1-24 15,0 2-7-15,0 0-23 16,0 0-7-16,0 0-11 16,0 12-3-16,0 8 7 15,8 7 6-15,4 0 1 16,8-3-2-16,4-9 0 16,2-6 2-16,4-9 2 15,5 0 4-15,0-24-3 16,3-6-2-16,-10-4 4 15,-8 1-4-15,-8 2-1 16,-6 3 1-16,-2 4 0 16,3 7 0-16,-1 3-1 0,4 8 0 15,2 3-2-15,4 3 0 16,1 0-2-16,-1 0 3 16,-2 11-2-16,-7 8 1 15,2 2 0-15,-5 4 1 16,-1 4-3-16,0-3 4 15,0-1 0-15,5-2 0 16,1-4-7-16,4-7-8 16,2-6 6-16,0-5 1 15,0-1 8-15,-3 0 2 16,5-12 5-16,-1-5 11 16,-3-5-2-16,-1-2 1 15,-11-3 10-15,-1 1-27 0,-7-3-1 16,-20 2-2-1,-6 0 1-15,-4 2-8 0,6 9 7 16,11 7-13-16,9 9 3 16,5 0-74-16,6 11-135 15,0 5 38-15</inkml:trace>
  <inkml:trace contextRef="#ctx0" brushRef="#br0" timeOffset="137865.17">12640 6991 602 0,'0'0'90'0,"0"0"-44"15,0 0-43-15,0 0 8 0,115-5 26 16,-76 5-8 0,1 5-4-16,3 1-5 0,-6 6-14 15,-7 0-1 1,-9 2-5-16,-11 5-6 0,-8 5-5 15,-2 5 10-15,-6 10 1 16,-14 10 1-16,-3 5 4 16,0 2-1-16,1-1-4 15,7-2-18-15,11-9-52 16,4-9-43-16,3-15-66 16,16-15-106-16</inkml:trace>
  <inkml:trace contextRef="#ctx0" brushRef="#br0" timeOffset="138040.59">12624 7228 528 0,'0'0'134'0,"0"0"-47"16,0 0-64-16,0 0-22 16,114-21 2-16,-54 21 13 15,4 0 10-15,11 0-2 16,2 0-18-16,1 0-1 15,4-3-5-15,-5-8-44 16,-11-7-156-16</inkml:trace>
  <inkml:trace contextRef="#ctx0" brushRef="#br0" timeOffset="139215.92">13526 7475 414 0,'0'0'140'16,"0"0"-98"-16,0 0-23 15,0 0 9-15,0 0 1 16,0 0 43-16,97 14-27 16,-46-13-13-16,8-1-10 15,7 0-10-15,7 0-7 16,8 0-3-16,-3 0-2 16,-4-7-8-16,-9-2-9 15,-16-1-42-15,-14-2-12 16,-17-1 0-16,-17-2-16 15,-1-2-8-15,-13-1-51 16,-5 0 146-16,2 3 5 0,5-1 116 16,6 4 49-1,0 3-26-15,5 3-15 16,0 4-56-16,0 2-66 0,0 0-7 16,10 7-7-16,15 11 7 15,7 7 0-15,-3 5-1 16,-4 1 1-16,-5 0-1 15,-10-3 1-15,-10-2-2 16,0-4-5-16,-14-1-11 16,-18-1 8-16,-3-3-49 15,2-2-22-15,9-7-54 16,15-8-41-16,9 0-147 16</inkml:trace>
  <inkml:trace contextRef="#ctx0" brushRef="#br0" timeOffset="139712.73">14767 7458 567 0,'0'0'157'0,"0"0"-88"16,0 0-69-16,0 0-9 16,0 0 9-16,-52 78 9 15,28-39-8-15,1 1 14 16,6-6-5-16,6-9-10 15,6-9 8-15,4-10-2 16,-2-4-2-16,3-2 13 0,0 0 50 16,0-19-19-1,4-14-48-15,12-9-1 0,1-4-47 16,5 0-3 0,3 5-7-16,8 7 33 0,7 5-31 15,5 7 5-15,-8 7 42 16,-9 11 9-16,-8 4 7 15,-10 7-7-15,-8 16-2 16,-2 8-16-16,-23 2-1 16,-17 1 10-16,-7-4-3 15,4-5 8-15,9-5-3 16,10-8 2-16,8-2 3 16,3-3-11-16,6-3 13 15,2 1 18-15,5 2-18 0,0 5 5 16,19 4 0-1,9 3 8-15,5 7 10 0,4 1-18 16,5 4 9-16,0 2-14 16,-7-2 0-16,-3-8-25 15,-10-7-118-15,-8-15-180 16</inkml:trace>
  <inkml:trace contextRef="#ctx0" brushRef="#br0" timeOffset="139883">15103 7662 568 0,'0'0'150'16,"0"0"-13"-16,0 0-128 15,0 0-9-15,0 0-3 16,0 0 3-16,0 0 1 16,0 90-1-16,0-65-17 15,4-3-83-15,15-10-56 16,-2-10-189-16</inkml:trace>
  <inkml:trace contextRef="#ctx0" brushRef="#br0" timeOffset="140041.43">15155 7514 606 0,'0'0'102'0,"0"0"-93"0,0 0-9 15,0 0-113-15,0 0-23 16,0 0-198-16</inkml:trace>
  <inkml:trace contextRef="#ctx0" brushRef="#br0" timeOffset="140297.63">15595 7625 629 0,'0'0'101'0,"0"0"-78"15,0 0-19-15,0 0-4 16,0 0 1-16,-96 60-1 16,74-34 3-16,6 3-3 15,5-3 0-15,10-2-17 16,1-3-31-16,24-3-6 15,23-8-19-15,19-8-33 16,9-2-63-16,6-5-61 16</inkml:trace>
  <inkml:trace contextRef="#ctx0" brushRef="#br0" timeOffset="140897.18">15923 7755 213 0,'0'0'185'16,"0"0"-31"-16,0 0-41 15,0 0 30-15,0 0-44 0,0 0-39 16,-34-56-58-16,27 56-2 15,-3 19-20-15,0 7 18 16,1 8 1-16,7-1-5 16,2 2-6-16,17-11 1 15,20-7 1-15,11-10 10 16,4-7 5-16,-1-8-2 16,-5-13 0-16,-9-8 0 15,-10 0 0-15,-11-3-3 16,-14-2-13-16,-2-1-9 15,-30-2-12-15,-16-1-71 16,-5 0 49-16,9 5 56 0,19 5 25 16,17 7 45-16,6 5-49 15,16 5-21-15,21 1-19 16,13 0-11-16,8 2 16 16,3-1 13-16,-6 3 1 15,-14 1 8-15,-16 4 30 16,-14-1-9-16,-8 2-3 15,-3 0-2-15,0 2-24 16,0 17-6-16,-16 14 6 16,-7 12 1-16,-2 8 10 15,0 5-6-15,7 1-4 16,9-3 0-16,9-4 1 16,0-12-2-16,21-11 0 0,4-11 0 15,-1-13-2 1,6-5 1-16,-1-10-13 0,-1-17-15 15,-6-7-10-15,-8 0 23 16,-7 3 16-16,-6 6 4 16,-1 6 25-16,0 12 21 15,0 3-2-15,0 4-48 16,0 0 0-16,2 17-9 16,2 9 5-16,6 10 0 15,10 5-13-15,13 5-21 16,12-8-102-16,13-17-134 15</inkml:trace>
  <inkml:trace contextRef="#ctx0" brushRef="#br0" timeOffset="141544.98">17307 7611 818 0,'0'0'63'0,"0"0"-63"16,0 0-29-16,0 0 28 16,-37 89-2-16,37-57-2 15,21-9-10-15,21-7 13 16,10-10 2-16,4-6 0 0,-2 0 5 16,-12-11-1-1,-14-6-1-15,-14-3 2 0,-14-1 12 16,0 1-11-1,-24-2-2-15,-8 4-3 0,2 5 5 16,8 6 28-16,4 7-17 16,-1 1-17-16,-8 21 0 15,-4 10-2-15,-1 9 1 16,10 7 0-16,14 7-6 16,8 1 2-16,11 3-11 15,28-9 9-15,18-10-7 16,15-19-6-16,8-20 7 15,0-1-2-15,-8-22-28 16,-17-4 3-16,-21-5 40 16,-19 6 2-16,-15 3 36 0,0 5-17 15,-6 6-10-15,-4 3 10 16,4 5 16-16,4 3 2 16,-4 0-35-1,-3 3-4-15,-3 19-2 0,0 7-1 16,4 7-8-16,8-2-9 15,0-4-14-15,24-12 9 16,13-15 25-16,12-3 4 16,-3-7-3-16,-9-18 3 15,-8-4-1-15,-16-7 0 16,-13 1-1-16,0 0 2 16,-29 1-4-16,-12 4-4 15,-5 10 4-15,6 9 1 16,3 8-1-16,9 3-10 0,6 11-73 15,12 9-74-15,10 7-108 16</inkml:trace>
  <inkml:trace contextRef="#ctx0" brushRef="#br0" timeOffset="141708.23">18235 8035 645 0,'0'0'93'0,"0"0"19"16,0 0-34-16,0 0-34 0,0 0-11 16,0 0-33-1,-9-23-15-15,-4 29-89 0,1-6-94 16</inkml:trace>
  <inkml:trace contextRef="#ctx0" brushRef="#br0" timeOffset="144024.88">18977 7813 275 0,'0'0'161'0,"0"0"-10"16,0 0-24-16,0 0-77 15,0 0 16-15,0 0 3 16,2-56-33-16,-2 56-11 16,0 0-25-16,2 1-1 15,-1 22-9-15,2 13 8 16,-3 17 1-16,0 13-3 15,-8 4 4-15,-18 2-3 16,-6-12 0-16,1-13 2 16,-3-14-1-16,4-13 2 15,6-11 2-15,0-7 0 0,1-2 2 16,-7-9-2-16,-6-18-2 16,-8-9-15-16,-6-6-23 15,8-3-24-15,5-2 5 16,14 3-42-16,12 1-228 15</inkml:trace>
  <inkml:trace contextRef="#ctx0" brushRef="#br0" timeOffset="144197.87">18657 7775 193 0,'0'0'302'0,"0"0"-161"16,0 0-108-16,94-10-23 15,-43 10 0-15,14 3-2 16,13 6-8-16,6 0-1 16,0-2-65-16,-6-3-142 15,-9-2-159-15</inkml:trace>
  <inkml:trace contextRef="#ctx0" brushRef="#br0" timeOffset="144958.85">19261 7870 233 0,'0'0'122'0,"0"0"30"16,0 0-71-16,-86 87-30 0,70-53-15 15,2 1-10-15,6 0-17 16,6-6-2-16,2-4-5 16,5-7-2-16,22-8 3 15,10-7 8-15,14-3 9 16,3-15-6-16,-3-12 3 15,-8-6 5-15,-14 1 20 16,-13 1-12-16,-12 2 1 16,-4 7-4-16,0 7-10 15,0 5-9-15,-3 9-3 16,0 1-5-16,2 5-7 16,-2 19-6-16,3 10 9 0,0 4 2 15,12 4-13-15,22-1-13 16,15-7-5-16,9-9 12 15,4-14-5-15,5-11-42 16,-2-6 30-16,-5-20 21 16,-11-7 17-16,-15-6 7 15,-14-2 24-15,-14 0 29 16,-6 4-22-16,-9 7-7 16,-6 9-8-16,4 10 29 15,4 10-24-15,-3 1-28 16,-6 21-3-16,-9 17 3 15,-6 16-3-15,-5 12 2 16,5 0 0-16,-2 5 1 16,4 0 1-16,6-5-1 0,3-6 2 15,5-8-2-15,5-17 0 16,4-16 0 0,2-13-5-16,2-6 5 0,0-10 8 15,2-22-7-15,0-17-1 16,0-12-12-16,2-5 4 15,3-2 1-15,1 4-1 16,2 8 8-16,7 5 0 16,11 12-2-16,3 9 0 15,1 10-2-15,-3 11 2 16,-3 9 2-16,-3 0-2 16,1 17 2-16,-2 8-3 15,-8 4 1-15,-8 1 0 0,-4-3-7 16,0-4-12-1,-16-5-1-15,-4-3 0 0,-2-3-10 16,1-6-32-16,-3-1-27 16,3-5-30-16,6 0-119 15,7 0-47-15</inkml:trace>
  <inkml:trace contextRef="#ctx0" brushRef="#br0" timeOffset="145374.13">20241 8061 527 0,'0'0'118'15,"0"0"68"-15,0 0-97 16,0 0-49-16,0 0-40 15,0 0-8-15,-42-5 7 16,26 36 0-16,4 8-2 16,7 0-4-16,5 0-16 15,12-7-33-15,23-11 4 16,9-11 38-16,6-10-19 16,-3-1 31-16,-6-20-11 15,-13-3 13-15,-11 2 1 16,-12-3 20-16,-5 5 31 0,0 2-19 15,-9 3 5-15,-2 5-11 16,2 6-6-16,2 4-18 16,1 0-3-16,-2 14-5 15,-1 13 3-15,1 7-3 16,7 3-8-16,1 1-17 16,1-5-34-16,26-10-57 15,10-15-124-15</inkml:trace>
  <inkml:trace contextRef="#ctx0" brushRef="#br0" timeOffset="145724.04">20626 8129 118 0,'0'0'640'16,"0"0"-596"-16,0 0-44 15,0 0-2-15,0 0 0 16,0 0 2-16,-30 92 4 15,30-70-2-15,2-8 0 16,17-2 0-16,3-7 3 16,7-5-5-16,-1 0-38 15,2-11-56-15,-3-9-38 16,-5-5-97-16,-4 0 123 16,0 0 60-16,-8 6 46 15,-1 3 107-15,-4 5 64 0,-4 6-1 16,1 5-36-16,-2 0-64 15,0 3-70-15,0 16-10 16,0 7 9-16,-6 6 1 16,3-1 4-16,1-2-1 15,2-1-3-15,0-5 0 16,8-6-79-16,8-10-146 16</inkml:trace>
  <inkml:trace contextRef="#ctx0" brushRef="#br0" timeOffset="146772.67">21939 8063 347 0,'0'0'141'16,"0"0"-7"-16,0 0-38 15,0 0-13-15,23-74-48 16,-23 63 0-16,-13 0-33 15,-21 5-2-15,-13 6-3 16,-11 0 2-16,3 16-4 16,12 13-3-16,16 10-18 15,21 6-31-15,6 9 1 0,12 6 17 16,22-1-4-16,14-2 26 16,4-11-27-16,-4-9 17 15,-15-13 27-15,-11-10 0 16,-16-7 12-16,-6-2-1 15,0-1 18-15,-5 1 2 16,-23 3 25-16,-14 1-33 16,-14-3-10-16,-12-4-6 15,3-2-4-15,1 0 1 16,2 0 1-16,6-8-1 16,7-1 0-16,10-4 0 15,16 1-4-15,19 0-31 0,4 1-60 16,31-1-193-16</inkml:trace>
  <inkml:trace contextRef="#ctx0" brushRef="#br0" timeOffset="147090.7">21755 7890 73 0,'0'0'399'15,"0"0"-254"-15,0 0-35 16,0 0-49-16,0 0 2 16,0 0-11-16,0-57-18 15,0 57-34-15,0 16-6 16,0 22 1-16,-4 22 5 15,-14 18 0-15,-3 8-2 16,-6 6 2-16,2-1 1 16,0-2-1-16,8-4-10 15,0-8-27-15,7-12-31 16,4-18-72-16,6-23-235 16</inkml:trace>
  <inkml:trace contextRef="#ctx0" brushRef="#br0" timeOffset="148088.87">22185 8047 467 0,'0'0'140'0,"0"0"-48"16,0 0-27-1,0 0-46-15,0 0-19 0,0 0-10 16,12-10 10-16,20 10 2 15,12 6 1-15,8 0 5 16,3-2-8-16,-4-3 3 16,-8 1 1-16,-12-1-2 15,-13 0 6-15,-8 2-3 16,-6 1-5-16,-3 5-7 16,-1 7 1-16,0 9 2 15,-3 11 1-15,-15 12 3 16,-3 7 5-16,-4 5-3 15,0 2 0-15,1-5-1 16,0-1-1-16,4-9-14 0,3-9-30 16,4-8-38-1,6-10-37-15,3-8-73 0,4-12-83 16</inkml:trace>
  <inkml:trace contextRef="#ctx0" brushRef="#br0" timeOffset="148261.89">22212 8345 547 0,'0'0'132'0,"0"0"-50"15,0 0-82-15,80-13-1 16,-35 13-1-16,11 3 4 16,9 0-4-16,12 0 4 0,5-2-4 15,5-1-17-15,-2 0-121 16,-6-12-133-16</inkml:trace>
  <inkml:trace contextRef="#ctx0" brushRef="#br0" timeOffset="149303.89">22998 8240 343 0,'0'0'169'0,"0"0"-74"16,0 0-46-16,113-9-2 16,-80 9-11-16,-7 5 1 15,-7 8-19-15,-5 3-12 16,-6 4-6-16,-8 6-2 15,0 7 1-15,-8 1 1 16,-17 3 5-16,-5-4-5 16,0-2-4-16,5-7-3 15,8-1 0-15,6-4-14 0,9-3-5 16,2-2-22 0,24-4 26-16,22-5 6 15,15-3 11-15,9-2-11 0,4 0 9 16,-5-10 6-16,-4-5 2 15,-7-5 6-15,-9-4-5 16,-5-2 0-16,-9-3-2 16,-13 0 0-16,-11-4 0 15,-11-2 9-15,0 0-9 16,-6 5 1-16,-10 6 3 16,5 9 7-16,5 10 33 15,5 5-33-15,1 0-11 16,-4 20-54-16,1 9 53 15,-1 11 1-15,3 4 3 16,1-3 1-16,0 0 8 16,0-7 17-16,3-7 3 0,0-4-14 15,-1-5-13-15,-2-4 2 16,0-1-1-16,0-4-3 16,-11 2 0-16,-6-5 3 15,-9 2-4-15,-4-5-2 16,-11-3-5-16,0 0-11 15,-3 0-10-15,-2-6-32 16,1-4-6-16,7 1-34 16,13-6-142-16</inkml:trace>
  <inkml:trace contextRef="#ctx0" brushRef="#br0" timeOffset="149519.99">23791 8257 582 0,'0'0'121'0,"0"0"21"15,0 0-89-15,0 0-32 16,0 0-21-16,88-33-1 16,-43 35 0-16,10 12-1 15,5 8-25-15,-5 5-47 16,-4-5-98-16,-13-5-203 15</inkml:trace>
  <inkml:trace contextRef="#ctx0" brushRef="#br0" timeOffset="150003.25">24086 8490 84 0,'0'0'461'0,"0"0"-461"15,0 0 14-15,0 0 9 16,0 0-11-16,-52 85-6 15,52-72-5-15,0-2 1 16,5-1 8-16,10-4 0 16,1-3-4-16,2-3-5 15,-1 0-1-15,0-6-16 16,-4-3-4-16,-3 0 12 16,-3 4 8-16,-4 2 6 15,-3 2 8-15,0 1 0 16,0 0-14-16,0 0-7 0,0 9 5 15,0 4 2-15,0 2 2 16,0-2-2-16,6-2 0 16,6-5 0-16,0-2 1 15,6-4-1-15,1 0 4 16,2-7 19-16,1-6-2 16,-4-3 24-16,0-1-12 15,-6 2 6-15,-3 6-22 16,-6 4 25-16,-2 5-17 15,-1 0 11-15,2 0-32 16,-2 0-4-16,1 3-7 16,4 12-12-16,0 6 19 0,1 3 0 15,4 0-4-15,-1-3-24 16,1-4-22-16,4-5-43 16,-2-8 33-16,2-4-14 15,0-3-81-15,-1-16-108 16</inkml:trace>
  <inkml:trace contextRef="#ctx0" brushRef="#br0" timeOffset="150322.01">24492 8599 207 0,'0'0'163'16,"0"0"40"-16,0 0-9 15,0 0-104-15,0 0-73 16,0 0-17-16,9-1-6 0,-9 23 6 16,0 7 2-1,0 0-2-15,0 0 0 0,1-9-1 16,7-7-2-16,3-7 3 15,2-6 2-15,5 0 1 16,6-8-3-16,1-11-14 16,0-4-9-16,-7 0 0 15,0 1 10-15,-6 6-7 16,-2 4 20-16,-5 7 32 16,-4 2 9-16,1 3-11 15,-2 0-25-15,0 0-5 16,0 17-6-16,0 11 6 15,0 2 1-15,0 4-1 16,0-5-2-16,0-7-12 0,0-3-32 16,-2-2-27-1,-4-12-74-15,-4-5-277 0</inkml:trace>
  <inkml:trace contextRef="#ctx0" brushRef="#br0" timeOffset="150752.08">22574 8883 559 0,'0'0'126'0,"0"0"-27"16,0 0-97-16,0 0 3 15,0 0-2-15,0 0 16 16,138 0 11-16,-33 6-19 15,27 3-3-15,15 1 8 16,8 1-13-16,0-2 0 0,-16-4 4 16,-21-1-7-16,-18-2 6 15,-24-1 2-15,-27-1-1 16,-21 2-7-16,-20-2-4 16,-12 0-32-16,-43 0-75 15,-29 0-213-15</inkml:trace>
  <inkml:trace contextRef="#ctx0" brushRef="#br0" timeOffset="151001.78">22709 8997 529 0,'0'0'71'0,"0"0"-68"16,0 0 9-16,0 0 23 15,110 28 64-15,-48-19-39 16,20-3-22-16,14 2-13 16,12-3-3-16,12-5-14 15,2 0-2-15,0 0-6 16,-6 0 0-16,-8 0-19 16,-12 0-62-16,-16 0-118 15,-17-11-148-15</inkml:trace>
  <inkml:trace contextRef="#ctx0" brushRef="#br0" timeOffset="151133.42">24045 9029 181 0,'0'0'470'0,"0"0"-374"0,0 0-67 16,0 0 8-16,0 0 5 16,0 0-31-16,-8 5-11 15,7 6-21-15,-5 2-46 16,0-9-135-16</inkml:trace>
  <inkml:trace contextRef="#ctx0" brushRef="#br0" timeOffset="179756.59">4326 8249 254 0,'0'0'295'16,"0"0"-250"-16,0 0 63 16,0 0-52-16,0 0-27 15,0 0-20-15,0 0-5 16,0 0-4-16,-2-2-9 16,2 21 5-16,0 12 4 15,0 13 2-15,0 8 2 0,-3 11-4 16,-11 2 0-16,-3 4 2 15,-7 4-2-15,-3-1 0 16,2-3 3-16,0-9 0 16,3-11 0-16,5-15-1 15,3-11 1-15,4-10-2 16,7-7 5-16,-1-6 8 16,-4 0 81-16,-5-11-40 15,-1-10-52-15,2-4-3 16,2-4 0-16,7 3 2 15,3-3-4-15,18 2-7 16,27-3-12-16,19-3-8 16,13-1-3-16,8-2 1 0,-4-1-8 15,-5 1-3-15,-15 0 11 16,-16 4 31-16,-12 3 3 16,-14 5-3-16,-11 0 6 15,-7 7 13-15,-1 0 6 16,0 3 8-16,-1 4 6 15,-4 8-1-15,5 2-12 16,-3 5-26-16,3 25-29 16,-3 14 29-16,3 15-1 15,0 8 1-15,3 3 0 16,13 5-3-16,3-4 3 16,2-7-17-16,-1-9-43 0,-2-11-67 15,-3-17-40-15,-6-22-96 16</inkml:trace>
  <inkml:trace contextRef="#ctx0" brushRef="#br0" timeOffset="180273.65">5057 8528 731 0,'0'0'71'0,"0"0"21"15,0 0-71-15,0 0-21 16,0 0-14-16,0 0 13 16,3 79-2-16,-5-22 3 15,-8 5 0-15,-2 3 2 0,4-1 0 16,2-11 0-16,4-11-2 16,2-14 2-16,-1-11-1 15,1-9 2-15,0-7 1 16,0-1 2-16,-1-11 45 15,1-21 4-15,0-14-55 16,0-12-19-16,0-5-2 16,0-5 7-16,1 3 7 15,10 5-1-15,7 4-16 16,0 8 1-16,10 4 0 0,2 10 19 16,3 10 4-1,4 15 0-15,-3 9 0 0,-1 7-5 16,0 20 3-16,-8 9 0 15,-4 2-1-15,-6-4 2 16,-1-2 1-16,-7-7 0 16,-7-6-3-16,0-1 3 15,-12-3-6-15,-24 2 6 16,-17 0 3-16,-13-2 4 16,-3 0-6-16,5-4-1 15,18 1-7-15,21 5-28 16,16 3-98-16,9-6-184 15</inkml:trace>
  <inkml:trace contextRef="#ctx0" brushRef="#br0" timeOffset="180672.84">3983 9361 426 0,'0'0'0'15,"0"0"0"-15,0 0 0 16,0 0 24-16,0 0 42 15,128 50 27-15,-48-50-22 16,22 0 10-16,20 0-34 16,13 0-22-16,3-3-15 15,-8 0-1-15,-15 0-6 16,-21 0 1-16,-15 1-3 16,-18-3-1-16,-18 2 1 15,-16 0 1-15,-16 0-2 16,-11 3 0-16,0 0-7 15,-39 0-21-15,-30 11-84 16,-32 4-98-16</inkml:trace>
  <inkml:trace contextRef="#ctx0" brushRef="#br0" timeOffset="180888.81">4005 9492 426 0,'0'0'55'16,"95"0"24"-16,-33 0-15 16,8 0-10-16,13 0-6 15,13 3-17-15,5 3-8 16,8 1-14-16,0 0-5 16,0 1-4-16,2 0-1 15,-6-4-39-15,-3 3-54 16,-11-5-11-16,-11-2-161 15</inkml:trace>
  <inkml:trace contextRef="#ctx0" brushRef="#br0" timeOffset="181081.77">5433 9479 674 0,'0'0'177'16,"0"0"-104"-16,0 0-45 15,0 0-10-15,0 0-10 16,0 0-8-16,0-12-1 16,0 12-5-16,0 0-11 0,0 0-40 15,4 0-107-15,-1 0-129 16</inkml:trace>
  <inkml:trace contextRef="#ctx0" brushRef="#br0" timeOffset="182977.93">4897 8514 92 0,'0'0'163'16,"0"0"-101"-16,0 0-14 16,0 0 14-16,0 0-30 15,0 0 64-15,0-19-52 16,0 13-5-16,0 0-12 16,0 1 15-16,0 0-11 15,0 2-12-15,0 0 4 16,0-2-15-16,0 2-8 15,0 0 0-15,9-4-3 0,5 3 3 16,2-2-1-16,5 3 0 16,-3-1-4-16,1 0-11 15,0 1-10-15,-2 2-22 16,1-1-29 0,-3 2-45-16,-5-7-134 0</inkml:trace>
  <inkml:trace contextRef="#ctx0" brushRef="#br0" timeOffset="183170.09">5069 8439 535 0,'0'0'71'0,"0"0"-70"15,0 0 2-15,0 0 24 0,0 0 7 16,0 0-34-16,0 23-7 15,0-15-103-15,-5-8-173 16</inkml:trace>
  <inkml:trace contextRef="#ctx0" brushRef="#br0" timeOffset="188164.92">7272 8481 449 0,'0'0'111'0,"0"0"-27"15,0 0-10-15,0 0-21 16,0 0-2-16,0 0-8 16,0 0-8-16,4-66-30 15,-2 66-5-15,4 15-12 16,4 14 11-16,1 13 1 0,2 13 0 16,-4 4 1-16,-5 5 0 15,-4 3-1-15,0-5-3 16,0-4-53-16,-10-7-27 15,0-9-41-15,2-12-41 16,7-16-150-16</inkml:trace>
  <inkml:trace contextRef="#ctx0" brushRef="#br0" timeOffset="188665.17">7694 8669 535 0,'0'0'138'0,"0"0"-54"16,40-87-22-16,-24 59-35 16,-3 0-11-16,-2-1 6 15,-4 2 0-15,-3 2-6 16,-4 2-9-16,0 4-3 15,0 5 0-15,-9 6-4 16,-6 5 0-16,-2 3-2 16,-8 19-2-16,-2 17 3 15,2 14-1-15,6 7-5 0,14 2-7 16,5-2-10 0,3-11-16-16,18-10 3 0,10-14-8 15,4-12 2-15,2-10 22 16,-3 0-21-16,-10-16 12 15,-8-3 30-15,-11-3 6 16,-5 2 44-16,0 0 11 16,-9 4 2-16,-3 5-3 15,5 7-16-15,1 4-37 16,0 9-7-16,-5 19-6 16,1 14 6-16,1 7 0 15,-1 3-16-15,5 6-15 16,5 1-27-16,0 0-25 15,0-4 3-15,9-14-80 16,1-17-216-16</inkml:trace>
  <inkml:trace contextRef="#ctx0" brushRef="#br0" timeOffset="189114.55">8070 8815 645 0,'0'0'72'0,"0"0"58"16,28-86-80-16,-14 58-21 16,8-4-18-16,2 0-7 15,3-1 0-15,-2 3-1 16,-7 1 0-16,-6 2 4 16,-9 6 1-16,-3 6-6 0,0 5-2 15,-2 8-5-15,-11 2 0 16,-8 0-15-16,-1 22 7 15,-1 6 5-15,5 8-10 16,5 1-6-16,4 2-12 16,9-5 8-16,0-7 12 15,0-7 0-15,10-9 2 16,5-6 7-16,0-5 7 16,-3 0 3-16,-1 0 1 15,-7-10 20-15,-4-2 24 16,0 0-2-16,0 3 2 15,0 5-10-15,0 4-24 16,-1 1-14-16,-5 23-33 0,-5 15 26 16,-4 9 7-16,5 8-18 15,1 0-37-15,4 2-10 16,5-3-9-16,0-6-23 16,2-15-77-16,8-13-198 15</inkml:trace>
  <inkml:trace contextRef="#ctx0" brushRef="#br0" timeOffset="189563.79">8461 8838 509 0,'0'0'100'0,"0"0"30"15,83-102-65-15,-53 67-35 16,0-1-12-16,-7 3 19 15,-9 4-21-15,-6 3-9 16,-7 9 6-16,-1 5-9 16,0 7-4-16,0 5-2 15,0 0-4-15,-9 7-49 16,-8 17 42-16,-5 11 10 16,1 7-3-16,6 6-17 15,8 1-25-15,7-8 7 16,0-5 13-16,15-13 12 15,12-10-8-15,-1-8 23 16,-3-5 1-16,-5-3 0 16,-9-16 9-16,-6 0 34 0,-3-4 19 15,0 1-20-15,0 5 18 16,0 5-21-16,-3 7-4 16,0 5-21-16,3 2-14 15,-5 21-31-15,-2 14 24 16,-5 12 7-16,0 7 0 15,1 7-16-15,1 4-31 16,1 0 9-16,0-6-42 16,-3-14-58-16,5-21-103 15</inkml:trace>
  <inkml:trace contextRef="#ctx0" brushRef="#br0" timeOffset="189763.76">8820 8935 873 0,'0'0'73'16,"0"0"-42"-16,0 0-24 15,0 0-7-15,0 0-3 16,0 0-1-16,54-21-2 16,-11 21 5-16,15 0 1 15,9 0-30-15,0 0-54 16,-4 0-83-16,-11 0-144 15</inkml:trace>
  <inkml:trace contextRef="#ctx0" brushRef="#br0" timeOffset="190978.92">9208 8761 726 0,'0'0'121'15,"0"0"-49"-15,0 0-50 16,0 0-22-16,0 0-3 15,95-12 2-15,-65 34 0 16,0 8 0-16,-6 0-1 16,-5 5 2-16,-4-1-6 15,-9-3-16-15,-6-3-9 16,0-3-16-16,-6-1 14 0,-8-3-1 16,1-5-17-1,1-3 1-15,2-6-26 0,5-4 35 16,5-3 41-16,0 0 10 15,0 0 46-15,20-12-48 16,9-4-3-16,7 1-1 16,6 0 8-16,2-1 7 15,2 3-12-15,-5-4-5 16,-8 3 4-16,-9 0 23 16,-9 0 13-16,-6 2 32 15,-7 0-25-15,1 4-8 16,-3 4-16-16,0 2-5 15,0 2-20-15,0 0-3 16,0 19-52-16,0 11 48 16,0 11 5-16,0 4 2 0,0-2-6 15,8-6-4-15,9-8 5 16,1-10 5-16,-2-11 1 16,0-6 1-16,1-2 3 15,5 0-5-15,4-20 6 16,-6-8 1-16,-6-6-3 15,-12-2-1-15,-2-1-1 16,-8-1-1-16,-14 4 1 16,-5 2 0-16,0 3 5 15,3 10-7-15,9 5 1 16,8 6 1-16,4 5-1 16,3 2-1-16,0 1-3 0,0 0-21 15,0 0-7-15,9 4 11 16,19 7 20-16,14-2 4 15,13 0-3-15,6-5 2 16,-1 1-2-16,-7-4-1 16,-14-1 2-16,-16 0-1 15,-14 0 1-15,-8 0 6 16,-1 0 4-16,0 2-12 16,0 6-3-16,0 4-7 15,0 5 8-15,0 7 2 16,-6 3 1-16,0 5-1 15,4 1-1-15,2-2-4 16,0-2-7-16,5-9-40 0,17-8 5 16,10-9 37-16,5-3 8 15,2-13 1-15,-5-12 1 16,-8-3 6-16,-12-4 29 16,-8 0-18-16,-6 2 12 15,0 1-4-15,0-1-10 16,-10 1 1-16,-2 3-6 15,0 4-6-15,1 5 4 16,10 7-1-16,1 5-4 16,0 5-3-16,0 0-36 0,14 0-76 15,14 0 95 1,12 5 16-16,3 2-12 0,-2-3-23 16,-8 0 11-1,-11-2 6-15,-9-2 19 0,-8 4 0 16,-5-3 29-16,0 2 20 15,0-1-28-15,0 1-16 16,0 1-5-16,0 6-8 16,0 7 2-16,0 9 6 15,0 11 2-15,0 9 1 16,0 5-2-16,0 6 2 16,12-5-1-16,-1-7-2 15,2-7 0-15,0-13 6 16,-4-6-5-16,-1-7 2 15,-3-9 1-15,-3-1 2 0,-2-2 7 16,0 0 14-16,0-2 14 16,-3-13-19-16,-20-8-22 15,-14-6-65-15,-13-4-21 16,-3 1 3-16,12-1-2 16,18 1-83-16</inkml:trace>
  <inkml:trace contextRef="#ctx0" brushRef="#br0" timeOffset="191143.63">10869 8805 559 0,'0'0'113'0,"0"0"-61"16,102-33-49-16,-49 29-3 15,10 1-2-15,4 3-27 16,-3 0-95-16,-8 0-134 15</inkml:trace>
  <inkml:trace contextRef="#ctx0" brushRef="#br0" timeOffset="191511.69">8620 9469 545 0,'0'0'119'0,"0"0"-18"16,0 0-46-16,0 0-38 16,0 0-17-16,0 0-2 15,39-12 2-15,26 12 11 16,36 8 6-16,28-1-7 15,29-3-3-15,16-2-1 16,1-2-4-16,0-2-2 16,-15-10 4-16,-17-4-4 15,-23 3 1-15,-24 3 2 16,-24 3-3-16,-22 3 0 16,-18 1-15-16,-18 3-24 15,-14 0-57-15,-7 0-6 0,-33-5-89 16</inkml:trace>
  <inkml:trace contextRef="#ctx0" brushRef="#br0" timeOffset="192396.81">12618 8838 627 0,'0'0'100'0,"0"0"-24"15,0 0-42-15,-62-81-2 16,43 80-13-16,-2 1-19 15,-4 9-5-15,-5 20 2 16,-4 15 2-16,-1 4 1 0,5 10 0 16,10 1-17-16,15 0-21 15,5-6-13-15,30-8-6 16,25-14 30-16,22-16-2 16,21-15 6-16,4 0-29 15,-7-24 30-15,-24-7 22 16,-25-5 19-16,-23 1 59 15,-20 1 62-15,-3 7-94 16,-8 1-8-16,-8 6-17 16,-2 8 2-16,6 7-2 15,-1 5-21-15,1 5-6 16,-3 21-13-16,-2 8 10 0,5 7-32 16,8-4 0-16,4-7-25 15,15-11 21-15,18-13 32 16,9-6 13-16,2-7 3 15,-2-17 0-15,-9-7 0 16,-12-2 15-16,-12-1 32 16,-9 3-5-16,0 6-1 15,-14 6-26-15,0 11-17 16,7 8 6-16,3 0-7 16,-1 19-74-16,1 14 73 15,4 12-20-15,0 9-4 16,20 4-41-16,24-5-41 15,19-14-96-15</inkml:trace>
  <inkml:trace contextRef="#ctx0" brushRef="#br0" timeOffset="193294.5">13423 9039 798 0,'0'0'117'16,"0"0"-93"-16,0 0-24 15,0 0-12-15,0 0 12 16,-52 79 2-16,36-42-1 16,6-6 0-16,6-7-1 15,4-4 0-15,0-9 0 0,0-3-5 16,0-8-19-16,6 0 12 16,16-12 6-16,11-21-22 15,3-11-45-15,-3-14 2 16,-5 1 62-16,-4-1 9 15,1 4 15-15,-1 7 12 16,-4 0-22-16,-4 5 18 16,-4 6 14-16,-4 10 28 15,-4 10 7-15,-4 10-40 16,0 6-32-16,0 16-31 16,-17 23-12-16,-6 19 40 15,-3 13 3-15,8 13-1 16,11 4-22-16,7-3-8 15,4-12-32-15,20-18 18 0,10-21-25 16,5-17 10-16,2-17 60 16,-1-3 1-16,-9-24 7 15,-8-12 8-15,-9-10 16 16,-9-4 38-16,-5 4-27 16,0 11 0-16,0 16 24 15,0 12-27-15,0 10-31 16,0 0-9-16,0 10-61 15,0 19 17-15,0 12 40 16,10 7-11-16,7-1-30 16,5-5-42-16,15-9-15 15,8-15-37-15,10-10 139 16,-4-8 6-16,-12-12 1 0,-14-16 8 16,-13-10 67-16,-9-7-48 15,-3-4 30-15,-4 1-13 16,-8 12 36-16,1 13 28 15,8 14-48-15,2 9-26 16,-2 12-41-16,-3 30-58 16,-6 22 57-16,-7 17 2 15,-4 11-2-15,4 0 1 16,-5 0 0-16,6-11 2 16,1-14 2-16,3-14-4 15,5-17 1-15,3-14 0 16,3-11 0-16,3-8 0 15,0-3 2-15,0-3 11 0,0-23 25 16,-3-13-39-16,0-13-5 16,-3-5-6-16,1 2 11 15,2 4 1-15,3 11 1 16,0 10 2-16,0 9-4 16,9 8-2-16,26 3-9 15,20 0-38-15,16-1 0 16,9 0-6-16,1-3-25 15,-4 2-50-15,-7-5-114 16</inkml:trace>
  <inkml:trace contextRef="#ctx0" brushRef="#br0" timeOffset="193776.39">15648 8814 747 0,'0'0'48'15,"0"0"59"-15,0 0-52 16,0 0-40-16,0 0-15 16,0 0-8-16,-31 22 5 15,12 33 3-15,-1 15 1 16,-4 12 0-16,4 3-1 0,3-5-1 16,5-10-7-16,6-24-7 15,5-17-25-15,1-17-4 16,0-12-48-16,0 0 2 15,7-22 52-15</inkml:trace>
  <inkml:trace contextRef="#ctx0" brushRef="#br0" timeOffset="193955.64">15302 8771 116 0,'0'0'631'0,"0"0"-577"16,0 0-27-16,115-70-19 15,-61 67-8-15,13 3 2 16,9 0-3-16,3 4 1 0,2 10 0 16,-11 5-19-16,-12 2-77 15,-23-5-87-15,-30-3-195 16</inkml:trace>
  <inkml:trace contextRef="#ctx0" brushRef="#br0" timeOffset="194242.72">15267 8990 369 0,'0'0'22'16,"0"0"101"-16,0 0-42 15,0 0 21-15,123 61-14 16,-45-54-43-16,14-5-30 0,9 0-8 16,3-2-6-16,-15 0 3 15,-19 0-4-15,-25-2 2 16,-25 0 0-16,-14 0 0 15,-6 2-2-15,0 0-1 16,0 0-9-16,-12 13 9 16,-9 17 1-16,-2 5 3 15,-3 2 2-15,9-5-5 16,11-5 0-16,6-5-29 16,0-6-63-16,22-16-118 15,19-2-198-15</inkml:trace>
  <inkml:trace contextRef="#ctx0" brushRef="#br0" timeOffset="194406.95">16067 8833 818 0,'0'0'37'16,"0"0"19"-16,0 0-56 15,0 0-68-15,0 0 23 16,0 0 31-16,-7 73-53 15,34-39-58-15,19-7-137 16</inkml:trace>
  <inkml:trace contextRef="#ctx0" brushRef="#br0" timeOffset="194980.41">16409 9017 629 0,'0'0'124'16,"0"0"-34"-16,0 0-69 15,0 0-21-15,0 0 0 16,-59 75 0-16,39-29 1 16,8 5 0-16,8-5 2 15,4-6-2-15,16-10 8 16,14-11 0-16,10-12-6 16,2-7 5-16,1 0 4 15,-4-21-2-15,-12-13-10 16,-13-7 0-16,-14-9-10 15,0-3-13-15,-13 3 8 16,-11 4 1-16,-1 12 6 16,7 10 8-16,11 12 0 0,4 7-5 15,3 5-6-15,7 0-19 16,20 6 26-16,13 14 4 16,5 7 1-16,4 7 1 15,1 7-2-15,-1 1 1 16,-6-1 0-16,-7-7 2 15,-12-8-1-15,-9-9-2 16,-11-3 0-16,-4-9 0 16,0-2 2-16,0-3-2 15,0 0 7-15,-8-14 9 16,2-13-8-16,1-10-4 16,5-4 2-16,0 0 8 0,11 9 18 15,9 9-16-15,4 10-12 16,0 12-4-16,-1 1-2 15,-4 0 1-15,-2 16 0 16,-6 8-3-16,-6 15 4 16,-5 8 0-16,0 8 0 15,-3 0 0-15,-6-7-6 16,7-9-28-16,2-10-42 16,0-15-92-16,0-14-132 15</inkml:trace>
  <inkml:trace contextRef="#ctx0" brushRef="#br0" timeOffset="195158.21">17010 8811 800 0,'0'0'21'0,"0"0"-11"15,0 0-10-15,0 0-119 16,-11 92 56-16,-12-28-30 15,7-3-114-15</inkml:trace>
  <inkml:trace contextRef="#ctx0" brushRef="#br0" timeOffset="195674.58">17203 9237 788 0,'0'0'100'0,"0"0"-69"16,0 0-30-16,0 0-1 15,0 0-12-15,0 0 12 16,4 45-8-16,6-20-10 16,4-3-9-16,5-4 5 15,3-7-7-15,3-6 16 16,5-5-11-16,-1-5 24 16,1-14-5-16,-3-3 5 15,-5-1 22-15,-4 5 4 16,2 5-5-16,-6 2 22 15,-2 3-26-15,1 8-16 16,3 0-1-16,8 0-3 16,7 0-2-16,9 5-7 0,11 6-12 15,5-3 11-15,7 0-19 16,1-5-4-16,1-1-9 16,-4-2 18-16,-5 0-12 15,-9-13 24-15,-12-6-3 16,-12-7 11-16,-16-6 7 15,-7 1 1-15,-10-1 4 16,-15 1 17-16,-5 9 12 16,2 9 21-16,-1 10 0 15,0 3-50-15,-4 28-5 16,-8 17-1-16,-2 16 1 16,0 6-1-16,10 2-1 0,16-8 1 15,17-3-1-15,17-7 2 16,27-8 3-16,4-7 4 15,3-13-7-15,-6-14-93 16,-1-9-131-16</inkml:trace>
  <inkml:trace contextRef="#ctx0" brushRef="#br0" timeOffset="197073.66">17156 9123 188 0,'0'0'92'0,"0"0"60"15,0 0-62-15,0 0 11 16,0 0-16-16,0 0-10 16,0 0-58-16,60-21-17 15,-54 54-4-15,-3 8 2 16,-3 4 2-16,0 2 2 16,-5-8-2-16,-5-7 5 15,4-11 0-15,3-11-5 16,2-2 5-16,1-5-4 15,0-3 0-15,0 0 0 0,18-13 12 16,16-12-13-16,6-8-24 16,1-2 5-16,0-3 0 15,-7 5 14-15,-5 8 5 16,-8 10 1-16,-11 8 30 16,-7 7 7-16,-3 0-38 15,0 12-11-15,0 15 4 16,-10 9 5-16,-8 8 2 15,1-1 0-15,4 2 3 16,7-4 0-16,6-3-3 16,0-2-4-16,15-9-78 15,4-15-231-15</inkml:trace>
  <inkml:trace contextRef="#ctx0" brushRef="#br0" timeOffset="197757.04">18060 9211 280 0,'0'0'146'15,"0"0"-16"-15,0 0-62 16,0 0 27-16,0 0-39 15,14-73 16-15,-14 63-33 16,-6 3-7-16,-14 4-24 16,-6 3-6-16,-12 3-2 15,-2 14 0-15,-4 7 0 16,9 5 0-16,5 5-1 0,3 5 1 16,7 7-2-1,6 0-2-15,10-2-4 0,4-4-28 16,13-6-11-16,27-10 2 15,7-11 28-15,12-9-18 16,-1-4-29-16,-4-7 43 16,-12-15 21-16,-11-8 7 15,-14-3 28-15,-9-1 9 16,-8-2-9-16,-1-4-12 16,-18 1 11-16,-1 0 15 15,5 7 5-15,8 6-15 16,1 14-14-16,6 4-13 15,0 8-12-15,0 0-7 0,0 17-11 16,0 16 0 0,3 14 18-16,1 6 0 0,2 5-1 15,4 0 0-15,4-3-2 16,8-4-19-16,11-10-23 16,15-10-7-16,17-14-18 15,7-17-68-15,0-1-328 16</inkml:trace>
  <inkml:trace contextRef="#ctx0" brushRef="#br0" timeOffset="198489.93">19370 9072 601 0,'0'0'123'0,"0"0"-60"15,0 0-50 1,0 0-13-16,-103 27-4 0,71 18 4 16,6 7 0-16,8 7-2 15,9 5 2-15,9 3-1 16,7-5-38-16,34-9 16 15,23-17-19-15,18-12 27 16,15-18-6-16,3-6 10 16,-3-11 11-16,-12-19 0 15,-15-4 0-15,-25-2 15 16,-20 0 3-16,-22 4 17 16,-3 4-3-16,-2 7 11 15,-11 8 12-15,4 9-9 16,-1 4-32-16,-2 12-14 15,-5 17-9-15,-5 10 9 16,4 6-1-16,2 6 1 16,8 0-7-16,8-3 2 0,2-5-20 15,27-7-9-15,21-13-13 16,17-10-1-16,11-10-23 16,3-3-86-16,-3-21-103 15</inkml:trace>
  <inkml:trace contextRef="#ctx0" brushRef="#br0" timeOffset="198674.64">19753 9210 719 0,'0'0'46'0,"0"0"-46"16,0 0-4-16,111 11 4 15,-44 0 4-15,13 4 11 16,7-1-3-16,-2 1-9 15,-3 2-3-15,-13 0-32 16,-13-8-109-16,-15-4-215 16</inkml:trace>
  <inkml:trace contextRef="#ctx0" brushRef="#br0" timeOffset="199120.84">19620 9482 655 0,'0'0'30'0,"114"33"-18"16,-26-13 38-16,12-4-1 15,3-6-18-15,1-3-21 16,4-4-3-16,-3-3-3 16,-8 0-4-16,-12 0-4 15,-24-3-21-15,-22-8 19 16,-19-2 6-16,-17 1 7 15,-3-2 12-15,-8 2-13 16,-11 5-1-16,-5 4-3 16,3 3 1-16,5 0-5 15,1 18 2-15,4 3-1 16,2 8 1-16,4 4 0 0,5 4-1 16,0-3-2-16,23-3 3 15,15-9 0-15,9-11 0 16,7-10 2-16,-4-1 3 15,-5-15 0-15,-7-13-2 16,-13-5 9-16,-14-3-1 16,-11-4-7-16,-18-6-4 15,-30 2-7-15,-12 8-2 16,2 12 6-16,10 18-2 16,10 6-17-16,11 23-137 15,7 5-138-15</inkml:trace>
  <inkml:trace contextRef="#ctx0" brushRef="#br0" timeOffset="199275.98">20721 9637 579 0,'0'0'0'0,"0"0"-136"15,0 0-193-15</inkml:trace>
  <inkml:trace contextRef="#ctx0" brushRef="#br0" timeOffset="202101.87">10497 9883 508 0,'0'0'88'0,"0"0"19"16,0 0-48-16,0 0-18 15,83-79-5-15,-52 64-10 0,2 2-10 16,0 6-6-16,2 5-10 16,1 2 1-16,-4 12-2 15,-5 15-2-15,-8 8-3 16,-13 9-1-16,-6 5 4 16,-19 3-6-16,-24 0 7 15,-7-4 3-15,-2-7-3 16,13-8 2-16,14-14-6 15,12-8 6-15,8-6 0 16,5-4 0-16,0-1 3 16,0 0-3-16,24-6-15 15,21-13-39-15,23-8-50 16,13-4 55-16,5-3 23 0,-5 2 20 16,-12 2 4-16,-15 3 2 15,-16 2 7-15,-13 4-1 16,-14 2 39-16,-10 4-3 15,-1 0 29-15,0 5-29 16,0 1-20-16,0 5 6 16,-3 4 17-16,1 0-35 15,1 0-10-15,1 17-11 16,-3 11 9-16,2 6 1 16,1 2 1-16,0 0 2 15,0-6-2-15,12-8 0 16,7-5 0-16,3-8 0 15,1-7 3-15,4-2 0 16,-2-5-3-16,-1-16-12 0,-5 0-24 16,-8-4 8-16,-2-2-15 15,-1 4-4-15,2-2 21 16,0 8 26-16,3 3 24 16,-2 8-4-16,0 4 1 15,1 2-13-15,4 0-6 16,2 13 0-16,1 7 6 15,-2 0 0-15,2 7-5 16,0 2 2-16,5 2-2 16,0-2 0-16,0-6 2 15,-5-5-5-15,2-5 2 16,-3-9-1-16,-3-4 1 0,1-1 2 16,-1-20 4-1,0-9-5-15,-3-5-1 0,-9-2 14 16,-3-3 1-16,-15-4-13 15,-22 0 3-15,-6 3-4 16,2 11-3-16,10 9 1 16,13 10 2-16,14 11-3 15,4 5-81-15,0 19-63 16,15 2-16-16,22-6-160 16</inkml:trace>
  <inkml:trace contextRef="#ctx0" brushRef="#br0" timeOffset="202453.46">12042 9776 758 0,'0'0'106'16,"0"0"-81"-16,0 0-25 15,0 0-1-15,85 56-4 16,-73-29 4-16,-3 3-2 15,-3 0 3-15,-3 1 0 16,-3-3-1-16,0-5-2 16,-20-1 1-16,-10-5 1 15,-5-3-12-15,0-1-6 16,2-4-15-16,10-1-20 16,12-6 38-16,7-2 16 0,4 0 19 15,1 0 38-15,26 0-29 16,13 0-23-16,20-4 4 15,10 1-1-15,9 3-5 16,6 0 0-16,-6 0-3 16,-7 3-7-16,-22 4-82 15,-23-1-73-15,-27-2-121 16</inkml:trace>
  <inkml:trace contextRef="#ctx0" brushRef="#br0" timeOffset="202767.83">10771 10195 413 0,'0'0'55'15,"0"0"-43"-15,0 0 11 16,-9 73 30-16,37-51 30 16,14-1 10-16,15-1-9 15,17-1-45-15,13-2-13 16,16-6 3-16,8-3-11 15,8-5-6-15,6-3-4 16,3 0-5-16,5 2-3 16,-6-2 0-16,-8 2-1 15,-16-1-2-15,-24-1 2 16,-25 0 0-16,-28 0-13 0,-16 0 3 16,-10 0-2-16,-10 0 3 15,-29 0-49-15,-17 0-164 16,-10 0-185-16</inkml:trace>
  <inkml:trace contextRef="#ctx0" brushRef="#br0" timeOffset="203467.63">13305 10188 383 0,'0'0'125'0,"0"0"-36"16,0 0-59-16,0 0-30 16,0 0-11-16,0 0 11 15,20 27 20-15,17-13 37 16,15-3-20-16,17 0-20 16,11-6-11-16,7-4 2 15,-7-1-7-15,-8 0 1 16,-12-11-2-16,-17-8 0 15,-13-2-2-15,-12 0 2 16,-12 0-1-16,-6 0 1 0,-5 0 1 16,-20 0-1-16,-8 6-1 15,6 0 0-15,9 8 1 16,9 5 3-16,9 2-2 16,0 6 2-16,7 15-3 15,12 12 0-15,7 4 1 16,3 5 3-16,-2-3-4 15,-2-4 3-15,-7-6-2 16,-6-8-1-16,-9-4-3 16,-3-4-1-16,-15 1 4 15,-28 1-4-15,-22-2-28 16,-10-7-142-16</inkml:trace>
  <inkml:trace contextRef="#ctx0" brushRef="#br0" timeOffset="206546.82">14909 10017 293 0,'0'0'196'0,"0"0"-23"16,0 0-90-16,-18-81-35 16,-1 69 1-16,-1 5-43 15,-2 7-6-15,-2 2-1 16,-5 21-6-16,-2 13 7 0,3 12-1 16,5 8-1-16,8 9-1 15,9-2 3-15,6-5-5 16,2-10-8-16,25-14-16 15,13-12 11-15,17-11 12 16,7-11 1-16,2 0-6 16,-10-9-26-16,-10-13 4 15,-16-4 33-15,-13-3 9 16,-10 2 28-16,-7 0 5 16,0 3-1-16,0 7 12 15,0 5 0-15,-3 12-23 16,-1 0-30-16,1 11-4 15,0 17-5-15,1 8 6 16,2 7 1-16,0 1-7 16,15-5-1-16,11-3 2 0,5-11 5 15,0-8 2-15,1-10 1 16,-1-7 0-16,0 0 4 16,-2-16-3-16,-6-8 2 15,-5-1-1-15,-12-5 0 16,-6-1 6-16,-9-3-8 15,-29-1-3-15,-9 2-7 16,3 1-7-16,6 9-1 16,16 6 17-16,15 5 1 15,7 5 0-15,17 6-3 16,24 1-11-16,14 0 14 16,3 10 1-16,3 14-1 0,-6 7-2 15,-7 2 2-15,-8 3 0 16,-13 0-4-16,-9 2 2 15,-10 1 0-15,-8-6-1 16,0-5-6-16,-3-8-16 16,-8-6 5-16,3-7 8 15,1-4 5-15,3-3 7 16,1-1 9-16,3-19 14 16,0-6 2-16,0-5-17 15,17 1-1-15,3 2 2 16,3 9-9-16,5 9-8 0,-3 7 0 15,-3 3 5 1,-7 6-21-16,-5 11-3 0,1 1 16 16,-6 4 11-16,-4-3-1 15,2-2 0-15,-2-4-1 16,3-8 2-16,0-5 5 16,6 0 65-16,2-5-5 15,8-14-54-15,-1-6-7 16,2-6 1-16,-5-4-3 15,-4-5 6-15,-3 3-6 16,-2 9 4-16,-2 10-6 16,0 11 0-16,1 7-5 15,1 1-53-15,6 19-2 16,6 8 35-16,7 3-5 0,12-2-4 16,12-7 16-16,10-10 14 15,-2-10 4-15,-7-2 6 16,-6-21 2-16,-9-16 6 15,-4-11-14-15,-2-10 0 16,-6-6-19-16,-11 0-14 16,-13 2 15-16,-2 3 18 15,-20 3 41-15,-1 9 35 16,2 12 12-16,9 18-38 16,4 11-24-16,0 6-26 15,-1 32-19-15,-11 24 12 16,-1 23 4-16,-4 21 2 15,1 12 1-15,6 1-1 16,5-5 1-16,4-13 2 16,4-15-2-16,0-15 1 0,1-16 1 15,4-17-2-15,0-13-7 16,0-12 1-16,0-7 5 16,2 0 1-16,10-23 35 15,2-17-35-15,1-16-19 16,-5-9-14-16,-6-7 21 15,2 4 9-15,6 8 3 16,6 13-3-16,7 16-15 16,5 17 3-16,1 14 7 15,1 0-4-15,-2 20-4 0,-5 10 6 16,-3 1 6 0,-7 0 1-16,-3-6 2 0,-9-10 1 15,-3-4-2-15,0-9 2 16,-16-2 1-16,-19 0 19 15,-8-2-2-15,-2-12-10 16,8-3-2-16,10 3-2 16,15 2-1-16,12-1-3 15,21 5-12-15,34 0-197 16,25 5 42-16,11-1 93 16,-2-2 49-16,-16-1 25 15,-22 0 22-15,-23 0 40 16,-18 0 22-16,-8-2 41 15,-2-2-39-15,-8-1-30 16,-14 3-33-16,-6 3-12 0,-5 6 9 16,-1 0-13-16,-2 18-5 15,4 8-2-15,9 1-1 16,12-1 0-16,11-5-5 16,12-2-22-16,26-10 28 15,12-9 0-15,5 0 0 16,-7-11-1-16,-11-9-14 15,-16-2 15-15,-11-3 5 16,-10 1 20-16,0-2-8 16,-7 5-7-16,-5 5 11 15,5 8 8-15,2 8-11 16,2 0-18-16,-1 6-18 0,1 21 5 16,3 9-2-16,0 5 6 15,13 0-1-15,25-7-3 16,11-10-3-16,8-12 14 15,1-10 2-15,-5-2 3 16,-5-14-1-16,-12-10-1 16,-9-5 2-16,-14-3 1 15,-9-1-2-15,-4 0 1 16,0 5 5-16,-5 9 5 16,-1 8 22-16,3 10-4 15,3 1-31-15,-6 4-6 16,1 20-35-16,-4 10 40 15,8 5-11-15,1 0-5 0,15-8-10 16,20-14-3-16,7-14 30 16,2-3 7-16,-4-9 0 15,-10-16 4-15,-8-4 4 16,-8-4-5-16,-13-2 1 16,-1-1 0-16,-14 2-2 15,-14 3-6-15,1 8 0 16,4 9 0-16,8 9 13 15,6 5-10-15,0 0-6 16,-3 10-5-16,-2 10 0 16,1 8 0-16,-1 4 2 15,6-3-1-15,1-2 1 0,4-8 1 16,3-5-1 0,0-3 2-16,0-2 1 0,0 2 0 15,0-1 0-15,0 4 0 16,0 3-3-16,3 3-2 15,11 2-2-15,7 2 5 16,10-4-11-16,4-6-32 16,2-5 8-16,1-9 16 15,-5 0 21-15,-6-14 1 16,-7-9 4-16,0-7-1 16,-10-4-2-16,-2-5 13 15,-8-3-1-15,0-3-7 16,-8 2 10-16,-5 7 17 0,4 12 4 15,4 9 7 1,2 8-23-16,3 7-10 0,0 0-12 16,-2 0-13-16,-1 22-4 15,0 19 16-15,-1 17 1 16,-1 11 0-16,-4 9 0 16,-1 1 1-16,-1 2-1 15,0 2 0-15,3 1 0 16,0-2 0-16,2-5 0 15,3-6 5-15,1-7-3 16,2-15-2-16,0-12 0 16,7-13-11-16,10-15 6 15,12-9 3-15,9-2 2 16,6-27 5-16,-2-14-5 0,-10-10 2 16,-12-7-2-16,-8-4 2 15,-3 1-1-15,-1 3 7 16,-1 7 2-16,1 9-6 15,-1 18-4-15,-4 12-19 16,-3 11-52-16,0 3-217 16</inkml:trace>
  <inkml:trace contextRef="#ctx0" brushRef="#br0" timeOffset="207496.73">18987 10190 173 0,'0'0'69'0,"0"0"46"16,0 0 7-16,52-84-24 16,-46 57 5-16,0 2-27 0,-6-3-16 15,0 2-16 1,-9-1-6-16,-24 4-20 0,-19 3-7 16,-14 9-11-16,-8 11-2 15,5 0 1-15,11 31-3 16,11 16 3-16,10 21-11 15,16 16-5-15,18 3-16 16,9-4-13-16,41-16 11 16,17-16 11-16,1-14 22 15,-9-11 4-15,-16-9 6 16,-21-8-5-16,-10-3 6 16,-7-2-4-16,-2 2 5 15,0-3-5-15,-14 5-3 16,-18 2-2-16,-12 5 2 15,-8-1 3-15,0-2-2 16,4-4-2-16,3-5 2 16,10-3-2-16,3 0 1 0,7-1 0 15,5-13 3-15,10-4-1 16,7-3-4-16,3-5-42 16,18-4-110-16,18-2-159 15</inkml:trace>
  <inkml:trace contextRef="#ctx0" brushRef="#br0" timeOffset="207748.81">18842 9878 644 0,'0'0'133'15,"0"0"-31"-15,0 0-51 16,0 0-34-16,0 0-17 15,0 0-17-15,2 30 16 16,-2 27 1-16,0 26 0 16,-2 20 0-16,-12 11 0 15,-2 5-1-15,1-8-7 16,3-13-30-16,5-15-7 16,7-16-43-16,0-21-26 15,18-19-91-15</inkml:trace>
  <inkml:trace contextRef="#ctx0" brushRef="#br0" timeOffset="208328.74">19214 10328 450 0,'0'0'205'16,"0"0"-99"-16,0 0-39 15,98-31-55-15,-73 53-12 16,1 12-1-16,-4 11 0 16,-6 10 1-16,-8 3-5 0,-8-1 3 15,-3-6-1 1,-20-8-15-16,-5-11-1 0,-3-8 15 16,2-7 4-16,9-5 2 15,6-5 0-15,9-3 0 16,5-2 0-16,0-2 8 15,9 0 13-15,31 0 6 16,22 0-27-16,23-3-4 16,11-7 2-16,5-5-3 15,-1-4-6-15,-5-4-2 16,-2-3 4-16,-13-3 0 16,-18 0-4-16,-22-1-14 15,-16 0 10-15,-21 1 15 16,-3-1 2-16,-14 3-2 15,-14 7 0-15,2 10-8 16,3 10 6-16,2 5-3 16,4 24 1-16,0 7 4 0,4 9-5 15,5 3 5-15,8-2 7 16,0-1 0-16,0-11 0 16,0-5 12-16,2-3-1 15,0-9-1-15,-2-2-9 16,0-4-4-16,-5-5-1 15,-25-6 0-15,-17 0 5 16,-14 0-5-16,-6-5-3 16,1-12 0-16,6 0-38 15,10-2-50-15,26-2-124 0</inkml:trace>
  <inkml:trace contextRef="#ctx0" brushRef="#br0" timeOffset="208521.82">20101 10435 721 0,'0'0'125'0,"0"0"-36"16,0 0-53-16,0 0-23 16,77-85-13-16,-29 73-2 15,12 2 1-15,10 10-1 16,10 0-46-16,0 5-49 15,3 8-167-15</inkml:trace>
  <inkml:trace contextRef="#ctx0" brushRef="#br0" timeOffset="209329.84">21167 10130 750 0,'0'0'85'0,"0"0"-30"0,0 0-55 15,0 0-33 1,0 0 27-16,-46 89 6 0,-5-7 2 16,-17 13-1-1,-7 1 5-15,5-9-3 0,12-17-1 16,18-20 1-16,22-21-1 15,8-13-1-15,10-13 2 16,0-3 3-16,0 0 7 16,19-9 33-16,12-14-46 15,8-6-3-15,1-3-3 16,-4 4-21-16,-5 8 8 16,-6 8 9-16,-6 12-4 15,-6 0 10-15,-9 15-31 16,-4 16-14-16,-9 11 30 15,-22 4 16-15,-9 1-6 16,1-6 9-16,6-10 3 16,11-10-2-16,8-7 0 0,4-7 7 15,3-3-1-15,-1-3-3 16,0-1 12-16,0 0 31 16,-4-9 6-16,-4-11-32 15,6-2-15-15,6-2-6 16,4 5-1-16,10 2-3 15,30 5-19-15,16 2-31 16,12 1 0-16,3 3 34 16,-6 1 20-16,-16 2 2 15,-14 3 5-15,-16 0 13 0,-12 0-20 16,-7 13-2 0,0 5 1-16,-4 6 1 0,-12 2 1 15,2-2 1-15,1-4 1 16,6-8-2-16,5-7 0 15,2-5 1-15,0 0 4 16,0 0 18-16,9-15 58 16,14-11-74-16,9-8-8 15,4-2-2-15,1 2-1 16,2 6-7-16,-6 8-9 16,-5 9 15-16,-4 7 0 15,-12 4 4-15,-2 0-1 16,-7 5-1-16,-3 19-5 15,0 5 6-15,-16 14 1 0,-11-2 0 16,-3 3 1-16,-3-1-1 16,-3-4-3-16,-1-2-46 15,5-9-113-15,9-11-236 16</inkml:trace>
  <inkml:trace contextRef="#ctx0" brushRef="#br0" timeOffset="209727.9">18649 11074 494 0,'0'0'78'0,"0"0"-78"15,0 0 29-15,99 6 45 16,-23 4 9-16,24 5-31 16,25 3-22-16,27 3-9 15,23 0-9-15,16-1-4 16,12-3-5-16,-12-2-3 15,-23-3 4-15,-29-5-4 0,-32 0 0 16,-29-2-5 0,-27-1-1-16,-22-1-14 0,-13 2-24 15,-16-5-42-15,-5 0-3 16,-32 0 4-16,-20 0-118 16</inkml:trace>
  <inkml:trace contextRef="#ctx0" brushRef="#br0" timeOffset="-185386.62">7342 11023 172 0,'0'0'97'0,"0"0"8"16,0 0-52-16,0 0 12 15,0 0-5-15,0 0-24 16,0 0-15-16,0 0 4 16,0 0 10-16,0-28-11 15,0 25-1-15,0-3-7 16,0 2 1-16,0-1-4 15,3-3 1-15,13 0-10 16,11 0-3-16,9-3 2 16,4 0-2-16,3 2 0 15,-1 1 2-15,1 5-1 16,-5 3-2-16,-4 0 0 0,-4 11-4 16,-11 10 4-16,-8 8-7 15,-10 5-2-15,-1 4 3 16,-25 5 6-16,-13-1 0 15,-9 0 3-15,-1-6-6 16,5-3 1-16,10-4-3 16,12-6-8-16,9-5-20 15,12-7-23-15,0-5-10 16,31-6-5-16,19-6-121 16,11-17-97-16</inkml:trace>
  <inkml:trace contextRef="#ctx0" brushRef="#br0" timeOffset="-184918.04">7918 11148 144 0,'0'0'125'0,"0"0"72"0,0 0-77 16,0 0-9-16,71-72-19 16,-71 69-33-16,0 3-30 15,0 0-29-15,0 0-2 16,0 3-9-16,0 14 10 16,0 11 2-16,12 2-1 15,6 4 0-15,10 2-1 16,7-5 0-16,11-7-2 15,5-11 3-15,-5-13-4 16,-6 0 3-16,-9-12 1 16,-8-10 5-16,-10-7 0 15,-4-5-4-15,-9-2-1 0,-1-1 6 16,-31 1-6-16,-14 0-1 16,-9 3-8-16,0 3 0 15,15 7 9-15,17 8 1 16,16 2 1-16,7 5-2 15,28 0-17-15,14-1-74 16,16-2 31-16,5 0 24 16,-4-2 9-16,-8 1 25 15,-12 1 2-15,-14 3 8 16,-13 2 37-16,-8 6 35 16,-4 0-25-16,0 0-55 15,0 0-6-15,0 19-10 16,0 11 16-16,-4 13 1 0,0 8 2 15,4 6 2-15,0 0 1 16,17 1-3-16,13-7-3 16,6-5-1-16,4-11-72 15,2-18-67-15,-3-16-259 16</inkml:trace>
  <inkml:trace contextRef="#ctx0" brushRef="#br0" timeOffset="-184519.87">8838 11011 693 0,'0'0'123'16,"0"0"-47"-16,0 0-72 15,0 0-4-15,0 0-7 16,0 0 6-16,16 21 1 15,-8 1 0-15,2 7 3 16,-1 0-2-16,2 1 1 16,2 0 0-16,-3-5-2 15,5-5-6-15,-3-7-21 16,0-5-8-16,2-8-36 16,2 0 32-16,0-12 7 15,-1-14-39-15,-4-1 71 16,-11-3-1-16,-2-3 4 0,-26 3 2 15,-13-3-2 1,-3 0 25-16,5 1 20 0,8 7 18 16,13 7 7-16,9 9-11 15,9 9-49-15,0 0-13 16,1 22-188-16,23 5 91 16,12-5-163-16</inkml:trace>
  <inkml:trace contextRef="#ctx0" brushRef="#br0" timeOffset="-183770.17">9661 11322 439 0,'0'0'163'0,"0"0"-55"15,0 0-76-15,0 0-13 16,0 0 6-16,0 0 9 16,76-19-9-16,-10 14-2 15,7 1-7-15,5 2-7 0,4-1-6 16,-2 0-2-16,-2-4 1 16,-12-3-2-16,-13 1-1 15,-17-5-4-15,-14-2-4 16,-9-2 7-16,-10-4-15 15,-3-3 12-15,-1-3 5 16,-24 1 1-16,-1 0 0 16,1 4-1-16,5 7 1 15,12 9 19-15,8 7 5 16,0 0-25-16,0 22-33 16,16 9 31-16,6 10 2 15,4 1 0-15,1 2 2 16,-2-1 0-16,-4-3-1 0,-5-5 1 15,-4-12-2-15,-8-6 0 16,-4-4-3-16,0-1 3 16,-20-1-3-16,-20 3 2 15,-14 3-24-15,-4-5-107 16,13-6-209-16</inkml:trace>
  <inkml:trace contextRef="#ctx0" brushRef="#br0" timeOffset="-180041.31">11388 11030 63 0,'0'0'73'0,"0"0"14"16,0 0-34-16,0 0 26 15,0 0 3-15,17-80-40 16,-17 66 4-16,5 0-5 16,-1 1-18-16,0-3 15 15,1 3 25-15,-3 0-38 16,2-1 5-16,-1 0 16 15,-2 5-19-15,1 1 0 16,-2 3-3-16,0 2-12 16,0 3 3-16,0 0-9 15,0 0-5-15,0 0-1 0,0 0-6 16,0 5-3-16,0 15 1 16,4 9 7-16,-2 9 1 15,-2 8-5-15,0 7 4 16,-3 3 1-16,-6 1 0 15,1 1 2-15,0-5 0 16,3-2-2-16,2-7 0 16,3-12 0-16,0-8-2 15,0-10 0-15,0-5-3 16,9-7 2-16,7-2 3 16,9 0 0-16,10-9 5 0,7-11-5 15,2-2-1 1,-3-2 1-16,-4 8 0 0,-1 3-1 15,-4 4-1-15,3 6 2 16,4 3-19-16,3 0-33 16,-4 11-31-16,-5 2-59 15,-15-2-196-15</inkml:trace>
  <inkml:trace contextRef="#ctx0" brushRef="#br0" timeOffset="-177194.57">11947 11215 522 0,'0'0'78'0,"0"0"-23"15,0 0-55-15,0 0 0 0,0 0 7 16,0 0 26-16,0 0 13 15,40-4-14-15,-16 7-4 16,-1-2-10-16,0-1-3 16,-3 0-2-16,1 0 1 15,3-3-3-15,-2-7-6 16,0 0-2-16,-5-5-1 16,-3 1 0-16,-4-2-2 15,-5 3 4-15,-5-2-2 16,0 3-2-16,-9-2-6 15,-9 4 5-15,-6 3-2 16,2 2 0-16,1 5 3 0,6 0-5 16,0 10 5-1,4 12 0-15,3 9-3 16,5 7 3-16,3 7 0 0,0 6-1 16,19-4-3-16,11-4 3 15,7-12-12-15,9-13 2 16,10-12 8-16,5-6-16 15,1-2-52-15,-3-21-88 16,-10-10-124-16</inkml:trace>
  <inkml:trace contextRef="#ctx0" brushRef="#br0" timeOffset="-176861.06">12534 11160 566 0,'0'0'158'0,"0"0"-31"0,0 0-127 15,0 0-1 1,0 0 1-16,0 0-2 0,27 69 2 16,-12-32 2-16,3-2 2 15,4-1-4-15,2-10 0 16,6-8 0-16,3-11 0 16,-4-5 2-16,-3-1-2 15,-10-20 1-15,-6-10 1 16,-7-7 2-16,-3-1 2 15,-13 1 4-15,-17 5-3 16,-7 5 0-16,0 2 1 16,5 8-2-16,12 4 9 0,9 8 9 15,9 4-7 1,2 2-17-16,0 0-13 0,0 18-64 16,0 6 59-16,5 6-73 15,6-7-101-15,3-11-293 16</inkml:trace>
  <inkml:trace contextRef="#ctx0" brushRef="#br0" timeOffset="-174979.92">13423 11053 736 0,'0'0'110'15,"0"0"-31"-15,0 0-79 16,0 0-3-16,0 0 2 16,-43 98 1-16,10-35 0 15,-3 9 1-15,5-2 4 0,9-8-5 16,9-13 1-16,9-22 1 16,4-11-2-16,0-9 0 15,0-7 1-15,4-14 8 16,19-22-9-16,8-18-24 15,2-12-24-15,-5-4-12 16,-6 4-31-16,-2 6 38 16,-2 9 23-16,2 10 30 15,2 10 23-15,5 12 37 16,-2 13-20-16,2 6-28 16,-3 8-5-16,-3 23-5 15,-4 11-2-15,-3 9 2 16,-3 7-2-16,3 6 1 0,0 1 9 15,-1-6-3-15,-4-7 1 16,-4-17-5-16,-4-13-3 16,-1-9-1-16,0-7 1 15,-24-6 0-15,-16 0 19 16,-15-12-4-16,-8-14-13 16,-1-11 0-16,6-5-2 15,13-3 2-15,14 8 2 16,16 6 5-16,15 12 19 15,3 5-18-15,35 7-10 16,14 4 0-16,19-1-2 16,9 1 2-16,4 3 0 15,1-3 2-15,-10-1-2 16,-14 0 0-16,-15-2 3 0,-19 3-3 16,-14 0 4-16,-8 1-4 15,-5 2 10-15,0 0-1 16,0 0-9-16,0 11-7 15,-3 22 5-15,-11 17 2 16,-8 16 0-16,0 12 3 16,-1 3-3-16,2-3 1 15,5-6 3-15,7-11-4 16,1-18 0-16,8-18-2 16,0-13 4-16,0-7-1 15,0-5 2-15,0-8 9 16,-3-26 31-16,-5-20-43 15,-3-17-6-15,-3-12-7 0,3-3-1 16,11 0 4-16,0 13 5 16,17 17 1-16,18 17-5 15,2 17 7-15,5 12-1 16,-2 10 2-16,0 0 0 16,-2 12 1-16,0 14-3 15,-5 8 3-15,-9 4-1 16,-9-4 2-16,-10-8-3 15,-5-10 1-15,0-2-1 16,-23-6 2-16,-14-6 6 16,-9-2-2-16,-5 0-4 15,11-18-1-15,16-2-6 0,24-2 0 16,10 0-24-16,38 4-126 16,9 3 37-16,1 0 108 15,-10 3 12-15,-12 2 49 16,-14 3 98-16,-13 2-57 15,-2 5-29-15,-7 0-22 16,0 0-22-16,0 0-17 16,0 0-1-16,0 17-8 15,2 10 7-15,0 14 2 16,6 7 0-16,7 1-2 16,11-9-5-16,11-13-3 15,6-13 7-15,-2-11 3 16,-2-3 0-16,-9-12 2 0,-10-18 1 15,-8-9-3-15,-12-4-3 16,0-4-4-16,-30 2-1 16,-9 5 0-16,3 8 8 15,14 12 6-15,13 11 18 16,8 6-14-16,1 3-10 16,6 0-14-16,26 5-14 15,25 7 28-15,19-7-12 16,13-5-3-16,-1 0-2 15,-8-19 2-15,-16-10 12 16,-14-5 3-16,-15 2 6 16,-10 0 1-16,-14 7 20 15,-6 3 7-15,-5 10-16 16,0 4-1-16,0 8-8 16,-7 0-9-16,-11 25-10 0,-9 17 9 15,-7 16 1-15,1 16 0 16,11 12-4-16,13-1-16 15,9-10-2-15,4-18-9 16,20-26-3-16,7-22-17 16,5-9 35-16,5-29 10 15,-2-18-80-15,-4-17-9 16,-11-1 60-16,-3-1 24 16,-9 14 11-16,-3 14 61 15,-5 13 103-15,-1 13-63 0,-1 7-47 16,-2 5-48-1,0 5-6-15,0 21-7 0,0 16 6 16,6 17 1-16,11 16-2 16,7-2 2-16,0-10 0 15,-4-20 0-15,-8-20 0 16,-4-15 0-16,-5-8 3 16,-1 0 2-16,4-11 1 15,0-15-6-15,6-5-5 16,-3 0-10-16,-1 7 12 15,-1 10 2-15,-1 8 1 16,-3 6-8-16,0 0-19 16,3 14 7-16,1 11 19 15,6 8 1-15,1 7-2 0,2 5 2 16,-2-4 0-16,2-7 0 16,-5-10-7-16,1-9-19 15,-4-8-38-15,0-7-28 16,-2-5 17-16,-1-25-305 15</inkml:trace>
  <inkml:trace contextRef="#ctx0" brushRef="#br0" timeOffset="-174780.12">14485 11232 465 0,'0'0'48'0,"97"21"5"15,-22-5-6 1,19 0-7-16,8-1-22 0,1-1-11 16,-1-1-7-16,-8-2-3 15,-8-5-64-15,-8-6-240 16</inkml:trace>
  <inkml:trace contextRef="#ctx0" brushRef="#br0" timeOffset="-174013.26">15570 11523 659 0,'0'0'117'16,"0"0"-30"-16,0 0-42 16,0 0-23-16,0 0-17 15,0 0-4-15,91-58 0 16,-66 41 0-16,-3-1-1 15,-9-7 0-15,-5-2-9 16,-8-4-1-16,-12 3-2 16,-15 2-6-16,1 5 17 15,7 9 1-15,5 7 2 16,3 5-2-16,-1 10-7 16,-3 19 7-16,0 16-1 15,7 12 1-15,8 10 0 16,13-1 0-16,29-10-1 15,17-19-12-15,7-19 2 0,4-18 7 16,-7-5-2-16,1-32 3 16,-11-10-14-16,-14-14-26 15,-21-10 13-15,-18-1 15 16,-12-3-1-16,-22 9-3 16,-2 4 19-16,8 15 15 15,11 15 88-15,11 17-47 16,3 15-21-16,0 1-35 0,-4 31-17 15,-8 17 17 1,0 19 4-16,-4 17-4 0,7 8 3 16,4-2 3-1,8-13-5-15,0-24 0 0,15-25-2 16,-1-16 2-16,-2-12 5 16,3-1-2-16,5-23 13 15,7-18-15-15,1-10-2 16,1-7-11-16,-8-2-9 15,-3 10 14-15,-8 8 3 16,-1 16 3-16,-6 12-1 16,0 7 0-16,-3 7 1 15,0 0-6-15,0 0-3 16,-18 14-5-16,-7 7 13 16,0 7 1-16,3 1-3 0,6 3 2 15,9 0-1 1,5 4 2-16,2 0 1 0,2 1-1 15,15-3 0-15,6-4 1 16,2-8-1-16,0-10-1 16,-2-4 1-16,-3-8 1 15,-1 0 8-15,3 0-2 16,2-8-7-16,0-9-33 16,-3-6-252-16</inkml:trace>
  <inkml:trace contextRef="#ctx0" brushRef="#br0" timeOffset="-173664.48">16282 11582 745 0,'0'0'51'0,"0"0"-50"15,0 0 2-15,123 8 0 16,-65-8-1-16,0 0 2 15,-3-6 0-15,-12-9-3 16,-13-3-1-16,-11-3 0 16,-14-3-21-16,-5-6 4 15,-28-2-30-15,-12-1-13 16,2 8 34-16,9 10 26 16,5 13 52-16,3 2-36 15,-8 24-13-15,-2 16-6 16,3 7 4-16,11 6-1 15,17-2 0-15,14-3 3 0,31-9-3 16,13-9 6-16,7-8-6 16,5-9 0-16,-7-9-54 15,-8-4-37-15,-15-14-218 16</inkml:trace>
  <inkml:trace contextRef="#ctx0" brushRef="#br0" timeOffset="-173345.53">16746 11418 663 0,'0'0'89'0,"0"0"-83"15,0 0-6-15,9 75 39 0,-9-28 1 16,0 11-21-16,0-1-5 16,0 2-11-16,0-10 4 15,0-8-5-15,0-12 4 16,0-12-3-16,0-7-2 15,0-10 0-15,0 0 5 16,0-16 10-16,14-16-13 16,4-15-3-16,6-8-8 15,4-4 4-15,5 6 3 16,8 10-1-16,1 11-3 16,-1 13-9-16,-9 12-40 15,-6 4-28-15,-10 3-41 16,-7 0 23-16,-9 10-85 15,0 5-29-15</inkml:trace>
  <inkml:trace contextRef="#ctx0" brushRef="#br0" timeOffset="-172863.92">16220 11177 260 0,'0'0'155'0,"0"0"-15"16,0 0-37-16,0 0-13 16,0 0-26-16,0 0-31 15,-38-70-33-15,-5 70 0 16,-10 8-1-16,-8 21 0 16,-2 12-3-16,5 13-30 15,5 11-34-15,7 2-37 16,16-11-84-16</inkml:trace>
  <inkml:trace contextRef="#ctx0" brushRef="#br0" timeOffset="-172698.85">15798 11483 552 0,'0'0'0'16,"0"0"-112"-16,0 0-22 16</inkml:trace>
  <inkml:trace contextRef="#ctx0" brushRef="#br0" timeOffset="-171206.42">7449 11289 368 0,'0'0'146'16,"0"0"-116"-16,0 0-29 0,0 0-1 16,0 0 13-16,0 0 4 15,66 0 1-15,-41 0-5 16,0 0 4 0,-5 0-8-16,-5-3 1 0,-3 2 1 15,-6-2-5-15,0 1-5 16,-5 1 1-16,-1 1-2 15,0 0-18-15,0-2-78 16,0-3-166-16</inkml:trace>
  <inkml:trace contextRef="#ctx0" brushRef="#br0" timeOffset="-169951.09">8338 12035 463 0,'0'0'33'0,"0"0"64"16,0 0-19-16,0-85-28 15,0 77 4-15,0 3-15 16,18 5-34-16,9 0-5 16,6 7 0-16,6 13 2 15,-5 5-2-15,-7 5-1 16,-9 6 1-16,-11 1 0 16,-7 1 1-16,-2-5-1 15,-21-2 0-15,-9-2-2 16,-4-6-4-16,-1-5 5 15,2-4-2-15,9-4-4 0,5-2 2 16,11-7 4-16,1 1 1 16,9-2 5-16,0 0-2 15,21 0-3-15,21 3-1 16,20 5 1-16,14-1-2 16,2 5-1-16,4-5-10 15,-6-4-26-15,-5-3 5 16,-4 0-4-16,-11-2-7 15,-16-8-3-15,-16-1 37 0,-14 0 11 16,-10 2 3 0,-1-2 10-16,-19-1 16 0,-3 5 13 15,-1 5 15-15,9 2-19 16,3 0-32-16,11 15-4 16,1 14-2-16,6 9 4 15,23 1-1-15,13-2 2 16,13-12-1-16,8-17 3 15,5-8-3-15,-4-9 6 16,-13-21-2-16,-21-3 5 16,-21-4 6-16,-9 1-8 15,-30-1-7-15,-25 4-4 16,-20-3-2-16,-15 3-1 16,0 5 2-16,16 6 2 15,26 11 0-15,28 8-1 0,20 3-9 16,6 13-112-1,31 13 103-15,16 1-32 0,17-4-31 16,9-6-116-16</inkml:trace>
  <inkml:trace contextRef="#ctx0" brushRef="#br0" timeOffset="-169534.39">9421 12051 479 0,'0'0'74'0,"0"0"111"15,0 0-22-15,0 0-105 16,0 0-45-16,0 0-13 16,-43-16-3-16,65 60 3 0,5 9 1 15,1 5-1-15,-1 2-1 16,3-5-23-16,0-4-10 16,4-5-7-16,5-14-15 15,1-15-9-15,-4-15 0 16,-9-2 5-16,-11-27-15 15,-13-7-109-15,-3-7 45 16,-4-2 111-16,-18-4 28 16,0-3 49-16,3 2 75 15,6 3 41-15,4 7-51 16,9 9 62-16,0 9-104 16,0 11-28-16,3 9-37 15,19 3-4-15,8 18-3 16,5 13 1-16,6 7-1 0,-5 9 0 15,-5 0-1-15,0 1-11 16,-2-1-15-16,-1-6-5 16,-3-2-13-16,-5-9-52 15,-7-9-49-15,-10-17-122 16</inkml:trace>
  <inkml:trace contextRef="#ctx0" brushRef="#br0" timeOffset="-169068.97">10185 12296 570 0,'0'0'45'16,"0"0"85"-16,0 0-84 15,82-29-39-15,-37 29-1 16,17 13 1-16,25 7 7 15,13 2-3-15,11 2-9 16,0-6-2-16,-8-4 0 16,-11-9-5-16,-11-5-23 15,-19 0-43-15,-21-3-35 16,-20-11 13-16,-21-6-13 16,-3-1 23-16,-33-2 42 15,-15-1 41-15,-7 3 19 16,6 1 48-16,18 7 74 15,18 7 12-15,11 6-67 0,5 3-86 16,0 14-7-16,11 10 7 16,18 4 1-16,8 0 2 15,7 0 4-15,1-1 7 16,-4-4 13-16,-10-2-8 16,-8-2-6-16,-14-4-8 15,-6-2-5-15,-3-2 0 16,-5-4 0-16,-25 5 1 15,-16-1 4-15,-17 3-5 16,-1-1-63-16,10-3-105 0,22-2-185 16</inkml:trace>
  <inkml:trace contextRef="#ctx0" brushRef="#br0" timeOffset="-106311.39">7907 13050 334 0,'0'0'35'0,"0"0"22"16,0 0-7-16,0 0-5 15,0 0 7-15,0 0-2 0,85-48 16 16,-79 46-34-1,-1-1-11-15,-2 3 4 0,0 0-14 16,-1 0-11-16,6 0-3 16,-2 12 0-16,0 10 2 15,-3 4 1-15,3 4 0 16,-3 1 1-16,-3 2 2 16,0-5-3-16,0-5 0 15,-2-6-2-15,-7-2 0 16,-1-6 2-16,-3-1-2 15,-1-1 4-15,2 1-4 16,3-3 4-16,5-5-4 16,2 2 1-16,2-1-6 15,0 3-22-15,0 1 14 16,18 5 15-16,6-3 0 16,12 2 2-16,9-2-2 15,8-4-3-15,10-3-16 0,3 0-18 16,4-5-17-16,1-9-18 15,-5-3-34-15,-8 0 23 16,-16 2 59-16,-18 0 24 16,-12 5 34-16,-11 3 132 15,-1 5-36-15,0 0-40 16,0 2-38-16,0 0-34 16,0 0-18-16,-1 2-6 15,-4 15 6-15,2 3 0 16,2 6 1-16,1 5-1 0,6-4 4 15,15-7-3 1,16-6-1-16,6-14 5 0,0 0 0 16,-2-12 2-16,-11-12-2 15,-10-5 10-15,-13-3 6 16,-7 0-10-16,-8-1-9 16,-30 2-2-16,-14 0-2 15,-6 4 0-15,3 2 2 16,18 10 2-16,16 6 6 15,15 9-8-15,6 3-8 16,9 20-51-16,18 7-2 16,13-1-54-16,12-7-75 15</inkml:trace>
  <inkml:trace contextRef="#ctx0" brushRef="#br0" timeOffset="-106078.32">9142 13017 563 0,'0'0'99'0,"0"0"81"16,0 0-89-16,0 0-70 15,0 0-21-15,0 0-7 16,-19 19 7-16,19 24 1 16,0 10 0-16,6 3-1 15,5 3-2-15,5-2-21 16,1-6-37-16,5-10-32 0,-1-14-52 15,4-15-82-15</inkml:trace>
  <inkml:trace contextRef="#ctx0" brushRef="#br0" timeOffset="-105748.9">9476 13179 746 0,'0'0'84'0,"0"0"5"16,0 0-67-16,0 0-22 16,0 0-31-16,0 0 22 15,32 22 9-15,-16 7-2 0,3 4 2 16,6 1 1 0,-2-3-1-16,0-6 0 0,-7-6 0 15,-9-7 0-15,-6-5 0 16,-1-2-1-16,0-2 0 15,0-1 1-15,-1 1 0 16,-11-1 0-16,-1 1 4 16,-1 2-3-16,1-3 1 15,3 1-2-15,1 0-5 16,-2 0-20-16,1 0-17 16,-5-1-37-16,-3 3-44 15,0-5-25-15,2 0-117 16</inkml:trace>
  <inkml:trace contextRef="#ctx0" brushRef="#br0" timeOffset="-105515.62">9597 12997 609 0,'0'0'140'0,"79"-36"-63"16,-27 23-47-16,5 4-6 16,4 4-20-16,-3 4 1 0,0 1-5 15,-7 0 0-15,-4 11-28 16,-7-1-72-16,-18-1-87 16,-20-9-238-16</inkml:trace>
  <inkml:trace contextRef="#ctx0" brushRef="#br0" timeOffset="-104765.65">10456 13168 398 0,'0'0'151'0,"0"0"-45"16,0 0-42-16,0 0-64 15,0 0 4-15,0 0-2 16,5 3 51-16,32 5-2 16,18-2-32-16,13 0-13 15,12-1-3-15,8-5-3 16,3 0 3-16,0 0-6 0,-5-5 1 15,-14-7-20 1,-17-5-3-16,-22 1 1 0,-19-2 1 16,-14-2 12-16,0 1-1 15,-17-3 5-15,-10 3 6 16,4 4 1-16,9 5 14 16,5 6 51-16,6 4-24 15,3 0-41-15,0 5-12 16,0 14 12-16,0 8 1 15,0-1 0-15,0 1 2 16,2 0-2-16,-1-1-1 16,-1-4 3-16,0-1-3 0,0 0 1 15,-15-1 2 1,-15 0-3-16,-9 0-35 0,-5-9-125 16,2-11-263-16</inkml:trace>
  <inkml:trace contextRef="#ctx0" brushRef="#br0" timeOffset="-103200.45">11998 12945 616 0,'0'0'134'0,"0"0"-134"0,0 0 2 16,0 0-2-16,-26 101 8 16,3-57 10-16,-2 6-3 15,-3-1-3-15,7-4-7 16,3-6-3-16,7-12-1 15,3-10 3-15,6-6-4 16,1-9 2-16,1 0 0 16,0-2 6-16,0 0 38 15,0-20 19-15,0-12-65 16,0-11-11-16,8-1-18 16,1 1 7-16,5 2-11 15,7 7-6-15,9 7 22 16,-2 8 6-16,-1 6 11 15,-4 9 9-15,-4 4-2 0,-2 0-7 16,-1 8-2-16,1 9-1 16,-2 3 3-16,0-2 0 15,-2-3-2-15,4-1 0 16,-1-8-10-16,7-3 6 16,-4-3 3-16,-1-3 3 15,-3-18-2-15,-5-6-13 16,-2-6 4-16,-1-3-2 15,-1 1 13-15,2 4 7 16,-2 7 39-16,1 9 5 16,-4 7-21-16,-3 7 10 0,1 1-40 15,4 4-8 1,4 21-8-16,4 15 16 0,-1 12 1 16,0 6-1-16,3 9 1 15,-1-1-1-15,2-3-6 16,-1-8-33-16,-3-11-39 15,-7-11-19-15,2-17-18 16,-3-12-86-16</inkml:trace>
  <inkml:trace contextRef="#ctx0" brushRef="#br0" timeOffset="-102467.65">12574 13280 592 0,'0'0'35'0,"0"0"15"16,0 0-47-16,0 0-1 16,99-29 1-16,-56 17-3 15,-1-5 0-15,-10 0 0 16,-9-3 31-16,-16 0 29 16,-7 1-18-16,-1-2-36 15,-28 2-6-15,-6 5 0 16,-2 6 2-16,4 6-2 15,12 2-4-15,6 8 2 16,12 18-2-16,3 8-2 16,16 5 0-16,28 4 6 15,20-7-3-15,19-9-12 0,17-10-10 16,0-13-11 0,-9-4 26-16,-16-4 6 0,-25-15 4 15,-27-3 4-15,-16-3 5 16,-7 0 11-16,-34 0-16 15,-17 0-4-15,-11 4 0 16,2 5 5-16,17 7 14 16,15 9 3-16,18 0-19 15,9 17-3-15,1 15 0 16,0 9 0-16,25 5 0 16,17 1 3-16,12-6-2 15,5-10 2-15,-4-11-3 16,-11-12 1-16,-16-7 3 0,-15-1-1 15,-10 0 13-15,-3 0 10 16,0 4-9-16,-8 9-17 16,-25 17 0-16,-17 22 0 15,-14 20 21-15,-9 20-1 16,5 8-4-16,5 2-2 16,9-9-9-16,14-15-5 15,11-16 1-15,12-22-1 16,8-17 0-16,6-16 0 15,3-7 1-15,0-6 42 16,1-28 26-16,11-20-69 16,2-18-13-16,-5-12-10 15,0-2 12-15,5 0 0 0,5 8 0 16,7 15 0-16,4 15 7 16,2 16 1-16,5 13-9 15,3 9-25-15,9 6-24 16,10 4-73-16,3 0-27 15,2 0-236-15</inkml:trace>
  <inkml:trace contextRef="#ctx0" brushRef="#br0" timeOffset="-101452.39">13932 12963 883 0,'0'0'19'15,"0"0"19"-15,0 0-38 16,0 0-19-16,0 0 19 16,7 104 0-16,-22-50 1 15,2 4 1-15,2 0-2 0,8-8 0 16,3-15 0 0,0-14-9-16,17-15 0 0,9-6 9 15,9-13 5-15,5-15 0 16,-5-7-4-16,-10-4-1 15,-7 1 0-15,-9 9-6 16,-2 10 6-16,-4 11 1 16,-1 5-1-16,-1 3-2 15,2 0-12-15,0 10-9 16,0 11 22-16,-1 7 1 16,0 2-1-16,0 1 1 15,6-5-2-15,3-9 1 16,6-9-19-16,3-8 19 0,6-8-3 15,1-18 0 1,-2-12-51-16,-1-5-21 0,-8-4 12 16,-5-4 49-16,-2-1 15 15,3 6 7-15,0 0 21 16,-2 8 17-16,1 8 13 16,-5 11 9-16,-3 10-7 15,-3 8-7-15,0 1-41 16,0 24-12-16,0 20-8 15,0 20 8-15,-2 9 0 16,-1 8 1-16,3 0-1 16,6-7-11-16,19-11-15 15,7-16-8-15,1-19 4 16,0-21-2-16,-1-7 32 0,0-15-1 16,-1-18 0-16,-3-6-40 15,-5 0-12-15,-7 2 42 16,-7 11 11-16,-5 9 28 15,-1 9 33-15,-1 8-18 16,-1 0-43-16,3 13-10 16,0 11 9-16,2 8 1 15,1 7 0-15,7 2 0 16,5-3 0-16,6-11 0 16,4-9-3-16,-1-14 3 15,5-4 3-15,-2-15 3 16,-1-11-2-16,-10-6 0 15,-7-2-4-15,-10 1 4 0,-3 4-4 16,0 7 2-16,0 5-1 16,0 9 19-16,-2 6-1 15,1 2-19-15,-1 5-10 16,1 17 6-16,1 11 2 16,0 6 2-16,6 1-3 15,19-7 3-15,9-6-6 16,2-11-3-16,2-11-13 15,0-5-30-15,0-14-60 16,-3-20-53-16,-5-18-325 16</inkml:trace>
  <inkml:trace contextRef="#ctx0" brushRef="#br0" timeOffset="-101300.17">14947 12753 771 0,'0'0'30'0,"0"0"-17"15,0 0-13-15,32 77-3 16,-16-23-5-16,5 9-48 16,9-4-47-16,7-11-13 15,12-13-192-15</inkml:trace>
  <inkml:trace contextRef="#ctx0" brushRef="#br0" timeOffset="-101062.38">15410 12927 635 0,'0'0'61'16,"0"0"68"-16,0 0-39 15,0 0-55-15,0 0-35 16,0 0-5-16,4 79 5 16,2-12 1-16,5 10-1 15,5 3 1-15,2-2-1 16,-3-7-1-16,-2-12 1 15,-5-14-11-15,-4-13-21 16,-2-10-16-16,-2-11-52 16,0-11-61-16,0-14-190 0</inkml:trace>
  <inkml:trace contextRef="#ctx0" brushRef="#br0" timeOffset="-99951.86">15343 13215 575 0,'0'0'182'0,"0"0"-126"15,0 0-31-15,104-27-19 16,-65 32 4-16,3 10 0 16,1 2 12-16,2 4-10 15,-2 6-10-15,-5 0-1 16,-6 2-2-16,-11-3-1 16,-9-6 0-16,-5-6-2 15,-7-4-16-15,0-5 0 16,0-1-12-16,0-4-8 15,0 0 40-15,0-7 0 0,3-11 4 16,2-2 0-16,-1 4 27 16,2 5-2-16,-3 7-11 15,3 4-13-15,3 0-5 16,0 4-2-16,1 9-1 16,-2 1 2-16,-1-2-1 15,0 2 2-15,0-3 1 16,-1-5 0-16,1-1-1 15,5-5 1-15,2 0 3 16,6-5-2-16,3-10 0 16,1-1-2-16,0-1 1 15,4 0-1-15,0 1 0 0,0 5-5 16,2 8 0-16,0 3 3 16,6 0 2-16,6 11-1 15,7 10 0-15,5-1 0 16,0 0 0-16,4-3 1 15,3-8-2-15,-1-4 0 16,-8-5 2-16,-12 0-3 16,-10-13-35-16,-11-4-12 15,-8-5 1-15,-10-1 27 16,-1 0 22-16,-7 2 0 16,-16 4 7-16,-1 7 10 15,-3 10 5-15,1 0-15 16,-3 7-7-16,2 15 0 15,4 7 0-15,9 3 0 16,11-1 0-16,3 2 4 0,31-5 10 16,12-8 38-16,7-6-26 15,-2-9-15-15,-7-5-5 16,-5-5-1-16,-4-17-4 16,-6-4 4-16,-7-1-4 15,-10 4 1-15,-4 3-1 16,-3 9 2-16,-2 5 16 15,0 6-7-15,0 0-12 16,0 3-14-16,0 12 0 16,0 7 14-16,0 0 0 15,0 2-1-15,9-3 1 16,19-2 1-16,8-5 3 0,5-7 2 16,-2-7 0-16,-3 0-1 15,-7-10 2-15,-9-9 1 16,-4 2-6-16,-8 2 0 15,-6 3-2-15,-2 5 0 16,0 4 1-16,0 3-1 16,0 0-3-16,0 0-10 15,0 13-3-15,0 8 15 16,4 4-4-16,12-1 0 16,16-2 1-16,7-8 4 15,0-9 1-15,-8-5-1 16,-4-5 2-16,-7-19 0 15,-3-7-2-15,-4-3-19 0,-7 0-25 16,-4 5 19-16,-2 9 25 16,0 9 7-16,0 8 46 15,0 3-48-15,0 0-5 16,0 21-11-16,0 12 11 16,0 7 0-16,1 10 0 15,17 4 0-15,14-1 2 16,3-2-2-16,-3-5-1 15,-8-10-36-15,-13-9-80 16,-8-13-54-16,-3-13-205 16</inkml:trace>
  <inkml:trace contextRef="#ctx0" brushRef="#br0" timeOffset="-99537.33">14094 13883 531 0,'0'0'54'0,"0"0"6"16,0 0 1-16,0 0-37 15,0 0-4-15,94-19 7 16,11 19 8-16,39 0-10 16,40 0-1-16,22 7-12 15,10 5-4-15,-9 2-3 16,-26 1 1-16,-28-5-6 15,-37-6-2-15,-32-4 1 16,-29 0-2-16,-22 0-2 16,-15-7 2-16,-13-1-12 15,-5-3-91-15,-26-9-309 16</inkml:trace>
  <inkml:trace contextRef="#ctx0" brushRef="#br0" timeOffset="-87248.97">18406 13068 541 0,'0'0'70'0,"0"0"-70"16,0 0-11-16,0 0-7 16,0 0 18-16,0 0 11 15,0 0 4-15,0 84-8 16,0-64 0-16,0 1 24 16,-3 1-10-16,-5 3-9 15,-1 3 5-15,-5 6 11 16,1 5 1-16,-2 1-9 15,-3 2-8-15,4 4-8 16,1 2 0-16,4 0-4 0,1-4 4 16,2-7-4-1,1-12 1-15,3-9 2 0,2-10-2 16,-1-5 1-16,1-1-1 16,-2 0 16-16,-2-7 74 15,-2-21-47-15,-3-10-44 16,0-10-2-16,4 0 0 15,5 2-5-15,2 6 1 16,26 5-12-16,14 3-6 16,15-1 13-16,13 2-3 15,4 3-6-15,2-1 7 16,-7 4 9-16,-9 3-8 16,-14 2 12-16,-16 3 0 0,-11 5 6 15,-11 5 3-15,-7 6 9 16,-1 1-12-16,0 0-6 15,0 17-9-15,0 12 5 16,-7 10 3-16,-4 9 0 16,-1 11 2-16,1 7 2 15,9 4-3-15,2 0-7 16,0-6-33-16,7-13-86 16,11-21-67-16,0-26-209 15</inkml:trace>
  <inkml:trace contextRef="#ctx0" brushRef="#br0" timeOffset="-86766.73">19010 13217 783 0,'0'0'107'16,"0"0"-57"-16,0 0-42 15,0 0-8-15,0 0-6 16,0 0 4-16,53 91 1 15,-37-35 0-15,-1 8 0 16,-4-2 1-16,-4-4 2 16,-4-9-1-16,-3-13-2 15,0-14-1-15,0-10-7 16,-3-12-11-16,-12 0 20 16,-7-21-6-16,-13-18 6 15,-2-10-36-15,3-8 0 16,10-1 28-16,10 2 7 15,14 2 2-15,0 6 2 0,21 3 3 16,15 7 0-16,8 4-1 16,5 8-2-16,-2 7-1 15,-5 9 2-15,-8 7-1 16,-5 3 2-16,-10 0-5 16,-6 15 0-16,-8 6-3 15,-5 2-3-15,-3 6 0 16,-22 2 5-16,-6-3 0 15,-5-2 1-15,0-5 6 16,4-8-4-16,4-2-1 0,6-3 1 16,8-3 1-16,6-3-2 15,5-1-1-15,3 2-33 16,7 0-114-16,25-3-72 16</inkml:trace>
  <inkml:trace contextRef="#ctx0" brushRef="#br0" timeOffset="-86366.97">19861 13179 95 0,'0'0'479'0,"0"0"-349"16,0 0-29-16,1-75-27 15,-1 69-29-15,0 3-3 16,0 1-11-16,0 2-31 15,-1 2-3-15,-8 21-4 0,-3 14 5 16,-3 16 0-16,-6 12 2 16,-1 5 0-16,1 1 3 15,4-6-3 1,8-10 0-16,4-10-27 0,5-12-3 16,0-16-21-16,0-13-55 15,4-8-93-15,6-28-81 16</inkml:trace>
  <inkml:trace contextRef="#ctx0" brushRef="#br0" timeOffset="-85747.43">19847 13389 712 0,'0'0'106'0,"0"0"-8"16,0 0-98-16,0 0-5 16,0 0 3-16,0 0 0 15,39 105 2-15,-29-67 6 16,4-4-6-16,1-10 0 0,-2-11 0 15,2-11 5-15,2-2-4 16,3-20 7-16,7-14-4 16,2-9-4-16,-6-1-5 15,-6 6 4-15,-5 11 0 16,-8 8 1-16,-1 11 0 16,-1 8 0-16,0 0-6 15,3 9-42-15,0 16 42 16,5 7 5-16,0 7 1 15,6 6-1-15,4 1 0 16,9-2 1-16,2-13-10 0,7-16-6 16,-1-15-32-1,3-7 41-15,-1-29 5 0,-2-8-1 16,-4-5-11-16,-5 3 14 16,-5 6 0-16,-6 10 15 15,-6 13 23-15,-4 8 12 16,-3 9-20-16,1 0-30 15,0 7-17-15,1 11 10 16,0 7 6-16,0 0 1 16,-3 1 0-16,-3-4-4 15,0-7 4-15,0-5 0 16,0-7-1-16,0-3 1 16,0 0 5-16,0-5 19 15,-14-9-17-15,-8-2-7 16,-2 1 0-16,4 7 0 0,0 4 1 15,8 4 3-15,-3 4-4 16,0 20-2-16,0 11 0 16,6 13 0-16,8 7-1 15,1 4 0-15,29-6-2 16,25-14-8-16,13-13 13 16,8-16-24-16,-1-10-48 15,-14 0-49-15,-14-26-201 16</inkml:trace>
  <inkml:trace contextRef="#ctx0" brushRef="#br0" timeOffset="-85370.5">19557 13029 608 0,'0'0'133'0,"0"0"-68"16,0 0-35-16,0 0-30 16,0 0-2-16,0 0 2 15,62-3 5-15,-20 6-4 16,8 5 2-16,4-2-3 16,-2 2-17-16,2-4-94 15,-12-1-23-15,-14-3-145 16</inkml:trace>
  <inkml:trace contextRef="#ctx0" brushRef="#br0" timeOffset="-85089.32">19386 13788 275 0,'0'0'127'16,"0"0"-7"-16,0 0-4 15,0 0-27-15,0 0 32 16,0 0-73-16,30-16-16 16,-4 13-24-16,11 0-2 15,13 1-3-15,8 2-3 0,10 0-2 16,7 0 1-16,2 0-13 15,-7 2-54-15,-19-2-170 16</inkml:trace>
  <inkml:trace contextRef="#ctx0" brushRef="#br0" timeOffset="-80776.27">19039 14275 664 0,'0'0'85'16,"0"0"-85"-16,0 0-9 0,0 0 9 15,-18 108 1 1,2-63 2-16,-5 6 0 0,-3 2 0 16,2-2 1-16,-1-2-4 15,5-9-14-15,0-4-66 16,3-10-20-16,1-13-153 16</inkml:trace>
  <inkml:trace contextRef="#ctx0" brushRef="#br0" timeOffset="-80405.89">19040 14316 756 0,'0'0'61'0,"0"0"-19"15,0 0-42-15,0 0-4 16,0 0 4-16,-85 24-1 15,69-5-2-15,5-1 3 16,7-2 0-16,4-6-3 16,0-5-1-16,0-5-11 15,0 0 15-15,12-14 0 16,9-9-42-16,-3-7-78 16,-5 2 83-16,-8 4 37 15,-5 5 5-15,0 7 32 16,1 7 17-16,4 5 15 15,8 0-67-15,7 0-2 16,9 16 0-16,4 6 1 0,6 7 1 16,-2 3-1-16,-2 5 1 15,-1-1-2-15,-8-2-85 16,-8-13-128-16</inkml:trace>
  <inkml:trace contextRef="#ctx0" brushRef="#br0" timeOffset="-79289.02">18213 14682 732 0,'0'0'93'16,"0"0"-27"-16,0 0-66 15,0 0-17-15,0 0 15 16,-26 115 2-16,5-59 1 16,-1 4 3-16,4-4-4 0,2-11 5 15,7-14-4-15,5-15 2 16,3-11-3-16,1-5 3 15,0-1 8-15,0-22 18 16,15-11-29-16,9-15-16 16,-2-5 0-16,-1-1 15 15,2-4-2-15,2 2 0 16,3 10-5-16,3 7 8 16,1 14 0-16,-5 14 12 15,-2 10 2-15,-4 2-12 16,0 16-2-16,-8 18-2 15,-1 7-4-15,-10 1-10 16,-2-4 0-16,0-7-10 16,-16-8-8-16,2-8 17 0,-4-4 2 15,0-6 0-15,2-5 1 16,-2 0 14-16,2-5-3 16,9-7-24-16,7-4 3 15,7 3-39-15,30 1-66 16,12 2-42-16,6 5 39 15,5 2-8-15,-9 2 140 16,-7-2 87-16,-13 3 32 16,-11 0 35-16,-10-3-20 15,-7 3-42-15,-3 0 31 16,0 0-58-16,0 0-34 16,5 0-19-16,7 0-10 15,7 0 11-15,6 0-3 0,6 0-1 16,6 0-4-1,2-2 3-15,-1-13-2 0,-5-5 1 16,-6 0 2-16,-12 1 2 16,-9 2-2-16,-6 1-4 15,-9 2-4-15,-24 7-1 16,-6 5-1-16,-5 2 0 16,3 14 0-16,5 15-4 15,6 12 5-15,5 7 0 16,4 6 0-16,9 3-2 0,9 4 1 15,3-1 2 1,11-4-3-16,20-8 1 0,18-14-13 16,17-14-1-1,13-11-18-15,8-9-48 0,-7-9-131 16</inkml:trace>
  <inkml:trace contextRef="#ctx0" brushRef="#br0" timeOffset="-74842.67">21562 13121 552 0,'0'0'13'15,"0"0"84"-15,0 0-10 16,16-80-19-16,-16 75-37 15,1 2 10-15,-1 3-17 0,0 0-21 16,0 1-3-16,0 26-11 16,0 16 7-16,-3 20 4 15,-9 16 2-15,-4 5 3 16,-2 2-4-16,-2-5 0 16,5-13 2-16,2-12-3 15,4-17 0-15,1-12 2 16,3-13-1-16,-1-6 0 15,6-7 0-15,-3-1 5 16,-6-6 3-16,-3-21 6 16,-5-10-14-16,0-8-1 15,5-4-10-15,5 4 0 16,7 6 0-16,4 3-9 16,22 4-15-16,15 1-7 15,11 2-45-15,6 3 14 0,2 1 49 16,-6 2-21-1,-11 2 44-15,-7 3 3 0,-14 4 12 16,-10 5 40-16,-5 4-3 16,-5 3 27-16,-2 2-30 15,0 0-49-15,0 2 0 16,0 20-10-16,0 10 10 16,-9 14 0-16,4 7 2 15,1 6-2-15,4-2 0 16,0-2-47-16,12-10-57 15,12-14-21-15,6-23-102 16</inkml:trace>
  <inkml:trace contextRef="#ctx0" brushRef="#br0" timeOffset="-74392.62">21992 13232 835 0,'0'0'72'0,"0"0"-72"15,0 0-21-15,-19 82 19 16,7-27 0-16,-4 9 2 16,0 3 1-16,3-3 0 15,6-10-1-15,2-14 6 16,4-16-4-16,1-15 2 16,-2-7-2-16,1-2 7 0,-3-11 23 15,-1-23 6-15,-4-16-38 16,1-9-17-16,4-5-7 15,4 2 6-15,1 4-12 16,22 5 5-16,8 9-17 16,6 11 33-16,4 10 1 15,0 12-1-15,0 11 8 16,-4 0-5-16,-3 21-1 16,-3 8 6-16,-5 4-1 15,-5-3 1-15,-9-6-1 16,-8-9-1-16,-4-3-1 15,0-5-6-15,-18 0 10 16,-18-4 6-16,-11 2 1 16,-8-2-3-16,8-2-1 0,13 1-2 15,15 1-1-15,13 3-2 16,6 4-127-16,18-1-19 16,28-6-92-16</inkml:trace>
  <inkml:trace contextRef="#ctx0" brushRef="#br0" timeOffset="-74121.27">22559 13115 845 0,'0'0'73'0,"0"0"-58"16,0 0-15-16,0 0-5 15,0 0 4-15,-32 102 0 16,21-41 0-16,0 7 1 16,7 4 0-16,2-4 1 15,2-6 1-15,0-12-2 16,6-11 1-16,7-14-1 16,7-14-13-16,5-8-22 15,8-3-30-15,5-33-188 16</inkml:trace>
  <inkml:trace contextRef="#ctx0" brushRef="#br0" timeOffset="-73918.92">22610 13037 655 0,'0'0'3'15,"89"-8"-3"-15,-37 8 8 16,-1 0-7-16,-6 0-1 16,-6 10 0-16,-6 2-39 15,-5-1-82-15,-7-1-167 16</inkml:trace>
  <inkml:trace contextRef="#ctx0" brushRef="#br0" timeOffset="-73496.02">22598 13260 17 0,'0'0'615'0,"0"0"-613"15,0 0 56-15,114 86 12 16,-57-60-27-16,-4-9-19 16,-6-1-11-16,-6-3-13 15,-11-3 5-15,-7-2-5 16,-9-2-1-16,-9-1-11 15,-5-2-81-15,-10 3-17 16,-15 0 93-16,-3-2-71 16,6-1 34-16,8 0 31 0,6-3 15 15,8 0 6-15,0 0-67 16,12 0 69-16,14 0 38 16,0 0 60-16,0 0-11 15,-4 0-50-15,-4 0 58 16,-3 0-60-16,-5 1-33 15,-2 7-2-15,-1 7-2 16,-4 1-3-16,-3 6 3 16,0 5 2-16,0-3 0 15,0-4 0-15,0-7-4 16,0-5-26-16,0-8-30 16,14 0 24-16,9-22-11 15,10-14-256-15</inkml:trace>
  <inkml:trace contextRef="#ctx0" brushRef="#br0" timeOffset="-73290.29">23278 13201 492 0,'0'0'198'16,"0"0"-61"-16,12-80-53 15,-12 75-27-15,0 5-20 16,0 0-37-16,0 7-4 16,0 17-7-16,-2 14 11 15,-8 13-1-15,2 8-1 16,4 4 2-16,4 4-1 15,0-1 0-15,19-3 0 16,4-3-4-16,-1-12-6 0,-8-14-25 16,-7-14-35-1,-6-15-44-15,-1-5-16 0,0-22-63 16</inkml:trace>
  <inkml:trace contextRef="#ctx0" brushRef="#br0" timeOffset="-73117.5">23166 13384 779 0,'0'0'30'0,"0"0"0"15,95-15-27-15,-45 15-3 16,7 0 0-16,-1 0 4 0,-1 0-4 16,-3 3-7-16,-4 0-40 15,-10-3-150-15,-13-6-356 16</inkml:trace>
  <inkml:trace contextRef="#ctx0" brushRef="#br0" timeOffset="-72545.55">22890 13459 646 0,'0'0'140'0,"0"0"-135"16,0 0-5-16,0 0-7 16,0 0 6-16,0 0-1 0,0 106 2 15,3-67 0-15,4-3 4 16,1-11-4-16,1-8 0 15,-2-9 1-15,1-8-1 16,2 0 0-16,7-14-21 16,-1-16-109-16,2-9-4 15,-6-2 9-15,-2 1 125 16,-2 8 60-16,-1 11 36 16,1 10-14-16,1 8-24 15,-3 3-58-15,0 0-5 16,0 16 2-16,-3 5-2 0,-1 8 5 15,1 8 5 1,-3 8-2-16,0 2 1 0,3-2-3 16,0-4-1-1,2-9-42-15,0-15-128 0</inkml:trace>
  <inkml:trace contextRef="#ctx0" brushRef="#br0" timeOffset="-72111.6">22276 13922 408 0,'0'0'210'0,"0"0"-47"16,0 0-58-16,0 0-51 16,0 0-34-16,0 0-14 15,65-54-5-15,22 44-1 16,28 2 3-16,15 4 2 15,2 2 5-15,-2 2-5 0,-5 0-5 16,-12 0-1 0,-9 0 1-16,-18 0 1 0,-22 0-1 15,-21 0 1-15,-22 0-2 16,-11 0 1-16,-10 0 0 16,0 0-9-16,-14 0-5 15,-28 0-96-15,-12 0-97 16,-2 8-144-16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19:19.475"/>
    </inkml:context>
    <inkml:brush xml:id="br0">
      <inkml:brushProperty name="width" value="0.05292" units="cm"/>
      <inkml:brushProperty name="height" value="0.05292" units="cm"/>
      <inkml:brushProperty name="color" value="#FF0000"/>
    </inkml:brush>
  </inkml:definitions>
  <inkml:trace contextRef="#ctx0" brushRef="#br0">11173 15269 251 0,'0'0'181'0,"0"0"-77"15,0 0-61-15,0 0-23 16,0 0-1-16,0 0 18 16,0 0 3-16,0 0-17 15,0 0-9-15,0 0-8 16,0 0-3-16,0 0-3 16,0 0 0-16,0 0-2 15,0 1 1-15,0 8 1 16,0 0 1-16,0 3 0 15,0 1-1-15,0 1 4 16,0-1-4-16,0-2 1 16,0 0 1-16,1 1-2 15,6-3 1-15,2 0 1 0,4-1 1 16,2-3 1-16,2-1 1 16,5-2-4-16,4-2 3 15,5 0 0-15,8-11-3 16,8-11 0-16,10-9 1 15,4-8-2-15,3-7-2 16,2-3 0-16,-2 2 2 16,-1 4 0-16,-6 4 4 15,-10 6 8-15,-11 9 4 16,-11 5-5-16,-10 4-1 16,-4 6-5-16,-7 7-3 15,-2 2-2-15,-2 0-37 16,0 9-61-16,0 11 19 0,0-3-147 15</inkml:trace>
  <inkml:trace contextRef="#ctx0" brushRef="#br0" timeOffset="172.77">12009 15042 629 0,'0'0'85'0,"0"0"-36"16,0 0-40-16,0 0-9 16,0 0-18-16,0 0-18 0,-72 67-121 15,48-42-310 1</inkml:trace>
  <inkml:trace contextRef="#ctx0" brushRef="#br0" timeOffset="2563.58">4048 15620 179 0,'0'0'98'16,"0"0"-6"-16,0 0-25 15,0 0-21-15,0 0 19 16,0 0-37-16,-13-9-16 16,9 5 42-16,-1 0-49 15,-1 0 9-15,2 1 16 16,2 2 10-16,-3-1-28 0,1 0-4 15,3 2-3-15,-1 0-3 16,2 0 1-16,0 0-3 16,0 0-2-16,0 0-1 15,0 0 1-15,0 0-2 16,0 0-3-16,0 0 5 16,0 0 2-16,5 0 1 15,8 3 0-15,8 2 2 16,3 0 0-16,4-2-1 15,5-1 1-15,7 0 0 16,4-1-1-16,2 0 2 16,2 1-3-16,1-1 1 0,-5 3-2 15,3-4 2 1,-5 3-1-16,-1-1-1 0,-2 1 3 16,3-1-3-16,2 1 0 15,2-2 1-15,5 5 0 16,0-4-1-16,0 2 0 15,-5-1 0-15,-4 2 0 16,-1-3 2-16,-2 2-2 16,2 1 1-16,-1-1-1 15,5 0-4-15,0 1 3 16,2-2-1-16,-2-1-6 16,0-1 1-16,-6-1 5 15,-2 0 0-15,0 0 1 0,0 0 0 16,1 0 1-1,-2 0 1-15,-5 2-1 0,-1-1 0 16,-5 0 0-16,2 1 0 16,4-1 0-16,5 1 0 15,6 0 1-15,4 1-1 16,-3-1-1-16,-3-1 1 16,-5 0 0-16,-4 1 0 15,-1 1 0-15,0-2 1 16,6 0-1-16,1 2 0 15,0-3 0-15,3 3 0 16,-2-2-1-16,-1-1 1 16,5 2 1-16,4-2-1 15,2 0-1-15,-2 0-6 16,-6 0 6-16,-7 0 0 0,-5 0 1 16,-4 0 0-16,3 0 0 15,2 0 0-15,6 0 0 16,1 0-2-16,1 0 2 15,-2-2 1-15,-7 1-1 16,-1-2 1-16,-8-1-1 16,1 1 0-16,-1 0 1 15,3 3 0-15,1 0 1 16,14 0-2-16,2 0 1 16,6 0 0-16,1 0 0 15,0 0-1-15,2 0 3 0,-3 0 0 16,-2 0 5-16,-6-1-8 15,-3 1 6-15,1 0 0 16,2 0-1-16,2 0-4 16,1 0 6-16,2 0 1 15,-2 0-8-15,2 0 3 16,-1 0 0-16,0 0-3 16,-2 0 8-16,1-1 1 15,-4-4-4-15,-7 1 15 16,-6 1-12-16,-7 1 7 15,-4-1-6-15,-3 0 6 16,2 1-4-16,-4-2 2 16,2 1-6-16,-2 1 3 15,1-2-1-15,1-1-3 0,3-1 2 16,0 2-4 0,2 0-1-16,3 0-2 0,-1 2-1 15,-2-1 0-15,4 0 1 16,-8 2-1-16,-2 1 0 15,-7 0 0-15,1 0-1 16,-2 0-1-16,0 0-5 16,4 0-17-16,-1 0-7 15,-1 7-1-15,5 5-50 16,2-2-73-16,4-4-166 16</inkml:trace>
  <inkml:trace contextRef="#ctx0" brushRef="#br0" timeOffset="2714.34">8174 15700 384 0,'0'0'181'16,"0"0"-95"-16,0 0 19 15,0 0-42-15,0 0-27 16,0 0-18-16,-28 0-14 16,14 7-4-16,-2 5-60 15,-2 1-125-15</inkml:trace>
  <inkml:trace contextRef="#ctx0" brushRef="#br0" timeOffset="4928.42">4084 16484 299 0,'0'0'148'16,"0"0"-83"-16,0 0-33 16,0 0 42-16,0 0-54 15,0 0 30-15,0 0-14 16,-9-28 5-16,9 27-17 0,-1 1-7 16,1 0 1-16,-2 0-8 15,2 0-9-15,0 0-1 16,2 0-2-16,16 0 0 15,9 0 4-15,4 0-2 16,10 0 0-16,3 3 1 16,5 1-1-16,2 1 0 15,7 0-4-15,5-1 4 16,4-1 0-16,6-1 0 16,-1-1 1-16,3 3 1 15,0-1-2-15,1 2 0 0,3-1-2 16,2 1 2-16,-1 0-11 15,-2-2-8 1,1-2 5-16,-9-1 13 0,-6 0-9 16,-4 0 9-16,-3 0-10 15,7 2 4-15,2-1-1 16,5 4 7-16,-3-2-1 16,-6-1-4-16,-7 3-3 15,-7-4-10-15,0 0 15 16,-1-1-2-16,2 0-3 15,6 2 6-15,-5 1 0 16,-3-3 3-16,-9 3 5 16,-14-1-2-16,-10 0-3 15,-7-1 2-15,3-1 4 0,-1 2-1 16,4-1-4-16,2 0 1 16,6-1-1-16,2 0 1 15,6 0-1-15,2 0 1 16,1 0-1-16,-4 0 0 15,2 0 4-15,-5 0-4 16,-1 0 0-16,-1 0 4 16,-6-1-5-16,0 0 0 15,1 1 1-15,-2-2 7 16,1 1-1-16,-8-1 1 16,-5 0 8-16,-2 2 2 15,-2 0 9-15,0 0 1 0,0 0-9 16,0 0-7-1,0 0-5-15,0-3-7 0,0 0-3 16,0 1-14-16,-8 2-48 16,-2 0-37-16,-2 0-58 15,3 0-266-15</inkml:trace>
  <inkml:trace contextRef="#ctx0" brushRef="#br0" timeOffset="6996.33">9791 15986 212 0,'0'0'19'0,"0"0"7"16,0 0 9-16,0 0 42 16,0 0-12-16,0 0-1 15,0-8-30-15,0 6-7 16,0 1-10-16,0-2 8 15,0 0 6-15,0 3-4 16,0-3 3-16,-2 0 4 16,1-1-5-16,-1 1 14 15,2-2-21-15,-1 1-2 16,1-1 4-16,0 1-2 16,-2 3-2-16,2 0-2 15,0 1-9-15,0 0-6 16,0 0-3-16,0 0-2 0,0 0-4 15,0 11 0 1,0 11 6-16,0 7 0 0,0 4 0 16,0 2 0-16,6 1 0 15,1-7 0-15,2-3-1 16,2-6-1-16,1-6 1 16,3-7-4-16,5-4 4 15,6-3 1-15,10-6 0 16,6-15-1-16,0-8-9 15,2-4 8-15,0-4-5 16,-2-6 6-16,2 3 1 16,-8 3 1-16,-9 7 2 15,-9 5 5-15,-12 9 4 16,-3 7-3-16,-2 4 1 0,-1 5-10 16,0 0-2-16,0 0-25 15,0 9-81-15,0 11 11 16,0 0-28-16,0-5-212 15</inkml:trace>
  <inkml:trace contextRef="#ctx0" brushRef="#br0" timeOffset="7153.68">10325 15966 60 0,'0'0'543'0,"0"0"-454"0,0 0-65 15,0 0-24-15,0 0-14 16,0 0-14-16,-10 41-24 16,-2-19-141-16</inkml:trace>
  <inkml:trace contextRef="#ctx0" brushRef="#br0" timeOffset="14219.73">13229 16723 156 0,'0'0'111'0,"0"0"-40"15,0 0 25-15,0 0-38 16,0 0 6-16,0 0 0 0,0 0-53 16,2-36 53-1,-1 29-29-15,-1 3 3 0,0 1 5 16,2 0-8-16,-2 1-3 15,0 2-4-15,0-2-4 16,0 2-17-16,0 0-6 16,0 0-2-16,0 0-4 15,0 0-6-15,-12 11 9 16,-12 11-1-16,-10 8 3 16,-8 3 0-16,-7 7 2 15,-7 2 1-15,0 3-2 16,2-1 1-16,5 0 0 0,11-6 1 15,12-10-2 1,9-9-1-16,10-9-2 0,7-8-21 16,0-2 0-16,0 0 18 15,0 0 2-15,0-15-3 16,4-5-89-16,6-4-46 16,-2-1 22-16,-3-2-171 15</inkml:trace>
  <inkml:trace contextRef="#ctx0" brushRef="#br0" timeOffset="14521.11">12892 16640 508 0,'0'0'75'16,"0"0"54"-16,0 0-53 0,0 0-42 15,0 0 4-15,0 0-25 16,34-32-13-16,-20 32 4 16,-1 16 2-16,2 6 2 15,-3 8-3-15,-3 10 4 16,-2 6-2-16,-2 5 1 16,1 5-7-16,-2 4 0 15,4 1 7-15,2 3-5 16,2-6-1-16,4-11-2 15,6-15-6-15,0-8-26 0,6-12-6 16,-5-7-61-16,-5-5-108 16</inkml:trace>
  <inkml:trace contextRef="#ctx0" brushRef="#br0" timeOffset="14703.11">13101 17096 688 0,'0'0'134'16,"0"0"-73"-16,0 0-48 15,0 0-8-15,0 0-5 16,0 0 0-16,0-10-37 0,0 10-164 16,0 4-150-1</inkml:trace>
  <inkml:trace contextRef="#ctx0" brushRef="#br0" timeOffset="19031.27">9570 17654 117 0,'0'0'50'16,"0"0"9"-16,0 0 1 16,0 0-28-16,0 0 29 15,0 0-38-15,0 0 4 16,8-38-7-16,-8 34 39 15,3-1-41-15,-2 2 11 16,-1-2 12-16,0 2-26 16,0 1 2-16,0 0-10 15,0 0-3-15,0 2 10 16,0 0 13-16,0 0-11 16,0 0-6-16,0 0 2 15,0 0 1-15,0 0-3 16,0 0-9-16,0 0-1 0,-7 2 0 15,-11 10 4-15,-3 7 5 16,-7 3 0-16,-4 7 5 16,-3 1-5-16,-3-1-2 15,2-1-1-15,5-3-4 16,3-1-1-16,9-12 1 16,3-2-1-16,6-3 1 15,3-6 1-15,2 0-3 16,2-1 1-16,0 0-1 15,2 0 0-15,-1-1-39 16,2-6-65-16,0-2 10 0,0-3-172 16</inkml:trace>
  <inkml:trace contextRef="#ctx0" brushRef="#br0" timeOffset="19368.75">9291 17584 374 0,'0'0'118'0,"0"0"-37"15,0 0-19-15,0 0-32 0,0 0-15 16,0 0-2-16,0-6-3 15,3 7 8-15,12 15 47 16,3 6-21-16,5 9-21 16,-4 0-5-16,-1 3-8 15,-3 2-3-15,-2-2-4 16,-4-4-3-16,2-2 3 16,-1 0 1-16,-1-10-3 15,-2-3-1-15,1-2-9 16,-1-3-45-16,-1-10-103 15,-1 0-237-15</inkml:trace>
  <inkml:trace contextRef="#ctx0" brushRef="#br0" timeOffset="19547.21">9508 17874 613 0,'0'0'114'0,"0"0"-31"16,0 0-58-16,0 0-25 16,0 0-51-16,0 0-161 15,-21-11-91-15</inkml:trace>
  <inkml:trace contextRef="#ctx0" brushRef="#br0" timeOffset="36781.13">14154 18470 103 0,'0'0'60'0,"0"0"-18"16,0 0-15-16,0 0-11 0,0 0-9 15,0 0-2-15,0 0 5 16,0 0 7-16,25-9 4 16,-22 8 10-16,-1-6 57 15,-1 5-24-15,-1 1-11 16,0 1-20-16,0 0-6 15,0 0-3-15,0-3-15 16,0 3-4-16,0 0-2 16,0-3 3-16,1 0-4 15,1 2-2-15,0-3 0 16,1 1 0-16,-2 1 2 16,-1 1-2-16,2 1 1 15,-2-3-1-15,0 3 6 0,0-5-3 16,0 3-3-16,0 2-1 15,0 0 1-15,0 0 1 16,0 0-1-16,0 0-2 16,0 0-2-16,0 0-2 15,0 0-5-15,0 0 3 16,0 4 8-16,0 12 0 16,-10 4 0-16,-1 4 11 15,-6 8 34-15,-6 5-10 16,-1 5-4-16,-8-2-8 0,0 1-6 15,-1-7 0 1,1-3-9-16,3-3 0 0,3-9-2 16,4 0 3-16,5-10-8 15,4 2 0-15,4-7 1 16,5 1 3-16,-1-5-1 16,5 0-4-16,0 0 7 15,0 0 2-15,0 0-1 16,0 0-8-16,2-9-9 15,10-4-77-15,4 1-27 16,-1 4 41-16,-2 2-48 16,-4-1-62-16</inkml:trace>
  <inkml:trace contextRef="#ctx0" brushRef="#br0" timeOffset="37465.97">14021 18551 36 0,'0'0'81'0,"0"0"13"15,0 0-41-15,0 0 2 16,0 0 14-16,0 0-3 16,0-25-7-16,0 18-21 15,-1 2 12-15,-2-3 20 16,-2 3-40-16,4 1 1 15,-2-3-11-15,0 1 19 16,3 2-9-16,0 1-20 16,-3-1-5-16,0 1 2 15,1 1-2-15,-4 1-2 16,5 1-2-16,-1 0 1 16,2 0 3-16,0 0-5 0,0 0 0 15,0 0 1-15,0 0-1 16,0 0 0-16,0 0-1 15,0 0-2-15,0 0 2 16,0 0-4-16,0 1-1 16,0 18 5-16,0 10 1 15,5 7 0-15,4 4-1 16,0 3 1-16,0-4-2 16,2 2 1-16,0-5 2 15,0-6 1-15,0 0-2 16,0-3 0-16,-2-2-2 0,1-8 2 15,-5-3 4 1,-1-9-4-16,-2-1 1 0,-2-4-1 16,0 0-2-16,0 0-1 15,0 0 3-15,0 0 0 16,0 0-14-16,3 0-29 16,0 0-53-16,4 0-33 15,0 0-265-15</inkml:trace>
  <inkml:trace contextRef="#ctx0" brushRef="#br0" timeOffset="37630.29">14085 18866 463 0,'0'0'124'16,"0"0"-103"-16,0 0-21 15,0 0 0-15,0 0 2 16,0 0-2-16,0 0 0 15,-18 31-30-15,16-31-296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20:50.352"/>
    </inkml:context>
    <inkml:brush xml:id="br0">
      <inkml:brushProperty name="width" value="0.05292" units="cm"/>
      <inkml:brushProperty name="height" value="0.05292" units="cm"/>
      <inkml:brushProperty name="color" value="#FF0000"/>
    </inkml:brush>
  </inkml:definitions>
  <inkml:trace contextRef="#ctx0" brushRef="#br0">3822 9819 208 0,'0'0'39'16,"0"0"-17"-16,0 0-14 16,0 0 3-16,0 0 15 15,0 0 15-15,0 0 10 0,0-4-5 16,0 4-19-16,0-2-1 15,0 2 7-15,0-2 8 16,0 2-10-16,0-1 8 16,0-1-4-16,0 2 3 15,0-2-10-15,0 2-11 16,0-2-8-16,0 2-8 16,-2 0 2-16,1 0 0 15,1 0-1-15,0 0-1 16,0 0-1-16,0 0 0 15,0 0 1-15,0 0-2 16,0 0 1-16,0 0 0 16,0 0 0-16,0 0-1 15,0 0-5-15,0 0-2 0,6 0 8 16,19 0 4 0,14 0-1-16,6 2 0 0,5 2 0 15,2-1-2-15,2-3 0 16,0 0 0-16,1 0-1 15,8 0-2-15,-2 0 2 16,0 0 2-16,2 0 0 16,-5 0-2-16,-2 0 0 15,1 0 3-15,-1 0-3 16,0 0 0-16,1 0 0 16,-2 0 0-16,-3 0 1 15,-4 2-1-15,-2 0 0 0,-4-1 0 16,4 3 0-16,-3-1-1 15,5 0 0-15,0 1 1 16,4-1-4-16,2 0-5 16,1-2-11-16,-1-1-8 15,-2 0 0-15,-2 0 13 16,-8 0 13-16,-4 0 2 16,-5 0 1-16,-4 0 1 15,4 0-2-15,1 0-1 16,2 0 0-16,0 0 1 15,6 0 1-15,-3-3 0 16,2 2-1-16,0-2 0 16,-3-1 0-16,-2 1 2 15,-2-3 1-15,-2 2-2 16,-4 0 1-16,3-1 1 0,-2 2 6 16,-3-1 1-16,3 1-1 15,-1 0-3-15,2-1-3 16,0 1 2-16,-3 3-4 15,8-1 1-15,-2-1 0 16,-3 1 1-16,0 1-2 16,-2-2 2-16,-2-1-1 15,4-2 3-15,-3 2-2 16,-4-1 13-16,-3-1 1 16,-2 2-1-16,-5-4-1 15,2 3 0-15,-2 1-3 0,-1-2-1 16,-3 2-3-16,2-1 0 15,1 1 4-15,-5 1-4 16,2-1 1-16,0 3 0 16,0 0-9-16,0-2 0 15,-2 2 2-15,-4 0-2 16,-3 0 0-16,2 0 1 16,1 0-1-16,1 0 2 15,2 0-2-15,3-2 0 16,-1 2 0-16,1 0 0 15,2 0 0-15,-2 0 0 16,-1 0 1-16,-2-1-1 16,-3-1 3-16,1 2 6 15,-4 0 2-15,0-1 4 0,0 1-1 16,0 0-2 0,0 0-3-16,0 0 0 0,0 0-1 15,0 0-2-15,0 0 1 16,0 0-1-16,0 0-3 15,0 0 0-15,0 0 0 16,0 0 1-16,0 0-4 16,0 0 1-16,0 0-1 15,0 0-1-15,0 0 0 16,0 0 0-16,0 0-1 16,0 0-3-16,0 0-21 15,0 0-11-15,0 0-19 0,0 1-54 16,-13 7-10-1,-2-3-42-15</inkml:trace>
  <inkml:trace contextRef="#ctx0" brushRef="#br0" timeOffset="16120.96">2343 15210 180 0,'0'0'23'0,"0"0"7"16,0 0-1-16,0 0-12 0,0 0-15 16,0 0 19-16,0 0-8 15,0 0-2-15,-55-18-6 16,51 16 60-16,-1-4-44 16,-2 2-11-16,4 1 17 15,-3 1-22-15,2 0-3 16,4-1 7-16,-2 1 36 15,2-1-4-15,-3-1-27 16,3 2 1-16,0 1 16 16,-2 0-9-16,2 1-10 15,0 0 1-15,0 0-12 16,0 0-1-16,0 0-7 16,0 0 1-16,0 0-13 15,0 0 0-15,0 0 12 16,7 1 7-16,14 4 0 0,4 2 1 15,9-1-1-15,6 0 1 16,7 2 0-16,9-2 0 16,10 2 0-16,10 0-1 15,7-4 3-15,7 3-3 16,4-4 0-16,4-2 2 16,1 2 0-16,6 0 3 15,-5 0 3-15,-1 2-5 16,-2 2 1-16,-6 0-3 15,-1 0 1-15,-2-1-2 16,-1 1 2-16,3-3-2 16,1 0 0-16,-1-1 0 0,-1-3 0 15,-1 0 0-15,-3 0 0 16,-3 2 0-16,-6 1 1 16,-4 2-1-16,4 1-1 15,-3 0 1-15,3 4 2 16,-4-3-2-16,-4 0 1 15,1-1-2-15,-4-2 2 16,1 1 1-16,1-2-2 16,-4-2-3-16,-3-1 3 15,-5 0 0-15,-1 0 0 16,-1 0 0-16,1 0 3 16,-2 0-2-16,2 0 0 15,-3-1 2-15,1 0 1 0,1 1-3 16,4 0 0-1,4 0 5-15,8 0 2 0,1 0-1 16,4 0-3-16,0 0-1 16,-2 0 4-16,0 0-1 15,-5 0-4-15,-4-4 2 16,-3 0-1-16,-5-1 10 16,3-2 4-16,5 0 4 15,2 0-5-15,3 0-3 16,0-1-5-16,-4 3 0 15,-1-2-2-15,-8 1-3 16,-7 3 1-16,-4-4-1 16,-6 3-2-16,-2-1 6 15,-4 4-1-15,0-3-1 16,4 1-5-16,-1 2 0 0,1-1 2 16,0 1-1-16,1-2-1 15,1 2 1-15,0-3-1 16,-5 1 1-16,-5 0 2 15,-7-1 0-15,-7 3 2 16,-7-2 8-16,-5 0 7 16,1 1 0-16,-3-1-1 15,0-2-14-15,0 2-1 16,0 0-1-16,0 0-2 16,0 3 1-16,0 0-2 15,0 0 0-15,0 0-14 16,0 6-62-16,0 13 24 0,0 0-59 15,0-8-104-15</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47:50.214"/>
    </inkml:context>
    <inkml:brush xml:id="br0">
      <inkml:brushProperty name="width" value="0.05292" units="cm"/>
      <inkml:brushProperty name="height" value="0.05292" units="cm"/>
      <inkml:brushProperty name="color" value="#FF0000"/>
    </inkml:brush>
  </inkml:definitions>
  <inkml:trace contextRef="#ctx0" brushRef="#br0">18238 16431 53 0,'0'0'157'0,"0"0"-75"0,0 0 14 15,0 0-26-15,0 0 8 16,0 0-37-16,0 0-24 16,-16-40 7-16,14 35 7 15,0 1-11-15,-2-3 33 16,1 4-10-16,-3-3-7 16,-1-2-8-16,-1 2-3 15,-1 0-1-15,3 1 3 16,5 3-3-16,-2 0-12 15,3 2-2-15,0 0-9 16,0 0-1-16,0 0 0 16,0 0-3-16,14 0-1 15,27 2 4-15,25 8 6 0,29-1 1 16,20 5 2 0,10-3-6-16,-1-2-2 0,-5 1 3 15,-5-3-4-15,-8 0 2 16,-4 2-8-16,-12-3 10 15,-17-4-4-15,-19 1 2 16,-20-3-1-16,-13 0 1 16,-12 0-1-16,-6 0 11 15,0 0 2-15,-3-3-12 16,0-2 4-16,0-1-5 16,0 0-1-16,-3 4 0 15,-6 0-7-15,-2 2-29 16,0 0-28-16,-3 13-108 15,2-5-120-15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21:10.916"/>
    </inkml:context>
    <inkml:brush xml:id="br0">
      <inkml:brushProperty name="width" value="0.05292" units="cm"/>
      <inkml:brushProperty name="height" value="0.05292" units="cm"/>
      <inkml:brushProperty name="color" value="#FF0000"/>
    </inkml:brush>
  </inkml:definitions>
  <inkml:trace contextRef="#ctx0" brushRef="#br0">5782 2769 217 0,'0'0'88'16,"0"0"59"-16,0 0-58 16,0 0-41-16,0 0 21 15,0 0-17-15,0 0-25 16,4-14-1-16,-1 11-16 15,0 0-3-15,2-2 16 0,-1 1-4 16,0-1 2-16,-1 0-5 16,2-2-4-16,1 0-4 15,6-4 3-15,0-2-8 16,1-4 0-16,4-1-3 16,-2-4 1-16,-2 1-1 15,-4-1 2-15,-6-1-1 16,-3 1 1-16,0 2-2 15,-3 2-1-15,-18 4-4 16,-9 3-2-16,-7 6-4 16,-8 5-5-16,-4 0-2 15,1 19 9-15,2 8 1 0,6 9 3 16,1 8 3 0,9 5 0-16,12 2 0 15,13-4-3-15,5-5-3 0,26-9-6 16,13-7 11-16,9-5 3 15,2-6 1-15,-4-4 1 16,-8-2 1-16,-14 1-3 16,-4 0-1-16,-10 3-2 15,-6 4-6-15,-4 4-12 16,-10 4-4-16,-22 3 6 16,-8-1 0-16,-9 0 3 15,1-7 14-15,2-6-2 16,10-7 4-16,2-5 1 15,8-2 5-15,1 0 3 16,5-7 3-16,4-9 6 0,7-2-7 16,8-1-11-16,1 4-5 15,12 0-85-15,18 3-75 16,11-2-251-16</inkml:trace>
  <inkml:trace contextRef="#ctx0" brushRef="#br0" timeOffset="532.58">6083 2740 536 0,'0'0'86'16,"0"0"79"-16,0 0-91 15,0 0-74-15,0 0-7 16,0 0 7-16,9 44 0 15,0-10 0-15,0 5 0 16,1 4 1-16,2-2 1 16,6-7 0-16,1-9-2 15,-2-10-3-15,4-10 2 16,-1-5 1-16,0-3 1 16,1-14 3-16,-5-5-3 15,-2 2 1-15,-8 1-1 16,-3 4 0-16,-3 5 0 15,0 4-1-15,0 6 5 0,1 0-5 16,8 0-20-16,3 14 15 16,9 5 4-16,9 2 0 15,10 1-1-15,5-2-2 16,6-4-15-16,-1-8-22 16,-6-8 5-16,-3 0 28 15,-2-11 8-15,-3-14 3 16,-6-3-1-16,-9-5 22 15,-14 2 11-15,-7-1-7 16,-11-3-20-16,-24 1-8 16,-4 2-1-16,5 5 1 15,8 8 3-15,13 8 17 0,11 8-13 16,2 3-7-16,0 0-38 16,8 16-57-16,20 7 40 15,17-3-26-15,22-6-151 16</inkml:trace>
  <inkml:trace contextRef="#ctx0" brushRef="#br0" timeOffset="848.83">7016 2786 406 0,'0'0'211'16,"0"0"-107"-16,0 0-81 0,0 0-21 15,0 0-2 1,-20 76 0-16,20-43 2 15,0 3 0-15,0-4-2 0,11-6 0 16,10-9 0-16,6-8 4 16,5-9 6-16,2 0 31 15,2-17-7-15,-5-6-26 16,-4-4 4-16,-11-2 2 16,-13-2-3-16,-3-4 1 15,-25-2-12-15,-21 2-4 16,-9 4-7-16,10 8 2 15,14 12 7-15,14 11-2 16,5 0-59-16,5 19-77 16,4 9 30-16,3-5-137 15,14-6-59-15</inkml:trace>
  <inkml:trace contextRef="#ctx0" brushRef="#br0" timeOffset="1120.97">7143 2571 552 0,'0'0'54'16,"0"0"37"-16,85-41-47 16,-37 37-25-16,10 1 0 15,7 2 0-15,3 1-4 16,8 0-2-16,3 0-6 15,-4 0-4-15,-6 1-3 0,-14 1-1 16,-12-2-24-16,-18 0-39 16,-13 0 28-16,-12-7-5 15,-10-1-42-15,-30-1-147 16,-16 4 2-16</inkml:trace>
  <inkml:trace contextRef="#ctx0" brushRef="#br0" timeOffset="1267.75">7624 2489 28 0,'0'0'115'0,"0"0"-28"16,0 0-62-16,0 0 31 15,0 0 36-15,0 0 1 16,-48 82-14-16,48-39-27 16,0 13-14-16,12 6-2 15,4 2-18-15,2 3-14 0,-4-1-1 16,-5-3-3 0,-9-3-31-16,-2-16-118 0,-16-19-252 15</inkml:trace>
  <inkml:trace contextRef="#ctx0" brushRef="#br0" timeOffset="1915.12">4914 3380 350 0,'0'0'96'0,"0"0"3"15,0 0-37-15,0 0-49 16,0 0-8-16,0 0 1 16,140-16 26-16,-27 14 30 15,39 1-9-15,30 1-19 16,23 0-11-16,12 3-14 16,9 10-8-16,-7-3 2 15,-4-2-3-15,-14-3 0 0,-25-2-1 16,-24-3 0-1,-28 0 1-15,-29-3 2 0,-23-5 2 16,-21 0-3 0,-20 2 2-16,-16 3 3 0,-8 0 0 15,-5 3 10-15,-2-1-2 16,0 1-13-16,0 0-1 16,0 0-10-16,1 0-48 15,1 7-80-15,4 7 25 16,6-1-86-16</inkml:trace>
  <inkml:trace contextRef="#ctx0" brushRef="#br0" timeOffset="2093.18">7697 3423 554 0,'0'0'106'16,"0"0"-3"-16,0 0-33 15,0 0-66-15,0 0-4 16,0 0-81-16,-6-22-33 16,19 31 45-16,4-7-202 15</inkml:trace>
  <inkml:trace contextRef="#ctx0" brushRef="#br0" timeOffset="6908.78">5535 3224 129 0,'0'0'147'16,"0"0"-38"-16,0 0-9 15,0 0-30-15,0 0 31 16,0 0-68-16,0 0 17 16,-19-31 7-16,15 29-29 15,4-1 4-15,0 3-8 16,-2-3-3-16,2 3-5 15,0 0-11-15,-1 0-3 16,1 0-2-16,0 0 0 16,0 0 0-16,0 0 0 0,0 0 0 15,0 0-4-15,0 0-11 16,0 0-48-16,0 0-18 16,0 10 14-16,0-3-33 15,-2 3-32-15,2-5-85 16</inkml:trace>
  <inkml:trace contextRef="#ctx0" brushRef="#br0" timeOffset="7479.07">6329 3110 395 0,'0'0'103'0,"0"0"-54"16,0 0-16-16,0 0 16 16,0 0 17-16,0 0-20 15,-4 0-10-15,2 0-17 16,2 0-7-16,0 0-7 15,0 0 0-15,0 0-4 0,0 0-1 16,0 0-16-16,0 0-57 16,0 0-97-16,0 0-110 15,6 3 60-15</inkml:trace>
  <inkml:trace contextRef="#ctx0" brushRef="#br0" timeOffset="8130.21">7066 3152 276 0,'0'0'108'16,"0"0"-65"-16,0 0-38 15,0 0 2-15,0 0 12 16,0 0 4-16,0 0 5 16,0 0 4-16,0 0-13 15,0 0-7-15,0 0-12 16,0 0-38-16,6 0-90 16,4 0-41-16</inkml:trace>
  <inkml:trace contextRef="#ctx0" brushRef="#br0" timeOffset="8549.96">7797 3160 285 0,'0'0'74'16,"0"0"-12"-16,0 0-55 16,0 0-6-16,0 0-1 15,0 0-1-15,0 0-56 16,-3 0-46-16,-2 2 22 15,-3 1-33-15</inkml:trace>
  <inkml:trace contextRef="#ctx0" brushRef="#br0" timeOffset="11055.65">4836 4405 293 0,'0'0'95'0,"0"0"33"15,0 0-43-15,0 0-1 16,0 0-47-16,0 0-28 15,-6-17 0-15,6 17-3 16,0 0 4-16,0 0 3 16,0 0-13-16,0 0 0 15,0 0 0-15,4 0 0 0,10 1 2 16,7 4-2-16,7-2 1 16,9-2 4-16,11-1-4 15,13 0-2-15,11 0-20 16,1-3-112-16,-9-4-118 15</inkml:trace>
  <inkml:trace contextRef="#ctx0" brushRef="#br0" timeOffset="13753.02">4782 4450 281 0,'0'0'37'16,"0"0"-35"-16,0 0 25 16,0 0 36-16,0 0-14 15,0 0 1-15,32 3 3 0,-15-3-23 16,0-4-12-1,4-4 4-15,0-4-11 0,0-3-6 16,1-2-4-16,5-7 1 16,1-4-2-16,2-4 0 15,2-2-2-15,5-2-24 16,-4 0 2-16,7-1-12 16,-6 1 12-16,-10 1 19 15,-3 7 5-15,-10 4 8 16,0 7 13-16,-8 5 12 15,-3 8 0-15,0 4 0 16,0 0-33-16,3 7-11 16,-3 22 9-16,0 13 2 15,0 12 0-15,-3 13 0 0,-11 5 2 16,3 3 0 0,-1 1-2-16,0-3 0 0,6-2 2 15,1-3-2-15,1-9 0 16,-2-7 1-16,-1-6-1 15,-1-8 0-15,-4-4 1 16,-1-8-1-16,-1-4 0 16,-6-5 0-16,-1-8 3 15,-7-6 2-15,-4-3 5 16,-4 0 1-16,-1-18-5 16,4-7 2-16,6-2-4 15,10-2 3-15,12-2-4 16,5 4-3-16,18 1-12 0,19 1 7 15,12 4 2 1,9 4 3-16,2 8 1 0,-2 3 0 16,-7 6 2-1,-2 0-1-15,-7 10-1 0,-5 9 0 16,-3 2 2-16,-8 2-3 16,-2 0 0-16,-5-5 1 15,-8-4-1-15,-4-7-29 16,-1-4 6-16,-6-3-5 15,0 0 25-15,0-1 3 16,0-18 20-16,-6-3-18 16,-3-6 0-16,0-1-2 0,7 2 9 15,2 4 34 1,0 7-12-16,2 7-21 0,13 4-10 16,6 4-5-16,6 1-5 15,-2 0 3-15,0 14 7 16,-2 7 0-16,-3 6-2 15,0 3 2-15,-5 7 0 16,-2-4 2-16,-7-2-2 16,-3-4-3-16,-3-6-60 15,0-9-11-15,-20-5-22 16,-9-7-51-16,-2-8-94 16</inkml:trace>
  <inkml:trace contextRef="#ctx0" brushRef="#br0" timeOffset="14019.15">5893 4218 574 0,'0'0'143'0,"0"0"-31"15,0 0-43-15,0 0-51 16,0 0-18-16,0 0-9 15,1 45 8-15,-6 15 2 16,1 14-1-16,-1 10 0 16,2 5 1-16,3-4-1 15,0-8 1-15,0-13-1 0,2-12-21 16,7-13-20 0,-1-4-42-16,-3-15-46 0,-1-13-56 15</inkml:trace>
  <inkml:trace contextRef="#ctx0" brushRef="#br0" timeOffset="14368.71">6013 4797 712 0,'0'0'22'16,"0"0"5"-16,0 0-27 15,0 0 2-15,92-39 3 16,-45 20 2-16,2-2-4 15,-3-2 8-15,-1-4-6 0,-12 1 1 16,-4-3-5-16,-15 2 3 16,-14 3-4-16,0 1-7 15,-31 7-3-15,-13 5 7 16,-2 10-1-16,6 1 3 16,7 17-1-16,9 17-1 15,5 11 0-15,7 7 3 16,9 4-3-16,3 0-3 15,16-6 5-15,21-10-4 16,16-14-5-16,9-13 0 16,14-13 0-16,5 0-76 15,-8-19-57-15,-13-9-235 16</inkml:trace>
  <inkml:trace contextRef="#ctx0" brushRef="#br0" timeOffset="14655.44">6387 4632 613 0,'0'0'116'0,"0"0"-116"16,0 0 1-16,0 0-1 15,36 73 45-15,-18-37-20 16,-2 0-5-16,1-3-2 16,-2-2-6-16,-4-8-5 15,0-5-3-15,-6-5-1 16,-1-8-3-16,-2-2 2 15,-2-3 2-15,0-4 10 0,0-18 20 16,0-14-34-16,0-6-8 16,1-6-38-16,18-3 21 15,11 5 16-15,9 5-2 16,4 10-29-16,2 12 3 16,1 13-48-16,-1 6-6 15,1 0-163-15</inkml:trace>
  <inkml:trace contextRef="#ctx0" brushRef="#br0" timeOffset="15535.1">6866 4662 682 0,'0'0'106'0,"0"0"-47"0,0 0-59 15,0 0-2-15,0 0-1 16,0 0 3-16,1 63 2 15,9-42 0-15,9-6-1 16,-4-5 0-16,-2-3 1 16,2-5-1-16,-3-2-1 15,0-2 4-15,0-15 3 16,0-2-4-16,-5-2 3 16,-3 3 7-16,-2 3 21 0,-2 9-26 15,0 3 9 1,0 3-15-16,2 0-2 15,3 3-29-15,9 14-21 16,11 6 48-16,7 4-3 0,5-2-26 16,8-4-47-16,9-10-14 15,8-8-13-15,4-3-56 16,2-17-6-16,-8-9 76 16,-18-6 91-16,-12 0 13 15,-18 1 53-15,-11 5 92 16,-1 2-8-16,0 3-70 15,-6 5 28-15,2 8-15 0,1 5-20 16,1 3-23 0,1 0-50-16,-4 6-3 15,-5 15-22-15,1 12 24 16,-3 9-2-16,2-4 3 0,5-5-22 16,5-13-22-16,0-8-19 15,12-10 63-15,9-2 8 16,4-11 6-16,-1-12 6 15,1-3-17-15,-11-1 5 16,-7 2 3-16,-5 3 1 16,-2 4 16-16,0 7-2 15,0 7-15-15,0 4-1 16,0 0-10-16,0 5-40 16,0 19-1-16,0 8 38 15,0 2 1-15,12 0-21 16,11-5-20-16,15-11-1 15,17-11 33-15,6-7 11 0,2-9 2 16,-12-23-2-16,-10-8 6 16,-9-13-3-16,-13-8-3 15,-10-4 3-15,-9 0-3 16,-16 1 3-16,-17-1-3 16,0 5 17-16,3 5 32 15,11 16 13-15,8 14 0 16,8 15-39-16,2 10-20 15,1 0-3-15,0 27-41 16,0 17 41-16,0 21-1 16,0 16 0-16,0 16 0 15,3 8 2-15,4 1-1 0,2 1 0 16,11-10-2 0,5-10-24-16,8-17 1 0,3-21-62 15,2-26-96-15,1-23-143 16</inkml:trace>
  <inkml:trace contextRef="#ctx0" brushRef="#br0" timeOffset="16184.06">5767 4368 311 0,'0'0'89'15,"0"0"19"-15,0 0-41 16,0 0 23-16,0 0-37 15,0 0-46-15,-26-29-7 0,43 29 0 16,23 0 8 0,18-1 5-16,10-2 9 0,4 0-5 15,-1-1-14-15,-6-1 5 16,-8-2-7-16,-5 2-1 16,-13-3 0-16,-17 4-2 15,-11 1-22-15,-10-2 8 16,-1 2-20-16,-21 3-56 15,-19 0-223-15</inkml:trace>
  <inkml:trace contextRef="#ctx0" brushRef="#br0" timeOffset="16898.86">9165 4333 541 0,'0'0'77'15,"0"0"49"-15,0 0-126 16,0 0-3-16,0 0 3 15,-32 76 1-15,25-34 2 0,1 11 4 16,1 6 2-16,1 5-6 16,0 0 0-16,4-6-2 15,0-11 2-15,0-10-3 16,13-12-3-16,0-8-11 16,10-10-59-16,11-7 7 15,15-19-197-15</inkml:trace>
  <inkml:trace contextRef="#ctx0" brushRef="#br0" timeOffset="17117.32">9139 4285 531 0,'0'0'15'16,"0"0"14"-16,0 0-10 15,122-21 1-15,-62 21 8 16,12 0-13-16,6 3-9 16,6 7-5-16,-1-1-1 15,-7 4-37-15,-18-4-81 16,-23-4-127-16</inkml:trace>
  <inkml:trace contextRef="#ctx0" brushRef="#br0" timeOffset="17532.76">9068 4461 187 0,'0'0'73'0,"0"0"16"15,0 0 87-15,138 50-72 16,-58-40-26-16,19-3-23 16,3-1-20-16,-8-2-6 15,-17 1-12-15,-17 5-12 16,-18 2-1-16,-16 2-4 15,-14 3-4-15,-12 0-20 16,0 3-19-16,-16 2 23 16,-9-1 12-16,-2-2 4 15,5-7-1-15,11-4-6 0,6-7 7 16,4-1 4-16,1 0 18 16,0-8 63-16,0-9-54 15,11-8-4-15,9 2-17 16,9 5-6-16,3 3-1 15,3 8-1-15,1 5 2 16,-3 2-3-16,-5 3-4 16,-4 14 1-16,1 5 1 15,-4 9-2-15,3 2-7 16,-3 6-20-16,2-3-30 16,-4-7-38-16,-5-7-31 15,-10-14-97-15</inkml:trace>
  <inkml:trace contextRef="#ctx0" brushRef="#br0" timeOffset="18082.94">10180 4570 442 0,'0'0'167'0,"0"0"-14"16,0 0-19-16,0 0-81 16,0 0-45-16,0 0-8 15,25-37-16-15,-14 66 14 16,3 9 2-16,6-1 1 15,3-8-1-15,2-9-4 16,3-8 3-16,-1-11-1 16,2-1 2-16,3-11 0 15,4-15-8-15,-3-8-29 0,-8-7 3 16,-16 0-20-16,-9 2-7 16,0 7-39-16,-5 11 91 15,3 10 9-15,2 7 48 16,0 4-25-16,0 0-23 15,0 0 0-15,0 6-8 16,0 10 8-16,7 10 0 16,1 7 4-16,-5 9 11 15,6 2-10-15,-4-2 1 16,2-8 2-16,-1-9-3 16,0-10-2-16,-3-5-1 15,-1-8 1-15,-2-2-2 16,0 0 3-16,0-2 8 15,3-15 2-15,7-10-14 0,10-7-10 16,10-2 2-16,6 2-2 16,1 7 7-16,-2 9 1 15,-7 5 2-15,-10 10 0 16,-9 1 6-16,-3 2 10 16,-6 0-16-16,1 14-3 15,-1 10-1-15,0 9 4 16,0 2 1-16,0 4 2 15,0 0-1-15,0-3-2 16,2-3-85-16,7-14-134 16,3-13-205-16</inkml:trace>
  <inkml:trace contextRef="#ctx0" brushRef="#br0" timeOffset="18248.1">10994 4725 360 0,'0'0'433'0,"0"0"-333"16,0 0-40-16,0 0-34 16,0 0-13-16,0 0-13 15,-13-29-10-15,13 29-55 16,0 11-134-16,15-6-117 16</inkml:trace>
  <inkml:trace contextRef="#ctx0" brushRef="#br0" timeOffset="19847.06">11289 4638 307 0,'0'0'129'0,"0"0"-36"16,0 0-37-16,0 0-42 16,0 0-14-16,0 0 0 15,46-5 22-15,-6 7 29 16,9 3 2-16,6-3-28 16,5 2-11-16,4-4-1 15,6 2-10-15,8-2-3 16,3 0-2-16,4 0-16 15,-5-11-42-15,-14-3-27 0,-18-5-23 16,-20-1-34 0,-23-5 37-16,-7 0-48 0</inkml:trace>
  <inkml:trace contextRef="#ctx0" brushRef="#br0" timeOffset="20029.96">11910 4453 186 0,'0'0'255'15,"0"0"-127"-15,0 0-125 16,0 0-1-16,84 45 4 15,-47-19 8-15,2 0 26 16,-4 1 1-16,-4-3-10 16,-7-1-4-16,-11-4-18 15,-6 0-9-15,-7-1-2 0,-13 2 0 16,-30 2 2-16,-24 5-5 16,-21-2-70-16,-5-10-84 15,8-12-303-15</inkml:trace>
  <inkml:trace contextRef="#ctx0" brushRef="#br0" timeOffset="21031.48">12786 4403 91 0,'0'0'404'0,"0"0"-305"15,0 0-4-15,0 0-30 0,0 0-25 16,31-85-14-1,-23 66 23-15,-3-3-40 0,-1 2-4 16,-4 4 6 0,0 1-6-16,0 6-3 0,-12 5-2 15,-6 4-10-15,0 3-31 16,-1 22-6-16,7 9 5 16,8 9 14-16,4 9 17 15,9 9 1-15,15 6 10 16,6 5 0-16,-4-9 0 15,-4-8 0-15,-9-14 0 16,-7-15 0-16,-6-7 0 0,0-8 3 16,-11-3-2-1,-12-1 1-15,-14-2 4 0,-3-5-4 16,-1 0 3 0,7-12-4-16,9-13 7 0,12-8-6 15,13-4-2-15,3-6-1 16,32-2-10-16,16-3-30 15,12 1-7-15,5 2 2 16,1 6-1-16,1 2-10 16,-3 3-8-16,-7-1 52 15,-14 3 13-15,-13 5 34 16,-16 2 20-16,-12 1 45 16,-5 4 18-16,-2 3-55 15,-12 7-8-15,3 3 4 16,5 7-17-16,0 0-33 15,0 26-8-15,-3 17-7 16,-1 17 7-16,1 14 4 0,8 9-4 16,1-3-1-16,0-6-18 15,14-17-9-15,0-15-39 16,-1-14-6-16,-2-16-27 16,-4-12-54-16,2-4-123 15</inkml:trace>
  <inkml:trace contextRef="#ctx0" brushRef="#br0" timeOffset="21312.24">13265 4501 271 0,'0'0'303'0,"0"0"-161"15,0 0-105-15,0 0-37 0,0 0-4 16,0 0 4-16,64 81 4 16,-54-36 11-16,1-4-7 15,-2-4-4-15,-5-15-1 16,-2-10-3-16,-2-5 1 15,0-7-1-15,0 0 1 16,0 0 11-16,0-7 17 16,0-19 26-16,0-11-55 15,0-8-86-15,4 0 75 16,17 5 11-16,12 11 11 16,9 12-11-16,1 9-37 15,0 8-14-15,-7 4-32 16,-5 18-36-16,-7 5-39 15,-10 0-2-15</inkml:trace>
  <inkml:trace contextRef="#ctx0" brushRef="#br0" timeOffset="22146.23">13618 4635 406 0,'0'0'167'0,"0"0"-106"15,0 0-13-15,0 0-43 16,0 0 18-16,91-85-18 15,-70 68-1-15,-7 1 49 16,-3 2-14-16,-8 6 23 16,-3 0-28-16,0 2-1 15,0 0-32-15,-17 6-1 0,-10 0-31 16,3 6 19-16,-2 22 0 16,6 8-8-16,14 6 10 15,6 6 9-15,15-3-10 16,32-7 4-16,21-13 5 15,13-13 2-15,3-12 2 16,-3-1 7-16,-10-21-9 16,-18-7 1-16,-16 0 9 15,-12-3 13-15,-13 3 9 16,-11 6-24-16,-1 5-2 16,0 6-4-16,0 9 1 15,0 3-3-15,-3 0-9 16,-2 5-56-16,-1 12 21 15,0 4 44-15,3 3 0 16,3-5-2-16,0-2-15 0,4-3 6 16,18-9 11-16,7-5 9 15,5 0 9-15,-1-1 3 16,-3-14 8-16,-8 1-5 16,-7 2-14-16,-6 5 22 15,-6 2 0-15,-3 5-23 16,0 0-7-16,0 0-2 15,1 0-5-15,2 0-10 16,8 13-25-16,8 3 25 16,11 4 15-16,10-3 0 15,8-3-3-15,8-9 0 16,9-5-3-16,-1-2 6 0,0-15 0 16,-13-6 1-16,-15-3-1 15,-11-3 6-15,-10 0 10 16,-7-2-13-16,-8-1-2 15,0 3 2-15,-11 3 6 16,-5 9-5-16,5 9 2 16,1 8-6-16,-2 1-3 15,-6 28-7-15,-9 21 10 16,-1 16 2-16,1 12-2 16,2 3 0-16,1-3 1 15,1-4 0-15,1-8-1 16,3-13 2-16,5-12-2 15,1-18 2-15,8-9-2 0,0-10-1 16,-2-4 1-16,-6 0 3 16,-4-15 2-16,-3-10-5 15,9-5-20-15,11 1-5 16,2-2-80-16,30-4-84 16,15-3-182-16</inkml:trace>
  <inkml:trace contextRef="#ctx0" brushRef="#br0" timeOffset="22696.5">15079 4405 639 0,'0'0'133'0,"0"0"0"0,0-75-80 16,0 70-25-16,0 5-28 16,0 0-1-16,0 17-21 15,0 14 20-15,-6 17 2 16,0 12 0-16,3 7-2 15,3-5-22-15,0-13-46 16,4-17-6-16,7-15 37 16,9-17-4-16,7-3 43 15,7-27 10-15,7-15-5 16,-7-9-4-16,-11 1 7 16,-14 1-5-16,-9 10 20 15,0 10 25-15,0 9-22 16,-3 10 26-16,-1 11-19 0,2 2-33 15,-3 4 0-15,-4 21-9 16,-5 11 9-16,9 8-2 16,0 8 0-16,5-2 0 15,0-9-2-15,2-12-28 16,2-15 2-16,2-13 23 16,8-1 7-16,2-18 37 15,10-15-33-15,-4-4-3 16,-3 3-1-16,-8 4 0 15,-7 8 4-15,-2 11-3 0,-2 4 2 16,0 7 3 0,0 0-6-16,0 0-15 15,0 7-16-15,0 15 30 0,0 11-1 16,-6 12 2-16,4 1 1 16,-1 0-1-16,3-6 0 15,0-8-1-15,3-9-14 16,8-6-20-16,-2-8-27 15,2-7-65-15,0-2-3 16,-3-11-188-16</inkml:trace>
  <inkml:trace contextRef="#ctx0" brushRef="#br0" timeOffset="23161">14667 4518 508 0,'0'0'41'0,"0"0"-9"0,136-3 23 16,-60 3-1-16,14 0-20 16,3 0-10-16,-3 0-9 15,-7-3-9-15,-2-6 1 16,-9-6-7-16,-6 0-4 16,-6-2-26-16,-14 0-26 15,-11 2-7-15,-14-1 10 16,-12 5-32-16,-6 2-11 15,-3 4 84-15,0 5 10 16,0 0 1-16,-7 5 1 16,-1 16 0-16,-4 9 2 15,4 11 1-15,-4 10 24 0,1 8 15 16,-2 2-10 0,4-5-20-16,5-8 30 0,1-10-10 15,3-7 20-15,0-5-38 16,4-6-1-16,1-6 1 15,-2-4-7-15,-3-9-2 16,0-1 1-16,-19 0 21 16,-25-13-27-16,-20-6-107 15,-19-3 5-15,-10-2 67 16,-2 4 29-16,-1 6-8 16,6 6 14-16,6 8-21 15,3 0-40-15,11 0-181 16</inkml:trace>
  <inkml:trace contextRef="#ctx0" brushRef="#br0" timeOffset="23482.18">13595 4292 20 0,'0'0'430'0,"0"0"-288"0,0 0-47 16,0 0-49-16,0 0 14 15,0 0-23-15,0-68-6 16,0 59-24-16,0 3-3 15,0-1-2-15,23 1-2 16,22-2-6-16,19 0-7 16,17 2-9-16,13 3-30 15,6 2-69-15,-2-3-120 16</inkml:trace>
  <inkml:trace contextRef="#ctx0" brushRef="#br0" timeOffset="24276.34">16718 4668 230 0,'0'0'142'0,"0"0"6"0,0 0-81 16,0 0-9-16,0 0 28 15,0 0-7-15,0-11-24 16,2-4-26-16,-2-10-2 16,0-8-22-16,0-10-5 15,-16-6-4-15,-9-2-7 16,-3 2 0-16,2 3 0 15,6 2-17-15,8 2-29 16,10 6-43-16,2 4 9 16,12 11 54-16,10 10 28 15,2 11 9-15,-5 0 0 16,-6 20-2-16,-7 12 0 0,-6 9-3 16,-5 2 5-16,-22 3 1 15,-10-2 12-15,-9-3 11 16,-4-5 3-16,3-2 3 15,5-2-14-15,6-2-12 16,9-3 5-16,8-2-7 16,11-4-1-16,8-2-1 15,29-7-8-15,41-4 8 16,37-8-5-16,38 0-33 16,21-11-60-16,0-19-216 15</inkml:trace>
  <inkml:trace contextRef="#ctx0" brushRef="#br0" timeOffset="24742.01">17382 4229 594 0,'0'0'154'0,"0"0"-104"16,0 0-45-16,0 0-7 15,-38 84 4-15,38-38-1 16,9 4 1-16,21 4-2 15,13 1 3-15,9-6-1 16,7-12-2-16,2-14-14 0,-3-17-8 16,-9-6 1-1,-11-10 17-15,-13-17 4 0,-8-4 6 16,-6 1 7-16,-7 4-6 16,-2 5-6-16,-2 11 3 15,0 2 3-15,0 6 18 16,0 2-25-16,0 0-45 15,0 19-15-15,8 5 58 16,11 4-1-16,6 3 0 16,5-9 6-16,1-7 0 15,-6-12 0-15,3-3 6 16,-3-10 5-16,2-20 3 16,-3-4-3-16,-6-5 0 15,-11-2 3-15,-7-3-1 16,-16-1-9-16,-17 3-6 0,0 9 0 15,10 12 4 1,9 18-5-16,8 3-5 0,6 24-110 16,0 14 83-16,6 9-51 15,25 1-52-15,16-5-84 16</inkml:trace>
  <inkml:trace contextRef="#ctx0" brushRef="#br0" timeOffset="25808.38">18204 4535 506 0,'0'0'77'0,"0"0"-72"0,0 0-5 16,0 0-1-16,0 0 1 15,0 0 24-15,122-2 16 16,-72 2-17-16,0 0-15 15,-2-13-2-15,-11-4 1 16,-9-5-6-16,-10 2 3 16,-12-2-1-16,-6 0 1 15,-14 3-4-15,-27 2-8 16,-13 4-25-16,2 11 33 16,6 2-2-16,12 5 2 15,13 18-7-15,10 7 0 0,10 7 1 16,1 8 3-1,32 2-7-15,31-7 10 0,25-6 0 16,11-19 0-16,-2-12 10 16,-12-3-10-16,-11-17 3 15,-18-11-1-15,-15-5 3 16,-17 0 13-16,-15 2 9 16,-9-1-7-16,-16 4-20 15,-22 2 6-15,-5 9-9 16,3 5 6-16,8 12-4 15,13 0 1-15,3 12-5 16,2 15 5-16,5 5-4 16,9 6 1-16,0 0-4 15,20-3-7-15,13-12 10 0,11-12 4 16,1-9 10 0,-2-2 4-16,-3-14 0 0,-7-8 3 15,-9-6-2-15,-7 1-9 16,-9 1 1-16,-8-2 10 15,0 4-3-15,-7 4-12 16,-8 8-1-16,9 7 3 16,-1 5-4-16,2 0-48 15,2 17 29-15,0 11 14 16,3 7 1-16,6 6-3 16,24-2-4-16,14-7-4 15,9-13-6-15,5-17 15 16,-1-2 4-16,-5-14 2 15,-9-18 5-15,-4-2 5 16,-11-10 4-16,-10 0-3 0,-13-6-9 16,-5-3 4-16,-18-4 0 15,-12 4 10-15,5 9 33 16,5 16 28-16,11 14-12 16,6 11-53-16,0 3-12 15,-1 17-58-15,-5 18 50 16,4 14 8-16,4 12 0 15,1 4-2-15,1-1 0 16,16-1 2-16,-2-7 1 16,1-10-1-16,-1-13-6 0,-3-11-12 15,-3-16 7-15,3-6 11 16,6-8 6-16,8-21-6 16,3-10-6-16,-4-3 0 15,-14-2 3-15,-8 7 6 16,-3 10-2-16,0 10 32 15,0 11 8-15,0 4-24 16,0 2-17-16,0 5-28 16,-11 15-3-16,-4 12 30 15,5 9 0-15,5 8-1 16,5 5 2-16,11-5-6 16,29-8 3-16,17-14-1 15,16-15 4-15,5-10-1 16,2-2-6-16,-8-17-52 0,-13-12-64 15,-13-9-145-15</inkml:trace>
  <inkml:trace contextRef="#ctx0" brushRef="#br0" timeOffset="26167.52">19801 4420 468 0,'0'0'183'0,"0"0"-183"15,0 0-19-15,0 0 19 16,9 89 10-16,3-48 11 15,3-2-3-15,1-10 2 16,1-5 39-16,-1-11-22 16,-4-6-18-16,-4-3-13 15,-4-4-2-15,3 0 1 0,4-11 27 16,2-16-32-16,4-9-13 16,-1-6-21-16,-3 3 11 15,0 6 21-15,-2 6 0 16,-2 10 2-16,-3 10 0 15,-4 4 0-15,2 3 0 16,-1 0-10-16,5 5 3 16,-2 14 7-16,3 4-3 15,2 10 3-15,1 4 4 16,2 1-4-16,-1-4 0 16,-2-4 2-16,-1-5-2 15,-4-8-28-15,0-6-80 0,-3-8-13 16,2-3-140-1</inkml:trace>
  <inkml:trace contextRef="#ctx0" brushRef="#br0" timeOffset="26477.4">20172 4607 560 0,'0'0'119'0,"0"0"-48"15,0 0-21-15,0 0-37 16,0 0-9-16,85-61 3 15,-55 43 2-15,-3-1-5 16,-6-1-2-16,-3 1 1 16,-9-1-3-16,-8 1-2 0,-1 0 2 15,0 5 0-15,-13 5-5 16,-6 9-4-16,-10 0-6 16,-5 11-8-16,-2 10 14 15,5 3 7-15,7-2 1 16,10 3-4-16,13-2-1 15,1 0 1-15,1-1 1 16,21 4 4-16,9 1 6 16,7 0-6-16,4-5-30 15,4-8-184-15</inkml:trace>
  <inkml:trace contextRef="#ctx0" brushRef="#br0" timeOffset="27368.09">20469 4374 262 0,'0'0'31'0,"0"0"-7"15,0 0 33-15,0 0 18 16,0 0 84-16,0 0-108 15,17-66 19-15,-4 57-65 16,2 1-5-16,2 1-2 16,-4 2 2-16,-7 0 1 15,0 3 0-15,-6 2-2 16,0 0-43-16,0 0-136 16,0 2-21-16,0 9 151 15,-6 5 49-15,3 2 0 16,0 5 2-16,1 6 10 15,0 0 32-15,1 2-14 16,1-4 6-16,0-5-8 0,0-4 12 16,0-7-5-16,-1-2-18 15,-1-4-7-15,-1-4-2 16,0-1 4-16,-10 0 12 16,-7 0-10-16,-9 0 47 15,-6-4-31-15,5-7 0 16,7-2-2-16,11 3-11 15,9-1-9-15,3 0-7 16,13 1-20-16,31-1-64 16,24 0 12-16,22 0 17 15,15-1 55-15,3-2 0 16,-5 0 5-16,-17-4 4 0,-23 0-3 16,-21-2 9-16,-20 1 18 15,-13 2 11-15,-7 2 10 16,-2-2-9-16,-11 3-45 15,-16 3-6-15,-4 3-13 16,1 8 14-16,8 0 4 16,4 9-7-16,2 15-26 15,3 11 22-15,6 9 9 16,7 1-1-16,0 1 4 16,15-7 0-16,3-7 10 15,-5-7-1-15,-5-12 0 16,-7-6-5-16,-1-5 0 15,0-2 19-15,-16 0 25 0,-27 0-10 16,-15-9-36-16,-7-1-2 16,8 1-8-16,20 3 4 15,19 6-18-15,18 0-101 16,12 0-233-16</inkml:trace>
  <inkml:trace contextRef="#ctx0" brushRef="#br0" timeOffset="28272.24">21260 4478 499 0,'0'0'78'15,"0"0"-24"-15,0 0 1 0,0 0-24 16,0 0-1-16,3-73-24 16,9 60-1-16,6 2-3 15,3-2 2-15,1 1-3 16,-4 1 2-16,-6-1 0 15,-9 1 1-15,-3 0 2 16,0 1-6-16,-17 2-6 16,-5 8 2-16,-3 0-10 15,-2 18-4-15,3 10 1 16,3 7-9-16,9 8 20 16,8 8 0-16,4 7-6 15,25 0 7-15,23-7 1 16,11-18 4-16,11-13 3 15,2-20 1-15,-4 0-3 0,-9-23-1 16,-13-11-1-16,-10-5-7 16,-11-3-1-16,-12 1 6 15,-13 2-19-15,0-2-33 16,-14 3-3-16,-9 3 45 16,7 7 13-16,4 9 52 15,9 9 32-15,3 7-59 16,0 3-25-16,0 0-89 15,0 5 47-15,0 7 42 16,3 0 0-16,6-1 27 16,-2-2-9-16,-4-5 6 15,-1-3-11-15,-2-1 4 16,0 0 32-16,0 0 0 0,0 0-14 16,0 0-12-16,0 0-8 15,0 0-6-15,0 0-2 16,0 0-3-16,0 0-2 15,0 0 0-15,0 0-1 16,0 0-1-16,0 0 1 16,0 0 0-16,0 0 0 15,0 0 6-15,0 0 8 16,0 0 16-16,0 0 5 16,0-1-14-16,0-6-21 15,0 4-1-15,0-3 0 16,0 3 0-16,0 3-3 15,0 0 0-15,0 0-8 0,-2 2-42 16,-5 15 18-16,4 9 24 16,3 11 1-16,0 9-28 15,19 5 8-15,13 3 14 16,6-4-28-16,0-6 9 16,-5-13 9-16,-13-9 21 15,-12-8 3-15,-8-4-10 16,0-3 10-16,-30-5 2 15,-16 1 35-15,-13-3 10 16,-7 0-25-16,0 0-8 16,6 0-5-16,12 3-7 15,11 3 0-15,15 2-2 0,15 4-31 16,7 0-58-16,38-3-124 16,28-6-85-16</inkml:trace>
  <inkml:trace contextRef="#ctx0" brushRef="#br0" timeOffset="28457.77">22132 4807 715 0,'0'0'50'15,"0"0"-27"-15,0 0-14 0,0 0-9 16,0 0-11-1,0 0-46-15,-1-3-21 0,14 8 16 16,1-3-91 0</inkml:trace>
  <inkml:trace contextRef="#ctx0" brushRef="#br0" timeOffset="46140.91">5639 5934 82 0,'0'0'72'0,"0"0"-33"16,0 0 9-16,0 0-20 16,0 0 22-16,0 0 18 15,0 0-33-15,37-77 13 16,-33 67-38-16,1 2 17 16,-2-1-6-16,-2 2 6 15,1 0-6-15,-1-1-1 0,1 1 27 16,-1 2-17-16,-1-2 24 15,0 4 0-15,0 3-27 16,0 0-2-16,0 0-25 16,0 6-12-16,0 23-15 15,0 12 24-15,0 22-2 16,0 15 5-16,-10 6 0 16,-11 3 6-16,-3-10-1 15,0-11-5-15,5-16 0 16,1-14 0-16,7-14 3 15,4-13-3-15,1-9 1 16,0 0 11-16,-1-15 52 16,-1-18-64-16,-2-12-30 0,5-8-13 15,4-10 3 1,1-3 22-16,4-1-7 0,16 0 5 16,9 3 9-16,6 6 9 15,9 5-4-15,4 4 6 16,7 5 0-16,2 11 6 15,-2 16 5-15,-10 14-7 16,-8 8-4-16,-13 29-3 16,-11 7-1-16,-11 3 2 15,-2-3 0-15,-9-7-3 16,-12 0 4-16,-1-5 1 16,-7 0 2-16,-3-3-2 0,-3 1 1 15,-2 0 3-15,-3-1-3 16,7-2 0-16,9 2 0 15,9 2-1-15,11 1-2 16,4 4 0-16,0 3-1 16,7 0 2-16,12 1 0 15,4 0-1-15,7 1-5 16,4-4-15-16,6-4-27 16,-1-10-86-16,-3-14-80 15</inkml:trace>
  <inkml:trace contextRef="#ctx0" brushRef="#br0" timeOffset="46770.89">5968 6370 658 0,'0'0'88'15,"0"0"-88"-15,0 0-22 16,0 0 22-16,0 0 2 15,118-3 21-15,-57-18 19 16,2-4-14-16,-8-1-18 16,-7-3 6-16,-14 3 7 15,-16 1-11-15,-9 1-1 16,-9 4-8-16,-3 6-3 16,-21 2-3-16,-5 8-10 15,0 4 7-15,5 1 0 0,5 22 3 16,5 10-1-16,9 7 1 15,5 7 3-15,0 2-1 16,26-1-1-16,22-5-1 16,10-11-3-16,8-10 0 15,4-15 3-15,0-7-8 16,-2-14 11-16,0-18 0 16,-6-11-3-16,-8-7-7 15,-15-4-6-15,-18-1 16 16,-21-1 1-16,-1 2-1 15,-31 5 0-15,-5 8 0 16,7 12-4-16,13 15 4 16,14 9 68-16,3 5-68 0,18 11-42 15,19 19 42-15,14 9 1 16,3 9-1-16,1 2 1 16,-9-1 1-16,-13-5-2 15,-18-6-3-15,-6-7 3 16,-9-8 0-16,0-4 1 15,-12-6 3-15,-15-3-2 16,-13-2 2-16,-12-2 0 16,-3-4-2-16,11-2 0 15,19 0 0-15,16 0-2 16,9 0-7-16,6 0-101 16,33-3-178-16,17-10-134 0</inkml:trace>
  <inkml:trace contextRef="#ctx0" brushRef="#br0" timeOffset="47889.01">7318 6220 531 0,'0'0'86'16,"0"0"27"-16,0 0 0 16,0 0-79-16,0 0-34 15,0 0-9-15,-39 35 7 16,39-1 2-16,20 5 0 15,12 3-1-15,10 1 1 16,7-4 3-16,5-8-3 0,-3-11 0 16,1-12 4-1,-7-8-3-15,-7-3-1 0,-6-19-3 16,-13-8 3-16,-11-9 4 16,-8-1-4-16,-36-6 0 15,-25 0-4-15,-18 2 4 16,-2 3-1-16,14 7 1 15,22 10 3-15,20 9 9 16,17 8 15-16,8 3 0 16,0 4-27-16,0 0-3 15,3 0-19-15,20 0 18 16,11 0 4-16,2 0 2 16,-2 2-2-16,-7 1 2 0,-3 0-2 15,-2-2 0-15,2 1 2 16,0-1-4-16,1 0 4 15,-5 3-2-15,-5 3 0 16,1-2-2-16,-2 4 1 16,2 2 1-16,0 2 0 15,-1 5-3-15,3 3 2 16,1 3 0-16,4 1 1 16,4-4-2-16,0-4-3 15,-1-4 2-15,-3-6 3 16,-2-4-4-16,-2-3 3 15,-3 0 0-15,-4-1 1 16,-7-9 1-16,-2-2 1 16,-3 3 2-16,0 1-3 15,0 3 1-15,0 5 10 0,0 0-7 16,0 0-5-16,0 0-8 16,0 0-5-16,0 11 10 15,2 3 2-15,6 3 2 16,4 0-1-16,1-5 0 15,4-4 0-15,1-3 0 16,-2-5 3-16,2 0-3 16,-1 0 2-16,-4-5-1 15,-1-6 4-15,-4-3-4 16,-5 4 1-16,-3 3 2 16,0 2 0-16,0 2 0 15,0 2-2-15,0 0 0 0,0 1 0 16,0-2 1-16,0-1 4 15,0 1-1-15,0-1 6 16,0-1-6-16,0-2-2 16,0-1-1-16,0-3-2 15,0-3 0-15,4-4 0 16,-1-1-1-16,-3-3 3 16,0 0-2-16,-9-4-1 15,-10 1 1-15,2 7 1 16,2 0-2-16,4 10 2 15,6 2-1-15,3 4 1 16,2 1-2-16,0 0 0 16,0 0 0-16,0 0 0 15,0 0-1-15,0 0 1 0,0 0 0 16,0-2 0-16,0 2 0 16,0 0 1-16,0-2 1 15,0 2 6-15,0 0 5 16,0-3 4-16,0 3 0 15,-3-4-3-15,0-1-11 16,-1 2-3-16,2-1 0 16,1 3-1-16,1 1-1 15,0 0-10-15,0 0-31 16,0 20-38-16,0 11 20 16,0 2-111-16,0-5-86 15</inkml:trace>
  <inkml:trace contextRef="#ctx0" brushRef="#br0" timeOffset="48369.77">7934 6137 350 0,'0'0'133'16,"0"0"9"-16,0 0-61 16,0 0-35-16,0 0-12 15,0 0-10-15,9-10-18 16,-1 8 0-16,-3 2 3 16,-3 0-4-16,-1 0-5 15,2 0-2-15,3 7 1 0,3 10-2 16,1 8 3-16,0 5 0 15,-1 7 5-15,2 4-2 16,1-2-3-16,5-3 1 16,-2-8-1-16,4-10-10 15,1-8-48-15,2-10-31 16,8-2-106-16</inkml:trace>
  <inkml:trace contextRef="#ctx0" brushRef="#br0" timeOffset="49351.34">8202 6036 755 0,'0'0'56'0,"0"0"11"15,0 0-67-15,0 0-3 16,0 0 3 0,80 54 2-16,-52-16-2 0,5 5 3 15,-3-1-3-15,0-4 0 16,-1-7 1-16,-8-9-1 15,-9-10 2-15,-6-7-2 16,-5-2-1-16,-1-3 1 16,0 0 9-16,0-3 5 15,0-21-4-15,0-7-10 16,0-6-3-16,8-1-1 16,14-1 3-16,8 3 0 15,6 4-2-15,0 4-2 0,0 8 0 16,-8 5 5-1,-4 5 0-15,-6 6 0 0,1 4-1 16,-3 0-3-16,-2 7 0 16,-2 8 2-16,-2 2 0 15,-2-1 2-15,-2-3-3 16,-2-6 3-16,-1-2 1 16,0-3 0-16,-3-2 1 15,0 0-2-15,0 0 1 16,0-5 24-16,0-9-13 15,0-6-12-15,0 3 2 16,-3 4-1-16,-1 5 24 16,2 7-13-16,1 1-12 0,-2 0-3 15,-2 6-14 1,-7 15-9-16,-3 13 26 0,0 7 0 16,4 11 0-16,6-1-12 15,5-1 3-15,11-12-18 16,20-11-18-16,16-14 12 15,13-13 8-15,9-1-11 16,2-21-35-16,-10-11 16 16,-17-1 23-16,-17-2 18 15,-18 1 14-15,-9 1 7 16,-14 1 14-16,-17-1 33 16,-2 7-23-16,6 6 49 15,12 9 25-15,9 10-38 16,5 2-67-16,-1 11-8 0,2 20-37 15,0 13 44-15,3 7-1 16,18 4-1-16,4-8-18 16,10-9-34-16,13-14 2 15,11-18 26-15,11-6 27 16,2-6 0-16,-8-16-16 16,-9-6 12-16,-16-8-9 15,-14-3-54-15,-20-3 56 16,-5-3-14-16,-27-1-41 15,-10 5 53-15,4 7 13 16,8 12 84-16,13 7-4 0,10 13 48 16,2 2-128-1,0 12-112-15,15 19 61 0,7 13 51 16,-3 7 4 0,-6 3-1-16,-7-4 3 0,-6-6-6 15,0-8 1-15,0-10 1 16,0-6 0-16,0-6 6 15,-8 1-1-15,-11-1-1 16,-12 1 4-16,-17 1-10 16,-15-5-82-16,-10-9-204 15</inkml:trace>
  <inkml:trace contextRef="#ctx0" brushRef="#br0" timeOffset="49717.69">6611 6740 414 0,'0'0'110'16,"0"0"-49"-16,0 0-40 15,0 0-21-15,0 0 0 16,0 0 0-16,-58 10 2 16,80-1 18-16,26-2 45 0,43 1 14 15,45-5-26-15,49-1-33 16,34-2-20-16,21 0 0 16,9-5 0-16,-3-10-7 15,-7-1-12-15,-25-3 4 16,-29-2-29-16,-34 2 10 15,-36 3 1-15,-28 2 11 16,-29 5 6-16,-27 2-32 16,-19 0-14-16,-12 0-80 15</inkml:trace>
  <inkml:trace contextRef="#ctx0" brushRef="#br0" timeOffset="49889.24">8941 6649 422 0,'0'0'186'0,"0"0"-94"16,0 0 2-16,0 0-7 16,0 0-11-16,0 0-36 15,0 0-27-15,0 0-13 16,0 0-17-16,0 4-38 16,-3-4-211-16,-12 0-238 15</inkml:trace>
  <inkml:trace contextRef="#ctx0" brushRef="#br0" timeOffset="51388.93">10171 6166 381 0,'0'0'220'0,"0"0"-182"16,0 0 76-16,0 0-83 15,0 0-29-15,0 0 0 16,-7-9-1-16,16 9 11 16,23 0-7-16,15 0 3 15,13 0-4-15,5 0-4 16,11 8-10-16,9-4-68 16,11-4-45-16,4 0-97 15</inkml:trace>
  <inkml:trace contextRef="#ctx0" brushRef="#br0" timeOffset="51832.74">11308 6029 563 0,'0'0'209'0,"0"0"-209"16,0 0-15-16,-18 111 15 15,2-60 7-15,-5-1 2 16,3-3 2-16,0-7-2 16,7-7-6-16,3-10 2 15,2-10-3-15,3-6 1 16,1-5-1-16,1-2 8 16,1-9 24-16,0-18-34 15,0-15-25-15,3-8-8 0,11-8-91 16,1-1 69-1,5 1 27-15,6 5 11 0,13 7 5 16,13 6 12-16,10 10 0 16,0 8 5-16,-8 8 22 15,-11 11-10-15,-13 3 1 16,-8 16-16-16,-5 14 1 16,-5 10-2-16,-3 10 0 15,-6 1 2-15,-3 2-2 16,0-3 0-16,-3-8 1 15,-10-3-2-15,-6-6 0 16,-6-8-51-16,-2-11-173 16</inkml:trace>
  <inkml:trace contextRef="#ctx0" brushRef="#br0" timeOffset="52547.34">11108 6258 579 0,'0'0'18'16,"0"0"-14"-16,106-3 5 16,-42-6 45-16,15-5-9 15,8-1-9-15,9-2-23 16,10-1-8-16,8-5-5 16,2 1-1-16,-5-2-40 15,-16-2-20-15,-19 1 8 0,-26-1-26 16,-25 7 50-16,-21 0-2 15,-8 7 31-15,-32 4-23 16,-10 5-3-16,-2 3 15 16,9 0 11-16,15 20 1 15,12 11-1-15,5 10 0 16,6 8 14-16,1 3 9 16,4-3 7-16,14-5 0 15,6-5 23-15,-5-8-12 16,-6-7-23-16,-5-5 2 15,-5-7-12-15,-3-2 8 16,0-3-9-16,0-1 2 16,-14-2 3-16,-9-1 5 15,-9-3-7-15,-1 0-6 0,5-8 0 16,6-9-2 0,14-2 1-16,8 0 1 0,24-3 18 15,28 0-22-15,20-2-15 16,13-2 6-16,3 1 6 15,-4-2 3-15,-5-2-2 16,-11-1 5-16,-11-2-3 16,-18 2 4-16,-12 3 0 15,-16 4 12-15,-11 3 8 16,0 2-1-16,-8 6-20 16,-15 4-3-16,1 8-13 15,1 0 7-15,6 19-7 0,5 18 3 16,-1 13 10-1,5 8 0-15,6 0-2 0,0-7 4 16,0-10-2-16,9-12 0 16,-1-12 6-16,-7-7-3 15,2-3-1-15,-3-2-2 16,0-2 3-16,-19-2-3 16,-11-1 11-16,-9 0-11 15,-1 0-15-15,17-4-82 16,22-8-47-16,8 0-87 15</inkml:trace>
  <inkml:trace contextRef="#ctx0" brushRef="#br0" timeOffset="53064.72">12822 6255 486 0,'0'0'84'0,"0"0"33"15,0 0-39-15,0 0-31 16,0 0 0-16,0 0-17 15,-2-69-26-15,14 61-4 16,11-4 1-16,0 3-1 16,-4-2 0-16,-8 3 3 15,-6 3-1-15,-5 4 2 16,0 0 0-16,0 1-4 16,-9 0-6-16,-11 1-18 15,0 16 10-15,5 8 5 16,1 3-12-16,9 2 4 0,5 4-2 15,0-5 3-15,16-5-1 16,8-9 1-16,14-11 9 16,7-4 7-16,6-12 7 15,2-18-5-15,1-8 1 16,-3-7-3-16,-11-5-3 16,-13-2 3-16,-17 0-1 15,-10 0 1-15,-11-1 0 16,-19 7 0-16,3 9 9 15,7 11 60-15,9 11-24 16,6 13 25-16,5 2-70 0,-3 22-27 16,-1 20-35-1,-2 24 62-15,1 12 0 0,5 4 0 16,0-2 0 0,9-12-5-16,8-15 5 0,2-12 3 15,0-12-3-15,-4-10-16 16,1-10-41-16,-3-9-80 15,0-3-134-15</inkml:trace>
  <inkml:trace contextRef="#ctx0" brushRef="#br0" timeOffset="53430.61">13069 6191 565 0,'0'0'38'15,"0"0"54"-15,0 0-42 0,0 0-38 16,123-37 3-1,-56 24-3-15,7-3 17 0,7 0-17 16,6-4-10-16,-5-4-2 16,-12-2-1-16,-9-1-33 15,-18 2-3-15,-19 2-16 16,-11 4 10-16,-13 2 12 16,-9 3-18-16,-19 3-27 15,3 6 42-15,5 5 34 16,7 2 6-16,0 22-5 15,-1 13 1-15,2 11 12 16,11 5 16-16,1 1 13 16,10-8 14-16,5-5-13 0,-2-10-3 15,-6-7-17 1,-3-4-7-16,-3-6 8 0,-1 1-18 16,0-3-1-16,-7-1-4 15,-23 2-2-15,-19-3 0 16,-21 1-48-16,-12-8-129 15,-3-3-235-15</inkml:trace>
  <inkml:trace contextRef="#ctx0" brushRef="#br0" timeOffset="54096.96">12838 6222 279 0,'0'0'93'0,"0"0"-62"15,0 0 18-15,0 0-40 0,0 0 56 16,0 0-55-16,0-54-10 15,17 34-1-15,-2 1 1 16,4 1 3-16,-8 3 8 16,-1 3-4-16,-7 5 19 15,-3 3-12-15,0 3-6 16,0 1-8-16,-9 0 0 16,-14 0-2-16,-3 3-1 15,-1 9 5-15,2 5-4 16,8 4 2-16,7 2-6 15,10 0 6-15,0-1-5 16,16 1-4-16,20-5-1 16,13-6-25-16,8-9-136 0</inkml:trace>
  <inkml:trace contextRef="#ctx0" brushRef="#br0" timeOffset="54729.34">10892 6875 483 0,'0'0'97'16,"0"0"-85"-16,102-6-3 15,-28 3 33-15,20-2 17 16,24 0-5-16,22-2-9 16,21-6-19-16,19-2-10 15,11-1-4-15,3-1-6 16,-7 3-4-16,-10-3-2 16,-10 2 0-16,-15 2-16 15,-15 2-4-15,-23 3-13 0,-26 1 22 16,-24 0 11-16,-24 2 0 15,-22 2 2-15,-12 1 0 16,-6 2 2-16,0 0-4 16,-14 0-20-16,-18 1-199 15,-4 6-178-15</inkml:trace>
  <inkml:trace contextRef="#ctx0" brushRef="#br0" timeOffset="54909.71">13501 6732 734 0,'0'0'122'0,"0"0"-89"16,0 0 18-16,0 0-43 16,0 0-8-16,0 0-52 15,-11-33-113-15,11 33-299 16</inkml:trace>
  <inkml:trace contextRef="#ctx0" brushRef="#br0" timeOffset="64536.39">14151 6263 281 0,'0'0'114'16,"0"0"22"-16,0 0-104 0,0 0 22 15,0 0-32 1,0 0-11-16,0 0 16 16,-23-2 21-16,21 2-11 0,1 0-4 15,1 0-9-15,0 0-12 16,0 0-3-16,0 0-9 16,0 0 3-16,0 0-3 15,0 0-5-15,0 0-5 16,17 0-6-16,26 0 16 15,26-2 8-15,23-8 0 16,17-4-1-16,9 1-4 16,0-2-2-16,-3 3 0 15,-12-2-1-15,-13 1-4 16,-13-1-4-16,-12 1-41 16,-9-3-56-16,-15 0-3 15,-19-1-18-15,-22 1-52 0</inkml:trace>
  <inkml:trace contextRef="#ctx0" brushRef="#br0" timeOffset="64735.74">14946 6003 274 0,'0'0'231'15,"0"0"-188"-15,0 0-38 16,112-28 39-16,-69 26 7 16,-3 0-11-16,-1 2 26 15,-9 0-37-15,-5 7-16 16,-5 7-6-16,-11 1-7 15,-6 4-3-15,-3 5 3 0,0 1 2 16,-20 4 0-16,-17 2-2 16,-13 2-20-16,-9-3-64 15,-3-11-100-15</inkml:trace>
  <inkml:trace contextRef="#ctx0" brushRef="#br0" timeOffset="67000.85">16138 5632 586 0,'0'0'131'15,"0"0"-32"-15,0 0-29 16,0 0-59-16,0 0-11 16,0 0-7-16,0 0-15 15,1 45 11-15,-1 2 10 16,0 11-1-16,0 2 2 15,-9 6 6-15,-4 1-6 0,1-3 3 16,-2-4 0 0,3-8-3-16,1-12-6 15,3-14-25-15,4-11-42 0,3-15-91 16,0-3-72-16</inkml:trace>
  <inkml:trace contextRef="#ctx0" brushRef="#br0" timeOffset="67218.84">16129 5609 616 0,'0'0'48'0,"0"0"6"16,100-35-43-1,-48 29 4-15,4 2-6 0,6 4-7 16,-4 0-2-16,-6 0 0 15,-12 4-15-15,-16 9-55 16,-21 6-71-16,-15 1-88 16,-41 4 82-16</inkml:trace>
  <inkml:trace contextRef="#ctx0" brushRef="#br0" timeOffset="67484.2">15929 5925 212 0,'0'0'17'0,"0"0"107"15,82 41-24-15,-26-32-35 16,13-6-21-16,7-3 18 0,-1 0-27 16,3 0-23-16,-8-10 2 15,-5 0-5-15,-11-1 20 16,-20 3 1-16,-13 3-2 16,-12 3 18-16,-9 2-21 15,0 0-25-15,0 0-4 16,0 15-26-16,0 11 28 15,-13 8 2-15,-5 9 1 16,-2-4-1-16,10-4-17 16,7-10-41-16,3-11-14 15,4-12-30-15,22-2-138 16</inkml:trace>
  <inkml:trace contextRef="#ctx0" brushRef="#br0" timeOffset="67662.71">16622 5649 775 0,'0'0'0'16,"0"0"-23"-16,0 0 2 16,0 0 8-16,72 87-2 15,-42-56-52-15,0-4-45 16,5-8-105-16</inkml:trace>
  <inkml:trace contextRef="#ctx0" brushRef="#br0" timeOffset="68652.08">16869 5964 637 0,'0'0'144'0,"0"0"-128"15,0 0-16-15,0 0 0 16,0 0-1-16,0 0 1 16,52 77 0-16,-45-55 0 15,-2-1 2-15,-2-6 0 16,-3-3-2-16,0-7-70 16,0-3 24-16,0-2 27 0,-6 0 19 15,-5 0 10-15,2 0-6 16,2 0-2-16,7 0 6 15,0 0-8-15,0 3 0 16,0 1-5-16,0 2 1 16,0 0 4-16,0-1 4 15,0-2 11-15,0 0-2 16,0-3-2-16,0 0-2 16,0 0 28-16,0 0 5 15,0 0-9-15,0 0 19 16,-1 0-17-16,-1 0-8 15,-2 0-10-15,3 0-11 16,0 0-6-16,1 0 1 0,0 0 0 16,0 0-1-16,0 0 0 15,0 0-1-15,0 0-4 16,0 0 0-16,0 0 1 16,0-5 4-16,0-7 0 15,9-8 0-15,14-7-62 16,8-4-31-16,-1 3 68 15,-2 4 1-15,-6 7 20 16,-2 8 2-16,-7 5 1 16,-1 4-1-16,-4 0 1 15,2 7-3-15,-3 10 0 16,-1 5 3-16,0 3-2 16,0 5 3-16,1 2 3 0,6 2-3 15,7-1 0 1,9-2-1-16,8-9-1 0,10-8-19 15,8-10-64 1,6-4-15-16,4-10-68 0,-2-15 50 16,-11-8 118-16,-7-4 11 15,-9-4 124-15,-14 1-62 16,-16 5 11-16,-6 6 43 16,-8 1-75-16,-11 10-44 15,6 6 35-15,4 6 45 16,6 6-38-16,0 0-50 15,-2 9-28-15,-2 17 16 0,-1 9 11 16,-1 8 1 0,8 0-3-16,1-2-14 0,6-7 10 15,16-11-34-15,7-12 12 16,0-9 26-16,6-2 3 16,-5-14 8-16,-7-10-4 15,-7-1 2-15,-11 2 12 16,-5-2-3-16,-1 6 20 15,-14 2-28-15,3 5-2 16,3 10 3-16,5 2-8 16,-2 2-7-16,0 18-4 15,1 8 8-15,4 6 1 16,1 0-7-16,6 0-24 16,22-5-5-16,12-12-82 0,8-14-64 15,0-3-281-15</inkml:trace>
  <inkml:trace contextRef="#ctx0" brushRef="#br0" timeOffset="70247.17">17990 6020 724 0,'0'0'164'0,"0"0"-159"16,0 0-5-16,0 0-11 15,0 0 11-15,0 0 0 16,-7 96 1-16,7-72 2 15,0-10-3-15,0-2-5 16,9-10-16-16,8-2 5 0,9-9 12 16,-1-13-36-16,4-5 1 15,-7-1 25-15,-7 5 5 16,-5 5 9-16,-5 8 8 16,-2 5 4-16,-2 5-12 15,1 0 0-15,1 8-32 16,0 11 25-16,3 7 7 15,3 4 0-15,8-2 0 16,5-4 0-16,4-7-1 16,6-13-35-16,2-4 14 15,5-11 12-15,3-15-3 16,-4-6 8-16,-6 1-21 0,-12-1 13 16,-9 4 9-1,-6 4 0-15,-4 7 4 0,-1 3 2 16,0 8 29-16,0 1 4 15,0 3 13-15,0 2-25 16,0 0-23-16,-12 7-8 16,-7 10 8-16,-4 6 1 15,-1 10 0-15,7 3 4 16,7 4 3-16,10-1-8 16,10-5 3-16,30-7 3 15,14-12 6-15,13-8 12 16,9-7 2-16,-2-3-14 15,-8-18 1-15,-15-4-6 16,-13-4 3-16,-15 2 1 16,-13 1 8-16,-10 2-13 0,0 4 25 15,0 6-31-15,-6 7 0 16,0 5 8-16,6 2-5 16,-1 0-3-16,-1 5-16 15,0 18 0-15,2 8 14 16,0 5 0-16,12 0 2 15,11-6 0-15,6-9-2 16,3-12 2-16,3-9 0 16,2 0 4-16,-4-15 0 15,1-7 4-15,-8-3-2 16,-5-1-6-16,-10 0-5 0,-8 4-4 16,-3 3 9-1,0 2-4-15,0 6 4 0,0 5 2 16,0 4 8-16,0 1 12 15,0 1-11-15,0 0-9 16,0 0-2-16,0 0 0 16,0 0 0-16,0 0 0 15,0 0 0-15,0 0 0 16,0 0 1-16,0 0 0 16,0 0 1-16,0 0 1 15,0 0 8-15,0 0-1 16,0 0 5-16,0 0-2 15,0-2 1-15,0 2-5 16,0-2-7-16,0 2-2 0,0 0 0 16,0 0 0-1,0 0-4-15,0 0 1 0,0 0-3 16,0 0-1-16,0 0 1 16,0 0 3-16,0 0 3 15,0 0 0-15,0 0 2 16,0-1 1-16,0-2-3 15,0-2 0-15,0 1 0 16,0-3 0-16,-1 5-1 16,-3 2 1-16,4 0-1 15,-1 0 0-15,-4 0-7 16,-3 5-7-16,-3 17 12 0,-1 6 0 16,-1 5 2-1,7 1 1-15,6-2-7 0,0-7 7 16,0-7-7-16,12-5 4 15,7-10 2-15,3-3 1 16,5 0 5-16,-2-12-3 16,-5-5-1-16,-9-6 2 15,-4-2-1-15,-7 0-2 16,0 0 4-16,-15 2 0 16,0 3-3-16,2 8 0 15,5 7 8-15,4 5-8 16,2 0-1-16,-1 3-7 15,-1 21 2-15,4 8 4 16,0 4-1-16,3 2-1 16,24-6 3-16,16-9-4 0,18-7 1 15,13-12 2-15,6-4-1 16,-7-12-3-16,-6-21-4 16,-10-9 2-16,-13-11-10 15,-9-6-3-15,-17-3-5 16,-18-1 15-16,-14-5 3 15,-23-2-22-15,0 7 20 16,5 10 9-16,15 17 83 16,11 16-17-16,4 13-20 15,2 7-23-15,0 0-23 16,0 2-14-16,0 25-17 16,0 23 27-16,8 21 4 0,8 12 0 15,-1 6 1-15,0-4-2 16,-3-6 1-16,1-11-5 15,-1-14-8-15,-3-13 3 16,0-16-7-16,-5-12 5 16,-2-9-45-16,-2-4-26 15,0-3-60-15,-9-28-155 16</inkml:trace>
  <inkml:trace contextRef="#ctx0" brushRef="#br0" timeOffset="70414.59">18712 5593 805 0,'0'0'0'0,"0"0"0"16,0 0-14-16,0 0 14 16,112 19 0-16,-75-2-6 15,1 3-69-15,-3-3-99 16,1-8-321-16</inkml:trace>
  <inkml:trace contextRef="#ctx0" brushRef="#br0" timeOffset="71036.99">20273 6300 515 0,'0'0'109'16,"0"0"-109"-16,0 0-6 16,0 0 4-16,-11 102 2 15,-10-64 5-15,-6 0 3 16,-2 1-5-16,-3-2 6 16,2-3 0-16,2-7-9 15,7-8-14-15,8-15-107 16,13-4-166-16</inkml:trace>
  <inkml:trace contextRef="#ctx0" brushRef="#br0" timeOffset="72645.67">20769 5978 704 0,'0'0'42'16,"0"0"39"-16,0 0-69 15,0 0-12-15,0 0-1 16,-64 82 0-16,35-29 2 16,4 5 1-16,3-5-2 15,7-8 3-15,2-7-2 16,11-12 1-16,1-11 2 0,1-5-1 16,0-7-2-16,0-3 0 15,0-4 0-15,1-20-1 16,10-13-68-16,5-10-33 15,2-6-23-15,3-1 64 16,5 7 60-16,9 7 26 16,8 13 39-16,-1 11-52 15,-6 10-4-15,-11 6-4 16,-10 0-5-16,-15 14-1 16,0 9 1-16,-15 6 1 15,-15 2 3-15,-10-1 1 16,-9-2 1-16,-5-4-3 15,6-6-3-15,5-5-7 0,12-7 6 16,13-3-3 0,12-3-6-16,6 0 1 0,19-9 1 15,33-14-41-15,25-9 34 16,13-6 15-16,10-6 0 16,-6 3 10-16,-14 1 20 15,-19 6-14-15,-20 6 24 16,-20 3 24-16,-12 6 18 15,-9 8-4-15,0 5-50 16,-6 6-15-16,-18 2-10 16,-12 21-3-16,-8 9 0 15,0 7 0-15,6 8-3 16,17 0-10-16,12-2-27 16,9-6-4-16,16-9 0 0,14-10-2 15,6-14-8-15,-1-6 48 16,0-1-10-16,-9-18-2 15,-3-4-8-15,-7 1 26 16,-6 3 16-16,-6 4 24 16,-4 5 40-16,0 4-19 15,0 6 11-15,0 0-72 16,0 0-3-16,0 13-15 16,0 7 16-16,0 6 1 15,0 1-1-15,9 0-9 16,16-9 2-16,11-7 9 15,6-11 1-15,3 0 3 16,-1-11-4-16,-3-11-4 16,-5-6-5-16,-14-1-7 15,-8 0 15-15,-9 3 1 0,-5 6 13 16,0 6 15-16,0 9 5 16,0 2-5-16,0 3-20 15,0 0-8-15,0 5-36 16,0 18 3-16,0 8 30 15,0 5-1-15,15-7-9 16,10-7-28-16,5-11 36 16,2-10 5-16,-4-1 10 15,-4-12-3-15,-5-8 8 16,-2-3-4-16,-7-5 1 16,-7-2-6-16,-3 5 0 0,0 5-3 15,0 9 36-15,-1 10 2 16,-5 1-41-16,-5 9-7 15,-8 22-20-15,-7 12 26 16,-4 17 0-16,1 10-1 16,2 5 2-16,3 1 0 15,5-7 3-15,3-13 0 16,3-17-3-16,7-15 1 16,5-14 3-16,-1-7-1 15,2-3 5-15,-1 0 32 16,-2-23 19-16,-1-11-49 15,2-14-10-15,2-3-8 16,0 3 0-16,19 0 5 16,13 6-5-16,10 6-4 0,7 3-6 15,4 5 6-15,5 2 1 16,7 2 10-16,2-1-2 16,-1 3 3-16,-7-1 2 15,-13 3-2-15,-13 3 0 16,-14 1-2-16,-8 3 0 15,-5 3-16-15,-5 6 6 16,-1 1 8-16,0 3 1 16,0 0-40-16,0 12-81 15,-16 11 118-15,-3 8 6 16,-4 6 4-16,3-2 0 16,4-3 1-16,7-4-1 0,4-8 1 15,3-4-1-15,2-2-2 16,0-5 1-16,0 2 1 15,0-5 0-15,0-1-1 16,0-1-2-16,0-4 0 16,0 0 8-16,-4 0 28 15,-2-13-35-15,0 0-2 16,3 3 0-16,1 5 0 16,2 5 4-16,0 0-4 15,0 0-4-15,0 0-3 16,11 3 7-16,-1 2 1 15,3 2-1-15,-4-2 0 16,-1 1 0-16,-1 0 0 16,-4 3-1-16,-3-3 1 15,0 1 1-15,0 2-1 0,0-1-1 16,-10 1-22-16,-4-2-33 16,0-4-88-16,8-3-170 15</inkml:trace>
  <inkml:trace contextRef="#ctx0" brushRef="#br0" timeOffset="72858.42">22296 5838 366 0,'0'0'382'0,"0"0"-293"15,0 0-25-15,0 0-64 16,0 0-63-16,0 0-93 16,-4-5 140-16,0 43-23 15,3 2-102-15,1-7-181 16</inkml:trace>
  <inkml:trace contextRef="#ctx0" brushRef="#br0" timeOffset="73260.78">22231 6127 531 0,'0'0'146'16,"0"0"-40"-16,0 0-93 15,0 0-13-15,0 0-24 16,0 0 16-16,6 39 8 16,3-20-1-16,1 3-15 15,-4 3-51-15,-4 1-38 16,-2-6-91-16,0-5-63 16</inkml:trace>
  <inkml:trace contextRef="#ctx0" brushRef="#br0" timeOffset="74014.4">22698 6113 138 0,'0'0'452'16,"0"0"-321"-16,10-88-17 15,-10 74-40-15,0 6-44 16,0 5-10-16,0 3-20 15,0 0-2-15,-9 4-35 16,-6 17 11-16,-6 11 22 16,1 14-5-16,9 5-9 15,11 2-17-15,8-5-8 16,26-12-31-16,11-17 48 0,8-10 13 16,0-9 8-1,-6-5 5-15,-9-14 3 0,-9-5 1 16,-15-3 37-16,-11 0 0 15,-3 1 14-15,0 1-19 16,-7 5 14-16,2 11-6 16,1 3-26-16,2 6-18 15,-1 0-16-15,-3 9-54 16,-4 14 58-16,7 5 6 16,3 3-4-16,0-4-15 15,22-10-1-15,8-11 26 16,6-6 6-16,0 0 13 15,2-14 34-15,-7-7-23 0,-7-1-16 16,-10-2 0 0,-8 1 7-16,-6 3-13 0,0 4-8 15,0 8 2-15,0 5-2 16,0 3-4-16,-3 0-27 16,-3 3-25-16,-2 11 37 15,2 2-11-15,6 1-15 16,11 0 8-16,21-5 14 15,9-5 17-15,3-7-18 16,-6 0-7-16,-5-11-3 16,-5-14 19-16,-6-6-4 15,-10-10 12-15,-12-5-4 16,0-9 3-16,-20-4 8 16,4-5 103-16,2 10 76 0,9 12-80 15,2 17-59-15,3 16-17 16,0 9-11-16,-2 0-12 15,1 5-14-15,-5 29-31 16,-2 20 37-16,0 18 7 16,3 8-2-16,5 0-12 15,0-2-4-15,0-10-10 16,0-9-40-16,0-10-22 16,0-18-87-16,-7-16-207 15</inkml:trace>
  <inkml:trace contextRef="#ctx0" brushRef="#br0" timeOffset="74207.47">23636 6333 878 0,'0'0'0'15,"0"0"-32"-15,0 0 5 16,0 0 26-16,-60 95 2 15,29-62-2-15,-5 6-1 16,-4 0-77-16,-2-4-102 16,7-12-246-16</inkml:trace>
  <inkml:trace contextRef="#ctx0" brushRef="#br0" timeOffset="74696.29">23170 6213 526 0,'0'0'148'0,"0"0"-57"16,0 0-12-16,0 0-42 0,0 0-27 15,0 0-10 1,-19-42-12-16,-21 42-53 0,-14 0 4 15,-10 0-27-15,-3 0-71 16,1 0-284-16</inkml:trace>
  <inkml:trace contextRef="#ctx0" brushRef="#br0" timeOffset="76357.89">15901 6611 559 0,'0'0'80'16,"0"0"105"-16,0 0-117 16,0 0-68-16,0 0-1 15,0 0 0-15,28 34 0 16,-12 12 1-16,-1 9-1 15,-3 11-4-15,-6 0 3 16,-4-2 2-16,-2-6 9 16,0-11-7-16,-14-12 3 15,1-10-2-15,1-10 0 16,-3-8 3-16,2-7-4 0,-4 0 2 16,-7-12 0-1,-9-7-4-15,-4-5-40 0,1 0 5 16,8 2-23-16,13 2 13 15,15-1-52-15,9 4-60 16,30-4-49-16,11-3 95 16,8-6 71-16,4-7 40 15,0-7 65-15,-2-1 38 16,-2 0-31-16,-13 3 72 16,-12 5-26-16,-9 4-19 15,-12 8-24-15,-5 6 24 16,-5 11-40-16,-2 7-15 15,2 1-44-15,0 2-14 16,2 21-8-16,1 14 22 16,-2 9 0-16,0 14-1 0,-3 7-6 15,0 4-15-15,2-3-18 16,4-12-9-16,4-11-15 16,5-12-14-16,3-14-2 15,5-12-15-15,4-7-21 16,4-16 14-16,1-19 102 15,-2-7 21-15,-12 0 122 16,-8 3 11-16,-5 5 5 16,-5 14-44-16,0 8-56 15,0 9-6-15,0 3-48 0,1 0-5 16,2 2-21 0,3 16-6-16,5 9 27 0,8 4 0 15,5-1-6-15,10-4-5 16,8-4-10-16,1-7-3 15,-1-11-9-15,-6-4 24 16,-3-10 9-16,-5-16 4 16,-4-6-1-16,-8-1 12 15,-12 4 25-15,-4 12-16 16,0 8-1-16,0 8 0 16,0 1-21-16,0 0-2 15,0 15-22-15,-3 11 7 16,-5 13 12-16,2 0-6 0,1 2 0 15,5-2-11 1,0-8-25-16,0-5-25 0,15-7-45 16,8-13-41-1,7-6-153-15</inkml:trace>
  <inkml:trace contextRef="#ctx0" brushRef="#br0" timeOffset="77806.48">17090 6964 595 0,'0'0'146'15,"0"0"7"-15,0 0-101 16,0 0-52-16,0 0-14 16,0 0 8-16,5 8 6 15,-5 9 1-15,0 2 0 16,0-3-1-16,0-5-1 0,0-4-17 16,0-4-20-16,0-3 23 15,2 0 15-15,2 0 13 16,1-17 10-16,2-2-21 15,-3 1 3-15,2 4 5 16,-4 4 11-16,-1 8 3 16,-1 2-19-16,0 0-5 15,2 0-3-15,-2 0-6 16,0 7 2-16,0 5 7 16,0 3-1-16,0-3 1 15,0-2 0-15,0-3 0 16,0-4-1-16,-2-1 1 15,1 0-1-15,1 1 1 16,0 1-1-16,-2 4 1 0,0-1 1 16,-2 0-1-16,0 1 0 15,0-1-1-15,1 2-2 16,-2-4 1-16,4 0 1 16,-2-4-1-16,3 0 1 15,-2-1 0-15,2 0 1 16,0 0 3-16,0 0 4 15,2-19 17-15,13-8-24 16,10-10-4-16,5-2-1 16,4 0-3-16,-4 7 4 15,-5 7 4-15,-5 11 0 16,-10 7-3-16,-1 7-4 0,-1 5-3 16,-4 17 9-16,-4 6 1 15,0 5 0-15,-4 7 0 16,-13-1 1-16,1-8 0 15,2-5 0-15,8-13-1 16,2-8 0-16,4-5 0 16,0 0 4-16,0 0 7 15,4-22 12-15,16-5-23 16,7-7-9-16,1 3-3 16,2 4-6-16,-7 6 9 15,-3 8 8-15,-8 6-10 16,-4 7 10-16,0 0-5 15,-3 3 3-15,-1 14 2 16,-1 4-1-16,-3 4 0 0,2 3 2 16,-1 2 2-1,1-5-2-15,1-3 0 0,4-5-8 16,7-6-34-16,2-7 22 16,8-4 9-16,1 0-14 15,5-12-5-15,-3-11-26 16,-2-2 56-16,-7-1-6 15,-3 5 6-15,-7 6 11 16,-2 2 13-16,0 6 24 16,-4 4-19-16,-1 3 21 15,-1 0-26-15,0 0-24 16,0 0-2-16,0 0-2 0,0 0-8 16,0 0 11-16,0 0 0 15,0 0 2-15,0 0-1 16,0 0 4-16,0 0-2 15,0 0 8-15,0 0 13 16,0 0-1-16,0 0-13 16,0-2-8-16,0 0-1 15,0 2 0-15,0-1-1 16,0 1 1-16,0 0 1 16,0-2 1-16,0 2-1 15,0-2 1-15,0 2 0 16,0-3-2-16,2-2 0 15,-2-1 0-15,3-3-1 0,-1-4 4 16,-1 0-5 0,-1-2 2-16,0-2 0 0,0 0 0 15,0 1 3-15,-4 5-3 16,-5 5-5-16,2 6 4 16,-2 0-2-16,-1 10-7 15,-4 14-1-15,0 10 4 16,1 8 0-16,8 3 3 15,4-2 4-15,1-2-11 16,12-9 11-16,16-10-6 16,12-8 6-16,-2-14 7 15,4 0-4-15,-2-14 0 0,-6-9 2 16,-7-8 5 0,-10 0 0-16,-7-1 5 0,-7 3-8 15,-3 2-1-15,0 6-2 16,-4 8 0-16,-1 8-1 15,4 5-3-15,-2 0 0 16,1 9-16-16,-1 15 5 16,-3 12 10-16,4 3 0 15,2 1-1-15,2-5 0 16,15-6 0-16,7-7-4 16,4-10-3-16,1-7-3 15,6-5-9-15,-2-1-48 16,-2-23-132-16,-4-7-308 0</inkml:trace>
  <inkml:trace contextRef="#ctx0" brushRef="#br0" timeOffset="78123.72">18029 6928 522 0,'0'0'218'16,"0"0"-214"-16,0 0-4 15,-7 85 4-15,1-50 2 16,3-4 0-16,3-7-2 15,0-10 3-15,0-8 10 16,0-5-9-16,0-1-1 16,1 0 1-16,18-15 9 15,7-10-17-15,2-11-50 16,1-1 18-16,-4-2-8 0,3 5 15 16,2 7 25-16,-7 11 19 15,-6 10 6-15,-4 6-1 16,-3 3-24-16,-3 19 0 15,2 6-1-15,-6 8 2 16,-3 7 2-16,0 6-1 16,0-4 0-16,-2 1-2 15,1-8-55-15,1-9-45 16,4-14-139-16</inkml:trace>
  <inkml:trace contextRef="#ctx0" brushRef="#br0" timeOffset="78294.8">18545 7106 772 0,'0'0'94'0,"0"0"-94"16,0 0-10-16,0 0 10 16,-28 82-1-16,17-40 1 15,4 3-10-15,4-1-55 16,0-9-59-16,0-14-100 15</inkml:trace>
  <inkml:trace contextRef="#ctx0" brushRef="#br0" timeOffset="78763.12">17804 6899 95 0,'0'0'169'0,"0"0"-62"16,0 0 9-16,0 0-47 15,0 0-14-15,0 0-17 16,4-36 20-16,-4 32-44 15,0 3-12-15,0-1-2 16,-4-1-2-16,-14 0 2 16,-5-1 0-16,-5 4 0 15,-7 0-2-15,-4 3-1 16,1 11-50-16,4 8-14 0,16-1-106 16,18-2-220-16</inkml:trace>
  <inkml:trace contextRef="#ctx0" brushRef="#br0" timeOffset="79238.86">19000 6866 407 0,'0'0'127'0,"0"0"-105"15,0 0-19-15,104 9-3 16,-63-2-15-16,2-3 10 16,-3-1-40-16,-5-3-25 15,-6 0-78-15</inkml:trace>
  <inkml:trace contextRef="#ctx0" brushRef="#br0" timeOffset="80121.58">19055 6870 539 0,'0'0'124'0,"0"0"-83"16,0 0-23-16,0 0-18 16,0 0 5-16,0 0 10 15,90-14-3-15,-53-8-5 16,3-9-5-16,-2-1 4 15,-6-4-4-15,-3 3-4 16,-10-1 5-16,-8 6-2 16,-7 7 3-16,-4 6 12 15,0 10-4-15,0 5-6 16,0 5-6-16,0 27-48 0,0 14 47 16,0 15 1-16,0 17 0 15,3 5 0-15,5 0 5 16,0-9 0-16,-3-12 2 15,-1-11 11-15,-1-12-4 16,-3-11 2-16,0-9-8 16,0-9-3-16,0-6-5 15,-12-4 8-15,-8-3 8 16,-9-20 3-16,-4-9-16 16,5-6-3-16,9 0-7 15,19 4-33-15,7 5-15 16,32 6-65-16,13 4 35 15,1 8 50-15,-1 5 35 0,-8 6 37 16,-5 0-15 0,-5 17 5-16,-4 5-12 0,-3 5-9 15,-5-4 9-15,-7-3 1 16,-1-6-12-16,-10-6-3 16,-1-4 12-16,-1-4 2 15,-1 0 47-15,2-4-6 16,3-16-41-16,6-6-15 15,3-6-1-15,6-2 1 16,4 3 0-16,-3 9 4 16,1 12 0-16,1 8-4 15,-2 2-10-15,-1 9-13 16,5 14 18-16,-4 6-25 16,0 2 4-16,-1-2-9 0,0-5 8 15,-3-7 6-15,-5-12-11 16,5-5 25-16,2-10 7 15,11-16 0-15,9-13-2 16,-1-12-29-16,-8-9-5 16,-10-8 4-16,-12-3 32 15,-9 4 7-15,0 11 80 16,0 17 75-16,-3 15-57 16,1 13-47-16,1 11-33 15,-2 0-25-15,0 7-21 16,3 23 6-16,0 19 12 15,0 19 2-15,17 13 0 0,8 5 0 16,5-6-1-16,1-14-27 16,-1-18-9-16,-5-12 4 15,-7-12-32-15,-8-13-68 16,-8-11-101-16</inkml:trace>
  <inkml:trace contextRef="#ctx0" brushRef="#br0" timeOffset="80587.65">20028 6924 602 0,'0'0'25'15,"91"-7"-2"-15,-25 7-1 16,9 0 30-16,5 7-1 0,-3 0-18 16,-7 3-14-1,-4 2-8-15,-12-1-9 0,-7-1 0 16,-12-2-2-16,-13-3 5 15,-13-1-4-15,-6-3-1 16,-3 1-3-16,0-2 0 16,-8 0-5-16,-9 1 8 15,-2 3 0-15,3 6 0 16,3 5 0-16,1 9-3 16,5 6 3-16,7 1-2 15,10-1-13-15,27-6-4 16,9-13 10-16,2-10-5 15,-3-1-11-15,-9-14 5 0,-11-13 15 16,-9-4 2 0,-11-5 2-16,-5 0 0 0,-5-1 1 15,-17 4 20-15,4 8 8 16,6 10 37-16,8 11-9 16,2 4-56-16,2 7-29 15,0 22-36-15,6 14 58 16,21 6-9-16,16-1-8 15,13-9-68-15,2-12-23 16,-3-18-68-16,-9-9 7 16</inkml:trace>
  <inkml:trace contextRef="#ctx0" brushRef="#br0" timeOffset="81302.85">21137 7004 331 0,'0'0'174'0,"0"0"-2"15,0 0-18-15,0 0-125 16,0 0-29-16,0 0-38 15,-24-5 11-15,24 34 27 16,17 8 2-16,13 1-2 16,7-9-1-16,6-7 1 15,1-13 0-15,-4-9 7 16,-7 0-2-16,-9-10 0 16,-6-11 1-16,-7 2-1 15,-8-4 0-15,-3 4-5 16,0 2 0-16,0 5 0 15,-1 7 2-15,-2 5-2 16,3 0-2-16,0 0-115 0,0 13 68 16,3 5 22-1,24 2 2-15,15-1 25 0,13-4-5 16,7-8-49-16,0-7-39 16,-7 0 35-16,-9 0 36 15,-9-17 13-15,-10-6-19 16,-9-4 28-16,-15-4 2 15,-3-4 0-15,-10 0 44 16,-11 3 41-16,6 12 20 16,4 10-19-16,4 10-56 15,-5 17-32-15,-4 23-55 16,-7 15 55-16,2 11 0 0,0 6 4 16,1 3 0-16,3-3 1 15,-1-5-2-15,5-15 1 16,3-10-3-16,5-12-1 15,5-13 5-15,-2-5-2 16,2-9 2-16,0-3-1 16,-1 0 16-16,-2-11 67 15,0-11-80-15,0-7-7 16,3-3-2-16,0-3-7 16,12-2-30-16,21 3-25 15,16 3-22-15,14 1-68 16,7 7 86-16,4 3 59 15,-7 4 9-15,-15 5 28 0,-16 4 34 16,-18 3 2-16,-10 2 13 16,-7 2 16-16,-1 0-34 15,0 0-38-15,0 0-21 16,0 4-13-16,-1 12-3 16,-10 7 15-16,4 4 1 15,2 2-15-15,5-1-58 16,0-8-73-16,8-14-182 15</inkml:trace>
  <inkml:trace contextRef="#ctx0" brushRef="#br0" timeOffset="81469.18">22117 6710 755 0,'0'0'0'16,"0"0"-89"-16,0 0 26 16,0 0-28-16,26 81-110 15</inkml:trace>
  <inkml:trace contextRef="#ctx0" brushRef="#br0" timeOffset="81986.05">22663 6759 822 0,'0'0'49'15,"0"0"-7"-15,0 0-33 16,0 0-9-16,0 0-74 15,0 0 37-15,-10 48 36 16,-19 14 2-16,-6 5 0 16,2-1 5-16,4-14-5 15,12-16-1-15,9-14-1 16,7-11-5-16,1-8 0 16,0-3-6-16,0 0 12 0,7-2 0 15,14-12 25-15,9-8-25 16,-2 2 0-16,-2 5 2 15,-4 4-2-15,-6 11-1 16,-4 0-1-16,-2 8-21 16,-5 10 7-16,-4 6 4 15,-1 4 3-15,-1 4 6 16,-18-1 3-16,1-1 0 16,1-5 0-16,3-7 3 15,3-6-1-15,1-3-1 16,3-4 3-16,0-2 0 15,3-3-1-15,2 0 2 0,-1 0-1 16,-1 0 13 0,-1 0-6-16,-5 0-11 0,1 0-85 15,3 0-151-15,6 0 6 16</inkml:trace>
  <inkml:trace contextRef="#ctx0" brushRef="#br0" timeOffset="82219.56">22910 7013 288 0,'0'0'131'0,"28"-93"25"16,-15 53-1-16,-2 12-49 15,-4 11-37-15,-2 9-34 16,-4 8-13-16,-1 0-22 16,0 14-29-16,0 20-4 0,-1 19 32 15,-10 15 0-15,1 8 1 16,-4-4-1-16,2-4-24 15,-1-13-27-15,3-9 8 16,0-10-26-16,3-10-30 16,7-15-91-16,0-11-224 15</inkml:trace>
  <inkml:trace contextRef="#ctx0" brushRef="#br0" timeOffset="82518.49">23087 7190 618 0,'0'0'18'0,"0"0"-17"0,0 0-1 16,91-13 4-16,-64 7 18 15,-3-2 37-15,-6-1-23 16,-4-2 0-16,-5-5 1 16,-5-2-24-16,-4-6-9 15,0 0-4-15,-7 1 4 16,-9 6 9-16,-4 10-4 15,-5 7-9-15,-3 7-9 16,-2 19 6-16,3 9 2 16,11 7-6-16,9 5-4 15,7 0 5-15,7-5-12 16,23-3 4-16,8-10 12 0,6-5-3 16,3-10-84-1,-2-14-248-15</inkml:trace>
  <inkml:trace contextRef="#ctx0" brushRef="#br0" timeOffset="82714.6">23539 7299 879 0,'0'0'60'0,"0"0"-48"16,0 0-2-16,0 0-10 15,0 0-1-15,0 0-9 16,17-21-21-16,-13 35-77 16,3 2 18-16,5-3-83 0</inkml:trace>
  <inkml:trace contextRef="#ctx0" brushRef="#br0" timeOffset="82885.1">23785 7302 850 0,'0'0'47'16,"0"0"-26"-16,0 0-21 15,0 0-3-15,0 0-125 16,0 0-84-16,42 26 83 16,4-22-194-16</inkml:trace>
  <inkml:trace contextRef="#ctx0" brushRef="#br0" timeOffset="83037.01">24124 7299 755 0,'0'0'75'15,"0"0"0"-15,0 0-12 16,0 0-30-16,0 0-17 16,0 0-16-16,0-17-54 15,0 30-123-15,6-6-13 16,-1-7-306-16</inkml:trace>
  <inkml:trace contextRef="#ctx0" brushRef="#br0" timeOffset="84133.58">17371 5311 495 0,'0'0'132'0,"0"0"25"16,0 0-70-16,0 0-87 16,0 0-1-16,0 0-5 0,20 31 6 15,-10 2 1-15,-4 6-1 16,0-5 1-16,-1-7-2 15,-2-7-1-15,5-11-10 16,6-9-2-16,19 0 13 16,22-20-2-16,25-18-38 15,14-6-55-15,5-5 24 16,-7 3-33-16,-13 3-78 16,-15 4 38-16</inkml:trace>
  <inkml:trace contextRef="#ctx0" brushRef="#br0" timeOffset="84282.72">18009 5254 268 0,'0'0'106'0,"0"0"48"16,0 0-62-16,0 0-13 16,0 0-67-16,0 0-12 15,39 15-107-15,-36-13-144 16</inkml:trace>
  <inkml:trace contextRef="#ctx0" brushRef="#br0" timeOffset="133688.39">20651 6073 86 0,'0'0'76'16,"0"0"-50"-16,0 0 23 16,0 0-12-16,0 0 28 15,0 0 20-15,0 0-46 16,0 0 6-16,0-35 29 15,2 30-25-15,-1-2-37 0,1 2 7 16,-2 1 5-16,0 3-6 16,0-3-8-16,0 3 2 15,0 1-1-15,0-2-4 16,0 0 1-16,0 2 4 16,0-3 7-16,0 2-14 15,0-1 2-15,0 2 17 16,0 0-4-16,0 0-4 15,0 0-16-15,0 0 0 16,0 0-2-16,0 0-3 16,0 0 4-16,0 0-2 15,0 6 1-15,0 13-1 16,0 8 1-16,0 7 2 0,-9 10-1 16,-11 6-1-16,-3 3 2 15,-4 1 2-15,3-1 0 16,1-8 0-16,7-3 2 15,6-8-4-15,3-7 2 16,4-8-2-16,2-7-1 16,1-4-1-16,0-5 2 15,0-2 0-15,0-1 4 16,0 0-1-16,0 0 4 16,0 0 13-16,0 0 14 15,0 0-4-15,0-7-20 16,0-5-10-16,0 2-33 15,1 0-46-15,1 0-73 0,-2-4-324 16</inkml:trace>
  <inkml:trace contextRef="#ctx0" brushRef="#br0" timeOffset="134284.79">20681 5992 132 0,'0'0'136'16,"0"0"-47"-16,0 0-63 15,0 0 25-15,82-21 13 16,-49 17 3-16,3 0-22 16,2 0-2-16,1 3-30 15,-4 1 3-15,-7 0-4 16,-9 0-6-16,-8 10-6 15,-4 5 0-15,-7 2-1 16,0 7 1-16,-21 2 1 16,-15 6 6-16,-8-1-2 15,-6-1 2-15,3-2-1 16,5-6-2-16,8-5-1 0,5-2-3 16,7-2-5-1,7-2-27-15,7-5-70 0,8-6-132 16</inkml:trace>
  <inkml:trace contextRef="#ctx0" brushRef="#br0" timeOffset="134472.37">20635 6252 474 0,'0'0'157'0,"0"0"-80"15,0 0 9-15,0 0-41 16,0 0-40 0,0 0-5-16,1 0-145 0,19 0-205 15</inkml:trace>
  <inkml:trace contextRef="#ctx0" brushRef="#br0" timeOffset="200602.95">21594 5579 334 0,'0'0'112'16,"0"0"-43"-16,0 0 11 15,0 0-1-15,0 0-34 16,0 0 1-16,0 0 2 16,-20-58-23-16,19 55-6 15,1 1-5-15,0 0-2 16,0 2 2-16,0 0 4 15,0 0-15-15,0 0-3 16,-1 0-1-16,1 0-3 16,0 0-7-16,0 11-11 0,0 9 21 15,0 2 1-15,0 6 0 16,0-2-1-16,0-1 1 16,0-5-1-16,0-6-4 15,0-2 4-15,1-4-1 16,17-4 2-16,15-4 2 15,16-16 5-15,23-15-5 16,12-9-1-16,3-6 0 16,-3 0-1-16,-10 2 1 15,-13 1 0-15,-16 8 3 16,-9 4 19-16,-12 5-9 16,-5 7-11-16,-7 3 5 15,-6 5-6-15,0 7 1 16,-6 1-3-16,0 1-1 15,0 2-19-15,0 0-30 0,1 0-51 16,1 5 31-16,-1 6-54 16,0-2-112-16,4-8-103 15</inkml:trace>
  <inkml:trace contextRef="#ctx0" brushRef="#br0" timeOffset="200739.13">22262 5346 375 0,'0'0'29'0,"0"0"-29"15,0 0-58-15,0 0-2 0,0 0-70 16</inkml:trace>
  <inkml:trace contextRef="#ctx0" brushRef="#br0" timeOffset="205930.94">15580 7582 382 0,'0'0'74'0,"0"0"-24"16,0 0-9-16,0 0-14 16,0 0-12-16,0 0 5 15,0 0-8-15,73-42 4 16,-58 38 19-16,-2-3 9 15,5 3-34-15,6 0-9 16,15 0 1-16,13 1 0 16,19 0 1-16,27 2 1 15,30-1 0-15,34 2 3 16,25 0-2-16,16 0-4 16,7 0-1-16,-10 0 0 15,-21 0 1-15,-30 4 1 16,-31-2 0-16,-26 0-2 15,-20-2 1-15,-17 0 0 0,-15 0-1 16,-10 0 0-16,-10 0 0 16,-11 0 0-16,-3 0 2 15,-6 0 52-15,0 0-18 16,0-4-20-16,0 2-9 16,0 2-3-16,0 0-4 15,0 0-10-15,0 0-57 16,-6 0-75-16,-3 10 33 15,0-5-159-15</inkml:trace>
  <inkml:trace contextRef="#ctx0" brushRef="#br0" timeOffset="206100.98">17832 7522 343 0,'0'0'172'0,"0"0"-93"15,0 0-7-15,0 0-13 16,0 0-39-16,0 0-20 16,-13-5-9-16,13 5-172 15,0 0-69-15</inkml:trace>
  <inkml:trace contextRef="#ctx0" brushRef="#br0" timeOffset="-151898.76">19573 7674 261 0,'0'0'13'0,"0"0"63"16,0 0 14-16,0 0-49 15,0 0-27-15,0 0 29 16,0 0-25-16,0 0 23 16,-17-26-13-16,17 26-23 15,0 0 10-15,0-2 6 16,0 1-6-16,0-1-15 15,3-3-4-15,12 3 2 16,12 0-1-16,16-1 3 16,24 1 1-16,26 0 0 15,28 0 15-15,29 2 9 0,25 0 7 16,23 0-10-16,23 0-11 16,12 0-4-16,5 0-6 15,-2 0-1-15,-9 0-3 16,-9 0-19-16,-13 0 8 15,-16 2 7-15,-26 3-1 16,-24 1 5-16,-25 1-6 16,-23-4 3-16,-20-2 1 15,-17 1 5-15,-20-2 0 16,-13 0 5-16,-13 0 6 16,-4 0 9-16,-4 0 21 15,0 0 2-15,0 0-6 0,0-5-22 16,0-1-14-16,0-2 3 15,-4 4-8-15,-2 3-3 16,-1 1-42-16,-3 1-67 16,0 14-15-16,-2-4-195 15</inkml:trace>
  <inkml:trace contextRef="#ctx0" brushRef="#br0" timeOffset="-76368.87">4550 6203 141 0,'0'0'133'0,"0"0"1"16,0 0-99-16,0 0 15 15,0 0-12-15,0 0-10 16,0 0 1-16,0 0-4 15,1-21-2-15,-1 20-8 16,0-1 4-16,0 1 6 16,0-3-11-16,0 1-9 15,0 1-2-15,0-2 6 16,0-2-1-16,2-1-8 16,2 0-3-16,2-3 3 15,3-1 0-15,0-2-10 0,1 1-2 16,-1-1 12-16,-3 3 1 15,-1 1-1-15,-2 4 0 16,1 2 2-16,-4 3 4 16,0 0 9-16,0 0-15 15,0 0-2-15,0 0-2 16,0 0-1-16,0 14-3 16,3 9 5-16,2 13 2 15,-4 6 0-15,0 5 0 16,-1 1 1-16,0-1 0 15,0-5 0-15,-2-3 0 16,-6-6 1-16,-2-4-1 16,4-5-1-16,-2-7-4 15,2 0 2-15,-2-2-1 0,0-1 5 16,2-2-2-16,0-3 1 16,1-2-2-16,1-2-5 15,1 0-5-15,2-1 8 16,1-2 0-16,0 0-12 15,0-2 1-15,0 0 10 16,0 0 5-16,0 0-9 16,0 3-47-16,0-3-8 15,-3 0-1-15,0 3-36 16,-5 0 89-16,-2 0-37 16,-5-3-156-16</inkml:trace>
  <inkml:trace contextRef="#ctx0" brushRef="#br0" timeOffset="-76163.4">4335 6643 191 0,'0'0'41'0,"0"0"6"16,0 0 59-16,0 0 8 16,0 0-40-16,94 0-40 15,-51-7-21-15,2-3-8 16,2 1 1-16,0-1-5 15,-3 4-1-15,-3 0 0 16,-2 6-49-16,-8-3-120 0,-9 3-163 16</inkml:trace>
  <inkml:trace contextRef="#ctx0" brushRef="#br0" timeOffset="-75953.47">5033 6656 220 0,'0'0'402'0,"0"0"-257"16,0 0-76-16,0 0-28 16,0 0-7-16,0 0-25 15,0 0-9-15,0-22-43 0,0 19-84 16,0-2-271-16</inkml:trace>
  <inkml:trace contextRef="#ctx0" brushRef="#br0" timeOffset="-70949.25">4350 7533 103 0,'0'0'324'0,"0"0"-237"15,0 0-39-15,0 0-7 16,0 0 2-16,0 0-4 15,0 0 14-15,0-75-16 16,0 66-11-16,0 1-8 16,0-2-4-16,0 1-4 0,3 1 2 15,4-3-6-15,6 1-3 16,10-5-3-16,7 1-1 16,12 0 1-16,2 3 0 15,1 4 1-15,-8 3-1 16,-4 4 0-16,-5 0-2 15,-4 14 1-15,-7 10-1 16,-8 7-4-16,-9 11-1 16,-8 9-3-16,-34 9 7 15,-19 6 3-15,-15 3 3 16,-1-8-1-16,-1-8 2 16,11-12-4-16,13-9 0 0,11-7 1 15,16-11 1 1,11-5-2-16,8-6-2 0,6-1-1 15,2-2 3-15,0 0 0 16,0 0-1-16,7 0-5 16,18 0 6-16,11-3 2 15,7-3 1-15,-1 1-3 16,-4 0 1-16,6 2-2 16,1 0 1-16,1 3-2 15,2 0-5-15,4 0-98 16,3 3-13-16,-1-3-217 15</inkml:trace>
  <inkml:trace contextRef="#ctx0" brushRef="#br0" timeOffset="-70758.06">4975 7928 723 0,'0'0'146'0,"0"0"-89"16,0 0-36-16,0 0-7 16,0 0-14-16,0 0-7 15,0-6-75-15,0 6-179 16,0 0-150-16</inkml:trace>
  <inkml:trace contextRef="#ctx0" brushRef="#br0" timeOffset="-67202.93">6475 7219 355 0,'0'0'123'16,"0"0"-75"-16,0 0-1 0,0 0-13 15,0 0 23 1,0 0-29-16,0 0 6 0,20-66-4 16,-15 54 12-16,-3 3-22 15,1-1-4-15,-2 0-5 16,1 2 5-16,-2 2-5 15,0-3-1-15,0 4 1 16,0-2-8-16,0-2 2 16,0-2 0-16,-9 2-4 15,-7-1-1-15,-5 0-1 0,1 5 0 16,-5 0-2 0,6 5 2-16,1 0-2 0,1 0 1 15,-2 13-3-15,-4 10 5 16,-6 13-2-16,-3 13 4 15,1 10-3-15,4 6 1 16,6 3-1-16,8-2 0 16,6-2-1-16,7-5-4 15,0-4-6-15,4-5-6 16,14-7-2-16,12-8-58 16,7-13 38-16,11-9-31 15,8-13 4-15,7 0-81 16,1-16-43-16</inkml:trace>
  <inkml:trace contextRef="#ctx0" brushRef="#br0" timeOffset="-65270.93">6714 7439 319 0,'0'0'172'0,"0"0"-50"16,0 0-3-16,-39-72-34 16,36 69-51-16,0 3-24 15,2 0-10-15,-5 10-16 16,-5 14-17-16,1 9 33 15,1 3 0-15,3-2-27 16,4-6-27-16,2-8 23 16,0-9-10-16,0-6 16 15,0-3 6-15,0-2 19 16,0 0 16-16,-3 0 47 0,-2-4-42 16,-3-6-14-1,0 2 36-15,1 2-24 0,1 3 13 16,3 0 3-16,3 3-12 15,0 0-23-15,0 0-1 16,0 0-3-16,0 0-5 16,0 0 6-16,0 0 3 15,0 0 2-15,2 3 0 16,2 0-1-16,-3-3-1 16,1 0 3-16,-2 0-3 15,1 0 1-15,-1 0 3 16,0 0 3-16,0 0-1 15,0 0 0-15,0 0 1 16,0 0 0-16,0-7-7 16,0 0 0-16,0-1 0 0,2-2 0 15,1 0 0-15,0-1-1 16,3 0 0-16,-1 2 1 16,-2 1 1-16,1 3 0 15,-3 2-1-15,-1 2 2 16,0 1-2-16,0 0 0 15,0 0-4-15,0 0 1 16,0 0 2-16,0 0-8 16,0 0-2-16,0 0-7 15,0 0-22-15,0 0-11 16,0 1 41-16,0 5-7 16,0-1 1-16,0-5 1 15,2 0-3-15,-1 0 13 0,-1 0 5 16,2 0 7-16,-2 0 40 15,3 0-9-15,0-11-36 16,0 0 5-16,-3-3 1 16,0 2 8-16,0-1-7 15,0 4-2-15,-2 1-5 16,-5 5 1-16,-3 0-3 16,4 3 0-16,-2 0-2 15,2 0-3-15,-3 6 3 16,2 11 0-16,1 5 1 15,0 3-1-15,3 6 2 16,3 5 0-16,0 3-1 0,0 1 1 16,3-4 0-1,9-5-22-15,4-10-25 0,1-11-5 16,6-8 13-16,3-2 30 16,3-15 1-16,-3-14-17 15,-5-6 25-15,-3-4 6 16,-12-4 64-16,-6 1-7 15,0 1 10-15,-11 6-39 16,-10 7-14-16,6 6 4 16,4 11 0-16,3 5 2 15,8 4-9-15,0 2-11 16,0 0-6-16,0 5-16 16,18 12 12-16,6 7 4 15,7 2 0-15,2 1 2 0,-2-4-2 16,-5-1 0-16,-4-4-10 15,0-3 0-15,-8-4-10 16,-4-2-13-16,-1-3-10 16,-6-4-30-16,-1 1-17 15,-1-3-10-15,2 0 38 16,3-3 43-16,3-11-95 16,0-6 87-16,6-6 27 15,-3 0 54-15,-3-3 47 16,-2-3 23-16,-1-1-9 15,0 1-43-15,0 0-15 16,0 4-34-16,-1 6-14 16,2 4 5-16,-4 9 4 0,-2 4-8 15,1 5-10 1,-2 0 0-16,3 4-9 0,1 20-14 16,-2 15 16-16,1 13 5 15,-3 12-1-15,3 7 0 16,4 7 1-16,4 4 4 15,2-2 0-15,4-5-2 16,-4-3 3-16,-1-5-1 16,-6-10 0-16,-3-7-2 15,-3-15-1-15,0-12-6 16,0-10-10-16,0-11-4 16,0-2 21-16,-6-10 0 15,-2-24 8-15,1-14-8 16,0-12-3-16,-1-8-1 0,0 0 3 15,-2-1 1-15,3 3 0 16,2 4 4-16,5 7-4 16,0 8-2-16,18 11-2 15,7 8 1-15,4 9 1 16,4 9-3-16,-3 7 5 16,-2 3-1-16,-1 10-3 15,-8 15 3-15,-4 10-2 16,-6 2-1-16,-9-1 2 15,0-5-5-15,-12-6 1 16,-10-4-1-16,-4-2 6 0,-5-4 1 16,-6-2 4-1,1-5-3-15,5-6 5 0,6-2-3 16,12 0 1-16,13 0-4 16,5-7-17-16,35-4-124 15,20-3-178-15,19-6 160 16,6 0 44-16,-6-1 107 15,-8 1 8-15,-26 6 145 16,-16 5 18-16,-22 4 32 16,-7 5-26-16,0-2-78 15,0 1-47-15,0-1-24 16,0 2-13-16,-9 0-7 16,-3 3-1-16,-7 16 0 15,-2 6 0-15,10 2-11 0,7-4-23 16,4-6-38-16,3-12 0 15,24-5 62-15,4-5 11 16,6-18 8-16,-4-3 0 16,-11 0 28-16,-9 0 27 15,-9 2-14-15,-4 3-6 16,0 7-20-16,0 4-10 16,-4 7-5-16,2 3 9 15,2 0-17-15,0 5-18 16,0 16-25-16,0 8 31 15,19 8 2-15,8 1-40 16,17-5-4-16,9-12-50 16,10-17-14-16,4-4-68 0</inkml:trace>
  <inkml:trace contextRef="#ctx0" brushRef="#br0" timeOffset="-64719.47">8159 7299 226 0,'0'0'184'0,"-92"-117"-12"16,47 74 51-16,18 14-101 15,12 15-69-15,9 11 0 16,6 3-53-16,0 10-16 16,0 19-9-16,0 17 25 15,0 14 0-15,2 4 0 0,9-2 0 16,2-4-5 0,0-10 5-16,0-8 0 0,1-11-6 15,-2-12 0 1,0-6-15-16,-5-6-8 0,-1-5-28 15,-3 0 49-15,5 0 3 16,-1-2-5-16,5-3 10 16,-2 3-8-16,1 2 4 15,2 0-4-15,1 10 4 16,2 6 0-16,-2 3 3 16,-1 4-1-16,-6 0 0 15,-2 1 0-15,-5 0-3 16,0-5 3-16,-3-2 2 15,-16-3 1-15,-5-8 0 16,-3-3 7-16,-2-3-8 16,1-1 0-16,7-18-13 15,8-7 5-15,10-4 1 0,3-3-5 16,18 1-20-16,15 2 32 16,5 5 12-16,4 3-3 15,-4 8 16-15,-3 5-3 16,-6 5 21-16,-7 4-20 15,-4 0-17-15,-2 3-1 16,-2 11-3-16,-1 9-2 16,-2 3 2-16,-4 5-2 15,-1 1 2-15,-3-3 0 16,0-7 0-16,-2-7-2 16,1-5-22-16,-2-7-47 15,0-3-63-15,0-16-61 0</inkml:trace>
  <inkml:trace contextRef="#ctx0" brushRef="#br0" timeOffset="-64560.91">8305 7132 756 0,'0'0'50'15,"0"0"-50"-15,0 0-18 16,0 0-51-16,0 0-1 15,96 98-67-15,-56-74-284 16</inkml:trace>
  <inkml:trace contextRef="#ctx0" brushRef="#br0" timeOffset="-64338.36">8721 7213 724 0,'0'0'181'0,"0"0"-130"15,0 0-51-15,0 0-10 16,-6 81 10-16,6-30 2 16,0 11-1-16,0 1 1 15,3 0-2-15,13-1-5 16,9-9-21-16,6-11-24 16,7-11-35-16,11-14-47 0,3-17-61 15,-1-1-80 1</inkml:trace>
  <inkml:trace contextRef="#ctx0" brushRef="#br0" timeOffset="-64186.26">9032 7611 247 0,'0'0'131'0,"0"0"80"16,0 0-59-16,0 0-46 15,0 0-62-15,0 0-34 16,-54-44-10-16,54 54-13 16,2 12 6-16,14 3 3 15,3 3 1-15,8-2-8 16,5-8-49-16,6-10-44 15,4-8-60-15,7-19-279 16</inkml:trace>
  <inkml:trace contextRef="#ctx0" brushRef="#br0" timeOffset="-64021.65">8922 7265 811 0,'0'0'35'0,"0"0"60"15,0 0-95-15,0 0-1 16,0 0-27-16,110 10 6 16,-52 14-48-16,0-2-113 15,2-12-167-15</inkml:trace>
  <inkml:trace contextRef="#ctx0" brushRef="#br0" timeOffset="-63789.43">9397 7149 756 0,'0'0'49'0,"0"0"92"15,0 0-114-15,0 0-27 16,0 0-12-16,-24 72 10 16,18-2 1-16,2 10 1 15,2 3 0-15,1 2-4 16,1-10 2-16,0-8-11 15,0-16-36-15,0-15-30 16,3-22-100-16,6-14-149 16</inkml:trace>
  <inkml:trace contextRef="#ctx0" brushRef="#br0" timeOffset="-63504.13">9145 7531 760 0,'0'0'18'15,"0"0"37"-15,0 0-54 16,108-28 0-16,-45 15 1 16,17 1 9-16,2-2 5 15,-3-1 8-15,-9 1-13 16,-19 4-8-16,-18 5 0 16,-16 0 4-16,-12 5 8 0,-5 0-10 15,0 0-5-15,0 0-6 16,0 9-1-16,0 12 7 15,-9 4 0-15,-1 8 2 16,1 0 2-16,1 4-4 16,6-2 0-16,2 0-41 15,0-4-39-15,19-15-85 16,0-13-195-16</inkml:trace>
  <inkml:trace contextRef="#ctx0" brushRef="#br0" timeOffset="-62941.02">9851 7595 561 0,'0'0'119'0,"0"0"35"15,0 0-116-15,0 0-13 16,0 0-5-16,88-87-7 16,-68 69-1-16,-1-2-2 15,-2 0-5-15,-6 3 1 16,-8-1 0-16,-3 1-5 15,0 2-1-15,-3 3 0 16,-6 5 0-16,2 4 0 16,-2 3-2-16,-7 8-9 15,-7 18-16-15,-10 11 25 16,3 9-13-16,6 1-14 16,6 1 10-16,12-5 17 0,6-10-11 15,8-11-18-15,22-15 4 16,8-7 27-16,10-7 3 15,6-18-3-15,-3-7-53 16,-10-5 8-16,-14-1 5 16,-16-4 12-16,-7-2 14 15,-4-1 2-15,0 3 12 16,6 4 12-16,3 12 18 16,4 6 33-16,-4 12 24 15,-1 8-49-15,-1 0-36 16,5 15-2-16,-1 17-4 15,-4 7 2-15,-7 8-1 16,0 3 1-16,0 1 2 16,-9-1 2-16,2-5 5 0,2-8-5 15,1-6-1-15,2-12 0 16,2-6 0-16,-1-9 0 16,-1-4 4-16,-4 0 1 15,-6 0 4-15,-19-12-10 16,-20-6-21-16,-22-5-117 15,-21 0-95-15</inkml:trace>
  <inkml:trace contextRef="#ctx0" brushRef="#br0" timeOffset="-62723.31">9718 7034 812 0,'0'0'42'16,"0"0"39"-16,0 0-53 15,0 0-11-15,0 0-17 16,0 0-2-16,12-39-19 16,4 59-79-16,6 7 4 15,7-8-205-15</inkml:trace>
  <inkml:trace contextRef="#ctx0" brushRef="#br0" timeOffset="-61968.91">10802 7660 410 0,'0'0'70'0,"0"0"4"15,0 0-53-15,0 0-2 16,94-29 9-16,-65 22 35 16,1-3-16-16,-2 2-32 15,5 1 13-15,-3 3-7 16,-3 4-19-16,-1 0-2 16,-2 0-19-16,-3 1-64 15,-2 6-40-15,-6-2-165 16</inkml:trace>
  <inkml:trace contextRef="#ctx0" brushRef="#br0" timeOffset="-60458.91">11832 7352 534 0,'0'0'69'16,"0"0"78"-16,-54-90-52 16,28 69-63-16,-2 9-3 15,7 7-25-15,4 5-4 0,4 5-1 16,3 26-1-16,0 14 0 16,5 11 0-16,5 7-1 15,0-1-3-15,12-3-5 16,4-8-2-16,2-9 8 15,-3-9 5-15,-8-8 1 16,-4-6-1-16,-3-7-2 16,0-1-1-16,-17 0 2 15,-12 0 1-15,-2-2 4 0,1-1 1 16,6-6-2 0,9-2-3-16,7 0-2 0,6-1 2 15,2-19-17 1,19-9-18-16,22-9-38 0,14-5 35 15,9-6 38-15,6 3 9 16,2-6-7-16,-4 3 2 16,-6 0-3-16,-12 4 3 15,-16 8 14-15,-10 4 16 16,-12 10 17-16,-6 6 7 16,-4 7-14-16,-2 7-17 15,0 3-25-15,0 6-2 16,0 20-29-16,0 15 27 15,0 8 2-15,-3 7-1 16,-6 2 2-16,0 0 0 16,0-1-1-16,4-8-7 0,5-6-17 15,0-10-10-15,0-6 10 16,-1-7-7-16,0-6 7 16,-1-3 1-16,-1-2 14 15,1-2 7-15,2 1 2 16,0-4-1-16,0 2-2 15,0-2 2-15,0-1 1 16,0-3 1-16,0 0 3 16,0 0 7-16,0 0-8 15,0 0-3-15,0 0 1 16,0 0 2-16,0 0-1 16,0 0 5-16,0-8 8 15,5-15-2-15,8-9-13 0,4-5-30 16,1-4 0-16,0-2 22 15,1 5 6-15,-1 3 2 16,-3 4 1-16,-3 9 0 16,-2 5 19-16,-5 7 25 15,-2 6 11-15,-3 4-40 16,0 0-16-16,0 0 0 16,0 12-22-16,-8 12 15 15,-11 10 5-15,-7 8 2 16,-2 6 1-16,-2 4 2 15,2-2-3-15,7-3-7 16,7-9-23-16,14-11-34 16,0-10-15-16,30-13-8 0,18-4 48 15,15-15-89 1,2-15 0-16,-3-3-56 0,-13-2 184 16,-18 2 62-16,-11 3 74 15,-10 6 65-15,-4 6-11 16,-5 4-87-16,1 6-24 15,-2 6-28-15,0 2-36 16,0 0-15-16,0 0-8 16,0 15-8-16,0 11-2 15,0 7 9-15,-2 3-10 16,-1 1-5-16,3-6-35 16,0-9 20-16,16-8-25 0,6-11 18 15,5-3 39-15,1-3-7 16,-3-17-8-16,-4-3 12 15,-6-1 10-15,-9 1 0 16,-4 3 17-16,-2 4 15 16,0 7 37-16,0 7-33 15,0 2-35-15,0 0-1 16,0 12-47-16,1 8-19 16,5 3 56-16,4 2 9 15,5-1-56-15,6-8-53 16,5-13-218-16</inkml:trace>
  <inkml:trace contextRef="#ctx0" brushRef="#br0" timeOffset="-60269.18">12442 7227 805 0,'0'0'16'15,"0"0"-16"-15,0 0-5 16,0 0-26-16,0 0 24 16,94 111-147-16,-67-63 104 15,7-9-185-15</inkml:trace>
  <inkml:trace contextRef="#ctx0" brushRef="#br0" timeOffset="-60043.11">12878 7435 622 0,'0'0'135'0,"0"0"-46"15,0 0-89-15,0 0-2 16,-20 86 2-16,9-42 1 16,-4 9 1-16,5 3 2 15,5 2-4-15,5-4 0 16,0-10-39-16,20-13-46 15,8-15-20-15,5-16 1 16,7-7-64-16,1-24-110 16</inkml:trace>
  <inkml:trace contextRef="#ctx0" brushRef="#br0" timeOffset="-59860.6">13063 7590 214 0,'0'0'277'16,"0"0"-22"-16,0 0-121 15,0 0-60-15,0 0-37 16,0 0-37-16,-38-47-7 15,38 77-9-15,0 13 16 16,0 12-1-16,0 9 1 16,0-6-14-16,0-1-10 15,4-4-27-15,10-11-18 16,0-13-60-16,2-17-86 16</inkml:trace>
  <inkml:trace contextRef="#ctx0" brushRef="#br0" timeOffset="-59427.24">12937 7986 648 0,'0'0'104'16,"0"0"-89"-16,0 0 34 15,0 0 4-15,0 0-17 16,0 0-19-16,64-50 1 15,-22 21-12-15,2-1-4 16,0-4-1-16,-2-6-1 0,1-3-13 16,-7-6-20-1,1 2-13-15,-4-1-16 0,-3 9-24 16,-5 7 37-16,-3 8 19 16,-9 10 30-16,-2 8 42 15,1 6-29-15,-1 0-13 16,0 20-5-16,-2 15 0 15,-7 11 4-15,-2 6 1 16,0 2 4-16,-5-2-1 16,-2-12 6-16,1-9 0 15,2-9 19-15,1-11 7 16,1-7-4-16,1-2 0 16,-3-2-5-16,-5 0-20 15,-17 5 0-15,-23 2-6 0,-19 5-5 16,-6 1-107-1,7 0-91-15,25-1-229 0</inkml:trace>
  <inkml:trace contextRef="#ctx0" brushRef="#br0" timeOffset="-58590.21">14145 7766 541 0,'0'0'153'0,"0"0"-1"16,0 0-87-16,0 0-48 0,0 0-17 15,0 0-4-15,-57-1 4 16,19 46 0-16,-3 8-8 16,7 4-10-16,13 0-58 15,21-11 6-15,5-15-23 16,32-18 83-16,6-13 2 16,2-14 5-16,-1-21 0 15,-6-9-12-15,-10-2 15 16,-10 4 3-16,-9 6 40 15,-8 10 38-15,-1 9 27 16,0 7-16-16,0 8-54 0,0 2-37 16,0 0-1-1,0 18-33-15,4 10 27 0,-1 6-3 16,4 5-9-16,6-1-14 16,4-4 4-16,7-8-41 15,2-10 11-15,0-13 21 16,-2-3-9-16,1-16 34 15,-2-8-12-15,-3-3 11 16,-1 2 13-16,-8 8 45 16,-5 6 54-16,-3 5-15 15,-3 4-67-15,0 2-7 16,0 0-6-16,2 0-4 16,1 0-6-16,1 0 6 15,1 5 0-15,0 4-1 0,0-1 1 16,-2-1-1-16,2-2 1 15,-2-2 0-15,1-1-2 16,-3-1-2-16,2 1 2 16,0 3-11-16,3 5-24 15,8 7 11-15,10 4 6 16,9 3-39-16,9 0-13 16,3-7-57-16,3-7-59 15,3-9 52-15,1-1 41 16</inkml:trace>
  <inkml:trace contextRef="#ctx0" brushRef="#br0" timeOffset="-58228.62">14971 7975 73 0,'0'0'49'16,"66"-100"2"-16,-42 49-19 16,-11-2 40-16,-8 2 98 0,-2 2 65 15,-3 13-78-15,0 12-70 16,0 12-23-16,0 12-37 16,0 0-27-16,0 19-53 15,0 23 37-15,0 16 16 16,8 14 0-16,8 12-2 15,10 0-3-15,9-5-10 16,5-16-18-16,0-23 18 16,-7-20 9-16,-8-15 6 15,-10-5 2-15,-6-19 2 16,-4-15-4-16,-5-13-8 16,-21-6-6-16,-28-2 2 15,-11 4-4-15,2 13 16 16,15 16 40-16,14 12 13 0,8 10-41 15,5 0-12-15,-2 24-4 16,1 11 0-16,6 13 0 16,11 7-4-16,3 1-3 15,38-6-1-15,20-10 8 16,12-11 1-16,7-14-35 16,-6-12-66-16,-8-3-102 15</inkml:trace>
  <inkml:trace contextRef="#ctx0" brushRef="#br0" timeOffset="-57611.57">14569 8020 500 0,'0'0'182'15,"0"0"-115"-15,0 0-67 16,0 0 0-16,0 0 0 15,0 0 3-15,-15 91-2 16,10-67 1-16,3-3 0 16,2-6-2-16,0-7-36 0,5-5-15 15,17-3-4-15,8-12 44 16,3-15-84-16,0-6 20 16,-3-4 44-16,-4 0 31 15,-4 7 43-15,-5 7 72 16,-6 12-3-16,-6 6-29 15,-4 5-37-15,-1 0-46 16,0 15-10-16,0 11 7 16,0 5 1-16,0 3 2 15,0 0-1-15,0 3-10 16,6-8-100-16,10-11-253 16</inkml:trace>
  <inkml:trace contextRef="#ctx0" brushRef="#br0" timeOffset="-56546.29">16640 8025 217 0,'0'0'415'15,"0"0"-221"-15,0 0-107 16,0 0-69-16,0 0-18 16,0 0-1-16,-99 10-1 15,60 23 2-15,2 3-7 16,6-1-5-16,11-3-16 0,15-4-25 16,5-9 1-1,21-8 20-15,18-8 27 0,10-3-16 16,3-11-24-16,-3-14 16 15,-7-6 12-15,-12-2 17 16,-11 2 4-16,-9 5 32 16,-7 8 43-16,-3 7-12 15,0 7-7-15,0 4-15 16,0 0-45-16,0 4-1 16,0 18-39-16,0 12 33 15,0 5 0-15,1-1-35 16,18-4-11-16,11-18-18 15,6-14 27-15,5-5 40 16,3-31 4-16,-2-16 1 16,4-13-1-16,-4-12 0 0,-9-3 0 15,-14 3 6-15,-16 12 4 16,-3 13 64-16,-6 13-2 16,-7 17 23-16,5 14-60 15,1 6-27-15,-4 13-8 16,-6 21-11-16,-4 13 9 15,-2 13 1-15,-1 14 0 16,6 2-3-16,9-4 3 16,9-13-10-16,0-20-2 15,4-16 3-15,11-11 0 16,1-12 8-16,4 0-4 16,2-8 5-16,0-7-36 0,-6 3 21 15,-6 7 16-15,-8 2 2 16,-2 1-1-16,0 2-1 15,0 0-8-15,-7 10-5 16,-14 10 5-16,-8 6 8 16,-3 1 3-16,0-5-3 15,0-3 3-15,5-5 2 16,-3-7-2-16,3-2-3 16,7-5-4-16,7 0-40 15,13-1-4-15,0-17-17 16,33-7 7-16,11-3-17 15,8 0 66-15,3 2 9 16,-5 2 56-16,-6 7 9 16,-4 0 84-16,-11 10-98 15,-8 5-41-15,-4 2-10 0,-8 0 0 16,1 16-1-16,-2 6-4 16,-7 5 4-16,-1 3-5 15,-4-2 5-15,-13-3-5 16,1-1-1-16,0-4-15 15,3-4-58-15,6-9-55 16,7-7-175-16</inkml:trace>
  <inkml:trace contextRef="#ctx0" brushRef="#br0" timeOffset="-56378.22">17297 7700 775 0,'0'0'60'0,"0"0"-15"16,0 0-45-16,0 0-60 16,0 0 51-16,0 0-17 15,11 99-44-15,-1-65-63 16,10-11-231-16</inkml:trace>
  <inkml:trace contextRef="#ctx0" brushRef="#br0" timeOffset="-55980.7">17534 7816 721 0,'0'0'143'0,"0"0"-141"16,0 0 0-16,0 0-2 16,-45 129 0-16,32-59 2 15,6 5-2-15,7 0-1 16,0-14 1-16,20-11-7 15,10-16-10-15,13-17 7 16,11-17 10-16,7-6 2 16,2-26-2-16,-4-11-15 15,-12-4 12-15,-17-3-5 16,-16 3 8-16,-12 6 11 16,-2 5 1-16,0 14 57 0,0 8-23 15,0 7-20 1,0 7-15-16,0 0-11 0,-3 12-27 15,-3 16-5-15,-3 13 32 16,1 8 0-16,4 0-6 16,4-3-26-16,7-8-11 15,20-9 22-15,7-12 20 16,1-8-22-16,-1-9-25 16,2-4-88-16,0-23-91 15</inkml:trace>
  <inkml:trace contextRef="#ctx0" brushRef="#br0" timeOffset="-55830.22">17944 7788 778 0,'0'0'78'0,"0"0"-17"16,0 0-41-16,0 0-20 16,0 0-65-16,0 0 45 15,79 22-35-15,-31 14-106 16,8-10-122-16</inkml:trace>
  <inkml:trace contextRef="#ctx0" brushRef="#br0" timeOffset="-55613.05">18436 7768 746 0,'0'0'100'0,"0"0"-82"16,0 0-18-16,0 0-5 15,-46 89 5-15,18-21 1 16,-4 13 0-16,3 8 10 16,4-5-11-16,6-10-4 15,5-14-33-15,1-15-42 16,0-17-34-16,1-17-98 16,2-11-151-16</inkml:trace>
  <inkml:trace contextRef="#ctx0" brushRef="#br0" timeOffset="-55346.39">18094 8114 745 0,'0'0'41'0,"0"0"-15"15,80-33-21 1,-40 27-4-16,9 1 7 0,6 0 16 16,3 3-2-16,2 0-5 15,-5 2-13-15,-10 0-3 16,-12 0-1-16,-11 3 2 15,-11 4-2-15,-7 4-7 16,-4 8-11-16,0 4 13 16,-9 6 2-16,-13 3 3 15,-2 2 1-15,-1 4-1 16,5-1 0-16,11 1-13 16,9-5-77-16,0-9-50 0,20-18-177 15</inkml:trace>
  <inkml:trace contextRef="#ctx0" brushRef="#br0" timeOffset="-54798.21">18718 8238 596 0,'0'0'123'0,"0"0"-51"15,0 0-18-15,0 0-6 16,0 0-10-16,0 0-33 15,63-41-4-15,-30 26 0 16,3-4 0-16,-1-4 2 0,-9 1 0 16,-4-6-2-16,-13 1 1 15,-9-5-2-15,0 1-2 16,-15 5-11-16,-6 9 11 16,-2 13 1-16,-6 4-2 15,-4 16-9-15,-9 21-7 16,-3 10 7-16,4 7 3 15,13 4-5-15,18-5-20 16,10-8 4-16,27-12 16 16,14-12 9-16,5-11 4 15,3-10-7-15,5-5-39 16,-2-17-11-16,-1-11 5 16,-5-5 35-16,-10-5 15 0,-6-5 3 15,-5 0 9-15,-3 7 26 16,-2 7 53-1,-2 17-15-15,-9 11-39 0,-2 6-29 16,-6 11-5-16,1 17-16 16,-2 8 15-16,0 8 0 15,0-1 2-15,-10 0 0 16,-1-4 1-16,2-6-2 16,-3-6 1-16,2-6 3 15,-2-2-1-15,-5-3-3 16,-2-3-4-16,-4-7-51 15,-5-6-20-15,-2 0-30 16,2-26-213-16</inkml:trace>
  <inkml:trace contextRef="#ctx0" brushRef="#br0" timeOffset="-54597.66">18681 7711 793 0,'0'0'58'0,"0"0"-18"15,0 0-6-15,0 0-34 16,0 0-1-16,0 0-37 16,0 0-13-16,39 43-68 0,-39-19-103 15</inkml:trace>
  <inkml:trace contextRef="#ctx0" brushRef="#br0" timeOffset="-54069.2">19495 8358 670 0,'0'0'140'0,"0"0"-78"16,0 0-44-16,0 0-12 16,0 0-4-16,0 0-2 15,0 8-2-15,0 1-31 16,0 2-80-16,2-2-27 15,13-9-227-15</inkml:trace>
  <inkml:trace contextRef="#ctx0" brushRef="#br0" timeOffset="-53882.14">19752 8386 118 0,'0'0'586'0,"0"0"-450"16,0 0-103-16,0 0-33 16,0 0-14-16,0 0-45 15,85-4-64-15,-44 4-101 16</inkml:trace>
  <inkml:trace contextRef="#ctx0" brushRef="#br0" timeOffset="-53710.6">20393 8398 594 0,'0'0'202'16,"0"0"-98"-16,0 0-46 16,0 0-43-16,0 0-15 15,0 0-37-15,10-6-168 16,-10 9-38-16</inkml:trace>
  <inkml:trace contextRef="#ctx0" brushRef="#br0" timeOffset="-44590.22">9590 8378 279 0,'0'0'173'16,"0"0"-86"-16,0 0-24 16,0 0 20-16,0 0-23 15,0 0-12-15,0 0-8 16,47-53-9-16,-46 48-6 16,1 0-7-16,-2 1-10 15,0 1-2-15,2 1 2 16,-2-3-2-16,0 1-5 15,0 0 0-15,0-3-1 16,0 1 0-16,-6 0 0 16,-9-1-4-16,-6 3 1 15,-9 4 0-15,-11 0-3 16,-10 11 6-16,-6 18-1 16,-4 13 1-16,1 8 0 15,8 12-1-15,12 5 1 0,13 7-1 16,16 1 0-16,11-4-6 15,5-7-6-15,28-12-12 16,13-15-10-16,21-16-7 16,14-12 2-16,11-9-42 15,11-8-2-15,-5-16-116 16,-8-4-34-16,-20-3 152 16,-19-3 19-16,-24 3 63 15,-18 1 91-15,-9 5 66 16,-3 4 100-16,-18 2-131 15,-1 3-14-15,3 5-26 16,6 5-23-16,7 6-17 16,5 0-42-16,-1 0-4 0,2 20-11 15,0 7 10-15,0 9 1 16,0 3 0-16,9-2 1 16,6-3-1-16,5-7 0 15,2-9-1-15,2-5 0 16,-2-9-2-16,0-4 3 15,-2 0 4-15,1-17-2 16,-6-7 3-16,-5-5-4 16,-10-5 3-16,-2 3-4 15,-24-2-5-15,-12 5-7 16,-3 4-13-16,9 5 17 16,12 4 8-16,11 6 1 15,9 3 1-15,0 3-2 16,20 3-12-16,21 0-1 0,11 0 13 15,4 16 0-15,1 6 0 16,-4 7-1-16,-7 7 1 16,-9 0-5-16,-10 3 5 15,-14-5-5-15,-6-5 4 16,-5-7-6-16,-2-8 0 16,0-3-1-16,-3-6 0 15,-10-4-5-15,-1-1 9 16,-2 0 3-16,2-14-1 15,1-14 2-15,4-3 2 0,0-5 0 16,9 2 12-16,0 0 9 16,11 4-2-16,18 7-7 15,7 7-14-15,7 6-3 16,2 6-2-16,0 4-26 16,-3 0-35-16,-5 8-56 15,-7 3 6-15,-8 0-216 16</inkml:trace>
  <inkml:trace contextRef="#ctx0" brushRef="#br0" timeOffset="-44275.52">10702 8735 618 0,'0'0'150'0,"0"0"-98"15,0 0-20-15,0 0-13 16,39-74 2-16,-36 56-8 16,-3-5-3-16,0 4-7 15,-19 0-3-15,-10 5-2 16,-2 7-3-16,-2 7 3 16,5 0 1-16,3 20 0 15,7 9 0-15,12 10-27 16,6 5 11-16,14 1-4 15,29-5-1-15,24-7-12 16,19-11-18-16,13-11 16 16,6-11-86-16,-5 0-205 0</inkml:trace>
  <inkml:trace contextRef="#ctx0" brushRef="#br0" timeOffset="-42743.05">11444 8501 806 0,'0'0'102'0,"0"0"-57"15,0 0-45-15,0 0-3 0,0 0 2 16,0 0 2 0,95 36 0-16,-62-16-1 0,3-5 0 15,-5-2-1 1,-6-5-3-16,-11-3-24 0,-10-5 4 15,-4 0 24-15,0 0 8 16,0-6-4-16,-25-10-4 16,-14 1-7-16,-7 1-2 15,1 5 7-15,13 8 2 16,15 1 9-16,4 8-9 16,0 17 0-16,-1 12 0 15,8 10 0-15,6 6-5 16,12 3 5-16,28-3-10 15,8-6 3-15,8-10-6 16,6-15-18-16,2-13 3 0,4-9 19 16,-7-3 7-1,-10-19 2-15,-11-3 1 0,-14-3 2 16,-11 0 21-16,-14 0 9 16,-1 3-6-16,-12 4-6 15,-7 6-16-15,7 6 7 16,3 6 5-16,5 3-17 15,-1 14 0-15,-3 13-7 16,2 12 7-16,1 3-6 16,5 3 3-16,0-1 1 15,21-5 2-15,9-6-4 16,8-12 4-16,2-13 2 16,-4-8 0-16,0-11 9 15,-3-17 11-15,1-8-14 0,-4-2-4 16,-11 1-4-16,-14-3 0 15,-8 2-2-15,-40 1-9 16,-22 6-16-16,-6 6-11 16,7 8 6-16,15 9 19 15,22 8 9-15,16 0-12 16,11 3-51-16,0 11 11 16,27 3 34-16,16-1 22 15,16 1 15-15,6 1 36 16,4 1-6-16,-9 8-20 15,-7-1-11-15,-7 4-12 16,-10-1 0-16,-8 0-2 0,-8-5 0 16,-10-5 0-16,-7-7-23 15,-3-7-53-15,0-5 64 16,0 0 12-16,-7-3 8 16,-1-17-3-16,3-3-2 15,3-4 2-15,2 0 6 16,0 6 11-16,10 4 24 15,7 4 1-15,1 9-42 16,0 4-5-16,1 0-4 16,-3 8-2-16,-2 10 2 15,-4-1 2-15,0 1 0 16,-3-1-1-16,-3-3 2 16,-2-6-1-16,-2-4 2 0,1-4 5 15,2 0 15 1,6-12 36-16,4-10-54 0,4-8-2 15,-2-2 0-15,-2 5 0 16,2 3 5-16,0 7 2 16,0 8-7-16,0 6-2 15,4 3-1-15,4 2-14 16,6 13-15-16,6 5 1 16,1 1 2-16,4-1-5 15,-2-6-10-15,0-10-16 16,-1-4 27-16,1-6 16 15,5-24 9-15,-6-13 7 0,-3-12-5 16,-10-6 6 0,-13-4 2-16,-11-1 22 0,-20 0 22 15,-14 5 16-15,-5 11 28 16,11 17-5-16,13 18-44 16,6 15-37-16,-3 17-4 15,0 31-19-15,-4 22 18 16,2 20-3-16,7 12 3 15,7 6 1-15,0-3 0 16,15-1 0-16,7-3 0 16,3-15 0-16,-4-15 2 15,-4-22-2-15,-8-23 0 16,-3-14-15-16,-5-12-9 16,0-3 24-16,1-32-13 15,-2-18 4-15,0-14-7 0,-4-5 16 16,-14 2 4-16,-2 10-1 15,10 11 2-15,10 13-4 16,0 7-1-16,19 9-8 16,12 9 0-16,8 5 5 15,2 6 2-15,1 0 1 16,-7 10 0-16,-8 11-4 16,-10 4 3-16,-7 2-2 15,-8-6 2-15,-2-5-1 16,-13-4-5-16,-24-4 6 15,-18-4 1-15,-9-4 9 16,0 0-8-16,12-4 4 16,16-5-3-16,18 1 1 15,18 5-3-15,3 2-37 0,38 1-242 16,21-2-276-16</inkml:trace>
  <inkml:trace contextRef="#ctx0" brushRef="#br0" timeOffset="-42241.87">13559 8928 434 0,'0'0'165'16,"0"0"-22"-16,0 0-58 15,0 0-16-15,0 0-38 16,0 0-23-16,24-80 4 16,-9 60-10-16,2 0 0 0,1-3-2 15,-7 1 2 1,-7-1 1-16,-4-1-2 0,-1 3-1 15,-14 5-1-15,-3 6-1 16,2 10 2-16,-4 0-3 16,-5 24-1-16,1 12 3 15,2 10-6-15,11 7-4 16,11-1-9-16,22-9-13 16,33-12 18-16,16-12 15 15,11-14 4-15,2-5 0 16,-1-12-4-16,-7-18 4 15,-12-9-4-15,-16-6-10 16,-20-5 4-16,-18-2-21 0,-10-3 0 16,-17-1 8-16,-16-2 19 15,-2 5 3-15,6 14 75 16,11 12-10-16,10 14-41 16,4 12-17-16,-1 1-10 15,-2 17-21-15,-6 19 11 16,-5 19 10-16,0 12-1 15,1 13-1-15,11 4-2 16,6 1-3-16,18-5-8 16,24-11 4-16,10-14 3 15,-2-17-47-15,-7-20-43 16,-11-18-60-16,-4-14-317 16</inkml:trace>
  <inkml:trace contextRef="#ctx0" brushRef="#br0" timeOffset="-42054.5">13720 8819 707 0,'0'0'5'15,"0"0"-5"-15,0 0-22 16,0 0 22-16,0 0 11 16,131-12 51-16,-42 10-24 15,8 2-23-15,4 0-11 16,-7 0-4-16,-11 0-17 15,-12 0-100-15,-14 0-55 16,-21-1-253-16</inkml:trace>
  <inkml:trace contextRef="#ctx0" brushRef="#br0" timeOffset="-41744.48">14431 8976 625 0,'0'0'102'15,"0"0"-33"-15,88-3-43 16,-55-4-12-16,-3-2-7 16,-8-1 6-16,-7-2 6 15,-7-4 4-15,-5-3-11 0,-3-4-12 16,-14-2-2 0,-19 1-14-16,-4 7 2 0,0 8 11 15,6 9 3-15,2 0-2 16,4 20 0-16,1 6-12 15,8 9 8-15,8 1-12 16,8 4 2-16,24 1-1 16,25-2 11-16,23-8 6 15,7-4-2-15,4-11-72 16,-8-14-88-16</inkml:trace>
  <inkml:trace contextRef="#ctx0" brushRef="#br0" timeOffset="-40960.08">14792 8890 827 0,'0'0'119'16,"0"0"-78"-16,0 0-41 16,0 0-4-16,0 0 0 15,0 0 4-15,35 83 1 16,-26-49-1-16,-3-2 0 15,-2-8-1-15,-3-5-15 16,-1-8-27-16,2-7-6 16,1-4 9-16,6-7 34 15,3-15-47-15,6-10-47 16,2 3 77-16,-3 0 23 16,-1 8 23-16,-5 8 15 15,-7 5 36-15,0 7-21 0,-4 1-43 16,1 0-10-16,-1 9-17 15,3 13 15-15,-3 6 2 16,2 4-2-16,5-5-10 16,3-7-33-16,11-11 21 15,10-9 19-15,7 0 5 16,5-22 1-16,-2-9 2 16,-1-5-1-16,-6-1 4 15,-3 1-3-15,-4 6 11 16,-3 6 22-16,-6 6-20 15,-9 10-3-15,-5 4 7 16,-4 3-6-16,0 1-11 0,0 0-3 16,0 4-9-16,-9 12 3 15,-13 4 6-15,-10 6 0 16,-2 3 1-16,3 2 5 16,5-2-6-16,13 3 0 15,6 2 0-15,7-1-1 16,7-3-1-16,23-5-7 15,18-12-3-15,10-13-6 16,5 0-46-16,2-19 4 16,-5-9 13-16,-13-4 39 15,-14-1 7-15,-19 5 1 16,-14 3 49-16,0 3-30 16,0 4-5-16,-8 6 58 0,2 7 27 15,5 3-42 1,-1 2-47-16,1 0-10 0,-2 3-8 15,-4 15-19-15,2 9 22 16,5 6 2-16,0 4-2 16,9 1 1-16,16-3 1 15,11-4 3-15,3-7 3 16,-1-12-3-16,-1-9 0 16,-5-3-3-16,-2-17-63 15,-2-13-133-15,-5-13-355 16</inkml:trace>
  <inkml:trace contextRef="#ctx0" brushRef="#br0" timeOffset="-40808.52">15661 8740 750 0,'0'0'119'0,"0"0"-50"15,0 0-69-15,0 0-30 16,0 0-39-16,0 0 40 15,58 76-81-15,-27-40-84 16</inkml:trace>
  <inkml:trace contextRef="#ctx0" brushRef="#br0" timeOffset="-40212.83">15844 9053 808 0,'0'0'29'16,"0"0"-15"-16,0 0-13 16,101-36-1-16,-65 26 0 15,-5-2 1-15,-2 0-1 16,-9-4 1-16,-4 1-1 16,-7-4-19-16,-9-1-11 15,0-2-20-15,-17 5 14 16,-7 1 36-16,0 10 6 15,-2 6 14-15,-4 0-19 16,0 15-1-16,3 8-1 0,2 2 0 16,13 4 1-16,9 5 0 15,3 3 0-15,11-1 0 16,25-2 0-16,14-9 5 16,15-12 25-16,5-8 2 15,1-5-17-15,-7-14-12 16,-9-13-3-16,-8-7 0 15,-8-5-51-15,-9-3 27 16,-9-3-38-16,-7-2 34 16,-4 0 28-16,3 2 43 15,2 10-2-15,1 9 24 16,-2 14-52-16,-2 9-13 16,-3 3-58-16,2 7-10 0,-4 17 52 15,0 5 16 1,-4 10 1-16,-3 3 1 0,0 0-2 15,0-2 1-15,0-6-1 16,0-5 5-16,0-5 4 16,0-6 3-16,-6-2-1 15,-8-2-3-15,-10-2-2 16,-12 2-6-16,-12-8-12 16,-8-1-80-16,2-5-85 15,5 0-108-15</inkml:trace>
  <inkml:trace contextRef="#ctx0" brushRef="#br0" timeOffset="-39263.15">10455 9440 388 0,'0'0'103'0,"0"0"-47"16,0 0-34-16,0 0 17 16,0 0 25-16,0 0-2 15,-18-31 10-15,45 22-51 16,25 3-20-16,26 6 1 15,35 0-1-15,35 0 1 16,29 6 1-16,29 10-3 0,21-1 1 16,16-1-4-16,16-3 2 15,-1-6 1-15,0-2-8 16,-16-3-11-16,-17 0-22 16,-16 0 15-16,-21-4 26 15,-30-6 2-15,-37 0 3 16,-38 1-1-16,-35 0 11 15,-25 1 6-15,-16 0 23 16,-7 1-8-16,0-2-22 16,-16 4-14-16,-16 3-58 15,-3 2-80-15,5 0-96 16</inkml:trace>
  <inkml:trace contextRef="#ctx0" brushRef="#br0" timeOffset="-39076.5">14336 9457 709 0,'0'0'99'16,"0"0"-27"-16,0 0-26 16,0 0-27-16,0 0-13 15,0 0-6-15,-2 3-8 16,-14 2-101-16,1-5-160 15</inkml:trace>
  <inkml:trace contextRef="#ctx0" brushRef="#br0" timeOffset="-12706.23">5926 9968 91 0,'0'0'154'0,"0"0"-25"16,0 0-16-16,0 0-47 15,0 0-17-15,0 0-2 16,0 0 6-16,0 0-9 0,27-80-13 16,-24 68 1-16,3-3-7 15,-1 3-21-15,-1 1 8 16,-2 0 4-16,-2 1 4 15,3-1 0-15,-3 1-16 16,0-3 2-16,0-1-4 16,0 0-2-16,-5-1 0 15,-10 1-1-15,-6 2-1 16,-7 0 0-16,-3 7-1 16,-7 2-1-16,-5 3 1 15,-2 2 2-15,-4 16 1 16,0 11-1-16,-1 8 0 15,6 13 1-15,2 10 0 16,11 14-1-16,10 9-1 0,14 7 1 16,7 0-6-16,0-6-3 15,19-12-1-15,7-18-9 16,6-11 15-16,2-12-33 16,8-11 9-16,10-12-11 15,8-8-64-15,9 0-92 16,-2-20-53-16</inkml:trace>
  <inkml:trace contextRef="#ctx0" brushRef="#br0" timeOffset="-11491.13">6010 10425 136 0,'0'0'202'0,"44"-83"9"16,-37 42-41-16,-7 3-32 15,0 10-66-15,0 9-38 16,0 9-5-16,0 10-9 16,0 0-20-16,0 4-15 0,1 17-12 15,11 8 24-15,8 12 3 16,5 4 0-16,5 2 0 15,4-1-19-15,3-4-1 16,3-4 17-16,-5-9-1 16,-5-7-9-16,-11-7-18 15,-9-7-4-15,-7-7-19 16,-3-1 38-16,0-9 16 16,-4-18 24-16,-15-9-24 15,-8-8 0-15,-6-2-1 16,-6 0-1-16,5-1 2 15,4 0 4-15,8 4 8 0,8 4 13 16,8 3-9 0,6 11-11-16,0 3-5 0,23 5-1 15,11 8-8-15,12 4-11 16,6 5 13-16,5 3 1 16,1 20 6-16,-4 9-1 15,-8 10 1-15,-12 6-5 16,-11 2 3-16,-7-5-2 15,-8-3 0-15,-5-6 3 16,-3-9 1-16,0-4 0 16,0-12-10-16,0-2 4 15,-3-6 4-15,-2-3 2 16,2 0 11-16,0-12 61 16,2-14-50-16,1-12-22 15,0-2 6-15,4 5 25 0,11 6-12 16,3 10-18-16,3 9-1 15,-1 10-6-15,-1 0 4 16,-2 9 0-16,-3 12 0 16,-4 3 1-16,1 1 0 15,-4 4-5-15,1-4 2 16,-2-6 0-16,-2-8-7 16,1-6 2-16,2-5 9 15,5 0 6-15,6-19 3 16,7-14-7-16,-7-9 0 15,-3-6-1-15,-10-3 8 16,-2 5-5-16,-3 10 2 0,0 11 18 16,1 16 0-16,-1 6-13 15,3 3-11-15,3 2-20 16,10 18-40-16,10 11 56 16,9 11 4-16,19 6 0 15,10-3-14-15,8-13-13 16,0-12-26-16,-7-19-48 15,-11-3 35-15,-11-31 54 16,-8-16-14-16,-12-14-58 16,-15-8-63-16,-8-3 147 0,-28 2 120 15,-17 3-47 1,-10 5-24-16,7 5 92 0,11 17-7 16,13 15-55-16,12 14-29 15,9 13-30 1,3 9-20-16,0 36-46 0,0 30 43 15,3 31 2-15,16 25 1 16,2 7 0-16,0 4 1 16,4-6-1-16,-7-15 0 15,-1-12 0-15,-5-15 0 16,-9-20 1-16,-3-19-1 16,0-21-10-16,0-18-5 15,-2-16-15-15,-13-14 22 16,-1-30 4-16,-6-20-133 15,0-17-34-15,2-9 109 0,4-3 57 16,6 5 5 0,10 6 5-16,3 14 5 0,30 14-10 15,9 17-3-15,8 12 3 16,0 11 13-16,5 14 6 16,-6 0 11-16,-6 20-16 15,-4 13-5-15,-7 1-6 16,-12 1-1-16,-11-9-2 15,-7-6 0-15,-2-7-3 16,-12-4 3-16,-24-3 16 16,-10-1 0-16,-4-5-8 15,3 0-3-15,11 0-5 16,14-3-26-16,16-2-70 16,6-2-316-16</inkml:trace>
  <inkml:trace contextRef="#ctx0" brushRef="#br0" timeOffset="-10974.61">7888 10453 610 0,'0'0'106'0,"0"0"0"16,0 0-46-16,0 0-44 15,46-90 17-15,-29 60-28 16,0-6-2-16,-5-4-2 0,-3-2-1 15,-9 1 6 1,0 7-1-16,-2 7 0 0,-8 10-4 16,4 11-1-16,-1 6-1 15,-1 9-6-15,-5 22-1 16,5 15 5-16,2 13-10 16,6 7-15-16,0 2-3 15,26-5-1-15,17-9-30 16,21-18 34-16,16-23-27 15,9-13 12-15,-8-16 21 16,-4-22-40-16,-18-13-119 16,-20-10 39-16,-22-11 120 15,-17-4 22-15,-27-2 34 16,-22 2 67-16,-6 6 47 16,7 12 29-16,15 14 8 0,14 20-100 15,11 14-53-15,8 10-32 16,0 20-7-16,0 26-25 15,0 19 31-15,0 20 1 16,20 17-1-16,7 1-1 16,14-5 1-16,-2-18-5 15,0-23-1-15,-7-19-16 16,-5-18 8-16,-4-15-24 16,-7-5-48-16,-4-22-75 15</inkml:trace>
  <inkml:trace contextRef="#ctx0" brushRef="#br0" timeOffset="-10658.52">8373 10240 813 0,'0'0'58'15,"0"0"-24"-15,0 0-34 16,0 0 0-16,0 0 7 16,101-25 6-16,-61 23-2 15,-1 2-9-15,-3 0-2 16,-8 0 3-16,-7 0-3 15,-9 0 0-15,-5 0-2 16,-4 0-18-16,-1 0-18 16,-1 3 17-16,-1 5 18 15,1 5 2-15,1 6 0 0,0 6 1 16,2 8 0-16,2 3 0 16,6 7 1-1,5-4 0-15,5-4-1 0,4-12 3 16,3-9-1-16,1-11 0 15,3-3-1-15,9-14-1 16,2-20-177-16,-2-17-354 16</inkml:trace>
  <inkml:trace contextRef="#ctx0" brushRef="#br0" timeOffset="-10508.45">8764 9766 755 0,'0'0'37'16,"0"0"41"-16,0 0-65 0,0 0-13 16,0 0-39-16,0 0-8 15,108 58-92-15,-81-18-102 16</inkml:trace>
  <inkml:trace contextRef="#ctx0" brushRef="#br0" timeOffset="-10255.33">9279 10038 899 0,'0'0'62'0,"0"0"-5"0,0 0-57 15,0 0-16 1,0 0-7-16,-9 113 23 0,-1-35 0 15,3 9-2-15,7 2-4 16,0-8-18-16,0-16-8 16,10-16-15-16,2-18-3 15,2-17-51-15,8-14-57 16,3-22-334-16</inkml:trace>
  <inkml:trace contextRef="#ctx0" brushRef="#br0" timeOffset="-9925.7">9088 10297 604 0,'0'0'146'0,"0"0"-83"16,0 0-54-16,0 0-3 15,0 0-6-15,0 0 26 16,66-29 6-16,-15 29-7 16,5 0-14-16,7 0-6 15,0 0-4-15,-4 0 0 16,-12-3 2-16,-14-4 0 15,-16 5-3-15,-12-1 0 16,-5 3-2-16,0 0 0 16,0 0-1-16,0 0 1 15,0 3-2-15,-5 13 3 0,-8 13 1 16,0 9 1 0,0 6-1-16,9 1 0 15,4-1-2-15,12-8 1 0,18-5 1 16,10-9 3-16,6-10-3 15,4-10-10-15,5-4-60 16,-3-29-221-16</inkml:trace>
  <inkml:trace contextRef="#ctx0" brushRef="#br0" timeOffset="-9744.48">9728 9838 801 0,'0'0'52'16,"0"0"23"-16,0 0-47 0,6-75-17 16,-3 75-11-16,2 0-13 15,2 26-93-15,-2 13 46 16,-5 9-87-16,0-2-169 16</inkml:trace>
  <inkml:trace contextRef="#ctx0" brushRef="#br0" timeOffset="-9407.35">9915 10288 872 0,'0'0'55'0,"0"0"-11"16,0 0-44-16,0 0-2 15,0 0 1-15,0 0 1 16,1 86 1-16,-1-47 0 15,6-5 0-15,11-7-1 16,1-11-9-16,3-13 0 16,2-3 9-16,6-15 0 15,5-16 0-15,-4-10-2 16,-6-5-1-16,-8-3 3 16,-4 1-1-16,-3 7 1 15,-1 12 4-15,-5 15 7 16,-2 11-11-16,-1 3-10 15,0 10-96-15,0 23-111 0,-11 9 144 16,4 2-127-16,4-3-122 16</inkml:trace>
  <inkml:trace contextRef="#ctx0" brushRef="#br0" timeOffset="-9109.49">10371 10381 650 0,'0'0'97'16,"0"0"-4"-16,50-77-36 15,-40 51-18-15,0-1-33 16,-1-2-1-16,-1 5-4 16,-2 0-1-16,-2 4 0 15,-1 5-1-15,-3 2-4 0,0 5 4 16,0 2-3 0,-10 6 3-16,-5 0-4 15,-8 1 1-15,0 16-1 0,-4 5 1 16,3 5 1-16,4 6 1 15,3 4-1-15,9-1 0 16,7-5-6-16,1-3 8 16,13-3 0-16,19-5 1 15,11-1-2-15,15-4-6 16,5-8-110-16,2-7-131 16</inkml:trace>
  <inkml:trace contextRef="#ctx0" brushRef="#br0" timeOffset="-8094.49">11755 10319 587 0,'0'0'145'0,"0"0"-52"16,0 0-56-16,0 0-26 15,0 0-10-15,-102-5-1 0,55 41 0 16,3 5 0-16,2 3-4 16,9-1-16-16,17-6-32 15,14-9 3-15,7-12-11 16,33-16 31-16,12 0 29 16,6-20 9-16,-2-11 1 15,-7-3 15-15,-15 0 29 16,-13 2-2-16,-8 0-8 15,-10 6 4-15,-1 11-22 16,0 6-3-16,0 9-11 16,0 0-12-16,0 12-37 15,-7 16-9-15,-2 12 38 16,7 9-17-16,2 3-8 16,17-6-29-16,32-9 20 15,24-16-11-15,9-20-2 0,5-4 7 16,-5-34 2-16,-11-16-16 15,-9-14 11-15,-20-11-5 16,-19-5 56-16,-17 2 10 16,-6 3 49-16,-3 15 47 15,-7 14 57-15,2 14 13 16,5 14-113-16,2 13-9 16,-1 8-44-16,2 6-10 15,0 24-73-15,0 16 73 16,14 17 0-16,6 17 0 15,6 7-4-15,2-8-3 16,2-13 1-16,-10-27-3 0,-4-18 8 16,-9-14 1-16,-5-7 4 15,-2-2 12-15,0-20 10 16,-8-14-26-16,-32-8-4 16,-14-7-18-16,-4 6 22 15,9 13 7-15,21 13 27 16,14 17-6-16,2 6-28 15,3 26-26-15,2 16 14 16,7 5-2-16,1 4-23 16,35-8 22-16,22-5 1 15,20-15 10-15,10-10 4 16,9-12 0-16,-10-5-43 0,-10-17-61 16,-19-15-48-16,-23-6-114 15</inkml:trace>
  <inkml:trace contextRef="#ctx0" brushRef="#br0" timeOffset="-6991.1">12813 10207 547 0,'0'0'109'0,"0"0"79"16,0 0-102-16,0 0-42 15,0 0-21-15,0 0-23 16,-10-41-20-16,10 80 2 16,4 12 17-16,9 9 1 15,5 2-1-15,4-4-8 16,4-5 3-16,-4-13-8 15,-4-8 13-15,-6-13-10 0,-4-6 0 16,-5-6-13-16,-1-7 9 16,6 0 15-16,4-7-1 15,5-18-27-15,0-8-34 16,-3-4 49-16,-1-1 13 16,-2 0 23-16,3 2-5 15,5 0 0-15,6 7-18 16,6 5-24-16,2 7 10 15,-2 7-38-15,-5 5-1 16,-6 5 53-16,-11 0 0 16,-4 0-3-16,-5 0-1 15,0 0 4-15,0 0 4 16,0 0-4-16,0 3-4 16,0 6 4-16,0 5 0 15,0 6 0-15,0 2 0 0,0 6 1 16,0 0 0-16,2-3 0 15,5-7-1-15,5-8 1 16,-2-5 2-16,3-5 33 16,-1-3 41-16,2-16-29 15,-2-5-36-15,-6-3 2 16,-3 1 7-16,-3 6-4 16,0 6 20-16,0 8-13 15,0 6-22-15,0 0-2 16,0 6-24-16,0 22-36 15,0 11 51-15,2 10 8 16,15-1-1-16,15-4-23 0,11-17-16 16,9-14-6-16,-1-13 17 15,-5-7-3-15,-4-22 3 16,-10-7-46-16,-7-7-82 16,-15-4 77-16,-10 0 81 15,0 5 93-15,0 9 121 16,0 11-4-16,-2 10-137 15,2 9-42-15,-1 3-31 16,-2 0-4-16,-1 20-43 16,-1 10 45-16,1 9 2 15,2 3 0-15,2-4-4 16,9-9-11-16,15-8-5 0,3-11 20 16,1-10 3-16,-1 0-1 15,-2-15-2-15,-5-10-4 16,-4-2-3-16,-6-2 1 15,-2 1 2-15,-1 4 4 16,-1 7 16-16,0 3 4 16,-3 8 3-16,-1 1-1 15,-2 5-11-15,3 0-11 16,3 10-26-16,4 11-4 16,12 11 25-16,11 1 0 15,9-6-9-15,6-3 3 16,-3-14-13-16,1-7 13 15,-7-3 8-15,-3-10-2 0,-4-17-27 16,-4-12-64 0,-8-9-26-16,-11-8-19 0,-9-6 141 15,0 1 11-15,-15 5 130 16,1 6 16-16,7 6-25 16,3 13-60-16,1 11-41 15,1 11 17-15,-1 9-41 16,0 0-7-16,-5 23-71 15,-2 17 44-15,-1 17 26 16,5 11-4-16,6 7-11 16,0 5-14-16,6-4 3 15,8-7 24-15,3-11-64 16,1-17-84-16,2-16-43 16,-4-22-239-16</inkml:trace>
  <inkml:trace contextRef="#ctx0" brushRef="#br0" timeOffset="-6145.95">14115 10181 662 0,'0'0'22'16,"0"0"32"-16,111-22-15 16,-65 22-16-16,6 0-11 15,5 3-2-15,1 6-3 16,-6 1-5-16,-12-3 1 0,-11-2-1 15,-10 0-1-15,-4-5-1 16,-1 0 1-16,-3 0 0 16,-3 0-1-16,-4 0 3 15,-1 0-1-15,-2-3 8 16,-1 1 18-16,0 2 7 16,0 0-6-16,0 0-15 15,0 0-14-15,0 0-9 16,0 20 3-16,-5 8 4 15,-3 9 4-15,2 6-1 16,5-4-1-16,1-6-4 16,0-9 0-16,0-11-3 0,0-8 5 15,0-3 0 1,0-2 2-16,0 0 0 0,0 0 5 16,2 0 4-16,2 0 3 15,0-4-1-15,-2 1-2 16,1 3-5-16,-2 0-4 15,5 0-4-15,2 0-2 16,2 2-2-16,3 5-5 16,1 1 5-16,1-5 0 15,-4-1 8-15,0-2 0 16,4 0 2-16,-1-8-1 16,2-6 3-16,-2-8-4 15,0-3 0-15,-5-10 3 16,-6-2-5-16,-3-6 2 15,0 2 0-15,-7 7 1 0,-8 3 0 16,1 9 5-16,-2 9 2 16,1 8-4-16,-4 5-4 15,-4 0-5-15,-2 10 1 16,-3 10 4-16,3 10-1 16,7 9-1-16,4 5-1 15,9 2 1-15,5 3 2 16,0-3-3-16,19-5 0 15,4-5-6-15,1-11-16 16,-5-11-15-16,-4-7-1 16,-1-7-29-16,-1-3 31 15,1-18-63-15,2-6-77 0,-2-4 74 16,-1-1 105-16,-3 3 9 16,2 3 129-16,-3 8 33 15,-4 7-108-15,-2 6 45 16,-2 5-51-16,-1 0-57 15,3 4-19-15,0 16-36 16,0 8 53-16,6 5-4 16,2 0-46-16,5-3-44 15,3-11-93-15</inkml:trace>
  <inkml:trace contextRef="#ctx0" brushRef="#br0" timeOffset="-5576.38">14786 10331 300 0,'0'0'114'0,"0"0"21"16,0 0-80-16,0 0-34 15,0 0-21-15,0 0-12 16,26-40-14-16,-26 40-26 16,1 0-46-16,-1 0 74 15,0 0 24-15,0 0 0 16,0 0 59-16,0 0 22 16,0 0-39-16,0 0-31 15,0 0-9-15,0 0 0 16,0 0 4-16,0 0 9 15,0 0 20-15,0 0 25 0,0 0 5 16,0 0-6-16,0 0-29 16,0 0-24-16,0 0-6 15,0 0-5-15,0 0-60 16,0 10-52-16,0 3 62 16,0 1-4-16,0-3-54 15,0-3-39-15,0-2 38 16,10-4-8-16,1-2 50 15</inkml:trace>
  <inkml:trace contextRef="#ctx0" brushRef="#br0" timeOffset="-5538.63">14786 10331 84 0</inkml:trace>
  <inkml:trace contextRef="#ctx0" brushRef="#br0" timeOffset="-5395.37">14786 10331 84 0,'67'16'113'0,"-67"-21"34"0,0-2-37 0,0 0 2 0,0 4-43 0,0 0 4 16,0 3 17-16,-4 0-57 16,1 0-33-1,-6 8-9-15,-3 17 8 0,0 6 1 16,7 2 0-16,5 3-5 15,15-7-7-15,20-3 6 16,7-8-5-16,2-4-16 16,-3-13-32-16,-5-1-13 15,-8-9-79-15</inkml:trace>
  <inkml:trace contextRef="#ctx0" brushRef="#br0" timeOffset="-5178.89">15183 10268 588 0,'0'0'100'0,"0"0"-55"16,0 0-34-16,0 0-11 15,0 0-2-15,0 0 2 16,-87 24-1-16,76 10 1 16,5 4-2-16,6 1-1 15,0-2-10-15,28-5-66 16,9-11 8-16,6-11-111 15,-7-10-106-15</inkml:trace>
  <inkml:trace contextRef="#ctx0" brushRef="#br0" timeOffset="-4881.25">15198 10316 659 0,'0'0'161'0,"0"0"-72"16,0 0-46-16,0 0-43 15,0 0-11-15,0 0-36 16,-48 53 47-16,20 11 0 15,-9 17-1-15,-4 7 0 16,-2 4 1-16,0-6-1 16,7-15 0-16,5-17-3 15,7-16 2-15,6-12 0 16,6-6 2-16,5-11 1 16,2-4-1-16,3-5-3 15,1 0 3-15,-1-4 6 16,1-17 13-16,1-11-15 15,-2-6-3-15,2-3 21 0,0 3 0 16,0 6-10 0,0 10-12-16,0 7-19 0,0 6-39 15,13 1-89-15,15-5-295 16</inkml:trace>
  <inkml:trace contextRef="#ctx0" brushRef="#br0" timeOffset="-4564.39">15389 10524 686 0,'0'0'46'15,"0"0"43"-15,0 0-24 0,55-77-38 16,-34 60-9 0,-2 2-8-16,1 3-9 0,-3 3-1 15,-1 1 0-15,-5 2-3 16,0 0-15-16,-6-2-4 15,-5-1-5-15,0 4-7 16,0 1-37-16,-11 4 43 16,-4 0 16-16,0 10-6 15,-1 6 13-15,5 3 3 16,4 5 2-16,2 6 1 16,5 4 2-16,5 7-2 15,21 2 2-15,16-4 4 16,11-4-7-16,1-9-39 15,-2-15-49-15,-8-11-219 16</inkml:trace>
  <inkml:trace contextRef="#ctx0" brushRef="#br0" timeOffset="-4354.36">16002 10386 874 0,'0'0'37'16,"0"0"-8"-16,0 0-29 16,0 0-1-16,0 0 0 15,0 0 2-15,55-19 2 0,-18 19-3 16,4 9-2-16,1 1-64 16,-2-10-145-16,-6 0-366 15</inkml:trace>
  <inkml:trace contextRef="#ctx0" brushRef="#br0" timeOffset="-4164.29">15832 10610 744 0,'0'0'116'0,"0"0"-75"15,0 0 5-15,0 0-34 0,0 0-10 16,141-1 1-1,-61-2-3-15,8-1-16 0,-3-1-78 16,-11-10-143-16,-15-11-352 16</inkml:trace>
  <inkml:trace contextRef="#ctx0" brushRef="#br0" timeOffset="-2066.97">16947 10009 709 0,'0'0'0'0,"0"0"-21"16,-4 114 20-16,-18-38 1 15,-10 10 7-15,-4 1 0 16,-3-10-4-16,6-19 2 16,7-20 3-16,13-18-2 15,7-12-2-15,3-8 3 0,1 0 76 16,2-14 21 0,0-21-77-16,2-19-27 0,19-16-29 15,12-14 0-15,10 0 5 16,7 6-24-16,6 13-6 15,9 19 29-15,1 12 7 16,1 14-2-16,-9 13 14 16,-11 7 4-16,-16 7 2 15,-16 18-3-15,-15 8-1 16,-5 2-4-16,-28 1 8 16,-7 0 1-16,-2-7 2 15,6-5 1-15,8-4 2 16,7-7 1-16,8-4 5 15,8-5 13-15,1-3 7 0,4 1 30 16,0-1-2 0,0 0-32-16,0 4-28 0,0 6-7 15,0 9-3-15,12 12 10 16,1 8 0-16,8 5 0 16,1 3 0-16,5 1-17 15,6-2-24-15,3-6-24 16,4-8-24-16,-4-11-53 15,-7-18-172-15</inkml:trace>
  <inkml:trace contextRef="#ctx0" brushRef="#br0" timeOffset="-1517.57">17408 10483 681 0,'0'0'148'0,"0"0"-83"16,0 0-38-16,0 0-17 15,0 0-8-15,105-68 1 16,-75 53-1-16,0-1-1 16,-5-4 1-16,-6-1-2 15,-8-1 4-15,-10-2 9 16,-1 2-4-16,-10 0-9 16,-12 4 0-16,-6 9 0 15,-1 9-4-15,4 11 0 16,3 22-9-16,6 11-12 15,7 6 15-15,8 4-3 16,1-2-2-16,1-8 5 0,27-13 1 16,13-14 5-16,11-16 4 15,8-1 6-15,8-24-1 16,-2-10-5-16,-9-7-3 16,-7-1-12-16,-17-4 0 15,-16-2 5-15,-9 2 7 16,-8 4-8-16,0 9 11 15,0 14 16-15,0 10-2 16,0 9-3-16,0 11-11 16,3 30-53-16,10 19 52 15,4 18 1-15,2 12 1 16,1 0 1-16,-1-10-1 16,-4-15 0-16,-3-21-1 0,-7-18 0 15,-2-14 3 1,-3-8 0-16,0-4 4 0,-23 0 2 15,-20-7 14-15,-17-15-19 16,-8-6-4-16,4-2-13 16,13 5-40-16,26 5-81 15,25 6-119-15</inkml:trace>
  <inkml:trace contextRef="#ctx0" brushRef="#br0" timeOffset="-1330.51">18412 10662 608 0,'0'0'121'0,"0"0"-15"15,0 0-30-15,0 0-34 16,0 0-26-16,0 0-16 16,-13-36-11-16,13 41-69 15,0 7-57-15,18-3-9 16,12-9-250-16</inkml:trace>
  <inkml:trace contextRef="#ctx0" brushRef="#br0" timeOffset="-1084.43">18918 10311 758 0,'0'0'94'16,"0"0"26"-16,0 0-57 15,0 0-52-15,0 0-11 16,0 0-24-16,1 3 9 16,2 55 13-16,2 12 0 15,2 10 1-15,1 0-4 16,-2-6-7-16,-6-15-16 16,0-18-24-16,0-14-34 15,0-14-38-15,-10-13-18 16,0-14-106-16</inkml:trace>
  <inkml:trace contextRef="#ctx0" brushRef="#br0" timeOffset="-919.71">18511 10467 741 0,'0'0'55'16,"0"0"-32"-16,91-8-22 15,-28 8 8-15,9 0 0 16,5 0 1-16,3 0-10 15,3 0 0-15,-3 2-8 16,-4-2-170-16,-15-17-353 16</inkml:trace>
  <inkml:trace contextRef="#ctx0" brushRef="#br0" timeOffset="-551.63">19710 10249 816 0,'0'0'92'16,"0"0"-44"-16,0 0-48 15,0 0-6-15,0 0 6 16,0 0 1-16,79 81-1 16,-46-54 0-16,7-4 0 15,-1-9-8-15,-8-10-15 16,-7-4 4-16,-10-5 18 15,-6-19-7-15,-8-3-11 0,0-7-8 16,-30-3-9-16,-12 1-1 16,-3 7 37-16,6 13 8 15,9 16 31-15,5 11-39 16,-5 28-1-16,-10 18 1 16,2 13 1-16,4 7-1 15,13 4-1-15,20-7-6 16,11-13-17-16,36-8-4 15,22-19-38-15,15-17-73 16,3-17-173-16</inkml:trace>
  <inkml:trace contextRef="#ctx0" brushRef="#br0" timeOffset="-184.7">20357 10275 844 0,'0'0'36'15,"0"0"-4"-15,0 0-32 16,0 0-3-16,0 0 1 16,0 0 2-16,62 17 1 15,-37 17-1-15,5 1 0 16,1-2-1-16,-5-8-4 16,-4-8-25-16,-12-9-2 15,-4-8 12-15,-3 0 20 16,-3-11 0-16,0-11-8 15,-19-3-13-15,-10-1-18 16,1 5 39-16,7 6 54 0,4 13-9 16,-2 2-41-16,-4 18-4 15,-6 20-1-15,-4 9 1 16,5 8 1-16,10 4-1 16,18-5-2-16,7-4 2 15,34-6 1-15,13-8-1 16,13-8 0-16,5-10-48 15,5-13-140-15</inkml:trace>
  <inkml:trace contextRef="#ctx0" brushRef="#br0" timeOffset="546.79">16712 10994 508 0,'0'0'38'15,"0"0"-29"-15,0 0-9 16,0 0 4-16,0 0 25 16,0 0 45-16,131 56-5 15,0-45-11-15,41 2-20 16,34 0-22-16,21 5-8 16,18 2-3-16,15 1-4 15,18 1 2-15,11-5-3 16,-2 2 2-16,-11-4-2 0,-20-4 0 15,-31-2-2 1,-32-5-1-16,-43-4 3 0,-45 0 4 16,-41 0-3-16,-28 0 8 15,-23-7 23-15,-10 3 5 16,-3-2-19-16,-9-1-18 16,-21 0-7-16,-12 4-19 15,1 3-42-15,5 0-58 16,21 3-120-16</inkml:trace>
  <inkml:trace contextRef="#ctx0" brushRef="#br0" timeOffset="715.49">20559 11319 776 0,'0'0'84'15,"0"0"-37"-15,0 0-9 16,0 0-16-16,0 0-22 15,0 0-3-15,-101-8-13 16,46 27-50-16,-6-5-117 16,-8-11-288-16</inkml:trace>
  <inkml:trace contextRef="#ctx0" brushRef="#br0" timeOffset="2578.71">7910 10347 280 0,'0'0'139'0,"0"0"-63"16,0 0-5-16,0 0-12 15,0 0 2-15,0 0-14 0,0-3-19 16,0 3-22 0,0 0-6-16,0 0-2 0,0 0-1 15,0 0 2-15,0 0-5 16,0 0 0-16,0 0 5 15,3 0 1-15,5 0 2 16,5 0 0-16,-1 0-1 16,1-1 1-16,1-2-1 15,-4-4 3-15,4 0-2 16,-4-3 0-16,0-1 1 16,1-2-2-16,0-2 2 15,2-2-3-15,-3 0-3 0,1 0-1 16,2-2 2-1,-5 2 1-15,-1-4 0 0,0 1-1 16,-1-2 1-16,-3 2 1 16,2 5 0-16,-5 2 3 15,0 5-2-15,0 2 6 16,0 3 4-16,0-2-1 16,0 5-7-16,0-3-3 15,-2 2-1-15,-7-1-4 16,-4 1-9-16,1-1 3 15,-4 2 2-15,2 0-6 16,-2 0 14-16,1 0 1 16,1 0 0-16,3 0 1 15,0 0 0-15,1 0-1 16,1 5-1-16,1 6-2 16,2 2 3-16,1 8-2 15,2 6 2-15,3 5 0 0,0 4 1 16,0 0-3-16,7-4 0 15,8-6-77-15,4-11-147 16</inkml:trace>
  <inkml:trace contextRef="#ctx0" brushRef="#br0" timeOffset="2733.95">7929 10347 609 0,'0'0'63'0,"0"0"-63"16,0 0-165-16,0 0 59 15,0 0-192-15</inkml:trace>
  <inkml:trace contextRef="#ctx0" brushRef="#br0" timeOffset="5708.67">17565 9753 437 0,'0'0'169'15,"0"0"-91"-15,0 0 18 16,0 0-56-16,0 0-15 16,0 0 2-16,0 0-8 15,3-57-9-15,-3 54 7 0,0 3 2 16,0 0-9 0,0 0-8-16,0 0-2 0,0 0 0 15,1 0-7-15,6 9 3 16,6 8 4-16,1 4 0 15,5 2 0-15,-1-1-7 16,3-6 3-16,2-6-14 16,7-8 14-16,9-2 4 15,15-14 1-15,9-19 1 16,7-9-1-16,6-6 0 16,-9-2-1-16,-9 2 1 15,-12 1 1-15,-12 5 3 16,-8 8 2-16,-11 10-7 15,-6 12 0-15,-9 12-14 0,0 0-106 16,-17 12-191-16,-10 5-47 16</inkml:trace>
  <inkml:trace contextRef="#ctx0" brushRef="#br0" timeOffset="5858.67">18252 9752 422 0,'0'0'13'15,"0"0"-13"-15,0 0-237 0</inkml:trace>
  <inkml:trace contextRef="#ctx0" brushRef="#br0" timeOffset="8273.54">20138 9844 374 0,'0'0'94'16,"0"0"49"-16,0 0-67 15,0 0-19-15,0 0 7 0,0 0-36 16,0 0-25-16,1-23-3 15,-1 30-8-15,0 12 7 16,0 6 1-16,0 5 1 16,0-2 2-16,0-2 0 15,5-7-2-15,0-4-1 16,2-5 0-16,3-4 0 16,13-6 4-16,14 0-2 15,21-17 4-15,20-16-5 16,14-9-1-16,8-4-1 15,-1-3-5-15,-8 6 6 16,-15 3 3-16,-13 6 0 16,-16 8-1-16,-12 4 0 15,-12 8-1-15,-12 5-1 0,-8 4 0 16,-3 5-4 0,-11 0-55-16,-23 13-90 0,-8 1-64 15</inkml:trace>
  <inkml:trace contextRef="#ctx0" brushRef="#br0" timeOffset="8458.98">21172 9774 522 0,'0'0'31'0,"0"0"-4"16,0 0 6-1,0 0-5-15,0 0-28 0,0 0-2 16,-66 8-99-16,56 1-245 16</inkml:trace>
  <inkml:trace contextRef="#ctx0" brushRef="#br0" timeOffset="21360.33">6083 11422 219 0,'0'0'58'0,"0"0"-10"16,0 0 30 0,0 0-31-16,0 0 29 0,0 0-12 15,0 0-3-15,-49-66-15 16,44 57 6-16,0 0-7 15,1 1-10-15,0 2-18 16,-2 0-2-16,3 2-3 16,3 3-7-16,0-1 9 15,0 2-1-15,0-3-7 16,25-1-6-16,30 0 0 16,33-4 2-16,32-1 5 15,16 3 0-15,14 1 3 16,-1 5-10-16,-13 0-2 15,-21 0 2-15,-20 0 0 0,-26 0-4 16,-24-3-8-16,-21 3-24 16,-21 0-51-16,-9 0-100 15,-39 0-64-15</inkml:trace>
  <inkml:trace contextRef="#ctx0" brushRef="#br0" timeOffset="21596.75">6395 11233 556 0,'0'0'103'0,"0"0"47"15,0 0-122-15,0 0-25 0,0 0 0 16,0 0 0-16,28 78 13 16,-9-13 8-16,-1 12-3 15,0 9-18-15,-4 5-1 16,-4 2 2-16,-7-2-1 15,-3-9-3-15,0-12-1 16,0-11-38-16,-10-16-60 16,4-18-86-16,6-24-292 15</inkml:trace>
  <inkml:trace contextRef="#ctx0" brushRef="#br0" timeOffset="22275.76">7112 11732 801 0,'0'0'80'0,"0"0"-23"15,0 0-34-15,0 0-2 16,0 0-5-16,0 0-1 15,-15-42-14-15,6 42-1 16,-7 9-6-16,-5 17 2 16,-3 10 2-16,2 10-4 15,5 2-12-15,6 1 2 0,6-6 2 16,5-9-7-16,0-10-6 16,15-14 6-16,9-10 16 15,10 0 5-15,2-15 1 16,-5-9 2-16,-4-2 3 15,-12-1 17-15,-9 1 18 16,-6 1 1-16,0 8-2 16,0 5-6-16,0 7-16 15,0 5-18-15,0 0-13 16,0 20-37-16,2 9 41 16,17 5 5-16,6 1-6 15,8-5 3-15,4-9-1 16,1-11 5-16,0-10 0 15,1-12 3-15,3-21 3 0,1-17-1 16,-4-11-1 0,-6-9 0-16,-11-3-1 0,-14-5 0 15,-8 2 9-15,-8 4 3 16,-16 10 5-16,5 15 10 16,4 20-3-16,9 18 5 15,4 6-26-15,2 3-3 16,0 17-16-16,0 22-2 15,3 19 18-15,9 13 0 16,5 5 1-16,-4 1 0 16,3-1-1-16,-1-6-2 15,3-11-27-15,2-9-1 0,12-11-1 16,3-8-18-16,1-12-50 16,-2-13-203-16</inkml:trace>
  <inkml:trace contextRef="#ctx0" brushRef="#br0" timeOffset="22708.74">8098 11811 549 0,'0'0'216'0,"0"0"-101"16,0 0-63-16,-7-84-17 15,-7 75-22-15,-4 5-7 16,-2 4 0-16,-6 0-6 0,-1 18 0 15,-3 13 0 1,3 8 0-16,4 8-1 0,6 1 1 16,8-2-9-16,9-9-4 15,0-9-5-15,11-14-4 16,17-11 22-16,8-3 0 16,3-14 3-16,-1-11 1 15,-8-5-2-15,-12-1 11 16,-10 3 17-16,-8 0 1 15,0 8-5-15,-6 4 0 16,-3 6-17-16,3 8-6 16,4 0-3-16,2 2-4 15,0 2-7-15,0 17-9 0,0 10 14 16,13 6 4 0,6 3 2-16,4-1 1 0,3-8-1 15,2-5-2 1,9-11-5-16,2-10 0 0,6-3-15 15,0-9-10-15,-5-19-59 16,-17-11-174-16</inkml:trace>
  <inkml:trace contextRef="#ctx0" brushRef="#br0" timeOffset="22893.55">7618 11397 891 0,'0'0'44'0,"0"0"3"0,0 0-47 16,0 0-7-16,98-12 7 16,-25 27 2-16,11 3-1 15,10 3-1-15,1 1 0 16,5 0-3-16,3-4-52 16,-9-5-54-16,-9-13-257 15</inkml:trace>
  <inkml:trace contextRef="#ctx0" brushRef="#br0" timeOffset="23494.2">9185 11605 911 0,'0'0'10'0,"0"0"-10"16,-40 107 0-16,21-48 0 15,-2 1 4-15,1 3 1 16,6-7-2-16,5-9-1 16,6-13 1-16,3-14-2 15,0-10 3-15,0-9 0 16,0-1-1-16,0-4 21 16,0-25 12-16,0-11-36 15,6-13-25-15,0-6 1 16,-5-2 9-16,1 6-4 0,2 10 5 15,4 11 11 1,5 14 3-16,2 12 0 0,-3 8-2 16,4 1-1-16,2 23 0 15,0 7 3-15,-1 10-1 16,0 0 1-16,2 3 1 16,1-5-1-16,4-9 1 15,3-9 1-15,-2-10-1 16,0-9 0-16,-7-2 2 15,-4-14 12-15,-5-18-2 16,1-10-9-16,0-8-4 16,-2 0 0-16,1 0 0 15,0 6 5-15,1 10-3 16,-2 12 0-16,-2 13-1 16,-3 9-1-16,2 0-1 0,2 16-3 15,2 13 2 1,3 15-4-16,-3 11 6 0,1 9 1 15,-4 0 0-15,2-6 0 16,2-7-1-16,5-12-31 16,10-10-60-16,8-12-80 15,7-16-41-15</inkml:trace>
  <inkml:trace contextRef="#ctx0" brushRef="#br0" timeOffset="24007.58">9864 11790 566 0,'0'0'303'16,"0"0"-209"-16,0 0-94 16,0 0 0-16,0 0 0 15,0 0 0-15,-18 111 0 16,18-68-2-16,2 2 2 16,16-6 0-16,7-6 1 15,5-9 0-15,1-11-1 16,2-9 4-16,4-4-1 15,-3-10 2-15,-1-17-1 16,-12-10-3-16,-11-7 0 16,-10-5-1-16,-19-7 0 15,-23-7-14-15,-8-2-2 16,1-1 4-16,5 7 12 0,10 8 0 16,15 9-1-16,10 9-9 15,9 2 0-15,6 6 4 16,22 0-4-16,8 6 9 15,9-1-1-15,6 7 2 16,1 4 0-16,1 5 6 16,2 4 0-16,-5 0-4 15,-3 10-2-15,-11 6 0 16,-12 1 0-16,-8 3-2 16,-8 5 1-16,-1 4 1 15,-4 7 1-15,-3 8 4 16,0 6-4-16,0 11 0 0,-10 7 5 15,-5 6-5 1,-2 2 2-16,0-4-3 0,1-10 2 16,2-11-2-16,6-18-11 15,4-11-29-15,-2-16-42 16,-6-6-90-16,0-11-77 16</inkml:trace>
  <inkml:trace contextRef="#ctx0" brushRef="#br0" timeOffset="24906.42">9968 11726 606 0,'0'0'174'0,"0"0"-56"16,-3-79-66-16,5 76-52 15,18 3-2-15,13 0 2 16,23 0 1-16,18 6 0 16,11-1 1-16,6 0 0 0,-7-3 0 15,-11 0-1-15,-14-1 1 16,-18 1-2-16,-16-1 1 15,-17 0 0-15,-7 1 0 16,-1-1 0-16,0 3 7 16,0-1-5-16,0 3-2 15,-1 8-1-15,-11 9-1 16,-4 12 1-16,0 13 0 16,2 8 0-16,7 5 0 15,7-4 0-15,0-10 0 16,10-11 0-16,11-16 0 15,2-10 0-15,3-10 4 0,0 0-1 16,4-13 1 0,-5-10 1-16,-2-7-3 0,-8-3-2 15,-14-7 1-15,-1-7 0 16,-11-1-1-16,-17-6 0 16,6 1 0-16,3 0 1 15,7 6-1-15,10 9-1 16,2 9-6-16,11 7-2 15,17 10 2-15,5 9 3 16,6 3 1-16,4 7 1 16,1 19 0-16,-4 12 0 15,-5 6 2-15,-9 6 0 16,-2 6 2-16,-6 1-2 16,-5-5 2-16,-1-8-1 0,-6-12-1 15,-6-10 1-15,0-13 1 16,0-3-2-16,0-6-2 15,0 0 2-15,-13-10 4 16,-7-15 1-16,-4-14-5 16,5-8-11-16,8-4 8 15,11-3 1-15,0 6 1 16,14 5-1-16,11 10 1 16,7 6-3-16,5 4 3 15,5 5-4-15,1 1-1 16,2 5-4-16,-5 0 5 15,-7 2 5-15,-8 3 2 0,-9 0 3 16,-8 3 7-16,-4 2 5 16,-4 2-4-16,0 0-12 15,0 0-1-15,0 0-2 16,0 0-1-16,0 13 2 16,0 7-1-16,0 6 2 15,-1 6 0-15,-4 5 0 16,-3 3 0-16,2 1 0 15,1 3 0-15,5-7 0 16,0 0 2-16,0-5 0 16,0-6-2-16,5-6 1 15,-1-5-1-15,0-6-1 0,-4-2 0 16,0 0-9-16,-13 2-17 16,-33 2 0-16,-30-3-114 15,-20-1-208 1</inkml:trace>
  <inkml:trace contextRef="#ctx0" brushRef="#br0" timeOffset="25588.85">7337 12190 521 0,'0'0'88'0,"0"0"18"16,0 0-66-16,0 0-40 16,0 0-6-16,0 0 6 15,66 3 38-15,50 8 22 16,56 1-16-16,48-2-4 15,43-1-20-15,18-1-11 16,1 0-1-16,-14-2-5 0,-10 2-2 16,-22-4-1-16,-27 0 0 15,-30 1-1-15,-39-4 1 16,-39-1-3-16,-32 0 3 16,-25 0 0-16,-25 0 0 15,-12 0 0-15,-7-6-1 16,-7 2-2-16,-23 2-1 15,-11 2-28-15,-1 2-33 16,13 9-80-16,21-2-156 16</inkml:trace>
  <inkml:trace contextRef="#ctx0" brushRef="#br0" timeOffset="25738.27">10450 12316 437 0,'0'0'271'0,"0"0"-158"15,0 0-41-15,0 0-39 16,0 0-16-16,0 0-12 16,-59-20-5-16,33 23-6 15,-8 11-57-15,1-7-138 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29:12.726"/>
    </inkml:context>
    <inkml:brush xml:id="br0">
      <inkml:brushProperty name="width" value="0.05292" units="cm"/>
      <inkml:brushProperty name="height" value="0.05292" units="cm"/>
      <inkml:brushProperty name="color" value="#FF0000"/>
    </inkml:brush>
  </inkml:definitions>
  <inkml:trace contextRef="#ctx0" brushRef="#br0">4845 12824 268 0,'0'0'94'16,"0"0"26"-16,0 0-22 15,0 0-27-15,0 0 16 16,0 0-39-16,0 0-3 15,-21-27-19-15,20 27-2 16,-1-1 4-16,2 1-12 16,0 0-9-16,0 0-4 15,0 0-2-15,-2 0 0 16,2 0 0-16,0 0 1 16,0 0 3-16,0-2 2 0,0 0 1 15,0 0-6 1,0-1-2-16,0-2 0 0,0-5 0 15,8-3-1-15,7-5-7 16,3-7 2-16,1-4-3 16,-1-4 2-16,0-1-2 15,-3 1 7-15,-6 8 2 16,-6 5 0-16,0 10 0 16,-3 4 1-16,0 5 5 15,0 1-2-15,0 0-4 16,0 0-5-16,0 22-2 15,-3 17 5-15,0 12-6 16,0 13 8-16,3 6-2 0,0 0 2 16,0-1 1-1,-2-6 0-15,1-7 1 0,-2-10-2 16,1-9 4 0,-1-7-3-16,-2-8-1 0,-3-4-1 15,-4-4-15-15,-6-2-39 16,-8-2-40-16,-6-9-91 15,-4-1-340-15</inkml:trace>
  <inkml:trace contextRef="#ctx0" brushRef="#br0" timeOffset="183.74">4602 13230 428 0,'0'0'202'16,"0"0"-82"-16,0 0-112 15,0 0 2-15,0 0 35 16,103 0-16-16,-46 0-18 16,-1 2-9-16,2 3-2 15,2 1-22-15,1-6-151 16,-4 0-195-16</inkml:trace>
  <inkml:trace contextRef="#ctx0" brushRef="#br0" timeOffset="348.75">5212 13325 758 0,'0'0'88'0,"0"0"8"0,0 0-68 16,0 0-28-16,0 0 0 16,0 0-17-16,49-8-37 15,-21 10-139-15,-1-2-285 16</inkml:trace>
  <inkml:trace contextRef="#ctx0" brushRef="#br0" timeOffset="700.58">5585 12529 828 0,'0'0'61'0,"0"0"-39"15,0 0-22-15,0 0-6 16,0 0 6-16,0 0 7 15,151-6 6-15,-56 15-10 16,12 1-1-16,5-2 1 16,-1-2-3-16,-10-3-33 15,-16-3-16-15,-17 0-64 0,-23 0-23 16,-27 0-74-16,-18 0-35 16</inkml:trace>
  <inkml:trace contextRef="#ctx0" brushRef="#br0" timeOffset="864.8">6126 12564 260 0,'0'0'180'16,"0"0"-21"-16,0 0-119 16,0 0-31-16,0 0 15 15,-22 100 21-15,22-46-14 16,1 12-4-16,7 9-6 16,-1 2-13-16,-1-4-1 15,-3-7-2-15,-3-6-5 0,0-6-10 16,0-9-97-1,-1-16-52-15</inkml:trace>
  <inkml:trace contextRef="#ctx0" brushRef="#br0" timeOffset="1215.61">6293 13336 631 0,'0'0'130'0,"0"0"-114"15,0 0-14-15,0 0-2 16,0 0 0-16,96-12 2 16,-57-1 1-16,7-5-3 15,2-7 2-15,-1-9-2 0,-6-2-2 16,-13 0-10-16,-15 3-11 16,-13 8 19-16,0 3 3 15,-19 7-6-15,-8 6 7 16,2 8 1-16,-2 1 1 15,3 8-2-15,1 16-1 16,6 5-4-16,11 7 4 16,6 6 0-16,0 5 0 15,16 0 2-15,17-1-1 16,16-7 0-16,15-14 0 16,18-12-29-16,11-13-45 15,4-8-40-15,1-22-201 16</inkml:trace>
  <inkml:trace contextRef="#ctx0" brushRef="#br0" timeOffset="1797.32">7203 13142 576 0,'0'0'185'0,"0"0"-87"15,0 0-64-15,0 0-29 16,0 0-5-16,0 0-2 15,-71 54-1-15,51-18 3 16,1 3 1-16,4-2 1 16,8-2-1-16,7-9-1 15,0-8-3-15,17-11-19 0,22-7 2 16,18-10 10-16,16-22-63 16,3-12-17-16,-7-6-2 15,-14 0 47-15,-19 4 45 16,-14-1 41-16,-16 4 21 15,-6-3 10-15,-6 7 19 16,-15 5-38-16,0 6 8 16,6 11-15-16,6 10-12 15,6 7-34-15,2 4 0 16,-4 24-15-16,-2 12 15 16,3 11 0-16,3 4 0 15,1-2-5-15,0-6-16 0,3-11 7 16,8-12-15-1,-1-9 8-15,-1-6 3 0,3-9 11 16,2 0-30-16,2-9-46 16,-4-11-34-16,0 1 44 15,-5 2 27-15,-2 6 46 16,-4 5 52-16,1 4 22 16,-1 2-47-16,1 0-27 15,-2 9-4-15,1 7 3 16,-1 3 1-16,3 4-1 15,5 5 1-15,13 2 1 16,4 2 1-16,2-5 3 16,-1-7-5-16,-7-14-91 15,0-6-196-15</inkml:trace>
  <inkml:trace contextRef="#ctx0" brushRef="#br0" timeOffset="2116.44">7851 13143 762 0,'0'0'83'16,"0"0"-83"-16,0 0-3 16,0 0 3-16,0 0-2 15,-30 82 4-15,30-56-4 16,0 0 4-16,0-3-2 16,7-9 0-16,6-7 0 0,4-7 2 15,5-7-2 1,5-16-16-16,3-7-106 0,-3 1 20 15,-8 1 38-15,-4 6 48 16,-7 8 16-16,-5 5 80 16,-3 9 41-16,0 0-61 15,0 0-60-15,0 0-14 16,0 17 14-16,0 3 0 16,10 7 0-16,8 4 0 15,19 5-4-15,23-1 4 16,13-7-65-16,5-11-31 15,-10-17-128-15</inkml:trace>
  <inkml:trace contextRef="#ctx0" brushRef="#br0" timeOffset="2531.54">8462 13207 232 0,'0'0'349'16,"0"0"-136"-16,0 0-132 16,0 0-58-16,-82-45-23 15,73 57-1-15,1 12-3 16,1 4 3-16,7 4 1 15,0-2-2-15,3-7-2 16,14-10 4-16,6-12 3 16,7-1 9-16,4-25 20 15,7-15-23-15,-7-8-9 16,-6-7-25-16,-14-3-50 16,-11 0-82-16,-3 3 89 15,0 2 59-15,0 6 9 0,0 8 0 16,1 6 3-1,16 10 22-15,2 4 8 0,5 9 6 16,3 3-8-16,0 5 34 16,4 2-34-16,3 2-15 15,2 15-11-15,-1 11 1 16,-7 2-3-16,-9 9-3 16,-10 3 0-16,-9 11-3 15,0 7 3-15,-10 11 6 16,-11 3-4-16,1 4 1 15,7-4 1-15,12-15-4 16,1-17-22-16,28-21-65 0,12-19-26 16,12-9-110-1</inkml:trace>
  <inkml:trace contextRef="#ctx0" brushRef="#br0" timeOffset="3878.47">9115 13132 583 0,'0'0'87'15,"0"0"6"-15,0 0-93 16,0 0 0-16,0 0 1 16,0 0 6-16,-13 97 2 15,13-66 0-15,7-6 0 16,5-3 1-16,6-8 12 16,-1-10 7-16,5-4-2 15,2-1-5-15,-3-21-8 16,-2-3-11-16,-8-5-3 0,-11 0-7 15,0 1 6-15,-23 3-22 16,-2 7 6-16,2 8 17 16,7 4 0-16,9 5 0 15,1 2-5-15,6 3-46 16,0 14 21-16,6 2 7 16,30-2 10-16,20-7 10 15,15-3 3-15,9-7-8 16,-4 0-27-16,-6-17 14 15,-15-3 0-15,-18-6 21 16,-16 2 14-16,-18 2 92 16,-3-2-62-16,-19 2-18 0,-11 3-10 15,-1 3 5-15,2 7 9 16,8 9-12 0,5 0-18-16,5 15-2 0,4 13-1 15,6 10-2-15,1 5-9 16,16-5-11-16,26-4-13 15,21-10-7-15,14-15 29 16,-1-8 5-16,-15-1-48 16,-22-9 51-16,-25-8 8 15,-13-2 96-15,-1 4-43 16,-6 3-18-16,-8 7 1 16,-8 5-26-16,-5 1-10 15,-6 22-6-15,-4 11 5 0,-4 13 1 16,1 10 1-1,6 8 0-15,6 5-2 0,9-3 2 16,8-6 0-16,3-15 3 16,4-16-4-16,2-14 0 15,2-13 1-15,0-3 4 16,0-12 17-16,5-20 6 16,12-12-28-16,2-6 0 15,-1 2-9-15,4 3-11 16,3 5-18-16,7-1 0 15,8 4-4-15,8-1 12 16,1 6 23-16,1-1 6 16,-12 4 1-16,-6 7 22 15,-10 6 27-15,-6 8 9 0,-4 7-37 16,1 1-21-16,0 3 0 16,-3 14-4-16,5 8 1 15,-1 3 3-15,4 3 1 16,8-2-1-16,7-4-2 15,6-11-1-15,3-12-2 16,-1-2 3-16,-5-21 2 16,-8-13-4-16,-5-8-6 15,-11-3 1-15,-9 3 0 16,-3 8 9-16,0 9 13 16,0 13 13-16,0 9 1 0,-2 3-27 15,-4 7-1 1,-4 21-14-16,-4 12 14 0,1 12-3 15,0 7 4-15,4 8 0 16,1-1 0-16,6 0 1 16,1-1 0-16,1-2-1 15,0-8 2-15,0-8-2 16,0-10 0-16,0-10 0 16,1-9-2-16,10-7-16 15,2-6-22-15,5-5 8 16,-1 0-58-16,-7-2-37 15,-5-13 22-15,-5-6-7 16,0-3 112-16,0-5 7 16,0 2 74-16,-9 0-15 15,-6-2-1-15,0 3-17 0,-4 0-7 16,3 3 14 0,2 6 26-16,3 3-19 0,5 7-35 15,1 4-16-15,5 1-5 16,0 2-4-16,0 0-2 15,0 0 0-15,0 0-2 16,0 0 1-16,0 0-2 16,0-3 3-16,5-4 0 15,18-6 1-15,12-3 1 16,3-3-4-16,5-2 0 16,-6-2-6-16,-1 4-1 15,-8 5-3-15,-5 8-19 16,-7 6-28-16,-9 0-58 15,-7 1-65-15,0 12-65 0</inkml:trace>
  <inkml:trace contextRef="#ctx0" brushRef="#br0" timeOffset="5319.11">7513 12933 277 0,'0'0'203'0,"0"0"-67"15,0 0-45-15,0 0-35 16,0 0-55-16,0 0-1 16,5-8-11-16,-4 30 8 15,2 9 3-15,-1 8 0 16,-2 9 6-16,0 5-4 16,0 5 2-16,0 0-3 15,0-2 1-15,0-5 2 16,-3-9-2-16,0-12-1 15,1-13 0-15,1-11-2 16,1-6 2-16,0 0 1 16,0-13 31-16,0-14-31 0,0-11-2 15,9-4-12-15,1 1 12 16,2 5 4 0,7 7 0-16,5 12-4 0,5 5-1 15,8 10-4-15,-4 2 5 16,-3 0-3-16,-5 14 0 15,-4 10 1-15,-5 5-3 16,-5 5-1-16,-4 7 3 16,-5-4 3-16,-2-3 0 15,0-8 0-15,0-9 0 16,0-5-36-16,0-9-84 16,0-3-70-16</inkml:trace>
  <inkml:trace contextRef="#ctx0" brushRef="#br0" timeOffset="6646.45">7873 13106 64 0,'0'0'328'0,"0"0"-155"15,0 0-82-15,0 0-17 16,0 0-26-16,0 0-47 15,-2-22-1-15,16 39 0 16,-1 8 4-16,-1 8-4 16,-3 7 1-16,-2 2-1 15,-4 0 0-15,-1-11 0 16,-2-6 2-16,0-11-2 16,0-9 1-16,0-5 1 15,0 0 0-15,0 0 8 16,4-11 49-16,1-11-47 0,3-9-12 15,2-3-3-15,2 3 2 16,5 1-1-16,5 7-8 16,3 4-9-16,-3 8 10 15,-5 7 9-15,-8 4 0 16,3 0-2-16,-5 12-4 16,3 13 4-16,-2 4 2 15,-5 7 0-15,3 3 0 16,-2-5 1-16,4-5-1 15,-2-8 3-15,0-7-3 16,0-6-66-16,-3-8-83 16,-2 0-208-16</inkml:trace>
  <inkml:trace contextRef="#ctx0" brushRef="#br0" timeOffset="10073.47">10922 13207 53 0,'0'0'270'15,"0"0"-131"-15,0 0-41 16,0 0-26-16,0 0 0 16,0 0-12-16,0 0-2 0,0 0-18 15,-3-53-23 1,6 47 10-16,1 3-13 0,3-4-4 15,3 4-3-15,12 1-7 16,4 2-2-16,13 0 2 16,8 0 0-16,5 10-3 15,6 1-10-15,5 0-16 16,4-2-28-16,9-7-94 16,0-2-121-16</inkml:trace>
  <inkml:trace contextRef="#ctx0" brushRef="#br0" timeOffset="10656.89">11934 12816 688 0,'0'0'75'0,"0"0"-75"16,-27 80 0-16,1-23 2 16,-6 6 21-16,-2 5-1 15,-3 5-2-15,5-4-14 16,5-5-4-16,7-11 0 16,5-19 0-16,7-12 0 0,4-16 0 15,2-6 2-15,2-4 18 16,-1-27 34-1,1-15-56-15,0-14-65 0,1-6-3 16,7 0 28-16,1 2-11 16,7 5-65-16,14 9-56 15,10 7 68-15,11 8 104 16,1 12 18-16,-7 12 81 16,-6 11-23-16,-5 0-47 15,-8 24-19-15,-4 6-10 16,-7 5 0-16,-11-2-2 15,-4-2 0-15,-1-8-7 16,-22-5-7-16,-13-4 16 16,-11-4 6-16,-11-2 4 0,-6-3-3 15,4-4 6 1,12-1 33-16,15 0 46 0,17 0-16 16,10 3-28-16,6 11-42 15,0 11-6-15,10 9 0 16,17 10 0-16,11 8 3 15,11 2-1-15,7-1-2 16,10-3-2-16,6-8-28 16,10-13-109-16,-3-12-105 15</inkml:trace>
  <inkml:trace contextRef="#ctx0" brushRef="#br0" timeOffset="11138.58">12613 13430 837 0,'0'0'0'16,"0"0"-8"-16,0 0 5 16,0 0 3-16,0 0 4 15,0 0 8-15,-22 20 28 16,8-23-6-16,-8-18-28 15,-4-8-3-15,0-10-3 16,-2-12-5-16,-5-7-40 16,-2 0-21-16,5 0-3 15,14 6 19-15,16 7 41 0,4 9-40 16,20 12 20 0,-6 12 29-16,-6 7 5 0,-4 5 2 15,-6 7-7-15,0 16-4 16,-2 10 3-16,0 2 1 15,-6 4-2-15,-12-1 2 16,-1-3 3-16,-2 1 0 16,5-4-2-16,5-3 0 15,5-2 0-15,5-3 2 16,1-2 2-16,1-1-1 0,19-2 1 16,14-6-2-1,9 0 8-15,11-4-6 16,10-2-5-16,9-5-10 15,5-2-36-15,2 0-101 0,-10-7-148 16</inkml:trace>
  <inkml:trace contextRef="#ctx0" brushRef="#br0" timeOffset="11407.55">13168 12905 764 0,'0'0'97'0,"0"0"-67"16,0 0-30-16,0 0-5 0,9 79 5 16,-9-34 3-16,0 8 5 15,0 5-3-15,0 4-4 16,-4-6 5-16,-1-6-3 15,4-14 0-15,-2-11-3 16,1-11-27-16,0-10-22 16,2-4-66-16,0-15 22 15</inkml:trace>
  <inkml:trace contextRef="#ctx0" brushRef="#br0" timeOffset="11722.63">13038 12869 700 0,'0'0'112'0,"0"0"-43"16,0 0-50-16,0 0-14 16,0 0-5-16,105 22 0 15,-53 20 0-15,5 8 1 16,11 7-2-16,3 2 1 16,-2 1 0-16,-11-6 0 15,-17-6-5-15,-20-9 1 16,-18-7 0-16,-3-6-5 15,-10-5 5-15,-19-6-1 16,-14-3 5-16,-12-2 5 16,-7-4-2-16,0-2-1 15,9 0 5-15,6 2 5 0,11 5-5 16,9 4-7-16,8 9-3 16,11 4-36-16,8 2-58 15,0-3-70-15,20-8-106 16</inkml:trace>
  <inkml:trace contextRef="#ctx0" brushRef="#br0" timeOffset="11910.1">13580 13479 659 0,'0'0'152'0,"0"0"-73"15,0 0-38-15,0 0-41 16,0 0-9-16,0 0-100 16,-2-10-58-16,2 18-40 15</inkml:trace>
  <inkml:trace contextRef="#ctx0" brushRef="#br0" timeOffset="50401.51">4618 14101 262 0,'0'0'148'16,"0"0"-62"-16,0 0 15 15,0 0-59-15,0 0 15 16,0 0-12-16,0 0-19 15,0 0 1-15,0 0-13 16,-24-54-4-16,23 52-3 16,-1 0-1-16,1-1 7 15,1 0-2-15,0 0-5 16,0-1 4-16,0-1 3 16,0-2-6-16,0 0 0 15,0-3-6-15,4-2-1 16,10-2-1-16,11-3 1 15,5 0-1-15,5 0 0 16,9 1-1-16,-2 3 2 0,-5 3 0 16,-7 5 0-16,-6 5 0 15,-10 0-1-15,-6 6-2 16,-8 17-1-16,0 12-4 16,-15 15 2-16,-24 9 6 15,-13 6 0-15,-7-1 0 16,2-10 0-16,9-8-7 15,12-15-13-15,11-11 5 16,9-8 15-16,7-7 0 16,4-1-1-16,2-4 1 15,3 0 2-15,0 0 2 16,0 0 1-16,0 0 2 0,0 0-7 16,5-9 4-16,17-1-4 15,6 2 3-15,5-3-1 16,4 5-1-16,2 0-1 15,3 3 2-15,4 3-4 16,3 0-24-16,-1 0-117 16,-2-4-125-16</inkml:trace>
  <inkml:trace contextRef="#ctx0" brushRef="#br0" timeOffset="50595.48">5282 14327 776 0,'0'0'106'16,"0"0"-52"-16,0 0-44 15,0 0 13-15,0 0 23 16,0 0-16-16,0 0-30 16,0 3-3-16,0 7-45 15,-15-3-84-15,-9-7-194 16</inkml:trace>
  <inkml:trace contextRef="#ctx0" brushRef="#br0" timeOffset="63203.59">6050 13930 128 0,'0'0'51'0,"0"0"-8"16,0 0-3-16,0 0-1 0,0 0 41 16,0 0-39-16,31-74 2 15,-26 64-10-15,-2-2-11 16,0 0 24-16,-3 2-5 16,2 0-2-16,-2-1 17 15,0 2-41-15,4 1 5 16,-2-2-5-16,-1 1-9 15,2 0 5-15,0-2 5 16,0 3-5-16,0-3-3 16,0 2 7-16,3 1-4 15,-2-2-4-15,1 0-2 16,-1 3 3-16,-1 0 3 0,0 2-4 16,-3 4 7-1,3 1-6-15,-3 1-8 0,0 23-6 16,0 13 6-16,0 16 0 15,-6 12 2-15,-13 10 5 16,-6 5-4-16,2-1 0 16,2-9-1-16,5-9-2 15,8-12 0-15,8-11 0 16,0-8 0-16,5-11 0 16,18-7 0-16,13-7 4 15,15-5-2-15,10-7 0 16,11-18-2-16,4-3-30 15,-1-3-15-15,-5 0-12 16,-9 3-16-16,-9 1 11 16,-9 4 14-16,-9 5-10 0,-11 4-15 15,-7 1-26-15,-8 4 29 16,-7 2 47-16,-1 0 23 16,0 2 2-16,0 2 10 15,-6 3 10-15,-1 0 16 16,-2 0 53-16,-3 8 8 15,0 7-12-15,1 6-12 16,1 8-38-16,3 7-10 16,4 3 3-16,3 7-18 15,0 3-3-15,13-2-7 16,11-4 1-16,10-10 0 16,4-12-2-16,0-13 0 0,3-8 3 15,-4-7-4-15,-3-18 0 16,-5-5-2-16,-10-4-14 15,-15-2-16-15,-4-1 6 16,-31-2-5-16,-28 0-9 16,-7-3 23-16,-7 2 17 15,16 3 4-15,18 10 34 16,26 6 13-16,13 10-10 16,22 7-39-16,29 2-2 15,22 2-2-15,15 0 1 16,10 0-14-16,4 0-4 15,1-3-11-15,-12-3 7 16,-11 0 4-16,-8-3 19 0,-20-1 3 16,-16 0 1-16,-18 4 14 15,-17 0 54-15,-1 4-23 16,-10 2-29-16,-23 0-13 16,-13 21-7-16,-2 13 0 15,2 11-1-15,12 5 0 16,16 5 0-16,13-1-5 15,5-3-4-15,12-6-7 16,21-7-15-16,15-13-14 16,16-12 13-16,16-13-15 0,14-5-9 15,-1-24-7 1,-5-8 23-16,-25-2 41 0,-19 0 24 16,-23 4 47-1,-18 6 39-15,-3 6-33 0,-9 4-25 16,-12 6-35-16,-1 12-3 15,-4 1-10-15,4 11-4 16,3 16 0-16,10 5-3 16,4 7 2-16,4-1 1 15,1 1-7-15,0-7-5 16,6-6-30-16,18-11-3 16,5-13 17-16,7-2 28 15,3-12 3-15,-7-10-3 16,-6-2 0-16,-14 2 0 15,-12 3 5-15,0 4 1 16,-10 3 11-16,-7 3-12 16,3 9 12-16,3 0-3 0,5 11-14 15,4 14-1-15,2 5 1 16,0 3 0-16,22 1 0 16,22-6 0-16,16-10 0 15,10-13-4-15,8-5 4 16,-8-22 0-16,-8-15 3 15,-2-8-3-15,-7-6 0 16,-11-1-8-16,-15 0-1 16,-21 1 8-16,-6-5 1 15,-30 0 0-15,-10-1 5 16,-2 3 33-16,4 13 17 0,11 15-20 16,12 17-21-16,6 9-12 15,3 9-2-15,2 28-1 16,2 15 1-16,2 14 0 15,0 4-1-15,9 5 1 16,10-2 1-16,6-4-1 16,7-8 0-16,-1-10-2 15,-7-13-9-15,-2-11-13 16,-7-10-23-16,-4-10-33 16,-5-7-106-16,-6-19-342 15</inkml:trace>
  <inkml:trace contextRef="#ctx0" brushRef="#br0" timeOffset="63486.98">8293 14192 764 0,'0'0'24'15,"0"0"-4"-15,83-27-1 16,-42 27-11-16,4 0 8 16,7 0-2-16,3 0 0 15,2 0-4-15,-3 0-2 16,-2 0-6-16,-9-2 0 15,-10 1-1-15,-12 1 0 16,-9 0-2-16,-8 0-1 16,-4 6-1-16,0 13-3 15,-4 8 6-15,-17 10 3 16,0 4 0-16,2 8-3 0,8-2 0 16,11-7-3-1,0-5-19-15,23-11-15 0,8-11-101 16,6-13-92-16</inkml:trace>
  <inkml:trace contextRef="#ctx0" brushRef="#br0" timeOffset="64087.28">9081 14279 772 0,'0'0'56'0,"0"0"15"15,0 0-71-15,0 0 0 16,0 0 1-16,-13 78-1 15,4-37 2-15,1 2-1 0,8-1-1 16,5-8 0 0,23-8 0-16,4-8 3 0,2-11 11 15,-2-7 4-15,2 0-4 16,-4-10-4-16,-6-8-5 16,-10-5-5-16,-14-2 0 15,-3-4-1-15,-25 0-7 16,-10-1-25-16,-1 1-31 15,5 1-6-15,13 1-9 16,15 4 25-16,6 3 34 16,15 6 5-16,20 4 2 15,6 8 13-15,4 2 13 16,1 0 10-16,-2 9 1 0,-5 11 0 16,-2 5-2-16,0 5-8 15,0 2 4-15,1 1 1 16,-10-6 10-16,-4-6-19 15,-11-6-10-15,-9-9 0 16,1-2 3-16,-2-4-1 16,8 0 4-16,3-15-6 15,6-12-17-15,7-7-39 16,3-5 19-16,4-3 37 16,3 3 1-16,0 5 23 15,-5 9 46-15,-9 11-9 16,-7 10-19-16,-7 4-18 15,-4 9-24-15,-3 16-2 16,-2 11 2-16,0 10 0 0,0 4 2 16,0 1 0-16,0-2 0 15,0-9 0-15,0-5 1 16,0-9-3-16,0-6 0 16,0-9-48-16,1-11-69 15,8-2-90-15</inkml:trace>
  <inkml:trace contextRef="#ctx0" brushRef="#br0" timeOffset="64292.9">8988 13730 653 0,'0'0'25'15,"0"0"-19"-15,0 0-3 16,0 0-3-16,0 0-1 16,80 106-69-16,-60-68-72 15,-3-6-235-15</inkml:trace>
  <inkml:trace contextRef="#ctx0" brushRef="#br0" timeOffset="65518.36">10401 14283 232 0,'0'0'111'0,"0"0"18"0,0 0-33 16,0 0-13 0,0 0-5-16,0 0-24 0,-30-52-21 15,29 50-11-15,-1-1 5 16,2 3-14-16,0 0-13 15,2 0-4-15,18 0 4 16,9 8 4-16,7-1-3 16,4-2 0-16,6-2-1 15,1-3 0-15,-1 0 1 16,-9 0 0-16,-9-1-1 16,-7-6 2-16,-10 2 0 15,-8 0 1-15,-3 0-3 16,0 3-3-16,-23 2 3 15,-11 0-47-15,-5 0-30 16,6 12-64-16,14-2-121 16</inkml:trace>
  <inkml:trace contextRef="#ctx0" brushRef="#br0" timeOffset="66068.47">11228 13961 454 0,'0'0'104'15,"0"0"-5"-15,0 0-26 16,0 0-14-16,0 0-26 16,0 0-33-16,-14 11 0 15,3 32 4-15,-12 16 4 16,-7 13 8-16,-8 8-9 15,-3 4-2-15,5-5-4 16,9-11 1-16,10-16-2 16,9-13-4-16,8-12-2 15,0-10-9-15,0-5-48 16,19-12-64-16,8-3-136 16</inkml:trace>
  <inkml:trace contextRef="#ctx0" brushRef="#br0" timeOffset="66550.44">11292 14335 458 0,'0'0'109'0,"0"0"-101"16,0 0 11-16,0 0 38 15,0 0 37-15,3 83-55 16,-6-50-5-16,-5 1-16 16,4 0-12-16,1-8-6 15,1-1 3-15,1-8-3 16,1-6 3-16,0-2-3 15,0-7 2-15,0-2-1 16,0 0-1-16,0-16 0 16,7-9-11-16,6-2-8 0,2 0 16 15,6 5 3 1,-1 3-8-16,2 7-5 0,-1 5 7 16,-6 7 3-1,1 0 2-15,-7 0 1 0,0 15-3 16,0 5 0-16,-6 5 1 15,2 4 1-15,-2 4 0 16,0-1-23-16,10-3-51 16,-3-2 0-16,6-7-46 15,-2-8-80-15</inkml:trace>
  <inkml:trace contextRef="#ctx0" brushRef="#br0" timeOffset="66999.66">11869 14236 556 0,'0'0'67'0,"0"0"34"16,0 0-80-16,0 0-12 16,0 0-9-16,88-31-2 15,-75 61 2-15,-6 7 0 16,-7 9 2-16,0 5 6 15,0-2-5-15,-7-1 0 16,1-9 0-16,2-8-1 16,1-12-2-16,3-7 4 15,-2-7-4-15,-1-4-1 0,-6-1 1 16,-10 0 10 0,-14-12-5-16,-11-6-5 0,-7-2 2 15,6 4-2-15,9 9 0 16,14 7 18-16,5 0-9 15,7 26-9-15,1 6 0 16,6 9 1-16,3 5-1 16,6 4 0-16,18-6 3 15,14-12-3-15,13-16 1 16,15-16 4-16,16-1-1 16,4-27-2-16,-2-5-2 15,-12-5-47-15,-19-2-33 16,-21 4-20-16,-25 1-22 0,-7 5-84 15</inkml:trace>
  <inkml:trace contextRef="#ctx0" brushRef="#br0" timeOffset="67300.07">12243 14436 498 0,'0'0'160'16,"0"0"-42"-16,0 0-65 16,0 0-11-16,21-77-15 15,-21 75-4-15,0 2-13 16,0 0-10-16,0 15-3 0,0 13 3 16,-6 9 0-16,-1 6 1 15,-4 3 0-15,-1 1-1 16,5-4 0-16,2-4-1 15,5-9-21-15,6-8-16 16,27-11 15-16,15-11-7 16,10 0-59-16,3-19-43 15,-4-9-176-15</inkml:trace>
  <inkml:trace contextRef="#ctx0" brushRef="#br0" timeOffset="67652.25">12591 14495 353 0,'0'0'185'16,"0"0"-21"-16,0 0-33 15,0 0-93-15,0 0-31 16,0 0-7-16,0 0-4 16,-87-12 4-16,69 46-1 0,4 3 0 15,7-2-3-15,7-3-22 16,8-8-15-16,26-11 3 16,8-7 35-16,3-6 1 15,-11-2-3-15,-5-17 0 16,-7-4 3-16,-12-4-5 15,-4-3 7-15,-6-4 2 16,-16 0 11-16,-5 5 12 16,3 4 16-16,6 11 5 15,8 9-24-15,2 5-22 16,2 5-15-16,0 22 4 16,0 9 11-16,0 10 0 0,10 1 1 15,22 2-2-15,14-6-4 16,17-10 5-16,7-11 3 15,-16-13-3-15,-13-9-18 16,-11 0-20-16,-10-19-59 16,-9-12-94-16</inkml:trace>
  <inkml:trace contextRef="#ctx0" brushRef="#br0" timeOffset="67838.57">12634 14046 572 0,'0'0'23'0,"0"0"67"16,31-78-14-16,-26 68-27 15,-1 7-22-15,-1 3-24 16,0 9-3-16,-3 19-10 16,0 10-35-16,0 5-61 15,-3-8-106-15</inkml:trace>
  <inkml:trace contextRef="#ctx0" brushRef="#br0" timeOffset="68463.47">10965 14000 286 0,'0'0'92'16,"0"0"21"-16,0 0-34 15,0 0-33-15,0 0-12 16,81-62-13-16,-47 57 0 16,6 1-2-16,3 1 0 15,2 1-8-15,-2 0-8 16,0 2-2-16,4 0-1 16,2 3-41-16,5 5-88 15,-1-3-144-15</inkml:trace>
  <inkml:trace contextRef="#ctx0" brushRef="#br0" timeOffset="68866.17">10710 14750 434 0,'0'0'158'0,"0"0"-53"15,0 0-17-15,0 0-29 16,0 0-19-16,0 0-19 16,-11-10-21-16,14 10 0 15,23 0 0-15,13 0 2 16,11 0-2-16,10 0 1 16,4 0-1-16,2 0-15 15,0 0-31-15,-2-6-52 16,-11-2-33-16,-12 1-59 15,-15-4-85-15</inkml:trace>
  <inkml:trace contextRef="#ctx0" brushRef="#br0" timeOffset="69036.93">11092 14783 232 0,'0'0'49'16,"0"0"70"-16,0 0-17 15,0 0 11-15,0 0-18 16,0 0-69-16,0 0-26 16,0 7-27-16,-2 3-43 15,-8-5-124-15</inkml:trace>
  <inkml:trace contextRef="#ctx0" brushRef="#br0" timeOffset="77989.53">14781 14137 229 0,'0'0'102'0,"0"0"30"16,0 0-79-16,0 0 12 15,0 0-30-15,0 0 14 16,0 0-5-16,0-37-13 16,0 30 4-16,0-2-15 15,0 1-2-15,0-1 0 16,4 1-9-16,-1-1-1 15,4-1-2-15,6 0-4 16,10-4-1-16,10-2-1 16,6 0 0-16,2 2 0 15,0 2 0-15,-7 7 0 16,-4 3 0-16,-3 2-3 0,-8 0 0 16,-7 7-8-16,-7 12-23 15,-5 5 8-15,-5 5 8 16,-20 0 13-16,-8 1 1 15,2-4-4-15,1-4 3 16,11-5-9-16,6-5-2 16,10-1 10-16,3-3-6 15,0 2-20-15,15 0 27 16,9 0 5-16,3 0 0 16,-2 1 4-16,-4 1-4 15,-7 0 1-15,-4 3-1 16,-6 0 0-16,-4 0 2 15,0 2 3-15,-4-1 7 16,-16-2 2-16,0-2 0 16,-1-1 0-16,-3-2-8 0,-1-2 0 15,4-1-5-15,1-3 2 16,3-2-2-16,4-1 2 16,6 0-3-16,7 0-7 15,0 0-28-15,20 0-135 16,8-8-266-16</inkml:trace>
  <inkml:trace contextRef="#ctx0" brushRef="#br0" timeOffset="78356.42">15314 14070 677 0,'0'0'18'16,"0"0"-18"-16,0 0 0 15,0 101 5-15,6-60 22 16,4 2-12-16,6-2-7 16,-2-4-6-16,6-9 1 15,-2-12 0-15,1-11-3 16,5-5 13-16,0-6 9 15,0-18 9-15,-3-6-13 0,-6-5-6 16,-11-4-1-16,-4 0 1 16,-14-2-8-16,-22 3 1 15,-8 6-5-15,4 7-3 16,8 9 3-16,18 12-1 16,14 4 1-16,0 11-159 15,23 18 84-15,12 3-20 16,8-7-266-16</inkml:trace>
  <inkml:trace contextRef="#ctx0" brushRef="#br0" timeOffset="78615.04">15788 14248 603 0,'0'0'35'15,"0"0"-28"-15,0 0 7 16,97 0 11-16,-62 0 8 16,-5 0-17-16,-4 0-11 15,-2 0-4-15,-7 0-1 16,-4 0-62-16,-5 0-55 0,-8-7-281 15</inkml:trace>
  <inkml:trace contextRef="#ctx0" brushRef="#br0" timeOffset="79140.45">16121 14023 459 0,'0'0'159'0,"0"0"-55"16,0 0-66-16,97-45-37 16,-59 42 0-16,-4 3 0 15,-7 0 3-15,-5 7-4 16,-7 9-4-16,-4 1 2 15,-6 0-11-15,-5-2-25 16,0 0 0-16,-6-1-10 16,-15 1 38-16,-4-1-9 15,-3-1 9-15,4-2 6 16,4-1 4-16,7-2 0 16,6 1 1-16,2 1 6 15,4 4 21-15,1 4 39 16,0 5-34-16,0 7-16 15,0 1 1-15,1 1-14 16,10 1 2-16,3-1-3 0,0-6 5 16,-3-6-6-16,-8-6-1 15,-3-3-1-15,0-3 0 16,-9-2 0-16,-13-1 0 16,-7-2 0-16,-5-3-1 15,1 0-1-15,10 0-4 16,8-4 4-16,15 2-14 15,3-1-54-15,27-6-245 16</inkml:trace>
  <inkml:trace contextRef="#ctx0" brushRef="#br0" timeOffset="79441.07">16569 14046 601 0,'0'0'141'0,"0"0"-82"16,0 0-59-16,0 0-4 15,0 0 4-15,10 91 3 16,8-49 0-16,6 1-1 16,6 0 1-16,1-4 0 15,-3-5 8-15,-5-8 2 16,-14-11-13-16,-6-6-4 15,-3-6 1-15,0 0 3 16,-17 0 7-16,-11-3 4 16,-12 0-4-16,1 0-3 0,0 0 0 15,8-3-4-15,5 0-7 16,12-4-84-16,14-2-192 16</inkml:trace>
  <inkml:trace contextRef="#ctx0" brushRef="#br0" timeOffset="79649.57">16673 14081 536 0,'0'0'153'0,"0"0"-32"0,0 0-65 15,0 0-36-15,0 0-17 16,0 0-3-16,108-36 0 15,-65 36-5-15,2 9-29 16,-2 3-60-16,-4-4-56 16,-10-6-163-16</inkml:trace>
  <inkml:trace contextRef="#ctx0" brushRef="#br0" timeOffset="79867.08">16985 14175 717 0,'0'0'83'16,"0"0"-21"-16,0 0-36 16,0 0-26-16,0 0 0 15,0 0-6-15,72 4-34 16,-35-4-52-16,0 0-61 15,2-13-169-15</inkml:trace>
  <inkml:trace contextRef="#ctx0" brushRef="#br0" timeOffset="80092.05">17386 13779 258 0,'0'0'504'16,"0"0"-384"-16,0 0-48 15,0 0-65-15,0 0-7 16,0 0-4-16,-6 63 4 16,-7 3 0-16,-2 10-1 15,1 6 1-15,4-2 0 16,6-5 0-16,2-6-20 16,1-7-28-16,-2-6-15 15,-7-12-82-15,-1-13-54 16</inkml:trace>
  <inkml:trace contextRef="#ctx0" brushRef="#br0" timeOffset="80267.05">17440 14422 894 0,'0'0'45'16,"0"0"18"-16,0 0-43 15,0 0-12-15,0 0-8 16,0 0-6-16,8-28-35 15,-8 42-23-15,0 5-31 16,0-7-112-16,0-9-216 16</inkml:trace>
  <inkml:trace contextRef="#ctx0" brushRef="#br0" timeOffset="80558.17">15807 14733 320 0,'0'0'182'0,"0"0"-128"16,0 0-49-16,0 0 33 15,0 0 33-15,0 0 15 16,128 33-16-16,-63-33-37 15,13 0-21-15,12-9-2 0,13-8-9 16,13-4-1-16,0-2 0 16,-4 1-36-16,-11 2-64 15,-17 6-50-15,-18 0-67 16,-17 0-80-16</inkml:trace>
  <inkml:trace contextRef="#ctx0" brushRef="#br0" timeOffset="81554.74">18472 14176 286 0,'0'0'387'16,"0"0"-236"-16,0 0-69 16,0 0-42-16,0 0-40 15,0 0-5-15,-16-44-5 16,12 66 6-16,2 12 4 16,2 12 0-16,0 3 2 0,0-2-2 15,0-11-7-15,13-11-3 16,-4-13-1-16,1-11 11 15,4-1 1-15,2-11 7 16,8-15-8-16,-3-11-11 16,-9-6-37-16,-12-5 16 15,0-3-47-15,-18 0 39 16,-1 1 40-16,8 3 9 16,7 7 27-16,4 2-12 15,6 7-16-15,22 6-8 16,8 4-10-16,9 7-5 15,5 2 8-15,-2 7 4 0,-2 5 2 16,-8 0 0-16,-10 0 1 16,-7 4 4-16,-10 10-3 15,-7 10 0-15,-4 11 2 16,-5 16 5-16,-17 13-1 16,-2 10 0-16,0 4-2 15,4 4-3-15,10-1 0 16,7-6 1-16,3-9 0 15,0-10-2-15,13-13-1 16,4-10 5-16,-5-12-4 16,-4-9-2-16,-4-8-50 15,-1-4 14-15,-3-7 37 16,0-17 0-16,0-8-29 0,0-9 24 16,-15-7 5-1,-5-8 20-15,0-7 7 0,4 4 13 16,10 5 29-16,6 12-20 15,7 11-23-15,26 9-26 16,16 5-20-16,15 1-8 16,12 4-30-16,0 4-12 15,-1 3-35-15,-11-6-95 16</inkml:trace>
  <inkml:trace contextRef="#ctx0" brushRef="#br0" timeOffset="82434.59">19664 13721 828 0,'0'0'0'16,"0"0"-1"-16,-14 75 0 15,4-8 0-15,1 9 1 16,0 4 1-16,1-6-1 16,7-13-8-16,1-20-16 15,7-20-29-15,20-13 53 16,9-8 4-16,8-23-1 16,8-19-3-16,-5-13 0 15,-9-10 0-15,-15-2 13 16,-18 3 23-16,-5 8 0 15,0 14 2-15,-2 15 0 0,-1 16 15 16,3 8-38-16,-1 3-15 16,1 13-17-16,0 17 6 15,0 13 11-15,0 10-3 16,0 1-1-16,2-2-3 16,2-13-20-16,0-16 10 15,1-9-9-15,-2-11 18 16,5-3 8-16,2 0 13 15,2-17 5-15,6-8-14 16,-5-3 3-16,-4 3 10 16,-2 5 9-16,-4 10-10 15,0 6-12-15,0 4-4 16,5 0-16-16,7 13-3 0,6 10 9 16,3 2 9-1,10 0-9-15,3-5-15 0,8-9 8 16,5-8 16-16,6-3-1 15,-7-5 2-15,-10-18 0 16,-11-5 4-16,-11-3-3 16,-11-2 12-16,-6 0 6 15,-9-2-6-15,-14 2-3 16,-4 6-1-16,5 8 7 16,6 15-11-16,1 4-5 15,3 17-12-15,-3 17 5 16,0 11 5-16,7 6-2 0,8 0-1 15,0-9-7 1,12-9-9-16,23-9 13 0,5-5 3 16,5-6 0-16,-3-5-49 15,-10-7-124-15,-12-1-72 16</inkml:trace>
  <inkml:trace contextRef="#ctx0" brushRef="#br0" timeOffset="82621.48">19256 13808 615 0,'0'0'29'16,"0"0"-28"-16,0 0 4 0,110 31 0 15,-60-20-3-15,7-2-1 16,4 1-1-16,2-3-51 15,-5-7-174-15</inkml:trace>
  <inkml:trace contextRef="#ctx0" brushRef="#br0" timeOffset="83201.12">21377 14110 469 0,'0'0'101'0,"0"0"-41"16,0 0 6-16,0 0-31 15,0 0 1-15,0 0-15 16,75 0-17-16,-15-23 1 16,6-13-2-16,0-11-3 15,-1-11-22-15,-9-5-19 16,-8-4 13-16,-16-1 28 16,-15 2 7-16,-17 8 32 15,-3 12-30-15,-24 14-5 16,-4 15-4-16,0 13-6 0,1 4-4 15,3 26 7 1,-3 28 0-16,2 23 3 0,1 15 0 16,3 9 0-16,8-1-20 15,9-13-24-15,7-15-30 16,0-22-41-16,11-22 38 16,-5-18-82-16</inkml:trace>
  <inkml:trace contextRef="#ctx0" brushRef="#br0" timeOffset="83783.52">21426 13897 719 0,'0'0'21'0,"113"-11"-13"16,-49 11-2-16,2 8 0 0,-2 4-4 15,-3 4-1-15,-3 3 0 16,-6 0-1-16,-10-2 0 15,-12-2 0-15,-14-6-11 16,-10-2-23-16,-6-4 0 16,0 0 6-16,-12 1 28 15,-8 3 7-15,0 4 1 16,6 9-5-16,4 8-3 16,1 6 0-16,5 5 3 15,4-1-3-15,0-11 0 16,16-8 0-16,5-14 7 15,1-5 47-15,2-5 12 0,-3-15-19 16,0-9-33-16,-2-9-7 16,-4-8-7-16,-3-9-3 15,-10-3-5-15,-2-6 2 16,0 1 6-16,-6 0 3 16,-2 4 0-16,8 3 4 15,0 6-3-15,9 6 7 16,21 7-9-16,12 6-2 15,13 6 0-15,6 1-2 16,-3 7 1-16,-11 2 1 16,-14 4 3-16,-18 5 2 15,-7 1 4-15,-8 3 6 16,0 2-15-16,0 10-12 0,-18 21 5 16,-13 25 7-1,-11 19 2-15,-3 14 0 0,1 7-2 16,10-5 0-16,8-11-8 15,16-13-14-15,10-15-24 16,4-17-52-16,28-14-11 16,18-17-38-16,14-4-229 15</inkml:trace>
  <inkml:trace contextRef="#ctx0" brushRef="#br0" timeOffset="84316.24">22575 13875 635 0,'0'0'163'0,"0"0"-45"0,0 0-64 15,0 0-51-15,0 0-3 16,0 0-20-16,-58 1 19 16,42 32-2-16,3 1 3 15,9-5-9-15,4-3-19 16,0-9 9-16,17-7 10 16,0-10 9-16,6 0 6 15,1-13 3-15,-4-10-5 16,-4-4-1-16,-9-1 15 15,-7-1 0-15,0 4-13 16,0 4 6-16,0 9 2 16,0 6-2-16,0 6-11 15,0 8-25-15,0 17-39 16,0 10 51-16,6 3-19 16,12-5-16-16,18-7 20 0,15-11 27 15,5-11 1-15,-3-4 13 16,-7-24-12-16,-10-13 5 15,-6-10-5-15,-4-4-1 16,-8-7 0-16,-12-4 0 16,-6-9 4-16,-9-1 9 15,-18 1 31-15,-4 11-3 16,2 16 1-16,13 17-15 16,8 15-13-16,4 12-14 15,0 2-4-15,-9 28-26 16,2 21 30-16,-2 25-1 15,7 13 0-15,6 3-1 0,0-6-7 16,16-18-1-16,2-10-4 16,1-17 4-16,-7-9-27 15,-6-12-57-15,-6-8-40 16,0-12-107-16</inkml:trace>
  <inkml:trace contextRef="#ctx0" brushRef="#br0" timeOffset="84479.38">22074 13539 830 0,'0'0'7'0,"0"0"-7"16,0 0 0-16,109-8 0 0,-45 19 2 16,9 1-2-16,0 5-1 15,2 0-4-15,-2 0-107 16,-6-10-97-16</inkml:trace>
  <inkml:trace contextRef="#ctx0" brushRef="#br0" timeOffset="85500.26">23291 13772 508 0,'0'0'37'0,"0"0"-21"15,80-45 11-15,-50 22 1 16,1-5 40-16,-4-2-8 15,-1-4-10-15,-3 1-16 16,-7 0-2-16,-3 1-19 16,-8 1-8-16,-5 3-4 15,0 3-1-15,-11 4-9 16,-2 11-5-16,3 10 11 16,-4 0-5-16,-1 23-69 0,-7 19 58 15,-5 19 16-15,-3 17 3 16,1 9 0-16,9 2 2 15,8-9-2-15,12-13 0 16,0-15 1-16,0-14 3 16,0-12-3-16,-3-9 1 15,-9-6 0-15,-6-7-2 16,-5-2 6-16,-5-2 2 16,0-7-5-16,6-15 5 15,9-6-4-15,13-4-4 0,9 3 2 16,38 0-2-1,21 8-9-15,10 5-45 0,3 4 0 16,-14 6 16-16,-13-2 8 16,-23 3 30-16,-14-1 7 15,-12 1 47-15,-5 1 11 16,0 0-19-16,0 1-19 16,-5 1-17-16,-6 2-3 15,-3 0-7-15,-2 0-1 16,1 13-1-16,2 5-1 15,4 2 2-15,4-2 0 16,5-2 0-16,0-7-9 16,0-4-5-16,9-5 14 15,5 0 1-15,4-3 7 16,-3-14-2-16,-5-2-1 0,-4 5 7 16,-6 3 12-16,0 7-6 15,0 4-1-15,0 0-16 16,0 15-64-16,4 7 45 15,3 6-8-15,1 1-14 16,7-4-19-16,11-4 10 16,11-13 17-16,9-8 11 15,0-5-22-15,0-24-15 16,-7-7 8-16,-6-10 48 16,-7-7-24-16,-18-9-1 15,-8-10 28-15,-5-4 5 16,-19-3 102-16,1 5 28 0,4 12 35 15,6 12-50 1,6 19-61-16,5 15-23 0,2 13-22 16,0 3-14-16,0 19-40 15,11 21 33-15,13 21 7 16,9 17 2-16,9 11-2 16,-2-1-2-16,-2-5-4 15,-9-14-14-15,-9-16-2 16,-14-9-30-16,-6-12-66 15,-14-9-11-15,-11-18-155 16</inkml:trace>
  <inkml:trace contextRef="#ctx0" brushRef="#br0" timeOffset="86014.88">24085 13912 682 0,'0'0'41'0,"0"0"1"15,0 0-26-15,0 0-4 16,97-46 5-16,-76 38 1 16,-3-3-10-16,-2-2 8 15,-4-4 0-15,0-4-10 16,-6-4-1-16,-5-5-3 16,-1 0-2-16,0 6 0 15,0 7 0-15,-4 9-1 16,-1 8-4-16,0 5-15 15,-4 21-51-15,-4 14 52 0,2 10 16 16,-1 4-2 0,6-5-19-16,6-9-25 0,0-11 24 15,26-9 22-15,4-8 3 16,0-5 4-16,-6-7-2 16,0 0-2-16,1-19-9 15,4-8-6-15,0-5 15 16,-3-8 0-16,-1-2 11 15,-2-1 36-15,-1 2 13 16,6 12-30-16,-2 7-28 16,-1 13-2-16,-5 9-1 15,-8 1-2-15,-5 21-5 16,-7 8-4-16,0 6 8 0,-18 5 4 16,-12-2 0-1,-4 2 2-15,1-10 1 0,3 0 4 16,3-6-7-16,5 0-70 15,-2-5-33-15,12-12-176 16</inkml:trace>
  <inkml:trace contextRef="#ctx0" brushRef="#br0" timeOffset="86176.2">24583 13975 586 0,'0'0'116'0,"0"0"-29"15,0 0-31-15,0 0-51 16,0 0-5-16,0 0-8 16,-45 14-24-16,26 9-75 15,-1-5-57-15,3-6-312 16</inkml:trace>
  <inkml:trace contextRef="#ctx0" brushRef="#br0" timeOffset="87846.94">15123 15087 268 0,'0'0'260'0,"0"0"-128"0,0 0-46 15,0 0-24-15,0 0-6 16,0 0-19-16,0-21-8 15,0 14-11-15,2-1-13 16,4-3 1-16,-2-4-5 16,2-1 1-16,3-2-2 15,-6 0 0-15,-1-2 2 16,-2 3-2-16,-12-3 0 16,-19 6-2-16,-8 4-8 15,-5 8 8-15,3 2-5 16,11 10 6-16,13 20-2 0,13 16-20 15,4 10 13-15,0 3 0 16,15 1-7-16,2-7 1 16,-1-10 10-16,0-11 1 15,-8-13 1-15,-1-9 2 16,-4-7 1-16,-3-2-6 16,0-1 7-16,-12 0 5 15,-19 0 0-15,-14 0-2 16,-3 0-2-16,2-13-1 15,7-3 0-15,12-2 2 16,14-4-1-16,13-2 5 16,3-5-1-16,36-3-5 15,17-2-1-15,15-3-7 16,9 1-28-16,3 2-41 0,-4 3 33 16,-10 6 25-16,-15 7-6 15,-26 8-56-15,-22 3-176 16</inkml:trace>
  <inkml:trace contextRef="#ctx0" brushRef="#br0" timeOffset="88408.49">16039 14945 581 0,'0'0'135'0,"0"0"-37"16,0 0-37-16,0 0-23 0,0 0-24 15,0 0-14 1,-92-27-1-16,74 59 0 0,4 9-2 16,4 8-10-1,10-3-32-15,4-8-58 0,26-14-28 16,7-17 67-16,2-7 25 15,-4-4 39-15,-13-14 7 16,-8-3 0-16,-9 2 32 16,-5 1 37-16,-2 1-1 15,-10 3-6-15,-2 4-7 16,4 5 6-16,5 5-30 16,-4 0-38-16,-2 22-4 15,-2 11 3-15,-2 7-1 16,4 2 1-16,0 1-1 0,2-4-8 15,0-4-11 1,2-6-16-16,4-7-10 0,0-5-29 16,-1-9-60-16,3-8-117 15</inkml:trace>
  <inkml:trace contextRef="#ctx0" brushRef="#br0" timeOffset="88607.34">16374 15101 804 0,'0'0'79'16,"0"0"-10"-16,0 0-46 0,0 0-23 16,0 0-38-16,0 0-61 15,29-32 39-15,-8 39-22 16,5-7-129-16</inkml:trace>
  <inkml:trace contextRef="#ctx0" brushRef="#br0" timeOffset="88861.24">16811 14766 730 0,'0'0'118'0,"0"0"-17"15,0 0-57-15,0 0-20 16,0 0-24-16,0 0-12 16,-13 45 11-16,-6 13 0 15,-2 11 1-15,-4 7 2 16,-2-2-2-16,5-4-9 16,3-12-15-16,8-9-15 15,6-9-15-15,5-8-32 16,0-11-42-16,9-10-131 15</inkml:trace>
  <inkml:trace contextRef="#ctx0" brushRef="#br0" timeOffset="89018.78">16878 15252 853 0,'0'0'115'16,"0"0"-41"-16,0 0-33 15,0 0-31-15,0 0-10 16,0 0-7-16,5-28-32 15,-5 37-38-15,0 6 36 16,0-1-91-16,0-10-111 16</inkml:trace>
  <inkml:trace contextRef="#ctx0" brushRef="#br0" timeOffset="89417.2">15243 15229 389 0,'0'0'151'15,"0"0"-89"-15,0 0-32 16,0 0 10-16,82-16-2 15,-47 16-9-15,3 0-11 16,1 3-12-16,1 2-6 16,4 0-6-16,2-5-71 15,-2 0-103-15</inkml:trace>
  <inkml:trace contextRef="#ctx0" brushRef="#br0" timeOffset="90228.02">18451 14998 302 0,'0'0'302'15,"0"0"-213"1,0 0-17-16,0 0-49 0,0 0-10 16,0 0-13-16,-1 7-4 15,31 0 4-15,17-1 20 16,16-4-4-16,10-2-13 16,9 0-3-16,4-8 0 15,-2-7-32-15,-8 1-4 16,-13 3 32-16,-16 4 4 15,-15 3 3-15,-14 4 2 16,-8 0-5-16,-9 0 0 16,-1 5-20-16,0 8-7 15,0 5 24-15,-8 2 2 16,-1-3 1-16,3 0 0 16,1-3-10-16,5-9-16 0,0-5-29 15,8 0 45-15,14-11 10 16,6-14 1-16,2-5 0 15,0-2 1-15,-7 1 3 16,-3 6 22-16,-5 8 13 16,-10 8 66-16,-4 7-55 15,-1 2-51-15,0 9-59 16,0 10 27-16,-7 7 32 16,-4 5 0-16,1 4-30 15,2-1-38-15,7-5-62 0,1-9-213 16</inkml:trace>
  <inkml:trace contextRef="#ctx0" brushRef="#br0" timeOffset="90444.89">19571 14959 534 0,'0'0'173'15,"0"0"-88"-15,0 0-81 16,126-4 6-16,-41 4 31 15,16 1-16-15,17 1 2 16,0-2-15-16,-3 0-12 16,-7 0 5-16,-8 0-5 15,-9-8-7-15,-7-3-40 16,-17 1-75-16,-16-7-35 16,-26-3-301-16</inkml:trace>
  <inkml:trace contextRef="#ctx0" brushRef="#br0" timeOffset="90586.45">20639 14880 179 0,'0'0'312'0,"0"0"-312"16,0 0 0-16,0 0 5 16,0 0-3-16,-46 81-2 15,33-66-161-15</inkml:trace>
  <inkml:trace contextRef="#ctx0" brushRef="#br0" timeOffset="144907.78">10685 15492 231 0,'0'0'190'15,"0"0"-72"-15,0 0-64 16,0 0 8-16,0 0 13 16,0 0-26-16,0 0-16 15,0-59 2-15,0 53-17 16,0 1-1-16,-3 0 1 15,3 1-8-15,0 2-1 16,0-1 3-16,0 2-7 0,0-1 0 16,0 2 0-16,0 0-3 15,0 0 0-15,-2 0 2 16,2 0-4 0,-1 0-2-16,-1 0 0 0,1 10-7 15,-3 9 9-15,0 11-3 16,-2 10 2-16,-6 8 0 15,-3 4 1-15,-3 3 0 16,0-5 0-16,1-3 3 16,3-8-2-16,4-10-1 15,3-12 2-15,6-10-2 16,1-7 1-16,0 0 3 16,-1-10 6-16,-1-15-7 15,1-10-3-15,-4-5-13 0,-1-5 3 16,-3-3-7-1,-3-3 3-15,-2 2-6 0,2 1 15 16,4 4 2-16,8 3 0 16,3 6-6-16,26 0-2 15,10 5-9-15,12 3-1 16,0 5 8-16,4 7 13 16,-3 8 4-16,-7 7 1 15,-7 0-5-15,-9 14 0 16,-12 11-5-16,-11 8 3 15,-6 4 0-15,-3 1-1 16,-18-1 2-16,-8-4 1 0,-2-7-2 16,-2-3-1-1,5-7 2-15,4-3 1 16,8-4 0-16,10-4-2 0,6 1 2 16,0 0-6-16,15-1 4 15,16 2 1-15,9 3 2 16,4 0 1-16,-1 3-1 15,-4 3 0-15,-5 1 2 16,-6 5 6-16,-5 2-1 16,-11 2-5-16,-9 3 1 15,-3 2-4-15,-11-1 0 16,-21-1 0-16,-6-2 9 16,-10-4-4-16,-4-1-1 0,-5-5-1 15,-9-3-1 1,-2-4-2-16,-7-5 0 0,9-5-6 15,18 0 4-15,22 0 2 16,26-7-3-16,18-2-124 16,26-7-252-16</inkml:trace>
  <inkml:trace contextRef="#ctx0" brushRef="#br0" timeOffset="145358.11">11363 15552 673 0,'0'0'144'0,"0"0"-58"15,0 0-69-15,0 0-15 0,0 0 1 16,-101 73 3-16,71-15 2 16,4 10-6-16,3 4 0 15,3-7 1-15,5-13-3 16,5-17 1-16,7-17-1 15,2-9 0-15,1-9-6 16,0 0 1-16,10-30-2 16,15-19-11-16,5-16-51 15,0-5-5-15,-3 3 51 16,-3 9 23-16,-1 11 10 16,-1 10 12-16,0 12 32 15,-6 10-13-15,-4 9-16 0,-2 6-6 16,0 0-19-1,0 17-1-15,3 15-4 0,-4 9 5 16,-1 6 0-16,-4 1 2 16,1 0 1-16,0-4-2 15,-5-2 0-15,0-8 1 16,0-6-2-16,-16-5-4 16,-12-5 2-16,-5-4-56 15,-6-13-71-15,1-1-252 16</inkml:trace>
  <inkml:trace contextRef="#ctx0" brushRef="#br0" timeOffset="145527.13">11235 15770 144 0,'0'0'641'0,"0"0"-540"0,0 0-97 16,0 0-3-1,0 0-1-15,0 0 2 0,79-4 3 16,-43 6-4-16,8-2 2 15,8 0-3-15,3 0-1 16,-1-10-57-16,-1-10-132 16,-7-3-214-16</inkml:trace>
  <inkml:trace contextRef="#ctx0" brushRef="#br0" timeOffset="145873.35">11709 15461 824 0,'0'0'27'0,"0"0"0"15,0 0-26-15,106-16 0 16,-60 16 5-16,8 0-1 16,7 0-5-16,8-1 2 15,4-5-2-15,-3 1-1 16,-13-2-25-16,-24 0-9 15,-18-1 9-15,-15-1 21 16,-11 2-9-16,-17 1 4 16,-10 5 7-16,2 1 6 15,7 0 18-15,5 6-1 16,6 15-3-16,4 9-11 16,4 12 2-16,2 8-3 0,4 4-2 15,1 4 1-15,3 1-4 16,0 1-12-16,0-7-99 15,0-15-99-15</inkml:trace>
  <inkml:trace contextRef="#ctx0" brushRef="#br0" timeOffset="146674.08">12316 15680 919 0,'0'0'18'16,"0"0"-16"-16,0 0-2 16,0 104 2-16,0-57-2 15,5-3 1-15,-2-11-1 16,-1-14-5-16,-2-12-23 16,2-7 2-16,1-4 24 15,8-23-2-15,8-17-104 16,-2-7-107-16,2-2-78 15,-7 3 174-15,1 7 119 16,-1 7 197-16,0 11 29 16,-2 10-45-16,-4 12-87 15,1 3-56-15,6 10-38 16,-1 17-1-16,0 7-2 0,-2 7 2 16,2 5 1-16,4 4 1 15,3-5 0-15,1-14 2 16,-6-12-1-16,-6-14 0 15,0-5-1-15,6-16 12 16,6-18-13-16,7-10-30 16,-1-4-65-16,-3 0-44 15,-3 1 53-15,1 0 27 16,2 2 59-16,0 7 6 16,2 9-3-16,-1 9 7 0,-3 8 46 15,-3 7-15 1,0 5-23-16,-5 0 6 0,1 10-6 15,-8 14 19-15,-6 10-5 16,0 6-7-16,-3 5 22 16,-14 0-15-16,-1-3-22 15,1-9-3-15,3-8 0 16,4-6-3-16,5-8 0 16,2-6-3-16,1-3 2 15,2-2-1-15,0-3 10 16,0-19-12-16,0-12-13 15,10-10-63-15,12-6-61 16,9-3 43-16,5 3-22 16,6 7 101-16,-5 10 15 0,-1 6 31 15,-6 12 50-15,-8 9-18 16,-5 6-10-16,-1 0-5 16,-2 20-18-16,5 10 20 15,5 8-8-15,4 1-9 16,-1 0-8-16,-9-2-11 15,-8-3-9-15,-10-3-4 16,0 0 1-16,-17-5 0 16,-11 4-2-16,-9-7-44 15,-2-10-91-15,-2-13-293 16</inkml:trace>
  <inkml:trace contextRef="#ctx0" brushRef="#br0" timeOffset="146846.03">12889 15648 274 0,'0'0'513'16,"0"0"-461"-16,0 0-48 16,0 0-4-16,0 0 10 15,102 20-1-15,-53-18 0 16,6-2 2-16,0 0-10 16,0 0 2-16,1 0-3 15,-6-1-77-15,-14-8-162 16</inkml:trace>
  <inkml:trace contextRef="#ctx0" brushRef="#br0" timeOffset="147320.92">10969 16411 395 0,'0'0'177'0,"0"0"-101"0,0 0-5 15,84-24-1 1,-43 15-30-16,9 1-16 0,15-1-4 16,15-3 6-16,18 0-5 15,12 2-6-15,16 0-11 16,9 3-3-16,3-1 1 16,6 3-2-16,-4 1 0 15,-13-3 0-15,-21 4-5 16,-22 0 0-16,-32 2-2 15,-22-2-5-15,-20 1 6 16,-10 1 0-16,0-2 5 0,-4-1-7 16,-17 2-14-1,-7 2 5-15,-7 0-22 16,3 2-36-16,9 9-89 16,11-5-230-16</inkml:trace>
  <inkml:trace contextRef="#ctx0" brushRef="#br0" timeOffset="147481.22">12826 16215 763 0,'0'0'125'0,"0"0"-74"16,0 0-21-16,0 0-9 16,0 0-8-16,0 0-13 15,-12-31-5-15,1 37-42 0,-3 8-88 16,1-7-135-16</inkml:trace>
  <inkml:trace contextRef="#ctx0" brushRef="#br0" timeOffset="186384.17">4456 16145 422 0,'0'0'116'15,"0"0"-53"-15,0 0-29 16,0 0-14-16,0 0 54 16,0 0-35-16,0 0 4 15,0 0-25-15,0-69 8 16,0 63-4-16,0 0 1 16,0 0 2-16,-2 2-14 0,2 1 1 15,0-2 1 1,0-1-5-16,0-5-8 0,6-6 0 15,12 0-3-15,12-3 3 16,4 1 0-16,1 4 1 16,-6 7 1-16,-3 6-2 15,-6 2-1-15,-1 7 0 16,-5 21-2-16,-5 12-1 16,-7 10-6-16,-2 12 1 15,-17-3-20-15,-11-3-18 16,-2-9-16-16,3-11-16 15,10-11 7-15,6-13 45 16,8-7 24-16,3-5 3 0,0 0 9 16,9-6 4-16,15-7 0 15,6 1 12-15,-1 0 21 16,3 7-9-16,-2 3 2 16,-4 2-28-16,-3 3-4 15,-1 13-4-15,-2 9-3 16,-9 5-3-16,-4 4 3 15,-7 2 0-15,0 3 0 16,-17-6 0-16,-5-3-4 16,-2-6-24-16,-2-7-5 15,1-8 22-15,-5-1-9 16,-1-8 20-16,-6 3 0 16,1-3 0-16,5 0-1 15,7-3-4-15,15-5 3 0,9-1-1 16,3 4-53-16,27-1-117 15,11 1-136-15</inkml:trace>
  <inkml:trace contextRef="#ctx0" brushRef="#br0" timeOffset="186544.2">5069 16542 536 0,'0'0'304'0,"0"0"-224"16,0 0-27-16,0 0-35 15,0 0 13-15,0 0-18 16,-31-31 2-16,26 31-15 16,5 0-3-16,0 0-70 0,0 6-120 15,0-3-514-15</inkml:trace>
  <inkml:trace contextRef="#ctx0" brushRef="#br0" timeOffset="187898.86">6001 16099 526 0,'0'0'73'0,"0"0"-72"16,0 0-1-16,-17 72 4 15,-5-28 43-15,-9 7 28 16,-7 8-39-16,-3 1-9 16,-1-3-14-16,3-6-3 15,8-13-6-15,4-8-1 16,11-15-2-16,5-8 0 15,5-4 2-15,2-3 2 16,2 0 28-16,0-16 33 0,2-17-66 16,0-11-37-16,16-10-14 15,12-3 31-15,8 0 4 16,5 2 12-16,9 3-2 16,1 2-19-16,2 3-3 15,-2 4 5-15,-5 3 20 16,-1 8 3-16,-6 7 0 15,-6 7 3-15,-8 10 6 16,-4 8 0-16,-5 0-8 16,1 14 2-16,-5 15-1 15,-4 9 2-15,-6 8 5 16,-2 5 0-16,-3 6 0 0,-16 3-3 16,-2 1 2-1,-3-3-8-15,1-6 9 0,1-8-8 16,3-9 0-16,-1-4 3 15,-1-6-4-15,1-7-48 16,0-11-150-16,4-7-351 16</inkml:trace>
  <inkml:trace contextRef="#ctx0" brushRef="#br0" timeOffset="188081.86">5916 16277 642 0,'0'0'149'0,"0"0"-95"16,0 0-54-16,0 0-12 0,0 0 12 16,0 0 0-16,0 0 3 15,107 48-1-15,-60-40-2 16,3 0 0-16,1-5-45 16,-9-3-102-16,-11 0-80 15</inkml:trace>
  <inkml:trace contextRef="#ctx0" brushRef="#br0" timeOffset="191029.13">6790 16320 280 0,'0'0'134'16,"0"0"-42"-16,0 0-79 0,0 0 45 16,0 0-1-1,0 0-5-15,13-57-9 0,-13 48 13 16,0 2-24-16,0 0-9 15,0 0-8-15,0-1-2 16,-1 1 11-16,-8 0-6 16,-3 0-11-16,-4-1-2 15,-7 3-3-15,-2 5-2 16,-5 0 0-16,-3 0-2 16,2 15 2-16,2 6 0 15,7 9-2-15,6 6 0 16,13 7 1-16,3 8 1 15,25 5-1-15,13 1-3 16,15-3-35-16,5-13-36 0,5-13-94 16,4-20-77-16</inkml:trace>
  <inkml:trace contextRef="#ctx0" brushRef="#br0" timeOffset="192194.11">7327 16390 203 0,'0'0'308'15,"0"0"-187"-15,0 0-7 16,0 0-57-16,0 0-18 16,-49-74-20-16,32 66-3 15,-1 3 15-15,2 2-21 16,-2 3-10-16,2 0-1 16,-1 15-1-16,1 9-1 15,1 7 2-15,3 7-1 16,6 3-1-16,5-1 3 15,1-5-27-15,0-10-9 0,0-10-22 16,13-14 20-16,8-1 38 16,9-14 13-16,7-14-5 15,-1-6-1-15,-10 0 11 16,-9 0 5-16,-11 5 8 16,-6 9 18-16,0 9-7 15,0 5-11-15,0 6-17 16,-1 1-14-16,-5 25-13 15,-5 11 13-15,1 9-1 16,2 9 0-16,1-1 0 16,-1-1-4-16,1-4-1 15,1-4 0-15,3-4-2 16,1-9 2-16,2-6 1 16,0-9-1-16,0-7-10 15,0-5 3-15,0-3-2 0,0-2-2 16,0 0 9-16,8 0 7 15,8-13-33-15,2-6 23 16,3-2 11-16,1-3 6 16,-1-2 4-16,-1-1 20 15,4-1-3-15,-2-6 1 16,-4 1 2-16,1 2-8 16,-7 3 2-16,0 5-8 15,-6 1-6-15,0 5-2 16,-3 6 1-16,-1 5-5 0,-2 2-4 15,0 4 0-15,0 0-3 16,0 0-3-16,0 4-4 16,0 13-8-16,0 7 18 15,0 6 1-15,0-1-1 16,-2 1 0-16,2-3-4 16,0-5-6-16,0-5-3 15,12-5-1-15,0-5 5 16,9-7 3-16,0 0 6 15,4-4 0-15,-1-13-1 16,-3-3 1-16,-8-2 2 16,-3-1-2-16,0 1 16 15,-6 2-2-15,-1 3 16 16,0 3-15-16,-1 7-2 16,-1 2-6-16,1 5-7 0,-2 0-4 15,4 0-4 1,5 0-15-16,-2 10 14 0,4 2 8 15,1 1-5-15,-3-2 3 16,1-5-8-16,3-3 8 16,1-2 0-16,1-1 3 15,-3 0 0-15,-3-7 0 16,-2-6 0-16,-3 3-4 16,0-3 4-16,-3 5 10 15,-1 2 10-15,0 4-1 16,2 2-13-16,-1 0-6 15,1 8-11-15,2 9 8 0,1 4 0 16,9 1-12-16,0-2 4 16,4-4 4-16,-3-7-7 15,-2-6-29-15,-6-3-34 16,1-8-86-16,1-20-277 16</inkml:trace>
  <inkml:trace contextRef="#ctx0" brushRef="#br0" timeOffset="192354.88">7997 16113 814 0,'0'0'101'16,"0"0"-43"-16,0 0-58 0,0 0-4 16,0 0-65-1,0 0 31-15,9 71-47 0,4-33-86 16,5-6-230-16</inkml:trace>
  <inkml:trace contextRef="#ctx0" brushRef="#br0" timeOffset="192844.46">8307 16361 630 0,'0'0'168'0,"0"0"-49"16,0 0-69-16,0 0-25 15,-83-53-24-15,64 58-1 16,-4 23-3-16,2 11 2 0,4 7-4 16,4 9-9-16,4 1-25 15,9 0-12-15,0-5-15 16,3-8-31-16,24-14 18 16,-2-7 64-16,-3-11 15 15,-11-5 15-15,-11-6-4 16,0 0 126-16,-21 0-42 15,-16 0-69-15,-8-2-26 16,-1-2 3-16,7 0-2 16,17 2-1-16,11-3 0 15,11 0-1-15,21-4-23 16,28-3-151-16,17-4 84 16,10-3 50-16,-4 0 41 0,-8-1 45 15,-15 2 32-15,-16 4 48 16,-17 3-53-16,-7 6-16 15,-9 2-19-15,0 3-33 16,0 0-4-16,-7 4-11 16,-13 17 10-16,-4 3 1 15,-1 3 0-15,3 0-3 16,5-1-10-16,4-2-13 16,7-6-25-16,6-5-83 15,13-10-23-15,23-3-260 16</inkml:trace>
  <inkml:trace contextRef="#ctx0" brushRef="#br0" timeOffset="192994.22">8610 16276 812 0,'0'0'113'0,"0"0"-76"15,0 0-37-15,0 0-70 16,-47 79 16-16,37-28-119 15,7-7-178-15</inkml:trace>
  <inkml:trace contextRef="#ctx0" brushRef="#br0" timeOffset="193219.65">9026 16383 840 0,'0'0'102'0,"0"0"-66"16,0 0-36-16,0 0-1 16,-84 90 1-16,51-29 0 15,1 3-2-15,-1 6 0 16,7 0-23-16,10 0-34 16,12-9-26-16,4-13-13 15,11-19-81-15,12-21-241 16</inkml:trace>
  <inkml:trace contextRef="#ctx0" brushRef="#br0" timeOffset="194111.03">8602 16587 707 0,'0'0'109'0,"0"0"-27"15,0 0-82-15,0 0-27 16,0 0 26-16,0 0 1 15,113 44 3-15,-48-37-2 16,10-7 6-16,5 0 2 16,-1 0-5-16,-9-11 0 15,-15 1 3-15,-16 1 4 16,-15 4 8-16,-14 2 3 16,-10 3 1-16,0 0-23 0,0 0-2 15,-7 15-4-15,-12 6 6 16,-1 5 3-16,2 2-1 15,2 1-2-15,4 0-3 16,6-5-13-16,6-2-16 16,0-8-31-16,28-9-17 15,16-5 5-15,15-10-25 16,1-14-59-16,-8-6 119 16,-15 2 40-16,-14 4 135 15,-11 4 20-15,-8 5 2 16,-4 6-84-16,0 2-29 15,0 4-19-15,0 3-10 0,0 0-15 16,-6 0-6-16,-5 16-4 16,-3 10 8-16,-1 5-2 15,3 4-3-15,4 0 2 16,8-3-6-16,0-8-8 16,13-5-6-16,16-14 25 15,10-5 1-15,6 0 5 16,8-14 0-16,-4-10 0 15,-11-3 1-15,-14-2 6 16,-18 0 2-16,-6 2-8 16,0 1-7-16,-15-1-4 15,3 5-19-15,1 2-6 16,6 5 9-16,5 7 20 16,0 3-1-16,0 5 1 0,14 0-3 15,3 2 1-15,0 15 2 16,1 3 2-16,-1 4-2 15,2 2 0-15,10 2 0 16,9 3 0-16,6-1 3 16,-4-7 5-16,-12-9-8 15,-13-4 3-15,-10-9-2 16,-2-1-1-16,4 0 6 16,-1-21-6-16,5-6-20 15,0-8-7-15,1-2-1 16,1 0 28-16,0 4 3 0,-1 5 20 15,-1 11 17 1,-6 9 7-16,-2 8-27 0,-3 0-20 16,0 10-12-16,0 16 9 15,0 10-2-15,-6 8 5 16,-3 2-4-16,3-1-7 16,2-4-29-16,4-4-4 15,0-12-33-15,4-9-52 16,8-6 16-16,-3-9-144 15</inkml:trace>
  <inkml:trace contextRef="#ctx0" brushRef="#br0" timeOffset="194475.6">10048 16902 356 0,'0'0'293'16,"0"0"-116"-16,0 0-87 16,0 0-46-16,0 0-13 0,0 0-20 15,16-91-8 1,5 68-3-16,4-5-2 0,9-2 2 15,1-1 0-15,-4 0-7 16,-3 0-3-16,-6-2 8 16,1 3-12-16,0 1-18 15,-1 7 2-15,-6 7 3 16,1 8 15-16,-8 7 11 16,-2 0-5-16,0 19 6 15,-2 12-2-15,-5 8 1 16,0 5-1-16,-2-1 2 15,-12 1 3-15,0-3-1 0,1-7 7 16,2-2 6-16,5-3 0 16,2-5-3-16,-1-7-6 15,4-7-5-15,0-6 3 16,-4-4-2-16,-4 0 3 16,-2 0-5-16,-3-9-7 15,3-11-73-15,3-6-265 16</inkml:trace>
  <inkml:trace contextRef="#ctx0" brushRef="#br0" timeOffset="194674.08">9638 16143 872 0,'0'0'63'0,"0"0"-30"16,0 0-33-16,0 0-26 16,0 0-10-16,0 0-1 15,13 80-64-15,3-49-98 16</inkml:trace>
  <inkml:trace contextRef="#ctx0" brushRef="#br0" timeOffset="195507.62">11247 16762 651 0,'0'0'41'0,"0"0"-34"16,0 0 0-16,0 0 33 16,0 0-10-16,0 0-19 15,6 32 2-15,-6-32-1 16,0 0 26-16,0 0-5 15,-21 0-9-15,-12-5-20 16,-6-10-4-16,-3-7-31 16,-3-4-53-16,7-4-49 15,5-4 37-15,11 6 31 16,19 4 21-16,3 5 21 16,25 9-2-16,8 3 25 15,-3 7 55-15,-5 0 21 0,-8 10-41 16,-7 14-16-16,-10 8-1 15,0 8-4-15,-21 7-7 16,-15 3 4-16,-5-2-7 16,2-4 3-16,9-8-5 15,6-11 2-15,11-7-3 16,8-5 0-16,5-4-1 16,3-1-4-16,31-5 4 15,22-3 9-15,18 0-7 16,17-4-2-16,15-15-44 0,12-3-134 15,4-5-147 1</inkml:trace>
  <inkml:trace contextRef="#ctx0" brushRef="#br0" timeOffset="195973.99">11967 16768 480 0,'0'0'102'16,"0"0"-18"-16,-112-6-27 15,81 29-19-15,3 10-13 16,4 6-15-16,7 4 0 15,4 4-2-15,10-4-8 16,3-9 3-16,0-6-3 16,12-13 0-16,7-8 0 15,5-7 11-15,1-4-11 16,2-18-1-16,-1-11-76 16,-7-4-39-16,-4 0-12 0,-9 5-38 15,-5 6 132-15,-1 5 34 16,0 11 82-16,4 7 39 15,-4 3-53-15,0 3-65 16,0 20-3-16,0 5 3 16,0 5 1-16,0 1-2 15,3-7-2-15,7-10 3 16,6-12 1-16,5-5 30 16,4-13 39-16,3-13-12 15,1-8-46-15,-2-5-8 16,-3-2-4-16,-3 0 0 15,-5 5 2-15,1 9 1 0,-7 9 8 16,-2 10 2-16,-3 8-2 16,-2 0-14-16,0 19-12 15,2 14 10-15,-5 7 0 16,6 9 2-16,12 5 0 16,13 5 0-16,16-4-10 15,5-7-58-15,-9-18-161 16</inkml:trace>
  <inkml:trace contextRef="#ctx0" brushRef="#br0" timeOffset="196273.72">12462 16980 739 0,'0'0'106'0,"0"0"-59"15,0 0-47-15,0 0-8 16,0 0 8-16,0 0 6 15,69-33-5-15,-45 17 0 16,-5-2-1-16,-7 0-2 16,-12-2 0-16,0 0-2 15,-12 3 2-15,-15 4-5 16,-1 10 7-16,1 3-3 16,3 2 3-16,5 23-4 15,9 9 1-15,10 10-3 16,0 2-10-16,20 9-39 15,28-9-44-15,19-8 20 0,17-13-37 16,6-14-85-16,-8-11 39 16</inkml:trace>
  <inkml:trace contextRef="#ctx0" brushRef="#br0" timeOffset="197189.87">12928 16875 747 0,'0'0'179'0,"0"0"-107"15,0 0-66-15,0 0-6 16,0 0-8-16,0 0 8 16,2 92 1-16,18-52-1 15,7 1 0-15,1-8 0 0,-7-8 5 16,-7-13-4 0,-7-7 0-16,-5-5-1 0,-1 0 4 15,2-11-4-15,3-15-10 16,0-8-16-16,-3-2-17 15,3 1 22-15,3 1 10 16,9 3-13-16,6 6 5 16,1 5 11-16,-1 4 6 15,1 6 1-15,-2 3-3 16,0 4-13-16,0 0 14 16,-9-1 2-16,-4 4-9 15,-2 0 3-15,-6-1 2 0,-2 1 5 16,0 0 1-1,0 0 0-15,0 0 3 0,0 0 2 16,0 0 15-16,0 0 4 16,0 0-20-16,0 0-4 15,0 0 1-15,0 0 0 16,0 0 2-16,2 0-3 16,1 0 0-16,0 0-1 15,3 0 2-15,-2 0-1 16,-2 0 0-16,-2 0 0 15,0 0-1-15,0 1 0 16,0 4-2-16,0 4 1 16,-8 7 1-16,-7 5 0 15,-4 8 0-15,0 4 1 16,2 3 0-16,5 3-1 16,11-1 1-16,1-5-1 15,11-12 0-15,16-11-2 0,6-10 2 16,0-6 2-16,-2-22 3 15,-4-8-2-15,-9-1 3 16,-8-4 2-16,-10 5 12 16,0 0-7-16,-13 9-12 15,-4 5 13-15,6 9 14 16,3 9-15-16,2 4-13 16,0 9-5-16,-2 24 1 15,0 13 2-15,5 15 2 16,1 8 0-16,2 4-1 15,0-3 1-15,0-8 0 16,0-10 1-16,0-9 1 0,-3-6 0 16,2-8-2-16,-2-11 1 15,1-8-1-15,1-7 1 16,-3-3-1-16,-4 0 1 16,-7 0 1-16,-10-10 0 15,-8-4-2-15,0 2 0 16,4-5 0-16,6 3 0 15,7-1 1-15,8-1-1 16,8-2 0-16,0-3 0 16,30-2-6-16,16-3-14 15,14-1-20-15,11 0-26 16,-1-1-100-16,-4-3-80 16</inkml:trace>
  <inkml:trace contextRef="#ctx0" brushRef="#br0" timeOffset="197523.17">13687 16980 577 0,'0'0'110'16,"0"0"-60"-16,0 0-47 16,0 0-1-16,0 0-2 15,0 0 2-15,17 0 1 16,-13 0 70-16,0-10 9 15,1-4-71-15,1-8-8 0,-6-1-1 16,0 0-2-16,0 4 0 16,-9 2-5-16,-6 6 7 15,-1 8-5-15,0 3 0 16,0 6 0-16,3 19 0 16,3 8 1-16,10 9 0 15,1 4 0-15,34 3-2 16,15-2-11-16,10-10-13 15,2-17-55-15,-7-17-26 16,-7-3-69-16</inkml:trace>
  <inkml:trace contextRef="#ctx0" brushRef="#br0" timeOffset="198021.44">13905 16820 803 0,'0'0'90'16,"0"0"-33"-16,0 0-53 15,0 0-4-15,0 0 0 16,35 88 2-16,-16-42-1 16,6 6-2-16,5-2 1 15,-2-8 0-15,-10-14 4 16,-8-12-3-16,-5-12 0 16,-5-4 1-16,0 0 4 15,0 0-1-15,0-17-5 16,0-9-9-16,-3-8-41 15,-2-2 18-15,5 1 31 16,0 1 0-16,18 0-2 0,6 2-3 16,2 3 6-16,-1 4 0 15,-1 3 4-15,-3 5-4 16,6 3 0-16,-1 6-3 16,-2 4-16-16,-3-1-22 15,-12 5-4-15,-6 0 26 16,-3 0 9-16,0 5-40 15,0 18 48-15,0 10 2 16,-6 3 9-16,-7 6 33 16,5-1 16-16,-1-1-26 15,5-3-4-15,1-6-13 16,1-7 4-16,-1-4-4 0,2-10-3 16,-4 0-6-16,-2-1-2 15,-7-1-1-15,-13 1 2 16,-5-5-5-16,0 2-8 15,5 1-48-15,8-2-52 16,10 0-141-16</inkml:trace>
  <inkml:trace contextRef="#ctx0" brushRef="#br0" timeOffset="205130.84">15443 16335 293 0,'0'0'126'0,"0"0"20"16,0 0-97-16,0 0 17 16,0 0-30-16,0 0 20 15,0-75-30-15,0 67 11 16,0-1-12-16,3 3-12 0,1-2 2 16,6 2-3-1,4 1-11-15,5 0-1 0,9 5 0 16,4 0-2-16,2 2 2 15,2 20-1-15,-6 5-3 16,-6 9 3-16,-14 5-2 16,-10 0-4-16,0-4 3 15,-16-7-2-15,-13-2 6 16,-8-4 0-16,-3-5 5 16,3-5 0-16,7-8-4 15,11-2 1-15,9-4 0 16,10 0-1-16,8 0-1 0,30-4-20 15,18-11-32 1,15-2 2-16,3-4 37 0,-6 4 3 16,-6 0 10-16,-10 3 5 15,-16 4 21-15,-14 3-6 16,-13 4 9-16,-8 3 1 16,-1 0-7-16,0 0-23 15,0 0-5-15,-4 17 2 16,-5 9 3-16,4 7 2 15,2 4-2-15,3 1 0 16,0-10-2-16,14-6 2 16,10-13-5-16,4-9 4 15,8 0 1-15,3-22 5 16,-2-9-4-16,-8-5-1 16,-12-6 0-16,-13-1-1 0,-4-3-3 15,-19 0-5-15,-20 2-21 16,-6 4 21-16,5 7 9 15,10 12 10-15,16 9 14 16,9 10-2-16,5 2-22 16,8 0-25-16,26 15 20 15,21 5 5-15,12 0-5 16,6 0 3-16,-3-6-22 16,-5-2-8-16,-6-5-1 15,-8-4 5-15,-9-3 14 16,-12 0 14-16,-11 0 4 15,-12 0-2-15,-5 0 29 0,-2 0 55 16,0 0-45-16,0 0-41 16,-6 11-6-16,-7 11 4 15,-1 9 2-15,-2 8 2 16,7 3-1-16,3 3-1 16,6-3 2-16,0-8 1 15,3-7-3-15,19-13-3 16,5-11 1-16,4-3 2 15,-1-12 1-15,-2-15 3 16,-7-5-4-16,-6-9 4 16,-12 1-3-16,-3-4 1 15,-14 0 0-15,-18-1 0 16,-4 3 0-16,2 8 3 0,9 9 16 16,12 11 15-1,9 8-27-15,4 6-9 0,0 0-24 16,3 14-58-16,17 6 16 15,8 1-39-15,5-7-188 16</inkml:trace>
  <inkml:trace contextRef="#ctx0" brushRef="#br0" timeOffset="205533.86">16878 16082 643 0,'0'0'152'0,"0"0"-58"16,0 0-67-16,0 0-27 16,0 0-10-16,0 0 6 15,0 83 4-15,0-33 0 16,0 1 1-16,0-1 3 16,0-5-4-16,7-12 0 15,8-15-25-15,10-9-3 16,10-9 27-16,4-5 0 15,-1-20-13-15,-5-8-2 16,-13-6 15-16,-13-1 1 16,-4 1 14-16,-3 10 43 15,0 12 0-15,0 8-14 0,0 6-7 16,0 3-32 0,0 0-4-16,-6 20-17 0,-3 15 15 15,0 14 2-15,0 11-3 16,4 2 2-16,5-1-2 15,0-7-10-15,0-11 1 16,9-11-8-16,-3-10-38 16,-6-13-67-16,0-9-108 15</inkml:trace>
  <inkml:trace contextRef="#ctx0" brushRef="#br0" timeOffset="205897.19">16067 16757 355 0,'0'0'115'0,"-86"14"-39"16,53-11-27-16,12 2 1 16,11-3 12-16,5 0-15 15,5 1-45-15,0 2-1 16,8 2 4-16,22-2 38 15,15 0-3-15,20 0-12 16,11-3-5-16,11-2-4 16,8 0-8-16,1 0 6 15,2-7-8-15,-10-5-2 16,-13 1 0-16,-17 0-5 16,-15-1 2-16,-13 1 3 15,-6 3 0-15,-12 1-6 0,-8 4 3 16,-4-1-4-16,0 1-4 15,-6-2-3-15,-17 3-43 16,-9-1-44-16,-1-1-128 16</inkml:trace>
  <inkml:trace contextRef="#ctx0" brushRef="#br0" timeOffset="206743.6">17938 16070 551 0,'0'0'211'16,"0"0"-111"-16,0 0-63 16,0 0-33-16,0 0-4 15,0 0-14-15,-10 26 14 16,-3 14-1-16,-3 8 2 16,0 5 0-16,-4 0 2 15,3-4-3-15,1-8 0 16,2-10-73-16,3-13-59 15,5-11-77-15</inkml:trace>
  <inkml:trace contextRef="#ctx0" brushRef="#br0" timeOffset="207612.46">17828 15879 592 0,'0'0'153'0,"0"0"-71"16,0 0-43-16,0 0-35 16,0 0-4-16,104-32 2 15,-72 66-1-15,0 13-1 0,-3 11 2 16,-4 5-2 0,-7 1 0-16,-8-2 0 0,-7-7 0 15,-3-9-5-15,-4-10-5 16,-19-7-2-16,-2-9 2 15,-4-6 10-15,-3-3 1 16,-6-7-1-16,0-4-6 16,3 0-1-16,8 0 7 15,11 0 0-15,16-4 8 16,5 1-8-16,32 3-49 16,17 0-39-16,16 0 29 15,8-5 10-15,0-1-14 0,-1-8 3 16,-9-3 60-1,-14-4 39-15,-14-2 42 0,-12-1-7 16,-14 0 16 0,-10 4 7-16,-4 2-44 0,0 1-14 15,-10 4-22-15,-9 6-9 16,-1 4-8-16,-1 3 0 16,4 6-2-16,7 13-20 15,10 7-17-15,0 4 4 16,11-2-18-16,16-6-33 15,10-11 23-15,-3-11 31 16,2-5 32-16,-6-22 7 16,-6-7 29-16,-12-2 89 15,-8 4-54-15,-4 3-12 16,0 7-23-16,-9 9-17 16,2 7-3-16,-2 6-14 15,3 0-2-15,0 22-12 0,0 5 7 16,3 6-3-16,3 3-7 15,12 0-3-15,13-5-9 16,5-9 1-16,0-9 11 16,-3-13-5-16,-1 0 14 15,-4-19 6-15,-6-12 0 16,-9-4 5-16,-7 2 11 16,0-1 6-16,-19 5 11 15,1 7-7-15,3 8-1 16,8 9-2-16,1 5-20 15,3 6-3-15,-2 18-18 16,3 11 17-16,2 8-2 0,7-1 2 16,16-2 1-16,6-10 0 15,0-7-2-15,6-12 1 16,1-9 0-16,-2-2-1 16,-1-17-10-16,-11-12-19 15,-14-2-56-15,-8-1-127 16,-18 0-382-16</inkml:trace>
  <inkml:trace contextRef="#ctx0" brushRef="#br0" timeOffset="208195.31">18774 16305 254 0,'0'0'95'0,"0"0"-87"15,0 0-6-15,0 0 55 16,0 0 2-16,0 0-3 15,76-7-24-15,-59-11-13 16,-5-5 14-16,-3-4 8 16,-9 1 9-16,0-1 31 15,-15-2-64-15,-14 2-8 16,-6 4-9-16,-1 4 0 0,-1 8 1 16,4 8 2-1,2 3-3-15,7 10-5 0,6 19 2 16,9 8 2-16,9 13-1 15,0 6-3-15,25 4 5 16,14-6 1-16,10-15-1 16,2-14-13-16,1-17-40 15,1-8 16-15,-4 0-7 16,-3-25-45-16,-7-8-274 16</inkml:trace>
  <inkml:trace contextRef="#ctx0" brushRef="#br0" timeOffset="208728.56">19063 16206 343 0,'0'0'422'0,"0"0"-259"16,0 0-131-16,0 0-32 16,0 0-9-16,0 0 8 15,-12 48 1-15,6-16 0 16,6-2 0-16,0-5-14 16,0-5-22-16,0-9 6 0,12-10-13 15,4-1 43-15,2-10 0 16,1-14-5-16,-1-5-20 15,-6-1-15-15,-3 2 40 16,-4 5 8-16,-3 10 45 16,0 6 7-16,-1 7-25 15,2 0-35-15,2 14-27 16,3 12 27-16,6 4 0 16,2 3-8-16,9-1-13 15,5-9 7-15,1-4 11 16,-1-11 3-16,-5-8 4 15,-1-3-4-15,-6-19 6 0,0-8-4 16,-3-7-1 0,-5-2 0-16,-9-2 0 0,-1 1-1 15,0 6 5-15,-6 7 1 16,5 12 14-16,1 11-20 16,0 4-7-16,3 7-205 15,18 8 24-15,4 4-175 16</inkml:trace>
  <inkml:trace contextRef="#ctx0" brushRef="#br0" timeOffset="209210.73">19686 16201 475 0,'0'0'169'16,"0"0"-33"-16,0 0-71 16,0 0-45-16,0 0-12 0,0 0-6 15,-70 53 0-15,54-19 2 16,8 0-3-16,8-7-1 15,0-9 1-15,8-10 0 16,12-8 4-16,3 0 6 16,-1-8 8-16,-2-14-10 15,-1-10-9-15,-4-2-10 16,-3-5-24-16,-2 1 21 16,-1 1 1-16,2 5 7 15,4 6 2-15,1 11 3 16,-3 8 5-16,-2 7 2 0,-1 2-7 15,-5 17-2 1,-2 8 2-16,-3 5 2 0,0 8 7 16,-15 2-3-16,-3 4 0 15,0-4-2-15,6-5-1 16,8-9-1-16,4-9-2 16,15-12 1-16,19-7 2 15,14 0-3-15,0-15-14 16,-2-14 1-16,-6-6 6 15,-12-4 5-15,-8-3 1 16,-13 2 0-16,-7 1-1 16,-4 4 2-16,-26 7 5 15,-12 8 3-15,-9 12-8 16,-4 8-33-16,3 8-55 16,10 22-39-16,9 6-67 15,5 2-77-15</inkml:trace>
  <inkml:trace contextRef="#ctx0" brushRef="#br0" timeOffset="211069.75">20478 15756 274 0,'0'0'44'15,"0"0"0"-15,0 0 47 0,0 0-5 16,0 0 4 0,0 0-17-16,0-12-48 0,0 12-22 15,0 0-1-15,0 0 2 16,0 0 1-16,0 0 7 15,0 0-2-15,0 0 3 16,0 0-3-16,0 0 0 16,0 0-4-16,0 0-2 15,0 0 3-15,0 0 4 16,0 0-4-16,0 0-3 16,0 0-3-16,0 0 2 15,0 0 0-15,0 0-2 0,0 0 1 16,0 0-2-1,0 0 0-15,0 0 1 0,0 0-1 16,0 0 0-16,0 0 2 16,0 0-2-16,0 0 0 15,0 0 0-15,0 0 0 16,0 0 2-16,0 0-4 16,0 0 4-16,0 0-1 15,0 0 0-15,0 0-1 16,0 0 1-16,0 0 1 15,0 0-1-15,0 0 0 16,0 0-1-16,0 0 0 16,0 0-6-16,-1 4-59 15,-4 3 0-15,1 1 8 16,-1 1-47-16,1-4-129 16,3-4-65-16</inkml:trace>
  <inkml:trace contextRef="#ctx0" brushRef="#br0" timeOffset="212261.53">20504 15719 410 0,'0'0'151'16,"0"0"-46"-16,0 0-47 16,0 0-58-16,0 0-12 15,0 0 12-15,-7 51 17 0,-3-1 9 16,-3 11-9 0,-8 12-5-16,1 4-5 0,-3-4-5 15,6-6-2-15,7-11-1 16,4-10-47-16,6-14-39 15,0-12-9-15,19-12-43 16,7-8-67-16</inkml:trace>
  <inkml:trace contextRef="#ctx0" brushRef="#br0" timeOffset="212724.73">20614 16121 128 0,'0'0'364'15,"0"0"-142"-15,0 0-88 0,0 0-80 16,0 0-50-16,0 0-4 15,4-19-13-15,-4 51 13 16,2 9 0-16,4 0 0 16,1 0-3-16,5-8-6 15,0-11-2-15,-3-7-5 16,3-12 13-16,-3-3 3 16,3-1 5-16,3-17 1 15,-2-10-5-15,-1-5-1 16,-10-2 0-16,-2-5 0 15,-11-1 0-15,-13-2 1 16,-1 1 3-16,4 5 2 16,8 11 8-16,10 9 1 15,3 7-7-15,6 5-8 16,23 3-14-16,16 2-10 16,11 0 6-16,5 0-1 15,-5 0-14-15,-5 0 15 0,-14 0 8 16,-13 0 10-16,-13 0 5 15,-10 0 0-15,-1 0 15 16,0 0-11-16,-4 4-9 16,-17 16-3-16,-6 7 3 15,-1 6 2-15,1 6 2 16,5 4-3-16,7 4-1 16,8-3-40-16,7-1-71 15,7-12-51-15,24-11-137 16</inkml:trace>
  <inkml:trace contextRef="#ctx0" brushRef="#br0" timeOffset="213025.59">21101 16165 308 0,'0'0'262'15,"0"0"-116"-15,0 0-16 16,0 0-59-16,0 0-40 16,0 0-31-16,-22-44-15 15,16 73 12-15,-1 8 0 16,3 3 0-16,2-1-11 15,2-5-5-15,0-9-15 16,16-14-10-16,13-10 29 16,5-1 11-16,3-8 2 15,-4-14-30-15,-9-6-12 16,-9-5 18-16,-12-4 26 16,-3 0 10-16,-14-1 15 0,-15 0-5 15,-4 4-1-15,0 8 18 16,4 12-17-16,7 12-17 15,6 2-3-15,6 28-72 16,7 6-45-16,3 4-205 16</inkml:trace>
  <inkml:trace contextRef="#ctx0" brushRef="#br0" timeOffset="213856.03">21757 15858 600 0,'0'0'158'15,"0"0"-44"-15,0 0-51 0,0 0-51 16,0 0-12 0,0 0-9-16,0 29 9 0,0 31 0 15,0 12 1-15,0 5 0 16,-2-5-1-16,2-15-13 15,0-21-32-15,0-16 23 16,19-15 22-16,8-5 0 16,7-16 4-16,5-17-4 15,0-8-21-15,-7-7-29 16,-12-4 7-16,-9-1 5 16,-2 2 26-16,-5 13-1 15,3 15 10-15,1 17-17 16,-1 6-204-16</inkml:trace>
  <inkml:trace contextRef="#ctx0" brushRef="#br0" timeOffset="214624.34">22147 16123 478 0,'0'0'163'0,"0"0"-50"16,0 0-31-16,50-77-52 15,-43 54 13-15,-4 0-12 16,-3 2-10-16,0 4-13 16,0 5-8-16,-8 4 0 15,-6 8-5-15,-6 2 4 16,-2 23-8-16,-2 9-4 0,3 9-19 16,6 6 0-1,6 1-25-15,9-7 4 0,0-8-37 16,17-14 22-16,17-13 21 15,8-8 47-15,6-11 8 16,2-19-1-16,2-10-7 16,-2-11-2-16,-7-10-7 15,-15-5 9-15,-11-2 21 16,-14 5 17-16,-3 11 25 16,0 12 92-16,0 16-53 15,0 13-62-15,-2 11-32 16,-6 3-8-16,-4 25-44 15,-6 16 42-15,-2 16 1 16,2 12-2-16,0 2 1 0,6-8 2 16,10-17-9-16,2-18-15 15,4-14 2-15,18-12 22 16,4-5 4-16,2-9 4 16,0-12-1-16,-4-5-2 15,-8 0 4-15,-5 6-3 16,-5 6-2-16,-3 8-1 15,-2 6-3-15,2 0-7 16,-1 2-17-16,2 10 20 16,-1 6-1-16,0 0 3 15,0 1 2-15,2-2 0 16,1-5-4-16,5-7-16 16,3-5 2-16,4 0 18 0,1-14 2 15,2-8-2-15,-2-3-5 16,-5-3-10-16,-5 6 15 15,-2 5 13-15,-6 6 13 16,-1 7 5-16,0 2-9 16,2 2-22-16,0 3-3 15,1 15-4-15,3 9 5 16,3 1 2-16,7 0 0 16,6-4-7-16,8-7-18 15,0-8 21-15,-1-6-11 16,-4-3-90-16,-9-12-108 15</inkml:trace>
  <inkml:trace contextRef="#ctx0" brushRef="#br0" timeOffset="-214737.45">22916 15804 631 0,'0'0'130'15,"0"0"-110"-15,0 0-20 16,0 0-13-16,-41 80-29 15,32-39-20-15,6-4-43 16,3-6-210-16</inkml:trace>
  <inkml:trace contextRef="#ctx0" brushRef="#br0" timeOffset="-214340.91">22962 15986 559 0,'0'0'111'16,"0"0"0"-16,0 0-99 15,0 0 3-15,0 0 5 16,-100 89-12-16,82-48-7 16,10-3-1-16,8-7-1 15,6-11 0-15,22-9 2 16,12-7 8-16,13-4-3 16,4-16-6-16,2-17-11 15,-5-10-36-15,-9-10-49 16,-8-7 19-16,-13 0 26 0,-13 2-24 15,-11 8 75 1,0 7 20-16,-3 11 129 0,-3 12 17 16,1 9-86-16,0 11-32 15,-5 0-48-15,-5 28-20 16,-5 11 10-16,-4 16 7 16,3 12 1-16,10 3 2 15,10-4-1-15,1-8 1 16,4-10 0-16,17-9-1 15,6-7 2-15,1-9-2 16,-2-6 1-16,-6-10-93 16,-1-7-161-16</inkml:trace>
  <inkml:trace contextRef="#ctx0" brushRef="#br0" timeOffset="-213792.76">23296 16191 114 0,'0'0'89'16,"0"0"-29"-16,0 0-37 16,0 0 107-16,0 0-53 15,0 0 37-15,33-39-37 16,-31 35 30-16,2-3-46 15,-3 4-29-15,1 1-10 16,-1 0-18-16,-1 2-4 16,5-1-1-16,0 1-2 15,3-2-2-15,1 2-17 16,3-5 5-16,0-5-31 0,-2-2-17 16,-1-5 12-1,-9 0 39-15,0 3 5 0,-2 3 3 16,-11 6 6-16,-2 5 19 15,-4 0-17-15,-2 19-2 16,-2 9 7-16,0 4-1 16,1 6-5-16,11 0 0 15,9-1-1-15,2-6-1 16,22-6 0-16,16-8 0 16,12-9-50-16,9-8-135 15</inkml:trace>
  <inkml:trace contextRef="#ctx0" brushRef="#br0" timeOffset="-213275.35">24016 15933 604 0,'0'0'260'0,"0"0"-241"15,0 0-19-15,0 0-3 16,-113 23 0-16,74 13 1 16,0 9 1-16,7 5 0 15,8-1 1-15,18-4-21 16,6-10-53-16,28-14 8 0,21-8 33 16,15-9-19-16,10-4 8 15,-2-8-52 1,-10-13 0-16,-19-6 45 0,-16-3 51 15,-12-1 7-15,-12 1 115 16,-3 7-3-16,0 4-13 16,0 10 45-16,0 6-91 15,-11 3-52-15,-8 8-8 16,-11 22-8-16,-6 10 4 16,1 4-6-16,11-1-4 15,16-7-10-15,8-11 4 16,26-13 13-16,11-9 7 15,3-3 16-15,-6-14-5 0,-1-12 2 16,-6-8-4-16,-7-5-9 16,-7-4-3-16,-13-3-6 15,0 0-4-15,-6 7-21 16,-10 10 34-16,6 17 21 16,-1 12-21-16,0 15-116 15,1 16-13-15,-1 10-95 16</inkml:trace>
  <inkml:trace contextRef="#ctx0" brushRef="#br0" timeOffset="-213102.76">24534 16230 707 0,'0'0'187'0,"0"0"-125"15,0 0-62-15,0 0-29 16,0 0-213-16,0 0-175 16</inkml:trace>
  <inkml:trace contextRef="#ctx0" brushRef="#br0" timeOffset="-212144.78">18727 16676 839 0,'0'0'78'0,"0"0"-15"0,0 0-63 15,0 0-11-15,0 0 4 16,0 0 5-16,-18 60 2 16,-1-13 1-16,-6 11 1 15,-7 3-2-15,2-5-3 16,4-8-38-16,7-11-26 16,10-15-44-16,7-14 20 15,2-8-61-15</inkml:trace>
  <inkml:trace contextRef="#ctx0" brushRef="#br0" timeOffset="-211827.99">18511 16530 762 0,'0'0'127'0,"0"0"-63"15,0 0-49-15,0 0-12 16,92-37-6-16,-36 61-1 15,2 6 4-15,-2 4 6 16,-5 8-6-16,-11 0 0 16,-8 3 2-16,-13-2-2 15,-10-2-2-15,-9-2 1 16,-5-10-1-16,-20-3-1 16,-8-7 1-16,-11-6 2 15,-6-3-1-15,-5-6 0 16,-4-2-3-16,8-2 2 15,6 0 2-15,11 0 2 0,10 0 0 16,9 0-2-16,13 14-65 16,2 0-156-16,11-1-118 15</inkml:trace>
  <inkml:trace contextRef="#ctx0" brushRef="#br0" timeOffset="-210678.72">19288 16774 255 0,'0'0'199'16,"0"0"-66"-16,0 0-50 15,0 0 19-15,-48-78-50 0,26 69-3 16,-2 7-22-16,5 2-19 16,3 0-8-1,2 11 0-15,4 14-2 0,3 7 2 16,3 9-1-16,4 1-2 15,0-6-9-15,19-6-9 16,3-15-12-16,7-10 25 16,4-5 8-16,5-7 17 15,0-16 6-15,-6-5-14 16,-11 0 0-16,-13 0 4 16,-8 1-2-16,0 4 4 15,-3 6-2-15,-4 6 3 16,2 10 5-16,-1 1-21 0,-3 7-3 15,1 15-6 1,4 9-2-16,4 5-23 0,0 0 0 16,13-2-6-16,7-9-60 15,1-6 35-15,4-10-11 16,-1-9-22-16,3 0-114 16</inkml:trace>
  <inkml:trace contextRef="#ctx0" brushRef="#br0" timeOffset="-209213.09">19536 16794 74 0,'0'0'562'15,"0"0"-513"-15,0 0-47 0,0 0-1 16,0 0 15 0,0 0 17-16,84 67-14 0,-48-64 8 15,3-3 6-15,-3-3 12 16,-5-13-14-16,-4-6-8 15,-8-2-1-15,-8-4-16 16,-9 1 0-16,-2-1-1 16,-9 2-5-16,-17 6 0 15,1 4 0-15,7 7 2 16,2 9-1-16,3 0-1 16,0 16-4-16,1 13 4 15,3 7-1-15,8 6 0 16,1 5 0-16,0-1 1 15,13-9-19-15,12-11-7 16,8-9-6-16,8-17 15 0,3 0 17 16,-1-11 4-16,-4-12-1 15,-12-5 4-15,-7 1 4 16,-13 2 27-16,-5 6-10 16,-2 5-3-16,0 9-3 15,0 5-15-15,0 0-7 16,0 9-23-16,-3 13 18 15,0 5 1-15,3 1-17 16,0-1-2-16,4-2 3 16,9-8 6-16,-2-8-3 15,1-8 9-15,-2-1 8 16,1-10 5-16,2-10-1 16,-7-6 9-16,-4 3-2 0,-2 3 1 15,0 6 7-15,0 6 2 16,0 8-14-16,0 0-7 15,0 0-20-15,0 19 3 16,6 0 16-16,7 5-2 16,3 0-2-16,7-6 3 15,2-5 2-15,8-7 0 16,0-6 2-16,-2-2 2 16,2-19 2-16,-11-7 13 15,-5-5-18-15,-8-4 0 16,-9-2 2-16,-2 1-1 0,-20 3-2 15,-4 8 0 1,4 4 20-16,8 11-1 0,6 7-11 16,5 5-8-1,1 0-3-15,-1 0-5 0,2 12 1 16,-2 3 5-16,3-1 1 16,0-2 1-16,0-5 0 15,0-4 0-15,0-3 3 16,0 0-1-16,0 0 2 15,0 0 3-15,0 0 1 16,0-3-1-16,3 0-5 16,-2-1 5-16,0 2-1 15,1 2-4-15,-2 0-2 0,0 0-3 16,5 0-9-16,7 2-15 16,7 8 18-16,10 2 8 15,5 1-1-15,4-2-4 16,0-3 4-16,-4-2-7 15,-4-3-1-15,-3-3 6 16,-10 0 4-16,-9 0 0 16,-3 0 2-16,-5-3 4 15,0 0 7-15,0 2-5 16,0 1-8-16,0 0 0 16,-5 1-4-16,-7 18 2 15,0 4 1-15,0 7-1 16,2 4 1-16,7 2 1 15,3 3 0-15,7-5-2 0,20-6-3 16,5-11 4-16,-2-12 1 16,-2-5 2-16,-4-7 1 15,1-13 0-15,-7-7 2 16,-8-2-4-16,-7-2 0 16,-3-3-2-16,-1-2-2 15,-20-3-3-15,1 5 5 16,-1 4-1-16,7 5 1 15,11 10-17-15,3 3-7 16,1 10 15-16,22 2-9 16,6 0 3-16,1 0 14 15,0 14-1-15,-5 1 3 16,-9 2 0-16,-2 7 0 16,-5-1 0-16,-3 2 0 15,-3 3 0-15,1-3 1 0,-2-3-1 16,-1-3 0-16,1-4 0 15,-2-5-4-15,4-4-23 16,1-5-6-16,7-1-18 16,4 0 51-16,7-17 3 15,-1-6 6-15,2-7 12 16,-5-2 13-16,-4-6-10 16,-3 6 24-16,-6 0-2 15,-6 8-14-15,0 1-25 16,-9 6-7-16,-12 7-7 0,-1 5-17 15,-2 3-4 1,2 2 11-16,-1 5-27 0,1 11-91 16,7 1-29-16</inkml:trace>
  <inkml:trace contextRef="#ctx0" brushRef="#br0" timeOffset="-208397.97">21161 16651 818 0,'0'0'0'0,"0"0"-13"15,-24 85 13-15,0-47 0 16,-1-4-2-16,-1-1 2 15,9-8 1-15,4-8 3 16,10-6-4-16,3-7 0 16,0-4 1-16,0 0 0 15,3 0 13-15,16-20-14 16,0-6-2-16,-1-6-8 16,-3-3-9-16,-3-1 18 0,0 6 0 15,3 7 1-15,-1 10-5 16,-1 9-33-16,-4 4 8 15,-4 0-2-15,-1 13 15 16,1 7 15-16,-3 1 2 16,0 4-1-16,-1-1 1 15,2-4-1-15,-1-6-1 16,5-11-4-16,5-3 6 16,3-1 0-16,6-21 13 15,1-6-5-15,4-7-1 16,4-1 17-16,-2 0 56 0,-3 6-45 15,-4 9-2-15,-9 9-10 16,-6 9-1-16,-6 3-22 16,0 0 0-16,0 20-29 15,0 9 19-15,-1 7-3 16,1 3-35-16,0 4-16 16,0-6-12-16,11-11-58 15,4-9-209-15</inkml:trace>
  <inkml:trace contextRef="#ctx0" brushRef="#br0" timeOffset="-208018.98">21622 16673 646 0,'0'0'237'0,"0"0"-169"16,0 0-68-16,0 0-4 0,0 0-2 15,0 0 5-15,-44 82 0 16,44-55-1-16,22-6 1 15,11-6 1-15,1-11 3 16,-3-4 1-16,-2-14 3 16,-1-13-7-16,2-9-12 15,0-3-32-15,-3-5-7 16,-5 2-29-16,-4 0-18 16,-2 6 84-16,-1 9 14 15,-2 9 18-15,-3 12 8 16,-3 6 28-16,-1 0-31 15,0 3-23-15,0 17 0 0,-3 6 16 16,-2 7 27 0,-1 6-18-16,0 2-12 0,-7 2-5 15,-11 1-4-15,1-3-3 16,4-3 1-16,6-5-2 16,5-10-3-16,2-7-34 15,0-12-75-15,0-4-17 16,0-12-206-16</inkml:trace>
  <inkml:trace contextRef="#ctx0" brushRef="#br0" timeOffset="-207246.31">21763 16644 742 0,'0'0'158'16,"0"0"-141"-16,0 0-14 15,0 0-2-15,122 17-1 16,-58-8 4-16,0-3-3 15,3-3 1-15,3-2-1 16,2-1-1-16,-11 0-2 16,-16 0-23-16,-21-4-5 15,-14-6 23-15,-10 0-4 16,0 2 3-16,-4 3-10 16,-10 0 6-16,-5 5 12 15,-3 0 11-15,-5 11-9 16,-6 16-2-16,-3 10 1 0,-1 3 2 15,7 3-1 1,12-3-1-16,17-7-1 0,1-11 0 16,16-8 16-16,3-11 6 15,5-3 5-15,1-10 12 16,2-16-30-16,3-5-9 16,-2-4-1-16,-2-2-14 15,-5 4-17-15,3 1 0 16,-4 7 9-16,0 8-29 15,-3 8-26-15,-3 9 71 16,-2 0 6-16,-4 1 2 16,-5 15 6-16,0 4 6 15,-3 6 34-15,0 2-7 16,-2-1-10-16,-7-2-17 0,0-3-1 16,2-7-1-16,4-6-3 15,0-4-2-15,1 0-3 16,2-5-2-16,0 0 9 15,8-11 4-15,16-14-14 16,9-8-33-16,6-6-10 16,-3-3 5-16,3 1-31 15,-3 0 10-15,-1 2 30 16,-7 7-10-16,-10 7-20 16,-5 9 59-16,-7 6 17 15,-5 7 11-15,1 3-15 16,-2 0-13-16,0 17 0 15,0 6 0-15,0 3 7 0,0 0 9 16,3 7 11-16,6 0 3 16,1-3 62-16,1 0-48 15,-10-7-27-15,-1-2-2 16,0-4-3-16,0-5-5 16,-6 0-3-16,-16-2 1 15,-13-3 0-15,-15-2-5 16,-5-2-38-16,4-3-173 15,8 0-304-15</inkml:trace>
  <inkml:trace contextRef="#ctx0" brushRef="#br0" timeOffset="-206315.11">21792 16799 74 0,'0'0'0'0,"0"0"2"16,0 0-2-16,0 0 18 16,0 0 58-16,0 0-14 15,72 12 30-15,-72-12 14 16,0 0-5-16,0-5-17 0,0-5-63 16,-3-1 2-16,-7 0-9 15,1-1 15-15,-2-1-7 16,-1 2 0-16,-3 0-13 15,-4 0-9-15,-6 1 0 16,-2 1-5-16,0 4-33 16,6 3-8-16,6 2 30 15,6 0-10-15,6 0-203 16,3 6-60-16</inkml:trace>
  <inkml:trace contextRef="#ctx0" brushRef="#br0" timeOffset="-205084.29">23299 16806 371 0,'0'0'157'15,"0"0"-83"-15,0 0-13 16,0 0 7-16,67-79 3 15,-57 58-28-15,-7-2-4 16,-3 1-11-16,0-1 3 16,-5 0-10-16,-17 3-12 15,-4 6-3-15,-4 6-6 16,-2 8-1-16,4 1 0 0,3 25-4 16,6 11-4-16,5 8-5 15,9 9-6-15,5 1 3 16,0-2-3-16,19-8-15 15,3-10 18-15,0-15 13 16,-5-6 4-16,-4-5 2 16,-8-3 0-16,-1-2-2 15,-4 0-1-15,0 2-1 16,-4 1-11-16,-17 0 13 16,-9-1 5-16,-6-1-1 15,0-2-4-15,-1-3-12 16,5 0 11-16,3 0 0 15,3-1-8-15,9-7-6 0,8 0-5 16,9 2 16-16,0 1-85 16,12-5-317-16</inkml:trace>
  <inkml:trace contextRef="#ctx0" brushRef="#br0" timeOffset="-204681.49">23357 16535 129 0,'0'0'179'16,"0"0"-39"-16,0-73-19 16,-2 50-61-16,-7 0 56 15,-1 6-21-15,3 3-34 16,4 6-16-16,1 6-13 16,2 2-32-16,-2 12 0 15,1 23-16-15,-2 19 14 16,0 17 4-16,-3 11-2 0,-2 5 0 15,-2-1-2-15,-4-9-13 16,-3-10 2-16,-5-9-3 16,-5-8 5-16,-3-1 6 15,0-6-14-15,0-6-43 16,5-8-115-16,8-9-301 16</inkml:trace>
  <inkml:trace contextRef="#ctx0" brushRef="#br0" timeOffset="-204064.34">23569 16603 736 0,'0'0'120'0,"0"0"-65"16,0 0-55-16,0 0-11 15,0 0 11-15,-33 79 0 16,15-20 1-16,0 8 0 16,-3 2-1-16,-3-2-18 15,6-9-98-15,7-17-71 16,9-17-234-16</inkml:trace>
  <inkml:trace contextRef="#ctx0" brushRef="#br0" timeOffset="-203751.83">23713 16832 684 0,'0'0'137'0,"0"0"-130"16,0 0-7-16,0 0-2 16,-44 81 0-16,33-40 2 15,8-1 0-15,3-3-3 16,3-12-26-16,19-12-8 15,6-13 32-15,6 0 5 16,-2-21 19-16,0-11-3 16,-2-3-10-16,-8-2-1 0,-10 0 10 15,-12-4 5 1,-2-1-3-16,-30 0-9 0,-11 4-7 16,3 10-1-16,9 16-1 15,11 12 1-15,6 0-52 16,1 23-92-16,7 7-8 15,6-1-165-15</inkml:trace>
  <inkml:trace contextRef="#ctx0" brushRef="#br0" timeOffset="-203383.85">24030 16687 778 0,'0'0'103'0,"0"0"-32"16,0 0-51-16,0 0-20 16,83-12-3-16,-69 39 1 15,-6 4 2-15,-6 4-3 16,-2 0 2-16,-2-2-2 16,-18-3 2-16,-1-7 0 15,1-3 1-15,-2-5 0 16,3-2 0-16,2-2-4 15,4-3-8-15,4-3 0 16,7-3-1-16,2-1 13 16,0-1 3-16,0 0 2 15,0 0 12-15,6 0-2 0,17 0-14 16,6 0-1-16,4 0 0 16,-1-1-1-16,0-1-6 15,-6 2-2-15,-2-3-36 16,-6 1-91-16,-4-6-201 15</inkml:trace>
  <inkml:trace contextRef="#ctx0" brushRef="#br0" timeOffset="-202869.23">24279 16833 763 0,'0'0'157'0,"0"0"-126"15,0 0-31-15,0 0-6 16,0 0 6-16,0 0 0 16,-9 89 1-16,1-67 0 15,4-5-1-15,0-10 0 16,4-2-9-16,0-5-22 16,0 0 18-16,0 0 12 15,5-12 1-15,13-10-75 16,5-4 50-16,2 2-11 15,0 6 4-15,-4 8 3 16,-3 7 25-16,-7 3 2 16,-6 0 0-16,-5 13-2 15,0 4 0-15,0 0 4 0,0-3 0 16,0-3 0-16,-1-2-1 16,-3-4 1-16,2-5 2 15,2 0 2-15,0 0-4 16,0-8 0-16,13-4-72 15,9-5-36-15,3-4 24 16,2 4 84-16,-4 0 79 16,-7 1 21-16,-6 8 6 15,-6 4 26-15,-4 4-86 16,0 0-46-16,0 12-11 16,0 10 6-16,-7 3 2 15,-3 3 1-15,2-5-32 16,5 1-66-16,3-9 2 15,0-10-97-15,16-5-211 0</inkml:trace>
  <inkml:trace contextRef="#ctx0" brushRef="#br0" timeOffset="-202536.86">24720 16822 704 0,'0'0'201'15,"0"0"-144"-15,0 0-49 16,0 0-8-16,0 0-2 15,0 0 2-15,-37 69 3 16,25-47-3-16,6-5 0 0,6-6 0 16,0-2-2-1,0-5 2-15,14-4 0 0,9 0-2 16,7-10-28 0,5-12-38-16,-2-3 28 0,-4 0-24 15,-5 5 16-15,-9 5 48 16,-6 10 36-16,-8 5 63 15,-1 0-78-15,0 6-21 16,-7 17-5-16,-12 5 5 16,-4 7 0-16,5 4 1 15,4-3 0-15,7-1 0 16,6-4-2-16,1-6-59 16,0-11-141-16,0-12-276 15</inkml:trace>
  <inkml:trace contextRef="#ctx0" brushRef="#br0" timeOffset="-193693.14">15647 17324 60 0,'0'0'200'15,"0"0"-100"-15,0 0 7 16,0 0-28-16,0 0-42 16,0 0-2-16,0 0 20 15,39-63-7-15,-36 60-46 16,1-1 6-16,2-1-1 0,0 4 7 15,1-3-5 1,7 1 1-16,5 3-6 0,10 0-4 16,7 0 0-16,7 0 0 15,-1 10 0-15,-5 0 0 16,-7-1 0-16,-9 3 0 16,-14 0-4-16,-7 7-6 15,-7 4 2-15,-28 8 8 16,-17 6 12-16,-12 3 1 15,-3 2 0-15,2-5-6 16,13-9-3-16,17-6-3 16,13-8 0-16,15-6-1 0,7-2 0 15,0-5-7 1,21-1 5-16,24-1-2 0,21-15-69 16,10-5-10-16,1-1-17 15,-7 2-12-15,-9 0 63 16,-16 4 49-16,-15 2 34 15,-16 6 89-15,-10 3 16 16,-4 4 1-16,0 1-116 16,0 0-24-16,-7 3-10 15,-9 14 10-15,-3 7 3 16,1 6 1-16,2 3-2 16,5 3 1-16,10-6-3 15,1-3 1-15,4-6 1 16,20-6-1-16,9-8 3 15,6-7 2-15,1 0-1 0,-1-11-5 16,-11-9-12-16,-10-5-9 16,-9-5-1-16,-9-1-21 15,0 0 9-15,0 2-24 16,0 5 42-16,0 5 16 16,10 7 13-16,9 2-1 15,1 9 1-15,-2 1 30 16,-3 0-12-16,1 11-14 15,-2 8-11-15,-1 5 6 16,-3 3-6-16,-3 2-3 16,-4-3-2-16,0 0 1 15,1-1-2-15,5-5-15 0,5-6-33 16,6-3 28-16,4-7 7 16,3-2 4-16,-4-2-2 15,0 0 11-15,-5-2 0 16,-7-8 22-16,-2-4 45 15,-6-2-9-15,1-1-18 16,-4-1-16-16,0-3 0 16,-4-4-14-16,-13 0-4 15,-10-3 2-15,-2-2 2 16,-3 2-1-16,0 0-8 16,8 5 3-16,4 3-2 15,10 3-2-15,7 4 0 16,3 2 0-16,1 5-5 15,23 2-26-15,15 2-21 0,12 2 16 16,7 0-7-16,3 0-21 16,-3 0 4-16,0 3 29 15,-5 4 15-15,-10-2 11 16,-11 0 5-16,-13-2 1 16,-11-1 2-16,-3-2 1 15,-5 0-2-15,0 0-1 16,0 0-1-16,0 0 0 15,0 2 0-15,0-1-1 16,-3 0 1-16,-6 6 2 16,-1-1 5-16,-3 5 2 15,3 1-5-15,0 4 0 16,1 1 14-16,2 1-5 0,2 0 1 16,5 0 9-16,0-3-9 15,0-5-10-15,0-2 11 16,0-5 0-16,0 0-4 15,0-3 8-15,0 0 7 16,0 0-12-16,0 0-5 16,0 0-8-16,0 3-1 15,0 6 0-15,2 3 2 16,3 3 0-16,2 4 0 16,3 1 0-16,-4 4-2 15,2-1 4-15,0 0-2 16,-3-6 2-16,-2-3 0 15,-3-6-4-15,0-4 0 0,0-1 0 16,0-3 2-16,-11 0-1 16,-16 0 14-16,-3-3-5 15,-2-12-6-15,9 0 0 16,8-4-1-16,5-1-2 16,8 0 1-16,2-2-2 15,5-2-5-15,20-3-1 16,11 0 3-16,12-2 0 15,5-3 2-15,0 0 1 16,-2 0 0-16,-12 5-2 16,-8 1 0-16,-15 6-10 15,-15 6-23-15,-2 6-49 0,-30 4-240 16</inkml:trace>
  <inkml:trace contextRef="#ctx0" brushRef="#br0" timeOffset="-189981.88">18162 17394 162 0,'0'0'76'0,"0"0"20"16,0 0-15-16,0 0-5 15,0 0-15-15,0 0-33 16,0 0 10-16,18-58-7 15,-15 53-17-15,1 2 13 16,-3 2 8-16,1-1 27 16,-2 2-3-16,0 0-43 15,0 0-9-15,0 0-7 16,0 0-5-16,0 11 2 16,0 11 3-16,-10 9 1 15,-4 10 12-15,-5 7 4 16,-2 3 2-16,-1 2-2 15,-2-6-9-15,3-9-2 0,7-11-1 16,4-12-3 0,4-6 0-16,2-9 4 0,-4 0-3 15,-9 0 28-15,-9-19-10 16,-18-6-18-16,-9-4-2 16,-8-5-1-16,0 1-7 15,5 0 7-15,12 7-15 16,15 7 7-16,14 9-9 15,12 6-22-15,3 4-17 16,9 0-170-16,23 0-35 16</inkml:trace>
  <inkml:trace contextRef="#ctx0" brushRef="#br0" timeOffset="-189741.17">17857 17252 642 0,'0'0'28'0,"0"0"-20"16,0 0 9-16,118-1 40 15,-70 8-28-15,4-2-15 16,3 2-12-16,-2 1-2 0,-7 1-34 15,-12-2-76-15,-13-4-96 16</inkml:trace>
  <inkml:trace contextRef="#ctx0" brushRef="#br0" timeOffset="-189364.25">18593 17345 392 0,'0'0'294'0,"0"0"-146"0,-82-37-99 16,62 37-33-16,1 17-14 15,-3 13-1-15,2 9 6 16,-1 5-3-16,4 4 2 15,5 2 0-15,4-4-1 16,6-9-3-16,2-8-1 16,0-12 1-16,5-5 1 15,7-5 0-15,6-4 2 16,9 0-3-16,10-3 0 16,6 0-2-16,8 0-3 15,-1 0-28-15,-1 0-11 0,-2 0-29 16,1-2-48-1,1-2 16-15,3-6-112 0,-1-3-47 16</inkml:trace>
  <inkml:trace contextRef="#ctx0" brushRef="#br0" timeOffset="-188817.17">19029 17336 638 0,'0'0'164'0,"0"0"-55"15,0 0-53-15,0 0-48 16,0 0-6-16,0 0-2 0,-68 75 2 16,58-13 0-1,4 7-2-15,3-2 1 0,3-11 1 16,0-13-1 0,0-14 0-16,0-12 0 0,6-10-1 15,-5-7 6-15,-1 0-2 16,2-9 28-16,-2-20-27 15,0-9-5-15,0-9-17 16,-18-4 2-16,3-4 4 16,1 1 5-16,14 4 0 15,4 8-3-15,26 6-18 16,14 9-16-16,4 6 25 16,1 10 14-16,-5 7 4 15,-8 4 1-15,-10 4 0 16,-6 16 2-16,-7 2-3 0,-9 5-4 15,-4-4 4-15,0-3 0 16,-7-6 0-16,-8 2 1 16,-4-7 1-16,-4-2 0 15,-5-1 4-15,-1-3 10 16,3-2-4-16,6 2 5 16,7 1-2-16,3 2-7 15,5 8-8-15,4 2 1 16,1 6-1-16,3 2-2 15,20 1 1-15,10-2 1 16,10 0-3-16,7-4 1 16,5-2-24-16,6-1-8 15,0-3-44-15,2-6-103 16,-8-4-140-16</inkml:trace>
  <inkml:trace contextRef="#ctx0" brushRef="#br0" timeOffset="-184769.2">20536 17341 49 0,'0'0'201'16,"0"0"-121"-16,0 0 20 15,0 0-76-15,0 0 16 16,0 0 11-16,0 0-22 16,38-34-16-16,-32 31 13 15,-1 1-11-15,0-3 14 16,-1 2 26-16,0-1-26 15,-1 1-1-15,-3 1 6 16,0-3-20-16,0 2 2 16,0-4-13-16,0 0 3 0,0 2-5 15,0-4 0 1,-2 1-1-16,-13 1 0 0,-9 0-1 16,-6 1 1-16,-4 4-3 15,-3 2 5-15,3 0-2 16,4 13 1-16,9 7-1 15,4 5-1-15,10 3 1 16,7 7-4-16,0-1 4 16,22 5 0-16,9-3 0 15,6-6-3-15,3-3 3 16,-6-4-2-16,-6-8 2 16,-9-1 0-16,-9-4 0 15,-7 0-2-15,-3-1-3 0,0-1 0 16,-18 1 5-1,-11-4 4-15,-8 0 6 0,-3-3 0 16,0-2-2-16,4 0 1 16,0 0-3-16,2 0 1 15,4-4-4-15,3-4-2 16,6 0 1-16,6 2-2 16,8 1-2-16,5 2-30 15,2 2-40-15,0-2-71 16,7-5-207-16</inkml:trace>
  <inkml:trace contextRef="#ctx0" brushRef="#br0" timeOffset="-184421.11">20390 17132 586 0,'0'0'46'16,"0"0"70"-16,0 0-60 15,0 0-24-15,0 0-22 16,0 0-8-16,9-38-3 16,1 72 2-16,-3 11 3 15,-4 11 7-15,-3 3-2 16,0 10 2-16,-13 1-3 0,-3-2-2 15,1-2-5-15,0-10 1 16,3-8-1-16,6-9 1 16,1-7-2-16,3-5 0 15,1-4-17-15,1-4-53 16,0-11-128-16,0-8-263 16</inkml:trace>
  <inkml:trace contextRef="#ctx0" brushRef="#br0" timeOffset="-184054.58">20644 17333 748 0,'0'0'69'0,"0"0"-32"15,0 0-27-15,97-20-4 16,-69 38 2-16,2 8-2 15,-6 4 2-15,-3 6-4 16,-11 2-2-16,-6-4-1 16,-4 0 1-16,-1-10-2 15,-18-4 0-15,-8-3 0 16,-9-6 2-16,-1-3 0 16,-2-2-1-16,6-5 1 15,11 0 0-15,7-1-2 16,9 0 2-16,4 2 1 15,2 0-6-15,8 3 3 0,23 0 0 16,15 4 0-16,8 1-2 16,4-2-7-16,-1-1-45 15,-5-4-55-15,-8-3-20 16,-13-3-237-16</inkml:trace>
  <inkml:trace contextRef="#ctx0" brushRef="#br0" timeOffset="-183883.14">21096 17534 660 0,'0'0'152'16,"0"0"-89"-16,0 0-54 16,0 0-9-16,0 0-15 15,0 0-7-15,19 5-41 16,-7 1-61-16,4-3-149 15</inkml:trace>
  <inkml:trace contextRef="#ctx0" brushRef="#br0" timeOffset="-183404.13">21291 17374 401 0,'0'0'315'0,"0"0"-194"15,0 0-78-15,0 0-30 16,76-75-8-16,-37 73-4 16,-1 2-1-16,2 0 0 15,-3 5 0-15,-12 9-1 16,-9 3-22-16,-9-2-12 15,-7 2-9-15,-7-2-8 16,-16 2 11-16,-6-1 3 16,0-1 12-16,0-1 22 15,7 0 3-15,8-1 1 16,5-1 0-16,5-1 8 0,4 2 31 16,0 1 37-16,0 3 10 15,0 5-40-15,6 5-24 16,-3 7-15-16,-1-2-5 15,-2 1 2-15,0-8-3 16,0-5-1-16,-8-8 0 16,-8-4 0-16,-8-5 3 15,-6-3-3-15,-4 0-8 16,-5 0-16-16,7-11-9 16,6-4-18-16,9 0-15 15,16-2-51-15,1-3-342 0</inkml:trace>
  <inkml:trace contextRef="#ctx0" brushRef="#br0" timeOffset="-182601.39">21754 17241 792 0,'0'0'54'16,"0"0"-50"-16,0 0-3 0,-62 78-1 16,34-23 1-1,-5 1 0-15,-1 4 5 0,2-2-1 16,4-11 1 0,9-11-6-16,8-12 3 0,7-11-2 15,4-7 2-15,-2-6 0 16,2 0 3-16,0 0 33 15,5-13 9-15,14-11-44 16,0-4-4-16,2-3-4 16,-1 1-7-16,-4 4 2 15,2 7-5-15,-3 6-1 16,0 6 3-16,-6 7 7 16,-2 0 4-16,-3 9-3 15,-3 14 3-15,-1 4 1 16,0 9 2-16,0-3-2 15,-7 1 3-15,-1-8-2 0,2-3-1 16,-1-11 1-16,2-2 0 16,1-3-1-16,-2-7 1 15,-6 0-1-15,-6 0 15 16,-6-14-10-16,0-7-5 16,5-2 3-16,5-5-3 15,12 5-11-15,2-1-17 16,23 7-20-16,10 3-50 15,8 3 64-15,-2 4 34 0,-4 5 8 16,-5 2 38 0,-7 0 13-16,-6 2-30 0,-4 13-13 15,-4 2-8-15,-4 5-2 16,-5 0-3-16,1 1-2 16,-1-5 3-16,5-2-2 15,-1-9 1-15,2-4-2 16,2-3-1-16,5 0 2 15,6-5-2-15,4-9-1 16,-1-6-18-16,1-5 0 16,-4 1 7-16,-2 3 6 15,-3 5 6-15,-8 10 25 16,-3 4 13-16,-3 2-36 16,0 7 1-16,0 13-5 15,-10 6 4-15,-2 4 0 0,5 3-2 16,2-4 1-1,3-2 2-15,2-7-6 0,0-4-33 16,0-11-156-16,0-5-341 16</inkml:trace>
  <inkml:trace contextRef="#ctx0" brushRef="#br0" timeOffset="-182331.21">22352 17786 820 0,'0'0'50'0,"0"0"-50"16,0 0-66-16,0 0 60 16,0 0-71-16,0 0-36 15,-42 50-207-15</inkml:trace>
  <inkml:trace contextRef="#ctx0" brushRef="#br0" timeOffset="-181907.32">20463 17886 298 0,'0'0'109'0,"-113"-16"8"15,71 7-24-15,14 1-30 16,8 1 28-16,10 1-10 16,10 5-36-16,0-2-6 0,9 2-33 15,27 1-6-15,17 0 1 16,24 0-1-16,21 0 0 16,20 5 0-16,19 7-1 15,6 1-1-15,-4 0 2 16,-12-3 0-16,-18-1 1 15,-23-1-1-15,-16-4 0 16,-16-1 1-16,-16 0 0 16,-13-3-1-16,-15 0 2 15,-7 0-2-15,-3 0-14 16,0 0-5-16,-12 0-49 16,-9 0-123-16,-1 0-92 15</inkml:trace>
  <inkml:trace contextRef="#ctx0" brushRef="#br0" timeOffset="-181739.94">21751 17960 613 0,'0'0'110'15,"0"0"-35"-15,0 0-73 16,0 0-2-16,0 0-64 15,-91 5-73-15,84 0-278 16</inkml:trace>
  <inkml:trace contextRef="#ctx0" brushRef="#br0" timeOffset="-114256.5">4618 17234 163 0,'0'0'88'0,"0"0"4"16,0 0-27-16,0 0-20 0,0 0-16 16,0 0 10-16,0 0 21 15,0 0-40-15,0-46 4 16,0 39 13-16,0-1-7 16,-7 1 10-16,-1-2 4 15,-1 4 8-15,2-1-11 16,3 2-16-16,-1-1-11 15,-1 0-3-15,2-1 2 16,-1 0 1-16,2-1-6 16,0 3 13-16,1 1-15 15,2 3 4-15,0 0-5 16,-2 0-3-16,2 0-2 16,-2 0-2-16,2 0 0 15,0 6-3-15,-3 14 1 16,-3 10 1-16,-9 9 1 0,-4 8 1 15,-11 4 1-15,0-1 1 16,-3 0-1-16,-1-7 2 16,9-7-2-16,4-9 1 15,6-9 2-15,5-7-2 16,4-3-1-16,1-5 0 16,5 0-1-16,0-3 1 15,0 0 0-15,6 3-5 16,19 0 3-16,16-3-3 15,14 0 4-15,12 0-3 16,3-1-6-16,-6-10-7 0,-6-2 8 16,-10-1 0-16,-6-3 4 15,-11 0-6-15,-7 0-1 16,-12 0 6-16,-9-2 6 16,-3 4 4-16,0 1-1 15,-12-1 9-15,-10 5 5 16,-2 1 5-16,6 4-12 15,3 3 10-15,10 2-14 16,4 0-6-16,-1 5-2 16,2 18 0-16,0 10 2 15,0 7-1-15,5 4 1 16,10 1-1-16,1-1 1 0,-2-5-12 16,-7-5-12-1,-2-5-20-15,-5-3-9 0,0-5-14 16,-8-3-77-1,4-11-24-15</inkml:trace>
  <inkml:trace contextRef="#ctx0" brushRef="#br0" timeOffset="-114047.93">5155 17688 880 0,'0'0'81'0,"0"0"-7"15,0 0-36 1,0 0-14-16,0 0-10 0,0 0-14 16,-21-51 0-16,21 51-4 15,0 0-20-15,0 0-47 16,0 17-50-16,0-4-55 16,0-6-251-16</inkml:trace>
  <inkml:trace contextRef="#ctx0" brushRef="#br0" timeOffset="-111342.49">5602 17093 175 0,'0'0'64'0,"0"0"1"16,0 0 6-16,0 0 4 15,0 0-1-15,0 0-22 16,-13-9-34-16,13 7 33 15,-4 1-8-15,4-1 7 16,0 0-5-16,0 1-17 16,0-2-6-16,0 3-3 0,0-1-8 15,0-2-4-15,27-4-7 16,17 2-1-16,22-2 1 16,17-1 0-16,14-3 0 15,5-1 0-15,-1 0-3 16,-11 3-15-16,-10 1-41 15,-12 5-29-15,-16-3 12 16,-16 3-4-16,-26 2-127 16,-13 1-92-16</inkml:trace>
  <inkml:trace contextRef="#ctx0" brushRef="#br0" timeOffset="-111077.35">6037 16997 561 0,'0'0'161'0,"0"0"-119"16,0 0-34-16,0 0-8 15,-33 101 26-15,16-47 4 16,-2 6-7-16,4 0-11 0,5 1-6 15,8 0-3-15,2-3-2 16,2-4 1-16,17-6-2 16,2-7-22-16,0-12-87 15,-2-15-111-15</inkml:trace>
  <inkml:trace contextRef="#ctx0" brushRef="#br0" timeOffset="-110260.5">6580 17423 536 0,'0'0'94'0,"0"0"45"16,0 0-92-16,0 0-23 15,0 0-9-15,-93-36-10 0,57 36-3 16,-1 17-1 0,-3 9 5-16,6 3-1 0,8 7-5 15,7 1-2-15,14 4 2 16,5-3 2-16,0-4-1 16,17-8 3-16,13-9-4 15,11-11 1-15,10-6 0 16,7-15 4-16,0-10-2 15,-7-5-2-15,-15 2 0 16,-14 5 4-16,-11 1 24 16,-11 7 15-16,0 5-10 15,0 4-2-15,-2 5-22 16,-1 1-10-16,2 0-5 16,-1 1-6-16,2 15 8 15,0 4 3-15,3 2-8 0,15-4 3 16,10 0-5-16,4-6 9 15,9-4-6-15,3-8 4 16,0 0 3-16,1-14 0 16,0-10-1-16,-6-8-6 15,-7-6-5-15,-6-7 10 16,-17 1-1-16,-9-2 3 16,-2-1 1-16,-24 2 14 15,-4 7 10-15,5 9 13 16,8 14-8-16,9 10-15 15,4 5-15-15,3 6-9 16,-2 20 2-16,3 13 6 0,0 11 1 16,4 8-1-16,14 2-2 15,4 1-10-15,5-8 0 16,3-4-6-16,3-12 6 16,1-7 2-16,2-5-5 15,-3-5-18-15,-2-3-45 16,-4-8-136-16,-6-7-137 15</inkml:trace>
  <inkml:trace contextRef="#ctx0" brushRef="#br0" timeOffset="-109794.33">7394 17694 389 0,'0'0'199'0,"0"0"-75"0,0 0-1 15,27-78-72 1,-23 58-11-16,-1 3-21 0,2 2-1 15,-5 0-9-15,3 5 0 16,-3 0-3-16,0 7 2 16,0 1-1-16,0 2-7 15,-8 0-4-15,-8 10 2 16,-8 12-1-16,2 4 3 16,1 8 0-16,4 1 0 15,8 2-1-15,5-2 2 16,4-6-2-16,13-5-5 15,20-10 3-15,9-11 3 16,10-3 0-16,5-7 0 16,-7-10-6-16,-8-5 3 0,-16-2 3 15,-13 5 1-15,-8-1 6 16,-5 4 12-16,0 6-7 16,0 6 6-16,-2 1-15 15,2 3-3-15,-1 0-4 16,-1 0-4-16,2 14 0 15,0 5 8-15,0 2-2 16,0 3 0-16,7-1-2 16,13 1 0-16,7-7-7 15,4-5-5-15,7-7 5 16,6-5-34-16,3-3-83 16,-6-18-274-16</inkml:trace>
  <inkml:trace contextRef="#ctx0" brushRef="#br0" timeOffset="-109516.35">7063 17363 675 0,'0'0'82'16,"0"0"38"-16,0 0-76 0,0 0-22 15,0 0-22 1,0 0-8-16,0-30 8 0,52 33 4 16,18 2-3-16,14-1 1 15,5 0 4-15,-2-4-6 16,-5 0-2-16,-9 0-23 16,-15 0-30-16,-16 3-9 15,-23 3-66-15,-19-1-69 16,-22 1-146-16</inkml:trace>
  <inkml:trace contextRef="#ctx0" brushRef="#br0" timeOffset="-108519.16">7534 17705 293 0,'0'0'135'0,"0"0"30"16,0 0-137-16,0 0 1 16,0 0 28-16,0 0-45 0,-7-18 14 15,4 15-17-15,3-4 12 16,-3 4-18-16,0-3 7 15,-2 3-5-15,-1-7 5 16,-1 3-3-16,-4 0 0 16,1 0-6-16,-3-1-1 15,1 1 1-15,-2-1-1 16,-1 1-1-16,2 4-6 16,-2 1-20-16,3 2-41 15,2 3-16-15,4 11-102 16,6 1-175-16</inkml:trace>
  <inkml:trace contextRef="#ctx0" brushRef="#br0" timeOffset="-107646.34">8547 17319 552 0,'0'0'94'0,"0"0"24"15,0 0-87-15,0 0-8 16,-88-45-14-16,66 45 1 16,-2 19-3-16,-2 9 8 15,2 14-3-15,5 11-11 16,8 10 5-16,11 6-3 16,0-3 0-16,26-6-3 0,14-14 4 15,8-7-1-15,3-15 2 16,7-8-3-16,2-13 1 15,-4-3-1-15,-2-7-2 16,-14-17-14-16,-10-7-2 16,-15-10 16-16,-15-3 1 15,-6-2 0-15,-27 2 4 16,-5 8-5-16,8 2 0 16,6 14 1-16,16 7 1 15,8 9 1-15,0 4-1 16,8 0-2-16,14 1 0 15,2 16 0-15,0 7 3 16,-2 5 8-16,2 6 3 16,0 2-5-16,0 0-2 0,-4-1-6 15,5 1 2-15,-3-8-1 16,-1-5-2-16,-6-5-27 16,-2-7-27-16,-7-4-62 15,-1-1-25-15,-2-7-157 16</inkml:trace>
  <inkml:trace contextRef="#ctx0" brushRef="#br0" timeOffset="-106346.52">9212 17616 701 0,'0'0'132'0,"0"0"-43"0,0 0-79 16,0 0-7-16,0 0-2 15,0 0-1-15,4-29 1 16,-4 29-1-16,0 0 0 16,0 0 0-16,0 0-5 15,0 0 0-15,0 12 2 16,2 5 3-16,3 5 0 16,-2 5-2-16,2-5 1 15,-2 4 0-15,-1 1 0 16,3 2 1-16,-1 1 0 15,4 1 2-15,5-3 2 16,2-6-4-16,4-10 2 0,3-5-1 16,0-7-1-16,1-2 0 15,0-17 0-15,-7-10 0 16,-6-7-1-16,-10-4-1 16,-7-4-2-16,-27 0 3 15,-11 4 1-15,-10 6-2 16,1 5-3-16,9 8 5 15,14 8 3-15,15 6-3 16,7 5 0-16,5 2-1 16,4 0-2-16,0 0-18 15,0 9 9-15,7 5 10 16,15-3-2-16,15 0 4 16,7-5 1-16,11-6 2 0,8 0-1 15,-1 0-1-15,-2 0 0 16,-9-5-1-16,-17-1 0 15,-13 2 1-15,-12 2 7 16,-9 2 32-16,0 0-39 16,0 0-1-16,0 11-7 15,-8 7 7-15,-1 6 1 16,0 4 2-16,6-1-3 16,3 1 0-16,0-2 0 15,10-9 0-15,13-6 0 16,7-10-3-16,6-1 3 15,8-12-5-15,-1-14-14 0,-2-6 1 16,-8 3 12 0,-14 4 6-16,-7 5 9 0,-9 9 33 15,-3 6-16-15,0 5-12 16,0 0-10-16,0 0-4 16,0 0-4-16,0 5-1 15,0 9 5-15,8 8-1 16,2-2 1-16,3-1-1 15,4-5 1-15,4-3 0 16,3-4-2-16,10-7-5 16,5 0 5-16,4-3-7 15,-4-12-8-15,-3-2-5 16,-7 1 12-16,-8-4 1 16,-7 1 9-16,-8 0 0 0,-2 2 3 15,-4-3 12-15,0 3 15 16,0 3-2-16,-4 4 8 15,4 3 1-15,0 7-13 16,0 0-24-16,-3 9-11 16,-4 19-1-16,2 11 12 15,0 8-2-15,2 2 2 16,3 0 0-16,0 5-1 16,2-1 0-16,11-1 1 15,4-4 0-15,-6-9-1 16,-1-10-3-16,-5-10-13 15,0-8 1-15,-4-5 3 16,-1-4-15-16,0-2 21 0,0 0 7 16,0-11 0-1,0-16 0-15,-7-10 0 0,-8-8 5 16,-4-8 1-16,1-6 7 16,0-4 0-16,7 1-10 15,10 8 1-15,1 4-4 16,11 11 0-16,16 9-10 15,7 7-17-15,7 8-7 16,0 6 15-16,-1 6 15 16,-4 3 1-16,-9 0 3 15,-10 7-1-15,-6 8-2 16,-4 6 0-16,-4-6 3 16,-1 0 0-16,-2-2 1 0,0-5 4 15,0-5-4-15,0 2 6 16,-18-2 12-16,-10 1 5 15,-7 3-16-15,-5 2-8 16,5 1-17-16,10-6-122 16,12-4-322-16</inkml:trace>
  <inkml:trace contextRef="#ctx0" brushRef="#br0" timeOffset="-105282.23">8872 17512 56 0,'0'0'49'0,"0"0"-22"0,0 0 4 15,0 0-15-15,0 0 24 16,0 0 12-16,0-17 27 15,2 14 77-15,-2 0-88 16,0-3-33-16,0 1 5 16,0-1 18-16,0 0-32 15,0 1 19-15,3-1-19 16,5 2-10-16,10 0-14 16,2 2 0-16,4 2 4 15,1 4-1-15,-1 16 4 16,-2 9 6-16,-2 5 5 15,-4 7-5-15,-1 2-1 0,-2 1-1 16,1-3-10 0,1-6 3-16,-5-8-5 0,-1-9 0 15,-3-9 2-15,-2-4 0 16,-2-5-1-16,-2 0 3 16,0 0 20-16,-3-15 12 15,-15-11-35-15,-7-5-2 16,-2-5 1-16,-1-3-1 15,5 3 0-15,10 2 0 16,10 4 2-16,3 1-2 16,16-1-3-16,17 0-1 15,12 4-12-15,12-1-3 16,1 8-18-16,-2 2-19 16,-11 2-139-16,-21 0-367 15</inkml:trace>
  <inkml:trace contextRef="#ctx0" brushRef="#br0" timeOffset="-103317.66">10544 17744 472 0,'0'0'86'16,"0"0"1"-16,0 0-28 15,0 0-41-15,0 0-8 16,0 0-10-16,-16-1-5 16,39 1 5-16,14 0 28 15,10 0 4-15,8 0-9 16,6 0-14-16,4 0-8 16,2 0 0-16,0 0-1 15,-6 1 0-15,-7-1-3 16,-17 0-24-16,-12 0-20 0,-12 0 22 15,-9 0 2-15,-4 0 20 16,0 0 3-16,-18 0-37 16,-12-1-49-16,-9-5-144 15,-5-2-82-15</inkml:trace>
  <inkml:trace contextRef="#ctx0" brushRef="#br0" timeOffset="-103068.1">11036 17526 596 0,'0'0'144'0,"0"0"-55"15,0 0-88-15,0 0 2 16,0 0-5-16,0 0 2 16,0 0-1-16,98 72 1 15,-82-41 1-15,-4 1 10 16,-6 1-6-16,-5-4 2 15,-1 0-5-15,0-1-1 16,-7-8 3-16,-17 2-2 16,-7 0-2-16,-8-3-33 15,-3-4-138-15,5-10-244 16</inkml:trace>
  <inkml:trace contextRef="#ctx0" brushRef="#br0" timeOffset="-89064.31">12331 17631 104 0,'0'0'143'0,"0"0"-115"16,0 0 8-16,0 0-8 16,0 0 7-16,0 0-6 15,0 0 7-15,0 0-3 0,6-25 17 16,-6 23-18-1,2 0 6-15,-2-1-5 0,0 2-19 16,0-1-5-16,0 1 0 16,0 1 4-16,0 0 5 15,0 0 3-15,0 0-18 16,0 0 4-16,0 0-5 16,0 0-2-16,0 0 0 15,3 0-4-15,1 0 2 16,4 0 2-16,0 0 4 15,1 0-2-15,-2-1-1 16,3-3-1-16,-4-1 1 16,-3 1 2-16,-2 1 1 0,-1-5-3 15,0 3 0-15,0 1-1 16,-14 1 0-16,-16 3-1 16,-8 0-7-16,-10 0-1 15,-5 0 4-15,2 0 4 16,5 4 1-16,7 4 1 15,9 1 0-15,11 2-2 16,9 3-1-16,7-1-8 16,3 7 7-16,0 1 1 15,10 0 2-15,9 5 0 16,8-4-4-16,2 0-6 16,0-2-6-16,0-3-4 0,-6-4 13 15,-4-1 4 1,-6-1 3-16,-7 0 0 0,-3 2 0 15,-3-1 18-15,0 2 39 16,0 1-12-16,-11 3-4 16,-11 2-6-16,-6 3-17 15,-7-6-8-15,-5 2-2 16,-1-8-4-16,-2-2-3 16,-1-7 2-16,1-2-2 15,2 0-1-15,3 0-2 16,6-5-6-16,10-6-2 15,4-5 4-15,10 2 4 16,7-1-7-16,1 6-7 16,0-1-11-16,21 5-58 0,11 0-13 15,7-2-135-15</inkml:trace>
  <inkml:trace contextRef="#ctx0" brushRef="#br0" timeOffset="-88530.36">12178 17510 216 0,'0'0'58'15,"0"0"62"-15,0 0-2 16,0 0-44-16,0 0-26 16,0 0 30-16,0-29-26 15,0 29-52-15,0 17 5 0,-2 14-3 16,-7 13 46-16,-3 9-7 16,-6 11-8-16,-3 3-4 15,-3 5-18-15,-1 1-2 16,1-3 0-16,6 0-6 15,2-2 4-15,5 1-6 16,5-7 1-16,1-12 0 16,5-13 0-16,0-13 0 15,0-15-2-15,0-6 0 16,0-3-17-16,5-10 2 16,12-19-50-16,2-10-146 0,-1-9-175 15</inkml:trace>
  <inkml:trace contextRef="#ctx0" brushRef="#br0" timeOffset="-86966.63">12712 17715 277 0,'0'0'143'15,"0"0"-21"-15,0 0-48 0,0 0-44 16,0 0 21-16,0 0-7 16,-3-84-13-16,13 68-10 15,6 0-5-15,2 2-1 16,2-1 13-16,5 4-10 16,2 1-7-16,3 6-10 15,-1 4-1-15,0 0 1 16,-5 0 0-16,-6 6-1 15,-7 5-3-15,-9 5 2 16,-2 1-2-16,-7 2 1 16,-17-2 2-16,-6 0 0 0,-3 0 2 15,-1-5-1-15,10 5 2 16,6-5-3-16,9 5 0 16,9 3 0-16,0 0 0 15,6 3 0-15,13-2 0 16,1-1 1-16,2-3-1 15,-4 0 1-15,-4-3-1 16,-7-1 0-16,-4 1 0 16,-3-5-1-16,0-1 1 15,-4 2 4-15,-16-1 2 16,-7-2 8-16,-11 3-10 16,-4-7-1-16,-6-2 2 15,5 0-4-15,5-1-1 16,8 0 0-16,13 0 2 0,9 0-2 15,8-1-6-15,2-2-17 16,31-1-144-16,17-3-14 16,16-7-176-16</inkml:trace>
  <inkml:trace contextRef="#ctx0" brushRef="#br0" timeOffset="-86583.94">13150 17587 778 0,'0'0'92'15,"0"0"-42"-15,0 0-48 16,0 0 3-16,0 0 0 16,-42 90 6-16,42-44-3 15,17 4-6-15,5 1 5 16,1 0-6-16,2-7 2 15,-3-8-3-15,-1-11 0 16,-3-10-5-16,-2-6-12 16,-2-7-4-16,-5-2 9 15,-4 0 8-15,-5-11-3 16,0-12-5-16,-20-7 3 16,-16-4 9-16,-10 0 1 15,-2 4 23-15,5 5 6 0,12 9-11 16,12 10-10-16,11 4-9 15,8 2-2-15,0 0-46 16,8 15 0-16,16-1-67 16,14-2-85-16</inkml:trace>
  <inkml:trace contextRef="#ctx0" brushRef="#br0" timeOffset="-86165.18">13551 17696 793 0,'0'0'90'15,"0"0"-19"-15,0 0-65 0,0 0-5 16,0 0-2-16,0 0 3 16,-61 70 0-16,61-37-2 15,17-3 0-15,17-1-1 16,8-5 1-16,3-11-21 15,-1-6-1-15,-5-7 2 16,-6 0-12-16,-9 0-6 16,-7-5 32-16,-9 0 6 15,-5 3 41-15,-3 0 35 16,0 2-32-16,0 0-24 16,0 0-20-16,0 17-9 15,-9 7 9-15,-4 7 2 16,-1 4-2-16,1 1 3 0,-1-1 0 15,-2-6-1-15,-1-4-2 16,-3-9 1-16,-4-7 1 16,-3-7-1-16,-7-2 1 15,-5-2-2-15,-9-16-7 16,-1-5-37-16,-3 0-40 16,11-7-104-16,19-1-151 15</inkml:trace>
  <inkml:trace contextRef="#ctx0" brushRef="#br0" timeOffset="-85971.41">13656 17706 622 0,'0'0'207'16,"0"0"-110"-16,0 0-53 15,0 0-21-15,0 0-23 16,0 0 3-16,108-39-6 15,-54 39 1-15,6 4-31 16,7 2-47-16,0-6-114 16,-1 0-240-16</inkml:trace>
  <inkml:trace contextRef="#ctx0" brushRef="#br0" timeOffset="-85200.72">14306 17553 845 0,'0'0'35'0,"0"0"33"16,0 0-58-16,-93 54-5 15,70-7 9-15,3 8-6 16,6 2-3-16,12 4-3 16,2-3-1-16,0-7-1 15,9-10 1-15,3-12 1 16,6-12-2-16,-2-12-2 15,-3-5 2-15,7-5 0 16,-4-14 0-16,-2-11-4 0,-8-5 0 16,-6 1 2-1,0 3 2-15,-11 7 1 0,4 10 3 16,3 7 12-16,4 7-4 16,0 0-12-16,0 7-8 15,0 15 7-15,0 8 1 16,5 7 0-16,1 3-1 15,5-1 1-15,-4-6 1 16,1-3 0-16,-5-10-1 16,1-7 0-16,-4-9 0 15,0-2-1-15,-15-2 1 16,-15 0 1-16,-9-15 2 16,-5-6-3-16,3 2-2 15,9-5 2-15,8 3 2 16,18 5-2-16,6 5 0 0,15 2-9 15,25 4-15-15,6-1 22 16,10 6 2-16,0 0 0 16,-2 0 0-16,-2 0 1 15,-7 8 1-15,-9 4 9 16,-10-1-9-16,-4 3 0 16,-8-4 1-16,-5-1 1 15,-2 0-2-15,-3-4-2 16,-4-2 1-16,0-3-2 15,0 0 2-15,0 0-1 16,0 0 9-16,3 0-5 16,4-13-4-16,8-6-1 15,6 1-20-15,4 0 9 0,4 4 7 16,-4 4 5-16,-6 7 0 16,-6 3 3-16,-5 0-3 15,-2 0 1-15,0 15-1 16,0 6 0-16,-6 8 1 15,0 3 2-15,0-3-1 16,0 3 1-16,4-4-2 16,4-3-1-16,1-2 0 15,-2-10-81-15,4-13-263 16</inkml:trace>
  <inkml:trace contextRef="#ctx0" brushRef="#br0" timeOffset="-83603.53">13245 17601 62 0,'0'0'23'0,"0"0"-2"15,0 0-1-15,0 0 9 16,0 0 8-16,0 0 20 16,5-11 9-16,-5 8 6 15,0 3-24-15,0-2 5 16,0-1-27-16,0 3-9 16,0-3 3-16,0 2-15 15,0-2 5-15,0 1 3 16,0-1 18-16,0-2-21 15,0 2 1-15,0 2 22 16,0 1-31-16,0 0 2 0,-2-2-2 16,-1 2-2-16,2-1 0 15,-2 1 0-15,-3 0 1 16,2 0-1-16,-2 0 1 16,1 0-1-16,1-2 0 15,-1 2 0-15,-1 0 0 16,0 0 0-16,-1 0 0 15,-3 0 0-15,1 2 0 16,0 8 1-16,-3-3 1 16,3 5 1-16,-2 2 2 15,-1 0 11-15,-1 5 12 16,-2 1-4-16,2 0 0 16,-4 0-7-16,2 4-3 15,3-2-5-15,3-1-2 16,4-1-2-16,3-1-3 0,2 0 2 15,0-2-2-15,0-1-1 16,0-2 1-16,12 0 0 16,-2-2-1-16,2 2-1 15,4 1 3-15,4 0-3 16,-1-3 1-16,5-1 0 16,3 0 1-16,1-1 0 15,-3-1-2-15,1-3 0 16,-6 3 0-16,2-5-1 15,2 2-3-15,-3-2 2 16,3-2 2-16,-4-2-2 16,-3 0 2-16,-5 0 0 15,-5 0 1-15,-2 0 1 16,-3-6 2-16,0-2-2 0,-2-4-1 16,0-2 1-16,0-1-1 15,0-2 0-15,-11-2-1 16,-2 2 2-16,-3 4-2 15,-2 0-2-15,-2 1 2 16,-4 3 0-16,-4 0 0 16,-5 2 0-16,-2 2 0 15,-3 0 0-15,-2 1 0 16,3-1 0-16,7 4 2 16,3 1-2-16,9 0 0 15,5 0 0-15,4 6-2 16,6 9 1-16,3 7-21 15,3 1-88-15,22 1 2 0,8-7-240 16</inkml:trace>
  <inkml:trace contextRef="#ctx0" brushRef="#br0" timeOffset="-83443.13">13119 17945 534 0,'0'0'173'0,"0"0"-35"16,0 0-101-16,0 0-37 15,0 0-73-15,0 0-26 0,3 14-57 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35:52.502"/>
    </inkml:context>
    <inkml:brush xml:id="br0">
      <inkml:brushProperty name="width" value="0.05292" units="cm"/>
      <inkml:brushProperty name="height" value="0.05292" units="cm"/>
      <inkml:brushProperty name="color" value="#FF0000"/>
    </inkml:brush>
  </inkml:definitions>
  <inkml:trace contextRef="#ctx0" brushRef="#br0">4527 4221 360 0,'0'0'142'16,"0"0"12"-16,0 0-84 0,0 0-1 16,0 0-28-1,0 0-5-15,0 0 3 0,-10-39-18 16,7 37 0-16,1 2-4 16,2 0-4-16,-1 0-12 15,1 0-1-15,-3 0-2 16,-7 12-3-16,-4 13 3 15,-11 13 2-15,-10 10-1 16,-8 13 1-16,-8 11 0 16,1 7 3-16,3 5-7 15,7-3 6-15,9-6-3 16,6-9 1-16,8-3-2 16,8-11 1-16,6-10 1 15,3-12-2-15,0-10-3 16,0-9 4-16,11-11-12 0,20 0-6 15,21-22-15 1,20-17-140-16,4-9-264 0</inkml:trace>
  <inkml:trace contextRef="#ctx0" brushRef="#br0" timeOffset="227.28">4390 4207 549 0,'0'0'65'15,"0"0"5"1,91-66-50-16,-52 51 9 0,1 2 9 16,-2 2-6-16,2 2-6 15,-4 7-16-15,2 2-10 16,-1 0-1-16,-2 7-61 15,-8 7-93-15,-19-3-134 16</inkml:trace>
  <inkml:trace contextRef="#ctx0" brushRef="#br0" timeOffset="697.82">4226 4411 474 0,'0'0'82'0,"0"0"-31"15,143 30 31-15,-61-23-22 16,14-7-12-16,12 0-16 16,3 0-14-16,-8 0-14 15,-14-5-1-15,-27 3 0 16,-22 2-3-16,-21 0 2 16,-10 0-2-16,-9 13-6 15,-9 17 1-15,-28 17 5 16,-25 14 0-16,-16 6 7 15,-9-5-2-15,11-11-2 16,19-13-3-16,23-15-2 16,19-13 2-16,10-8 0 15,5-2 0-15,0-7 25 16,16-27 28-16,18-15-53 0,6-13-19 16,5-6 10-16,-5 5 3 15,0 8 1-15,-8 18 5 16,-7 16 0-16,-8 17 0 15,-7 4 0-15,-3 14-7 16,-2 23 4-16,-5 17 1 16,0 13 2-16,0 7 0 15,0-2 0-15,0-11 0 16,25-11-5-16,8-16-9 16,9-17 0-16,12-12-7 0,7-5-28 15,5-32-122 1,0-16-381-16</inkml:trace>
  <inkml:trace contextRef="#ctx0" brushRef="#br0" timeOffset="917.5">5415 4243 779 0,'0'0'51'16,"0"0"27"-16,0 0-78 15,0 0-15-15,0 0 15 16,0 0-1-16,-12 123 3 15,6-57-2-15,0 11 4 0,1 6 4 16,5-4-1 0,0-8-7-16,0-13-1 0,9-14-5 15,6-13-26-15,-4-12-17 16,1-19-103-16,1-5-147 16</inkml:trace>
  <inkml:trace contextRef="#ctx0" brushRef="#br0" timeOffset="1096.68">5206 4461 726 0,'0'0'4'0,"0"0"-3"16,0 0 0-16,0 0-1 16,88-15 8-16,-52 15 8 15,5 0-8-15,9 5-7 0,6 5-1 16,13-3-8-1,5-4-149-15,-2-3-363 0</inkml:trace>
  <inkml:trace contextRef="#ctx0" brushRef="#br0" timeOffset="1285.05">5691 4821 456 0,'0'0'236'16,"0"0"-224"-16,0 0 62 0,0 0 3 16,0 0-40-1,0 0-35-15,16-4-2 0,17-11-144 16,0-7-130-16</inkml:trace>
  <inkml:trace contextRef="#ctx0" brushRef="#br0" timeOffset="2111.66">6847 4252 495 0,'0'0'200'0,"0"0"-79"15,0 0-38-15,0 0-79 16,0 0-4-16,0 0-4 16,-27 49 4-16,13 2 0 0,-2 9 3 15,3 12 3-15,2 3-3 16,5-2 1-16,5-9-3 16,1-17-1-16,0-12 2 15,13-11-2-15,11-10 0 16,16-9-3-16,20-5 1 15,16-8-81-15,13-22-124 16,-5-11-192-16</inkml:trace>
  <inkml:trace contextRef="#ctx0" brushRef="#br0" timeOffset="2312.33">6811 4263 526 0,'0'0'14'0,"0"0"40"16,101-25-44-16,-53 21 22 15,3 0 5-15,7 3-9 16,3 1-19-16,0 0-9 16,-1 0-4-16,-8 3-73 15,-16 3-145-15</inkml:trace>
  <inkml:trace contextRef="#ctx0" brushRef="#br0" timeOffset="2727.78">6645 4504 697 0,'0'0'45'15,"108"0"17"-15,-31 5-11 16,10 0-23-16,3 1 4 15,-3 5-20-15,-9 4-8 16,-11 6 1-16,-12 2-5 16,-10 4 0-16,-15-2 0 15,-11-2 0-15,-13-5 0 16,-6-1-11-16,0-4-18 16,-8-4 8-16,-3-1-4 15,-3-6 19-15,2-2 6 0,-1-10 2 16,1-12 0-16,3-7-2 15,9-5 12-15,0 0-1 16,21 5 24-16,12 8-19 16,7 10-16-16,2 11-4 15,-4 0-1-15,-3 17-8 16,-1 13-10-16,-3 6 1 16,2 5 9-16,-5 1-31 15,0 1-32-15,-2-7-30 16,3-13-57-16,-1-12-38 15,-1-11 5-15</inkml:trace>
  <inkml:trace contextRef="#ctx0" brushRef="#br0" timeOffset="3244.24">7843 4553 476 0,'0'0'203'0,"0"0"-30"16,0 0-87-16,0 0-53 15,0 0-33-15,0 0-38 16,18 17 37-16,-3 30 1 15,4 7 0-15,2-4 3 16,6-8-3-16,0-6-14 16,1-14-15-16,-4-13 19 15,4-8 5-15,-1-1-18 16,0-21-13-16,1-11-51 16,-4-9-2-16,-6-1 89 15,0-2 15-15,1 3 25 16,2 10 11-16,-1 7-21 0,5 14 13 15,-6 10-33-15,-3 0-10 16,3 14-2-16,-7 16-9 16,-4 6 11-16,-3 7 2 15,-2 1 2-15,-3-5 1 16,0-10-3-16,3-10 5 16,0-9-6-16,-3-8 3 15,0-2-2-15,6 0 8 16,6-18 28-16,7-9-38 15,11-12-16-15,3-3-5 0,4-1 9 16,-5 7 12 0,-4 7 18-16,-9 12-10 0,-4 12 19 15,-4 5-27-15,-2 5-4 16,-2 22-5-16,-6 10 8 16,-1 5 1-16,0 4 1 15,0-3-1-15,0-2 0 16,0-4-3-16,0-3-3 15,0-5-49-15,0-9-150 16,-20-13-82-16</inkml:trace>
  <inkml:trace contextRef="#ctx0" brushRef="#br0" timeOffset="3647.13">5736 5121 403 0,'0'0'82'0,"0"0"-4"15,-108-3-34-15,78 1-21 16,3 1 18-16,8 0 0 15,7 1 19-15,7 0-26 16,5 0-2-16,0 0-32 16,7 1-13-16,45 10 13 15,40 4 6-15,55-7 11 0,51-2 4 16,36-3-8-16,15-3-5 16,5 0 0-16,-4 0-8 15,-20 0 1-15,-19 0-1 16,-31 0 2-16,-42 0 0 15,-30 0-2-15,-35-1 0 16,-34-1 0-16,-20 1 0 16,-19 1 0-16,-9 0-7 15,-34 0-76-15,-23-4-343 16</inkml:trace>
  <inkml:trace contextRef="#ctx0" brushRef="#br0" timeOffset="3818.34">8050 5191 784 0,'0'0'100'15,"0"0"-34"-15,0 0-39 16,0 0-19-16,0 0-8 16,0 0-7-16,-1-12-49 15,-7 12-255-15,4 0-220 16</inkml:trace>
  <inkml:trace contextRef="#ctx0" brushRef="#br0" timeOffset="4660.05">9296 4757 524 0,'0'0'153'15,"0"0"-91"-15,0 0 16 16,0 0-24-16,0 0-5 16,0 0-26-16,0-15-14 15,9 11-7-15,22-2-2 16,18-4-1-16,17 4-1 16,13-3 0-16,14-2-21 15,14 0-19-15,0-3 3 16,-5 0-1-16,-14-1-31 0,-23-3 32 15,-18 0-12-15,-22 1 38 16,-16-2 13-16,-9-1 34 16,-14 3-10-16,-12-4-16 15,-3 7 11-15,7 5-6 16,7 6 27-16,12 3-17 16,3 6-23-16,0 19-15 15,0 8 13-15,11 3 4 16,2-1-1-16,0-4 0 15,-1-3 9-15,-3-6-5 16,-4-4 2-16,-5 0 1 16,0-2-5-16,-27 4-3 0,-20 3-2 15,-21-3-59-15,-8-9-144 16</inkml:trace>
  <inkml:trace contextRef="#ctx0" brushRef="#br0" timeOffset="6041.1">10813 4420 449 0,'0'0'292'0,"0"0"-239"16,0 0-53-1,0 0-26-15,0 0 26 0,-73 108 1 16,62-49 15-16,5 3-1 16,6-1-12-16,0 0-3 15,17-8 7-15,14-13-7 16,11-15 4-16,10-16 4 16,2-9 1-16,0-11-1 15,-8-18-4-15,-11-8 6 16,-16-4-1-16,-15-7-6 0,-8-1-3 15,-37-6-1 1,-22 0-19-16,-11 2-13 16,10 8 33-16,19 11 0 15,21 15 2-15,24 11 14 0,6 8-16 16,39 0-52-16,25 0 37 16,27 7 15-16,7-3 0 15,1-1 1-15,-11-2 3 16,-20-1 1-16,-23 0 7 15,-18 0 20-15,-19 0-10 16,-7 0 5-16,-7 0-17 16,0 13-10-16,0 15-6 15,-2 16 5-15,-10 21 1 16,-9 15 1-16,-6 10-1 16,-5 11 6-16,-4 2 2 15,-1-5-2-15,2-11 4 16,6-12-8-16,7-17 0 0,7-19 0 15,7-15 2-15,5-12-1 16,-2-12 1-16,-2 0 6 16,0-26 17-16,-4-20-27 15,-4-21-2-15,3-14 1 16,4-11-1-16,8-9-4 16,8 2 4-16,26 6 1 15,15 12-2-15,11 13 3 16,9 15-26-16,4 18 17 15,3 18 7-15,-4 17 2 16,-10 2 0-16,-8 30 0 16,-13 12-2-16,-15 8 1 0,-13 2-4 15,-13-5 5-15,0-10-1 16,-19-7 1-16,-9-9 0 16,-11-3 0-16,-9-6 0 15,-8-4 6-15,-1-10-5 16,4 0 2-16,9-5-3 15,16-10 0-15,16 1 3 16,12-3 3-16,14 1-6 16,39-1-23-16,26-2-37 15,21 1 3-15,11-1-28 16,-3 1 46-16,-8 1 5 16,-24 2 34-16,-28 1 27 15,-23 5 65-15,-18 6 15 0,-7 1-25 16,0 2-65-16,0 0-17 15,-6 20-11-15,-16 20-13 16,-12 15 23-16,-9 14 2 16,-1 5 3-16,0 4 8 15,8 0-7-15,9-8-2 16,15-12-2-16,12-15-1 16,0-14 2-16,2-12 1 15,7-11-1-15,-5-6 1 16,3-3 3-16,4-24 33 15,4-16-39-15,-2-16-9 16,-4-16-5-16,-2-9 9 16,1-2 5-16,4 3-1 15,9 7 2-15,9 10-2 0,5 14 1 16,9 11-3-16,3 14-7 16,1 13-10-16,-3 12 20 15,-6 2 0-15,-8 17 0 16,-5 14-1-16,-14 9-2 15,-12 4 3-15,0 0 2 16,-14-5-2-16,-7-5 2 16,0-9-1-16,2-8 3 15,3-6-3-15,0-8-1 16,-6-3 0-16,0 0 3 16,-4-6-2-16,6-11 1 15,9-4 0-15,11-1-2 16,0 1-3-16,16 3-5 0,13 6 3 15,7 2 1-15,4 3-27 16,3 2-1-16,1 5-8 16,0 0-38-16,-2 0-32 15,-5 0-32-15,-10 0-31 16,-14 5 15-16</inkml:trace>
  <inkml:trace contextRef="#ctx0" brushRef="#br0" timeOffset="7190.21">12624 4582 608 0,'0'0'76'0,"0"0"18"16,0 0-55-16,0 0-39 16,0 0-15-16,0 0-37 15,-2 10 46-15,-12 29 6 0,-5 9 0 16,0 5 4-1,2 0-2-15,10-4 2 0,7-11 2 16,0-11-5-16,10-13 9 16,11-14 2-16,0 0 25 15,8-19 14-15,4-14-25 16,-4-7-21-16,-6-9-5 16,-16-5-3-16,-7-5-16 15,-9 1-10-15,-12 7 18 16,8 15 5-16,7 14 5 15,6 14-1-15,0 8 2 16,4 0-25-16,18 17 2 16,7 13 21-16,4 9 1 0,-4 4 1 15,-2 3 5-15,-4-6 1 16,-5-7 1-16,-6-10-2 16,-2-6 4-16,-7-4-1 15,-2-5-4-15,-1-4 0 16,0-1-2-16,0-3 3 15,0 0 2-15,5-12 39 16,9-19-7-16,7-19-39 16,13-11-20-16,2-6-5 15,8-1 21-15,-2 3 4 16,3 7 16-16,-2 8-1 16,-4 5 4-16,-1 15 1 0,-6 10-16 15,-11 9-3 1,-5 6 0-16,-8 5-1 0,-1 6-7 15,-1 24-3-15,-5 16 8 16,-1 16-2-16,0 15 3 16,-7 6 0-16,0-4-3 15,2-9-9-15,2-15 3 16,3-15-15-16,-3-13-15 16,0-10 17-16,-6-12-26 15,-3-5-45-15,-4-5 65 16,-5-19-155-16,-1-8-174 15,2-1 325-15,7 3 33 16,5 5 309-16,5 9-123 16,3 3-98-16,0 9-2 0,0 0-37 15,0-2-7-15,21-1-24 16,11-1-16-16,8 0 11 16,-7 0 24-16,-8 3-9 15,-8 5-12-15,-3 0-16 16,-3 0 0-16,-3 14 0 15,1 1-1-15,-5 5-2 16,-3 1 3-16,-1 1 0 16,0 0 0-16,0-5 2 15,0-5-1-15,0-5-1 16,3-7 0-16,3 0 0 16,15-8 7-16,13-17 23 15,8-6-30-15,4-2 0 0,-11 7 0 16,-12 7 0-1,-11 8 1-15,-4 11-1 0,-8 0-5 16,2 6-12-16,-2 13 9 16,0 9 2-16,0 9 5 15,0 2-1-15,-5 2-17 16,3-4-19-16,2-9-69 16,0-8-2-16,18-13 5 15,2-7-130-15</inkml:trace>
  <inkml:trace contextRef="#ctx0" brushRef="#br0" timeOffset="7675.49">13860 4643 574 0,'0'0'163'0,"0"0"-39"0,0 0-60 16,0 0-57-16,0 0-7 16,0 0-6-16,0 9 2 15,-1 13 3-15,-2-1 2 16,3 0 1-16,0-5 0 15,0-2-2-15,0-6-7 16,8-5 5-16,12-3 2 16,8-8 4-16,8-14-4 15,-3-5-8-15,-5 3 4 16,-9 5 4-16,-8 4 0 16,-3 8 15-16,-5 4-8 15,-3 3-2-15,0 0-5 16,0 0-3-16,0 0-3 0,0 16-16 15,1 4 15 1,2 3 6-16,6 1-2 0,0-7-10 16,3-6 9-16,3-5 1 15,4-6 3-15,7 0 1 16,3-10-1-16,1-9 0 16,-4-5-1-16,-7-1 1 15,-7 3 0-15,-6 4 4 16,-2 7 16-16,-2 7 15 15,-2 4-5-15,0 0-30 0,0 8-7 16,0 17-57 0,-8 9 58-16,7 5-2 0,1-2-14 15,15-7-42-15,16-10 41 16,11-8-17-16,7-12-57 16,0-2-27-16</inkml:trace>
  <inkml:trace contextRef="#ctx0" brushRef="#br0" timeOffset="7826.11">14351 4264 714 0,'0'0'11'0,"0"0"-11"16,0 0-14-16,0 0-25 15,0 0-17-15,112 103-66 0,-73-72-91 16</inkml:trace>
  <inkml:trace contextRef="#ctx0" brushRef="#br0" timeOffset="8056.32">14774 4325 672 0,'0'0'49'0,"0"0"52"16,0 0-8-16,0 0-78 15,0 0-15-15,0 0-12 16,12 48 12-16,-7 13-1 0,2 9 1 16,-1 3 0-16,-2-2-1 15,1-9-19-15,-2-15-16 16,-3-15-45-16,0-11-48 16,0-14-35-16,-8-7-144 15</inkml:trace>
  <inkml:trace contextRef="#ctx0" brushRef="#br0" timeOffset="8322.94">14607 4631 673 0,'0'0'44'15,"0"0"22"-15,0 0-52 16,0 0-6-16,99-52 25 16,-56 43-17-16,8 1 8 0,1-1-11 15,-6 4 4 1,-10 2-10-16,-12 0-4 0,-13 2-1 15,-6 1-2-15,-5-2-1 16,0 2 0-16,0 0-5 16,0 3-3-16,0 14 8 15,-6 8 1-15,-4 12 1 16,1 8-1-16,9 2-9 16,0-1-58-16,0-6-91 15,19-15-61-15,-2-11-178 16</inkml:trace>
  <inkml:trace contextRef="#ctx0" brushRef="#br0" timeOffset="8855.86">14986 4734 740 0,'0'0'62'0,"0"0"-33"16,0 0-16-16,0 0-11 15,0 0 5-15,90-59 18 16,-54 47 0-16,4-2-9 15,-2-2-8-15,-2-4-4 16,-7-1 2-16,-7-1 7 16,-10-3-10-16,-4 3-3 15,-8 2 6-15,0 4-5 16,0 4-2-16,-3 7 0 16,-14 5-4-16,-10 5-10 15,-10 21-7-15,-7 12 11 0,7 12 0 16,8 3-22-1,11-2 16-15,16-5-5 0,2-10-21 16,21-12 42-16,13-12 1 16,8-7 0-16,4-5-3 15,0-5-39-15,-2-17-43 16,-2-9 34-16,-2-10-14 16,-3-8 40-16,-1-2 25 15,0 4 42-15,4 8 11 16,-1 12-16-16,-6 12 24 15,-11 12-24-15,-10 3-13 16,-6 3-18-16,-4 22-6 0,-2 14 0 16,0 9 1-1,-20 8 0-15,-7-3 6 0,3-8-5 16,2-9 5-16,2-10 1 16,3-5-4-16,-3-4 1 15,0-5-5-15,-2-2-4 16,-9-9-87-16,-3-1-64 15,1-28-292-15</inkml:trace>
  <inkml:trace contextRef="#ctx0" brushRef="#br0" timeOffset="9017.38">15052 4288 503 0,'0'0'18'0,"0"0"-12"16,0 0-6-16,0 0 0 16,0 0-47-16,0 0-82 15,71 80-69-15</inkml:trace>
  <inkml:trace contextRef="#ctx0" brushRef="#br0" timeOffset="9579.88">16287 4730 592 0,'0'0'118'16,"0"0"-88"-16,0 0-28 0,0 0 3 16,0 0 6-16,0 0 14 15,-18-25 6-15,-3 3-27 16,-6-12-4-16,3-5-10 16,4-8 2-16,6 2-5 15,11 0-38-15,3 6-72 16,22 5-182-16</inkml:trace>
  <inkml:trace contextRef="#ctx0" brushRef="#br0" timeOffset="9787.86">16279 4345 119 0,'0'0'106'0,"0"0"-42"16,0 0-45-16,0 0 23 15,-22 103-21-15,-29-59 3 16,-7 2 15-16,4-4-4 16,5-9-11-16,13-6 12 15,10-10 10-15,12-8-19 16,2-1-5-16,8-2-4 0,2 0-10 15,2 3-7-15,19-2 7 16,32-4 18-16,33-1-4 16,28-2-14-16,24-4-8 15,6-16-60-15,2-11-64 16,-8-8-163-16</inkml:trace>
  <inkml:trace contextRef="#ctx0" brushRef="#br0" timeOffset="10137.57">16906 4282 439 0,'0'0'9'0,"98"11"3"15,-31-3 63-15,11-6-11 16,9 0-21-16,2-2-7 15,-4 0-19-15,-8 0-12 16,-15-3-2-16,-16-6-3 16,-19 1-37-16,-18-3 12 15,-9 1-2-15,-14 1-7 16,-20 1-32-16,-8 5 48 16,4 3 18-16,-4 8 10 15,-1 19 3-15,-11 15 12 16,-7 11 1-16,-5 15-14 15,5 13 0-15,10 5-6 0,18-4-3 16,17-7-3-16,16-24-71 16,4-21-134-16,25-22-100 15</inkml:trace>
  <inkml:trace contextRef="#ctx0" brushRef="#br0" timeOffset="10506.95">17523 4227 687 0,'0'0'185'0,"0"0"-138"16,0 0-47-1,0 0-18-15,0 0 17 0,-4 112 0 16,-11-46 2-16,0 4-1 16,6-6 0-16,6-10 0 15,3-14-16-15,0-14 1 16,0-14 8-16,3-12-21 15,10 0 28-15,9-16-7 16,7-18 1-16,6-5-35 16,0-2 10-16,-2 7 31 15,-6 11 7-15,-4 10 23 16,-4 9-2-16,-3 4-24 16,-2 0-4-16,-5 21-4 15,-4 9 3-15,-5 11 0 16,0 7 1-16,0 2 6 0,-7-4-2 15,3-10-4-15,1-9-21 16,1-11-25-16,2-7-78 16,0-9-39-16,5-11-45 15</inkml:trace>
  <inkml:trace contextRef="#ctx0" brushRef="#br0" timeOffset="11585.88">17954 4496 817 0,'0'0'0'0,"0"0"-23"0,0 96 16 15,0-51 7-15,0-4 2 16,3-9-2-16,0-10 3 16,-1-5 7-16,0-9-7 15,-2-6 5-15,0 0-4 16,0-2 0-16,1 0 14 15,4-19 49-15,3-11-67 16,7-14-8-16,6-3-17 16,6 3 14-16,9 10 2 15,3 14-7-15,5 9-53 16,-3 8-37-16,2 3 36 16,-3 0 26-16,-4 0 34 15,-4 0 10-15,-3 8 0 16,-5-1 2-16,-7-3-2 15,-3-1 4-15,-3-3 19 0,0 0 31 16,1-2 41-16,5-10-66 16,4-7-2-16,-2-1-14 15,-1-8 4-15,-5-1-8 16,-10-4 8-16,-3 0 2 16,-8 3-6-16,-9 10-4 15,-4 11 3-15,-3 9-12 16,-9 9-9-16,-7 22 7 15,-2 12 2-15,8 10-1 16,14 7 1-16,20 7-1 16,16-3-1-16,38-9 2 0,29-16 3 15,8-15-2-15,3-16 3 16,-4-8-3-16,-10-3 4 16,-10-21-4-16,-12-5 2 15,-17-5-1-15,-16-2 1 16,-22-3-3-16,-3 5-7 15,-25 1 6-15,-8 11-2 16,3 8 2-16,6 14-1 16,0 0-3-16,2 14 0 15,-3 11 1-15,9 5 0 16,6 0 1-16,10 0-1 16,2-5-2-16,26-8 6 0,9-10 2 15,2-7 6 1,6 0 3-16,-9-17 3 0,-4-9 5 15,-9-1-1-15,-10 1-3 16,-7-1-8-16,-6 5-6 16,0 5 9-16,0 6-5 15,0 6-5-15,0 5 0 16,-4 0-8-16,-6 11-36 16,-3 17 40-16,6 8 0 15,7 9 4-15,10-3-8 16,26-6 4-16,12-13 3 15,1-12 1-15,-2-9 0 16,0-2 1-16,-4-16-1 16,-2-15 1-16,-4-7-1 0,-8-8-1 15,-6-5-1-15,-13-7-3 16,-10-6 3-16,0-2 2 16,-4 0 2-16,-6 5 22 15,4 18 28-15,4 18-33 16,1 13-6-16,1 12-13 15,0 0-10-15,-2 16-37 16,-1 17 41-16,0 13 6 16,0 13 0-16,3 8 4 15,0 1-4-15,0 2 3 16,0 0-3-16,0-5-10 16,-5-2-35-16,-3-12-46 15,-4-15-24-15,-5-16-85 16,-1-18-87-16</inkml:trace>
  <inkml:trace contextRef="#ctx0" brushRef="#br0" timeOffset="12002.14">19243 4567 448 0,'0'0'121'0,"0"0"-20"16,0 0-45-16,0 0-15 15,66-71 20-15,-42 62-25 16,6 0-11-16,3 2-3 15,5 0-16-15,2-3 1 16,2-2-6-16,1-5 0 16,-5-3 0-16,-5-4 3 0,-4 0-3 15,-1-1-2-15,2 1-3 16,-1 1-18-16,-4 5 7 16,-9 6 6-16,-5 4 3 15,-5 7 3-15,-6 1-8 16,0 4-48-16,0 18 45 15,0 11 12-15,-13 12 2 16,-8 10 0-16,0 4 6 16,3 2-6-16,9-4 10 15,9-7-10-15,0-8 4 16,0-11 3-16,5-7-3 16,-1-7 0-16,0 0-4 15,-4-2 0-15,0 0 1 16,-10-3-1-16,-20-4-24 0,-16-2 3 15,-16-4-67-15,-10-2-55 16,0 0-95-16,11 3 18 16</inkml:trace>
  <inkml:trace contextRef="#ctx0" brushRef="#br0" timeOffset="34979.53">6768 5922 199 0,'0'0'93'0,"0"0"-93"16,0 0 3-16,0 0 29 15,0 0 26-15,0 0 18 16,0 0 4-16,0 0-27 0,0 2-25 16,0-2 9-16,0 0-2 15,0 0-15-15,0 0-10 16,0 0 3-16,0 0 17 16,0 0 11-16,0 0-9 15,4-2 6-15,3-10-13 16,7-4-22-16,2-4-3 15,-1-1 2-15,3-4-1 16,-3-2-1-16,-2-7 1 16,-6-1 0-16,0-2 1 15,-7 5-2-15,0 6 0 16,-15 6-4-16,-10 9 0 16,-10 9-2-16,-6 2-10 15,-6 11 7-15,2 15 3 0,8 13 3 16,8 8-1-16,9 10-4 15,6 4-10-15,12-1 2 16,2-1-22-16,2-9 12 16,22-14-41-16,14-14 3 15,9-15 43-15,3-7 17 16,-1 0-3-16,-10-9 7 16,-12-1 2-16,-11 3 3 15,-9 2 18-15,-5 3 51 16,-2 2-24-16,0 0-50 15,0 7-19-15,0 13 2 16,0 8 14-16,-9 9 0 16,-10 4 3-16,-2 2 3 0,-3-2-3 15,-1-4 8-15,5-10-4 16,5-8-1-16,5-8-1 16,2-4 3-16,1-4-4 15,-4-3 5-15,-4 0-3 16,-5 0-2-16,-5 0 0 15,12-10 0-15,6 0 2 16,7-4-2-16,4-5-1 16,32-6-13-16,19-9-30 15,14-4 15-15,10-5-6 16,-3 0 28-16,-3 4 6 16,-10 2 28-16,-12 6 0 15,-10 7 36-15,-15 5 3 0,-10 6-17 16,-11 8 8-16,-5 3-30 15,0 2-2-15,0 0-26 16,0 12-10-16,0 18-6 16,-9 17 14-16,-12 16 1 15,0 15 0-15,-3 9 1 16,-4 2 1-16,1 0 4 16,-3-9-4-16,-2-9-1 15,1-13 2-15,3-16-2 16,6-17 1-16,12-14-1 15,5-11 3-15,-3-3 1 16,-2-27-2-16,-4-20-2 16,0-15-24-16,4-10 5 15,9-6 1-15,1-3 15 0,2 3-11 16,21 0 14-16,1 9 0 16,10 8 1-16,4 14-2 15,5 14 2-15,8 15 2 16,1 15 0-16,-3 6-3 15,-1 17-1-15,-12 19 1 16,-12 9-5-16,-12 6-4 16,-12-6-8-16,-2-7 14 15,-19-7-5-15,-3-9 1 16,-4-5 6-16,-7-2 0 16,-9-2 1-16,-1-5 2 0,-1-2-2 15,10-2 0-15,13 1 0 16,14 5-45-16,9 0-175 15,7-3-187-15</inkml:trace>
  <inkml:trace contextRef="#ctx0" brushRef="#br0" timeOffset="35895.8">7458 6255 4 0,'0'0'292'0,"0"0"-192"16,0 0-37-16,0 0-11 15,0 0 5-15,0 0-12 16,90-30-1-16,-74 12 28 16,-7-4-4-16,0-1-30 15,-4-2-18-15,-5-2 3 16,0 4-11-16,-3 6-9 16,-8 3 6-16,5 11-8 0,3 3-1 15,3 0-3-15,-5 23-38 16,4 12 38-16,1 8-1 15,0 5 4-15,12-1-21 16,18-4-4-16,16-8-10 16,12-14-12-16,8-12 20 15,2-9 4-15,-3-10-12 16,-6-18-39-16,-11-9-75 16,-11-4 80-16,-16 0 69 15,-12 2 36-15,-9 2 56 16,0 9-7-16,0 7-35 15,0 11 72-15,0 5-30 16,0 5-85-16,0 0-7 0,5 10-33 16,8 9 33-1,2 2 0-15,-3 1 0 0,0-3 0 16,0-5 0-16,-2-5 0 16,-4-5 0-16,0-4 4 15,-2 0 16-15,-2-4 32 16,3-7-23-16,-5-6-3 15,0 3-13-15,-5 0-13 16,-7 5 0-16,2 3-1 16,4 6 0-16,-2 0-1 15,-5 21-9-15,4 9 8 16,3 7-2-16,6 4 4 0,6 2-8 16,28-4 7-1,15-5-5-15,12-12-1 0,10-13-7 16,1-9 1-16,6-2-1 15,-7-25 3-15,-15-2 7 16,-15-4 5-16,-19 0 0 16,-19 2 34-16,-3 3-18 15,-3 1 3-15,-18 4-11 16,0 9-8-16,3 6 1 16,9 7 5-16,6 1-6 15,0 6-12-15,-4 19-5 16,7 12 17-16,0 7-2 15,5 6 2-15,24-1 0 0,8-5-3 16,10-9-22 0,6-14-42-16,1-13-79 0,-8-8-34 15,-6-20-277-15</inkml:trace>
  <inkml:trace contextRef="#ctx0" brushRef="#br0" timeOffset="36079.4">8510 5770 725 0,'0'0'0'16,"0"0"-18"-16,0 0 6 16,79 75 2-16,-49-28-60 0,4 2-49 15,5-7-129 1</inkml:trace>
  <inkml:trace contextRef="#ctx0" brushRef="#br0" timeOffset="36427.36">9105 6295 727 0,'0'0'42'0,"0"0"35"15,37-75-41-15,-19 43-26 16,0-7 4-16,-3-4 32 16,-2-4-42-16,-4 0-2 0,-4 6-2 15,-4 7-1-15,-1 11 1 16,0 9-4-16,0 9 2 16,0 5 2-16,0 5-13 15,0 23-60-15,-7 19 72 16,-5 17-1-16,-4 17 0 15,-1 6 2-15,-2 5 3 16,1-2-2-16,6-3 3 16,1-9-2-16,4-11 3 15,1-17-5-15,3-17-1 16,0-17-62-16,-2-15-53 16,-1-1 32-16,-7-27-98 15</inkml:trace>
  <inkml:trace contextRef="#ctx0" brushRef="#br0" timeOffset="36679.28">8864 6384 511 0,'0'0'161'0,"0"0"-37"16,32-77-81-16,7 65-42 15,11 2-1-15,13 2 4 16,1-3-2-16,2 4-1 16,-5 0 2-16,-3 1-3 15,-11 1 2-15,-16 1-1 16,-13 1 0-16,-11 3 0 15,-7 0 4-15,0 0-4 16,0 0-1-16,0 1-10 0,-3 15 7 16,-9 7 3-16,-3 3 0 15,5 4 0-15,4 0-57 16,6-8-59-16,3-15-164 16</inkml:trace>
  <inkml:trace contextRef="#ctx0" brushRef="#br0" timeOffset="36838.03">9625 5949 666 0,'0'0'65'16,"0"0"-65"-16,0 0-74 15,0 0 54-15,12 73 17 0,11-36-37 16,12-9-165-16,12-11-128 15</inkml:trace>
  <inkml:trace contextRef="#ctx0" brushRef="#br0" timeOffset="37160.67">9922 6104 434 0,'0'0'172'16,"0"0"-9"-16,0 0-88 15,0 0-40-15,0 0-28 16,0 0-7-16,0 6-13 15,0 9 8-15,9 2 1 16,5-2-18-16,3-4-44 16,0-5 63-16,-2-6-16 15,-5 0 19-15,-7 0 10 0,-3-13 18 16,0-2-4-16,-12 0 11 16,-9 0-32-16,-1 5 0 15,4 3 14-15,2 7-3 16,2 0-14-16,-2 17-10 15,2 16 10-15,3 9-1 16,8 7-2-16,3 2 2 16,13-4 1-16,21-6-3 15,13-12-8-15,12-15-23 16,8-14-72-16,2-5-168 16</inkml:trace>
  <inkml:trace contextRef="#ctx0" brushRef="#br0" timeOffset="37859.59">7592 6036 295 0,'0'0'112'0,"0"0"-26"0,0 0-40 15,100 0 14 1,-53 0-30-16,0 0-10 0,-5 0 1 16,-5 0 8-1,-13 0-12-15,-7 5-14 0,-12 4-3 16,-5 6 0-16,0 4-3 16,-25 8 3-16,-23 8 2 15,-16 1 40-15,-13-2-33 16,5-6-9-16,11-6-40 15,16-8-73-15,26-7-33 16,19-7-227-16</inkml:trace>
  <inkml:trace contextRef="#ctx0" brushRef="#br0" timeOffset="38676.96">10981 5874 531 0,'0'0'191'16,"0"0"-149"-16,0 0-42 15,0 0-10-15,0 0 4 16,-46 84 6-16,24-30 4 15,2 9 4-15,2 4-3 16,7 1 5-16,6-4-10 16,5-8 2-16,13-7-1 0,18-11 7 15,13-13-5-15,11-11-3 16,12-14-2 0,5 0-106-16,-1-26-96 0</inkml:trace>
  <inkml:trace contextRef="#ctx0" brushRef="#br0" timeOffset="38884.94">11008 5852 474 0,'0'0'14'0,"0"0"18"16,104-7-27-16,-63 7-1 15,2 0 6-15,0 4-8 16,2 7 1-16,-4 3-3 16,-5 3-31-16,-10-5-203 15</inkml:trace>
  <inkml:trace contextRef="#ctx0" brushRef="#br0" timeOffset="39275.68">10945 6101 575 0,'0'0'53'16,"0"0"-46"-16,0 0 39 0,127 61 29 15,-72-40-7 1,2-1-31-16,-3 2-24 0,-5 2-1 16,-3-1-8-16,-10 1-3 15,-6-3-1-15,-15 0-29 16,-11-4-55-16,-4-2-49 15,-10-4 10-15,-10-6 35 16,1-5-71-16,7 0 15 16,6-11 120-16,6-14 24 15,6-1 80-15,17-3 56 16,8 0 40-16,4 7-53 16,3 5-88-16,-2 10 31 15,-6 5-59-15,-5 2-6 16,-7 9 2-16,-2 13 1 0,-2 6-4 15,-1 6 2-15,-3 5-1 16,1 3-2-16,2-6 0 16,-1-5-30-16,5-9-55 15,-4-14-31-15,5-8-114 16</inkml:trace>
  <inkml:trace contextRef="#ctx0" brushRef="#br0" timeOffset="39758">11830 6240 432 0,'0'0'169'0,"0"0"23"16,0 0-80-16,0 0-70 16,0 0-42-16,0 0-10 15,39-6 10-15,-23 44-1 0,5 4 1 16,6-1 1 0,0-9-1-16,0-10 2 0,-5-11-2 15,-6-9 4-15,-2-2-1 16,4-5-1-16,2-16-2 15,5-9-7-15,1-5-10 16,0-1-23-16,-4 2 30 16,-1 7 9-16,0 8 0 15,-1 6 1-15,-3 9-1 16,-2 4-5-16,-7 0 2 16,-4 12-5-16,-4 10-42 15,0 7 17-15,0 6 34 16,0-3 2-16,-2-5 2 15,2-8 1-15,0-8-2 0,0-7-3 16,0-4-2-16,0 0-10 16,5-5 7-16,13-15-60 15,3-6-29-15,3-2 65 16,2 0 29-16,-1 3 5 16,-5 3 10-16,-2 8 13 15,-9 8 42-15,-3 4-9 16,-2 2-29-16,-4 2-32 15,0 20-10-15,0 12-1 16,-3 8-28-16,-14-2-90 16,0-11-241-16</inkml:trace>
  <inkml:trace contextRef="#ctx0" brushRef="#br0" timeOffset="39924.79">12640 6296 919 0,'0'0'39'15,"0"0"-39"-15,0 0-10 16,0 0-82-16,0 0-38 16,0 0 15-16,0 50-127 0</inkml:trace>
  <inkml:trace contextRef="#ctx0" brushRef="#br0" timeOffset="40424.97">8516 6702 89 0,'0'0'129'15,"0"0"-77"-15,-87-3 42 16,75-2 61-16,8 2-37 15,2 2-17-15,2 1-30 16,0 0-46-16,0 0-25 16,31 0 0-16,38 0 0 15,46 0 10-15,52 0 12 16,51 0 0-16,40 1-10 16,19 1-4-16,-1-2-7 15,-20 0 2-15,-28 0 0 0,-34 0-2 16,-32-6-2-1,-28-7 2-15,-23 1 1 0,-29-2-2 16,-24 1 1-16,-27 2 2 16,-20 4-3-16,-13-1-3 15,-42 6-1-15,-28 2-71 16,-26 0-122-16,-4 0-355 16</inkml:trace>
  <inkml:trace contextRef="#ctx0" brushRef="#br0" timeOffset="41340.5">15902 5632 538 0,'0'0'120'0,"0"0"-21"15,0 0-25-15,0 0-60 16,0 0-14-16,0 0-12 16,-101 0 12-16,39 51 0 15,-6 18 0-15,-2 12 1 0,16 15-1 16,12 9 0-1,24-2-5-15,18-8-37 0,12-23 15 16,33-26-25-16,10-21 2 16,12-21 50-16,-1-4 5 15,-6-21 11-15,-13-10 7 16,-15-5 35-16,-18-6-21 16,-14-3 2-16,-3 3-35 15,-13 3 3-15,6 11-1 16,7 10 15-16,3 11 8 15,0 7-29-15,13 0-10 16,11 12 3-16,4 9 2 16,1 4 5-16,-3 1 0 15,-7 8 0-15,-5-1 1 16,-5 3-1-16,-6-2 1 0,-3-1 2 16,0-7-3-16,0 1-2 15,-6-7-31-15,2-1-69 16,4-10-78-16,7-9-236 15</inkml:trace>
  <inkml:trace contextRef="#ctx0" brushRef="#br0" timeOffset="41958.69">16210 6225 850 0,'0'0'47'0,"0"0"-2"0,0 0-45 16,0 0-11-16,0 0 0 15,0 0 1-15,53-12 10 16,-2 12 2-16,11 0 6 16,-3-11-8-16,-12-5-7 15,-17-1 6-15,-14-1 1 16,-13-1 3-16,-3 0 0 16,-17-1-3-16,-15 2 0 15,0 5-7-15,0 10 6 16,4 3 1-16,3 20-2 15,0 14-1-15,3 10-2 16,12 6 2-16,10-2-16 16,16-7-9-16,30-11-17 15,17-13 28-15,6-14 5 0,1-3 1 16,-3-10 10 0,-13-10 0-16,-14-4 1 0,-19-2 21 15,-11 1 11-15,-10 4-3 16,0 6-15-16,0 9 11 15,0 6 6-15,0 0-31 16,0 5-26-16,-5 13 10 16,-6 9 16-16,-1 1 0 15,6-1 2-15,0-1-2 16,6-6-23-16,0-7 14 16,4-9 9-16,11-4 0 15,8 0 2-15,6-12 7 16,4-10-9-16,-5-4-1 0,-4-3-19 15,-9 6 20-15,-7 8 14 16,-3 7 13-16,-1 5-2 16,-3 3 1-16,-1 0-26 15,2 3-10-15,-1 16-8 16,0 7 13-16,1 6 3 16,0 2-4-16,-1 0-59 15,1-7-40-15,0-12-93 16</inkml:trace>
  <inkml:trace contextRef="#ctx0" brushRef="#br0" timeOffset="42429.94">17680 5892 776 0,'0'0'85'15,"0"0"-35"-15,0 0-50 16,0 0-17-16,0 0 12 15,8 114-1-15,-8-55 6 16,0 5 5-16,0 2-2 16,14-9-3-16,16-7 1 15,10-14-1-15,14-10-1 0,6-12-2 16,4-11-3 0,3-3-31-16,-3-15-118 0,-7-21-180 15</inkml:trace>
  <inkml:trace contextRef="#ctx0" brushRef="#br0" timeOffset="42619.82">17837 5828 630 0,'0'0'0'0,"0"0"0"15,111-12 5-15,-70 12-1 0,6 6 0 16,6 5-3-1,7 3-1-15,1 3 0 0,-5-1-44 16,-8-2-155-16,-21-5-202 16</inkml:trace>
  <inkml:trace contextRef="#ctx0" brushRef="#br0" timeOffset="43438.8">17799 6107 733 0,'0'0'34'0,"0"0"17"16,0 0 11-16,129 36-25 16,-65-22-14-16,4 3-12 0,1 0-4 15,-3 2-7 1,-9 0 3-16,-5-2-3 0,-14-2 0 16,-11 1-15-16,-16-6-30 15,-10-4-51-15,-1 0 51 16,0-1 23-16,0-2 22 15,0 0 0-15,-1-2 1 16,1 1-1-16,0-2 1 16,0 0 4-16,0 0 19 15,1 0 12-15,14 0-19 16,3 0-2-16,-6 0 1 16,-3 0-4-16,-8 0 0 15,-1 0-5-15,0 0-2 16,0 0-5-16,0 0-5 0,0 1 2 15,0 6 1-15,0 3 1 16,0 3 1-16,0 1 1 16,0 2 2-16,0-1-1 15,0-1-2-15,3 0 5 16,3-1-4-16,0-1-1 16,1-4 1-16,-4-1 0 15,-1-3 0-15,-2-1 0 16,0-1-1-16,0-2 2 15,0 0-1-15,0 0 0 16,0 0 3-16,0 0 7 16,0 0 14-16,0 0 4 15,0-9-7-15,3-6-16 0,0-2-5 16,0 1 0 0,2-4-1-16,-2 1-4 0,-1-3-3 15,0 2 2-15,1 2-3 16,1 3 5-16,-2 2 2 15,-2 3 1-15,3 1 0 16,-2 5 0-16,2 0 0 16,3 0-3-16,5-1-3 15,10-3 6-15,6-1-7 16,5 1-3-16,3 0 9 16,-1 2 1-16,-7 3 0 15,-2 3 0-15,-9 0-2 16,-5 0 2-16,-5 14 0 15,-4 6-4-15,-2 5 0 0,0 8 2 16,-10 1 2-16,-3 0 2 16,4-6-1-16,5-6-1 15,2-8 3-15,2-3-3 16,0-5-10-16,11-6-44 16,16 0-21-16,12-17-105 15,6-14-175-15</inkml:trace>
  <inkml:trace contextRef="#ctx0" brushRef="#br0" timeOffset="43722.7">19013 6129 522 0,'0'0'177'0,"0"0"-6"15,0 0-119 1,0 0-52-16,0 0-12 0,0 0 12 16,0 59-1-16,0-22 0 15,0 4 0-15,0-7 1 16,11-6 0-16,5-8 5 15,-2-7-4-15,5-4 2 16,2-9 1-16,6 0-2 16,6-6 5-16,-2-17-5 15,-1-7-1-15,-6-3-1 16,-8 1-4-16,-7 2 2 16,-1 2 2-16,-5 11 3 15,1 9-3-15,-1 8-10 16,0 0-66-16,1 16-193 0,7 4 140 15,10-6-206-15</inkml:trace>
  <inkml:trace contextRef="#ctx0" brushRef="#br0" timeOffset="44053.9">19488 6225 664 0,'0'0'73'15,"0"0"28"-15,0 0-86 16,0 0-15-16,0 0-3 15,0 0 3-15,4 96 10 16,-16-60 1-16,2-4 0 16,2-10-4-16,0-5-4 15,3-9 3-15,2-4-3 16,3-4-2-16,0 0 0 0,0-1 6 16,0-19-7-16,21-8-7 15,12-3-19-15,4 1 15 16,2 7-7-16,-5 5 3 15,-5 9 3-15,-11 6-9 16,-8 3 16-16,-1 0 3 16,-9 8-11-16,0 16 9 15,0 8 4-15,-9 2 1 16,-1 2-1-16,5-2-1 16,5-9-68-16,0-14-178 15</inkml:trace>
  <inkml:trace contextRef="#ctx0" brushRef="#br0" timeOffset="44236.76">19882 6292 806 0,'0'0'42'0,"0"0"-42"15,0 0-20-15,-86 29-13 16,64-9-33-16,1-3-8 15,2 0-52-15,-2-5-172 16</inkml:trace>
  <inkml:trace contextRef="#ctx0" brushRef="#br0" timeOffset="44537.81">17074 6663 624 0,'0'0'136'0,"0"0"-45"16,0 0-86-16,0 0-5 16,0 0-8-16,0 0 8 15,100 0 4-15,4 0 18 16,30 0-3-16,21 0-5 0,13 0-4 15,7 0-3-15,2-5-7 16,-12-1 0-16,-17-1 2 16,-22 0 0-16,-25 1-2 15,-16-2-9-15,-18 1-57 16,-19-6-148-16,-18-7-217 16</inkml:trace>
  <inkml:trace contextRef="#ctx0" brushRef="#br0" timeOffset="44713.79">18854 6604 712 0,'0'0'108'0,"0"0"-18"0,0 0-31 16,0 0-13 0,0 0-30-16,0 0-16 0,-4 0-15 15,4 0-39-15,-3 10-71 16,-2-5-63-16,-1-5-212 15</inkml:trace>
  <inkml:trace contextRef="#ctx0" brushRef="#br0" timeOffset="45968.74">6903 6904 452 0,'0'0'53'0,"0"0"16"15,84-22-61-15,-19 15 3 16,22 1 24-16,16-2 3 16,14-4 6-16,12-1-6 15,5 2 2-15,-5 0-17 16,0 2-17-16,-9 0-6 16,-13 1-6-16,-16 0-19 15,-27 2-29-15,-27 2 11 16,-31 0-44-16,-15-2-24 0,-44-2-298 15</inkml:trace>
  <inkml:trace contextRef="#ctx0" brushRef="#br0" timeOffset="47667.56">5201 7243 337 0,'0'0'166'16,"0"0"12"-16,0 0-61 16,0 0-68-16,17-83 52 15,-17 69-97-15,-6 2 1 16,-9 5-5-16,-9 7 6 15,-7 0-5-15,-11 19-2 16,-3 17 1-16,-1 15-2 16,9 8 1-16,4 9-1 15,9 0 0-15,11-4-4 0,8-7-13 16,5-10 14-16,11-15-3 16,17-11-1-16,18-10 9 15,5-11 1-15,9 0 4 16,-3-12-3-16,-9-5-1 15,-12-1 1-15,-9 0-2 16,-12 2 2-16,-6 7 2 16,-6 4 18-16,-3 5-13 15,0 0-9-15,0 0-5 16,0 14-17-16,0 3 21 16,0 5-1-16,0-2 2 15,0-4-3-15,6-5 1 0,9-2 1 16,4-9 1-1,4 0 0-15,9 0 4 0,1-20-1 16,0-5-1-16,-3-1 0 16,-11-4 6-16,-5 5 10 15,-10 4-7-15,-2 8 2 16,-2 5-5-16,0 6-8 16,0 2-1-16,0 0-11 15,0 12-15-15,3 5 24 16,5 6-1-16,9-3 2 15,11 0-2-15,10-6 0 16,8-8 3-16,3-6-2 16,3 0-7-16,0-14 4 15,-4-12 4-15,-2-7-4 0,-10-3-16 16,-9 0 18-16,-12 2 4 16,-11 7 3-16,-4 6 5 15,0 6 0-15,0 10 6 16,0 5-2-16,0 2-12 15,0 25-27-15,2 16 27 16,2 13-1-16,-4 10-1 16,0 3-1-16,-3-3 0 15,-14-12 3-15,3-16 0 16,2-18 0-16,6-10 2 16,3-9 1-16,2-1-2 15,-2 0 15-15,-5-4 27 16,-2-14-22-16,-1-12-21 0,2-7-6 15,9-7-12-15,0-4-12 16,23-3 9-16,22 1 6 16,13 0 13-16,6 0 2 15,-3 1 4-15,-4 4 8 16,-12 2 21-16,-11 8 3 16,-9 6-12-16,-8 9 5 15,-7 9 19-15,-8 4-22 16,-2 6-23-16,0 1-3 15,0 11-16-15,0 20-25 16,0 22 31-16,-6 14 9 16,-2 9-12-16,5-1-11 15,3-8-21-15,0-12-18 0,17-18-73 16,3-18-17-16,-6-19-181 16</inkml:trace>
  <inkml:trace contextRef="#ctx0" brushRef="#br0" timeOffset="48532.51">6131 7450 776 0,'0'0'24'15,"0"0"42"-15,0 0-40 16,0 0-24-16,89-28-2 16,-32 28 0-16,16 0 2 15,2 0 0-15,0 0 8 0,-9 0-8 16,-12 0-2-16,-18 0-2 15,-16 2 2-15,-9-1 0 16,-11 1-3-16,3 0-8 16,-3 1-4-16,0 4 2 15,0 3 10-15,0 7 2 16,0 7 1-16,0 10 0 16,1 5 0-16,9 4 1 15,6-4 0-15,5-7 1 16,4-10 0-16,-1-10 7 15,0-8 11-15,-6-4 11 16,3 0 1-16,1-17-11 16,3-10-13-16,2-4-8 15,-9-1 0-15,-6-3-6 16,-12-2-14-16,-7 1-13 0,-23 0 8 16,-3 1 2-16,5 12 16 15,11 7 7-15,8 9 4 16,9 7-4-16,0 3-23 15,6 14-50-15,17 8 66 16,5 4 7-16,5 4 13 16,1-1 26-16,-3 2-23 15,-4-8-4-15,-3 2-4 16,-2-6-1-16,-4-2-3 16,-4-7 0-16,-8-4 0 15,-2-6-3-15,-4-3-1 0,0 0 0 16,0-16 0-16,0-10 0 15,-3-5-16-15,0 2 10 16,3 2 6-16,0 6 6 16,0 8 4-16,12 9-10 15,0 4 0-15,2 0-4 16,0 12 2-16,0 8 1 16,-1 3-2-16,-1 4 3 15,-3-3-2-15,0 0 1 16,-1-7 1-16,-2-8-1 15,0-7 1-15,4-2 4 16,2-3 8-16,6-17 4 16,-2-7-9-16,-1-5-2 15,-3-4-3-15,-3 3 0 16,0 5 7-16,-4 8-1 0,-1 8 1 16,-1 8 3-16,-2 4-9 15,1 0-3-15,1 8-12 16,9 18 12-16,0 7-1 15,4 3 1-15,1 4-2 16,8-7-14-16,5-5-22 16,1-7 29-16,2-11-55 15,-2-10-83-15,-1 0-42 16,-3-14-160-16</inkml:trace>
  <inkml:trace contextRef="#ctx0" brushRef="#br0" timeOffset="49265.95">7597 7565 542 0,'0'0'164'0,"0"0"-30"0,0 0-90 16,0 0-17-16,0 0-3 16,0 0-9-16,-2-38-4 15,4 31-5-15,1-3-4 16,3 0 1-16,-5 0-3 16,-1-2 2-16,0 3-2 15,-7-2 0-15,-9 6-1 16,-3 5-1-16,-3 0-5 15,1 5 2-15,3 18-11 16,2 10 6-16,7 9-3 16,9 1 2-16,3-4-23 15,34-8-2-15,17-12-5 16,16-16 34-16,5-3-5 0,-2-9-49 16,0-16-39-16,-12-3-114 15,-13-2 67-15,-17-2 146 16,-16 1 1-16,-15 2 39 15,0 3 70-15,0 6 132 16,-2 8-58-16,1 7-82 16,1 5-47-16,0 0-54 15,0 12-19-15,0 19 4 16,-7 13 15-16,1 7 2 16,1 5-1-16,2-5-1 15,3-12 1-15,0-12-1 16,0-13 4-16,0-8-2 0,0-4-1 15,0-2 0-15,0 0 6 16,0-8-1-16,0-16-6 16,12-11-1-16,6-9-8 15,-2-4 4-15,4 2 0 16,-1 1 4-16,-1 1 0 16,4 5 1-16,2 5-2 15,-4 7 1-15,-2 7 0 16,-8 9-4-16,-1 4 4 15,-5 5 1-15,-2 2-2 16,2 0-10-16,1 2-42 16,1 13 43-16,1 6 11 15,-3 5 0-15,-2 0 1 16,-2 2-1-16,0 0 0 16,0-3 0-16,0-3 19 0,0-2-11 15,0-1-2-15,0-2-3 16,0-2-1-16,0 1 1 15,-4-1-3-15,-10 1-5 16,-5 4-13-16,-7-4 4 16,0 2-67-16,0-1-67 15,16-7-56-15</inkml:trace>
  <inkml:trace contextRef="#ctx0" brushRef="#br0" timeOffset="49436.8">8508 7746 788 0,'0'0'75'16,"0"0"-36"-16,0 0-20 16,0 0-15-16,0 0-3 15,0 0-1-15,-119 65 1 16,65-27 0-16,4 0-2 16,5 8-32-16,4-7-120 15,11-16-225-15</inkml:trace>
  <inkml:trace contextRef="#ctx0" brushRef="#br0" timeOffset="51063.73">9617 7139 524 0,'0'0'203'0,"0"0"-76"15,0 0-53-15,0 0-27 0,0 0-17 16,0 0-30-16,0 0-4 16,-69-27-2-16,39 61 5 15,-10 18 1-15,-1 6-1 16,7 4-8-16,11-5-6 16,13-7-14-16,10-11 4 15,12-11-8-15,21-9 2 16,7-9 25-16,2-9 3 15,4-1 0-15,-4-6 6 16,-4-13-2-16,-13 0 1 0,-7-3 7 16,-16 1 31-1,-2 1-2-15,0 3-13 0,-8 8-3 16,-1 3 12-16,9 6-12 16,-3 0-22-16,1 7-22 15,-1 18-7-15,3 9 29 16,0 7-3-16,18-2 2 15,13-5-1-15,14-8-2 16,9-16 3-16,9-10 2 16,-1 0 3-16,-2-17 0 15,-11-9-3-15,-14-6 3 16,-13-2-2-16,-21-3-2 16,-2 1-3-16,-38-1-3 15,-12 2-13-15,-7 3-14 16,6 11 21-16,18 8 12 0,16 6-1 15,15 7 1-15,3 0-7 16,7 0-32-16,23 10 23 16,13 7 16-16,9 2 15 15,-2 1 6-15,0 0-4 16,-9 0-6-16,-11 0-11 16,-4-3 1-16,-8-1 1 15,-7-3-2-15,-6-4-11 16,-3-1-26-16,-2-5 10 15,0-3 0-15,0 0 20 0,0 0 7 16,0-14 14 0,0-5-14-16,3-2 2 0,11 2 1 15,2 6-2-15,3 9-1 16,4 4-3-16,-5 0-4 16,0 12-4-16,-5 8 4 15,0-2-4-15,-2-1 10 16,-2-2-2-16,-2-4-2 15,-4-5 5-15,-1-5 0 16,2-1 10-16,1-4 80 16,2-14-67-16,3-7-13 15,1-8 4-15,0-1-14 16,0-1 0-16,-2 9 10 16,-1 9 7-16,2 9-13 15,-1 8-4-15,6 0-3 0,9 8-13 16,9 12 15-16,5 3 0 15,1 2-10-15,0 0-6 16,6-2 1-16,6-6-3 16,1-10 19-16,-2-7 2 15,-9-5-2-15,-8-22-2 16,-6-13 2-16,-2-8-29 16,-10-13 17-16,-15-5-2 15,0-2 6-15,-23-1 5 16,-4 10 3-16,7 11 57 15,5 17 32-15,9 20-65 16,1 11-24-16,-1 22-8 0,-3 29-20 16,-4 20 26-1,-5 19 2-15,0 11 0 0,5 3-1 16,2-1 1-16,10-12 0 16,1-9 0-16,-2-12 1 15,-2-12 1-15,-2-18-2 16,0-15-9-16,0-12-12 15,4-13-17-15,2 0 38 16,0-31 16-16,0-16-11 16,0-11-5-16,0-10-2 15,0 1 2-15,0 6 0 16,9 10 0-16,21 14-3 16,12 11-16-16,3 15-28 15,-1 8 32-15,-13 3 13 16,-8 2-2-16,-12 13 2 0,-7 8 1 15,-4 0-5-15,0 0 4 16,-18-3 2-16,-7-5 0 16,-5-5 0-16,0-7 9 15,-1-3-4-15,1 0 3 16,6-1 0-16,8-7-7 16,14 2-1-16,7 1-65 15,32-2-282-15</inkml:trace>
  <inkml:trace contextRef="#ctx0" brushRef="#br0" timeOffset="51235.8">11199 7490 756 0,'0'0'86'16,"0"0"-1"-16,0 0-33 16,0 0-21-16,0 0 11 15,0 0-5-15,-35-38-31 16,35 38-6-16,0 0-39 15,22 2-61-15,13 8 5 16,15-10-178-16</inkml:trace>
  <inkml:trace contextRef="#ctx0" brushRef="#br0" timeOffset="51415.8">11535 7475 838 0,'0'0'19'0,"0"0"-19"15,0 0-6-15,0 0 6 16,-36 104 13-16,15-51 7 16,-8 10-11-16,-6 8-3 15,-5 9-4-15,-7 2-2 16,0-12-91-16,6-19-195 16</inkml:trace>
  <inkml:trace contextRef="#ctx0" brushRef="#br0" timeOffset="53844.93">4890 8649 599 0,'0'0'130'0,"0"0"-32"0,46-109 3 16,-28 70-81-16,0 0 2 15,-2-3-8-15,-1-2 8 16,-5 1-9-16,-7 6-8 16,-3 3-5-16,0 5 0 15,-17 9-4-15,-16 6-2 16,-15 8-18-16,-7 6 13 16,1 17 9-16,7 25-7 15,17 20-9-15,16 14 3 16,14 9 7-16,0 1 0 15,8-4 1-15,12-10 2 16,0-10 3-16,-1-14 2 0,-4-16 0 16,-4-11-2-1,-8-9-1-15,-3-5-9 0,0-1 7 16,-14-1 5-16,-20 0 7 16,-9-4 3-16,-6-1-8 15,8 0 4-15,11-8-2 16,17-8 0-16,13-7-4 15,15-4-7-15,34-4-59 16,16-3-8-16,7 0 70 16,1 3 4-16,-10 0 3 15,-17 9 31-15,-16 7 15 16,-15 5 2-16,-11 8-6 16,-4 2-25-16,0 0-20 15,0 0-8-15,0 13-29 16,0 8 36-16,5 5 0 0,1 3-1 15,10-5-22-15,2-2 7 16,9-9 8-16,12-9 9 16,7-4 3-16,9-10-1 15,0-18-1-15,-10-6 11 16,-12-7 27-16,-9 2-12 16,-15 3-1-16,1 9-11 15,-8 10 4-15,-2 7 4 16,0 10-16-16,0 0-7 15,0 0-18-15,0 20-25 16,0 8 37-16,4 7 5 16,10 5-6-16,11 0-8 0,11-5 2 15,10-8-13-15,2-10 7 16,1-14 4-16,5-3 2 16,-5-13 8-16,-1-13 5 15,-14-7 0-15,-10-1 0 16,-12 1 11-16,-12 2 13 15,0 5 0-15,0 8 2 16,-8 8 18-16,4 6-14 16,2 4-30-16,-1 11-7 15,-3 22-19-15,-1 18 25 16,4 18 1-16,3 12 0 16,0 14 0-16,0 6 0 15,3 0 0-15,-1-6 0 0,-2-14 0 16,0-20 0-16,-4-24-2 15,-3-16 0-15,1-15 2 16,-6-6 4-16,-9-25 13 16,-13-21-15-16,-9-22-2 15,-4-17-7-15,4-9 3 16,5 2 4-16,12 8-1 16,17 13-6-16,9 14-2 15,21 11-8-15,23 12-26 16,16 12 10-16,6 7 11 15,1 13 19-15,-4 2 1 16,-3 6 1-16,-11 15-1 16,-12 8 2-16,-10-1-1 15,-14-1-1-15,-7-5-1 0,-6-6 0 16,0-3-6-16,0-6 8 16,-13 0 1-16,0-4 7 15,-1-3-3-15,0 0 3 16,4-5-4-16,1-10 2 15,9-2-4-15,0-2-1 16,24-3-6-16,19 1-10 16,11 3-12-16,4 4-20 15,-4 5 48-15,-12 7 1 16,-7 2 10-16,-11 0-8 16,-3 16-2-16,-6 5 0 0,-8 7-1 15,-6 5 2 1,-1 11-2-16,0 8 11 0,-14 8 6 15,-9 12 5-15,-3 3 8 16,-1 0-18-16,6-10-7 16,6-16-2-16,3-16 0 15,6-13-3-15,3-10 2 16,3-10 0-16,0 0 6 16,0-10 55-16,2-26-20 15,11-18-43-15,7-18-26 16,-4-9 5-16,-6-3-7 15,1 4 18-15,4 11 8 0,8 13 0 16,9 14-2 0,1 13 1-16,-5 15 2 0,-5 13-1 15,-3 1-5-15,-9 15 2 16,-4 14 3-16,-7 8-3 16,-3 4 0-16,-20-4 4 15,-3-6 1-15,5-9 1 16,6-8 0-16,2-9 0 15,10-3 0-15,3-2 4 16,0-2 5-16,0-19 18 16,17-13-28-16,13-8-8 15,8-6 0-15,4-3 3 16,4 2 4-16,-6 2 1 16,0 5 1-16,-10 3 17 15,0 11-2-15,-12 10 7 0,-6 8-8 16,-9 8-10-1,-3 2-5-15,0 0-3 0,0 19-10 16,0 11 7-16,0 12 6 16,-3 9 0-16,-6 5-1 15,8-1-2-15,1-8-15 16,0-11-8-16,20-13 3 16,12-12 4-16,5-11 12 15,6 0-3-15,-1-11-23 16,-5-12 0-16,-8-6 26 15,-9 0 7-15,-9 1 13 16,-3 8 41-16,-4 8-1 16,-3 8-3-16,1 4-29 15,-2 0-21-15,0 0-21 0,0 18 1 16,6 11 19-16,3 5 0 16,5 5-3-16,8-8-25 15,3-11-36-15,10-9-41 16,6-11 32-16,-2-20-220 15</inkml:trace>
  <inkml:trace contextRef="#ctx0" brushRef="#br0" timeOffset="53979.71">7152 8497 834 0,'0'0'10'0,"0"0"-10"0,0 0-187 16,0 0 183-16,2 87-43 15,19-56-122-15,7-3-119 16</inkml:trace>
  <inkml:trace contextRef="#ctx0" brushRef="#br0" timeOffset="54264.9">7376 8724 544 0,'0'0'173'0,"0"0"-44"16,0 0-65-16,0 0-17 15,0 0-30-15,0 0-17 16,12-28 0-16,2 13 0 16,-1 0 1-16,-4 0 1 0,-5 1-1 15,-4 1-1-15,0 4 0 16,0 3 0-16,-7 3-4 16,-9 3 2-16,-3 9-10 15,-4 18-7-15,-1 9 5 16,12 10-13-16,10 2-2 15,2-2-3-15,23-6-23 16,14-12-27-16,9-14 80 16,10-11-3-16,0-3-59 15,-1-17-132-15</inkml:trace>
  <inkml:trace contextRef="#ctx0" brushRef="#br0" timeOffset="54727.51">7724 8630 585 0,'0'0'231'0,"0"0"-132"15,0 0-66-15,0 0-33 16,0 0-23-16,0 0 19 16,-30 89 4-16,19-36 1 15,3 0-1-15,5-9 3 16,3-15-2-16,0-13 1 16,-2-8-2-16,2-7 3 15,0-1 1-15,0 0 4 16,0-8 10-16,8-17-8 0,14-12-10 15,6-8-22 1,2-2 9-16,-2 1 6 16,-1 0 4-16,-5 3 3 15,-2 5 0-15,-5 4 4 0,-5 8 8 16,-2 12-9-16,-7 4-3 16,1 9-3-16,-2 1-4 15,0 0-18-15,0 13-80 16,0 11 27-16,0 12 77 15,0 8 2-15,0-1 3 16,0-4-2-16,4-5-2 16,-1-5 12-16,3-5 23 15,0-4-1-15,-3-3-11 16,-1-4-12-16,-2-2-7 16,0-1-2-16,-11 2 3 0,-12 0-4 15,-7 1-1 1,7 0-55-16,11-5-113 0,12-7-228 15</inkml:trace>
  <inkml:trace contextRef="#ctx0" brushRef="#br0" timeOffset="54879.58">8256 8976 853 0,'0'0'54'15,"0"0"-37"-15,0 0-17 16,0 0-7-16,-49 77 7 15,14-21 0-15,3 7 1 16,0 5-1-16,-2-5-21 0,9-13-115 16,1-20-251-16</inkml:trace>
  <inkml:trace contextRef="#ctx0" brushRef="#br0" timeOffset="55626.73">8717 8470 505 0,'0'0'106'15,"0"0"-1"-15,33-95-25 16,-29 69-25-16,-4 9-27 16,0 3 9-16,0 7-32 0,0 7-5 15,-14 4-5-15,-3 26-46 16,-4 18 17-16,3 12 20 15,5 13-40-15,8 4 30 16,5-4 10-16,0-5 4 16,12-15-3-16,3-12 13 15,-4-13 0-15,-8-11 2 16,-3-6-2-16,0-5 0 16,-6 0 2-16,-23 1 6 15,-11-1 5-15,-9-2-9 16,2 0-4-16,6-4-21 15,8 0-12-15,12-9-17 16,13-6-30-16,8-2-122 16</inkml:trace>
  <inkml:trace contextRef="#ctx0" brushRef="#br0" timeOffset="55877.83">9096 8338 734 0,'0'0'69'15,"0"0"56"-15,0 0-81 16,0 0-14-16,0 0-30 16,0 0-17-16,-12 7 10 15,12 55 7-15,-6 14 0 0,-7 6 1 16,-3 2-2-16,0-4-8 15,1-10-29-15,7-11-14 16,8-14-54-16,0-15-31 16,13-19-90-16</inkml:trace>
  <inkml:trace contextRef="#ctx0" brushRef="#br0" timeOffset="56326.04">9497 8240 882 0,'0'0'31'16,"0"0"-7"-16,0 0-24 16,0 0-1-16,0 0-8 15,0 0 8-15,-91 135 0 16,60-57 1-16,6 9 1 15,7-1-1-15,16-9-6 16,2-10-23-16,31-19-16 16,15-19 45-16,13-15 4 15,9-14-4-15,-1-6-21 16,-7-25-30-16,-15-6-24 16,-15-4 57-16,-17-2 18 15,-13 5 3-15,0 8 23 0,0 7 6 16,0 12 34-16,0 9-41 15,0 2-25-15,0 7-82 16,0 14 71-16,0 6 9 16,0 4 4-16,-7 6-2 15,3 1 0-15,0 3 0 16,1-3 0-16,3-3 0 16,0-6 0-16,0-2 0 15,3-13-116-15,12-9-172 16</inkml:trace>
  <inkml:trace contextRef="#ctx0" brushRef="#br0" timeOffset="56708.12">9858 8891 712 0,'0'0'154'0,"0"0"-63"16,0 0-64-16,0 0-20 15,0 0 3-15,0 0-6 16,43-66-1-16,-20 46-2 15,5 0-2-15,1-4 1 16,-1 1-13-16,0-2-12 16,-5-2-8-16,-1 1-8 15,-9-2-2-15,-5 0 2 16,-5 5-55-16,-3 4 37 16,0 7 59-16,0 5 2 15,0 7 36-15,0 0-38 0,-5 14-37 16,-2 18 32-16,-2 11 3 15,0 7 4-15,8 6-2 16,1-5 0-16,0-5 1 16,0-12-1-16,0-8 0 15,0-8 3-15,0-8 1 16,0-3 2-16,-8-2 0 16,-13-3 3-16,-12 1 15 15,-11 1-20-15,-4-4-4 16,0 0-81-16,8 0-181 15</inkml:trace>
  <inkml:trace contextRef="#ctx0" brushRef="#br0" timeOffset="63736.62">4872 7820 61 0,'0'0'14'0,"0"0"-2"16,0 0 8-16,-88 0 29 15,67 0-12-15,4 0 9 16,6-3 28-16,-3-4-13 15,-4-3-38-15,-1 2 0 16,-5-2-2-16,6 2 18 0,4-1-3 16,4 2-7-16,3 1 19 15,4 3-3-15,3 0 25 16,0 1-15-16,3 2-14 16,37-3-41-16,21 3 6 15,27 0-4-15,24 0-2 16,21 8 5-16,16 8-5 15,15 1 0-15,12 0 1 16,-6-2-5-16,-12 0 3 16,-22-5 1-16,-26-3 0 15,-29-4-2-15,-17-3 2 16,-19 0 1-16,-18 0-1 0,-11-13 5 16,-9-2 9-1,-7-3 15-15,0-2-25 16,-23 2 1-16,-3 2-5 0,-8 9 0 15,-2 7-23-15,2 0-108 16,16 7-123-16</inkml:trace>
  <inkml:trace contextRef="#ctx0" brushRef="#br0" timeOffset="63917.21">6565 7925 723 0,'0'0'86'16,"0"0"-48"-16,0 0-24 0,0 0-14 15,0 0-19 1,0 0-48-16,-66 33-113 0,66-16-168 16</inkml:trace>
  <inkml:trace contextRef="#ctx0" brushRef="#br0" timeOffset="100649.19">9256 7996 204 0,'0'0'113'0,"0"0"-51"0,0 0-38 15,0 0 14-15,0 0 4 16,0 0-19-16,0 0 29 16,-3-46-37-16,3 41-2 15,0 3 9-15,0-1-8 16,0 0 24-16,0 1 6 15,0-2-6-15,0-2-12 16,0 4 9-16,0-2-19 16,0 1-5-16,0 1 13 15,0-1-9-15,0 0 6 0,0 2-6 16,0 1-1-16,0-1-12 16,14-2-1-16,19 0-2 15,21 0 1-15,16 0 0 16,21 3 0-16,24 0 0 15,18 0 0-15,17 0 3 16,15 0-3-16,0 1-4 16,1-1-17-16,-14 2-7 15,-17-2 11-15,-20 0-4 16,-28 0 5-16,-16 0 7 16,-23 0 6-16,-16 0 3 15,-15 0 1-15,-11 0 1 16,-6 0 29-16,0-5 22 0,0-2-38 15,-9-1-13 1,-5 1-2-16,-3 2-1 0,-2 5-11 16,5 0-27-16,-2 0-55 15,5 12-81-15,1-4-163 16</inkml:trace>
  <inkml:trace contextRef="#ctx0" brushRef="#br0" timeOffset="133384.26">4848 9439 317 0,'0'0'38'0,"0"0"-5"16,0 0 48-16,0 0 5 0,0 0-37 16,0 0 4-1,0 0 0-15,0 0-6 0,-79-69-7 16,76 64-10-16,2 0-10 15,1 1-3-15,0 1-8 16,0 3-9-16,0 0 0 16,4 0-3-16,27 0-3 15,23 0 6-15,31 0 0 16,39 0 0-16,33 0 2 16,39-4 0-16,25-6-2 15,4-5-2-15,-3-2 2 16,-19-2 4-16,-28 2-4 15,-16-2 0-15,-23 2 1 16,-21 2-1-16,-15-1 0 16,-21 3 0-16,-22 3 1 15,-14 0-1-15,-18 3 1 16,-14 3 6-16,-7-1 12 0,-4 4 2 16,0-2-1-16,0 0-11 15,0 2-9-15,0-1-1 16,0 2 1-16,0 0-5 15,0 0-11-15,0 0-27 16,-4081 0-33-16,8162 12-75 16,-4088 7 77-16,-2-1-140 15</inkml:trace>
  <inkml:trace contextRef="#ctx0" brushRef="#br0" timeOffset="133546.32">7169 9244 527 0,'0'0'165'16,"0"0"-59"-16,0 0-64 15,0 0-29-15,0 0-13 16,0 0-80-16,0-12-177 16,0 27 21-16</inkml:trace>
  <inkml:trace contextRef="#ctx0" brushRef="#br0" timeOffset="155414.37">8447 9326 299 0,'0'0'88'0,"0"0"-22"16,0 0-45-16,0 0 7 16,0 0-6-16,0 0 2 15,0 0 9-15,3-13-7 16,-3 13-1-16,0-2-7 15,3 2 84-15,12 0-101 16,21 0 1-16,23 0 0 16,31 0 9-16,29-1 4 15,26-2 11-15,26-8-10 16,16-2-2-16,2-4-8 16,-5-2-3-16,-14-5 1 15,-21 0-2-15,-18-1 1 16,-17 3-1-16,-22 2-2 15,-14 2 0-15,-19 3 0 16,-12 1 0-16,-16 4-3 0,-13 0-5 16,-14 4 7-16,-4 0 0 15,0 6-2-15,-13 0-57 16,-17 0-103-16,-4 0-91 16</inkml:trace>
  <inkml:trace contextRef="#ctx0" brushRef="#br0" timeOffset="156164.46">9045 8104 547 0,'0'0'185'15,"0"0"-88"-15,0 0-28 16,0 0-28-16,0 0-1 0,0 0-22 15,0 0 4-15,-7-40-10 16,7 40-12-16,0 0-1 16,0 0-15-16,0 0-29 15,0 7-17-15,7 3-39 16,4-6-167-16,-1-4-203 16</inkml:trace>
  <inkml:trace contextRef="#ctx0" brushRef="#br0" timeOffset="198303.08">15808 5677 142 0,'0'0'64'16,"0"0"18"-16,0 0-37 16,0 0 45-16,0 0-39 15,0 0 2-15,0 0-18 16,0-18-8-16,0 18-10 16,0-2-12-16,0 2 0 15,0 0 10-15,0 0 11 16,0 0-4-16,0 0-13 0,0 0-9 15,0 0-2-15,2 0-2 16,-1 0-3-16,6 0 6 16,4 0 1-16,2 0 0 15,10 0 1-15,4 0 2 16,5 0 5-16,10 0-2 16,7 0 1-16,3-3 4 15,-4 0-11-15,-6 1 2 16,-9 2-2-16,-11-3 2 15,-10 3-1-15,-6 0 1 16,-4-2 0-16,-2 2 17 16,0-1 14-16,0-2-3 15,0 3-30-15,-12 0-26 16,-12 0-61-16,-1 6-15 0,2 5-145 16</inkml:trace>
  <inkml:trace contextRef="#ctx0" brushRef="#br0" timeOffset="201415.93">15416 6994 577 0,'0'0'6'0,"0"0"38"16,0 0-25-16,0 0-19 16,0 0-15-16,0 0 15 15,-28 91 66-15,3-30-26 16,-8 9 3-16,0 5-14 0,-4 1 1 15,0-2-17-15,1-9-11 16,5-8 1-16,6-13 3 16,7-11-5-16,9-12 0 15,4-11-1-15,2-7 4 16,2-3 0-16,1-17 68 16,0-19-56-16,20-20-16 15,13-12-26-15,8-9-16 16,5-7-13-16,3 2 15 15,1 5-9-15,-2 7-26 16,-1 13 29-16,-2 9 35 16,-2 13 11-16,-9 15 18 15,-7 15 24-15,-6 5-20 16,-6 23-22-16,-8 18 0 16,-7 10 10-16,0 2-3 0,-20 2 13 15,-11-2-3-15,-2-6-6 16,0-10 0-16,6-11-6 15,3-4 6-15,0-9-6 16,2-5 1-16,-2-4 4 16,4-4-2-16,4 0-1 15,9 0-7-15,7 0-14 16,18 0-117-16,25 0-301 16</inkml:trace>
  <inkml:trace contextRef="#ctx0" brushRef="#br0" timeOffset="202081.41">15795 7352 635 0,'0'0'96'0,"0"0"-19"15,0 0-59-15,0 0-16 16,0 0 0-16,-75 93 11 16,71-49-1-16,4 0-2 15,0-1-4-15,19-9-4 16,11-10-2-16,9-13 4 15,13-11 2-15,7-5 1 16,2-21-4-16,-1-6 0 16,-16-8-3-16,-19 1-8 15,-21-3-5-15,-7 1-31 16,-40 4-3-16,-22-1-25 0,-12 4 18 16,7 1 35-16,18 5 19 15,30 2 28-15,22 6 94 16,14 3-75-16,27-4-47 15,16 1-3-15,13-6 3 16,12-1 0-16,0-1 4 16,-3 3 3-16,-13 6 15 15,-20 9-11-15,-16 3 15 16,-14 7-8-16,-9 5-18 16,-7 23 0-16,0 17 0 15,-14 16 3-15,-18 12 6 0,-2 7-6 16,3-1 3-16,11-2-2 15,11-10-3-15,9-11-1 16,0-13 2-16,11-10-2 16,13-13 0-16,8-14-1 15,14-6-7-15,8-20 3 16,2-16-10-16,-3-6 2 16,-12-1 8-16,-16 4 5 15,-10 6 14-15,-11 11 6 16,-4 11-6-16,0 7 5 15,0 4-16-15,0 0-3 16,0 17-12-16,0 8 11 16,0 7 1-16,0 3 0 15,0 2 2-15,0-4-2 0,5-5-2 16,14-5-15 0,-1-12 0-16,7-8 4 0,8-3-7 15,2-17-41-15,1-14-132 16,-10-7-206-16</inkml:trace>
  <inkml:trace contextRef="#ctx0" brushRef="#br0" timeOffset="202208.14">16643 7236 617 0,'0'0'70'16,"0"0"-3"-16,0 0-45 15,0 0-22-15,0 0-66 0,108-23-34 16,-70 39-126-16</inkml:trace>
  <inkml:trace contextRef="#ctx0" brushRef="#br0" timeOffset="202452.14">17019 7117 757 0,'0'0'59'0,"0"0"63"15,0 0-73-15,0 0-23 16,0 0-26-16,0 0-15 16,-7 43 12-16,7 21 2 15,0 14 2-15,0 6-2 16,0-3 1-16,0-9-21 0,1-12-11 16,-1-16-23-1,0-16-4-15,0-13-39 0,0-15-61 16,0-3-124-16</inkml:trace>
  <inkml:trace contextRef="#ctx0" brushRef="#br0" timeOffset="202701.55">16843 7481 758 0,'0'0'85'0,"0"0"-21"16,0 0-54-16,90-31-2 15,-44 25 9-15,3-2-7 16,3 3-2-16,0 2-5 0,-3 2 2 15,-5 1-5-15,-7 0 1 16,-11 0-1-16,-9 6 0 16,-9 6-6-16,-8 4 2 15,0 4 2-15,-5 5-2 16,-15 5 4-16,-3 4 1 16,4-1-1-16,4-4-34 15,7-7-50-15,8-10-68 16,0-12-125-16</inkml:trace>
  <inkml:trace contextRef="#ctx0" brushRef="#br0" timeOffset="202875.18">17307 7090 831 0,'0'0'34'15,"0"0"23"-15,0 0-43 16,0 0-14-16,0 0-19 15,0 0-14-15,84 67 30 16,-54-12-36-16,7 0-109 16,8-11-120-16</inkml:trace>
  <inkml:trace contextRef="#ctx0" brushRef="#br0" timeOffset="203566.12">17652 7441 583 0,'0'0'155'0,"0"0"-39"16,0 0-90-16,0 0-25 16,0 0-1-16,-63 78 3 15,60-48-3-15,3 0-1 16,15-5-7-16,28-6-15 16,18-13-1-16,12-6 7 15,2 0-16-15,-9-13 33 16,-17-7 9-16,-17 3 18 15,-15 0 19-15,-12 1 7 16,-5 6-24-16,-13-2-15 0,-15 2-11 16,-3 6-2-16,1 4-2 15,6 0 1 1,7 9-1-16,4 11-5 0,4 6 5 16,6 1-8-16,3-5-3 15,2-5-1-15,25-10-2 16,9-7 15-16,7 0 3 15,4-9 5-15,-6-5 11 16,-8 2-1-16,-9 1 0 16,-14 4-9-16,-3 1-2 15,-5 4-1-15,-2 2-6 16,0 0 1-16,0 0-1 16,3 0-1-16,6 2-10 15,16 14 2-15,17-3 7 0,16-1 1 16,13-9 0-1,3-3-3-15,2-19 4 0,6-15 1 16,1-12-1-16,-5-7-3 16,-6-3-5-16,-17-5-4 15,-18-2-3-15,-19-4 15 16,-18 2 15-16,0-2 15 16,-23 8-7-16,-9 8 5 15,-1 13-18-15,8 15-10 16,3 18 0-16,7 6-4 15,-2 35-7-15,-7 24 3 16,2 22 6-16,9 15 0 16,13 7 1-16,2-3 1 15,25-11 0-15,4-14 2 16,0-14-2-16,-2-13-1 0,-2-12-20 16,-3-16-29-16,-6-21-103 15,-2-14-572-15</inkml:trace>
  <inkml:trace contextRef="#ctx0" brushRef="#br0" timeOffset="204953.2">15217 7038 512 0,'0'0'82'0,"0"0"-35"16,0 0-33-16,0 0-13 15,0 0-1-15,0 0-10 16,0 0 6-16,15-7-1 16,8 4 2-16,2-4-1 15,8 1-15-15,0 0-61 16,-2-6-83-16</inkml:trace>
  <inkml:trace contextRef="#ctx0" brushRef="#br0" timeOffset="-184263.73">15131 8358 168 0,'0'0'102'0,"0"0"-10"16,-69 86 2-16,46-58-57 16,6-1-9-16,3 0-2 15,4-3-7-15,4 0-11 16,3-2-5-16,3 0 1 16,0-3-4-16,0 0 2 15,0-1 2-15,0-2-4 16,9 1 0-16,2-3-12 15,5-5-47-15,8-4-73 16,6-5-58-16</inkml:trace>
  <inkml:trace contextRef="#ctx0" brushRef="#br0" timeOffset="-183604.99">15204 8132 539 0,'0'0'117'0,"0"0"32"16,0 0-107-16,0 0-39 0,0 0 0 15,101-28 12 1,-66 25-1-16,4-1-4 0,1-3-2 15,2 4-2-15,2 0-6 16,-4 3-1-16,-8 0-20 16,-13 0-47-16,-16 13-118 15,-4-3-105-15</inkml:trace>
  <inkml:trace contextRef="#ctx0" brushRef="#br0" timeOffset="-183391.52">15146 8397 345 0,'0'0'213'16,"0"0"-143"-16,0 0-52 15,0 0 10-15,0 0-20 16,93 20-8-16,-61-12-24 15,1-1-68-15,-3-6-282 16</inkml:trace>
  <inkml:trace contextRef="#ctx0" brushRef="#br0" timeOffset="-182922.54">15636 8293 513 0,'0'0'265'15,"0"0"-155"-15,0 0-70 16,0 0-40-16,0 0-7 15,0 0 5-15,11 6 2 16,-5 15 0-16,2 1 0 0,3 0-3 16,0-5-32-1,3-8 11-15,5-7 5 16,1-2 19-16,4-11 5 0,-6-12 5 16,-4 0 21-16,-10-1 4 15,-4 3-8-15,-8 3-5 16,-14 6-12-16,0 5-10 15,-1 7 0-15,2 0-4 16,-2 24 3-16,-3 13-1 16,3 10 0-16,8 7-1 15,3 4-11-15,12 0-31 16,0-8-29-16,27-7-50 16,16-8 10-16,12-16 32 15,9-12-176-15</inkml:trace>
  <inkml:trace contextRef="#ctx0" brushRef="#br0" timeOffset="-182342.04">16130 8585 214 0,'0'0'203'0,"0"0"10"16,0 0-97-16,-6-81-14 15,-3 74-40-15,3 5-19 16,5 2-32-16,1 0-11 16,0 12-6-16,0 12 5 15,0 7 0-15,5 3 2 16,12 2-2-16,5-7-1 15,6-4-4-15,10-9 6 16,4-11 1-16,4-5 1 16,1 0 0-16,-5-21 2 0,-6-5-1 15,-14-7 1-15,-17-4-1 16,-5-2-3-16,-31-4-1 16,-17 5-12-16,-1 1-8 15,7 11 2-15,16 9 16 16,15 9 3-16,11 4 0 15,0 4-14-15,11 0-12 16,17 15 26-16,8 4 7 16,10 5 8-16,2 2 1 15,4 1 2-15,-5 1-5 16,-6 0-10-16,-10-1-3 16,-12-3 1-16,-8-5-1 15,-10-4-4-15,-1-3-33 0,0-7 14 16,-9-3-3-16,-5-2 1 15,0 0-18-15,1-17-50 16,10-6 33-16,3-9 60 16,0 0 4-16,21-2 15 15,2 2 20-15,6 6 29 16,1 5-34-16,-4 9 8 16,-4 6-7-16,-8 6-9 15,-5 1-26-15,0 20 2 16,1 8-2-16,-2 5 5 15,-5 4-4-15,0-1 2 16,-1 1 0-16,2-3-3 16,6-4 0-16,1-2-43 15,1-10-134-15,-1-9-132 0</inkml:trace>
  <inkml:trace contextRef="#ctx0" brushRef="#br0" timeOffset="-181426.02">16999 8487 665 0,'0'0'121'0,"0"0"-29"16,0 0-53-16,0 0-39 16,0 0-14-16,0 0 8 15,-3 44 3-15,-4-5 3 16,0 3 2-16,4 0 0 0,3-3-1 15,1-8-1-15,23-7 0 16,6-12 0-16,7-7 3 16,4-5 1-16,0-7 3 15,-2-15-3-15,-6-4 8 16,-10-6-11-16,-13-3 9 16,-10-1-9-16,-3 1-1 15,-22 1-13-15,-4 4-8 16,5 8 11-16,11 6 6 15,7 8 4-15,6 7 0 16,3 1-13-16,17 0 1 16,5 9 8-16,2 7 4 0,2 5 9 15,0 3-2-15,-2 1 2 16,1-2-4-16,-1 2 6 16,-2-2-6-16,-7-3 0 15,-5-7-5-15,-7-4 0 16,-6-5 0-16,0-3-17 15,0-1 1-15,0-1 14 16,2-18 0-16,2-6-33 16,2-6-37-16,5 1 18 15,0 2 54-15,0 11 24 16,-2 5 35-16,0 9-31 16,-3 3-17-16,0 6-11 15,1 11-5-15,-5 9 2 0,-2 5 3 16,0 1 0-1,0-3 0-15,0-7 0 0,3-8-2 16,6-9 2-16,6-5 4 16,7-2 9-16,7-20 6 15,3-4-6-15,0-7-9 16,-4 1 0-16,-4 2 18 16,-7 5-13-16,-7 8-5 15,-3 8 4-15,-4 5 1 16,-3 4 2-16,0 0-11 15,2 11-10-15,1 12 8 16,4 7 2-16,0 4 0 16,6-2 0-16,3-5-4 15,0-8 1-15,5-9-19 0,4-10 19 16,1 0 3-16,-2-11 0 16,1-8-2-16,-6-5 0 15,-6 0 1-15,-6 1-2 16,-7 5 3-16,0 8 11 15,0 3-3-15,0 7 2 16,0 0-4-16,0 0-6 16,0 13-11-16,0 9 11 15,0 10-3-15,6 4 3 16,17 0-5-16,15-3-27 16,7-10-51-16,4-12-93 15,-4-11-201-15</inkml:trace>
  <inkml:trace contextRef="#ctx0" brushRef="#br0" timeOffset="-181263.67">18036 8247 529 0,'0'0'324'0,"0"0"-261"15,0 0-63-15,0 0-13 16,0 0 4-16,99 100-22 15,-71-57-55-15,5-6-71 16,7-11-146-16</inkml:trace>
  <inkml:trace contextRef="#ctx0" brushRef="#br0" timeOffset="-181040.88">18496 8453 582 0,'0'0'164'15,"0"0"-65"-15,0 0-61 16,-101 5-16-16,68 23-21 16,1 10 0-16,1 5 0 15,10 0 1-15,14-1-2 16,7-4-4-16,41-9-4 16,19-9 6-16,19-8-6 15,21-7-28-15,4-5-58 0,-3-3-22 16,-23-18-290-16</inkml:trace>
  <inkml:trace contextRef="#ctx0" brushRef="#br0" timeOffset="-179276.76">15319 8249 67 0,'0'0'7'15,"0"0"11"-15,0 0 38 16,0 0 27-16,0 0-47 16,0 0 14-16,-6-9 4 15,6 9-18-15,0 0-1 16,-3 0 23-16,3 0 4 15,-2-2-30-15,-1-1-26 16,2-1-3-16,-5 1-2 0,2-1-1 16,-1 1-1-16,0 0-3 15,1 3-16-15,2 0-4 16,2 0-5-16,0 0-18 16,0-2 4-16,0 2 43 15,0-1 0-15,0-3 30 16,-1 1 4-16,-1-1-14 15,1-3 5-15,-5 1 15 16,5-3-25-16,-1 1 21 16,-1 2-12-16,3 1 4 15,-2 0 36-15,2 4-44 16,0 0-7-16,0 1-1 16,0 0-6-16,0 0-1 15,0 0 0-15,0 0 3 0,-1 0 5 16,0 0-4-16,-1 0-2 15,2 0 2-15,0 0-3 16,0 0 1-16,0 0-2 16,0 0-1-16,0 0-2 15,0 0-2-15,0 0 1 16,0 0-1-16,-3-2 2 16,0 2-2-16,2 0-2 15,-2 0 1-15,3 0 1 16,-3 0-1-16,-3 0-3 15,-2 6 3-15,-4 10-1 0,-5 4 2 16,-3 7-1 0,-1 4 1-16,-3 5 0 0,2 6 1 15,1-1-1-15,0 0-3 16,2 2 3-16,2-3 1 16,1-6-1-16,2-3-4 15,3-4 0-15,0-3-9 16,1-5 11-16,-2 0-13 15,0-2-3-15,1-3 9 16,0-1 6-16,0-3 3 16,3-2 0-16,4 0-1 15,1-5-3-15,2 3-1 16,1-1 5-16,0 0 0 16,0-1 0-16,0 0 0 15,0-3 0-15,0 1-6 0,0 1 4 16,0 0 2-16,0 0 0 15,0 0 0-15,0-1 0 16,0 1-1-16,0-3 2 16,0 0-1-16,0 0 0 15,0 0 0-15,0 0 2 16,3 0-2-16,3 2-1 16,6-1 1-16,6 2 10 15,4-3-2-15,3 1 3 16,1 1-1-16,-1-2-6 15,0 0-1-15,5 0-2 16,-2 0 0-16,2 0 0 16,-3 0-1-16,-1 0 0 15,-6 0-6-15,-4 0-9 0,-5 0-21 16,-5 0 21-16,-4 0-27 16,-2 0 18-16,0 0 10 15,-14 0-14-15,-7 0-25 16,2 3-49-16,5-1-131 15</inkml:trace>
  <inkml:trace contextRef="#ctx0" brushRef="#br0" timeOffset="-179120.18">15216 8782 143 0,'0'0'401'15,"0"0"-261"-15,0 0-53 0,0 0-33 16,0 0-14-16,0 0-13 15,0 0-22-15,0 0-5 16,-3 0-68-16,-3 3-126 16,0 0-91-16</inkml:trace>
  <inkml:trace contextRef="#ctx0" brushRef="#br0" timeOffset="-169936.78">19143 8665 333 0,'0'0'122'0,"0"0"-28"15,0 0-55-15,0 0 4 16,0 0-1-16,0 0-11 16,0 0-13-16,-12-13 15 15,11 12 1-15,1-1-17 0,0 2-7 16,0 0-5-16,0 0 10 16,0-2-6-16,0 2 1 15,0 0-2-15,0 0-2 16,0 0-6-16,0 0-4 15,7 0 1-15,23 0 3 16,18 0 3-16,20 0-3 16,12 0 1-16,8 0-1 15,4-3 0-15,-4-4-11 16,-5-1-18-16,-8-1-8 16,-11-4 4-16,-9-1-4 15,-11 0-4-15,-18 0 23 16,-15-1 7-16,-11 1 7 0,-10 1-7 15,-26 1 1-15,-11-2 6 16,-8 3 2-16,5 0 2 16,14 4 2-16,15 1 13 15,14 3 53-15,7 3-21 16,10 0-43-16,18 0-4 16,9 11 8-16,5 4-6 15,2 0 9-15,-4 3-1 16,-6 0-1-16,-10 0 1 15,-9 2 5-15,-8-1-12 0,-7 3-3 16,0 0 2 0,-24 4 5-16,-11-3 2 0,-11 2-4 15,-8-3-2-15,-3-2-1 16,6-3-2-16,11 0-41 16,15-10-95-16,16-7-205 15</inkml:trace>
  <inkml:trace contextRef="#ctx0" brushRef="#br0" timeOffset="-163827.09">20866 8236 238 0,'0'0'69'0,"0"0"24"15,0 0 6-15,0 0-39 16,0 0 5-16,0 0-25 16,0 0 5-16,3-51-17 0,-3 44 13 15,0 2-21 1,0 0-4-16,0 0-3 0,0 2-3 15,0 0 1-15,0 2-7 16,0-1-2-16,0 2 0 16,0 0 1-16,0 0-2 15,0 0 0-15,0 0-1 16,-9 6-4-16,-16 13 2 16,-11 16 0-16,-9 11 2 15,-4 16 10-15,0 9 1 16,3 3-6-16,14-1 2 15,11-3-5-15,9-7 3 16,12-12-5-16,0-10 0 16,23-12-3-16,10-14 2 0,11-13-4 15,6-2 4-15,6-12-1 16,-1-15 2-16,-8-5 2 16,-10-5 3-16,-15-1 10 15,-10 0 8-15,-12 0-3 16,0 5-5-16,-27 3-4 15,-13 4-10-15,-12 7-1 16,-2 5 0-16,11 8-1 16,13 6-3-16,17 1-17 15,13 22-52-15,4 8-20 16,28 0-60-16,17-8-232 16</inkml:trace>
  <inkml:trace contextRef="#ctx0" brushRef="#br0" timeOffset="-163577.86">21106 8537 700 0,'0'0'67'15,"0"0"22"-15,0 0-70 16,0 0-13-16,0 0 1 15,82-19 1-15,-43 19 5 16,-3-1-2-16,1 1-5 0,-2 0-4 16,-6 0-2-1,-5 7-42-15,-12 0-68 0,-12-7-114 16,-3 0-328-16</inkml:trace>
  <inkml:trace contextRef="#ctx0" brushRef="#br0" timeOffset="-163040.81">21542 8564 460 0,'0'0'45'0,"0"0"45"15,0 0-68-15,0 0-14 16,85-81 9-16,-59 55 4 16,3-4 9-16,-8-2 38 15,-2-2-42-15,-7 5 26 16,-6 4-31-16,-6 4-9 16,0 5-9-16,0 8-3 15,-9 3 0-15,-1 5-3 16,-1 0-8-16,-2 19-16 15,-2 12 9-15,2 14 14 0,-1 10 3 16,-2 8 1 0,2 4 0-16,4-1 0 0,1-5 5 15,6-7 3-15,3-9 8 16,0-14-9-16,0-9-1 16,-2-13-4-16,1-6 5 15,-2-3 24-15,-3 0 21 16,-9-3-27-16,-6-13-22 15,-7-6-2-15,-2-7 4 16,3-3-5-16,11-4 0 16,16 0 0-16,19 0 0 15,35-1-4-15,14 3 4 16,14 1-1-16,-1 5 1 16,-4 3 0-16,-9 3-7 15,-15 7-25-15,-20 3-26 0,-24 6-44 16,-9-3-96-1</inkml:trace>
  <inkml:trace contextRef="#ctx0" brushRef="#br0" timeOffset="-162822.29">22025 8448 690 0,'0'0'98'0,"0"0"6"16,0 0-60-16,0 0-27 15,0 0-11-15,0 0-6 0,24-45-41 16,-7 45-58-16,9 0-79 16,3 0-365-16</inkml:trace>
  <inkml:trace contextRef="#ctx0" brushRef="#br0" timeOffset="-162611.83">22395 8144 739 0,'0'0'101'0,"0"0"4"16,0 0-100-16,0 0-5 15,0 0 0-15,-43 113 0 16,17-37 6-16,-1 13 0 0,-2 6 1 15,2 0-4 1,6-4-3-16,6-5-2 0,7-9-41 16,6-18-54-16,2-20-125 15</inkml:trace>
  <inkml:trace contextRef="#ctx0" brushRef="#br0" timeOffset="-162440.28">22544 8808 912 0,'0'0'49'0,"0"0"21"16,0 0-40-16,0 0-26 15,0 0-4-15,0 0-8 16,2-30-40-16,-2 46 1 16,0-1-59-16,-3-9-231 15</inkml:trace>
  <inkml:trace contextRef="#ctx0" brushRef="#br0" timeOffset="-161612.78">21785 8286 75 0,'0'0'164'0,"0"0"-60"15,0 0 3-15,0 0-38 0,0 0-11 16,0 0-18 0,-5-32 10-16,5 32-5 0,0 0-31 15,8 0-14-15,8 6 1 16,1 8 2-16,0 8 1 16,-1 4 3-16,-2 7-3 15,-3 1-2-15,-5-1-2 16,1-4 2-16,-7-7-2 15,0-3-5-15,-7-5-9 16,-16-3-39-16,-10-2-2 16,-5-4-61-16,1-5-114 15</inkml:trace>
  <inkml:trace contextRef="#ctx0" brushRef="#br0" timeOffset="-161213.8">22183 8176 597 0,'0'0'40'0,"0"0"62"16,0 0-23-16,0 0-28 15,0 0 5-15,0 0-24 16,-46-50-17-16,46 50-7 16,0 0-8-16,0 7-21 15,6 14-74-15,7-1-42 16,5-7-279-16</inkml:trace>
  <inkml:trace contextRef="#ctx0" brushRef="#br0" timeOffset="-147925.73">21764 4373 468 0,'0'0'98'0,"0"0"-68"15,0 0 54-15,0 0-19 16,0 0-30-16,0 0-7 15,0 0-3-15,-7-32-15 16,7 32-9-16,-2 0-1 16,-4 1-8-16,-8 21 3 0,-6 14 5 15,-7 15 0-15,-11 9 0 16,-3 6 0 0,1-1 2-16,4-8 0 0,10-13-2 15,10-15-4-15,9-12-2 16,7-10-11-16,0-7 6 15,29-1 11-15,9-19 9 16,9-4-9-16,-5-3 7 16,-2 5 4-16,-7 2-8 15,-5 9-3-15,-6 8 0 16,-3 3-2-16,-3 6-3 16,-2 16-1-16,-5 7 2 15,-9 9-2-15,0 4 0 0,-18 3 2 16,-11-1 3-16,-1-6 0 15,4-6 1-15,3-8 0 16,7-9 2-16,6-8-1 16,4-4-1-16,1-3 2 15,-1 0 6-15,-6 0 35 16,-4-8-31-16,-10-4-11 16,-3 2-1-16,-4 0-37 15,4-2-57-15,16-7-234 16</inkml:trace>
  <inkml:trace contextRef="#ctx0" brushRef="#br0" timeOffset="-147442.69">21829 4412 553 0,'0'0'49'16,"0"0"28"-16,0 0-24 16,0 0-21-16,0 0-10 15,0 0 0-15,123-55-10 16,-77 55-6-16,3 0-4 16,-4 2-2-16,-2 9-6 0,-11 3 6 15,-12 2-12-15,-8 1-10 16,-12 3-12-16,0 2 11 15,-12 3 17-15,-10 5 5 16,-9 6 0-16,-2 10 0 16,0 3 1-16,9 8 0 15,11-5-1-15,13-7-5 16,24-11 3-16,26-14 3 16,15-13 5-16,5-7 1 15,-1-7 2-15,-3-21 3 16,-9-6 36-16,-8-11-15 15,-10-8 3-15,-12-3-20 16,-15-4 30-16,-12 6-24 16,-13 1-10-16,-28 7-6 15,-17 10-5-15,-6 12-13 0,4 21-22 16,14 9-52-16,25 32-64 16,21 10-197-16</inkml:trace>
  <inkml:trace contextRef="#ctx0" brushRef="#br0" timeOffset="-141913.33">22974 4480 129 0,'0'0'79'15,"0"0"-24"-15,0 0 0 16,0 0 27-16,0 0 0 16,0 0 8-16,0 0-69 15,0-30 3-15,0 26 46 16,0 0-54-16,0-2 11 15,0 2 18-15,0-1-40 16,0 0 3-16,0 0 14 16,0-1 6-16,1 2-15 0,1 0-2 15,-1 1 9-15,-1 1 4 16,0 1-10-16,0-1-3 16,0 2-5-16,0 0-6 15,0 0-2-15,0 0-7 16,-1 19-37-16,-17 13 36 15,-11 17 10-15,-5 9 0 16,-4 5-1-16,2 1 0 16,3-3-4-16,13-5-1 15,10-8-5-15,10-12-7 16,0-11 4-16,19-14 8 16,9-9 6-16,10-2 4 15,8-19 3-15,0-10-1 0,-4-9 13 16,-5-3-7-16,-13-2 2 15,-6-4 4-15,-9-3-6 16,-7 2-2-16,-2 0-5 16,-5 6-3-16,-10 6 1 15,-3 6-2-15,5 9 2 16,3 6-1-16,3 12-3 16,3 3 1-16,-2 11-90 15,-2 19 15-15,0 9-14 16,6 1-69-16,2-9-262 15</inkml:trace>
  <inkml:trace contextRef="#ctx0" brushRef="#br0" timeOffset="-141462.89">23420 4538 695 0,'0'0'134'16,"0"0"-70"-16,0 0-49 15,0 0-15-15,0 0-5 16,0 0-26-16,-5 34 22 0,-13 11 9 15,-1 4 0-15,-1 1 1 16,8-8-1-16,7-8-3 16,5-10-5-16,7-10 3 15,19-8 5-15,14-6 7 16,13-11 10-16,4-14 8 16,-6-7-20-16,-15-2 23 15,-17-4-4-15,-13 1-10 16,-6-1-12-16,-6 3-1 15,-22 4-1-15,-5 7-3 16,0 8-26-16,5 10-7 16,7 6 10-16,9 9-50 0,7 21-70 15,5 6 25-15,17-4-77 16</inkml:trace>
  <inkml:trace contextRef="#ctx0" brushRef="#br0" timeOffset="-141116.07">23862 4601 659 0,'0'0'145'16,"0"0"-80"-16,0 0-65 15,0 0-9-15,0 0 3 16,0 0 6-16,17 95 0 15,-2-52 2-15,3-2 1 0,0-8-3 16,0-8 1-16,3-8 0 16,4-15-1-16,5-2 5 15,2-14-2-15,-2-13 3 16,-6-6 3-16,-10-4 4 16,-11-4-4-16,-3-5-4 15,-23 0 1-15,-17 3-6 16,-3 8-8-16,1 12 2 15,11 14-15-15,13 9-2 16,3 18-58-16,7 21-59 0,5 8 46 16,3-6-181-1</inkml:trace>
  <inkml:trace contextRef="#ctx0" brushRef="#br0" timeOffset="-140765.94">24245 4584 762 0,'0'0'93'16,"0"0"-87"-16,0 0-6 16,0 0-6-16,0 0 5 15,13 87 1-15,-1-42 2 0,3-2-2 16,4-2 3-16,2-8-1 15,3-8 1-15,-3-9-1 16,4-13 4-16,5-3 11 16,1-17 22-16,1-13-17 15,-7-8-10-15,-12-8 6 16,-13-1-11-16,0-9-7 16,-32 3-1-16,-12 4-4 15,-1 14-4-15,11 16 5 16,12 19-22-16,5 16-60 15,5 27-64-15,5 11-7 0,7-2-184 16</inkml:trace>
  <inkml:trace contextRef="#ctx0" brushRef="#br0" timeOffset="-138518.75">23117 5006 218 0,'0'0'103'0,"0"0"54"16,0 0-40-16,0 0-78 15,0 0 72-15,0 0-73 16,4-35 24-16,-2 33-21 16,-1 0-29-16,1 2 2 15,-2 0-14-15,0 0-1 16,1 0-2-16,1 3-5 16,-2 13-50-16,0 13 38 15,-6 7-6-15,-24 5-2 16,-10 3-45-16,-8-7-70 15,3-14-225-15</inkml:trace>
  <inkml:trace contextRef="#ctx0" brushRef="#br0" timeOffset="-137682.84">21270 5366 175 0,'0'0'69'0,"0"0"-8"15,0 0 49-15,0 0-4 16,0 0-39-16,0 0-11 16,-18-17 2-16,18 17-24 0,0 0-26 15,5 0-8 1,17 0 0-16,17 0 3 0,16 0 2 15,16 0 1-15,24 0 3 16,24 1 9-16,35 8-11 16,35 1 9-16,26-1-12 15,16 5 1-15,-2-2-3 16,-11-2-1-16,-7-1-1 16,-11-7 1-16,-8-2-1 15,-19 0 9-15,-18 0 4 16,-26 0 3-16,-29-1-5 15,-26-2-7-15,-23 3 11 16,-20 0-13-16,-13 0-1 16,-11 0 0-16,-7 0 0 0,0 0-1 15,0 0 0-15,0 0-1 16,0 0-3-16,-13 0-26 16,-8 0-76-16,-1 0-26 15,10 0-172-15</inkml:trace>
  <inkml:trace contextRef="#ctx0" brushRef="#br0" timeOffset="-137523.96">24245 5426 570 0,'0'0'123'0,"0"0"-123"16,0 0-72-16,0 0 2 15,-100 15-139-15</inkml:trace>
  <inkml:trace contextRef="#ctx0" brushRef="#br0" timeOffset="-51819.54">15280 9607 24 0,'0'0'351'0,"0"0"-184"16,0 0-109-16,0 0-43 15,0 0 25-15,0 0 41 16,0 0-39-16,50-63-7 15,-42 48-3-15,-2-3-8 16,3-2-5-16,-2-2-11 16,4-2 1-16,0-1-4 0,-4-1 1 15,2 1-5 1,-6-1-1-16,1-1 0 0,-4 1 0 16,0 5-1-16,-6 3 1 15,-14 7-1-15,-10 6-1 16,-9 5 1-16,0 0 1 15,-2 26 0-15,9 15-1 16,5 15-2-16,8 17 0 16,4 11 3-16,9 5 0 15,6-8 0-15,0-9 0 16,21-18-2-16,1-13 0 16,5-12 0-16,-8-13 2 15,-5-3 1-15,-4-4-1 16,-7-4 0-16,-3-1 0 15,0 0-8-15,-33 0 0 0,-14 2 6 16,-14 0-6-16,-2-3-28 16,6-1 15-16,14-2 0 15,9 3 3-15,14-3-12 16,14 4-79-16,6-3-21 16,18-1-79-16</inkml:trace>
  <inkml:trace contextRef="#ctx0" brushRef="#br0" timeOffset="-51135.81">15521 9661 515 0,'0'0'127'15,"0"0"-58"-15,0 0-69 16,0 0-4-16,0 0 4 16,0 0 22-16,-7 96-9 15,-3-54-3-15,-1 6 2 16,2 2 0-16,-1 3-7 0,5-6 0 15,5-6-5-15,0-10-7 16,10-13-8-16,18-10 12 16,10-8 3-16,8-9 0 15,2-20-9-15,-6-5 6 16,-11-7 3-16,-11-5 1 16,-16-1 4-16,-4-1 0 15,-17 1-1-15,-18 3 3 16,-5 5-5-16,-3 5 12 15,10 8-1-15,10 9 14 16,9 7-15-16,11 8 6 16,3 2-18-16,0 0-6 0,0 0-31 15,0 10 33-15,17 2 2 16,9 1-1-16,13 0 3 16,7-3-2-16,10-3 2 15,6-4-3-15,0-3 3 16,-2 0-3-16,-6 0 3 15,-15 0 3-15,-16 0 2 16,-10 0 11-16,-10 0 3 16,-3 0-6-16,0 0-13 15,0 9 0-15,-10 8 0 16,-5 10 0-16,-5 9 3 16,-4 3 0-16,2 4-1 15,2 1-2-15,5-5 0 16,12-8-21-16,3-9-41 0,31-8-12 15,22-11 21-15,11-3-57 16,4-5-131-16</inkml:trace>
  <inkml:trace contextRef="#ctx0" brushRef="#br0" timeOffset="-50385.27">16334 9818 124 0,'0'0'57'0,"0"0"83"15,0 0 28-15,0 0-92 16,0 0-10-16,0 0 27 16,23-49-7-16,-18 43-39 15,2 3-11-15,-4-2-7 0,-1 2 1 16,0 0-5-16,-2 1-13 16,0 1 4-16,0 0-7 15,0-4-5-15,0 1 3 16,0-3-6-16,0 1-1 15,-2-3 0-15,-5 1 1 16,0-1-1-16,3 2 3 16,1 2-2-16,1 0-1 15,2 4 3-15,0 1-2 16,0 0-1-16,0 0-2 16,0 0 1-16,0 0 0 15,0 0-2-15,0 0-5 16,0 10 1-16,0 11 4 0,0 12 3 15,-7 10 0-15,-3 10-4 16,-6 5-12-16,1-2 3 16,0-3-13-16,9-8-15 15,6-10-8-15,14-15 1 16,20-8 22-16,14-12-14 16,5-5-13-16,7-18-6 15,-7-10 30-15,-4-3 29 16,-12-4 0-16,-9-5 15 15,-10 3 29-15,-7 6 53 16,-4 6 1-16,-3 8-42 16,-2 12-21-16,-2 5-19 0,0 5-10 15,0 0-6 1,0 8-12-16,0 15 4 0,0 10 8 16,0 6-1-16,-7 3 1 15,7-1 0-15,0-4-2 16,0-11 0-16,16-6-4 15,8-9 2-15,4-10 4 16,3-1 1-16,2-10 2 16,-3-12 0-16,-5-4 1 15,-7-7 4-15,-6-3 1 16,-10 1-3-16,-2-1 3 16,-10 1-4-16,-12 6 3 15,0 5 0-15,0 7-6 0,7 8-2 16,-2 4-2-1,2 5-26-15,-2 0-76 0,4 8-120 16,8-5-199-16</inkml:trace>
  <inkml:trace contextRef="#ctx0" brushRef="#br0" timeOffset="-50174.56">16288 9241 203 0,'0'0'666'0,"0"0"-654"0,0 0-10 16,0 0-1-16,91-9-2 16,-68 32-21-16,-4 5-48 15,-3 3-61-15,-6-2-38 16</inkml:trace>
  <inkml:trace contextRef="#ctx0" brushRef="#br0" timeOffset="-49716.55">17170 9924 538 0,'0'0'133'0,"0"0"-66"16,0 0-67-16,0 0-6 15,0 0 3-15,0 0 3 16,40 0 2-16,-11 0 6 16,8 0-1-16,1 0-7 15,6-5-67-15,2-8-80 16,-3-4-156-16</inkml:trace>
  <inkml:trace contextRef="#ctx0" brushRef="#br0" timeOffset="-48488.35">17616 9745 475 0,'0'0'176'0,"0"0"-8"16,0 0-112-16,0 0-4 15,0 0-42-15,0 0-10 16,-23 12-5-16,4 17 5 16,0 9-1-16,-2 6 1 15,4 0-2-15,7 0-31 16,10-6-27-16,6-11-38 15,30-11 20-15,10-13 50 16,5-3 7-16,-6-9 21 16,-11-11 2-16,-10-2 43 15,-13 1 41-15,-6 4-6 0,-5 5-39 16,0 7 10-16,0 2-14 16,0 3-15-16,0 0-22 15,0 1-15-15,0 17-2 16,1 4 15-16,7 3-17 15,6-5-10-15,11-3 2 16,8-11 5-16,10-6 15 16,0 0 7-16,-1-9 2 15,-7-11 3-15,-6-5 21 16,-7 0 0-16,-5 3-9 16,-8 2 9-16,-8 7 5 15,-1 4-11-15,0 6-4 16,0 3-12-16,0 0-4 0,0 0-6 15,2 14-16 1,1 9 18-16,1 7 4 0,5-1-7 16,7 0-8-16,19-8 4 15,14-7 5-15,11-12 5 16,4-2 1-16,-4-28 2 16,-10-6-1-16,-9-10 0 15,-9-3 2-15,-8-1 4 16,-16-3 4-16,-8-3 5 15,-6 3 3-15,-21 3 4 16,6 16-4-16,5 13 8 16,8 12-11-16,3 7-16 0,-5 14-19 15,0 27-4 1,-5 15 23-16,6 9-1 0,9 7-2 16,0-5-13-16,25-6-2 15,20-11 0-15,12-19 7 16,10-17 8-16,-5-14 3 15,-2-8-1-15,-10-24 0 16,-2-10 0-16,-10-10-3 16,-11-6 2-16,-15-6-1 15,-12-1 2-15,-2 2-3 16,-16 7 4-16,2 16 30 16,8 17 10-16,4 13-20 15,2 10-20-15,-2 0-2 16,-6 25-18-16,-3 17 16 15,-4 16 4-15,-1 9-1 0,3 0 3 16,10-1-4-16,5-6 0 16,6-10-4-16,23-12 0 15,2-12 4-15,5-16 2 16,1-10 0-16,6 0 3 16,-1-17-3-16,0-12-9 15,-9-4-3-15,-11 0 7 16,-9 4 5-16,-8 8 0 15,1 4 6-15,-4 10 11 16,-2 2-11-16,0 5-5 0,0 0-1 16,0 3-11-1,0 17 9-15,-10 3 1 0,2 3 1 16,6 0 0 0,2-7-4-16,0-6-5 0,10-6 9 15,10-7 0-15,5 0 1 16,-2-5 1-16,-1-13-1 15,-1-1 1-15,-10-4 0 16,-4 1-2-16,-4 3 1 16,-3 7-1-16,0 5 2 15,0 4-2-15,0 3 0 16,0 0-6-16,0 19-7 16,0 9 11-16,0 7 0 0,5 2-10 15,14-1-7 1,17-4-2-16,17-8 12 0,8-7 2 15,-4-11-32-15,-15-6-54 16,-11-2-67-16,-10-21-123 16</inkml:trace>
  <inkml:trace contextRef="#ctx0" brushRef="#br0" timeOffset="-47673.98">19565 9939 473 0,'0'0'166'0,"0"0"28"16,0 0-175-16,0 0-19 15,0 0 0-15,0 0 13 16,-9 106 11-16,9-67-5 16,0-5 3-16,0-6-5 0,8-9-1 15,-5-8-10-15,0-5-3 16,-3-3-2-16,0-3 0 16,0 0 3-16,4-9 1 15,8-15-5-15,3-10-35 16,9-2-8-16,7-3 16 15,7 7 17-15,5 4 4 16,-1 7-11-16,0 4 10 16,-2 4 2-16,-8 5 3 15,-5 3 2-15,-10 5 2 16,-6 0-2-16,-10 0 0 16,-1 5-6-16,0 7 1 15,-15-1 5-15,-7 3 0 16,-3 0 2-16,0 1 3 0,3 1-4 15,4-1 2-15,8 0-2 16,6-4 0-16,4-1-1 16,13-7-4-16,28 1 4 15,16-4 3-15,10-2-3 16,-4-17-14-16,-11-3 14 16,-16-5 5-16,-18 2-2 15,-11 1 15-15,-7 1 0 16,0 3-8-16,-7 3 9 15,-4 6 3-15,4 6 0 16,-5 5-18-16,0 0-4 16,-6 19-1-16,0 10 0 15,5 10 0-15,13 4-4 0,1-2 4 16,38-4 1-16,12-7 4 16,8-7 0-16,-4-11-2 15,-7-11 5-15,-12-1-5 16,-9-11 1-16,-1-12 1 15,-1-10-4-15,-3-7-11 16,-4-9-28-16,-9-7-5 16,-3-4 9-16,-6-3 12 15,0-2 23-15,4 4 33 16,5 1-3-16,0 6 2 16,3 11 6-16,-2 12-8 15,-2 11-9-15,-2 11-1 16,-5 8-11-16,-1 1-9 0,0 0-1 15,0 25-20 1,0 17 5-16,-6 20 16 0,-7 15-1 16,-3 13-2-16,0 2-5 15,-1 0 5-15,0-10-9 16,7-10-23-16,5-18-20 16,2-16-25-16,1-16-98 15,1-22-116-15</inkml:trace>
  <inkml:trace contextRef="#ctx0" brushRef="#br0" timeOffset="-47458.49">19263 9467 838 0,'0'0'12'16,"0"0"27"-16,0 0-15 15,0 0-24-15,0 0-2 16,0 0 2-16,0 0 1 16,113-22 2-16,-64 30-1 15,12 1-2-15,14 1-2 16,7-7-94-16,2-3-172 16</inkml:trace>
  <inkml:trace contextRef="#ctx0" brushRef="#br0" timeOffset="-46625.31">15765 10467 3 0,'0'0'331'15,"0"0"-237"-15,0 0-13 16,0 0-46-16,0 0-14 16,0 0 25-16,150-15 6 15,-33 12 31-15,38 3-5 16,37 0-36-16,34 0-29 15,29 8-2-15,10 4-10 16,8-1 1-16,-7-2 5 16,-8-3-7-16,-11 1 0 15,-17-6 0-15,-24 0 6 16,-26-1-4-16,-35 0-1 16,-36 0 0-16,-38-7 6 15,-32-3 8-15,-19 3 9 16,-16 1-14-16,-4 1-10 15,0 3-8-15,-25 2-62 0,-16 0-154 16,-1 0-196-16</inkml:trace>
  <inkml:trace contextRef="#ctx0" brushRef="#br0" timeOffset="-46479.33">19418 10457 637 0,'0'0'56'0,"0"0"-17"16,0 0-39-16,0 0-72 15,-96 3-81-15,71 7-250 0</inkml:trace>
  <inkml:trace contextRef="#ctx0" brushRef="#br0" timeOffset="33312.02">14522 11001 404 0,'0'0'42'16,"0"0"72"-16,0 0-97 15,0 0-2-15,0 0 13 16,0 0-3-16,0 0 25 15,3-16-7-15,-3 16-19 16,0-1-8-16,0 1-2 16,0 0 2-16,0 0-3 15,0 0-1-15,0 0-2 0,0 0-2 16,0 0-2 0,0 0 6-16,5-3-2 0,11 0-6 15,12 0-4-15,22-5 1 16,20 1-1-16,17 0 2 15,15 0 1-15,10 1-2 16,5 2 0-16,-6 3 0 16,-11 1-2-16,-16 0 1 15,-17 0-1-15,-16 0-16 16,-20 0-8-16,-19 3-25 16,-12 2-73-16,-23-2-23 15,-23-3-98-15</inkml:trace>
  <inkml:trace contextRef="#ctx0" brushRef="#br0" timeOffset="33545.84">15018 10926 536 0,'0'0'98'0,"0"0"-91"16,0 0-2-16,0 0 27 15,-3 102 0-15,-11-50-4 16,-4 10-19-16,-2 11-4 16,-4 10-2-16,3 4 0 15,6-5-3-15,6-12-52 16,9-21-65-16,0-20-215 0</inkml:trace>
  <inkml:trace contextRef="#ctx0" brushRef="#br0" timeOffset="34032.11">15317 11489 560 0,'0'0'169'16,"0"0"-121"-16,0 0-48 15,0 0 29-15,0 0 15 16,106-24-13-16,-68 13-15 15,2-4 0-15,3-6-10 16,-9-1 1-16,-6-3 9 16,-9-2-2-16,-8 4-1 15,-9 3-7-15,-2 1-4 0,-3 3-1 16,-16 2-1-16,-2 5-1 16,0 9-1-16,1 0 1 15,3 9 0-15,5 22-8 16,4 14-1-16,8 12 2 15,0 6-7-15,12-2-10 16,24-10-26-16,18-10-21 16,17-13-47-16,19-18 7 15,5-10-197-15</inkml:trace>
  <inkml:trace contextRef="#ctx0" brushRef="#br0" timeOffset="34695.22">16251 11401 359 0,'0'0'165'16,"0"0"-2"-16,0 0-38 15,0 0-39-15,0 0-46 16,0 0-17-16,-7-69-17 16,1 69-6-16,-5 10-5 15,-8 19 2-15,-5 11 3 0,-3 13-1 16,0 3-5-16,2 2-11 16,13-8-32-16,12-13-25 15,7-16-57-15,31-14 53 16,14-7 64-16,6-21-12 15,2-14-13-15,-4-10-5 16,-3-8 44-16,-12-10 7 16,-14-5 73-16,-12 2-9 15,-15 6 53-15,0 7-34 16,-1 9-16-16,-7 16-20 16,2 13-16-16,3 9-2 15,3 6-36-15,-1 0-8 16,-2 20-44-16,-2 21 42 0,-3 22 10 15,0 12 0-15,-1 4-6 16,5-4-24-16,1-14 0 16,3-18-15-16,0-14-14 15,1-11 18-15,10-11-14 16,5-7-27-16,5-3 32 16,-2-20-74-16,0-9 50 15,1 1 74-15,-7-1 128 16,2 9-31-16,-4 7 29 15,-3 9-36-15,-3 7-64 16,0 0-26-16,3 7-2 16,-2 12 2-16,-3 5-3 15,-1 4 0-15,-2 0 1 0,0 1 0 16,0-4 2 0,0-3-16-16,0-2-59 0,0-6-36 15,0-12-93-15</inkml:trace>
  <inkml:trace contextRef="#ctx0" brushRef="#br0" timeOffset="35294.17">16785 11486 204 0,'0'0'155'15,"0"0"66"-15,0 0-98 16,0 0-4-16,0 0-78 16,0 0-32-16,0-8-9 15,0 8-2-15,0 14 2 0,0 5 1 16,0 6-1-16,0 3 3 16,0 3-2-16,0-1 1 15,-6-1 0-15,-1-2-1 16,1-6 1-16,2-5-2 15,0-7 0-15,1-4-7 16,-1-3-7-16,2-2 9 16,-2 0 5-16,2-19 4 15,2-7-4-15,2-6 0 16,22-4-1-16,8 0 1 16,6 4-2-16,1 2 2 15,-4 11-2-15,-4 5 0 16,-9 9 2-16,-5 5-3 0,-4 0-5 15,-6 15-8-15,-7 8-23 16,0 8 30-16,-23 4 4 16,-6 4 0-16,-6 1-15 15,4-3-42-15,10-3-14 16,15-12-150-16,6-9-146 16</inkml:trace>
  <inkml:trace contextRef="#ctx0" brushRef="#br0" timeOffset="35759.94">17207 11592 443 0,'0'0'203'0,"0"0"-11"15,0 0-133-15,0 0-23 0,0 0-36 16,0 0-8 0,10-12 3-16,-17 41 5 0,1 8 0 15,6 3 0-15,2 3-4 16,22-8 4-16,1-11 3 15,-6-12-1-15,-7-12 2 16,3 0 20-16,6-22 11 16,4-9-29-16,4-11-6 15,-9-9-5-15,-8-8-16 16,-8-7 6-16,-4-10 5 16,-2-4 4-16,-14 5 5 15,2 9 0-15,7 16 0 16,5 11-1-16,2 14 1 15,0 11-1-15,7 6-6 0,11 5-1 16,2 3 9-16,7 0 0 16,1 0 0-16,0 11 0 15,1 7 0-15,-5 6-1 16,-5 7-4-16,-4 13 4 16,-8 14 1-16,-7 13-1 15,0 6 2-15,0-1-2 16,-1-10 0-16,-2-12-18 15,1-12-33-15,2-11-50 16,2-15-8-16,25-13 3 16,6-3-126-16</inkml:trace>
  <inkml:trace contextRef="#ctx0" brushRef="#br0" timeOffset="36492.22">17846 11483 465 0,'0'0'252'0,"0"0"-94"0,0 0-90 16,0 0-37-16,0 0-31 15,0 0-10-15,8-14-6 16,-9 51 16-16,-5 7 0 16,5-4 0-16,1-4 0 15,0-12 0-15,0-10 0 16,0-9 1-16,1-5 0 16,6 0 6-16,2-10 2 0,5-14-9 15,-4-10-4 1,-8-5-10-16,-2-6-6 0,-3-1-3 15,-10 0 15-15,2 7 8 16,6 11 0-16,4 9 2 16,1 10-2-16,0 3 0 15,6 3-18-15,18 3-10 16,9 0 19-16,12 0 1 16,8 0-3-16,5 0-21 15,0 0-13-15,-14 0 6 16,-17 0 30-16,-14-3 9 15,-13-2 48-15,0 0 31 16,-3 0-63-16,-10-1-12 16,-7 5 4-16,4 1 6 15,-2 5-8-15,-2 29-6 0,-7 17-2 16,-7 21 2 0,-4 16 9-16,-1 9 7 0,6 4-8 15,11-2-6-15,10-12-1 16,9-20 5-16,3-25-4 15,0-20 1-15,0-15-1 16,0-7 11-16,0 0 45 16,0-22-4-16,-4-9-53 15,-7-9-1-15,-4-9-3 16,-5 0-5-16,5 1-1 0,8 7-4 16,7 10-11-1,12 9-3-15,22 3-22 0,11 5-11 16,12 5 30-16,8-3 15 15,5 0 5-15,1 0 6 16,-3-2 4-16,-11-1 2 16,-11-3 1-16,-15 6 12 15,-13 3 9-15,-7 5-1 16,-10 4-12-16,-1 0-11 16,0 8-10-16,-3 17 8 15,-10 4 0-15,-1 3 1 16,3-1-20-16,8-6-39 15,3-9-51-15,0-12-5 16,16-4-91-16</inkml:trace>
  <inkml:trace contextRef="#ctx0" brushRef="#br0" timeOffset="36651.39">18617 11179 696 0,'0'0'0'16,"0"0"-93"-16,0 0 84 16,0 0-10-16,-14 110-61 15,23-69-46-15,25-10-67 16</inkml:trace>
  <inkml:trace contextRef="#ctx0" brushRef="#br0" timeOffset="37391.34">18851 11425 374 0,'0'0'146'15,"0"0"-71"-15,0 0-15 16,0 0 11-16,-98 11-24 16,72 16-31-16,-2 7-11 15,2 12-4-15,-1 3 1 16,11 2-1-16,16-8-1 16,13-7-9-16,35-14-24 15,20-12 13-15,12-10-17 16,5-8 13-16,-6-19 12 15,-11-3-3-15,-19 0 10 16,-24 0 5-16,-12-1 21 16,-13 0 11-16,0 0 17 15,-13 5 10-15,1 8-26 0,0 9 2 16,4 9-19 0,-2 0-16-16,-6 14-6 0,-3 15 5 15,3 3-1-15,9 0-4 16,7-4-6-16,23-7-4 15,13-9 16-15,8-8 2 16,-1-4-1-16,-7 0 2 16,-7-13-1-16,-6-6 2 15,-11 0 2-15,-8-3 2 16,-4-2-1-16,0 2-3 16,-6 3 2-16,-1 8 3 15,0 8 1-15,4 3-10 0,-2 6-4 16,-4 16 0-1,0 11 2-15,0 7 1 0,9-2-11 16,9-1-9-16,31-11-4 16,23-4 21-16,10-12 4 15,5-10 0-15,-14 0 2 16,-9-25 0-16,-12-11-2 16,-11-11 0-16,-7-9-26 15,-13-11-62-15,-12-8 23 16,-9-2 14-16,-15-2 32 15,3 6 19-15,5 10 85 16,8 12 43-16,7 17-39 16,1 17-38-16,0 13-27 0,0 4-24 15,0 11-19 1,-2 26-29-16,-4 21 48 0,2 17 0 16,1 16-1-16,3 11 1 15,9 0 0-15,9-6 7 16,2-12-5-16,1-9 0 15,-2-14 1-15,-5-10 0 16,-3-11-3-16,-4-14-17 16,-1-15-127-16,0-11-200 15</inkml:trace>
  <inkml:trace contextRef="#ctx0" brushRef="#br0" timeOffset="61960.99">15096 12230 505 0,'0'0'78'16,"0"0"-78"-16,0 0-8 15,0 0 8-15,-10 75 5 16,1-41 19-16,-1 7-1 16,-5 5 16-16,2 6-15 15,-1 5-2-15,2-5-9 16,1-2-8-16,0-10-2 16,5-8 2-16,0-9-1 15,6-9-4-15,0-11-48 0,0-3-90 16,9-31-192-16</inkml:trace>
  <inkml:trace contextRef="#ctx0" brushRef="#br0" timeOffset="62301.12">15055 12056 593 0,'0'0'23'15,"0"0"92"-15,0 0-70 16,0 0-42-16,0 0-1 16,107 10-4-16,-69 26 8 15,1 16 4-15,-1 10 0 0,-7 5-3 16,-9 3-3 0,-5-4-2-16,-12-10-2 0,-5-6-4 15,0-11 4-15,-17-7 2 16,-11-7 0-16,-12-3 6 15,-13-5 0-15,-9-6 0 16,-1-8 0-16,5-3 2 16,10-1-8-16,14-10 0 15,10 0-1-15,13 6-2 16,11 4-9-16,11 1-111 16,23 0-144-16</inkml:trace>
  <inkml:trace contextRef="#ctx0" brushRef="#br0" timeOffset="62667.21">15519 12617 769 0,'0'0'74'16,"0"0"-65"-16,0 0-5 15,0 0 14-15,112-9 2 16,-66-6-1-16,0-4-6 16,-3-5-2-16,-7-5-1 0,-8-7-3 15,-8-1 2 1,-10 1 0-16,-8 4-6 0,-2 7 2 16,-9 7 1-16,-17 6-6 15,-6 6-1-15,-1 6-1 16,1 3 2-16,9 22 0 15,12 11-2-15,8 12-7 16,3 12 4-16,19 0-1 16,24-4-14-16,19-17-13 15,17-14-16-15,8-14-64 16,2-11-4-16,-16-14-324 16</inkml:trace>
  <inkml:trace contextRef="#ctx0" brushRef="#br0" timeOffset="63183.98">16173 12359 622 0,'0'0'27'16,"0"0"-5"-16,0 0 49 16,44 80-22-16,-32-47-14 15,2 3-18-15,-3-4-7 16,-2-6-2-16,1-6-5 15,-5-6-1-15,-2-7 1 16,-2-5-1-16,-1-2-2 16,0 0 7-16,0-9 11 15,0-15-15-15,0-9-3 0,0 1-8 16,0 8 8 0,0 9 1-16,0 13-1 0,2 2-15 15,8 11-35-15,5 14 44 16,2 6 6-16,0 3-2 15,4-1 2-15,-1-7 0 16,5-7 2-16,1-11-1 16,3-8 12-16,1-1 8 15,-3-21-7-15,0-9-1 16,-5-12-13-16,-2-3-4 16,-8-4-9-16,-2 7 12 15,-4 10 1-15,-2 13 3 0,-1 11-3 16,2 9 0-1,0 2-16-15,2 20-7 0,3 11 21 16,2 9 0-16,8 6 2 16,5 2-5-16,6-3-1 15,10-8-14-15,4-10-41 16,4-13-42-16,1-11 38 16,-4-5-91-16,-7-10-36 15</inkml:trace>
  <inkml:trace contextRef="#ctx0" brushRef="#br0" timeOffset="63516.45">17067 12532 300 0,'0'0'215'16,"0"0"28"-16,0 0-117 16,0 0-71-16,0 0-55 0,0 0 0 15,-37-24-15-15,37 67 13 16,0 9-1-16,17 2 3 16,10-2 0-16,9-10 1 15,5-10 1-15,2-14 3 16,0-11-2-16,-2-7 4 15,-3-3-2-15,-7-20 3 16,-7-8-1-16,-13-6-6 16,-11-4-1-16,-2-3-1 15,-32-1-3-15,-14 3-2 16,0 4-10-16,2 9 16 16,13 9 0-16,15 9 2 15,8 8-2-15,10 3 0 16,0 0-23-16,6 7-10 0,26 7 24 15,18 2 6-15,16 0 1 16,5-1-17-16,1-3-91 16,-5 0-9-16,-6-3-126 15</inkml:trace>
  <inkml:trace contextRef="#ctx0" brushRef="#br0" timeOffset="65582.14">17849 12533 603 0,'0'0'152'15,"0"0"-43"-15,-30-75-52 16,16 63-30-16,1 5-18 16,-2 7-9-16,4 0 0 15,-2 19-5-15,3 12 0 16,2 10 1-16,3 8-3 16,5 1-13-16,0-6 10 15,10-8-16-15,15-12 0 0,3-11 25 16,-5-10 1-16,-7-3 3 15,-10 0 2-15,-6-6 22 16,0-11 10-16,-9 0-15 16,-6 5-1-16,6 3 6 15,3 9-2-15,-1 0-25 16,-7 21-8-16,-4 23 4 16,-5 21 4-16,-4 8-1 15,1 9 1-15,6-5 0 16,5-15 0-16,10-17 0 15,4-18-1-15,1-15 1 16,0-10 0-16,0-2 13 16,0 0 28-16,0-24 27 15,1-17-56-15,7-17-12 16,-4-8-17-16,-1-6-5 0,0 2 5 16,9 8 2-16,11 9-7 15,12 13 3-15,5 11 9 16,2 9 2-16,1 13 3 15,-2 7-2-15,-4 4 6 16,2 20-3-16,0 8 4 16,-1 4-2-16,-2 1 2 15,-6-5 0-15,-11-6 2 16,-10-9-3-16,-4-6 1 16,-5-6-3-16,0-2-7 15,0-3-18-15,0 0 10 16,-9-3 16-16,-8-18-37 0,-3-8-36 15,5-2-26-15,9-2 58 16,6 2 43-16,4 8 0 16,23 7 15-16,8 7-15 15,7 9-6-15,5 0-19 16,2 1-4-16,2 9-25 16,0-1-20-16,1-4-11 15,-3-5 53-15,-4 0 21 16,-8 0 11-16,-12 0 5 15,-9-10 65-15,-12 1 57 16,-4-1 29-16,0-2-43 16,-15 3-82-16,-5 1-8 15,-2 5-14-15,3 3-4 0,1 0-5 16,6 12-3 0,3 13 0-16,3 8-1 0,3 5 3 15,3 4 2-15,0-1-2 16,19-7 1-16,10-9 0 15,5-10 3-15,8-15 0 16,1 0 0-16,-4-23-1 16,-5-6-1-16,-14-5 3 15,-13 1 0-15,-7 2 3 16,0 1 14-16,-4 3-11 16,-9 5 10-16,4 9 0 15,4 7 8-15,3 6-28 0,1 0-2 16,-2 20-24-1,3 11 25-15,0 8-3 0,0 6 3 16,14-4-1-16,12-5-8 16,8-8 2-16,13-14 5 15,8-11 2-15,3-3-7 16,-3-15-13-16,-12-14-16 16,-10-5 3-16,-11-2 5 15,-11-3 24-15,-11-1 4 16,0 0 1-16,-3 2 11 15,-8 7 15-15,4 11 34 16,4 8-11-16,3 12-13 16,0 0-36-16,-4 27-29 15,-5 23 18-15,-7 21 10 0,-7 20 2 16,-4 9-2-16,-3 4 1 16,-1-4 0-16,1-11 0 15,2-10 3-15,1-14-2 16,6-18 2-16,7-18-2 15,7-16 0-15,5-11-1 16,2-2 15-16,0-28 57 16,6-19-53-16,10-22-19 15,-2-15-5-15,0-11-6 16,-1-3 2-16,2 2-18 16,10 9 16-16,11 13 0 15,9 23-3-15,0 19 2 16,-1 18 0-16,-6 14 1 0,-7 4 4 15,-4 24 4-15,-9 8 0 16,-3 7 0-16,-8 1 1 16,-5-4 1-16,-2-5 1 15,0-9-1-15,-14-7 1 16,-6-6 1-16,0-9 2 16,2-4-1-16,0 0 3 15,4-14 0-15,10-16 1 16,4-10-5-16,14-6-1 15,35-7-18-15,15 0 0 16,11-1-2-16,2 3 7 16,-7 1 11-16,-14 8 2 0,-19 8 24 15,-15 13 6-15,-11 9 0 16,-8 9 4 0,-3 3-25-16,0 0-9 0,-17 22-8 15,-13 14 6-15,-7 17 2 16,-2 10-2-16,15 6-6 15,13-2 6-15,11-5 1 16,14-9-5-16,22-13-8 16,8-13-7-16,3-20 7 15,1-7-2-15,-6-17-14 16,-10-10 2-16,-11-2 17 16,-10 5 11-16,-7 0 12 15,-4 9 23-15,0 4 8 0,0 5-16 16,0 4-17-1,0 2-10-15,0 0-6 0,-4 12 0 16,-5 15 6-16,-1 7 0 16,5-1-4-16,5-1-9 15,0-10-14-15,22-12-5 16,13-10 24-16,3 0 6 16,7-25-17-16,-1-9-32 15,-7-7-16-15,-9 0 23 16,-10 1 44-16,-12 7 13 15,-4 4 61-15,-2 7-1 16,0 10-28-16,0 7-19 0,0 5-17 16,0 1-9-1,0 25-13-15,-5 9 13 0,0 10 0 16,5 5-4-16,0-3-19 16,26-7-9-16,7-8-13 15,2-15-58-15,1-17-111 16,-6-4-302-16</inkml:trace>
  <inkml:trace contextRef="#ctx0" brushRef="#br0" timeOffset="65747.17">20175 12376 875 0,'0'0'22'0,"0"0"-22"0,0 0-57 16,0 0 25-16,79 122-54 15,-37-63-22-15,10-7-125 16</inkml:trace>
  <inkml:trace contextRef="#ctx0" brushRef="#br0" timeOffset="65933.05">20565 12694 501 0,'0'0'137'16,"0"0"30"-16,-90-23-98 15,65 28-45-15,-5 24-20 16,0 12-4-16,2 10 0 16,14 7-1-16,14 1 2 15,9-4-1-15,30-10 1 0,15-11 2 16,20-10 1-16,17-17-4 16,8-7-58-16,-1-18-144 15</inkml:trace>
  <inkml:trace contextRef="#ctx0" brushRef="#br0" timeOffset="66846.81">15454 13068 442 0,'0'0'17'15,"0"0"-6"-15,0 0-2 16,117 27 64-16,-13-18-1 16,45-1-14-16,44 1 22 15,44 2-22-15,33 2-24 16,27-1-15-16,13 0-10 15,2 1 0-15,-8-2-6 16,-22-2 1-16,-24-3-4 16,-39-1-2-16,-38-3 2 15,-41 0 3-15,-39-2-3 16,-30 0 1-16,-30 0 0 16,-24 0 3-16,-17-4-4 15,-5-2-7-15,-35-2-32 0,-23 0-109 16,-13-2-108-16</inkml:trace>
  <inkml:trace contextRef="#ctx0" brushRef="#br0" timeOffset="67728.71">20878 12966 285 0,'0'0'326'0,"0"0"-252"16,0 0-59-16,0 0 14 15,119 20 38-15,-51-14-18 16,9 2-26-16,9 1-10 15,5 2-12-15,0-2 0 16,-6-4 0-16,-8-5-1 16,-12 0-18-16,-11 0 2 15,-12-12-20-15,-11-7-31 16,-12-4-13-16,-17-4-51 16,-4-6-23-16,-34-4 32 15,-16 1 10-15,-4 2 112 0,9 7 138 16,16 12 78-1,19 9-69-15,12 6-25 0,2 15-122 16,19 19 0-16,7 10 1 16,6 6 3-16,1 0 7 15,-3-5 3-15,-2-5-5 16,-6-11 7-16,-6-8-3 16,-9-8-7-16,-6-4-3 15,-3-6-3-15,0 2 0 16,-20-2 2-16,-20-3-4 15,-18 0-97-15,-11-16-209 16</inkml:trace>
  <inkml:trace contextRef="#ctx0" brushRef="#br0" timeOffset="67891.06">21692 13182 317 0,'0'0'410'16,"0"0"-352"-16,0 0-22 15,0 0 5-15,0 0-22 16,0 0-19-16,-50 6-2 16,29 4-35-16,0-3-138 15,3-7-260-15</inkml:trace>
  <inkml:trace contextRef="#ctx0" brushRef="#br0" timeOffset="114516.31">19714 13428 86 0,'0'0'271'0,"0"0"-165"16,0 0-47-16,0 0 9 16,0 0-2-16,0 0 23 15,0 0-14-15,0 0-30 16,0 0-21-16,0 0 6 16,-71-73-1-16,61 68-24 15,-1 2-4-15,-4-1 1 16,-6 4-2-16,-8 0-2 0,-9 0 1 15,-10 12 0 1,-11 10 1-16,-7 10-1 0,6 14-1 16,8 13 1-16,15 12 0 15,10 11 1-15,8 1-4 16,13-3 3-16,6-10 0 16,3-9 0-16,24-14 1 15,9-15-8-15,16-18 1 16,10-14 4-16,7-1-19 15,-1-24-8-15,-14-8 20 16,-11-4 9-16,-15 1 1 16,-12 0 2-16,-12 6 0 15,-4 10 18-15,0 6 2 16,-1 7-2-16,-4 5-8 0,4 2-9 16,-2 3-3-16,0 20-4 15,-2 10 0-15,2 9 4 16,2 6 0-16,1 2 0 15,0-5 0-15,0-6-27 16,4-9-30-16,13-10-52 16,7-12-17-16,2-8-153 15</inkml:trace>
  <inkml:trace contextRef="#ctx0" brushRef="#br0" timeOffset="115132.73">19719 13905 637 0,'0'0'116'16,"0"0"-116"-16,0 0 0 16,0 0 14-16,0 0 21 0,79 87-7 15,-46-67-18-15,3-6-4 16,1-6 0-16,2-8-3 16,-1 0 3-16,-8-6 4 15,-9-13-4-15,-6-3-1 16,-13-1-1-16,-2 0-1 15,-15-1-3-15,-11 4 2 16,1 8-3-16,3 7 2 16,8 5 0-16,4 0-1 15,5 24-2-15,5 8 1 0,0 4-6 16,11 6 7-16,17-5 0 16,9-7 0-16,8-8 0 15,4-13 4-15,1-9-2 16,-1 0-1-16,-7-12 3 15,-5-9-3-15,-10-4-1 16,-6 3 3-16,-12 5-2 16,-4 6 6-16,-3 8 4 15,-2 3 3-15,0 0-14 16,0 0-4-16,0 5-19 16,0 10 17-16,0 4 5 15,4-2-1-15,7-1 1 16,4-5 1-16,3-4 0 15,4-5 4-15,3-2-2 16,-4 0 6-16,-1-9 9 0,-6-5 0 16,-6 1-4-16,-3-1 7 15,-5 4 0-15,0 3 3 16,0 6-16-16,0 1-7 16,0 0-2-16,0 5-22 15,0 15-13-15,0 4 28 16,6 7-10-16,12 1-18 15,14-1-9-15,15-4-29 16,14-8-93-16,6-11-131 16</inkml:trace>
  <inkml:trace contextRef="#ctx0" brushRef="#br0" timeOffset="115320.88">21123 14037 689 0,'0'0'214'0,"0"0"-135"15,0 0-33-15,0 0-46 16,0 0-6-16,0 0 1 16,-40 33 5-16,14 0 1 15,-1-4-1-15,6-2-14 16,2-10-18-16,7-9-8 16,0-8-35-16,3 0 13 15,1-19-90-15,-2-19-283 16</inkml:trace>
  <inkml:trace contextRef="#ctx0" brushRef="#br0" timeOffset="115481.15">20805 13863 641 0,'0'0'232'0,"0"0"-144"15,0 0-88-15,0 0-9 16,0 0 9-16,34 92 1 16,-3-31-1-16,10 4 5 15,6-4-5-15,8-8-18 16,-2-13-50-16,-6-17-118 15,-15-12-344-15</inkml:trace>
  <inkml:trace contextRef="#ctx0" brushRef="#br0" timeOffset="116464.77">19825 14382 410 0,'0'0'163'0,"0"0"-73"0,0 0 44 16,0 0-66-16,0 0-13 16,0 0-22-16,-8-72-4 15,6 72-5-15,-3 0-20 16,-1 0-4-16,-7 14-9 15,-2 16 9-15,-4 12 0 16,5 10-3-16,5 5 3 16,2-1-3-16,7-4-10 15,0-7-10-15,13-10 1 16,12-9-10-16,5-13 25 0,6-12-5 16,0-1-10-16,-5-16-26 15,-6-12 17-15,-8 1 21 16,-8-2 10-16,-3 8 60 15,-3 5 10-15,-3 9-21 16,3 7-29-16,0 0-20 16,1 6-27-16,6 14 27 15,4 7 0-15,3 5 0 16,2 2 0-16,5 1 0 16,-2-5-1-16,-1-9-32 15,-2-8-16-15,1-9-27 16,-5-4-57-16,-4-11-105 15</inkml:trace>
  <inkml:trace contextRef="#ctx0" brushRef="#br0" timeOffset="116979.79">20195 14618 616 0,'0'0'117'0,"0"0"-113"16,0 0-4-16,0 0 2 15,68 77 3-15,-47-53 4 16,-4-3-5-16,2-7 0 15,1-10 0-15,0-4 3 16,3-4 6-16,0-17-5 16,-4-5-3-16,-6-2-5 15,-12 0-5-15,-1 3 5 16,-8 6 0-16,-10 3 10 0,4 8 18 16,5 8 3-1,-1 0-31-15,5 18-2 0,-2 11 2 16,4 11-3-16,3 5 1 15,0 1 1-15,15-5 1 16,3-6-1-16,6-9-9 16,2-10-9-16,4-12 3 15,2-4 8-15,0-4-28 16,-3-14 9-16,-10-6-22 16,-10 3 49-16,-7 2 6 15,-2 2 8-15,0 11 18 16,0 6-10-16,-2 0-22 15,-3 6-8-15,1 11-1 16,4 3-5-16,0 2 6 16,6 1-1-16,15-3 9 0,7-3 3 15,3-7 3-15,5-6-5 16,-1-4 0-16,-6 0-1 16,-5-2-8-16,-7-9 8 15,-5-1 0-15,-5 3-3 16,-4 5-14-16,-1 4-30 15,-1 0-228-15,5 0-100 16</inkml:trace>
  <inkml:trace contextRef="#ctx0" brushRef="#br0" timeOffset="117396.85">21202 14519 853 0,'0'0'76'16,"0"0"-15"-16,0 0-61 16,0 0-26-16,0 0 13 15,0 0 13-15,43 80 1 16,-13-28 0-16,0 1 2 16,-4-7-3-16,-3-16-7 15,-3-13-21-15,2-14 16 16,1-3 12-16,1-13 3 0,0-16-3 15,-7-6-2 1,-6-4-7-16,-9 0 9 16,-2 3 1-16,-3 5 4 15,-9 10 16-15,3 9 12 0,6 8-3 16,0 4-19-16,-3 13-11 16,-1 20-18-16,-1 23 17 15,-1 16 0-15,1 8 1 16,6 8 0-16,2-6 0 15,0-6-1-15,0-8 1 16,0-7 0-16,0-15-9 16,0-4-33-16,-5-17-71 15,-7-17-195-15</inkml:trace>
  <inkml:trace contextRef="#ctx0" brushRef="#br0" timeOffset="118045.71">19735 15048 499 0,'0'0'136'15,"0"0"38"-15,0 0-75 16,0 0-54-16,0 0-26 16,0 0-19-16,-28-33-2 0,-3 66 2 15,-5 10 0-15,6 10 0 16,9 7-1-16,6 1 0 15,12-1-4-15,3-7-7 16,2-9-18-16,22-13-13 16,6-14 4-16,10-10 10 15,4-7-24-15,-2-12-20 16,-8-16-16-16,-8-4 33 16,-11-4 56-16,-8 7 44 15,-4 7 70-15,-1 9 45 16,-2 7-99-16,0 6-50 15,0 0-10-15,4 4-42 16,2 15 40-16,8 3 2 0,5 3-1 16,6 4 1-16,5-3 0 15,2-5-6-15,-4-2-43 16,-3-8-117-16,-7-11-40 16</inkml:trace>
  <inkml:trace contextRef="#ctx0" brushRef="#br0" timeOffset="118645.11">20061 15366 804 0,'0'0'75'16,"0"0"-66"-16,0 0-8 0,0 0 0 16,0 0 0-16,0 0 1 15,104 41-2-15,-73-41 3 16,5 0 0-16,0-3-3 15,-3-14-2-15,-9-4-1 16,-11 0-2-16,-9 1-5 16,-4 0-4-16,-8 3 4 15,-11 8 10-15,0 4 0 16,0 5 7-16,4 1-6 16,-1 18-1-16,5 5 0 15,5 5-1-15,6 3 0 16,0 1 0-16,9-4 1 15,12-7 0-15,0-8 0 16,7-8 1-16,4-6 2 16,2-3-1-16,1-19 3 0,-5-3-3 15,-3-3-2-15,-9 2 1 16,-8 5 3-16,-4 8-1 16,-2 8-1-16,-4 5 6 15,0 0-8-15,0 5-26 16,0 12 21-16,0 4 4 15,-2 3-1-15,2-1 2 16,0 0 0-16,0-6 0 16,5-6-9-16,5-5 0 15,3-6 1-15,2 0 1 16,5-7 3-16,0-12-16 16,0 2-40-16,-5-2 60 0,-5 5 6 15,-4 5 77-15,-3 7-38 16,-1 2-35-16,1 0-10 15,-2 13-32-15,2 8 27 16,2 8 3-16,8 6-32 16,16 3-48-16,14-4-19 15,8-9-149-15</inkml:trace>
  <inkml:trace contextRef="#ctx0" brushRef="#br0" timeOffset="119244.68">21302 15288 748 0,'0'0'104'16,"0"0"-30"-16,0 0-39 16,0 0-18-16,0 0-12 15,0 0-1-15,-18-47-4 16,18 47-5-16,6 0-9 0,13 7 14 16,10 7 0-1,3-6-1-15,-2 2 0 0,-3-2-15 16,-8-5 7-16,-11 2 9 15,-2-2-5-15,-6 3-2 16,0 4-12-16,-6 7 17 16,-21 8-1-16,-12 6 3 15,-6 5 0-15,-4 1 0 16,7-3 0-16,7-1-2 16,6-7 0-16,13-7-3 15,5-9-3-15,7-6 0 16,4-4 5-16,0 0 3 15,0 0 1-15,10-5-1 16,11-10-3-16,4 1-8 0,-5 4 11 16,-2 6 4-16,-8 4-4 15,-2 0-2-15,-1 3 1 16,0 12-2-16,0 7 3 16,-3 2 1-16,1 3-1 15,1 2 0-15,-2-1 3 16,1-3-1-16,0-8-2 15,-5-10 0-15,0-5-65 16,0-2-71-16,0-19-66 16</inkml:trace>
  <inkml:trace contextRef="#ctx0" brushRef="#br0" timeOffset="119416.28">21183 15453 192 0,'0'0'549'0,"0"0"-525"15,0 0-24-15,0 0 0 16,0 0 3-16,0 0-2 16,65 71 15-16,-34-62 0 15,6-8-3-15,4-1-13 16,1 0-57-16,-2-8-180 16</inkml:trace>
  <inkml:trace contextRef="#ctx0" brushRef="#br0" timeOffset="120793.78">21196 14016 38 0,'0'0'93'0,"0"0"-36"16,0 0 32-16,0 0-15 15,0 0-25-15,0 0 18 16,10-32-62-16,-8 29 19 16,1-1-11-16,-2-2 23 15,2 0-25-15,-1 1 42 16,-1-2-37-16,2 1 63 16,-3 0-31-16,0-1-28 15,1 2 6-15,-1-2-16 16,0 1-5-16,0 1 12 15,0 0-17-15,0 3 9 16,0-2-9-16,0 4-1 16,0 0-2-16,-7 2-7 0,-6 18-5 15,-10 11 10-15,-3 10 5 16,-7 7 0-16,-4 6-1 16,-1-1 1-16,-2 0-1 15,7-2 1-15,5-7-2 16,10-11 1-16,7-11-10 15,10-10 3-15,1-5-12 16,0-7 8-16,0 0-4 16,18-2 15-16,5-13-30 15,3-6-60-15,-8 1 55 0,-5-2-210 16</inkml:trace>
  <inkml:trace contextRef="#ctx0" brushRef="#br0" timeOffset="120940.1">20992 14270 433 0,'0'0'152'15,"0"0"-50"-15,0 0-9 16,0 0-36-16,0 0-57 16,0 0-33-16,-2 16-154 15,12-8 17-15</inkml:trace>
  <inkml:trace contextRef="#ctx0" brushRef="#br0" timeOffset="122258.17">21196 15216 48 0,'0'0'89'0,"0"0"-83"16,0 0-4 0,0 0 16-16,0 0-13 0,0 0 33 15,-11 5 71-15,11-5 22 16,0 0-32-16,0 0-62 16,2 2-26-16,8 1 4 15,-1 1-8-15,3 2-4 16,6 1-1-16,6 2 0 15,2 1-2-15,4-2-14 16,5 1-53-16,2-5-74 16,-1 1-21-16,-3-5-76 15</inkml:trace>
  <inkml:trace contextRef="#ctx0" brushRef="#br0" timeOffset="126639.09">21451 14143 11 0,'0'0'367'16,"0"0"-240"-16,0 0-25 15,0 0-5-15,0 0-17 16,0 0-24-16,0 0-34 0,0 0 0 15,0 0 0 1,0 0-12-16,0 0-5 0,0 0 0 16,0 0-2-16,0 0-3 15,0 0 3-15,0 0-3 16,0 0 1-16,0 0 2 16,0 0-2-16,0 0-2 15,0 0-8-15,6 0-5 16,16 0-11-16,11 0 23 15,10 2-16-15,0 3-4 16,1 2-5-16,-3 1-36 16,-2-5 11-16,-1-1-2 15,-3-2 4-15,-1 0-2 16,-5 0-26-16,-8-11-36 0,-6-2 25 16,-11 1 20-16,-4-2 30 15,0 1 19-15,-15-1 20 16,-2 0 87-16,2 1-9 15,4 3 58-15,6 4-9 16,4 1 17-16,1 5-47 16,0 0-89-16,4 0-6 15,13 2-2-15,4 13 1 16,1-1 0-16,-4 6 5 16,-3 2 1-16,-4-3-4 15,-4 3 6-15,-6-4-7 16,-1 2-1-16,0-3 2 15,0 0-1-15,-14-3-2 16,-3-1-20-16,-8-3-50 16,-4-9-83-16,0-1-289 0</inkml:trace>
  <inkml:trace contextRef="#ctx0" brushRef="#br0" timeOffset="128055.11">22212 13958 154 0,'0'0'81'16,"0"0"27"-16,0 0-16 0,0 0 52 15,0 0-88 1,0 0 26-16,4-53-2 0,-4 50-57 16,0 1 30-1,0 2-7-15,0 0-23 0,0 0-12 16,0 0-10-16,0 0-1 15,0 14-9-15,-1 20 5 16,-7 13 3-16,-4 11 1 16,-6 2-3-16,-1-2-10 15,4-5-34-15,0-11-17 16,8-8-10-16,2-10-43 16,5-15-33-16,0-9-143 15</inkml:trace>
  <inkml:trace contextRef="#ctx0" brushRef="#br0" timeOffset="128536.21">22548 14053 445 0,'0'0'125'15,"0"0"-63"-15,0 0 18 0,0 0-11 16,32-89-34 0,-32 68-9-16,0 3-12 0,0 5-4 15,-2 5-4-15,-5 4-6 16,-2 4-9-16,-3 0 8 15,0 14-4-15,0 13-5 16,3 12-8-16,5 6-13 16,4-1 6-16,0-6-1 15,0-11-33-15,14-12 24 16,0-10 35-16,-2-5 5 16,-2 0 58-16,-2-11 3 15,-4-2-20-15,-2 3-18 0,-2 2-5 16,0 4-18-1,0 4-5-15,0 0-5 0,-5 17-26 16,-5 14 30-16,-4 10-5 16,6 7-15-16,0 4-29 15,5 1-31-15,3-6-19 16,0-11-144-16</inkml:trace>
  <inkml:trace contextRef="#ctx0" brushRef="#br0" timeOffset="129168.39">22845 13962 812 0,'0'0'9'16,"0"0"-5"-1,0 0-4-15,0 0-5 0,0 91 1 16,0-32 2-16,0 9 2 15,0 4 4-15,0-4-1 16,0-8-2-16,0-9-1 16,4-16-8-16,3-12-28 15,0-12 6-15,0-11 4 16,3 0 26-16,0-17-8 16,-4-18-20-16,-6-9 28 15,-2-3 1-15,-26-6 37 16,-3 7-34-16,2 6 46 0,12 15 30 15,9 9-47 1,6 10-20-16,2 6-13 0,0 0-15 16,10 0-30-16,20 11 42 15,16 0-1-15,8 0-7 16,14-3-33-16,-1-6 23 16,0-2-40-16,-9 0 30 15,-12 0-4-15,-18-9 34 16,-15-1 1-16,-13-1 19 15,0-2 37-15,-6 1-26 16,-10 2 7-16,3 4-8 16,3 5 13-16,4 1-33 15,-1 12-9-15,-2 17-4 16,-3 7 4-16,3 7-1 16,4 0-2-16,2-1 3 0,2-5 2 15,1-5 4-15,-2-7 0 16,-1-3-3-16,-4-6 0 15,0-2-1-15,-2-1-1 16,-3-3 1-16,-3-4 0 16,-6-3 0-16,-3-3-2 15,-5 0-33-15,7-16-99 16,8-10-93-16</inkml:trace>
  <inkml:trace contextRef="#ctx0" brushRef="#br0" timeOffset="129362.71">23294 14071 582 0,'0'0'113'16,"0"0"26"-16,0 0-108 16,0 0-14-16,0 0-16 15,103-34 0-15,-67 34-1 16,6 0 0-16,-3 8-2 15,-1 6-29-15,-6 3-127 16,-11-4-190-16</inkml:trace>
  <inkml:trace contextRef="#ctx0" brushRef="#br0" timeOffset="129579.03">23478 14376 721 0,'0'0'139'16,"0"0"-99"-16,0 0-19 15,0 0-9-15,0 0-8 16,82-10-2-16,-43 6-1 16,-1 1-1-16,3 3-7 15,2 0-51-15,-1 0-146 16,-2-2-216-16</inkml:trace>
  <inkml:trace contextRef="#ctx0" brushRef="#br0" timeOffset="130617.09">23973 14129 92 0,'0'0'374'0,"0"0"-251"16,0 0-17-16,0 0-49 16,0 0-8-16,0 0-46 15,5-17-3-15,-4 23-9 16,-1 16 7-16,0 14 2 16,-1 14 5-16,-16 14 3 0,-5 8-6 15,-2 0 2-15,6-6-4 16,3-11-1-16,7-9-46 15,7-13-27-15,1-10-26 16,0-18-177-16</inkml:trace>
  <inkml:trace contextRef="#ctx0" brushRef="#br0" timeOffset="131166.24">24248 14266 701 0,'0'0'99'16,"0"0"-44"-16,0 0-32 15,23-78 5-15,-23 56-12 16,0 1-10-16,0-1-5 16,-10 7-1-16,-3 5-1 15,2 10 0-15,-2 0-5 0,-1 11-3 16,-2 17-7-16,1 12 10 16,6 8-13-1,6 2-5-15,3-1-26 0,8-9-35 16,20-13 51-16,0-10 28 15,0-9 6-15,-2-8 1 16,-1 0 4-16,-4-8-5 16,-10-9 36-16,-8-5 27 15,-3 0-26-15,0 2 1 16,-3 6-9-16,-2 5 19 16,2 6-27-16,1 3-21 15,-1 0-1-15,-1 21-35 16,-8 12 35-16,0 12 0 15,-6 13 2-15,-3 6-1 16,-1 1 1-16,3-7-2 16,7-7-28-16,6-10-24 0,6-8-41 15,0-17-11-15,0-16-219 16</inkml:trace>
  <inkml:trace contextRef="#ctx0" brushRef="#br0" timeOffset="131949.56">24604 14425 667 0,'0'0'60'15,"0"0"0"-15,0 0-13 16,45-90-18-16,-35 63-3 16,-5 1-15-16,-4-1-2 15,-1 3-6-15,0 2-3 16,-11 3 1-16,0 6-2 16,-1 7 0-16,-3 6 1 15,-4 6-39-15,-2 21-25 16,-5 14 17-16,1 11 8 15,6 6 24-15,4 3 8 16,3-2 1-16,4-5 4 0,-1-10 0 16,0-5 2-16,2-9 3 15,-4-7 5-15,4-3 13 16,-5-3 3-16,0 0-9 16,0-2-13-16,0-3 8 15,2-4-6-15,4-5-4 16,3-3 0-16,0-3-4 15,0-19-21-15,0-6-29 16,3-8 11-16,0-2 36 16,1 1 7-16,17 3 16 15,11 7 16-15,6 7-14 16,12 5-18-16,5 5-24 0,-3 2 22 16,-3 1 2-1,-8 1 8-15,-8-2 23 0,-5 1 11 16,-9 2-7-16,-7 0-6 15,-4 1-3-15,-5 4-3 16,0-1-15-16,0 1-8 16,0 0-7-16,0 1-27 15,0 14 11-15,-5 8 23 16,-4 5 3-16,0 9-3 16,-1-1 0-16,4 1-6 15,2-7-38-15,4-11 18 16,0-10 8-16,0-9 18 0,11 0 2 15,14-13 22 1,7-11-18-16,2-6-6 16,-4-7 2-16,-8-4 5 0,-11 0 13 15,-10-2 13-15,-1 2 3 16,-1 7-7-16,-16 9-1 16,-7 11-28-16,-14 14-19 15,-12 0-131-15,-3 12-45 16</inkml:trace>
  <inkml:trace contextRef="#ctx0" brushRef="#br0" timeOffset="132947.59">21794 14926 452 0,'0'0'124'0,"0"0"-59"16,0 0 63-16,0 0-60 0,0 0-60 15,0 0-3-15,-26-15 4 16,31 15-8-16,14 5 5 16,13 5 1-16,8 0 0 15,2-3-7-15,5-5 2 16,0-2-2-16,0 0 0 15,-5-9-10-15,-3-8-14 16,-9-2-33-16,-11-2 15 16,-10 0 4-16,-8 0 24 15,-1 3 14-15,0 3 3 0,-5 5 3 16,-1 7 13 0,4 3 41-16,2 0-53 0,0 4-7 15,0 15-12-15,0 8 12 16,8 9 3-16,5 5 2 15,2-3 2-15,-2-4-5 16,-4-10-1-16,-4-10 2 16,-5-5-2-16,0-2-1 15,-8-3 1-15,-25-3 4 16,-13-1-5-16,-6 0-63 16,12 0-45-16,18 0-66 15,22-4-92-15</inkml:trace>
  <inkml:trace contextRef="#ctx0" brushRef="#br0" timeOffset="133209.93">22428 14811 809 0,'0'0'72'16,"0"0"-5"-16,0 0-67 16,0 0-5-16,0 0 5 15,0 0 0-15,0 94 0 16,4-32 2-16,0 5-1 0,-4 5-1 16,0-3 0-16,0-7-52 15,-4-8-54-15,-2-13-80 16,3-18-194-16</inkml:trace>
  <inkml:trace contextRef="#ctx0" brushRef="#br0" timeOffset="133647.09">22696 15126 604 0,'0'0'165'16,"0"0"-91"-16,27-77-52 0,-18 53-12 15,3-3 13-15,-5-4-5 16,-5 0 6-16,-2-3-13 16,0 4 0-16,-12 8-11 15,0 8 7-15,5 10-5 16,-3 4-2-16,2 12-10 16,-1 21 6-16,1 11-3 15,7 8-7-15,1 2-4 16,0-5-7-16,13-9 3 15,2-12 6-15,-1-13 6 16,-7-9 10-16,-1-5 0 16,-6-1 8-16,1 0 23 15,-1-5 5-15,0-8-6 16,0 3-13-16,0 5-1 16,0 5-9-16,-3 0-7 0,-2 12-28 15,-4 16 25-15,1 9 2 16,0 8-4-16,3 3-1 15,-1 0-21-15,-3-5-7 16,4-5-17-16,-1-9-75 16,2-15-22-16,4-14-213 15</inkml:trace>
  <inkml:trace contextRef="#ctx0" brushRef="#br0" timeOffset="134145.98">22972 15141 801 0,'0'0'49'16,"0"0"9"-16,0 0-37 15,0 0-14-15,32-83 8 16,-26 67-7-16,-1 1-5 16,-2 2 2-16,-1 0-5 15,-2 2-1-15,0 0-6 16,-10 4-25-16,-10 1-26 15,0 2-14-15,3 4 12 16,0 0 25-16,7 0-3 16,0 14 25-16,1 1 11 15,1 5 1-15,-4 6 2 16,3 6 3-16,0 5 5 0,-2 3 1 16,2 4-4-1,7-4 2-15,0-4-2 0,2-4-3 16,0-8 1-16,0-6-3 15,3-7 0-15,-2-5-1 16,-1-5-1-16,0-1 0 16,0 0 1-16,0 0 15 15,0-1 12-15,-14-11-5 16,-5 0-10-16,-1-1 23 16,5 1-6-16,4 4-15 15,6 2-7-15,5 0-4 16,0 1 7-16,9-3-10 15,16-2-18-15,11-4-15 0,7-1-10 16,5-5-59-16,1 1-9 16,2-5-87-16,-2-3 11 15,-6-1 6 1</inkml:trace>
  <inkml:trace contextRef="#ctx0" brushRef="#br0" timeOffset="134313.75">23199 15014 235 0,'0'0'180'15,"0"0"-32"-15,0 0-15 16,0 0-35-16,0 0-28 15,0 0-48-15,0-41-22 16,-5 65-8-16,-5 11 8 16,-1 13 0-16,-2 9 0 15,3 3 1-15,-2 2-1 16,-2-5 0-16,1-7-11 16,5-4-46-16,3-11-65 0,5-14-76 15</inkml:trace>
  <inkml:trace contextRef="#ctx0" brushRef="#br0" timeOffset="134663.6">23371 15279 174 0,'0'0'511'0,"0"0"-405"15,0 0-63-15,0 0-35 16,0 0 1-16,0 0 14 15,-3-17-7-15,23 17-13 16,9 0-3-16,6 0 1 16,3 0-1-16,-2-3-3 15,1-1-23-15,0-1-41 16,-4-2-66-16,0-6-96 0</inkml:trace>
  <inkml:trace contextRef="#ctx0" brushRef="#br0" timeOffset="135095.51">24088 15097 200 0,'0'0'504'16,"0"0"-377"-16,17-83-79 0,-17 63-20 15,0 3-9-15,0 2-13 16,-7 6-5-16,-6 1-1 16,-5 8-2-16,3 0 2 15,-3 8-4-15,3 16-3 16,3 10-2-16,9 4 3 16,3 3 1-16,5-6 2 15,14-6-6-15,0-13 7 16,-5-7 2-16,-6-5 3 15,-5-4 6-15,-1 0 19 16,-2 0 5-16,0 0-14 16,0 0-16-16,0 4-3 15,-4 8-7-15,-12 5-4 0,-4 11 8 16,-3 7 1 0,-4 5-29-16,1 3-13 0,-2 2-27 15,4-4-64-15,5-5-47 16,14-12-222-16</inkml:trace>
  <inkml:trace contextRef="#ctx0" brushRef="#br0" timeOffset="135561.73">24428 15193 318 0,'0'0'165'0,"0"0"-67"16,13-77-19-16,-13 54 11 15,0 3-27-15,-10 5-11 16,-1 5-34-16,2 6-8 16,-1 4-10-16,-3 0-4 15,-4 22-7-15,1 10-4 16,-2 13-15-16,4 4 0 15,4 0-16-15,7-8-3 16,3-12-4-16,0-15 20 16,16-9 33-16,1-5 2 15,-1-5 19-15,0-15 4 16,0-5-9-16,-7-4 24 0,-5-3 6 16,-4 0 6-1,0 7 7-15,0 7-13 0,0 9-8 16,0 8-36-16,0 1-2 15,0 11-36-15,-3 20 22 16,-13 16 13-16,-10 12 1 16,-4 4 1-16,4 0-1 15,3-8 0-15,13-7-17 16,8-9-10-16,2-10-4 16,0-7-84-16,9-18-87 15</inkml:trace>
  <inkml:trace contextRef="#ctx0" brushRef="#br0" timeOffset="136528.2">24034 15170 45 0,'0'0'100'16,"0"0"-59"-16,0 0-1 15,0 0-4-15,0 0 7 16,0 0 50-16,32-72-6 16,-29 62-7-16,0 0-38 15,-1 0 8-15,-2 0-8 16,1 0 6-16,-1 2-23 15,0 0 13-15,0 3-20 0,0-2-4 16,0 4-6 0,0 1 16-16,0 1-12 0,0 1 3 15,0 0-15-15,2 0 0 16,0 1-9-16,-2 18 5 16,0 12 2-16,0 13 4 15,-15 17-1-15,-7 7 0 16,-4 7 1-16,1-5-1 15,1-9-1-15,8-15-1 16,5-13-11-16,4-11 3 16,2-8-23-16,1-3-35 15,-2-10-47-15,4-1-181 16</inkml:trace>
  <inkml:trace contextRef="#ctx0" brushRef="#br0" timeOffset="137145.86">24695 15168 539 0,'0'0'68'0,"0"0"36"15,0 0 5-15,25-85-61 16,-25 71-30-16,0 2 7 16,0 3 0-16,0 3-14 15,-1 6 2-15,-14 0-13 16,-10 5-3-16,-8 17 3 0,-1 15-1 16,-2 11-4-16,6 8 0 15,6 2-30-15,12-10-16 16,10-13-55-16,2-14 17 15,8-10 59-15,11-7 23 16,1-4-28-16,4-4-72 16,-2-13-28-16,-7-4 130 15,-5-2 5-15,-5 1 117 16,-4 2 21-16,-1 6 33 16,0 6-69-16,0 5-39 15,0 3-49-15,0 0-14 16,-14 21-34-16,-7 8 34 0,-3 11 0 15,0 6-2 1,3-3-15-16,7-2-24 0,8-12-15 16,6-5-19-16,0-9-17 15,0-8-112-15</inkml:trace>
  <inkml:trace contextRef="#ctx0" brushRef="#br0" timeOffset="137512.92">24949 15054 840 0,'0'0'21'0,"0"0"11"16,0 0-20-16,0 0-12 15,0 0-11-15,0 0 11 16,-71 49 0-16,26 11 0 15,-5 10 4-15,-1 5-2 16,9-6-2-16,11-12-2 16,16-14-17-16,15-16-9 15,0-12-12-15,26-11 40 16,10-4 2-16,3-4-2 16,-3-17-7-16,-7-4-4 15,-12-4 11-15,-9 0 19 16,-8-3 17-16,-8 1-15 15,-14 8-12-15,-3 9-5 0,1 14-4 16,3 1-23 0,2 21-109-16,0 6-63 0,11-2-328 15</inkml:trace>
  <inkml:trace contextRef="#ctx0" brushRef="#br0" timeOffset="138661.49">21882 15724 395 0,'0'0'152'0,"0"0"-90"0,0 0-51 15,0 0-4 1,0 0 19-16,0 0 11 16,79-3-1-16,-34 11-26 0,10-5-6 15,3 0-4-15,0-3 0 16,-1 0-1-16,-11 0-6 15,-9-8-8-15,-13-4 10 16,-10-5 5-16,-13-2 4 16,-1-6-2-16,-6 1-1 15,-21 1-1-15,1 3 0 16,5 6 14-16,9 7 25 16,9 7 16-16,1 0-55 15,2 5-23-15,0 15 20 16,0 5 3-16,8 7 0 0,2 1 2 15,-1 1 0 1,-5-4-1-16,-2-5 1 0,-2-4-2 16,0-1 0-16,-15-3-11 15,-15-2-46-15,-2-6-69 16,-1-4-155-16</inkml:trace>
  <inkml:trace contextRef="#ctx0" brushRef="#br0" timeOffset="139178.25">22605 15727 623 0,'0'0'178'0,"0"0"-97"15,0 0-54-15,0 0-27 16,0 0-4-16,0 0 4 16,3 68 0-16,-9-8 0 15,-7 8 1-15,-7 2-1 16,1-4-32-16,-2-9-79 0,5-13-44 16,10-14-139-1</inkml:trace>
  <inkml:trace contextRef="#ctx0" brushRef="#br0" timeOffset="139674.75">22910 15841 554 0,'0'0'105'15,"0"0"56"-15,25-95-100 16,-22 64-22-16,-3-1-5 16,0 3-16-16,0 5-10 15,-9 7-8-15,-4 7 0 16,-3 6-1-16,-3 4-4 16,0 10-1-16,-4 21-12 15,6 9-1-15,8 12-14 16,9 10-6-16,0 5-48 15,10-3-39-15,18-14 1 16,4-16-27-16,4-17 72 16,-6-14 80-16,-7-3 9 15,-7-4 0-15,-6-18 29 0,-6-5 99 16,-4-4-5 0,0-1-29-16,0 2 25 0,-8 9-56 15,2 9-39 1,3 6-24-16,0 6-9 0,-2 4-9 15,-2 22-13-15,0 13 22 16,-2 10-2-16,-3 8-3 16,0 0-7-16,-5 1-24 15,0-4-21-15,-1-5-63 16,5-10-17-16,6-15-191 16</inkml:trace>
  <inkml:trace contextRef="#ctx0" brushRef="#br0" timeOffset="140690.94">23361 15958 382 0,'0'0'147'16,"0"0"-88"-16,0 0 1 16,0 0-53-16,0 0 4 15,27-88 19-15,-27 70-19 16,0-3-8-16,-6 1 5 16,-10 2-7-16,-1 3 7 15,1 9 36-15,1 4-24 0,-2 2-20 16,3 5-2-16,-2 15-1 15,6 10-4-15,2 11 7 16,5 10-16-16,3 1 16 16,0-2-60-16,17-15 19 15,9-14 4-15,1-15 29 16,-3-6 8-16,-3 0 3 16,-8-15 1-16,-4-5 0 15,-8-1 11-15,-1-4 5 16,0 4 42-16,-4 3 2 15,-2 7-16-15,-1 6-24 16,1 5-24-16,-2 10-8 16,-3 18 7-16,-2 6 0 15,1 10 0-15,-1 1-2 16,2 1-27-16,-1 0-42 0,2-7-11 16,4-10-26-1,6-12-205-15</inkml:trace>
  <inkml:trace contextRef="#ctx0" brushRef="#br0" timeOffset="140948.03">23550 15850 811 0,'0'0'71'16,"0"0"-36"-16,0 0-28 0,0 0-6 15,89-6-2 1,-68 27 1-16,-6 5 0 0,-5 8-2 16,-10 0 2-16,0 5-2 15,-19 0 2-15,-11-3 0 16,-3-2 0-16,-1-3-14 16,1-2-35-16,5-6-66 15,4-9-46-15,10-9-289 16</inkml:trace>
  <inkml:trace contextRef="#ctx0" brushRef="#br0" timeOffset="141143.94">23481 16096 315 0,'0'0'148'15,"0"0"-145"-15,0 0 10 16,0 0 49-16,0 0-4 15,0 0-1-15,56 15-13 16,-23-15-30-16,3 0-14 16,3 0-18-16,1 0-130 15,-7-16-400-15</inkml:trace>
  <inkml:trace contextRef="#ctx0" brushRef="#br0" timeOffset="141322.81">23821 16029 730 0,'0'0'153'15,"0"0"-111"-15,0 0-42 16,0 0-1-16,0 0-13 16,0 0-24-16,85-9-47 15,-57 9-72-15,-3 0-186 16</inkml:trace>
  <inkml:trace contextRef="#ctx0" brushRef="#br0" timeOffset="142424.53">24031 15879 613 0,'0'0'46'0,"0"0"-18"16,0 0-26-1,0 0 8-15,0 0 18 0,0 0 0 16,51 80-18-16,-51-51-8 15,-12-1-2-15,-13 0 8 16,-4-2-7-16,-3-1 7 16,2-2-8-16,6-4-1 15,7-4-22-15,8-2-16 16,5-7 7-16,4-2 0 16,4-4 4-16,26 0 28 15,12 0 0-15,9-10-11 0,7-3-18 16,1-1 6-16,-3 4 16 15,-11-2-13 1,-11 0-13-16,-15 0 33 0,-12 1 63 16,-7 3-7-16,0 3-18 15,0 5-38-15,-11 0-4 16,-9 0 4-16,0 14 0 16,-2 6 1-16,-1 4 4 15,3-2-1-15,8 0-4 16,8-7 2-16,4-5 0 15,0-3 3-15,10-5 35 16,8-2 9-16,2 0-23 16,4-14-14-16,4-8-8 15,2 2-4-15,-2-2-22 16,-1 0-36-16,-2 8-5 0,-7 0 7 16,-5 6 56-16,-5 4 27 15,-5 4 21-15,-3 0-23 16,0 2-25-16,-5 16 0 15,-14 2 1-15,0 7 2 16,-1-4 1-16,8-2-3 16,5-5 2-16,7-3-3 15,6-6 4-15,19 0 18 16,9-7 32-16,7 0-39 16,-5-12-10-16,-5-10-3 15,-3-7 4-15,-5-3-6 16,-10-4-9-16,-5-5-26 15,-4 1-22-15,-4 4 57 0,0 8 23 16,0 11 4-16,0 11-27 16,-9 6-3-16,0 0-49 15,2 1-1-15,3 9 27 16,4 0 4-16,2-1 15 16,21-2 7-16,11-4 7 15,9-1 0-15,9-2-5 16,3-2-2-16,-1-13 0 15,-5-4 0-15,-10 0 0 16,-10-3 0-16,-14 0-2 16,-10 1 2-16,-5 0 1 15,0 5 9-15,-9 2 12 16,-5 7 24-16,-4 6-2 0,0 1-44 16,-3 8-1-1,-3 13-6-15,6 5 6 0,2 4 1 16,7 2 0-16,9-1 1 15,0-5-1-15,7-6 5 16,22-4 6-16,5-8 16 16,4-5-4-16,-6-3-12 15,-11-1-9-15,-8-18 5 16,-7-3 12-16,-4 2-17 16,-2 4 3-16,0 7-1 15,0 6 0-15,-5 3-4 16,-11 3-6-16,-12 22 6 0,-11 15-3 15,-12 10 3-15,-11 13 1 16,-3 5 1-16,4 5-2 16,16-3 0-16,16-3-3 15,17-11-1-15,9-12-21 16,3-8-64-16,0-16-22 16,0-11-228-16</inkml:trace>
  <inkml:trace contextRef="#ctx0" brushRef="#br0" timeOffset="143722.64">18760 14652 307 0,'0'0'238'15,"0"0"-167"-15,0 0-14 16,0 0-40-16,0 0-12 16,0 0 16-16,-9 0-1 15,9 0 2-15,-1-1 11 16,-1 1-5-16,2 0-1 15,-2 0-10-15,2 0-12 16,0 0-5-16,0 0-3 16,0 0 2-16,26 1 1 15,16 4 5-15,20-5 12 16,19 0-6-16,5 0-7 0,1 0-4 16,-6-6-5-16,-9-5-12 15,-6-1-38-15,-14-4-84 16,-15-3 26-16,-20-4-107 15</inkml:trace>
  <inkml:trace contextRef="#ctx0" brushRef="#br0" timeOffset="143903.93">19275 14448 503 0,'0'0'37'16,"0"0"-28"-16,101 31 8 15,-58-4 11-15,-4 4-1 16,-5 2-14-16,-10-2 8 0,-9-2 1 15,-9-5-6-15,-6 1-9 16,0-5-1-16,-24 1-4 16,-13 5-2-16,-8 1-9 15,-10-9-90-15,1-9-249 16</inkml:trace>
  <inkml:trace contextRef="#ctx0" brushRef="#br0" timeOffset="145219.82">14486 14386 628 0,'0'0'58'16,"0"0"80"-16,0 0-66 0,0 0-42 16,0 0-30-16,0 0-9 15,-26 8 8-15,3 29 1 16,-5 8 2-16,-3 8-1 16,-2 0 1-16,1-5-2 15,9-10 1-15,8-15 1 16,6-9-1-16,7-11-1 15,2-3 2-15,0-9 8 16,2-18 4-16,18-12-14 16,6-7-13-16,4-1-6 15,3 2 3-15,1 2-19 16,0 4-7-16,1 8 2 0,-1 6 17 16,-6 8 23-16,-4 7 13 15,-3 10 0-15,-6 0-13 16,1 17-1-16,-5 8 1 15,-1 4-1-15,-4 3-2 16,-3-2 3-16,0-8-4 16,2-5-3-16,-2-10 2 15,5-2 4-15,3-5 1 16,4 0 6-16,10-11 10 16,5-12 4-16,2-3-4 15,2-3-14-15,-4 2-2 16,-2 5-2-16,-6 7 2 15,-3 6-1-15,-5 7 1 0,-1 2-4 16,-4 8-3-16,2 13-1 16,4 8-1-16,0 4 1 15,5 2-4-15,6-2-24 16,-1-3-4-16,-1-7 4 16,-1-7-12-16,-6-7-13 15,-3-9-42-15,1 0 30 16,-2-9 43-16,-2-14-19 15,-1-3 49-15,-6 2 100 16,-2 5 100-16,-2 8-83 16,0 5-13-16,0 6-74 15,0 1-30-15,0 19-22 16,0 10 19-16,0 12 3 0,0 7 3 16,1 2-3-16,13 2-11 15,4-10-45-15,3-11-40 16,-3-22-3-16,1-10-150 15</inkml:trace>
  <inkml:trace contextRef="#ctx0" brushRef="#br0" timeOffset="145387.39">15230 14137 838 0,'0'0'7'0,"0"0"22"15,0 0-29-15,0 0-76 16,0 0 45-16,0 0-61 16,92 118-67-16,-59-77-237 15</inkml:trace>
  <inkml:trace contextRef="#ctx0" brushRef="#br0" timeOffset="145885.5">15389 14754 526 0,'0'0'102'16,"0"0"-31"-16,0 0 41 15,0 0-55-15,0 0-54 16,88-99-1-16,-40 48-1 16,1-5 0-16,-7-5 2 0,-13 2-1 15,-15 2 6-15,-14 6 7 16,0 8-2-16,-14 14-7 15,-2 13 0-15,4 16-6 16,-4 0 0-16,4 26-9 16,1 15 6-16,7 12-7 15,4 11-7-15,10 3 0 16,20-4-1-16,4-5-18 16,4-15-19-16,2-15 16 15,0-19 5-15,2-9 23 16,1-32 11-16,-4-13 5 15,-6-12-4-15,-9-6 4 0,-18-2 60 16,-6 1 8-16,0 6-18 16,-16 11-3-16,3 18-8 15,7 14-13-15,3 15-27 16,1 5-4-16,1 24-32 16,1 17 30-16,0 10 2 15,3 9 0-15,9 3-1 16,3-1 1-16,3-1-8 15,5-10-14-15,6-10-7 16,0-13-11-16,-3-18-27 16,1-15-61-16,-6-12-118 15</inkml:trace>
  <inkml:trace contextRef="#ctx0" brushRef="#br0" timeOffset="146184.91">16180 14578 273 0,'0'0'47'16,"0"0"49"-16,0 0-53 16,0 0 22-16,0 0 22 15,0 0-19-15,99 5 10 16,-75-23-21-16,-6-4-32 16,-6-2-10-16,-9-2 1 15,-3-1-5-15,-6 2-6 16,-13 4 0-16,-2 9 1 0,-1 8-5 15,2 4-1 1,2 16-7-16,2 18-18 0,8 7 3 16,5 5 13-16,3 4-1 15,0-4-17-15,20-7-24 16,13-7-9-16,10-11 23 16,2-11-3-16,-1-10-262 15</inkml:trace>
  <inkml:trace contextRef="#ctx0" brushRef="#br0" timeOffset="146550.73">16508 14473 899 0,'0'0'17'0,"0"0"-17"15,0 0 0-15,-14 99 1 16,2-62-1-16,3-1 0 15,5-9 0-15,2-6 2 16,0-6-1-16,2-8-1 16,0-3 0-16,0-4-9 15,0 0 9-15,0-18 0 16,17-9-18-16,6-7-4 16,0 3 15-16,1 3-2 15,-4 6 7-15,-5 8 2 16,-7 9 1-16,-3 4 2 15,-2 1-3-15,-1 1-2 0,3 16 0 16,-3 7 1-16,-2 7-1 16,0 2 0-16,0 4 4 15,1-6-4-15,7-1-11 16,0-10-97-16,-2-13-91 16,4-7-216-16</inkml:trace>
  <inkml:trace contextRef="#ctx0" brushRef="#br0" timeOffset="147586.12">16800 14539 857 0,'0'0'81'16,"0"0"-79"-16,0 0-1 0,0 0-1 16,0 0 0-1,-11 82 1-15,11-61-1 0,0-9-2 16,0-4 1-16,11-6-5 15,3-2 1-15,3 0-2 16,2-19-22-16,0-3-3 16,0-5 12-16,-2 1 19 15,-1 4 1-15,-7 7 11 16,-3 7 3-16,-3 6 10 16,-3 2-7-16,0 0-17 15,0 14-8-15,0 7 8 16,0 3 0-16,0 3 0 0,2-2 0 15,9 0-1-15,11-2-1 16,7-10 2-16,3-7 4 16,0-6-3-16,2-5-1 15,-1-19-6-15,0-6-27 16,-5-5-11-16,-7-2-10 16,-9 6 54-16,-6-1 5 15,-4 8 16-15,-2 9 29 16,0 6-9-16,0 9-19 15,0 0-22-15,0 7-31 16,0 14 30-16,0 4 0 16,0 6-2-16,0-1 2 15,6 1 1-15,30-5-2 16,23-5 2-16,16-4 4 0,9-6 0 16,-9-11-2-16,-9 0-1 15,-17-17 0-15,-16-7 2 16,-12-3-2-16,-9-1-1 15,-11 2 1-15,-1 2-1 16,-6 3 4-16,-15 2 2 16,2 9 4-16,-4 10 4 15,3 0-14-15,0 12-8 16,1 13 2-16,5 3 0 16,2 0 2-16,10-3 4 15,2-5-6-15,6-8 2 16,19-8 4-16,3-4 14 15,4 0 6-15,-4-11-1 0,-4-6 3 16,-4-3-4-16,-5-1-8 16,-5-2-2-16,-5 4-3 15,-3 5 5-15,-2 4-9 16,0 5 1-16,0 5-1 16,0 0-1-16,0 5-19 15,-4 12-2-15,-4 5 18 16,5 5 0-16,3 0 0 15,16-6-16-15,21-4 9 16,7-10 9-16,-1-7-3 16,-6 0 2-16,-1-19-1 15,0-9 3-15,0-6-24 16,-2-6-25-16,-9-4-67 0,-8-3 12 16,-16-5 30-1,-1-2 20-15,-9 0 54 0,-5 4 104 16,3 11 64-16,5 14-71 15,3 16-46-15,1 9-38 16,-3 6-13-16,-4 27-20 16,-6 15 20-16,-3 12 0 15,0 12 0-15,8 1-1 16,10-1 1-16,0-5-1 16,10-6 1-16,6-9 0 15,-7-7 0-15,-5-3-17 16,-2-18-132-16,-2-13-147 0</inkml:trace>
  <inkml:trace contextRef="#ctx0" brushRef="#br0" timeOffset="147966.73">18011 14737 864 0,'0'0'94'0,"0"0"-46"15,0 0-12-15,0 0-24 16,0 0-9-16,33-82-3 15,-15 65-1-15,4-3 1 16,2 1-1-16,1-1 0 16,1-1-6-16,-2 0-14 15,3 0-1-15,-2 0-3 0,2 2-4 16,0 0-1-16,-2 3 11 16,0 5-4-16,-5 1 11 15,-7 6 9-15,-4 2 3 16,-4 2 0-16,-5 0-4 15,0 4-9-15,0 15 13 16,0 8 0-16,-14 2 5 16,-7 3-2-16,-3 0 3 15,2-5-4-15,4 2-1 16,0 0-1-16,5-3 0 16,0 1-6-16,-3-3-12 15,-1-2-83-15,-6-6-21 16,-4-16-131-16</inkml:trace>
  <inkml:trace contextRef="#ctx0" brushRef="#br0" timeOffset="148163.73">17223 13965 828 0,'0'0'20'16,"0"0"5"-16,0 0-20 0,0 0-5 15,0 0-34 1,95 27-79-16,-73 6-90 0</inkml:trace>
  <inkml:trace contextRef="#ctx0" brushRef="#br0" timeOffset="148499.56">15824 14875 178 0,'0'0'437'0,"0"0"-417"16,0 0-20-16,0 0 0 16,0 0 3-16,94 33 32 15,-9-25 57-15,18-5-36 16,18 0-14-16,16-2-24 16,7 1-7-16,11-2 0 15,8 0-8-15,2 0-3 16,-1 0 0-16,-16 0 0 15,-23-3-27-15,-28-6-81 16,-27-3-97-16,-25-10-264 16</inkml:trace>
  <inkml:trace contextRef="#ctx0" brushRef="#br0" timeOffset="148651.71">17480 14778 856 0,'0'0'41'16,"0"0"4"-16,0 0-45 16,0 0-64-16,0 0 5 15,0 0-97-15,-11 92-263 16</inkml:trace>
  <inkml:trace contextRef="#ctx0" brushRef="#br0" timeOffset="152828.48">19305 15911 293 0,'0'0'152'16,"0"0"-109"-16,-5-84 37 15,-6 57-18-15,-5 2 14 16,4 4 3-16,-4 8-21 16,5 7-13-16,-4 6-14 15,-4 0-21-15,-6 21-4 16,-5 17-6-16,-5 15 2 15,4 11 0-15,4 8 0 16,12 1-2-16,13-6-3 16,2-8 1-16,16-11-12 0,14-12-7 15,1-12 3 1,2-11 0-16,-5-8-25 0,-1-5-45 16,-5-10-5-16,-4-17 34 15,0-4 8-15,-6-7 51 16,0 1 57-16,-5 5 21 15,-2 6 48-15,-2 11-46 16,-3 10-32-16,0 5-48 16,0 11-3-16,0 17 2 15,1 8-4-15,2 8-1 16,6 0-10-16,0 0-13 16,-2-8-81-16,1-5-5 15,-1-14-123-15,-5-8-110 16</inkml:trace>
  <inkml:trace contextRef="#ctx0" brushRef="#br0" timeOffset="153378.43">19470 16257 660 0,'0'0'148'0,"0"0"-136"15,0 0-3-15,0 0-9 16,0 0 2-16,0 0 14 15,76-3-1-15,-52-5-9 16,-3-3-2-16,-5-6-2 16,-4-3 3-16,-8-1 0 15,-4 1 5-15,0 1-7 16,-13 7-3-16,-2 5-3 0,-1 7 2 16,2 0 1-16,4 18-1 15,3 10 0-15,7 2-4 16,4 4-13-16,17-2-8 15,7-5 2-15,4-8-9 16,-3-10 12-16,0-8 14 16,-3-1 7-16,-3-5 8 15,-6-14 6-15,-1-1 7 16,-7 1 8-16,-4 2-5 16,-3 9-12-16,0 4-4 15,-1 2-7-15,3 2-1 16,2 0-9-16,5 3 5 15,7 8 4-15,3 4 3 0,4-1-3 16,-1-3-1-16,-5-5 1 16,-5-3 2-16,-4-3 3 15,-1 0 0-15,-4 0 3 16,-1-6 5-16,-1-1 0 16,-1 0-3-16,-1 5-3 15,-1 2-3-15,3 0-4 16,4 0-10-16,2 16-1 15,5 6 1-15,7 5-25 16,6 2-62-16,12-4-31 16,8-6-104-16</inkml:trace>
  <inkml:trace contextRef="#ctx0" brushRef="#br0" timeOffset="155259.19">20426 16128 149 0,'0'0'561'16,"0"0"-370"-16,0 0-118 16,0 0-64-16,0 0-9 15,0 0 0-15,-66 56 1 16,53-7-1-16,-3 1 1 16,0-6-1-16,3-10 1 15,3-10 0-15,5-12 2 16,4-9-3-16,1-3 1 15,0-9 6-15,16-17-7 16,11-12-4-16,3-6-7 0,-3-6 5 16,-4-1-14-16,-3 3-17 15,-1 5 7-15,1 8 23 16,-5 11 5-16,-4 11-1 16,-3 9-1-16,-5 4-6 15,-3 5 8-15,0 20-1 16,0 9 1-16,0 8 2 15,-6 7 2-15,-7-1-2 16,2-7 2-16,7-9 1 16,1-11-3-16,3-6 0 15,0-9 1-15,0-4-1 16,0-2 1-16,-2 0 14 16,-1-19 13-16,-6-7-28 0,-3-5 1 15,-4-2 0-15,-2 3 0 16,2 5 2-16,4 8 2 15,6 8 0-15,4 5-5 16,2 4 0-16,0 0-7 16,8 0-31-16,20 2 31 15,9 0 7-15,7-2 6 16,3 0-5-16,-3-19 0 16,0-6 12-16,-7-6 4 15,-5-3-4-15,-11-4 0 0,-8-1-2 16,-5 0-2-1,-7 2-6-15,-1 11 7 0,0 10 2 16,0 15 2-16,0 1-14 16,-5 22-5-16,-3 15-1 15,-3 15 4-15,0 13 2 16,1 11 0-16,0 4 0 16,5-5-2-16,4-11-2 15,1-17-4-15,9-17-3 16,16-14-1-16,7-14 8 15,2-2 1-15,-1-14-5 16,-3-12-3-16,-6-8 2 16,-6-1 9-16,-7-1 0 15,-6 1 1-15,-4 4 2 16,-1 3 19-16,0 6 15 0,0 8-8 16,0 11-12-1,0 3-17-15,0 10-1 0,-6 23-11 16,-10 9 12-16,-6 11 0 15,-4 5 0-15,-4 3 1 16,0-1-1-16,4 3 0 16,3-7-1-16,4-5 1 15,4-7 3-15,2-7-1 16,10-7-2-16,0-11-3 16,3-9 3-16,0-5 0 15,0-5-1-15,0 0 1 16,0-8 8-16,13-17-7 0,7-12-1 15,5-9-1 1,2-7 0-16,-5 2 0 0,-1 2-6 16,0 1-6-16,0 9-22 15,1 7-32-15,-2 7 9 16,0 13 19-16,-5 7 27 16,-1 5 8-16,-8 3 4 15,-3 16 0-15,-3 4 0 16,0 8 2-16,-17 2 4 15,-4-2 0-15,1-3 4 16,1-6-2-16,6-5-1 16,3-6-1-16,4-5 3 15,1-4-3-15,4-2 2 16,-1 0 66-16,2-11-20 16,0-10-54-16,3-6 0 0,20-5-16 15,8 0-16-15,9-6 5 16,2 1 0-16,4-5 8 15,2 2-6-15,-1-4 5 16,0-1 17-16,-7-1 3 16,-4 4 3-16,-12 2 22 15,-5 10 13-15,-8 7 11 16,-6 10-4-16,-5 12-20 16,0 1-25-16,-5 18-13 15,-16 17 12-15,-5 14-2 0,-2 8 2 16,4 5 1-1,6-2-1-15,8-8 1 0,10-12-11 16,0-13-10-16,6-11 13 16,9-10 5-16,1-6 3 15,4-5 3-15,0-16 2 16,0-9-3-16,-5-3-2 16,-2 2 2-16,-7 6 3 15,-4 8 6-15,0 6 5 16,-2 10-4-16,2 1-12 15,-2 0-3-15,2 3-13 16,2 17-2-16,1 7 17 16,4 2-5-16,4-1 4 15,4-5-7-15,9-7-3 16,9-10 12-16,2-4 4 0,1-2-1 16,-3 0-3-1,-5-11 2-15,-4-5-2 0,-6-1-21 16,-4 3-1-16,-6 3-3 15,-3 2 2-15,-4 3 7 16,-3 1 16-16,0 0 5 16,0 2 26-16,0 0 6 15,0 3 5-15,-10 0-42 16,-3 9-3-16,-3 12 2 16,3 2 1-16,3 2-3 15,6-5 1-15,4 0-7 16,3-4-1-16,18-3 2 0,1-6 7 15,-1-7 0 1,-6 0 1-16,-2-3 6 0,-3-9-3 16,-3-5-2-16,-2 1 2 15,0 3-3-15,-5 1 16 16,2 9 8-16,-2 0 5 16,0 3-29-16,0 0-1 15,0 6-27-15,0 13 27 16,0 3-2-16,0 3-4 15,0-1-8-15,13 2-3 16,22 0-8-16,11-3 10 16,0-7-48-16,-4-8-167 15</inkml:trace>
  <inkml:trace contextRef="#ctx0" brushRef="#br0" timeOffset="155809.33">22083 16494 581 0,'0'0'177'0,"0"0"-65"16,0 0-60-16,0 0-32 15,0 0-20-15,0 0-1 16,-4-15-1-16,19 15 2 16,12 5 0-16,7 2 4 15,6-4 0-15,0-2-3 16,1-1-1-16,-1 0 0 15,-3 0-1-15,-9-2-9 16,-6-9-14-16,-9-2 4 16,-11-1-8-16,-2-2-25 15,0-1-28-15,-7 4 36 0,-3 3 37 16,2 2 8-16,3 4 6 16,4 4-6-16,0 0 0 15,1 4-6-15,0 11 6 16,0 7 0-16,1 0 0 15,7 2 1-15,0-1 4 16,3-2 3-16,3-2 9 16,-1 0 3-16,-6-5-5 15,-5-8-15-15,-2 1 1 16,-9 0-2-16,-16 1-21 16,-10-3-80-16,-5-5-286 15</inkml:trace>
  <inkml:trace contextRef="#ctx0" brushRef="#br0" timeOffset="156807.54">22683 16574 582 0,'0'0'148'0,"0"0"-31"15,0 0-73-15,80-34-27 0,-69 34-12 16,-7 5-5-16,-4 15-1 16,0 6 0-16,-8 9 1 15,-15 2-2-15,-7-1 2 16,-3-4-2-16,6-6-25 16,2-9-7-16,3-2-6 15,10-8-13-15,3-5 8 16,5-2 11-16,4 0 34 15,8-12 6-15,18-3-1 16,12-3-5-16,7 1 8 16,4 0 3-16,-1 0-6 15,-5 2 11-15,-5-2 13 16,-11 5 1-16,-10 0 2 0,-8 4 4 16,-6 4-9-1,-3 1-4-15,0 3-8 0,0 0-15 16,0 1-8-16,-10 16 7 15,-6 10 1-15,-1 3 0 16,7-3 0-16,10 0-3 16,0-8-2-16,21-4 5 15,8-6 3-15,1-7-1 16,-3-2-1-16,-3-7 1 16,-6-14 1-16,-5-5-3 15,-10-4 0-15,-3-1-13 16,-4-1-25-16,-14 3-37 15,2 1 8-15,5 8 20 0,10 7-18 16,1 6 6-16,6 7 5 16,20 0-55-16,9 0 109 15,6 0 16-15,0 0 69 16,-5 1 2-16,-5-1-30 16,-9 0 9-16,-8 0 18 15,-6 0-4-15,-8 0-21 16,0 0-28-16,0 0-31 15,0 3-2-15,-3 10-5 16,-13 10 7-16,-5 12 1 16,-1 9-1-16,-4 9 0 15,4 5 0-15,10 5-8 0,12-2-52 16,3-9-32-16,27-13-44 16,1-19-57-16</inkml:trace>
  <inkml:trace contextRef="#ctx0" brushRef="#br0" timeOffset="157124.85">23439 16654 745 0,'0'0'112'16,"0"0"-53"-16,0 0-35 15,0 0-24-15,0 0-4 0,0 0-2 16,12 4 6-1,-15 28 1-15,-6 8 0 0,-1 2 0 16,7-1 1-16,3-7-2 16,3-9 0-16,17-6-5 15,7-12-3-15,5-7 7 16,2-3-3-16,-1-18-16 16,-3-8-9-16,-7 0 3 15,-11-2 17-15,-10-2 4 16,-2 0 2-16,-11 6 2 15,-9 3-1-15,1 12 0 16,3 9-6-16,7 3-144 16,9 3-129-16</inkml:trace>
  <inkml:trace contextRef="#ctx0" brushRef="#br0" timeOffset="157341.42">23870 16731 630 0,'0'0'196'16,"0"0"-119"-16,0 0-55 15,0 0-16-15,0 0-4 16,0 0 3-16,54-22-2 16,-2 22-2-16,5 10-1 15,1 1-51-15,-4-3-68 16,-7-8-129-16</inkml:trace>
  <inkml:trace contextRef="#ctx0" brushRef="#br0" timeOffset="158804.99">24119 16696 474 0,'0'0'190'0,"0"0"-34"15,0 0-73-15,0 0-39 16,0 0-32-16,0 0-12 16,63-26-1-16,-56 43 0 15,-4 3 0-15,-3 6-4 16,0 3 4-16,-17 3 1 16,-6-1 0-16,-5-2 3 15,1-4-3-15,4-6 0 16,3-4 0-16,8-6 0 15,6-4-1-15,4-5 0 0,2 0 1 16,0 0 7-16,8-12-5 16,16-9-2-16,8-1-1 15,7 2-9-15,-3 0 8 16,-2-1 1-16,-6 6 0 16,-7 5 1-16,-9 3 0 15,-7 2 5-15,-5 5-5 16,0 0-1-16,0 0-3 15,0 0-3-15,0 20 5 16,-5 5 2-16,-2 5 0 16,5 2 0-16,2-4-1 15,0-7-6-15,8-10 5 0,7-8 2 16,4-3 2-16,2-8 2 16,0-16 0-16,1-7-3 15,-4-3 0-15,-7-2 0 16,-7-1-1-16,-4 3 0 15,0 3 0-15,0 4-1 16,-4 8 1-16,-2 9 0 16,1 5-2-16,-3 5-17 15,1 0-63-15,-2 11-67 16,0 10 59-16,4 1-83 16,5-3-28-16</inkml:trace>
  <inkml:trace contextRef="#ctx0" brushRef="#br0" timeOffset="159189.76">24571 16629 636 0,'0'0'159'0,"0"0"-63"15,0 0-49-15,0 0-38 16,0 0-3-16,0 0-6 16,33-42-3-16,-24 53-1 15,0 8 4-15,-4 2 0 0,-3 2-1 16,-2-1-1 0,0 1 1-16,-16-3 1 0,-5 2 0 15,-4-2-2-15,-1-2 1 16,6-1-9-16,4-2-4 15,8-6-1-15,5 0-1 16,3-1-12-16,0 0 26 16,8-5 2-16,14 0 3 15,6 0 1-15,6-3 3 16,5 5-6-16,-2-2-1 16,-3-1-78-16,-5-2-97 15,-7-2-102-15</inkml:trace>
  <inkml:trace contextRef="#ctx0" brushRef="#br0" timeOffset="159637.85">24901 16677 593 0,'0'0'106'0,"0"0"-21"15,0 0-59-15,0 0-24 16,0 0-1-16,0 0 0 16,9-21-1-16,-9 21-4 15,-12 10 0-15,-2 11 3 16,-4 8 1-16,1 4 5 0,1 1-5 16,6-6-1-16,10-4-13 15,0-10-48-15,21-9 52 16,12-5 8-16,4 0 0 15,1-17-44-15,-4-9 22 16,-10-3 21-16,-8-4 3 16,-5 3 20-16,-8 3 1 15,-2 5 46-15,-1 8 23 16,0 4-36-16,0 10-30 16,0 0-24-16,-10 13-31 15,-10 15 31-15,-4 11-1 16,-7 9 1-16,-3 11 0 0,3 6-21 15,11 1-40 1,14-6-26-16,6-8-23 0,12-16-82 16,12-11-207-16</inkml:trace>
  <inkml:trace contextRef="#ctx0" brushRef="#br0" timeOffset="161153.51">22654 17148 270 0,'0'0'188'16,"0"0"-81"-16,0 0-54 15,0 0-35-15,0 0-10 16,0 0 3-16,-50-16 5 16,54 16 7-16,26 0 58 15,21 8-27-15,25 4-35 16,17 1-10-16,18 0-9 16,12-1 2-16,9-4-2 15,1-1 0-15,-6 0 1 16,-15-4 1-16,-23-3 2 15,-19 2-4-15,-21-1 2 0,-17 0 0 16,-16-1-2-16,-10 0-1 16,-6 0-25-16,0 0-34 15,0 0-73-15,-7-2-164 16</inkml:trace>
  <inkml:trace contextRef="#ctx0" brushRef="#br0" timeOffset="161287.24">23868 17207 357 0,'0'0'126'0,"0"0"-28"16,0 0-72-16,0 0-2 15,0 0-23-15,0 0-1 0,-69-21-101 16,52 21-188 0</inkml:trace>
  <inkml:trace contextRef="#ctx0" brushRef="#br0" timeOffset="163201.88">18566 16656 576 0,'0'0'103'16,"0"0"-20"-16,0 0-56 15,0 0-21-15,0 0-6 16,96 0 6-16,-35 12 3 16,22 2 2-16,22 3 20 15,14 0-10-15,15 3-10 16,5 2-6-16,1-3-5 15,0-2 0-15,-12-3-18 16,-14-6-42-16,-22-2-6 16,-22-4 18-16,-22-1 29 15,-19-1 19-15,-14 0 0 16,-13-1 4-16,-2-8 31 0,-10 0-35 16,-17 4-10-16,-4 2-38 15,-5 1-70-15,-3 0-220 16</inkml:trace>
  <inkml:trace contextRef="#ctx0" brushRef="#br0" timeOffset="171243.7">23171 13710 406 0,'0'0'40'15,"0"0"58"-15,0 0-67 16,0 0-14-16,0 0 30 16,0 0-9-16,0 0 12 0,0 0-25 15,19-51 9-15,-19 51-8 16,0 0-26-16,0 3-3 16,0 14-5-16,0 10 8 15,0 5 0-15,-3 4 1 16,0-2 0-16,3-6-1 15,0-9 2-15,10-6-1 16,27-12 7-16,26-1 6 16,27-17 3-16,20-18-8 15,13-13-6-15,-2-10-1 16,-10-7-2-16,-18-3-5 16,-19 5 5-16,-20 10 9 15,-15 14-4-15,-15 13-3 16,-10 10-2-16,-10 10-60 15,-4 6-46-15,0 0-126 0,-8 0-155 16</inkml:trace>
  <inkml:trace contextRef="#ctx0" brushRef="#br0" timeOffset="171414.48">24124 13582 587 0,'0'0'42'0,"0"0"-7"15,0 0-35-15,0 0-60 0,0 0-32 16,0 0-151-16</inkml:trace>
  <inkml:trace contextRef="#ctx0" brushRef="#br0" timeOffset="195456.47">15024 16748 207 0,'0'0'61'0,"0"0"20"15,0 0 2-15,0 0-23 16,0 0 24-16,0 0-32 16,0 0 14-16,0 0-16 15,52-58-1-15,-46 48-9 16,1-2-18-16,-3 0 0 15,2 1 8-15,-1-2-15 16,-2 2-5-16,-1 0-2 16,-2-1 2-16,0-2-7 15,0 3 8-15,0 0-3 16,-2 1-5-16,-7 2 3 0,-7 4-6 16,-7 4 0-16,-11 7 0 15,-12 20-2-15,-17 14 2 16,-16 14 0-16,-3 11-1 15,4 13 1-15,20 4 1 16,25 6-1-16,21-11-1 16,12-10 0-16,2-21-6 15,22-23-4-15,16-20 6 16,14-4 5-16,14-30 5 16,6-13-4-16,-3-10 0 15,-15-1-1-15,-18 3 0 16,-15 7 0-16,-10 13 0 15,-9 12 1-15,-1 13 1 0,-3 6 6 16,0 4-8 0,0 22-2-16,-3 11 2 0,-4 13 0 15,1 4-1-15,2-3 0 16,4-4-9-16,0-10-11 16,0-8-8-16,4-9-13 15,7-8-35-15,3-5-34 16,2-7-80-16</inkml:trace>
  <inkml:trace contextRef="#ctx0" brushRef="#br0" timeOffset="195704.79">15437 16595 778 0,'0'0'113'0,"0"0"-30"15,0 0-49-15,0 0-34 16,0 0-2-16,0 0 2 16,-29 102-1-16,14-28 1 15,1 7 1-15,3 8 2 16,3-7-3-16,4-10-13 16,4-15-30-16,3-21-32 15,18-16-24-15,9-16-39 16,7-4-89-16</inkml:trace>
  <inkml:trace contextRef="#ctx0" brushRef="#br0" timeOffset="196902.56">15654 16933 690 0,'0'0'228'0,"0"0"-138"16,0 0-78-16,0 0-12 16,0 0-2-16,-53 85 2 15,45-29 0-15,2-1 0 16,6-8 1-16,0-8-2 15,0-13 1-15,0-9 0 16,2-12 0-16,4-5 2 16,5-5 4-16,4-26 8 15,8-13-13-15,-6-16-1 0,-6-15-8 16,-11 4-17-16,-3 3 1 16,-22 11 10-16,-2 8-7 15,6 8-3-15,14 9 10 16,7 6 3-16,24 2 1 15,17 5 4-15,16 1 6 16,9-2 0-16,8 0 5 16,1-2 13-16,-3 2 10 15,-13-1 1-15,-14 1 3 16,-17 8 2-16,-17 2-5 16,-7 9 3-16,-4 1-32 15,0 4-7-15,0 22-4 16,0 13 11-16,-10 15-2 15,-8 11 1-15,0 10-2 16,-4 3 2-16,-2 8 0 16,6-11 0-16,3-7-1 0,7-17-1 15,5-21 2-15,3-15 0 16,0-9-2-16,0-6 3 16,3-3 0-16,17-21 8 15,1-14-8-15,6-7-3 16,-2 2-1-16,-3 10-7 15,-2 11 2-15,-4 11 2 16,-4 11 5-16,-3 0-3 16,0 11-1-16,-5 15-1 15,-2 13 2-15,-2 7-1 16,0 0 4-16,-6-4-1 16,-5-7-14-16,-2-12 5 0,-2-7-5 15,-3-6-4-15,1-6-16 16,-2-4-4-16,2 0-20 15,9 0-38-15,6-14-1 16,2-5-47-16,16-5-24 16,18 2 171-16,4 1 16 15,7 1 43-15,-2 5 55 16,-4 5-26-16,-6 0-10 16,-10 7 13-16,-5 2 24 15,-7 1-82-15,-3 0-33 16,-5 7 0-16,-3 6 0 15,0 1-4-15,0 5 4 16,-3-4 0-16,0-1 2 0,3-4-1 16,0-4 0-1,0-6 0-15,13 0 1 0,14 0 2 16,6-18-1-16,1-5-3 16,-5-5 4-16,-8-3 3 15,-8 1 33-15,-9 6 5 16,-2 5-22-16,-2 11 5 15,0 6-21-15,0 2-7 16,0 0-6-16,0 10-5 16,0 10-5-16,0 11 14 15,0 3-6-15,1-1-2 16,16-8-3-16,10-8 0 0,6-10 3 16,3-7 10-16,5-8 1 15,-1-22 1-15,3-17-2 16,-2-10 2-16,-4-5-2 15,-9-7-6-15,-11 3-1 16,-17 3-2-16,0-4 8 16,-21-1 1-16,-7 5 22 15,4 13 9-15,6 14 12 16,5 20 2-16,6 16-36 16,3 5-9-16,-5 35-36 15,-4 23 34-15,-4 25-1 16,-1 16 2-16,-1 17-2 15,-1 3-1-15,1-5-8 0,4-14-24 16,8-22-9 0,7-18-29-16,9-19-137 0,19-16-281 15</inkml:trace>
  <inkml:trace contextRef="#ctx0" brushRef="#br0" timeOffset="197401.42">14446 17562 702 0,'0'0'50'0,"0"0"53"16,0 0-46-16,0 0-56 0,0 0 4 16,0 0-5-16,143-20 10 15,-1 31 9-15,34 0-15 16,21-2 8-16,16-1-11 16,14-5-1-16,9-3-6 15,2 0 0-15,-2-2-6 16,-18-2-9-16,-29 1 2 15,-31 1-4-15,-43 2-21 16,-39-3-18-16,-37 1 12 16,-34-4 26-16,-14 2 16 0,-42-1-113 15,-21-3-174 1</inkml:trace>
  <inkml:trace contextRef="#ctx0" brushRef="#br0" timeOffset="198065.6">16538 17067 232 0,'0'0'96'15,"0"0"37"-15,0 0-49 16,0 0-2-16,-24-80-22 15,18 71-15-15,0 1 11 16,-3 2-31-16,-5 3-17 0,-2 3-8 16,-5 0 0-16,-1 0-2 15,1 0 1-15,3 7 1 16,7 8-17-16,10 6-26 16,1 6-46-16,13-2-32 15,22-4-279-15</inkml:trace>
  <inkml:trace contextRef="#ctx0" brushRef="#br0" timeOffset="198234.3">16538 17067 309 0,'-97'73'336'0,"93"-73"-272"0,4 2-64 16,5 16-81-16,22 2-100 15,12-5-244-15</inkml:trace>
  <inkml:trace contextRef="#ctx0" brushRef="#br0" timeOffset="198687.49">17405 17287 458 0,'0'0'188'0,"0"0"-76"15,0 0-70-15,0 0-40 16,0 0 14-16,0 0 12 15,130-10-9-15,-70 10-12 16,7 0-2-16,6 0-2 16,-1 0-2-16,-5 0-1 15,-9 0-3-15,-6 0-28 16,-11 0-13-16,-8 0-84 16,-10-9 48-16,-10-8-105 15,-11-2-75-15</inkml:trace>
  <inkml:trace contextRef="#ctx0" brushRef="#br0" timeOffset="198862.12">17974 17125 305 0,'0'0'265'16,"0"0"-77"-16,0 0-86 16,0 0-56-16,0 0-46 15,0 0-4-15,0 0 2 16,18 34 2-16,13 5 0 16,0 2 0-16,-4-6 1 15,-8-5-1-15,-8-6 0 16,-9-5 0-16,-2 0-10 15,-12 1-7-15,-15-2-57 16,-6-5-127-16</inkml:trace>
  <inkml:trace contextRef="#ctx0" brushRef="#br0" timeOffset="199020.38">18198 17445 843 0,'0'0'76'0,"0"0"-64"16,0 0-12-16,0 0-21 16,-81 36-37-16,61-12-104 15,12-7-131-15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49:33.093"/>
    </inkml:context>
    <inkml:brush xml:id="br0">
      <inkml:brushProperty name="width" value="0.05292" units="cm"/>
      <inkml:brushProperty name="height" value="0.05292" units="cm"/>
      <inkml:brushProperty name="color" value="#FF0000"/>
    </inkml:brush>
  </inkml:definitions>
  <inkml:trace contextRef="#ctx0" brushRef="#br0">2257 14001 104 0,'0'0'58'0,"0"0"-1"16,0 0-15-16,0 0 2 16,0 0-5-16,0 0-4 15,-80 0 0-15,75 0-2 16,2 0-14-16,0-1-7 15,0 1 1-15,-1 0-1 16,-1 0-7-16,1 0-5 16,1 0 0-16,0 0 1 15,1 0-1-15,1 0 2 0,1 0 1 16,-2 0 4-16,2 0 7 16,0 0 6-16,0 0 4 15,0 0 0-15,0 0 11 16,0 0-13-16,0 0-5 15,0 0-6-15,8 0-3 16,14-3 12-16,11-2 1 16,7-3-8-16,12 1 2 15,11-3-4-15,17-2 1 16,11 3-4-16,11-1-1 16,8 0-5-16,1 3-1 15,0 2-1-15,-3 0 0 16,-7 4 0-16,-9-1-1 0,-8 2 0 15,-12 0-1-15,-5 0 0 16,-4 0 2-16,-2 0-4 16,0 0 3-16,6 0 2 15,-1-4-2-15,-1-1 2 16,0 2-1-16,-7-5 0 16,-2 2 0-16,-4-5 0 15,1 3 0-15,4-2 2 16,-1 1 0-16,2 3-2 15,-1-1 1-15,-2 0-1 16,1 5 0-16,-3-1 1 16,0 1-1-16,3 2 2 0,-1-2-2 15,1 2 1 1,-3-1-1-16,-4 1 0 0,-4 0 0 16,-3 0-1-16,-6 0 1 15,-1 0 1-15,-2 0-1 16,-1 1 0-16,5 5 0 15,6-3 0-15,2 0 1 16,4 2-3-16,3-2 2 16,2-3 0-16,4 1 1 15,3-1-1-15,2 0-3 16,-3 0 3-16,-2 0 0 16,-3 0 0-16,-3 0 0 15,-1 0 0-15,4 2 0 16,5 1 1-16,4 2-1 15,0 0 0-15,0-2 1 0,-10 1 0 16,-3 1-1-16,-7-3-1 16,1-1 1-16,-3 1 1 15,4-2 0-15,2 0-1 16,3 2-1-16,-1 1 0 16,-2 0 1-16,-6-2 0 15,-5-1 0-15,0 0-1 16,1 0 3-16,3 0-3 15,4 0 1-15,8 0 0 16,4 0 0-16,0 0 0 16,-6 0 0-16,-8 0 0 0,-10 0 0 15,-6 0 0-15,-3 0 1 16,-2 0-1-16,2 0 0 16,0-1 0-16,-1-2 0 15,0 0 0-15,1 1 1 16,-4 0 2-16,0 2-1 15,0 0 0-15,2 0-2 16,5 0 0-16,-1 0 3 16,-3 0-2-16,-2 2-1 15,-3-2 1-15,-4 2 0 16,3-2 9-16,-4 0 5 16,1 0-4-16,-5 0 4 15,-5 0-1-15,-1 0 8 16,-3 0 7-16,0 0-7 0,0-2-8 15,0-1-8 1,0-1-1-16,0 1 5 0,0 1-7 16,0 0-2-16,0 2-1 15,0 0-2-15,0 0 0 16,-4 0-21-16,-5 9 0 16,-3 4-14-16,3-1-20 15,6-1-47-15,3 1-28 16,0-2-37-16,5-4-67 15</inkml:trace>
  <inkml:trace contextRef="#ctx0" brushRef="#br0" timeOffset="2348.06">9860 13134 485 0,'0'0'119'16,"0"0"11"-16,0 0-52 15,0 0-30-15,0 0-15 16,0 0-5-16,-3-72-8 16,1 71-4-16,1-1-1 15,1 2-7-15,0 0-5 16,-2 0-3-16,2 0-1 0,0 0-3 15,0 6-1 1,0 8 4-16,0 5 1 0,9 1 0 16,-1 2 0-16,0-3 0 15,2-6 2-15,-1-1-2 16,4-5 0-16,9-7 0 16,12 0 0-16,14-12 3 15,17-17 0-15,6-5-3 16,-1-6 0-16,-6 0-1 15,-10-3 1-15,-12 4 0 16,-11 10-1-16,-12 4 2 16,-7 13-1-16,-6 4 2 15,-4 7-2-15,-2 1-15 16,0 0-38-16,0 17-42 0,0 9 41 16,-9 6-66-16,-3-6-152 15</inkml:trace>
  <inkml:trace contextRef="#ctx0" brushRef="#br0" timeOffset="3397.61">14002 13104 137 0,'0'0'343'0,"0"0"-187"15,0 0-40-15,0 0-73 16,0 0 12-16,0 0-27 16,1-54-17-16,-1 54-11 15,0 0-6-15,0 1-2 16,0 15 4-16,9 6 2 16,2 5 2-16,3 4 3 15,0-2-2-15,5-3-1 16,2-7 1-16,3-6-1 0,10-13 1 15,11 0 6-15,19-26-3 16,20-15 1-16,8-13-4 16,1-2-1-16,-14 2 4 15,-15 7-1-15,-19 13 8 16,-17 8 0-16,-13 13-1 16,-8 8-5-16,-7 5-5 15,0 0-15-15,0 2-66 16,0 19 6-16,-13 11 47 15,-8 4-68-15,-2-2-136 16</inkml:trace>
  <inkml:trace contextRef="#ctx0" brushRef="#br0" timeOffset="4528.89">20284 13033 618 0,'0'0'79'0,"0"0"13"15,0 0-78-15,0 0-14 16,0 0-9-16,0 0-7 16,-4 7 11-16,4 11 5 15,0 5 2-15,0 0 6 16,0-1-8-16,0-2 2 0,0-7-1 15,0-5 0-15,7-7 3 16,14-1 5-16,19-11 51 16,22-21-26-16,24-11-31 15,5-8-1-15,-7 0-2 16,-8 2 2-16,-21 7-1 16,-15 8 3-16,-13 9-4 15,-9 13 0-15,-9 10-12 16,-5 2-48-16,-4 8-87 15,0 18 47-15,-22 12 13 16,-15 1-95-16</inkml:trace>
  <inkml:trace contextRef="#ctx0" brushRef="#br0" timeOffset="4696.92">20805 13128 573 0,'0'0'27'0,"0"0"-27"16,0 0-65-16,-104 22-134 16</inkml:trace>
  <inkml:trace contextRef="#ctx0" brushRef="#br0" timeOffset="6161.16">2621 15107 385 0,'0'0'73'0,"0"0"49"15,0 0-9 1,0 0-51-16,-13-76-3 0,10 70-11 16,1 1-14-16,-1 5-6 15,3 0-25-15,0 0-3 16,0 5-9-16,9 10 7 16,6 7 2-16,4 3-4 15,1 5 4-15,-2-1 3 16,3-2-2-16,-5-7-1 15,5-6 2-15,0-8-2 16,7-6 1-16,15-17 1 16,15-22 4-16,15-20 0 0,5-5-3 15,-3-3-2 1,-11 4-1-16,-12 9 1 0,-12 13 0 16,-11 15-1-16,-12 13 0 15,-9 9 0-15,-5 4 0 16,-3 0-3-16,0 10-36 15,-3 19-55-15,-19 15 70 16,-1 7-31-16,-4-4-94 16,5-11-138-16</inkml:trace>
  <inkml:trace contextRef="#ctx0" brushRef="#br0" timeOffset="7246.81">8422 15237 456 0,'0'0'38'0,"0"0"81"16,0 0-42-16,10-84-13 16,-10 66-14-16,1 4-16 15,1 2-3-15,-2 4 2 16,0 4-5-16,0 2-10 15,0 2-6-15,0 0-12 0,3 0-4 16,3 6-1-16,6 11 5 16,0 6 0-16,3 4 1 15,0-3-1-15,1 0 0 16,-1-7 2-16,3-5-2 16,3-5 0-16,5-7 0 15,12 0 4-15,14-16 1 16,12-19-5-16,13-9 1 15,3-7-1-15,-4-1 2 16,-8 1-1-16,-15 3-2 16,-13 5 2-16,-13 10-2 0,-11 8 2 15,-11 12 0-15,1 6 0 16,-6 7-1-16,0 0-3 16,0 0-3-16,-1 7-30 15,-18 14-44-15,-3 8 9 16,1 8-52-16,6-4-59 15</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50:35.882"/>
    </inkml:context>
    <inkml:brush xml:id="br0">
      <inkml:brushProperty name="width" value="0.05292" units="cm"/>
      <inkml:brushProperty name="height" value="0.05292" units="cm"/>
      <inkml:brushProperty name="color" value="#FF0000"/>
    </inkml:brush>
  </inkml:definitions>
  <inkml:trace contextRef="#ctx0" brushRef="#br0">824 8430 476 0,'0'0'39'0,"0"0"34"16,0 0-23-16,7-88 8 16,-4 74-12-16,-3 1-3 15,0 1-14-15,0-2-5 16,0 2-9-16,0 2 11 16,0 3 2-16,0 1-10 15,0 4-8-15,0 0 0 16,0 2-4-16,0 0-6 0,0 0-3 15,3 7-5 1,9 13 8-16,6 10-1 0,1 7 0 16,1 5 1-16,-4 5 0 15,2 2 1-15,-2-5-1 16,2-6 1-16,0-8-1 16,3-6 0-16,3-10 0 15,4-10-4-15,8-4-3 16,15-21 6-16,17-18 1 15,7-9-8-15,4-7 6 16,-7 2 2-16,-10 2-1 16,-13 4 1-16,-8 5 1 15,-7 7 2-15,-7 6-3 16,-6 12 4-16,-11 5-2 16,-4 7 1-16,-4 2-3 0,-1 2-1 15,2 1-3 1,-3 0-21-16,3 0-31 0,-3 0 13 15,0 15 26-15,-7 6-43 16,-11 5-79-16,-6-3-126 16</inkml:trace>
  <inkml:trace contextRef="#ctx0" brushRef="#br0" timeOffset="13921.06">767 10868 191 0,'0'0'63'0,"0"0"65"16,0 0-36-16,0 0-4 16,0 0-47-16,0 0 4 15,-30-74 19-15,24 63-28 16,0 1 26-16,2-1-21 16,-1 1-17-16,1 1 3 0,1 3-16 15,1-1-3-15,2 5-3 16,0 1 1-16,0 0-1 15,0 1-2-15,0 0 0 16,0 0 0-16,-1 0-3 16,1 0 0-16,-3 0-3 15,3 0-1-15,0 4-4 16,0 13 3-16,9 11 1 16,6 7 3-16,1 4 1 15,-2 0-3-15,0 1 3 16,0-7 2-16,2-5-2 15,1-6 0-15,5-11-1 16,8-11 1-16,22-4 0 16,15-33 2-16,18-16 6 0,12-10-6 15,2-5-1-15,-5 1 0 16,-12 2 1-16,-8 6 0 16,-18 6-1-16,-6 10 2 15,-11 7-1-15,-9 9 1 16,-9 5 0-16,-8 7 1 15,-5 6 1-15,-4 6-3 16,-1 1-1-16,-2 2-1 16,1 0-2-16,-2 0 0 15,0 0 2-15,0 0-21 16,0 21-65-16,-14 12 36 16,-12 7-33-16,5-5-167 0</inkml:trace>
  <inkml:trace contextRef="#ctx0" brushRef="#br0" timeOffset="14088.01">1729 10639 600 0,'0'0'70'0,"0"0"48"16,0 0-78-16,0 0-15 15,0 0-16-15,0 0-9 16,-15 18-110-16,3 6-22 15,-4-4-189-15</inkml:trace>
  <inkml:trace contextRef="#ctx0" brushRef="#br0" timeOffset="57909.67">806 12808 164 0,'0'0'49'0,"0"0"17"15,0 0 33-15,0 0-71 16,0 0 11-16,0 0 14 16,0 0-12-16,0-60-15 15,0 51 13-15,0-1-5 16,0-3-8-16,0 4 19 16,0-2-28-16,0 0 6 15,0 0-9-15,0-3 11 16,0 0 9-16,0-2-12 15,0 4 9-15,0-1-15 16,0 4 11-16,0 1-13 16,0 4-1-16,0 3 0 0,0 1-4 15,0 0-9-15,0 0-7 16,0 13-5-16,6 14 7 16,10 9 4-16,2 2-2 15,0 3 3-15,1-4 0 16,-2-4 0-16,-1-3 0 15,1-6 0-15,2-5 0 16,3-4 0-16,4-6-1 16,5-6 1-16,8-3-1 15,1-5 0-15,9-19 1 16,5-5-1-16,1-7 1 16,-1-3 2-16,-7 5-1 15,-10-2-1-15,-11 7 1 16,-8 7 3-16,-5 2 5 0,-5 9-7 15,-5 3-2-15,-1 3 2 16,-2 4-5-16,0 1 2 16,4 0-10-16,-4 0-27 15,0 6-73-15,0 16-39 16,-6 7 60-16,-15-3-180 16</inkml:trace>
  <inkml:trace contextRef="#ctx0" brushRef="#br0" timeOffset="58075.81">1416 12850 625 0,'0'0'102'16,"0"0"26"-16,0 0-99 16,0 0-29-16,0 0-3 15,0 0-101-15,0 8-98 16,0 1 51-16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4:54:29.020"/>
    </inkml:context>
    <inkml:brush xml:id="br0">
      <inkml:brushProperty name="width" value="0.05292" units="cm"/>
      <inkml:brushProperty name="height" value="0.05292" units="cm"/>
      <inkml:brushProperty name="color" value="#FF0000"/>
    </inkml:brush>
  </inkml:definitions>
  <inkml:trace contextRef="#ctx0" brushRef="#br0">2991 7481 176 0,'0'0'109'0,"0"0"40"16,0 0-74-16,0 0-37 16,0 0-13-16,0 0 24 15,0 0 17-15,0 0-23 16,0 0 14-16,-24-78-16 15,21 66-32-15,0 4 17 0,0 3 11 16,3 2-25 0,0 3-3-16,-3 0-2 0,3 0-7 15,0 0-1-15,0 0 1 16,0 0-2-16,0 0-2 16,0 0-1-16,0 0-11 15,14 11 16-15,8 3-1 16,6 0-4-16,7 1 3 15,2 0-4-15,15-3 6 16,12-4 0-16,14-1-2 16,11-4 4-16,8-3-4 15,-4 0 4-15,-4 0-2 16,-17 0 0-16,-14 0 4 16,-21 0-4-16,-13 1 1 0,-13-1-2 15,-11 3 0 1,0-3 0-16,0 0-3 0,0 3-6 15,0-1-1-15,-8 2 0 16,-10 4 4-16,-3 3-26 16,2 0-25-16,10 1-76 15,9-2-64-15</inkml:trace>
  <inkml:trace contextRef="#ctx0" brushRef="#br0" timeOffset="747.8">6539 7492 263 0,'0'0'160'0,"0"0"-20"15,0 0-92-15,0 0-39 16,0 0 0-16,0 0-1 15,-3-5-4-15,3 5-2 16,5 0-2-16,14 0 6 16,5 0 11-16,6 0 1 15,0 2-10-15,4-1-3 16,5-1 2-16,3 0-3 16,1 0 0-16,-4 0-2 0,-3 0-1 15,2 0 1-15,-8 0 0 16,-6 0 0-16,-8-3-1 15,-8 0 1-15,-7 2 0 16,-1 1-2-16,2 0-22 16,-2 0-99-16,0 7-34 15,-2 6-3-15</inkml:trace>
  <inkml:trace contextRef="#ctx0" brushRef="#br0" timeOffset="1632.7">11501 7620 312 0,'0'0'118'0,"0"0"-46"16,0 0 2-16,0 0-51 0,0 0-15 15,0 0-1-15,-4-4 2 16,21 4-4-16,19 0 9 15,13 0 28-15,13 0-10 16,16 0-15-16,18 4-2 16,18 3-3-16,22 1-12 15,7-3 4-15,0 0-4 16,-10-2 3-16,-16-2 2 16,-23-1-5-16,-17 0 0 15,-22 0 1-15,-21 0-1 16,-15 0 0-16,-9 0 0 15,-9 0 0-15,-1 0-1 16,0 0-16-16,0 2-13 16,-6 4-31-16,-16 8 31 15,-6 3 14-15,-2 1-102 0,5-3-101 16</inkml:trace>
  <inkml:trace contextRef="#ctx0" brushRef="#br0" timeOffset="3444.95">3085 8424 189 0,'0'0'72'0,"0"0"7"16,0 0 18-16,0 0-35 15,0 0 19-15,0 0-59 16,0-46 19-16,-3 40 40 16,1 5-30-16,1-1 1 15,1 2-17-15,-2 0-25 16,2 0-10-16,0 0 0 0,0 0-4 16,3 0-2-1,23 0 6-15,16 0 3 0,17 0-3 16,17 4 3-16,15 1-2 15,6 0 1-15,0 2-1 16,-4 1-1-16,-10 0 0 16,-16 0 0-16,-15 0 1 15,-20 0-1-15,-19 3-9 16,-13 1-64-16,-16 7 24 16,-27 6 33-16,-12 1-23 15,-5 4-80-15,7-7-73 16,6-7-85-16</inkml:trace>
  <inkml:trace contextRef="#ctx0" brushRef="#br0" timeOffset="4460.73">8633 8603 225 0,'0'0'64'16,"0"0"-3"-16,0 0-2 16,0 0 6-16,0 0 3 0,0 0-8 15,-7 0-19 1,7 0 1-16,0 0-12 0,0 0-20 16,17 0-8-16,20 0-2 15,24 3 4-15,27 4-3 16,24 2 9-16,22 1 3 15,17 4 8-15,7-1-18 16,-6-3-1-16,-15 0 1 16,-19-3-2-16,-27-3 1 15,-19-1-1-15,-20-1 7 16,-19-2-3-16,-10 0 5 16,-12 0-3-16,-6 0 4 0,-5 0 13 15,0 0-7 1,0 0-15-16,-6 1-2 0,-23 6-123 15,-10-3-121-15</inkml:trace>
  <inkml:trace contextRef="#ctx0" brushRef="#br0" timeOffset="4635.29">9925 8802 498 0,'0'0'0'0,"0"0"-3"15,0 0-123-15,0 0-48 16</inkml:trace>
  <inkml:trace contextRef="#ctx0" brushRef="#br0" timeOffset="103780.52">6101 16595 268 0,'0'0'96'15,"0"0"-2"-15,0 0-44 16,0 0 24-16,0 0-46 15,0 0 13-15,0 0 23 0,0 0-38 16,-27-41 10-16,17 36-26 16,-1 0 15-16,-1-2-18 15,3 7 18-15,3-3-3 16,4 3 9-16,1 0-15 16,1 0-14-16,0 0-2 15,0 0 0-15,0 0-4 16,0 0 1-16,0 0-5 15,11 0 7-15,9 6 1 16,10 1 0-16,8 0 2 16,8 1-2-16,11 0 0 15,16-2 0-15,19 1 0 16,18 0-2-16,19 1-13 0,14 1-9 16,9-1 9-1,9 0-13-15,-3-2-53 0,-4-4 25 16,-6 1 45-16,-15-3-30 15,-11 0 10-15,-11 0 15 16,-11-3 11-16,-4-7-9 16,-8-3 14-16,-10 0 1 15,-10-4 19-15,-16 0 11 16,-14 0 11-16,-13 1 62 16,-7 2-25-16,-8 3-27 15,-2-1-25-15,-5 3-2 16,0 3-6-16,1 0-10 15,-4 3 0-15,0 1-7 16,0-1-2-16,0 0 0 0,0 2-1 16,0 1 1-16,0 0-7 15,0 0-20-15,-10 0-42 16,-4 7-72-16,-2 2-57 16</inkml:trace>
  <inkml:trace contextRef="#ctx0" brushRef="#br0" timeOffset="118335.62">12643 16696 315 0,'0'0'75'16,"0"0"14"-16,0 0-37 15,0 0-17-15,0 0-5 16,0 0 2-16,0 0 5 16,-16-40-9-16,16 40-3 15,0 0-3-15,0 0-17 16,0 0 0-16,0 0-5 15,0-2-1-15,20 2 1 16,15 0 1-16,12 0-1 16,13 0 2-16,13 2 0 0,18 4 1 15,18 5 2 1,13-2-5-16,14 2 3 0,7 2-1 16,-2-3-2-16,-4 1 1 15,-3-2 0-15,-9 2-1 16,-13-3 3-16,-12-1-2 15,-19-3-1-15,-16-1 0 16,-12-3 0-16,-18 0 2 16,-9 0 0-16,-11 0 5 15,-7-4 3-15,-3-1 6 16,-3 0-7-16,-1 1-2 16,-1 0-6-16,0 2 1 15,0 0-2-15,0 2 0 0,0 0-1 16,0 0-38-16,-6 1-38 15,-6 7-19-15,-3-2-125 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04:32.892"/>
    </inkml:context>
    <inkml:brush xml:id="br0">
      <inkml:brushProperty name="width" value="0.05292" units="cm"/>
      <inkml:brushProperty name="height" value="0.05292" units="cm"/>
      <inkml:brushProperty name="color" value="#FF0000"/>
    </inkml:brush>
  </inkml:definitions>
  <inkml:trace contextRef="#ctx0" brushRef="#br0">4424 4754 201 0,'0'0'85'16,"0"0"36"-16,0 0-26 15,12-75-28-15,-10 55 9 16,-2-1-7-16,0 3-25 16,0 1 12-16,0 0-18 15,0 4-11-15,0 0-16 16,0 3 6-16,0 3 0 15,-2 2-6-15,2 1-1 16,0 1 1-16,0-2-6 16,0 3 3-16,-4 1 0 15,4 1-7-15,0 0 3 0,0 0-4 16,0 15-9-16,-3 27-1 16,-9 23 3-1,-10 19 7-15,-10 12 0 0,-7 4 0 16,-1 0-5-16,0-6 2 15,3-10 2-15,8-16-9 16,13-19-21-16,7-17-19 16,9-21-69-16,24-11-105 15,22-31-159-15</inkml:trace>
  <inkml:trace contextRef="#ctx0" brushRef="#br0" timeOffset="179.19">4602 5240 516 0,'0'0'130'0,"0"0"-50"15,0 0 0-15,0 0-14 16,0 0-32-16,0 0-34 16,-6 9-46-16,15-9-124 15,12 0 46-15,2-21-386 16</inkml:trace>
  <inkml:trace contextRef="#ctx0" brushRef="#br0" timeOffset="433.9">5060 4685 666 0,'0'0'88'0,"0"0"-38"16,0 0-48-16,113-37 0 15,-38 31 4-15,11-1-3 16,13-1 5-16,8-2-6 16,5 2-2-16,-3 2-2 15,-12 2-75-15,-15-2-54 16,-24-1-84-16</inkml:trace>
  <inkml:trace contextRef="#ctx0" brushRef="#br0" timeOffset="632.03">5548 4603 635 0,'0'0'113'16,"0"0"-113"-16,-8 90 0 15,8-37 27-15,0 1-2 16,0 7-7-16,0 0-12 15,6 0 1-15,6-4-3 16,1-10-4-16,-2-13 0 16,2-14-62-16,-7-13-72 15,-5-7-77-15,-1-34-106 0</inkml:trace>
  <inkml:trace contextRef="#ctx0" brushRef="#br0" timeOffset="950.95">5759 4663 534 0,'0'0'202'15,"0"0"-66"-15,0 0-128 16,0 0-8-16,0 0-5 16,0 0 4-16,69 117-3 15,-59-67 4-15,-5 0 3 16,1-8 1-16,-5-8-4 16,-1-12 0-16,0-11-11 15,0-8-20-15,0-3 1 0,0 0 30 16,0-4 6-16,0-11-6 15,0-4 2 1,0 4-1-16,0 6 13 0,5 4 11 16,5 5-25-16,10 5-2 15,2 15 2-15,6 6-1 16,1 7 1-16,3 1 0 16,0 1-2-16,1-4-2 15,-7-4-36-15,-3-9-67 16,-9-6 3-16,-3-12-8 15,-5-1-120-15</inkml:trace>
  <inkml:trace contextRef="#ctx0" brushRef="#br0" timeOffset="1249.17">6243 4986 379 0,'0'0'50'16,"0"0"42"-16,0 0-34 15,0 0-16-15,0 0-12 16,0 0-10-16,82-22-2 15,-44 7 9-15,3-9 11 16,-3-2-7-16,-6 1-16 16,-16 1-5-16,-13 2-9 15,-3 4-1-15,-34 3-22 16,-13 5-5-16,-5 7 21 16,6 3 2-16,12 6 5 15,16 16-4-15,5 9 3 0,8 9-2 16,5 7-1-1,3-1-2-15,27 0 5 0,24-13-1 16,13-8 1-16,11-13 0 16,6-10-68-16,0-2-92 15</inkml:trace>
  <inkml:trace contextRef="#ctx0" brushRef="#br0" timeOffset="1605.04">7573 4810 708 0,'0'0'46'0,"0"0"-46"15,0 0-31-15,0 0 25 16,0 0 6-16,0 0 21 0,97 0-4 15,-43 0-11-15,3-3-6 16,0-5-67-16,-7-4-133 16</inkml:trace>
  <inkml:trace contextRef="#ctx0" brushRef="#br0" timeOffset="2865.27">7507 4768 428 0,'0'0'97'16,"0"0"-33"-16,0 0-26 0,0 0 76 15,0 0-60 1,93-53-41-16,-47 26-4 0,6-7-7 16,1-4-2-16,-4-2-16 15,-5 2-23-15,-11 3-26 16,-9 5 19-16,-9 7 46 15,-5 7 6-15,-5 11 69 16,-1 5-75-16,-1 12-3 16,-1 22-10-16,1 24 7 15,-3 16 6-15,0 15 3 16,-8 6 3-16,-6-8 2 16,6-12-8-16,1-20 10 15,2-21 24-15,2-17-21 16,0-10-4-16,3-7-6 15,0 0 8-15,-10 0 11 0,-5-8 28 16,-8-14-41-16,-3-8-9 16,5-3-29-16,10 2-4 15,10 2-30-15,1 10 22 16,12 9-2-16,16 7-17 16,-1 3 49-16,-2 5 11 15,-7 20 3-15,-7 6-1 16,-4 10 20-16,-2 2 5 15,0-1-14-15,3-6-6 16,1-9-7-16,4-12 2 16,-2-8 0-16,2-7 17 15,5 0-7-15,6-19 32 0,10-17-29 16,1-11-15-16,-1-4-6 16,-1 2 5-1,-3 6 1-15,-1 9 0 0,-2 10 0 16,-1 12-4-16,-4 7-8 15,-4 5 9-15,1 0 1 16,-4 12 0-16,0 8 0 16,2 7 2-16,3 3 1 15,3-1 6-15,2-4 0 16,-1-8 4-16,1-7 11 16,-1-8 9-16,-2-2-8 15,1 0-7-15,-7-2-6 16,0-8 0-16,-6 3-6 15,-3 0-4-15,-4 2-2 16,0 4-30-16,3-2 15 0,1 2-33 16,7-1-41-16,11-6 50 15,7 0 32-15,7-6 6 16,2-3 3-16,-2-3 0 16,-2-2 7-16,-7-1 35 15,-9-2 4-15,-7-1 50 16,-6-1-34-16,-5 2-27 15,-1 10 4-15,-2 5-8 16,0 8-20-16,0 2-11 16,0 17-14-16,0 23-6 15,0 23 15-15,-5 22 4 0,0 14-1 16,5 10 1-16,0 0 1 16,0-4-3-16,5-12-3 15,3-13 6-15,-2-19 0 16,-3-24-4-16,-3-20-4 15,0-17 1-15,-2-8 7 16,-11-26 17-16,-8-19-17 16,-1-16-2-16,-3-12 2 15,3-11 0-15,-2-3 1 16,5 1 1-16,9 3-2 16,10 13-1-16,0 14 1 15,22 13-7-15,12 14-14 0,6 15 7 16,8 10 6-1,0 12 8-15,1 0-1 0,-4 21-1 16,-5 12 0-16,-5 9 1 16,-7 6-1-16,-8-1-2 15,-7-6 0-15,-10-10 0 16,-3-13 4-16,0-8-8 16,0-4 0-16,-19-6 8 15,-13 0 12-15,-8 0 4 16,-4-3-10-16,10-7 0 15,15 1 0-15,13-2 4 16,6 1-10-16,16-3-23 16,29-9-138-16,19-11-177 15</inkml:trace>
  <inkml:trace contextRef="#ctx0" brushRef="#br0" timeOffset="3299.07">9684 4414 666 0,'0'0'102'16,"0"0"-26"-16,0 0-46 16,0 0-30-16,0 0-8 15,0 0 7-15,-50 114 1 16,37-33 1-16,3 15-1 16,-1 5-1-16,-2-3 1 15,7-11 0-15,3-20-19 16,3-26-15-16,0-19-26 15,9-19 26-15,19-3 34 16,15-29-19-16,10-13 19 0,2-8-92 16,-6-6 92-16,-13 5 11 15,-11 5 9-15,-7 7 46 16,-6 8-23-16,-6 5 49 16,-3 6-53-16,-3 7-6 15,0 5-18-15,0 5-12 16,0 3-3-16,0 0 0 15,-8 6-13-15,-17 15-2 16,-6 11 12-16,-2 5 3 16,4 2-1-16,12 3 0 15,11 1-11-15,6-4-11 0,13-3 7 16,23-7 8-16,9-7-25 16,7-10-77-16,1-10-43 15,-2-2-199-15</inkml:trace>
  <inkml:trace contextRef="#ctx0" brushRef="#br0" timeOffset="4379.48">10218 4841 708 0,'0'0'111'0,"0"0"-106"15,0 0-5-15,0 0-2 0,58 84 2 16,-52-55 3-16,-3-5-2 16,-3-6-1-16,0-6 1 15,0-5-4-15,0-5-12 16,0 1-36-16,0-3 19 16,0 0 32-16,3-3 14 15,7-18-14-15,7-2-39 16,8-1-4-16,6 5-1 15,1 6-1-15,-4 9-9 16,-4 4 48-16,-6 0 6 16,-5 3 3-16,-4 9-1 15,-4-1 0-15,-2-1 4 0,1 0 8 16,-3-2 2-16,1-1-8 16,-2-3-3-16,1-3-4 15,4 1 12-15,5-2 12 16,8 0-1-16,6 0-18 15,9 0-4-15,3-6-2 16,3 1-5-16,-3 4 5 16,5 1 0-16,-2 0 1 15,4 0-1-15,2 1 0 16,3 5 0-16,2 1-1 16,1-4 1-16,-2-3-8 15,-3 0-23-15,-7 0-33 16,-8-10-57-16,-11-2 39 15,-10-3 32-15,-10 0 45 16,0 1 5-16,-6 2 11 0,-11 3 44 16,-3 5 17-16,-2 4-5 15,0 0-46-15,-1 8-8 16,10 11-9-16,10 4-2 16,3 5-1-16,7 2 8 15,29 1 36-15,21-7-8 16,19-7 19-16,8-10 10 15,-3-5-53-15,-12-2-10 16,-17-5 0-16,-13-10-2 16,-13-4 2-16,-6-3-3 0,-10 2 0 15,-5 3-7-15,-5 1 4 16,0 5 3-16,0 5 2 16,0 3-2-16,0 2 0 15,0 1-5-15,0 0-24 16,0 0 12-16,10 1 16 15,16 8 1-15,9 2 24 16,7 0-9-16,-3 1-13 16,-8 0-1-16,-11-2 1 15,-10-2-2-15,-4-2-6 16,-3 1-35-16,-1-1-10 16,1 0 20-16,4-5-4 15,6-1-17-15,7 0 12 0,10-13-10 16,14-8 11-16,10-8 39 15,-2-4 31-15,-2-7-4 16,-19-6 12-16,-9-8 72 16,-10-7 21-16,-4-3-77 15,0 11 29-15,-3 17-25 16,-2 16-43-16,-3 17-16 16,0 3-8-16,0 14-91 15,0 19 77-15,-8 12 22 16,-8 12 1-16,6 6-1 15,10 2-4-15,0-2-11 16,23-5-6-16,3-12-18 16,-5-10-83-16,-10-17 11 15,-3-19-142-15</inkml:trace>
  <inkml:trace contextRef="#ctx0" brushRef="#br0" timeOffset="4579.43">11775 4716 660 0,'0'0'24'0,"88"5"-20"16,-18-2 37-16,8-3 17 16,3 0 2-16,3 0-29 15,-6-2-8-15,-3-5-17 16,-6-3-6-16,-9 0-10 0,-8-5-81 15,-9-6-194 1</inkml:trace>
  <inkml:trace contextRef="#ctx0" brushRef="#br0" timeOffset="5477.73">12870 4841 35 0,'0'0'537'0,"0"0"-465"16,0 0-59-16,0 0 4 15,0 0-10-15,0 0-7 16,-56-3-6-16,48 29 0 15,-3 5 6-15,5 4 2 16,1-6 1-16,5-7-3 16,0-10 0-16,0-9 0 15,11-3 5-15,4-1 23 0,3-16 6 16,-3-2-19-16,-5-1 7 16,-7 1 11-16,-3 3 3 15,0 6-28-15,0 2 0 16,-5 6-2-16,4 2-6 15,1 3-24-15,0 21-44 16,0 7 41-16,9 8 4 16,18-3 21-16,15-7-1 15,16-8-48-15,21-13 19 16,13-8 14-16,5-15-18 16,-6-20-13-16,-13-14 20 15,-12-4 4-15,-18-3 25 16,-13-4 14-16,-20-1 5 15,-15-7 49-15,0 0-3 16,-27 4 32-16,2 18-23 0,7 16-13 16,4 16-21-16,10 14-6 15,0 0-34-15,-2 25-64 16,-6 28 29-16,0 22 33 16,3 15 2-16,6 7 3 15,3-4-3-15,10-13-21 16,17-15-5-16,1-21 5 15,-2-18-60-15,-8-12-32 16,-2-14-9-16,-4-11-81 16</inkml:trace>
  <inkml:trace contextRef="#ctx0" brushRef="#br0" timeOffset="5728.26">13410 4807 670 0,'0'0'37'16,"0"0"36"-16,0 0-73 15,0 0 0-15,0 0 9 16,125-7 33-16,-43 7-8 16,-2 0-10-16,-14 0-12 15,-11 2-2-15,-16 6-8 16,-9 3 2-16,-9-1-5 16,-6 4 1-16,-6 4-10 15,-4 0 1-15,-3 4-2 16,-2 5-9-16,0 0-17 15,-6 5 14-15,-7 2-53 0,2-4-62 16,2-10-118-16</inkml:trace>
  <inkml:trace contextRef="#ctx0" brushRef="#br0" timeOffset="6306.25">14078 4913 636 0,'0'0'113'0,"0"0"-60"16,0 0-53-16,0 0-26 0,0 0 18 16,0 0 8-1,4 109 0-15,5-68 7 0,3-6-6 16,6-9 0-16,-4-9 2 16,0-10 10-16,0-7 7 15,4 0 27-15,4-12-21 16,8-13-19-16,1-8-7 15,-7-5-15-15,-9-4-30 16,-15 3-7-16,0 5-42 16,-18 7-19-16,-6 10-45 15,6 8 65-15,7 9 37 16,11 0 19-16,0 12 6 16,1 13 31-16,15 6 67 15,2 4 36-15,6 3-13 16,3 0-2-16,-2-2-48 15,2-4-16-15,-2-3-10 16,-4-9-5-16,-4-4-4 0,-8-10-1 16,-5-6-4-16,-1 0-6 15,0-16 1-15,0-13-92 16,-1-12-31-16,-2-3 115 16,0-1 13-16,3 5 35 15,7 10 31-15,6 13 8 16,4 9-37-16,1 8-27 15,1 0-10-15,-1 20-6 16,1 9 6-16,-1 5 3 16,-4 6 21-16,-4 1-18 15,-5 0 14-15,-4-3-11 0,-2-5 7 16,2-6-10-16,-1-8 1 16,-3-4-7-16,0-6-5 15,0-9-99-15,0-3-144 16</inkml:trace>
  <inkml:trace contextRef="#ctx0" brushRef="#br0" timeOffset="6486.61">14060 4395 763 0,'0'0'0'15,"0"0"-40"-15,0 0 34 0,109 80 1 16,-76-41-27-16,-2 0-76 16,-3-8-152-16</inkml:trace>
  <inkml:trace contextRef="#ctx0" brushRef="#br0" timeOffset="7908.38">15920 4461 392 0,'0'0'171'0,"0"0"-78"0,0 0-23 16,0 0-70-16,0 0 0 15,-84 75-1-15,32 0 2 16,0 13-1-16,6 1 3 16,10-7-2-16,15-10 0 15,17-16-1-15,4-18-9 16,20-20 6-16,19-18 3 15,9-3 11-15,4-28 0 16,0-11-6-16,-9-4-1 16,-14 0 3-16,-11 7 30 0,-7 5-33 15,-6 12 4 1,-2 9-3-16,-1 9 6 0,1 4-11 16,0 6-17-16,3 19-10 15,-3 8 24-15,0 13 3 16,-3 6-2-16,0 1-2 15,0 0-9-15,5-10-34 16,18-13-31-16,16-16 19 16,4-14-7-16,3-8 9 15,1-23 12-15,2-13-19 16,-3-10 64-16,-5-1 4 16,-16 2 44-16,-15 7 33 15,-10 12-42-15,0 10 39 16,0 12 117-16,0 7-116 0,-3 5-50 15,-6 5-29-15,-4 20-50 16,-7 15 50-16,4 8 0 16,0 7 1-16,8-2-2 15,8-8-7-15,0-13 2 16,19-16 2-16,7-13 4 16,8-3 5-16,0-14 0 15,4-14-1-15,-4-9 9 16,-10 0-10-16,-12-2 3 15,-12 4 21-15,0 5-14 16,-8 9-9-16,-1 10 2 16,6 8 15-16,3 3-21 15,-4 0-23-15,3 17-38 0,1 14 52 16,0 10 7-16,8 1 2 16,27-3-6-16,21-10-3 15,16-13 8-15,13-12-1 16,3-4 2-16,-6-12 0 15,-9-19-2-15,-13-6-4 16,-18-9-20-16,-16-2 10 16,-16 0 15-16,-10-2 1 15,0-3 3-15,-7 8 15 16,-6 11 39-16,8 16 5 16,0 14-24-16,2 8-38 15,-4 32-37-15,-3 23 19 16,-5 25 17-16,3 19 0 0,1 16 1 15,-1 2 0 1,7 1 1-16,-4-15 2 0,0-15-3 16,2-14 0-16,-1-22 3 15,2-19-8-15,2-17-2 16,1-18 7-16,1-5 2 16,-1-34 28-16,-2-24-30 15,1-22-33-15,1-16 2 16,3-10 4-16,3-5-27 15,22 0-3-15,10 4 15 16,4 10 23-16,2 13 0 16,1 21 19-16,3 19 1 0,4 25 8 15,-5 20-8 1,-4 3 0-16,-11 31-2 0,-9 9 1 16,-5 13-2-16,-9 5 3 15,-6 2-1-15,0-5 13 16,-15-8-3-16,-4-13 3 15,-2-11-3-15,-4-10-3 16,-13-6 0-16,-11-8 3 16,-17 0 1-16,-7-8-11 15,-2-9-10-15,6-4-76 16,19 1-80-16,23-2-258 16</inkml:trace>
  <inkml:trace contextRef="#ctx0" brushRef="#br0" timeOffset="8258.45">16053 4394 381 0,'0'0'98'16,"0"0"-2"-16,0 0-23 16,0 0 37-16,0 0-67 15,0 0-16-15,10-38-13 16,42 32-12-16,23 1 0 15,17 2 3-15,7 2-4 16,1 1 4-16,-2 0-5 16,-7 1-4-16,-15 12-78 15,-16-5-102-15,-26-7-77 16</inkml:trace>
  <inkml:trace contextRef="#ctx0" brushRef="#br0" timeOffset="8422.43">16217 4414 415 0,'0'0'85'15,"0"0"16"-15,0 0-1 16,0 0-41-16,0 0-59 16,94 8-12-16,-84 9-122 15,-10-3-157-15</inkml:trace>
  <inkml:trace contextRef="#ctx0" brushRef="#br0" timeOffset="9857.1">8089 4789 288 0,'0'0'153'16,"0"0"-111"-16,0 0 54 16,0 0-46-16,0 0-47 15,0 0-3-15,0 0 0 16,69 11 2-16,-56 13 41 16,-2 7-23-16,-4 1-9 15,-2 1-3-15,-1-6 1 16,-4-4-3-16,0-5-6 15,0-3 0-15,0 2 2 0,-4-8 4 16,1 1 0-16,1-3-3 16,1-5-3-16,1-2-8 15,0 0-10-15,0 0 14 16,0-16 2-16,0-10 2 16,6-6 0-16,3-2 2 15,4 0 3-15,4 6 4 16,2 5 5-16,8 6-6 15,1 9-8-15,-2 5 0 16,0 3 0-16,-4 0-2 16,-7 16-2-16,-4 5 1 15,-4 2 3-15,-7 6 0 0,0 0 1 16,-1-5-1-16,-10-7 2 16,7-8 0-16,1-8-2 15,3-1 0-15,0-1 6 16,0-20-4-16,18-13-2 15,2-7-24-15,8-1 16 16,0 1-28-16,-1 5 28 16,4 8 8-16,2 8 0 15,-2 9-3-15,-4 11 3 16,-5 0 10-16,-8 11 0 16,-3 11 14-16,-2 7 3 15,-5 5-13-15,-4 6-6 16,0 3 4-16,0 2 0 15,-2-4-10-15,-2-5 8 16,-3-4-10-16,-4-13-131 0,0-17-364 16</inkml:trace>
  <inkml:trace contextRef="#ctx0" brushRef="#br0" timeOffset="11655">10283 4947 179 0,'0'0'15'16,"0"0"14"-16,0 0 55 15,0 0 16-15,0 0 55 16,0 0-135-16,60-63 75 15,-53 63-64-15,4 0-31 16,4 7-1-16,0 15-2 16,0 7 3-16,-2 10 3 15,-6 9-1-15,-4 4-1 16,-3-2 4-16,0-10 2 16,0-8-3-16,0-14-3 15,0-10 3-15,0-5-3 16,0-3 0-16,0 0 18 0,0-8 65 15,2-15-61 1,8-8-23-16,7-5-15 0,3-2 1 16,7 3 6-16,1 8-10 15,3 5-2-15,-4 10 1 16,-7 8 9-16,-5 4 10 16,-7 4-6-16,-4 13 3 15,0 6-1-15,-2-2 4 16,0-1 0-16,-2-5 3 15,1-4-1-15,1-6 0 16,2-3 1-16,2-2 5 16,3 0-4-16,8-2 0 0,8-18-4 15,6-5-3-15,4-8-45 16,0-1-2-16,1 0-8 16,-2 4 25-16,-2 10 25 15,-9 10 8-15,-6 10 13 16,-5 0-12-16,-6 11 4 15,0 11-2-15,-3 6 20 16,-2 3 8-16,1 3-9 16,2 0-4-16,2 1-10 15,3-1-3-15,0-2-1 16,1-3-4-16,-1-9-104 16,-4-13-262-16</inkml:trace>
  <inkml:trace contextRef="#ctx0" brushRef="#br0" timeOffset="12237.97">11251 5048 406 0,'0'0'44'16,"0"0"-38"-16,0 0-6 16,0 0 2-16,0 0 9 15,0 0 18-15,-3 12 31 16,5-12-11-16,22 0 3 16,10-10-7-16,8-6-25 15,3-8-6-15,-5 0-7 16,-7 0 2-16,-11 2-6 0,-13-2 34 15,-9 2-3 1,0 0-28-16,-6 3-3 0,-11 2-3 16,-2 9 0-16,-5 7-7 15,-4 1 5-15,0 11 1 16,1 14-1-16,2 10 2 16,9 12-1-16,10 11-1 15,6 3 1-15,14-4 1 16,32-10-3-16,20-11-5 15,10-11 4-15,7-9-19 16,-5-9-65-16,-11-7-56 16,-13-11-250-16</inkml:trace>
  <inkml:trace contextRef="#ctx0" brushRef="#br0" timeOffset="12671.35">11760 4947 323 0,'0'0'274'16,"0"0"-220"-16,0 0-48 16,0 0-5-16,0 0 14 15,0 0 7-15,78 87-14 0,-71-61 16 16,-3-4-13-1,-4-3-7-15,0-4 0 0,0-3 0 16,0-4 1-16,-11-1-5 16,2-7-29-16,2 0-5 15,6-5 30-15,1-19 0 16,3-8-31-16,19-2 30 16,8-5 5-16,9 4-2 15,6 8-1-15,-1 10-1 16,-2 10-18-16,-9 7 18 15,-9 5 1-15,-9 16 3 16,-8 11 7-16,-7 7 21 16,-3 2 11-16,-14 5-4 15,0-4-14-15,6-3-11 0,6-4-4 16,3-8-1-16,2-3-5 16,0-15-68-16,21-9-218 15</inkml:trace>
  <inkml:trace contextRef="#ctx0" brushRef="#br0" timeOffset="14069.67">12789 4925 228 0,'0'0'76'0,"0"0"-47"15,0 0 6-15,0 0-34 16,0 0 2-16,0 0 3 15,0 0 24-15,-76-30-4 16,62 29 26-16,-3 1-12 16,-1 0-10-16,-3 0-3 0,0 8-21 15,-3 6-2 1,3 2-1-16,2 1 2 0,1 4 0 16,5 2-5-16,2 6 0 15,2 5 0-15,6 2 1 16,3-2-2-16,0-5-6 15,6-5-15-15,13-7-4 16,8-9-29-16,6-7 44 16,6-1 1-16,6-9-4 15,-3-13 0-15,-4-3 14 16,-7-3 1-16,-11 2 24 16,-8-3-18-16,-6 0 16 15,-6 2-12-15,0 3 4 16,0-1 25-16,0 6-6 0,-2 2-7 15,1 11 8-15,1 3 37 16,0 3-59-16,0 0-13 16,0 9-51-16,0 11 32 15,0 4 18-15,6-4 0 16,7-1 1-16,5-2 0 16,3 0 15-16,0 1 6 15,2 0-19-15,3 0-2 16,-2-5-93-16,0-8-270 15</inkml:trace>
  <inkml:trace contextRef="#ctx0" brushRef="#br0" timeOffset="15972.91">16011 4405 201 0,'0'0'93'0,"0"0"13"16,0 0-43-16,0 0-15 0,0 0-14 15,0 0-18-15,1-5-7 16,-1 5-4-16,0 0 1 16,0 0 1-16,0 0 7 15,0 0 9-15,0 0 1 16,0 0-17-16,0 0-7 16,-3 0 0-16,-11 0-1 15,-5 0-4-15,-4 8 1 16,-1 1 3-16,0 2-8 15,2 4-5-15,1 8 2 16,0 6-56-16,6-1-96 16</inkml:trace>
  <inkml:trace contextRef="#ctx0" brushRef="#br0" timeOffset="20999.25">7874 4570 60 0,'0'0'54'15,"0"0"-9"-15,0 0 1 16,0 0-27-16,0 0 90 16,0 0-73-16,0 0-30 15,12-63 39-15,-10 57 49 16,-2 2-66-16,1 2-8 15,-1-1-17-15,0 3 2 16,0-3 15-16,0 2-2 16,2-3-18-16,-2-2 2 15,0 3 1-15,0 1-1 16,0 0-2-16,0 2 7 16,0-1-1-16,0 1-5 15,0 0-2-15,0 0-3 0,0 0 0 16,0 0-1-1,0-3 5-15,4 2 1 0,-4-1 0 16,3-1 0-16,-3 3 6 16,0-2 10-16,0 1 16 15,0-1-6-15,0 2-17 16,0 0-4-16,0 0-3 16,0 0-1-16,0-2-1 15,0 2 0-15,0 0-1 16,0 0 0-16,0 0 0 15,0 0 1-15,0 0-1 16,0 0 0-16,0 0-2 0,0 0 0 16,0 0 2-1,0 0-6-15,0 0-1 0,0 5-9 16,0 9 15-16,3 5-2 16,-3 4 3-16,0 8 0 15,0 3 0-15,0 6 1 16,0 0-1-16,-6 2 0 15,-9-1-1-15,-1-1 1 16,-4-2 1-16,3-4 2 16,1-3-3-16,3-3 0 15,3 0 1-15,3-4-1 16,5-1 0-16,0 1-4 16,2-1 3-16,0-3 2 15,0-1-2-15,0-6 1 16,0-2 0-16,-3-1 0 15,2-3 0-15,-2 1 1 16,3-3-1-16,-1 0 0 0,-1-1 2 16,-1 3 1-16,2-2-3 15,-4-1 0-15,5 2-1 16,0 0-4-16,0-1 4 16,0 1-1-16,0 1 2 15,0-3 0-15,0 1 0 16,0-2 2-16,0 0-2 15,0-3 1-15,0 4 0 16,0-3 2-16,0 3-3 16,0-1-1-16,0 2 1 0,0-1 1 15,0 0-1 1,0 0-1-16,0-2-2 0,0 3-2 16,0 0 5-16,0-2-2 15,0 0 2-15,0-2 0 16,0 1 0-16,0 1 0 15,0-1-2-15,0 1 2 16,0-1 0-16,0-2 1 16,0 1 3-16,0-1-3 15,-3 1 3-15,1 1 1 16,0-1-3-16,1-1 1 16,0 0 3-16,1 0 5 15,-2 0-4-15,-1 0 9 16,-1 0 4-16,-3 0-12 15,-2 0-3-15,-2 0-2 0,-2-1 5 16,1-2 3-16,-3 0-11 16,2-2 7-16,-1-1 4 15,2 1-5-15,2-3-1 16,-4 3-1-16,4-2 3 16,-1 2-2-16,2-1-2 15,2 0 7-15,2 1-6 16,1-1 4-16,-1 0 4 15,4 1-8-15,-2 0 3 16,2 1 1-16,-1 1-2 16,0-1 2-16,0 0-6 15,0-1-2-15,-1 1 5 0,3 1-3 16,-1 1-2-16,1-1 7 16,0-1-6-16,0 1 1 15,0 3-2-15,0-3 2 16,0 3-2-16,0-1 4 15,0-1-4-15,0 2 0 16,0 0 0-16,0 0-17 16,0 0-110-16,-2 6-71 15,-2 2-46-15</inkml:trace>
  <inkml:trace contextRef="#ctx0" brushRef="#br0" timeOffset="86187.04">8702 2599 277 0,'0'0'176'16,"0"0"-87"-16,0 0-17 15,18-76 0-15,-15 58-4 16,0-1-5-16,-3 0-27 15,0 2 13-15,3-2-26 0,-3 2-1 16,0 2-9 0,0 2-6-16,0 7 3 0,0 1-6 15,0 2-2 1,0 3-2-16,0 0 0 0,0 0-3 16,0 3-4-16,3 21-14 15,-3 15 10-15,0 21 9 16,0 18 1-16,0 13 0 15,-8 8 0-15,-8 1-2 16,1-3 3-16,0-8 0 16,3-16 2-16,5-19-1 15,1-20 0-15,2-17 0 0,2-10-1 16,2-7 5 0,0-5 23-16,0-31 30 0,15-22-58 15,12-21-23-15,4-12-8 16,2-4 12-16,-3-2 0 15,-5 3-1-15,-2 10-5 16,-3 9-2-16,0 10 15 16,-4 10 3-16,2 8-2 15,-3 10-4-15,0 11 6 16,-3 11 0-16,1 11 5 16,2 4-12-16,3 7-12 15,3 14 20-15,1 5 5 16,-2 4 2-16,-5 1 0 15,-7-3 0-15,-5 0-4 16,-3-2 4-16,-11-2 1 0,-27-1 8 16,-15 1 9-1,-12-1-7-15,-2-3-5 0,9-4-5 16,9-7 0-16,15-2 1 16,12-3-1-16,11 2-6 15,9 5-66-15,2-3-128 16,12-3-84-16</inkml:trace>
  <inkml:trace contextRef="#ctx0" brushRef="#br0" timeOffset="86765.94">9510 2438 528 0,'0'0'228'16,"0"0"-137"-16,0 0-26 15,0 0-65-15,0 0-18 16,0 0-3-16,2 96 18 16,-27-6 2-16,-8 16 0 15,-9 8 2-15,-3 0 0 16,8-13 1-16,10-19 0 15,10-23-2-15,7-21 1 16,7-18 3-16,2-12-3 16,1-8 7-16,0-10 15 0,3-27 46 15,16-22-69-15,5-14-30 16,3-14 5-16,-2-6-6 16,-1-4 10-16,-3 3 1 15,-1 5 3-15,-3 10-2 16,-3 12-10-16,4 12-1 15,-3 15 4-15,-2 14 12 16,4 10 14-16,-3 13 5 16,3 3-5-16,1 15-5 15,4 16 5-15,1 10-1 0,-1 3 1 16,-1 1 0 0,-3-3-1-16,-5-3 1 0,-4-6 0 15,-9-6 1 1,0-5 1-16,-1-8 1 0,-22-3 1 15,-14-6 1-15,-18-1 14 16,-12-4-11-16,-5 0 5 16,12 0-13-16,17 0 4 15,22 0-4-15,21 4-42 16,0 1-223-16</inkml:trace>
  <inkml:trace contextRef="#ctx0" brushRef="#br0" timeOffset="89062.35">10088 2518 95 0,'0'0'100'15,"0"0"-53"-15,0 0 49 16,0 0-15-16,0 0-13 15,0 0 7-15,0 0-21 16,22-77-13-16,-22 70 8 16,0 3-5-16,3 2-22 15,-3 0 4-15,0 2-19 16,0 0-7-16,0 0-3 16,0 0-3-16,0 15-13 0,0 15 14 15,0 16 5-15,-12 15-1 16,-6 9-5-16,-6 8 6 15,-5-4 2-15,2-4 0 16,5-15 0-16,6-16 0 16,8-11 1-16,3-16-3 15,4-7 1-15,-1-5 6 16,2 0 29-16,0 0 49 16,0-25-18-16,0-11-66 15,0-14-1-15,0-10-22 16,3-6-4-16,4 0 0 15,1 1 8-15,3 9-16 16,3 8 3-16,3 9 8 16,7 12 2-16,-1 9 20 0,4 13 1 15,0 5 0 1,-1 8 0-16,2 17-8 0,0 8 6 16,-2 7 2-16,-3 5-1 15,-4 2-1-15,-3-4 2 16,-4-5 0-16,-2-8 2 15,-2-10-1-15,-4-8-1 16,-2-5 2-16,1-7-1 16,-3 0-1-16,0-11 34 15,0-19-34-15,0-12-1 16,-8-8-38-16,-1-1 21 16,6 1 16-16,3 6 2 0,0 12 0 15,20 7 0 1,5 7-1-16,2 6-3 0,0 7-3 15,-2 5 6-15,-7 0 1 16,-4 19-1-16,-4 12-4 16,-3 10 1-16,-2 10 4 15,-5 5 0-15,0 7 1 16,0-4 1-16,-5-3 1 16,-7-3-2-16,0-8-1 15,-1-8-80-15,7-19-173 16</inkml:trace>
  <inkml:trace contextRef="#ctx0" brushRef="#br0" timeOffset="89479.78">10877 2699 568 0,'0'0'33'15,"0"0"88"-15,40-100-93 16,-22 62 0-16,0-3-18 16,1-3-3-16,-4 2-7 15,-3 0 0-15,-8 2-1 16,-4 5 1-16,0 6-7 16,-7 9-17-16,-6 7-3 15,2 10 7-15,-3 3-12 0,-2 11-44 16,-1 22 45-16,0 12 26 15,-2 14 2-15,1 16 3 16,5 9 0-16,8 0 0 16,5-4 0-16,16-10 0 15,17-17 8-15,3-11 24 16,-6-11 0-16,-11-9-16 16,-10-7-15-16,-9-7 1 15,0 1 3-15,-30-2 1 16,-25 5 0-16,-24 1-6 15,-21 5-34-15,-6-3-120 16,8-3-123-16</inkml:trace>
  <inkml:trace contextRef="#ctx0" brushRef="#br0" timeOffset="89861.77">8780 3381 486 0,'0'0'41'0,"0"0"-41"0,0 0-7 15,0 0 7-15,0 0 12 16,0 0 32-16,54 50 28 16,9-42-20-16,18-5-6 15,20-3-3-15,25 0-15 16,29-11-12-16,31-3-10 16,23-2 5-16,10 4-11 15,-5 3 2-15,-13 0-2 16,-18 2-9-16,-24 0-37 15,-23-2-35-15,-25-1-7 16,-20-4-58-16,-20-4-92 0</inkml:trace>
  <inkml:trace contextRef="#ctx0" brushRef="#br0" timeOffset="90036.94">11414 3334 551 0,'0'0'191'0,"0"0"-89"16,0 0-52-16,0 0-2 15,0 0-10-15,0 0-23 16,0 0-15-16,0 1-34 0,0 8-156 16,0-3-239-1</inkml:trace>
  <inkml:trace contextRef="#ctx0" brushRef="#br0" timeOffset="92259.39">4424 4436 23 0,'0'0'165'16,"0"0"-115"-16,0 0-3 16,0 0-21-16,0 0-10 15,0 0 57-15,26-31 30 16,-23 29-79-16,0-4 21 15,0 1-36-15,0 1 5 16,-1 2 26-16,0 0-2 0,-2 1-17 16,0 1 2-1,0 0 2-15,0 0-15 0,0 0-10 16,0 0-6-16,0 5-7 16,-2 15 6-16,-9 8 5 15,-6 9-5-15,-2-1 7 16,3-2 1-16,2-4 4 15,5-10-5-15,4-4 2 16,-1-2-1-16,2-2-1 16,0 2-7-16,-4-1-62 0,-2-7-96 15,4-6-92 1</inkml:trace>
  <inkml:trace contextRef="#ctx0" brushRef="#br0" timeOffset="92819.16">3710 5640 326 0,'0'0'189'15,"0"0"-145"-15,0 0-30 16,0 0-6-16,0 0-6 15,0 0 14-15,122-11 50 16,-59-1-14-16,-4 2 7 16,-6 3-25-16,-9-4-17 15,-3 4-10-15,-5-1-3 16,-2 4-2-16,-10-2-2 16,-3 3 0-16,-9 1-26 15,-7 2-43-15,-5 0-33 16,0-7-21-16,-22 0-394 15</inkml:trace>
  <inkml:trace contextRef="#ctx0" brushRef="#br0" timeOffset="93006.63">4153 5603 600 0,'0'0'145'15,"0"0"-55"-15,0 0-51 16,0 0-24-16,0 0-11 16,0 0-4-16,3-17-30 15,6 13-151-15,-2-4-278 16</inkml:trace>
  <inkml:trace contextRef="#ctx0" brushRef="#br0" timeOffset="98871.59">3892 6258 248 0,'0'0'340'16,"0"0"-257"-16,0 0-29 15,0 0-8-15,0 0-12 16,0 0-20-16,3-72-5 16,7 62 3-16,3 0-6 15,6 1 0-15,0 1-6 16,11 2-1-16,4 5 1 16,0 1 0-16,5 6-5 0,-2 17 4 15,-5 9 1 1,-11 7-5-16,-13 6 1 0,-8 4-11 15,-17 2-1-15,-25 4 14 16,-18-2 1-16,-11-2-3 16,-7-7 2-16,-1-3-10 15,10-10 5-15,9-6 5 16,16-7-1-16,14-7 3 16,15-3-1-16,9-4-1 15,6-2-7-15,0 1-2 16,2 2 2-16,23-3 9 15,9-2 6-15,16 0-4 16,13 0 4-16,8 0-6 16,5 0-15-16,-1-3-88 15,-1-7-143-15</inkml:trace>
  <inkml:trace contextRef="#ctx0" brushRef="#br0" timeOffset="99066.67">4473 6754 249 0,'0'0'588'0,"0"0"-526"0,0 0-39 16,0 0-23-1,0 0-9-15,0 0-68 0,30-34-142 16,-13 24-219-16</inkml:trace>
  <inkml:trace contextRef="#ctx0" brushRef="#br0" timeOffset="100651.76">5502 6016 811 0,'0'0'90'0,"0"0"-54"16,0 0-15-16,0 0-20 15,0 0-1-15,0 0-9 16,0 0-3-16,0 40 10 15,0 20 2-15,0 15 0 16,7 2 0-16,3-7-1 16,6-9-1-16,10-18-14 15,5-14 11-15,6-14 4 0,6-15 1 16,7 0 2 0,5-24 0-16,-7-8-2 0,-11-6-3 15,-20-4 3-15,-17-4-2 16,-9-4-3-16,-30-1-9 15,-12 0 0-15,-7 5-7 16,-3 7 15-16,2 8-31 16,9 6 8-16,13 6 2 15,13 7 24-15,15 3 3 16,9 4 1-16,4 3-1 16,31 2-14-16,16 0 12 15,11 4 2-15,5 20 2 16,-4 13 7-16,-5 13-6 0,-7 6-1 15,-8 7 1 1,-9-3 3-16,-11-2-5 0,-6-8 5 16,-11-12-5-16,-6-9-1 15,0-10 0-15,0-12-3 16,-9-7 5-16,-7 0-2 16,-2-12 8-16,-4-18-3 15,1-12-5-15,7-6 5 16,7-5 4-16,7 0 43 15,14 3-5-15,29 7-47 16,18 7-9-16,15 7-10 16,6 8-16-16,2 7-11 15,1 4 14-15,-5 6-16 16,-11 2 13-16,-13 2 4 0,-21 0 27 16,-16 0 4-16,-12 0 1 15,-7 0 9-15,0 0 60 16,0 0-12-16,-20 6-27 15,-14 12-22-15,-6 8-1 16,-1 11-6-16,7 9-2 16,11 5 0-16,14 2-3 15,9-10-3-15,26-11-40 16,30-15-12-16,8-14 58 16,4-3 0-16,-12-13-30 15,-11-14 30-15,-21-5 6 16,-9-5 57-16,-15-2-12 0,-6 0-30 15,-20-2 4-15,-4 4 5 16,5 11-3 0,10 11 1-16,5 11 12 0,7 4-40 15,-2 33-3-15,-2 25-24 16,-5 25 27-16,0 22 0 16,4 10 0-16,4 8 0 15,4 0-3-15,0-11 3 16,0-20 4-16,4-29-3 15,1-29-1-15,-4-20 1 16,-1-14 1-16,0 0 7 16,0-28 21-16,0-26-30 15,0-21-6-15,0-10-16 0,0-5 6 16,-4 4 7-16,-6 6 3 16,8 3 4-16,5 11-1 15,36 7-6-15,19 10-29 16,15 7-13-16,6 7-21 15,9 4 9-15,-9 5 14 16,-4 2 37-16,-17 7 8 16,-19 5 4-16,-17 2 4 15,-13 6 18-15,-9 1 77 16,0 3-29-16,0 0-29 16,-8 0-20-16,-18 3-21 15,-14 20 2-15,-2 14-2 16,0 7-2-16,12 4 0 15,17-4 0-15,13-11-19 16,6-14-41-16,34-17 56 0,15-2 6 16,15-30 6-16,0-12 6 15,-10-7-9-15,-17-6-3 16,-25 7 40-16,-13 4-9 16,-5 6 4-16,-6 11-27 15,-8 10 23-15,1 7-18 16,10 6-4-16,-2 4-9 15,-2 16-8-15,-5 26-26 16,-1 21 33-16,5 12-4 16,8-1-27-16,0-12-37 15,28-19-6-15,20-19-24 16,12-24-39-16,6-8-251 0</inkml:trace>
  <inkml:trace contextRef="#ctx0" brushRef="#br0" timeOffset="101084.9">7770 5922 836 0,'0'0'46'16,"0"0"21"-16,0 0-67 15,0 0-18-15,0 0 18 16,-23 123 0-16,15-57 2 16,6-3 0-16,2-10-2 15,0-12-6-15,16-13-15 16,7-11-3-16,1-11-16 15,11-6 13-15,0-9-33 16,-1-18-91-16,-4-5-122 0,-6-2 68 16,-5 3 205-16,2 6 19 15,-3 7 132 1,-6 10-46-16,-8 8 89 0,-2 0-141 16,1 6-53-16,1 15-7 15,2 8 7-15,-4 4 0 16,-2 0 2-16,3-7-1 15,0-9-1-15,1-10 4 16,4-5-1-16,-1-2 15 16,8-2 43-16,0-13-17 15,0 1-35-15,-6 5-7 0,0 6 5 16,-5 3-6 0,4 0-1-16,4 8-76 0,1 11 36 15,7 5 11-15,-2 3-13 16,8-4-21-16,1-8-94 15,3-13-220-15</inkml:trace>
  <inkml:trace contextRef="#ctx0" brushRef="#br0" timeOffset="101276.06">8050 5511 840 0,'0'0'21'0,"0"0"10"0,0 0-27 16,0 0-4-16,0 0-66 15,0 0 50-15,54 65-29 16,-33-18-108-16,-5-9-126 16</inkml:trace>
  <inkml:trace contextRef="#ctx0" brushRef="#br0" timeOffset="102615.75">8295 6067 727 0,'0'0'118'0,"0"0"-77"16,0 0-41-16,0 0 0 15,0 0 3-15,103 0-3 16,-57 0-1-16,-4 0-4 15,-5 0-19-15,-8 5 10 16,-13-1-12-16,-10 2 7 16,-6 1-9-16,0 0 4 15,0 7 13-15,0 4 11 16,-12 6-1-16,-6 7 2 16,2 8 0-16,2 8 13 15,4 8-3-15,1 7-7 16,9 4 9-16,3-5 9 15,16-3-10-15,5-8 0 0,-3-9-2 16,-6-9 4-16,-8-10-5 16,-2-6-5-16,-5-8-4 15,0-5 1-15,0-3 5 16,0 0 3-16,-23-3 21 16,-20-14-10-16,-13-7-18 15,-2-2-1-15,8 1-1 16,23 1 3-16,18-1-3 15,9 1-6-15,39-2-40 16,27-8-57-16,22-3 50 16,12-2 19-16,2 0 28 15,0 3 6-15,-11 5 2 16,-12 2-2-16,-27 8 15 0,-22 4 14 16,-20 6-6-16,-10 5 65 15,0 1-57-15,-1 5-24 16,-18 0-7-16,-7 17-5 15,-5 13-2-15,4 6 2 16,9 7-12-16,13-2-20 16,5-7-24-16,25-13 43 15,16-15-15-15,6-6 33 16,5-13 19-16,-3-16 8 16,-12-7-16-16,-10-5 27 15,-15-3 2-15,-12 3-15 16,0 5-5-16,-4 6-5 15,-7 9 3-15,2 11-3 0,4 7-3 16,5 3-10-16,0 0-2 16,0 18-44-16,0 13 21 15,0 11 23-15,15 3 0 16,17-2-1-16,10-12-8 16,16-15 0-16,9-16 6 15,7-7 2-15,3-27-13 16,0-17-15-16,-4-16-43 15,-13-7-26-15,-17-5 59 16,-23 0 35-16,-20 3-4 16,-21 2 8-16,-23 5 17 0,-7 11 43 15,10 17 24-15,12 17 1 16,18 19-37 0,2 5-48-16,3 26-22 0,-5 25-1 15,0 20 21-15,5 11 2 16,6 10 2-16,0 0-2 15,28-8-16-15,11-14-33 16,8-17-22-16,-3-23-19 16,-11-16-125-16</inkml:trace>
  <inkml:trace contextRef="#ctx0" brushRef="#br0" timeOffset="102865.58">9573 6065 800 0,'0'0'30'0,"0"0"9"16,0 0-39-16,135-62 3 16,-55 51-3-16,-2 2 3 15,-2 4-3-15,-11 5 2 16,-12 0-2-16,-12 8 0 16,-9 9 0-16,-12 2-3 15,-9 5-2-15,-6 5-8 16,-5 3 2-16,0 4 2 15,-9 6 2-15,-5 0-2 16,-5-3-35-16,5-5-26 16,11-8-64-16,3-14-105 15</inkml:trace>
  <inkml:trace contextRef="#ctx0" brushRef="#br0" timeOffset="103450.45">10335 6141 520 0,'0'0'94'0,"0"0"68"15,0 0-64-15,0 0-53 16,0 0-33-16,0 0-12 16,2-35-13-16,-2 61-30 15,0 13 41-15,0 10 2 16,0-6 4-16,6-4-4 16,15-13 0-16,1-8 3 15,-4-14 0-15,1-4 6 16,2 0 15-16,5-24 1 0,-1-7-25 15,-6-6-3-15,-14-3-33 16,-5 3-4-16,-11 2-64 16,-11 5-16-16,0 10 61 15,8 6-26-15,5 7 44 16,8 4 41-16,1 3 27 16,0 0-21-16,6 14-6 15,7 9 38-15,3 3 18 16,-2 5-11-16,2 2-10 15,-2 0-21-15,-2-4-4 16,1 1 7-16,-4-8 0 16,-1-5-4-16,0-6-4 15,-3-6-7-15,1-5 3 16,8 0 11-16,8-20 18 0,6-11-34 16,2-7-70-16,-2-4 50 15,-2-2 20-15,-4 8 20 16,-4 10-20-16,-3 10 14 15,-9 10 39-15,-3 6-7 16,0 0-46-16,1 12-13 16,1 13 10-16,2 3 0 15,-5 6 1-15,1 4 2 16,0-1 0-16,1 1 0 16,2-7 8-16,4-11-6 15,-1-7 2-15,-2-9-4 16,0-4-19-16,4-7-74 15,5-29-90-15</inkml:trace>
  <inkml:trace contextRef="#ctx0" brushRef="#br0" timeOffset="103614.71">10174 5532 618 0,'0'0'100'0,"0"0"-100"15,0 0-97-15,0 0 91 16,0 0-19-16,108 104 20 16,-75-65-118-16,5-5-104 0</inkml:trace>
  <inkml:trace contextRef="#ctx0" brushRef="#br0" timeOffset="104296.88">11855 5825 653 0,'0'0'97'16,"0"0"-97"-16,0 0-31 15,-4 136 29-15,-15-55 2 0,-5 9 9 16,-3 5 4-16,-6-5 0 16,4-13 6-16,4-21-11 15,4-20 8-15,11-22-3 16,4-11 8-16,2-3 70 15,-3-17-15-15,2-22-50 16,0-21-26-16,2-16-36 16,3-14-13-16,0-3-31 15,1 3 8-15,19 10 8 16,16 14 62-16,15 19-14 16,13 18 16-16,0 15 0 15,-9 14 4-15,-12 9 0 16,-12 22-4-16,-8 13-1 15,-7 2 1-15,-10-5 2 16,-6-10 0-16,0-9-1 0,-15-9-1 16,-15-2 12-16,-11-5 21 15,-9-2-5-15,-5-4-14 16,5 0-7-16,17 0-7 16,21 0-22-16,13 2-71 15,47 1-276-15</inkml:trace>
  <inkml:trace contextRef="#ctx0" brushRef="#br0" timeOffset="104614.37">12365 6099 586 0,'0'0'125'0,"0"0"-91"16,0 0-14-16,-102-3-7 16,81 14-10-16,0 13-3 15,2 10 2-15,5 3 0 16,6 1 4-16,8-6-4 15,0-9 1-15,27-11-2 16,18-12 14-16,21-3 19 16,11-23-5-16,1-11-27 15,-15-6 5-15,-22-7-3 16,-21-2-4-16,-20-2-8 16,0-1-7-16,-30 5 7 15,-3 8 4-15,3 11 4 16,12 12 8-16,1 19-8 15,3 4-15-15,-5 31-165 0,-2 15 99 16,9 6-104-16,12-4-93 16</inkml:trace>
  <inkml:trace contextRef="#ctx0" brushRef="#br0" timeOffset="105080.56">12753 6229 529 0,'0'0'122'0,"0"0"-47"16,53-94 0-16,-25 48-37 16,6-7-6-16,5-8 2 15,0-4-3-15,-8-3-17 0,-9 1-2 16,-7 11-6-16,-8 15-3 16,0 20 0-16,-6 13-3 15,-1 8 0-15,0 10-4 16,0 24-42-16,0 25 31 15,-8 17 9-15,-5 13 4 16,0 10 1-16,3-5-10 16,10-9-16-16,0-19-11 15,14-23-11-15,15-23 39 16,3-16 10-16,6-4 15 16,-1-21 13-16,1-14-15 15,-9-5-8-15,-9-6 3 16,-13 2 24-16,-7 6-10 0,0 7 1 15,0 13-4-15,0 6 7 16,0 11-25-16,0 1-1 16,0 8-39-16,3 21-4 15,6 13 42-15,6 8 1 16,10 0 0-16,10-10-21 16,5-12 4-16,6-18-18 15,-1-10 19-15,0-7-33 16,0-24-45-16,1-13-103 15,-9-12-150-15</inkml:trace>
  <inkml:trace contextRef="#ctx0" brushRef="#br0" timeOffset="105212.64">13333 5675 539 0,'0'0'234'0,"0"0"-119"16,0 0-65-16,0 0-50 15,0 0-40-15,0 0-112 16,14 24 100-16,20 32 35 15,17-3-165-15,10-16-199 16</inkml:trace>
  <inkml:trace contextRef="#ctx0" brushRef="#br0" timeOffset="105462.52">13768 5639 722 0,'0'0'88'0,"0"0"14"0,0 0-53 16,0 0-42-16,0 0-7 16,0 0-32-16,-17 80 29 15,-4 12 2-15,-3 14 0 16,7-2-5-16,8-9-3 16,9-20-64-16,0-17 63 15,0-19-56-15,0-17 24 16,0-11-60-16,0-11-63 15,0-19-205-15</inkml:trace>
  <inkml:trace contextRef="#ctx0" brushRef="#br0" timeOffset="105745.55">13533 6007 723 0,'0'0'49'0,"0"0"-25"15,0 0-23-15,0 0-1 16,101-7 11-16,-51 5 20 15,4-1-8-15,2 0-3 16,1-2-6-16,-3-2-7 16,0-3-2-16,-10-1-5 15,-14 2 1-15,-13 3 2 16,-12 4-3-16,-5 2 0 16,0 0-1-16,0 0-5 15,0 17-8-15,-11 16 13 16,-13 14 1-16,-3 7 6 15,7-1-5-15,7-3-2 16,13-12-35-16,3-9-30 0,25-17-58 16,14-12-170-16</inkml:trace>
  <inkml:trace contextRef="#ctx0" brushRef="#br0" timeOffset="106378.44">14373 5963 744 0,'0'0'120'0,"0"0"-64"16,0 0-40-16,0 0-15 15,0 0 0-15,0 0-1 0,24 17-7 16,-3-7 7-16,6-2 1 16,3 0 3-16,-8-7-3 15,-4-1-1-15,-8 0 2 16,-1-3 1-16,-3-11 2 15,0-1-4-15,-6-4 1 16,0 4-2-16,0 2 0 16,0 7 0-16,-3 4 0 15,-4 2-2-15,-5 2-4 16,-9 20 1-16,-4 9 0 16,-4 12 4-16,5 12 0 15,5 5 0-15,10-2 0 16,9-8 0-16,14-14-16 0,21-17 14 15,16-15 2-15,16-4 1 16,14-22 7 0,2-16-7-16,-4-9 0 0,-10-4-2 15,-18-1-1-15,-11-2-21 16,-13 1 0-16,-12-2-14 16,-8-2 25-16,-5 5 13 15,-2 7 20-15,0 16 28 16,0 13-9-16,0 11-35 15,0 5-4-15,0 12-38 16,-10 24-18-16,-10 20 56 16,-7 14 1-16,0 3 0 15,4-3-1-15,9-8 0 0,9-13 0 16,5-10 0 0,0-12 2-16,0-5-2 0,6-10 3 15,-3-6 0-15,-1-5 1 16,-2-1 0-16,0 0 11 15,-9 0 6-15,-23 0-21 16,-17 0-1-16,-15 2-36 16,-8 9-58-16,5-5-104 15,11-6-282-15</inkml:trace>
  <inkml:trace contextRef="#ctx0" brushRef="#br0" timeOffset="106600.97">13864 5489 817 0,'0'0'22'15,"0"0"-22"-15,0 0-1 16,0 0-17-16,0 0 18 15,0 0 2-15,78 39-2 16,-65-13-92-16,-13-4-79 16</inkml:trace>
  <inkml:trace contextRef="#ctx0" brushRef="#br0" timeOffset="107927.16">15319 5785 218 0,'0'0'71'16,"0"0"50"0,0 0-65-16,-25-78-24 0,6 63-2 15,-3 6-14-15,-3 6-4 16,-6 3-10-16,-4 0-2 16,4 16-6-16,-4 7 6 15,4 7-8-15,0 5 6 16,-1 4 2-16,4 2-1 15,3-2 1-15,9-1 0 16,8-4 0-16,8-5-1 16,2-2 1-16,20 1 2 15,14 0 4-15,4 1 1 0,6 0 1 16,-2-5 4 0,-11-2-1-16,-10-3-9 0,-10-4-2 15,-8 0 0-15,-2-1-1 16,-3 0-5-16,0-2 5 15,0 0-2-15,-5-4-5 16,-11-1 8-16,-7-3 0 16,-10-1 13-16,-11-3-1 15,-8 0-10-15,-3 0-2 16,-1-1-19-16,3-10-58 16,5-3-14-16,19-3-33 15,21-2-81-15</inkml:trace>
  <inkml:trace contextRef="#ctx0" brushRef="#br0" timeOffset="108189.41">15187 5738 139 0,'0'0'570'0,"0"0"-546"16,0 0-24-16,0 0-8 16,-48 75 6-16,24-27 2 15,-2 11 0-15,-5 1 0 16,-3 3 3-16,4-2 1 0,-3-4-3 16,0-6 2-16,0-8-3 15,2-7-47-15,9-14-74 16,8-14-117-16</inkml:trace>
  <inkml:trace contextRef="#ctx0" brushRef="#br0" timeOffset="108363.64">14800 6232 603 0,'0'0'122'0,"0"0"-30"15,0 0-46 1,0 0-25-16,0 0-7 15,0 0-14-15,-9 9-1 0,4 1-23 16,-5 5-57-16,2-3-58 16,4-10-148-16</inkml:trace>
  <inkml:trace contextRef="#ctx0" brushRef="#br0" timeOffset="111523.66">6645 6399 104 0,'0'0'31'0,"0"0"20"16,0 0 17-16,0 0-5 16,0 80-8-16,0-53 31 15,-3 4-37-15,0 5-11 16,2 6 39-16,-1 1-37 16,1 6-10-16,-1-2-23 15,-1 4-7-15,-3 2 4 16,-4-4-3-16,-2-3 3 0,1-8-1 15,-2-11-2-15,0-5 3 16,-1-9-4-16,2-7 1 16,-2-3 1-16,3-3 6 15,-3 0 3-15,-3 0 4 16,-1-3-4-16,-2-9 9 16,0-4 6-16,0-4-11 15,5-7 15-15,3 0-23 16,2-6 6-16,10-1-4 15,0 2 1-15,3-1-4 16,25-1-6-16,14-3-8 16,12-4-10-16,11-4-21 15,10 1-50-15,4-1-36 0,2-3-179 16</inkml:trace>
  <inkml:trace contextRef="#ctx0" brushRef="#br0" timeOffset="114020.96">7580 5891 346 0,'0'0'60'0,"0"0"-50"16,0 0-6-16,0 0 19 15,0 0 30-15,87 1-11 16,-50 14 20-16,-2 3-16 16,-4 7-17-16,-6 8-7 15,-2 6-1-15,-7 9-12 16,-6 3 1-16,-5 4-5 15,-3-2 0-15,-2-7 0 16,0-7-3-16,-10-6-1 16,-10-6 4-16,-1-6 2 15,-3-5-2-15,3-4 0 0,3-5-4 16,6-7 1 0,3 0 2-16,-1 0 9 0,-1-14-7 15,5-8-4-15,2-8-2 16,4-4-24-16,1-3 20 15,22 1 4-15,8 1-6 16,6 4 2-16,-1 5 1 16,-2 2-5-16,-7 6 8 15,-6 4 2-15,-10 6-2 16,-7 6 6-16,-4 2 6 16,0 0-12-16,1 0-11 15,4 19 6-15,0 9 3 16,2 9 4-16,-3 4-2 15,1 3 5-15,-2-2-2 0,0-4 1 16,0-4-3-16,-1-5 3 16,-1-4-4-16,-1-2-56 15,0-10-99-15,-1-9-231 16</inkml:trace>
  <inkml:trace contextRef="#ctx0" brushRef="#br0" timeOffset="115953.59">8158 6086 419 0,'0'0'130'0,"0"0"-59"16,0 0 11-16,0 0-27 16,0 0 9-16,0 0-33 15,-6-24-8-15,6 24-15 16,0 0-5-16,0 0-3 0,0 1-5 15,0 15-8-15,0 11 8 16,0 10 5-16,0 11 0 16,-3 3 1-16,-14 2 3 15,1-5-1-15,0-9-2 16,7-7 0-16,0-6 0 16,9-7-1-16,-2-2 3 15,2-1-3-15,0-5-80 16,0-11-92-16,0 0-346 15</inkml:trace>
  <inkml:trace contextRef="#ctx0" brushRef="#br0" timeOffset="117023.81">7627 5951 208 0,'0'0'80'0,"0"0"-41"0,0 0-34 15,0 0 12-15,101-5 57 16,-76 5-28-16,-2 3 3 16,-8 9-9-16,1 5-11 15,-7 5-15-15,-4 7-2 16,2 7 11-16,-1 8-9 16,-5 4-9-16,2-1-2 15,-3 3 2-15,0-7-2 16,0-4-2-16,-11-5 5 15,-1-10 0-15,1-7-4 16,2-5 3-16,3-3-2 16,3-4-3-16,0-2 1 0,0-3 3 15,0 0 6-15,-1 0 17 16,-3-7-1 0,2-9-20-16,5-6 8 0,0-6-14 15,8-3-2-15,17-1 2 16,5 0-7-16,3 2 0 15,1 3-7-15,-4 3 0 16,-3 2 0-16,-7 7-3 16,-8 3 17-16,-6 7 6 15,-5 1 15-15,-1 4 19 16,0 0-17-16,0 0-19 16,0 0-4-16,0 0-7 15,0 10-6-15,0 13 2 0,2 7 11 16,1 6 4-1,0 6 0-15,2 0-4 0,-1-3 0 16,3-2 3-16,1-7-2 16,1-7 0-16,2-2-2 15,-1-8-1-15,-3 0-63 16,-4-5-22-16,-3-5-164 16</inkml:trace>
  <inkml:trace contextRef="#ctx0" brushRef="#br0" timeOffset="118741.84">8095 6135 229 0,'0'0'116'16,"0"0"-29"-16,0 0-21 15,0 0-10-15,0 0-4 16,0 0 11-16,2-17-9 16,-2 17-27-16,0 0-10 15,0 0 1-15,0 0-5 16,0 0-8-16,0 0-5 15,0 0-1-15,0 0-3 16,0 0-2-16,0 2-5 16,0 13 5-16,4 7 4 0,5 9 2 15,1 3 4 1,1 5-2-16,2 4 5 0,1-6-6 16,2-6-1-16,-1-6-2 15,-1-5 1-15,0-7-2 16,-3-1-6-16,-2-4 9 15,-3-1-3-15,0 2-13 16,-5-3-36-16,-1 0-17 16,0-6-85-16,0 0-198 15</inkml:trace>
  <inkml:trace contextRef="#ctx0" brushRef="#br0" timeOffset="-108212.96">3814 7607 216 0,'0'0'78'16,"0"0"34"-16,0 0-46 16,0 0-36-16,0 0-6 15,0 0 20-15,0 0-15 16,0 0 28-16,-6-45-19 15,5 43 13-15,1 2-35 16,-2 0 8-16,2 0-12 0,0 0-9 16,0 0-2-1,0 0 2-15,-1 0 4 0,1 0 1 16,0 0 1-16,0 0 6 16,0 0 2-16,0 0-3 15,0 0-4-15,-2 0-2 16,2 0 0-16,0-1 0 15,0-2-1-15,0-3 0 16,0-4-7-16,6-3-2 16,9-4 2-16,7-3-1 15,7 3-2-15,1 0-3 16,1 2-1-16,2 2 5 16,0 5-5-16,-2 3-1 15,2 5 4-15,-3 0-10 0,-2 0 0 16,-3 13-7-16,-4 4 7 15,-9 2-20-15,-9 6 14 16,-3 0 12-16,-6 3 4 16,-16 2 4-16,-1 0 0 15,-5-3 1-15,6-2 0 16,4-2 1-16,7-7-2 16,7-1-3-16,4-2 3 15,0-2-13-15,3-2-19 16,18-1 2-16,7-3 24 15,6-4-11-15,5 1 6 16,2-2 3-16,-7 4 2 16,0 4 6-16,-11 5-3 0,-1 5 2 15,-6 6-5 1,-11-1 3-16,-5 4-1 0,0 4-4 16,-20-4 8-16,-3-2 0 15,-2-3 3-15,-1-2 8 16,-1-4-4-16,-3 0 0 15,3-5 3-15,-4-4 11 16,-2-3-9-16,2-3-1 16,4 1-3-16,9-2-3 15,11 1 0-15,7 3-5 0,0-4-119 16,20 0-282 0</inkml:trace>
  <inkml:trace contextRef="#ctx0" brushRef="#br0" timeOffset="-108039.05">4652 8101 780 0,'0'0'116'15,"0"0"-81"-15,0 0-23 16,0 0-12-16,0 0-13 15,0 0-230-15,16-36-21 16</inkml:trace>
  <inkml:trace contextRef="#ctx0" brushRef="#br0" timeOffset="-107162.18">5658 7238 515 0,'0'0'122'15,"0"0"-2"-15,0 0-73 16,0 0-23-16,0 0-24 0,0 0-15 16,0 15 10-16,-8 40 2 15,-8 20 3-15,-3 12 0 16,-4 8 3-16,-1 1-2 16,4-3-1-16,1-8 1 15,8-17-2-15,3-15-8 16,8-19-19-16,0-19-26 15,6-15-77-15,26-26-7 16</inkml:trace>
  <inkml:trace contextRef="#ctx0" brushRef="#br0" timeOffset="-105914.67">5782 7241 352 0,'0'0'93'0,"0"0"-79"16,0 0-14-16,0 0 0 0,0 0 2 16,0 0 7-16,0 70 7 15,0-49 4-15,0 1-6 16,0-2-5-16,3-4 2 16,0-3-5-16,1-3 7 15,-3-3-9-15,1-2 2 16,0 1 1-16,-2-2-6 15,0 0 5-15,0 2 4 16,0 1-1-16,0 2 11 16,0 5-6-16,-4 3 6 15,2 3-2-15,-1 1-8 0,3 2-7 16,0-6-2 0,0-4 1-16,0-6 2 0,0-4-3 15,0-3 3-15,0 0 43 16,3-7 59-16,11-12-84 15,4-9-22-15,2-4-6 16,2 0-25-16,1 3-9 16,-4 4-16-16,2 1 12 15,0 7 14-15,3 3 7 16,7 1 13-16,5 4 4 16,1 2 5-16,-3 3 1 15,-4 0 0-15,-2 3 3 16,-8 1 3-16,-1 0 9 15,-4 4-6-15,3 15 1 16,0 8 0-16,-2 7 4 0,1 7 1 16,-4 6-6-16,2 0-5 15,-3 2-1-15,0-3-1 16,1-10 2-16,-2-10-4 16,4-9 0-16,-5-6-2 15,-4-6-21-15,3-5-18 16,-3 0 12-16,-3 0 20 15,3-12-10-15,-6-1 19 16,0 2 2-16,0 2 33 16,0 2 20-16,0 1-1 15,0 3-20-15,0 3-4 16,0 0-30-16,0 0-7 16,0 0-42-16,0 12 28 15,0 5 21-15,5 4 0 0,1 4 0 16,1-2 0-16,-2-3-3 15,0-1 2-15,-2-6-5 16,-2-6-24-16,-1 0 30 16,0-6-1-16,0 1 1 15,0-1 0-15,0-1 3 16,0 0-3-16,0 0 1 16,0 0-1-16,0 2 0 15,0-2-1-15,0 0 1 16,0 0 1-16,0 0-1 15,0 1 0-15,0-1-5 16,0 3 5-16,0 0-3 16,0-3 3-16,0 0 1 0,0 0 5 15,0 0 32-15,0 0 2 16,0 0 6-16,0 0-7 16,0 0-9-16,0 0-11 15,0 0-13-15,0 0-5 16,0 0-1-16,0 0 0 15,0 0 0-15,0 0 0 16,0 0-1-16,0 2-5 16,0 7-11-16,0 2-8 15,0 8 25-15,0 4 0 0,0 2-2 16,0 0-7 0,0-1 6-16,0-5-13 0,0 0 9 15,0-1-8-15,0-4-25 16,-7 3-2-16,-7-8-56 15,-3-1-136-15</inkml:trace>
  <inkml:trace contextRef="#ctx0" brushRef="#br0" timeOffset="-105066.52">6735 7611 479 0,'0'0'236'0,"0"0"-143"0,0 0-91 16,0 0-2-16,0 0-8 16,0 0 8-16,12 63 0 15,6-26 4-15,1-2-2 16,-1-3-1-16,-3-6-1 15,-2-6 2-15,-2-8-2 16,-5-5 3-16,-2-6-3 16,-2-1 3-16,1 0 5 15,0-5 12-15,4-7 4 16,-1-4-22-16,-2 5 0 0,-3 4 2 16,3 4 5-1,-4 3-9-15,5 0-2 0,5 2-45 16,6 10 34-16,9 5 11 15,10 1 1-15,5-1 1 16,2-3 0-16,-5-1-2 16,-2-7 0-16,-4-6-10 15,6-2 0-15,5-21 12 16,4-11-54-16,6-6-6 16,-4-6 20-16,-14 1 31 15,-14 0 9-15,-10 1 13 16,-10 4 19-16,0 6 16 15,-4 10 5-15,-5 12-5 16,4 7-13-16,4 5-33 16,1 0-2-16,-2 11-23 0,-1 15 13 15,2 12 9-15,1 3 1 16,0 2-1-16,12 2-4 16,12-7 5-16,1-6 4 15,9-8-3-15,0-7 0 16,8-11 5-16,3-6-3 15,1-6 0-15,1-26 2 16,3-11-2-16,-6-9 0 16,-7-4-2-16,-7-1-1 15,-15 3 0-15,-15-1 3 16,0 4 18-16,-18 5-14 16,-3 10 17-16,1 13-13 15,8 12-9-15,7 6 7 0,3 5-8 16,2 0-1-16,0 13-13 15,0 21-3-15,7 13 15 16,5 12 2-16,5 2-1 16,-2-2 0-16,1-5 0 15,2-4 0-15,0-9 0 16,0-8-1-16,1-5-4 16,0-6-19-16,-2-2-42 15,-1-14-110-15,-2-6-246 16</inkml:trace>
  <inkml:trace contextRef="#ctx0" brushRef="#br0" timeOffset="-104616.32">7791 7559 403 0,'0'0'151'0,"0"0"-38"0,0 0-64 16,82-16-28-16,-45 16 7 15,9 0-14-15,4-1-9 16,8-1-4-16,-2 1 0 16,-8-2 0-16,-13-1-1 15,-16 3 2-15,-10-1 0 16,-8 2-2-16,-1 0 0 16,0 0-5-16,0 0-4 15,0 3 1-15,0 13 8 16,0 6 0-16,-1 4 0 15,-5 6 2-15,0 4 0 16,6-2-2-16,0-3-6 16,9-5-43-16,15-12-55 0,6-14-129 15</inkml:trace>
  <inkml:trace contextRef="#ctx0" brushRef="#br0" timeOffset="-104444.82">8168 7227 702 0,'0'0'21'16,"0"0"27"-16,0 0-48 16,0 0-45-16,0 0-40 0,97 68-35 15,-77-38-149-15</inkml:trace>
  <inkml:trace contextRef="#ctx0" brushRef="#br0" timeOffset="-103763.03">8723 7328 478 0,'0'0'111'0,"0"0"31"16,-39-93-67-16,32 74 8 0,4 6-61 15,3 8 14-15,0 5-14 16,0 0-22-16,0 12-9 16,0 24-2-16,16 22 11 15,-2 16 0-15,2 12-1 16,-7 3-15-16,-4-6-22 15,-5-11-34-15,0-14-11 16,0-20-39-16,-8-21-55 16,2-17-152-16</inkml:trace>
  <inkml:trace contextRef="#ctx0" brushRef="#br0" timeOffset="-102549.83">8459 7495 734 0,'0'0'33'0,"0"0"-12"16,104-9-21-16,-44 9 3 16,10 4 0-16,15 1 0 15,8-5 5-15,1 0 4 16,-5 0-9-16,-17 0-3 16,-16 0 0-16,-20-3 0 15,-15 3 1-15,-15-2-1 16,-6 1 7-16,0-5 11 15,-15 1-12-15,-10-3 5 16,-7 7-9-16,1 1-2 16,5 5 4-16,6 16-4 15,8 9-7-15,7 3 5 0,5 1-8 16,7-6-12-16,25-8-6 16,10-12 28-16,4-8 4 15,-2 0-4-15,-8-19 2 16,-4-4 1-16,-8-6 9 15,-9 0 11-15,-11 0-6 16,-4 0 10-16,-4 3-17 16,-14 6 1-16,4 8 6 15,5 7-7-15,7 5-10 16,-1 0-4-16,-2 9-45 0,-2 19 32 16,4 5 15-1,3 6-2-15,3-3-5 0,30-5-2 16,19-13 1-16,13-12 9 15,10-6 2-15,2-16 2 16,-6-13-3-16,-12-4 0 16,-13 3 3-16,-14 1 16 15,-13 12 19-15,-8 5-11 16,-4 7-17-16,-5 5-10 16,-2 0-2-16,0 13-15 15,0 10 16-15,0 10 1 16,-17 2 0-16,-2 1 0 15,-2-5 0-15,3-6-1 16,6-8 0-16,5-7-1 16,4-6-1-16,3-4-12 0,0 0 9 15,0-2 6-15,3-22 0 16,25-6-22-16,15-11-12 16,11-5-21-16,10 1 29 15,2-6 18-15,0-4 8 16,2-3 20-16,1-3 20 15,-8 1 23-15,-9 6-8 16,-13 7-42-16,-16 12 23 16,-9 11-11-16,-8 12-23 15,-1 8-1-15,-5 4-1 16,0 17-10-16,0 22-14 16,-6 24 24-16,-10 19-1 0,-4 8 0 15,-1 2 1-15,1-10-7 16,6-18-20-16,8-20 10 15,4-16-2-15,2-15 4 16,0-13 15-16,13 0 0 16,17-21 4-16,9-13-4 15,0-3-10-15,-9 2 10 16,-13 4 5-16,-9 8 23 16,-2 8 0-16,-4 5-2 15,-2 5-20-15,0 5-6 16,0 0 0-16,0 0-18 15,0 19-31-15,-11 9 49 16,-2 9-2-16,1 5-1 16,4 1-11-16,8-6-2 0,0-12-9 15,12-14-15-15,23-11 40 16,15-8 3-16,13-23 4 16,4-6-4-16,-7-3-2 15,-13-1 0-15,-18 2 10 16,-14 3 20-16,-9 4-14 15,-5 8 9-15,-1 8 12 16,0 10-1-16,0 6-31 16,0 0-6-16,0 14-26 15,0 20 15-15,-10 10 11 16,1 11-5-16,0-1-20 0,7-3-2 16,2-10 0-16,0-13-20 15,11-12-51-15,7-15-11 16,12-1-96-16</inkml:trace>
  <inkml:trace contextRef="#ctx0" brushRef="#br0" timeOffset="-102367.96">10890 7093 820 0,'0'0'9'16,"0"0"53"-16,0 0-62 15,0 0-35-15,0 0-41 0,0 0 65 16,-39 131-47 0,38-60-59-16,1-14-138 0</inkml:trace>
  <inkml:trace contextRef="#ctx0" brushRef="#br0" timeOffset="-101902.2">10996 7429 747 0,'0'0'96'0,"0"0"-27"16,0 0-66-16,0 0-3 16,0 0-19-16,0 0 4 15,34 44 15-15,-10-22 0 0,2-5-7 16,4-5-7 0,-2-5-8-16,2-7 14 0,5 0 8 15,1-4 4-15,2-9-2 16,-4 3 0-16,-1 1 3 15,6 4-2-15,7 4-3 16,7 1 0-16,5 0 0 16,2 0 0-16,-3 6-3 15,0 3 2-15,-2-2-5 16,-8-4 3-16,-6-3 1 16,-11 0-1-16,-7-6 2 15,-7-12-1-15,-12-8 4 16,-4-7 1-16,-3-4 1 15,-20-3 5-15,-5 7 13 16,1 8 4-16,4 17-17 16,0 8-9-16,1 27-12 15,-5 22 4-15,-5 20 8 0,0 18 3 16,-3 13-3-16,4 9 0 16,9 8-14-16,8-3-15 15,14-11 11-15,0-18 16 16,20-25-39-16,-3-22 4 15,2-19-73-15,-8-19-207 16</inkml:trace>
  <inkml:trace contextRef="#ctx0" brushRef="#br0" timeOffset="-97506.6">5291 7765 476 0,'0'0'31'0,"0"0"48"0,0 0-48 15,0 0 10-15,0 0 18 16,0 0-46-16,0 0-13 15,12-59-9-15,51 57 9 16,25 1-2-16,23 0 1 16,28-2 0-16,33 0-1 15,26-3 2-15,32 2 7 16,35-3 3-16,38-1 10 16,26 5 11-16,24 0-8 15,18 3-10-15,-1 0 2 16,-2 0-9-16,-10 9 1 15,-29 6-2-15,-31-1-5 16,-34 1 0-16,-42-5 4 16,-41-1-4-16,-35-4 0 0,-35-2-1 15,-26-3 1-15,-23 0 1 16,-17 0 0-16,-10 0-1 16,-3 0 2-16,-1 0-2 15,0 0 0-15,2 0-2 16,7 0 1-16,-1 1 0 15,-1 2 1-15,-1-3-2 16,-7 0 2-16,-5 0 1 16,-6 0 0-16,-9 0 0 15,-3 0-1-15,-4 0 1 16,-3 0 5-16,0 0 15 16,4 0-3-16,2 0-14 15,4-4-4-15,5 1-3 16,5 2 1-16,7 1-1 0,6 0-1 15,1 0-2-15,1 1-7 16,0 6-8-16,-3-1 7 16,-2-1 7-16,-1-4 3 15,-8-1 4-15,-5 0 0 16,-2 0 1-16,-4 0-1 16,-1 0 4-16,-3-3 2 15,-1 0-1-15,2 2-5 16,-6 1-1-16,-1 0-4 15,0 0-37-15,0 0-73 16,-11 7-23-16,-21 3 48 0,-13-7-207 16</inkml:trace>
  <inkml:trace contextRef="#ctx0" brushRef="#br0" timeOffset="-96706.33">12804 7262 474 0,'0'0'112'0,"0"0"-11"0,0 0-101 16,0 0-3-16,0 95 3 16,0-38 0-16,-15 7 5 15,-7 4 16-15,-13 0-14 16,-5-8 8-16,-6-12-6 15,8-18-2-15,12-14 23 16,14-13 6-16,6-3 55 16,3-6-16-16,0-24-41 15,1-23-34-15,2-15-11 16,5-14-18-16,23-4-4 16,15 4-7-16,13 7 14 0,15 14 13 15,5 12-14 1,0 16 4-16,-7 16-12 0,-15 15 20 15,-15 2 8-15,-16 19 6 16,-18 13-8-16,-5 8-6 16,-14 0 9-16,-23 1 6 15,-9-9 0-15,-9-9 1 16,-2-7 1-16,2-6 4 16,12-4 6-16,17-2 15 15,14 0-24-15,12 2-3 16,0 5-11-16,2 6 11 15,17 4 0-15,14 4 4 16,7 4 5-16,1 4-2 0,-2 1-5 16,-3 6-2-1,-7 2 2-15,-8 1-4 0,-8-3-23 16,-7-6-42-16,-1-8-98 16,-2-14-98-16</inkml:trace>
  <inkml:trace contextRef="#ctx0" brushRef="#br0" timeOffset="-95141.98">13156 7695 185 0,'0'0'423'16,"0"0"-374"-16,0 0-21 0,0 0-25 16,0 0-1-1,88-43 15-15,-54 26 7 0,4-7-9 16,-2-2 1-16,-4-3-6 15,-9-2-4-15,-18 1 20 16,-5-1-18-16,-4 2-1 16,-18 8-6-16,2 7-1 15,1 14 0-15,1 0-12 16,1 13 2-16,4 19 3 16,4 10 1-16,9 10 4 15,0 5 2-15,29 1-2 16,12-8 2-16,11-13-1 15,9-17 1-15,8-17 3 16,0-3 2-16,-3-23 1 16,-5-11 1-16,-11-7-7 0,-12-5-23 15,-16-4 13-15,-19 1-1 16,-3-2 4-16,-19 5-31 16,-2 11 38-16,7 10 11 15,8 14 52-15,6 11-38 16,0 0-25-16,8 24-26 15,10 13 24-15,-1 13 4 16,5 8-2-16,-3 5 3 16,-3-3 5-16,1-9-4 15,-5-12-2-15,-3-13-2 0,-5-9 6 16,-2-7-5 0,-2-6-1-16,0-4 0 15,-6 0 0-15,-18-7 17 0,-6-14-17 16,-6-6-25-16,8-3-3 15,10 2 17-15,13 3 11 16,5 7 5-16,20 3-4 16,21 4-1-16,12 0-30 15,12 5 24-15,-1-1 6 16,-2 0 5-16,-13 3-1 16,-10-1 7-16,-17 0 12 15,-10 5 5-15,-9 0 4 16,-3 0-14-16,0 0-18 15,0 0-8-15,0 17 6 16,0 7 2-16,-2 10 1 16,2 5 5-16,0 3-6 15,5-3 1-15,17-9-1 0,8-10 0 16,3-13 3-16,9-7 2 16,7-3 0-16,3-18 4 15,-1-7-3-15,-14-5-3 16,-13 0 9-16,-18-2 4 15,-6-2-8-15,-12 0-8 16,-24 3 0-16,-11 2-2 16,-7 8 1-16,3 7-4 15,8 9 4-15,10 7-10 16,12 1 1-16,7 0-16 0,6 1 8 16,6 5-2-1,1-3 4-15,1 2-9 0,0-2 11 16,0 2 12-16,4-1 2 15,2-2 2-15,-1-1-2 16,-2-1 4-16,-2 2 10 16,-1-2 13-16,0 0-8 15,0 0-8-15,0 0 2 16,0 0-2-16,0 0 5 16,0 0-2-16,0 0 1 15,0 0 0-15,0 0-2 16,0 0-3-16,0 0-3 15,0 0-5-15,0 0-1 16,0 0 5-16,0 0 0 16,0 0 1-16,0 0-4 0,0 0-3 15,0 0 0-15,0 0 0 16,0 0-3-16,0 0 3 16,0 0-2-16,0 0 1 15,0 1-3-15,0-1 1 16,0 1-9-16,0 2-6 15,0 3-3-15,11 2 17 16,14 0 2-16,20 1 0 16,19-2 2-16,18-3 1 15,6-4 3-15,-2 0-3 16,-3-10 0-16,-9-6 0 16,-14-3-1-16,-17 1 0 0,-19 6 5 15,-17 1 4 1,-5 2 26-16,-2 5-24 0,0 0 0 15,0 4-5-15,0 0-6 16,0 0-4-16,-11 8-15 16,-5 18 16-16,1 10 1 15,7 6-2-15,8 4-1 16,1 0-2-16,23-9-6 16,7-10-1-16,6-10 2 15,5-15 6-15,-2-2 5 16,5-12 1-16,-4-14-6 15,-9-9-3-15,-7-4 9 16,-14 3 2-16,-11 0 10 16,0 3 4-16,-2 8 12 0,-8 8-15 15,4 9-8-15,3 7-3 16,1 1-2-16,2 4-21 16,0 20-2-16,3 8 23 15,18 9-4-15,12 2-11 16,1-7-14-16,7-8-5 15,-4-10-46-15,-3-11-46 16,-2-7-114-16</inkml:trace>
  <inkml:trace contextRef="#ctx0" brushRef="#br0" timeOffset="-94441.99">15393 7447 850 0,'0'0'30'15,"0"0"-30"-15,0 0-3 16,31 81 3-16,-12-34 0 16,-1 2 5-16,-3-7-4 15,-1-8-1-15,-5-12 1 16,-3-9 3-16,-1-10-1 16,-5-1-3-16,0-2 5 15,4-5 6-15,2-22-11 16,3-10-7-16,2-6-12 15,6 0 8-15,9 3-8 16,8 6 5-16,13 6-18 16,8 6 4-16,1 5 15 0,-1 5 13 15,-7 7 0-15,-9 5 11 16,-5 0-1-16,-7 0-3 16,-5 5-7-16,-9 4 1 15,-5-4-2-15,-3-1 0 16,-5-1-1-16,0-3 2 15,0 0 3-15,0 0 2 16,0 0 1-16,0 0-1 16,0 0 0-16,0 0 3 15,0 0 4-15,-5 0-11 0,-4 1-1 16,0 6-3 0,-4 7 2-16,-5 8 0 0,-1 8 1 15,3 8 1-15,5 8 0 16,9 0-1-16,2-3 0 15,24-11-21-15,23-12 16 16,15-12 5-16,16-8-4 16,4-8-1-16,0-22-6 15,-5-4-25-15,-11-8 17 16,-20-2 11-16,-20-2 4 16,-21 1 4-16,-5 4 6 15,-14 8 24-15,-6 11 33 16,5 10-26-16,6 12-20 15,-2 4-17-15,-2 24-21 16,3 15 19-16,0 11 2 0,10 7 2 16,0 0 0-16,22-9-2 15,18-13 2-15,12-12 0 16,10-11 3-16,3-9-3 16,5-7-2-16,-2 0-9 15,-1-21-137-15,-8-18-425 16</inkml:trace>
  <inkml:trace contextRef="#ctx0" brushRef="#br0" timeOffset="-92611.19">17856 7256 659 0,'0'0'104'0,"0"0"-89"15,0 0-15-15,0 0-23 16,0 0 23-16,6 84 3 15,-6-60-3-15,1-7 2 16,4-8 1-16,1-8 3 16,6-1 5-16,4-5 17 15,10-15-18-15,-3-6-10 16,-7-1 0-16,-9 0-2 16,-7 1-4-16,-10 4 4 0,-7 4-3 15,-4 11 5-15,0 7 0 16,2 5 0-16,-4 18-1 15,3 14 0-15,9 9-3 16,11 5-6-16,6 7-20 16,32-1 22-16,16-7 6 15,15-8-15-15,10-13-35 16,2-16 12-16,-2-13 24 16,-5-1-2-16,-10-23 16 15,-14-5 2-15,-16-2 21 16,-17-2 27-16,-17 2 29 15,0 5-13-15,-17 8-52 16,-5 7-7-16,-1 11-5 16,7 0-2-16,-2 21-4 15,4 11 5-15,3 7-7 0,7 5 2 16,4-1 5-16,4-2 1 16,18-10-1-16,5-11 2 15,3-11 4-15,1-9 14 16,3-5 40-16,1-21-23 15,-4-5-19-15,-6-8-12 16,-11-2-5-16,-14-5-36 16,-3 0-44-16,-25 0 5 15,-1 7 41-15,7 8 0 16,14 9 10-16,8 9 24 0,17 9 22 16,19 4-22-1,9 0 3-15,2 7 16 0,-3 10 36 16,-6 4-19-16,-8 3-18 15,-10-1-14-15,-8-2 0 16,-5-3-3-16,-7-4 0 16,0-4 1-16,0-3-1 15,0-2-1-15,0-5-11 16,0 0-4-16,0-5 15 16,4-18 0-16,8-7-18 15,5-7-30-15,6 6 10 16,6 3 38-16,2 8 7 15,0 11 28-15,-4 9-9 16,-2 0-26-16,-8 13-6 16,-9 11 3-16,-6 7 0 0,-2 9 3 15,0 6 2 1,-2-3 1-16,2-4-1 0,2-14 0 16,22-11-1-16,15-14 6 15,10 0 1-15,14-21-4 16,10-11-4-16,0-14-6 15,0-8-32-15,-9-9-40 16,-16-9-9-16,-20-3 19 16,-20 5 68-16,-8 10 13 15,-3 11 89-15,-6 17 33 0,3 14-45 16,2 10-24 0,2 8-66-16,-5 21-8 0,-2 22-35 15,-5 26 43-15,2 20 6 16,8 18-4-16,4 9 0 15,4 1 0-15,20-6 2 16,4-13-3-16,2-8 3 16,-2-10-4-16,-1-13 0 15,-3-13 7-15,-9-21-6 16,-4-16 0-16,-6-17 0 16,-2-7 5-16,0-32 26 15,2-19-27-15,-5-17-5 16,0-7-9-16,-21 3-3 15,-10 5 4-15,-3 9 6 16,1 15-3-16,9 11-23 16,10 11 10-16,8 9 0 15,6 6-5-15,2 5 7 0,25 1 3 16,18-1-31-16,15-3 30 16,8-3 14-16,-2-2 1 15,-9-3 2-15,-10 2 7 16,-17 1-10-16,-12 0 9 15,-10 2 22-15,-6 5 7 16,-2-2-20-16,0 5 2 16,0 6-15-16,0 0-5 15,0 0-8-15,-5 0-23 16,-2 20 28-16,6 3-2 16,1 5-1-16,3 2 4 15,22-5 2-15,9-6 2 0,3-11-2 16,-1-8 2-16,-3 0 5 15,-3-18 0-15,-5-6 2 16,-5-6 0-16,-5 2 2 16,-9 4 7-16,-3 8 12 15,-3 7-2-15,0 8 5 16,0 1-26-16,0 0-7 16,0 11-22-16,0 18 11 15,0 20 10-15,0 5 1 16,0 2 0-16,16-7 0 15,5-12 0-15,1-17 0 16,-3-11 1-16,3-9 2 0,4 0 1 16,9-13-4-16,3-10-36 15,-3-9-92 1,-10-10-225-16</inkml:trace>
  <inkml:trace contextRef="#ctx0" brushRef="#br0" timeOffset="-92429.69">20347 7129 727 0,'0'0'52'0,"0"0"22"16,0 0-26-16,0 0-30 16,0 0-18-16,0 0-58 0,25 5 16 15,-14 32-51-15,12-6-44 16,13-12-183-16</inkml:trace>
  <inkml:trace contextRef="#ctx0" brushRef="#br0" timeOffset="-92061.91">20857 7235 744 0,'0'0'94'16,"0"0"7"-16,0 0-78 15,0 0-23-15,0 0-3 16,0 0-2-16,43 15 5 0,-21 0 0 16,1-3-4-16,-7-4-21 15,-6-7 5-15,-7-1 20 16,-3 0-5-16,0-15 3 16,-16-6-35-16,-18 0-24 15,-7 2 36-15,-1 9 25 16,3 10 5-16,4 0-1 15,4 27-3-15,-4 11-2 16,5 10 1-16,15 10 0 16,15 3 1-16,12-6 1 15,38-10 5-15,19-17 24 16,13-12 8-16,3-13-19 16,4-3-10-16,1-2-10 15,-5-17-39-15,-9-12-170 0</inkml:trace>
  <inkml:trace contextRef="#ctx0" brushRef="#br0" timeOffset="-91145.98">20159 6832 452 0,'0'0'120'0,"0"0"3"16,7-86-46-16,-7 68-27 15,0 6-4-15,0 9-17 16,0 3-6-16,0 0-23 16,0 22-13-16,-14 26-1 15,-12 21 14-15,-9 18 0 16,-7 12 0-16,4 2-2 16,8-2 2-16,11-9-13 15,15-7 4-15,4-16 1 16,7-14-1-16,15-14 3 15,2-13 3-15,-3-11-51 16,-4-11-86-16,-14-4-298 0</inkml:trace>
  <inkml:trace contextRef="#ctx0" brushRef="#br0" timeOffset="-90497.36">21624 6922 501 0,'0'0'53'15,"0"0"87"-15,0 0-65 16,0 0-18-16,0 0-57 16,0 0-14-16,-43 6 14 0,21 52 1 15,-6 18 0-15,-3 14 3 16,-2 4-3-16,6-4 0 15,5-13-1-15,10-19-23 16,6-15-33-16,5-17-22 16,1-16-54-16,-2-10-106 15</inkml:trace>
  <inkml:trace contextRef="#ctx0" brushRef="#br0" timeOffset="-90063.38">21175 7274 762 0,'0'0'74'0,"0"0"-9"16,0 0-65-16,0 0-3 16,0 0 3-16,122-21 5 15,-42 21-3-15,16 0-1 16,7 0 0-16,9 0-1 16,3 0-1-16,-3 0-39 15,-1-4-9-15,-11-5-78 16,-19-3 4-16,-21-6-22 15,-24-2 41-15,-25-4 99 16,-11 4 5-16,-18 3 25 16,-11 3 19-16,-1 5 13 15,3 7 19-15,3 2-11 16,1 13-48-16,-5 19-15 16,-5 11 23-16,-3 8 8 0,10 5-2 15,8-3-17 1,10-5-4-16,8-4-4 0,0-10 3 15,0-4-3-15,0-7-3 16,2-8 2-16,-2-3-5 16,0-5 3-16,-10-2-6 15,-20 0 3-15,-10-4-1 16,-7-1-35-16,0 0-12 16,9 0-33-16,19 0-29 15,19 0-131-15</inkml:trace>
  <inkml:trace contextRef="#ctx0" brushRef="#br0" timeOffset="-89596.14">22809 7665 659 0,'0'0'149'0,"0"0"-100"16,0 0-34-16,0 0 9 15,0 0 12-15,0 0-7 16,0-14-10-16,0 6 5 16,0-7-19-16,-3-5-4 15,-3-2-1-15,-1-8-2 16,3-6 0-16,4-10-10 0,0-6-8 16,0-6 0-1,6 2-6-15,12 6-20 0,-1 10-14 16,-3 12 32-16,-7 13 3 15,-4 10-7-15,-3 5 18 16,0 5-121-16,-18 20 36 16,-19 15 99-16,-17 8 7 15,-2 3 17-15,2 1-3 16,12-4-4-16,14-6-2 16,11-7 4-16,12-8 0 15,5-5-2-15,0-8 20 16,0-4 20-16,9-3-3 15,14-7-1-15,16 0-17 16,20 0 5-16,16-6-28 16,15-7-7-16,8-2-6 0,10 2-10 15,-2 3-43-15,-6 3-70 16,-19 4-50-16,-25-1-113 16</inkml:trace>
  <inkml:trace contextRef="#ctx0" brushRef="#br0" timeOffset="-87714.26">9175 8257 173 0,'0'0'497'15,"0"0"-356"-15,0 0-95 16,0 0-46-16,0 0-28 16,0 0 28-16,-21 104-1 15,0-45 2-15,-3-1 1 16,-6-8-2-16,2-7 2 15,3-13 0-15,13-11 0 16,6-13 1-16,6-5-1 16,0-1 1-16,0-7 12 15,10-24-13-15,11-13-2 16,9-4-32-16,-3-2-5 16,1 6 32-16,-1 9-16 0,4 6-6 15,5 12 17-15,2 9-2 16,-3 8 9-16,-5 1 0 15,-6 20-2-15,1 8-10 16,1 3 2-16,-3 1 13 16,-3-2-2-16,-4-6-1 15,-7-5-11-15,0-9-3 16,-4-7 4-16,2-4 1 16,5-7 12-16,9-22 33 15,6-12-19-15,-2-10 9 16,-5 0 27-16,-6 5 23 15,-6 13-28-15,-3 13-19 16,-1 13-17-16,3 7-9 0,2 13-48 16,2 17 41-1,4 12 1-15,0 9 6 0,7 1 1 16,3 1-1-16,4-7-1 16,-1-7-8-16,-1-11-8 15,-6-8 0-15,-3-10-2 16,-3-10 15-16,1 0 4 15,9-17 4-15,2-12 1 16,-1-8 0-16,-2 1 8 16,-10 8 21-16,-8 11 9 15,-3 10-9-15,-3 7-24 16,0 0-10-16,0 13-38 16,3 11 34-16,2 4 4 0,5 3 1 15,7 0-1-15,9-4-7 16,9-6 3-16,4-8-12 15,5-8 2-15,3-5 0 16,-1-10 8-16,-6-16 4 16,-6-6 2-16,-10-2 2 15,-9 2 16-15,-10 5 18 16,-5 7-1-16,0 10 17 16,0 6-30-16,0 4-9 15,0 0-13-15,0 2-19 16,0 19-17-16,1 6 35 15,10 10 0-15,12 3 1 16,12-1-2-16,12-5 0 16,6-7-6-16,4-11-6 0,7-16-7 15,4 0 8-15,7-22 6 16,-1-19-1-16,-7-7-15 16,-10-5 21-16,-18-1 2 15,-20 4 0-15,-11 0 5 16,-8 3 20-16,-15 7 9 15,-3 8 6-15,2 14-20 16,5 12-6-16,6 6-14 16,2 11-11-16,0 18-16 15,3 17 27-15,0 10-4 16,11 5 4-16,17 1-1 16,10-8-3-16,-1-8 2 0,2-8-3 15,-4-16-8-15,-2-10 13 16,3-12-6-16,-2-3 6 15,9-28 2-15,1-12-2 16,-4-9-4-16,-7-8 2 16,-18-7 1-16,-15-1 2 15,-3 5 6-15,-21 10 12 16,2 13 18-16,8 17-6 16,7 14-11-16,7 9-20 15,0 0-6-15,0 24-23 16,0 21 21-16,7 15 8 15,13 13 0-15,5 3 0 16,5-4-2-16,0-9-25 16,-6-17 3-16,-5-12-3 15,-4-15 21-15,0-9-21 0,0-8-42 16,1-2-51-16,-5-18-79 16</inkml:trace>
  <inkml:trace contextRef="#ctx0" brushRef="#br0" timeOffset="-87482.29">11329 8470 739 0,'0'0'63'16,"0"0"5"-16,0 0-67 15,0 0-1-15,115-13 1 16,-57 13 2-16,3 2 6 16,-1 6 1-16,-4 3-6 0,-9 1 0 15,-7 2 0-15,-13 0-4 16,-10 2-1-16,-6-2 1 15,-6 3-3-15,-5 2-8 16,0 1-15-16,0 2-23 16,0-1-42-16,-4-3-24 15,-2-9-67-15,2-9-158 16</inkml:trace>
  <inkml:trace contextRef="#ctx0" brushRef="#br0" timeOffset="-87299.8">11984 8028 866 0,'0'0'16'0,"0"0"11"16,0 0-27-16,0 0-57 16,0 0-64-16,0 0 113 15,-11 110-51-15,11-33-70 16,4-7-201-16</inkml:trace>
  <inkml:trace contextRef="#ctx0" brushRef="#br0" timeOffset="-86999.39">12058 8722 767 0,'0'0'25'0,"0"0"-19"15,84-32-4-15,-32 13 0 16,9-6-1-16,2-6 0 16,1-2 1-16,-10-6 2 15,-15-5-2-15,-16-2 8 16,-11-2 3-16,-12-2 3 16,0 3-3-16,-3 11 9 15,-9 11-7-15,3 14-9 16,-1 11-6-16,-2 2-21 15,-6 29-57-15,-3 14 58 16,-3 13 9-16,5 6-41 16,8-1-30-16,7-5 5 0,4-11-107 15</inkml:trace>
  <inkml:trace contextRef="#ctx0" brushRef="#br0" timeOffset="-85684.3">12152 8506 731 0,'0'0'53'15,"0"0"-12"-15,0 0-22 16,0 0-12-16,0 0 1 0,105-36-3 16,-44 34-4-1,13 2-1-15,6 0 0 0,3 5 3 16,2 7-3-16,1 0 0 15,-12-5-6-15,-16 0-14 16,-19-4-3-16,-17-3 17 16,-13 0 6-16,-8 0 7 15,-1 0 26-15,0 0-5 16,-3-3-4-16,-7-5-20 16,-1 2 4-16,3 6-8 15,2 0 0-15,-1 7-12 16,1 13 8-16,3 4 2 15,3 3-3-15,0-1 4 0,14-5-11 16,7-7 3 0,-2-8 5-16,7-6 2 0,0 0 2 15,4-18 5-15,0-3-2 16,-6-3 3-16,-9 2 4 16,-6 5 5-16,-6 5 18 15,-3 4-1-15,0 2-17 16,0 6-3-16,0 0-12 15,0 0-3-15,0 0-8 16,0 17-36-16,4 12 24 16,10 4 23-16,8 3-4 15,11-11-13-15,7-10-2 16,7-13 16-16,6-2-2 16,2-19 5-16,-1-11 0 0,1-8 1 15,-4-6 2-15,-9 4-3 16,-9 1 1-16,-8 6-1 15,-9 8 12-15,-4 10 13 16,-7 5-19-16,1 10-3 16,-5 0-3-16,2 8-10 15,-3 17 3-15,0 9 6 16,0 7 0-16,-16 4 0 16,-3-6 1-16,3-6 4 15,3-12-3-15,6-8-1 16,4-8 0-16,1-4-1 15,2-1 1-15,0 0 6 16,0-19 7-16,3-11-13 16,21-7-2-16,9-6-4 15,10-3-8-15,8 0-17 0,-1 0 13 16,1 2 14-16,-3-2 4 16,-1 7 12-16,-6 3 18 15,-11 10 8-15,-10 6-9 16,-11 8-5-16,-7 10-4 15,-2 2-20-15,0 0-12 16,-4 27-21-16,-11 19 28 16,-8 19 5-16,-11 12 3 15,3 5-3-15,1-2 0 16,10-15-2-16,13-15-11 16,4-19 3-16,3-15-4 0,0-13 8 15,21-3 6-15,9-12 6 16,10-17-4-16,2-5-2 15,-3-7-6-15,-13 4 1 16,-12 3 5-16,-4 7 0 16,-8 6 13-16,-1 7 14 15,-1 3-13-15,0 8 0 16,0 3-11-16,0 0-3 16,0 0-12-16,-9 15 3 15,-4 13 7-15,3 10 2 16,6 4-2-16,4-1 1 15,2-5-5-15,26-9-2 0,12-11 7 16,13-13 1-16,9-3 5 16,7-8-3-16,0-17-2 15,-10-6 1 1,-15 0 2-16,-18-2-1 0,-17 2-2 16,-9 4 0-16,0 5 0 15,-6 7 6-15,-1 7 1 16,4 5-4-16,2 3-3 15,-4 3-10-15,-3 19-2 16,-1 10 12-16,-1 9-2 16,6 5 0-16,4-2 2 15,0-9-4-15,17-10 0 0,6-10 3 16,4-7-4 0,3-8-1-16,3 0-11 0,5-11-84 15,-2-18-106-15</inkml:trace>
  <inkml:trace contextRef="#ctx0" brushRef="#br0" timeOffset="-85545.17">14566 8151 726 0,'0'0'96'0,"0"0"-32"16,0 0-64-16,0 0-47 15,0 0-65-15,21 75 60 16,-1-8-33-16,8-5-79 15,5-12-199-15</inkml:trace>
  <inkml:trace contextRef="#ctx0" brushRef="#br0" timeOffset="-85068.79">14707 8495 656 0,'0'0'127'16,"0"0"-39"-16,0 0-65 15,0 0-23-15,0 0-17 16,0 0 2-16,11 36 15 15,13-13 0-15,7-2-1 16,4-3-3-16,6-7-6 16,1-6 10-16,0-5 0 15,-1 0 4-15,1-11-3 16,1-6 1-16,1-3 3 0,-3 2-5 16,4 6 0-1,-2 4-2-15,2 6 0 0,4 2 0 16,2 0-4-16,-2 7 3 15,1 5 1-15,-1 4-7 16,-3-4 0-16,3-1 1 16,-5-4-19-16,-6-5 19 15,-4-2 8-15,-8-3 3 16,-8-14-2-16,-7-4 1 16,-10-8 3-16,-1-3 3 15,-4-1 5-15,-15 7 13 16,-1 10 10-16,-10 16-36 15,-9 3-5-15,-10 30-5 16,-5 17 10-16,-2 13 0 16,3 13 0-16,4 6-1 0,5 4 1 15,15-4-4-15,17-4-12 16,12-6-2-16,19-7 0 16,18-9-2-16,2-14-149 15,-3-23-198-15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11:15.032"/>
    </inkml:context>
    <inkml:brush xml:id="br0">
      <inkml:brushProperty name="width" value="0.05292" units="cm"/>
      <inkml:brushProperty name="height" value="0.05292" units="cm"/>
      <inkml:brushProperty name="color" value="#FF0000"/>
    </inkml:brush>
  </inkml:definitions>
  <inkml:trace contextRef="#ctx0" brushRef="#br0">884 4986 330 0,'0'0'74'16,"0"0"51"-16,0 0-61 0,0 0-29 16,0 0 7-1,-14-73-15-15,14 60 9 0,0 2-8 16,0 2-1-1,0 1 3-15,0 3-6 0,0 3-11 16,0 2 2-16,0 0-12 16,0 0-3-16,0 0-3 15,0 0-5-15,6 17-2 16,12 7 8-16,-2 9 2 16,5 4 0-16,0 7 0 15,-3-4-2-15,6-4 2 16,1-6-1-16,0-7 1 15,1-9 0-15,-1-9 0 16,11-5 1-16,13-6 4 16,21-27-2-16,21-14 2 15,14-7-5-15,11-5 0 16,-1-1 0-16,-2 4 0 0,-10 3 0 16,-12 5 2-16,-21 9-2 15,-18 11 0-15,-20 11 0 16,-16 8 1-16,-11 7 0 15,-3 2-1-15,-2 0-1 16,0 0-3-16,0 0-35 16,0 0 4-16,-3 8-19 15,-13 7-34-15,1 5-30 16,2-5-128-16</inkml:trace>
  <inkml:trace contextRef="#ctx0" brushRef="#br0" timeOffset="17298.29">794 6225 454 0,'0'0'75'15,"0"0"-12"-15,0 0-30 16,0 0 9-16,0 0-20 16,0 0 4-16,0 0 1 15,0 0 19-15,-12-68-25 0,12 60-12 16,0 4-2-16,0-1-1 15,0-2 1-15,0 1-2 16,0-1 3-16,0-2-3 16,0 2 2-16,0-1-2 15,0 5 1-15,0 0-1 16,0 3 6-16,0 0-7 16,0 0-4-16,0 0-2 15,0 2-6-15,6 15 3 16,3 7 3-16,1 11 0 15,-1 2 2-15,3 2 0 16,0-5 0-16,1-3 3 16,-2-7-2-16,1-7 0 15,4-6-1-15,5-8 0 0,10-3 3 16,19-17 4-16,21-23 0 16,19-15-6-16,17-6 3 15,2-1-3-15,-6 6-1 16,-6 4 0-16,-12 6 0 15,-8 5-2-15,-17 5 2 16,-15 10 0-16,-15 10 0 16,-17 7 0-16,-7 7 0 15,-6 2-7-15,0 0-23 16,-2 12-48-16,-23 14 63 16,-5 5-11-16,-2 0-83 15,14-5-9-15,10-7-188 16</inkml:trace>
  <inkml:trace contextRef="#ctx0" brushRef="#br0" timeOffset="19580.63">782 7638 185 0,'0'0'95'0,"0"0"-45"15,0 0 66-15,0 0-34 0,0 0-9 16,0 0-49-16,-45-75 21 15,45 68-11-15,-3 4-16 16,3-1-7-16,0 4-2 16,0 0 1-16,0 0-10 15,0 0 0-15,0 4-8 16,0 15 8-16,0 5 0 16,0 8 1-16,6 4-1 15,0 0 2-15,1-1-1 16,4-9 0-16,-2-1-1 15,3-8-1-15,0-6 1 16,-2-5 1-16,2-5 3 0,6-1 0 16,6 0 7-16,3-14 4 15,1-7-5-15,6-4 0 16,2-7-2-16,2 2-2 16,-4-3-3-16,3 2-1 15,2 4 1-15,-2 1-1 16,4 6-2-16,2 1 0 15,-6 5-1-15,-1 5 1 16,-9 1 0-16,-10 4 0 16,-9 2-1-16,-5 0 0 15,0 2-1-15,-3 0-3 16,0 0 5-16,0 0-5 16,0 0 5-16,0 0-9 15,0 0-5-15,0 0 1 0,0 0-6 16,0 0-32-16,0 8-73 15,0 11 87-15,-10 0-123 16,-1-4-99-16</inkml:trace>
  <inkml:trace contextRef="#ctx0" brushRef="#br0" timeOffset="24591.29">10331 8792 225 0,'0'0'74'0,"0"0"-29"16,0 0-21-16,0 0-4 15,0 0 38-15,0 0 2 16,0 0-30-16,34-4-11 16,-29 4-7-16,-1 0-6 15,4 0 0-15,5 0-5 16,6 0 0-16,13 0 0 16,13 3 2-16,23 0 11 15,25 2 5-15,29-5 7 0,30 0 3 16,23 0-7-16,11 0-11 15,-2 0-5-15,-14 0-2 16,-18 0-4-16,-22-2 3 16,-14-3 0-16,-24 0 5 15,-13-2 1-15,-15 2 9 16,-17 1 1-16,-13 1-9 16,-15 0-1-16,-11 1 10 15,-8 0 9-15,0 2-17 16,0 0-11-16,0 0-19 0,-11 0-63 15,-15 2 23 1,-9 12-38-16,1-4-125 0,6-8-88 16</inkml:trace>
  <inkml:trace contextRef="#ctx0" brushRef="#br0" timeOffset="27854.62">870 9789 122 0,'0'0'32'15,"0"0"13"-15,0 0 13 0,0 0-28 16,-3-73 7-16,3 61 21 16,0 1 9-16,0 0-36 15,0 0-23-15,0 1 23 16,0 2-14-16,0-1 1 16,-3 4 2-16,1 0 6 15,-1-2 11-15,2 4-9 16,1 0-3-16,0 1-15 15,0 1 8-15,0 1 2 16,0 0-20-16,0 0-6 0,4 3 6 16,10 10 0-1,7 4 0-15,-2 5 0 0,-1 4 0 16,2 1 0-16,0-3 2 16,0-2-2-16,-1-3 0 15,2-4-1-15,-3-3 0 16,10-6 1-16,8-6 0 15,12 0 2-15,17-14 2 16,20-19-4-16,15-9 3 16,15-8-3-16,3-11 0 15,0 2 0-15,-11 3 0 16,-13 5 0-16,-19 11 0 16,-24 10 3-16,-23 11-2 0,-13 10 3 15,-12 7 9 1,-3 2-10-16,0 0-3 0,0 0-19 15,-18 10-11 1,-10 11 29-16,-4 6-27 0,0 2-65 16,12 0-29-16,2-7-83 15</inkml:trace>
  <inkml:trace contextRef="#ctx0" brushRef="#br0" timeOffset="37812.8">806 11897 174 0,'0'0'56'15,"0"0"21"-15,0 0-3 16,0 0 3-16,0 0-29 15,-9-79 21-15,6 66-28 16,1-1-13-16,-2 3 25 16,1 2-33-16,3 2 7 15,-3 3-11-15,3 1-1 16,0 3 2-16,-3-2-3 16,3 2-4-16,0 0-5 0,0 0-5 15,0 0-1 1,0 0-2-16,0 0-3 0,9 13 6 15,10 4 0-15,2 3 0 16,4 4 0-16,-2-2 0 16,4 2 1-16,-6-6-1 15,-1-3 0-15,-3-4 0 16,-4-2 0-16,2-7 2 16,3-2-2-16,13 0 3 15,11-26 0-15,18-15 1 16,23-11 1-16,14-8 0 15,12-5 0-15,6-3 0 16,0 3-4-16,-6 2 1 16,-17 12-2-16,-22 12 1 0,-25 17-1 15,-24 11 0-15,-15 11 0 16,-6 0-10-16,-15 14-44 16,-16 20 42-16,-8 9-46 15,-1 2-47-15,13-8-35 16,12-12-106-16</inkml:trace>
  <inkml:trace contextRef="#ctx0" brushRef="#br0" timeOffset="41422.46">13930 11916 49 0,'0'0'0'0</inkml:trace>
  <inkml:trace contextRef="#ctx0" brushRef="#br0" timeOffset="42572.83">14900 11739 187 0,'0'0'58'15,"0"0"40"-15,0 0-24 16,0 0-22-16,0 0-15 15,0 0 19-15,-15-38-19 16,13 35-14-16,2 3-4 16,0 0-7-16,0 0-7 15,0 0 0-15,0 0-2 16,0 0-3-16,2 0-2 16,20 0 2-16,18 0 6 15,20 0 11-15,25 0 11 0,24 0 5 16,25 0-6-16,22-9-17 15,12-1-4-15,3 2-6 16,-9-1 1-16,-22-1-1 16,-26 2 0-16,-27 3 0 15,-25 1 0-15,-18-1 0 16,-19 3-1-16,-16-3 2 16,-9 0-2-16,0 0-2 15,-25-2-6-15,-15 2-32 16,-14-1-12-16,-10 1-35 15,-3-5-103-15</inkml:trace>
  <inkml:trace contextRef="#ctx0" brushRef="#br0" timeOffset="42857.1">16260 11405 307 0,'0'0'101'0,"0"0"-22"16,0 0-58-16,0 0-21 16,0 0 3-16,0 0 5 15,46 82 12-15,-40-46 3 16,-1-4-9-16,-1 2-5 16,-2-5 1-16,-2-1-4 0,0-5-1 15,0-3-3-15,-12-4 0 16,-15 0 2-16,-9-5-1 15,-16 0 2-15,-9 0-5 16,3 0-7-16,9 2-63 16,19-1-83-16,19-5-111 15</inkml:trace>
  <inkml:trace contextRef="#ctx0" brushRef="#br0" timeOffset="44172.61">16012 11523 135 0,'0'0'45'0,"0"0"29"15,0 0 19-15,0 0-40 16,0 0-11-16,0 0 11 16,-39-73 13-16,39 66-27 15,0 0-9-15,0 5 18 16,0 1-12-16,0 1-18 16,8 0-18-16,6 0 0 15,6 12 1-15,8 4 0 0,6 3-1 16,10 1 0-16,7 0 2 15,6-1 0-15,1-4-1 16,-1-2-1-16,-1-4 0 16,-6-3-1-16,-6-3 1 15,-11-3 0-15,-12 0 3 16,-12 0 1-16,-8 0 22 16,-1 0 9-16,0-5-19 15,0 0-12-15,-10-1-4 16,-8 1-2-16,-4 5 0 15,-1 0 0-15,-4 0 1 16,2 7-4-16,0 11-9 16,-1 8-10-16,1 3 9 0,-3 6 11 15,-5 0 1-15,-4 2 3 16,-4-3 0-16,-2-3 1 16,4-4 0-16,5-6 0 15,5-4-1-15,4-4 1 16,5-3-1-16,0-1 3 15,2-4-3-15,4-2 0 16,4-1 0-16,6 0 1 16,1-2 1-16,3 0 6 15,-2 0 3-15,2 0-1 16,0-6 1-16,0 0 1 16,0-3-4-16,0 1-5 15,5-2 0-15,5-1-2 0,1-3 1 16,6-1-1-1,0-3-1-15,4-5 1 0,-2 1-1 16,-1-6 0-16,-2-1 0 16,-7-1 0-16,-1-4 0 15,-7 0 0-15,-1-1 0 16,0 2 0-16,0-1 0 16,-4 8 0-16,-2 2 0 15,3 6 4-15,3 8 1 16,0 5-1-16,0 4-1 15,0 1-3-15,0 0 0 16,0 5-5-16,0 17 2 0,0 12 3 16,0 6 0-1,0 13 0-15,0 6 0 0,-7 7 0 16,-7-4 0-16,-1-7-3 16,0-10-17-16,2-7-37 15,-2-9-53-15,1-13-102 16</inkml:trace>
  <inkml:trace contextRef="#ctx0" brushRef="#br0" timeOffset="74558.54">506 13109 271 0,'0'0'99'0,"0"0"-62"16,0 0-8-16,0 0 21 15,0 0-16-15,0 0 18 16,0 0-45-16,0 0 14 15,0-37-10-15,0 27 3 16,0 3-10-16,0-2 29 16,0 4-15-16,0 0 12 15,0 0-7-15,0 3-10 16,0-1 6-16,0 3 4 16,0 0-9-16,0 0-10 15,0 0-4-15,0 0-5 0,0 0-5 16,0 5 0-1,3 10 5-15,10 2 5 0,-1 7 0 16,-1-2 0-16,7-1 2 16,-2-1 1-16,-2-5-1 15,9-1-1-15,-5-9 2 16,8-5-2-16,5 0 7 16,6-19-2-16,6-12 0 15,2-5-2-15,0-5-2 16,-3 0 0-16,-2 3-2 15,-6 2 1-15,-7 8 4 16,-9 7 19-16,-6 4-2 0,-6 5 4 16,-3 5-4-16,0 0-14 15,-2 4-6-15,1 3-2 16,-2 0-1 0,0 0-14-16,1 0-34 0,1 0-39 15,-2 10-41-15,0-1-1 16,0-1-266-16</inkml:trace>
  <inkml:trace contextRef="#ctx0" brushRef="#br0" timeOffset="74737.3">1024 12978 534 0,'0'0'116'16,"0"0"-67"-16,0 0-41 0,0 0 16 15,0 0 14-15,0 0-30 16,0 0-8-16,6 0-67 16,-2 6-44-16,-1 5-38 15,-3-2-133-15</inkml:trace>
  <inkml:trace contextRef="#ctx0" brushRef="#br0" timeOffset="76156.73">398 15438 210 0,'0'0'95'0,"0"0"35"0,0 0-45 16,0 0-44-16,0 0 71 16,0 0-99-16,8-58 51 15,-5 56-29-15,-3-1-18 16,0 3 5-16,0 0-22 16,3 0-2-16,0 0-9 15,6 13 2-15,3 4 5 16,0 5 4-16,1 4 2 15,2 1-2-15,3-3 4 16,0 2-2-16,1-6-2 0,2-3 6 16,-3-5-5-16,3-5 5 15,6-7-6-15,4 0 3 16,8-15 4 0,10-13-3-16,11-8-2 0,2-8-1 15,1-2 2-15,-5 3 0 16,-10 3 2-16,-11 6 7 15,-14 9 13-15,-10 8-4 16,-7 9-7-16,-6 3-4 16,0 5-10-16,0 0-1 15,3 0-18-15,-3 0-39 16,0 14-20-16,0 9 27 16,-3 0-75-16,-3-3-110 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13:00.946"/>
    </inkml:context>
    <inkml:brush xml:id="br0">
      <inkml:brushProperty name="width" value="0.05292" units="cm"/>
      <inkml:brushProperty name="height" value="0.05292" units="cm"/>
      <inkml:brushProperty name="color" value="#FF0000"/>
    </inkml:brush>
  </inkml:definitions>
  <inkml:trace contextRef="#ctx0" brushRef="#br0">1998 14529 213 0,'0'0'49'0,"0"0"48"16,0 0-55-16,0 0-24 15,0 0 6-15,0 0-2 16,0 0-5-16,0 0 16 15,0-46-10-15,-2 43-9 0,2 2-8 16,0 0 16-16,0 1-5 16,-1 0-5-16,1-2-3 15,0 1 0-15,0-1-1 16,0-1-2-16,0-1 3 16,0 1-2-16,0-3-5 15,1 0 16-15,4-1 11 16,-1 2 3-16,-3 3-14 15,-1-1 1-15,2 3 3 16,-2 0-8-16,0 0-14 16,3 0-1-16,1 0-4 15,4 7 3-15,1 10 0 16,1 3 2-16,-2 2 2 0,0 4 5 16,1 2 3-1,-1-1-2-15,3-4-2 0,-2-4-1 16,1-5-2-16,-1-6 1 15,0-1-2-15,4-5 1 16,5-2 1-16,12 0 4 16,15-18 1-16,11-10-4 15,13-12-2-15,16-8 1 16,12-3 0-16,6-1 0 16,3-1 6-16,-6 7 3 15,-6 0 0-15,-8 8-8 16,-8 2 5-16,-13 8-5 0,-15 5-3 15,-10 6-1 1,-13 7 0-16,-9 2-1 0,-8 4 0 16,-6 3 0-16,-2-1 0 15,-2 2 0-15,0 0-1 16,0 0-5-16,0 0-17 16,-2 4-22-16,-14 9-6 15,0 2-61-15,-2-12-115 16</inkml:trace>
  <inkml:trace contextRef="#ctx0" brushRef="#br0" timeOffset="196.82">3240 14224 574 0,'0'0'138'0,"0"0"-90"15,0 0-45-15,0 0 5 16,0 0 5-16,0 0-13 16,0 12-88-16,-3-2-42 15,-6-1-128-15</inkml:trace>
  <inkml:trace contextRef="#ctx0" brushRef="#br0" timeOffset="5459.04">9839 14388 427 0,'0'0'66'0,"0"0"16"15,0 0-54-15,0 0 7 16,0 0 15-16,0 0 3 0,-71-46-14 16,70 45-7-1,0 0-14-15,1 1 2 0,0 0 2 16,0 0-10-16,-2 0 3 15,2 0-8-15,0 0-7 16,0 0 3-16,0 0-3 16,0 0 0-16,0 0-1 15,8-5 1-15,18 0 1 16,18-3-1-16,10-3 1 16,17-1 0-16,20-4-1 15,24-1 0-15,16-1 1 16,18 1-1-16,6 2-2 0,-3 6 1 15,-4 0 1 1,-18 1-1-16,-24 0-7 0,-22-3-1 16,-25 0 2-16,-19-2 5 15,-17 3 1-15,-15-1 1 16,-8 0-1-16,0 0 1 16,-25 0-7-16,-11 1-30 15,-13 0-14-15,-9 1-39 16,-3-4 23-16,5 1-26 15,15-2-34-15,19-2 108 16,20 2 19-16,2 1 56 16,25 2-45-16,11 0 12 15,2 2 37-15,-1 1-11 16,-5 3-3-16,-5 1 6 16,-7 4-4-16,-1 0-17 0,-4 4-11 15,-3 13-7 1,-3 8-3-16,-4 7 0 0,-5 7 3 15,0 6-1-15,-3-2-7 16,-15 1-2-16,-3-3-3 16,-6-3 0-16,-4-1-11 15,-8-8-115-15,-7-10-132 16</inkml:trace>
  <inkml:trace contextRef="#ctx0" brushRef="#br0" timeOffset="8693.27">12910 13383 292 0,'0'0'63'0,"0"0"27"16,0 0-82-16,0 0 26 15,0 0 39-15,0 0-15 16,0 0-11-16,0 0 6 16,48-11-22-16,-37 2 1 15,0 1-16-15,0-3-4 16,-1 1-4-16,0 0 8 16,-1-3-9-16,2-1 0 15,-5-3 0-15,-3-2 8 16,-3 1-1-16,0-3-3 0,0-2-4 15,-15 3 0 1,-9 3-2-16,-12 7 0 0,-9 8-2 16,-13 2-2-16,-7 12 1 15,-3 17-1-15,9 10-1 16,14 11 0-16,18 14-1 16,20 11 1-16,7 11 0 15,11 5 1-15,21-5-1 16,11-14-3-16,8-18-6 15,5-16-4-15,9-15-10 0,2-9-9 16,6-11-33 0,6-3-66-16,-6-1-38 0,-10-18-82 15</inkml:trace>
  <inkml:trace contextRef="#ctx0" brushRef="#br0" timeOffset="9886.9">13299 13733 271 0,'0'0'290'0,"-12"-82"-104"15,-7 49-63-15,1 13-63 16,9 10-33-16,3 10-10 15,6 0-17-15,0 21-1 16,0 10 1-16,10 9 0 16,10 3 4-16,5-1-3 15,2-2-1-15,3-6 1 16,3-5 0-16,-1-8-1 16,3-8 0-16,-5-6 0 15,-4-7 1-15,-3 0-1 16,-4-18 2-16,-4-10-2 15,-7-10 0-15,-8-8 0 0,-3-3 0 16,-30-1 0-16,-16 1-2 16,-11 3 1-16,-7 7-2 15,3 8-10-15,19 7 1 16,15 8 7-16,23 0 4 16,7 7 1-16,31 2-5 15,18 2 2-15,13 3 3 16,9 2-1-16,-2 0 1 15,-4 20 0-15,-4 8 0 16,-10 13-1-16,-12 9 1 16,-13 6 0-16,-13 0 0 0,-10-5 0 15,-3-7 0-15,-6-9-1 16,-9-8 1-16,-5-8 0 16,7-8 1-16,3-7 0 15,4-4 0-15,4 0 2 16,2-15-1-16,0-12-2 15,12-10 0-15,12-3-1 16,9-3 1-16,8 6-2 16,4 6-3-16,1 9 1 15,-5 13 3-15,-11 9 1 16,-13 0 0-16,-9 16 0 16,-8 6-2-16,0 10 2 15,0 2 3-15,0-3 1 16,-2 0-3-16,2-9 0 0,0-8-1 15,17-13 1-15,7-1 2 16,6-17 1-16,4-14-3 16,-1-11 0-16,-6-8-1 15,-7-1 1-15,-6 0 1 16,-5 7-1-16,-5 18 9 16,-3 9 12-16,-1 12-4 15,0 5-17-15,5 0-1 16,3 11-7-16,6 12 7 15,9 8 0-15,13 3 0 0,8-1-1 16,7-5 0 0,3-15-2-16,-5-13-7 0,6-6 7 15,0-35-10-15,-1-13-11 16,-10-8-1-16,-15-6 12 16,-21 3 9-16,-8-1 4 15,-28 6 0-15,-14 10 7 16,0 11 23-16,5 19-7 15,8 15-12-15,8 10-11 16,5 35-1-16,2 26 1 16,6 25 0-16,8 27 5 15,0 19 6-15,24 9-4 16,8 0 0-16,1-17-3 16,-1-22-3-16,-7-25 0 15,-9-31 0-15,-5-20 1 0,-8-17-1 16,-2-14 0-1,1-9 4-15,-2-29 3 0,3-18-8 16,-3-20-32-16,0-10 2 16,-17-5 12-16,-2 2 1 15,8 7 1-15,11 13 10 16,4 16 6-16,24 17 2 16,3 19 3-16,1 17-2 15,-2 4-1-15,0 31 2 16,-4 13 2-16,-3 8 1 15,-6-1 4-15,-5-7-3 16,-9-14-6-16,-3-15 2 16,0-6-2-16,-22-9 1 15,-13-4 9-15,-12 0-4 0,-13-3-6 16,0-11-2-16,9-6-9 16,16 4-17-16,26 2-4 15,9 3-51-15,33 1-236 16</inkml:trace>
  <inkml:trace contextRef="#ctx0" brushRef="#br0" timeOffset="10373.64">14856 13802 551 0,'0'0'178'0,"0"0"-59"16,0 0-70-16,0 0-16 15,68-78-11-15,-34 43-7 16,3-11-4-16,9-7-6 0,2-6-2 15,-2-6-2-15,-1-4 2 16,-12-2-2-16,-14-1-1 16,-16 0 1-16,-3 8 0 15,0 16 7-15,-9 15 9 16,2 15 3-16,2 15-5 16,-2 3-15-16,0 27-22 15,-1 26 19-15,-1 23 3 16,6 20 2-16,3 15-2 15,13 8 1-15,20-5-1 0,5-16-4 16,2-19-7 0,-4-29-4-16,-4-20 6 0,-3-16-1 15,1-12 3-15,-5-2-5 16,-4-21-12-16,-3-14-22 16,-9-14-19-16,-9-5 25 15,0-5 40-15,-9 6 22 16,-7 12 36-16,6 16-10 15,4 14-7-15,6 11-24 16,0 0-17-16,5 28-15 16,18 14 15-16,9 14 0 15,10 5 0-15,4-3 0 16,4-13-2-16,0-11-20 16,-2-17-14-16,-3-12 2 15,-11-5-47-15,-13-27-187 16</inkml:trace>
  <inkml:trace contextRef="#ctx0" brushRef="#br0" timeOffset="10531.42">15419 13208 794 0,'0'0'103'16,"0"0"-101"-16,0 0-2 15,0 0-3-15,112 26 1 16,-73 17-23-16,2 10-38 15,-1 3-95-15,0-9-83 16</inkml:trace>
  <inkml:trace contextRef="#ctx0" brushRef="#br0" timeOffset="10952.31">16060 13648 470 0,'0'0'269'0,"0"0"-130"16,0 0-71-16,0 0-35 16,-12-82-8-16,-15 78-16 15,-8 4-9-15,-9 0-3 16,0 21 1-16,3 11 1 16,8 11-2-16,10 3-16 15,12 0-8-15,11-8 0 16,5-9-21-16,24-12 13 0,13-12 22 15,10-5 13-15,2-7 2 16,-6-17-2-16,-11-8 3 16,-13-4 26-16,-14-3 15 15,-10-3-7-15,0 3-7 16,-5 3-9-16,-8 11 0 16,6 11 1-16,2 8-13 15,4 6-9-15,1 0-7 16,0 20-11-16,0 18-3 15,0 15 20-15,13 4-11 16,16-5-14-16,11-15-18 16,12-13-6-16,5-17-51 0,-4-7-40 15,-6-12-160 1</inkml:trace>
  <inkml:trace contextRef="#ctx0" brushRef="#br0" timeOffset="11684.47">16437 13549 650 0,'0'0'127'0,"0"0"-31"16,0 0-96-16,0 0-5 16,0 0 0-16,-37 89 5 15,25-47 0-15,5-6 7 16,7-5-5-16,0-12-1 16,1-5-1-16,16-9 5 15,4-5-1-15,9-2 0 16,1-20 0-16,0-9-4 15,-4-9-16-15,-8-2-12 0,-7 6 28 16,-5 8 4-16,-5 12 26 16,1 10-8-16,-3 6-22 15,2 0 0-15,-1 13-14 16,4 15 8-16,2 9 6 16,6 5 0-16,6 2-1 15,9-8 1-15,15-9-1 16,8-14 0-16,7-13 1 15,-1-4 2-15,-2-26-2 16,-13-12-7-16,-6-5 2 16,-10-1-13-16,-9 7 4 0,-12 12 6 15,-5 10 7-15,0 9 1 16,0 7-1-16,-4 3 1 16,-5 0-3-16,-4 12-3 15,-1 11 5-15,-4 6 0 16,0 9 1-16,1 4 0 15,-1 1 1-15,12-2 0 16,6-5 1-16,0-4-1 16,27-2 0-16,12-7-1 15,16-5 6-15,7-9-3 16,11-8-3-16,3-1-5 16,2-6-2-16,-10-19-1 0,-11-3 8 15,-16-7 2-15,-16-3 7 16,-13-3 2-16,-9-1 3 15,-3 2 14-15,-6 1-2 16,-12 10 1-16,0 12-16 16,3 13-9-16,3 4-2 15,-1 11-5-15,-8 21 2 16,0 16 2-16,3 5 0 16,15 2-3-16,4-1 2 15,37-10 2-15,25-3 0 16,20-7 2-16,15-7 0 15,0-10-2-15,-10-8-21 16,-14-9-58-16,-22-12-97 16,-12-22-327-16</inkml:trace>
  <inkml:trace contextRef="#ctx0" brushRef="#br0" timeOffset="12551.43">18844 13568 549 0,'0'0'172'0,"0"0"-55"16,0 0-47-16,0 0-45 15,0 0-15-15,0 0-10 16,0 0-4-16,-35-2 4 15,16 34 1-15,1 8-1 16,3-1-2-16,9 0 2 16,6-7-1-16,6-6 0 15,25-9 1-15,12-9 2 16,11-8 5-16,0-1-5 16,-3-23-2-16,-12-10-1 15,-14-12-9-15,-14-2-13 0,-11-1-15 16,0 1-53-1,-14 7-65-15,-7 5 59 0,4 7 97 16,6 9 49-16,9 11 72 16,2 9 0-16,13 2-101 15,13 27-20-15,6 12 1 16,2 10-1-16,3 16 8 16,-4 4 3-16,-4-3-2 15,-5-12 1-15,-9-16-7 16,-6-15-1-16,-5-11-2 15,-4-9 3-15,0-3-2 16,0-2 1-16,0-11 14 16,-6-21-16-16,-5-12-2 0,2-16-24 15,3-6 20-15,6 1 3 16,0 7 3-16,26 14 2 16,16 12-1-16,6 14-1 15,1 13-10-15,-1 5-3 16,-6 0-7-16,-8 14-25 15,-10 8-56-15,-16-3 4 16,-8-2-212-16</inkml:trace>
  <inkml:trace contextRef="#ctx0" brushRef="#br0" timeOffset="13068.1">20061 13414 592 0,'0'0'8'16,"0"0"-6"-16,-50 79 2 16,26-33 20-16,4 10 5 0,5 2 14 15,6-4-20 1,9-2-11-16,0-12-5 0,22-6 4 15,20-6-5-15,9-6 5 16,17-10-5-16,8-7-6 16,-2-5-115-16,-6-11-83 15</inkml:trace>
  <inkml:trace contextRef="#ctx0" brushRef="#br0" timeOffset="13292.01">20132 13312 519 0,'0'0'27'0,"0"0"-22"16,85-4 0-16,-49 4-2 15,-2 0 0-15,-1 6-2 16,0 2 1-16,-6 3-2 15,-4 3-16-15,-12-1-123 16,-9-3-209-16</inkml:trace>
  <inkml:trace contextRef="#ctx0" brushRef="#br0" timeOffset="13853.44">20026 13541 656 0,'0'0'119'0,"0"0"-92"15,118 71 30-15,-53-33-19 16,6 1-19-16,-1-1-4 16,-10-3-8-16,-11-1-4 15,-12-5-3-15,-14-3 0 16,-11-6 0-16,-12-3-11 16,0-3-40-16,-17-2 11 15,-14-2-4-15,-5-5-62 16,-1-5 3-16,7 0-50 15,9-10 24-15,12-9 108 16,9-3 21-16,0-2 170 16,25 3-40-16,6 4-74 15,8 6-11-15,2 9-22 0,2 2-19 16,-4 2 1-16,-6 12-2 16,-4 3-3-16,-5 5 0 15,0 3-2-15,-6 0 1 16,0 0 1-16,-6-3 0 15,-2-6 0-15,-5-5 1 16,-2-6-1-16,-3-5 0 16,0 0 2-16,0 0-2 15,0-12-15-15,0-12-47 16,0-6 8-16,9-8 29 16,7 5 25-16,4 2 10 0,0 10 49 15,1 9-14 1,-3 8-1-16,-4 4-32 0,1 1-12 15,-4 19-4 1,1 6 4-16,-1 4 5 0,-1 2-1 16,-1 1 0-16,0-6-4 15,1-3 5-15,1-5-5 16,-3-7-68-16,-2-10-76 16,-2-2-279-16</inkml:trace>
  <inkml:trace contextRef="#ctx0" brushRef="#br0" timeOffset="14167.06">21085 13854 667 0,'0'0'114'0,"0"0"-108"0,0 0 1 16,0 0 46-16,111-4-6 15,-74-7-29-15,-1-1-9 16,-8-5 1-16,-7-5 5 15,-8-4-8-15,-8-6-1 16,-5-1-5-16,0-2-2 16,-18 6-4-16,-7 8 4 15,1 10-2-15,6 11-2 16,-2 3-9-16,11 26-6 16,4 9 14-16,5 7-6 0,10 3 7 15,23 0 5 1,13-6 0-16,9-5-4 15,0-7-5-15,-1-10-26 0,-14-6-101 16,-10-11-43-16</inkml:trace>
  <inkml:trace contextRef="#ctx0" brushRef="#br0" timeOffset="15181.26">21565 13697 863 0,'0'0'94'15,"0"0"-73"-15,0 0-21 16,0 0-4-16,0 0 4 16,24 113 0-16,-15-67 0 15,2-2 0-15,1-8 0 0,-6-11 3 16,-3-8-3-16,-2-8 0 16,1-4-3-16,-2-5-8 15,0 0-3-15,2-10 13 16,6-17 0-16,6-11-62 15,1-5 18-15,4-2 37 16,8 1 8-16,6 5 0 16,7 6-5-16,7 13-44 15,-3 6-25-15,-1 7 31 16,-7 5 33-16,-6 0 10 16,-10 2 12-16,-8 0 1 15,-7 0 14-15,-5 0-4 16,0 0-23-16,0 4-6 0,0 8 5 15,-3 3 1-15,-8 0 6 16,-2 1-6-16,3 1 0 16,4-5 5-16,3-7-5 15,3-3-3-15,0-2 3 16,1 0 8-16,12 0 37 16,4-2-20-16,-7-12 15 15,0-1-15-15,-3 1 3 16,-6-3-3-16,1 6-7 15,-2 2-10-15,0 1-4 16,0 4 1-16,0 3 0 16,0 1-5-16,0 0-2 0,0 0-4 15,0 0-6-15,-3 6 11 16,-3 4 1-16,0-1 0 16,0 1 1-16,0 0-1 15,0 3-2-15,-6 2 2 16,-1 6-1-16,-6 3 1 15,5 6 0-15,1 0 0 16,8-1-2-16,5-2-3 16,0-6 4-16,19-6 0 15,10-6 1-15,5-9 6 16,5 0-4-16,1-19 2 16,-3-7-3-16,-7-7 5 0,-6-3-4 15,-6-4 1 1,-7-4 1-16,-9 2-3 0,-2 5 6 15,0 10-5-15,0 15 1 16,0 9 9-16,-1 3-12 16,-8 22-4-16,-6 24-14 15,-10 17 17-15,-5 17 1 16,-3 8-1-16,5 3 0 16,7-4 1-16,12-7-1 15,6-10 1-15,3-10 0 16,0-7 0-16,0-11 1 15,0-7 0-15,0-7 0 16,0-9 0-16,0-7-1 16,0-5 0-16,-3-4-1 0,-3-1-1 15,-3-2 2-15,-5 0 1 16,-3-10 2-16,-1-4-2 16,6-8 3-16,3-1 0 15,6-2-4-15,3-3 2 16,9 2-2-16,24-4-6 15,13 0-25-15,6-1-36 16,5-1-117-16,-4-4-93 16</inkml:trace>
  <inkml:trace contextRef="#ctx0" brushRef="#br0" timeOffset="15515.06">22483 13902 628 0,'0'0'38'0,"0"0"14"15,0 0-21-15,0 0-16 16,0 0 7-16,0 0 6 16,74-60-20-16,-62 43-4 15,-1-6-2-15,-8-3-2 16,-3-4 0-16,-1 0 0 15,-15 8 0-15,-3 8 12 16,-5 14-2-16,-3 0-10 16,-3 27-4-16,5 9-4 0,9 7-1 15,14 1-2 1,2-3-10-16,33-3 10 0,16-6 6 16,8-12-4-16,-1-6-32 15,-5-9-55-15,-3-5-124 16</inkml:trace>
  <inkml:trace contextRef="#ctx0" brushRef="#br0" timeOffset="16398.13">22863 13730 704 0,'0'0'127'0,"0"0"-127"15,0 0-11-15,0 0 11 16,0 0 2-16,6 100 0 0,3-72 2 15,-1-6 1-15,3-2-2 16,-3-8 0-16,-5-8-2 16,-1-3-1-16,1-1 0 15,1-6-9-15,5-16 6 16,1-6-39-16,5-3 10 16,-1 1 32-16,-1 9 15 15,-1 7 1-15,-2 10 11 16,-3 4-27-16,-4 0-14 15,1 7 5-15,-4 11 0 16,0 4 8-16,0 4-1 16,0-5 2-16,1-2 0 0,13-8-2 15,10-8 2-15,7-3 11 16,5 0-8-16,8-17-3 16,1-7-16-16,-4-7-15 15,-4-5-22-15,-13 3 41 16,-5-1 12-16,-8 8 2 15,-3 11 27-15,-5 8 23 16,-3 7-21-16,0 0-31 16,0 0-28-16,-8 15-3 15,-7 9 25-15,-3 5 6 16,7 0-1-16,7-3 1 16,4-1 0-16,0-2 21 15,5-3-3-15,20-1 7 16,6-5 7-16,6-3-18 0,6-11-6 15,-2 0-1-15,-4-5-3 16,-4-15-1-16,-6-5 5 16,-5-3 4-16,-8-3-7 15,-8 6 2-15,-2 3 3 16,-4 8 9-16,0 7-8 16,0 5-7-16,0 2-4 15,-10 9-33-15,-2 13 22 16,2 11 8-16,10-1-9 15,3-2-20-15,33-2 18 16,11-9 14-16,9-8 2 16,0-8 2-16,-9-3 2 0,-8-8 2 15,-11-16 0 1,-7-5-3-16,-12-8 0 0,-7-2-5 16,-2 1 0-16,0 6 8 15,-5 8 1-15,1 14 26 16,-7 10-28-16,-8 5-7 15,-17 33-14-15,-21 21 14 16,-17 19-2-16,-8 14 2 16,7 8-1-16,19-2 1 15,23-11-5-15,22-17 5 16,11-19 4-16,0-17 1 16,0-13-2-16,0-11-3 0,0-6 4 15,2-4-4 1,4 0-14-16,4-21-19 0,7-17-499 15</inkml:trace>
  <inkml:trace contextRef="#ctx0" brushRef="#br0" timeOffset="17513.38">24446 13677 508 0,'0'0'149'0,"0"0"-70"16,0 0-79-16,0 0-6 16,0 0 0-16,0 0 6 0,-24 44 9 15,3-11 14 1,3 6-8-16,6 0-10 0,9-2-2 15,3-6-2-15,7-7 5 16,16-12-5-16,7-10 14 16,6-2 19-16,5-8-7 15,3-16-17-15,-5-6-10 16,-9-9-1-16,-14-7-7 16,-13-5-27-16,-3 0-7 15,-6 5-6-15,-10 10 45 16,5 17 3-16,4 11 10 15,5 8-10-15,2 8 0 16,0 22-23-16,0 12 17 16,13 7 3-16,13 4 3 15,4 1 25-15,-1-7 12 0,1-5 15 16,-6-6-37-16,-6-12-6 16,-8-7-5-16,-5-7-1 15,-4-5-1-15,-1-4-2 16,0-1-11-16,0 0 8 15,0-20-2-15,-9-10-21 16,-1-9-23-16,4-9 32 16,6-5 17-16,6 2 21 15,29 4 9-15,12 10-2 16,10 15-28-16,0 12-2 16,-4 10-28-16,-6 0-13 15,-9 13 20-15,-12 6-37 16,-16-2-36-16,-10-6-274 0</inkml:trace>
  <inkml:trace contextRef="#ctx0" brushRef="#br0" timeOffset="19396.17">16251 14374 629 0,'0'0'125'16,"0"0"-125"-16,0 0 1 15,-8 73-1-15,-11-25 16 0,-8 10-3 16,-2 2-2-16,-3-6-10 15,8-10 1-15,9-16 3 16,7-13-4-16,6-12 3 16,2-3-3-16,0-10 49 15,0-19 15-15,15-15-64 16,7-5-1-16,2-6-17 16,1 4-18-16,2 5-27 15,2 7 1-15,1 10 53 16,-1 13 8-16,0 9 20 15,-3 7-7-15,0 9-13 16,-5 20 0-16,0 8 0 16,-11 6 0-16,-3-6-3 0,-7-4-2 15,0-8 0-15,0-12-13 16,0-12-19-16,7-1 37 16,13-17 32-16,3-13-21 15,5-10-11-15,-3-7 4 16,-2-1 13-16,-5 0 1 15,-2 7 2-15,-4 13-5 16,-3 10-9-16,-6 13 6 16,0 5-12-16,1 7-4 15,1 19-13-15,3 11 15 16,0 10 2-16,3 8 0 16,-2 3-10-16,1-2-52 15,-1-8-20-15,-1-7-1 16,0-18-19-16,6-13 13 15,2-10 62-15,4-19 27 0,1-14 51 16,-3-3 13-16,-1 2 43 16,-6 11-31-16,-4 9 10 15,-5 7-25-15,-2 7-15 16,0 0-46-16,0 5-1 16,0 12-5-16,1 8 6 15,3 3 2-15,3 0-1 16,3-2 0-16,5-5-1 15,0-5 0-15,6-10 1 16,0-6 1-16,0-8 3 16,6-17-1-16,-5-5 3 15,-4-1-4-15,-6-1 6 0,-6 7 14 16,-3 7-2-16,-2 6-1 16,-1 9-8-16,0 3-10 15,0 0-2-15,0 0-9 16,0 12-14-16,0 9 23 15,0 4-2-15,10 1 1 16,1 3-1-16,3-4 0 16,0-8 0-16,6-7-12 15,2-10 0-15,9 0 14 16,8-23 0-16,5-10-3 16,0-9-34-16,-7-2-19 15,-10-1 0-15,-13 4 33 16,-10 5 17-16,-2 12 6 0,1 9 38 15,0 11 5-15,1 4-21 16,4 14-22-16,1 19-2 16,2 14 1-16,-2 10 2 15,-6 9 11-15,-3 4 3 16,0-3-1-16,-7-13-4 16,-3-18-2-16,4-19-1 15,1-12 3-15,3-5 1 16,0 0-3-16,-4-2 13 15,-3-15 22-15,-2-8-29 16,2-8-14-16,8-1-17 16,1-1-32-16,12 4-51 0,21 5-25 15,11 4 49 1,7 4-24-16,9 1-12 0,-1-2 45 16,3 2 67-16,-4-2 16 15,-9-2 31-15,-10-1 20 16,-12-3 17-16,-14 3-12 15,-7 0 13-15,-6 5 17 16,0 8-16-16,0 4-34 16,0 5-36-16,-13 11-16 15,-10 25-7-15,-8 14 7 16,1 13-1-16,6 9 1 16,9 1-10-16,15-4-27 0,0-15-6 15,13-19-45 1,4-19-49-16,-1-16-86 15</inkml:trace>
  <inkml:trace contextRef="#ctx0" brushRef="#br0" timeOffset="19598.02">17581 14674 495 0,'0'0'36'0,"0"0"-16"16,83 8 6-16,-42-8-1 0,6 0-9 16,5 0 0-16,1-3-16 15,0-6-10-15,1 1-51 16,-4-3-163-16,-5 2-77 16</inkml:trace>
  <inkml:trace contextRef="#ctx0" brushRef="#br0" timeOffset="19925.93">18139 14733 646 0,'0'0'108'0,"0"0"-69"16,0 0-38-16,0 0 2 16,0 0 44-16,0 0-31 15,79-22-12-15,-34 19 4 16,4 0-8-16,6-3 0 15,10-4-19-15,8-3-50 0,7-5-33 16,-3-6-25 0,-10-6-160-16</inkml:trace>
  <inkml:trace contextRef="#ctx0" brushRef="#br0" timeOffset="20526.01">18900 14416 352 0,'0'0'230'0,"0"0"-65"15,0 0-52-15,0 0-36 16,0 0-53-16,0 0-24 15,3-8-9-15,-6 44 9 16,-7 13 1-16,1 13-1 16,9 6-3-16,0 0 3 15,0-13 2-15,12-18-2 16,-5-20 0-16,-3-17 0 16,-4 0 5-16,0 0-1 0,0-12 2 15,0-8-3 1,-13-4-3-16,-15 0-1 15,-5 6-2-15,-1 7 3 0,2 11 0 16,4 0-3-16,4 26 1 16,5 6 1-16,7 6-2 15,5 1-7-15,7-2-6 16,0-4-7-16,14-11 3 16,21-10-7-16,18-9 23 15,12-3 0-15,6-21 4 16,-2-8-22-16,-11-7-21 15,-15-3 31-15,-18 1 12 16,-11 1 4-16,-5 8 4 16,-8 4 26-16,-1 10 4 15,0 5 0-15,0 7-9 0,0 3-17 16,0 4-12-16,-7 20-23 16,-4 10 20-16,1 10 1 15,4 1 2-15,3-3-1 16,3-7-2-16,6-14-2 15,12-10 5-15,4-10 3 16,-3-1 11-16,1-7 4 16,-2-12-5-16,-1-5-5 15,-1-5-6-15,-7-4 1 16,-3-1-3-16,-6 1-1 16,0-1-2-16,-8 3 3 0,-24 1-8 15,-14 8 2-15,-15 10-20 16,-5 12-38-16,6 0-105 15,15 16-61-15</inkml:trace>
  <inkml:trace contextRef="#ctx0" brushRef="#br0" timeOffset="21359.75">19802 14563 634 0,'0'0'82'16,"0"0"65"-16,0 0-75 0,0 0-72 15,0 0-6-15,0 0 4 16,-40 128 1-16,9-41 1 15,-3 5 0-15,1-3 2 16,6-11-2-16,9-15 0 16,8-19 1-16,5-22-1 15,5-13 0-15,0-9 1 16,0-7 12-16,12-23 19 16,12-17-32-16,9-13-11 15,-1-12-2-15,-6-12-8 16,-2-5-15-16,-2-2 3 15,-1 8-20-15,7 16-16 16,7 19 40-16,2 19 29 16,3 19 8-16,-5 10 4 15,-7 20-12-15,-9 19-1 0,-7 14-3 16,-5 15 4-16,-7 2 0 16,0-5 4-16,-5-13-4 15,-6-19 1-15,2-11 1 16,2-11 0-16,1-5 2 15,0-6-2-15,-2 0 5 16,-5-6 6-16,-3-16-13 16,-5-8-24-16,3-12 0 15,0-4 24-15,9 2 0 16,9 5 9-16,0 14 6 16,18 12 35-16,12 13-50 15,1 0-2-15,-1 20-1 0,-5 17 2 16,-5 10 0-16,-10 7 0 15,-5 1 0-15,-5-6 2 16,0-8 1-16,0-9-2 16,0-13 0-16,4-10-8 15,10-9-28-15,8 0 26 16,3-14-56-16,9-12-79 16,5-11-133-16,0-12 116 15</inkml:trace>
  <inkml:trace contextRef="#ctx0" brushRef="#br0" timeOffset="21775.16">20344 14702 94 0,'0'0'218'15,"42"-73"-8"-15,-32 60-96 16,-4 9-27-16,-6 4-57 16,0 6-30-16,0 21-11 0,0 10 11 15,-7 13 5-15,-4 8 4 16,-1 2-1-16,5-3 4 16,7-8-3-16,0-14-5 15,10-12 29-15,1-12 7 16,-4-11-5-16,3 0-14 15,1-10 42-15,6-15-46 16,2-10-17-16,-3-8-20 16,-2-5-4-16,-5-7-2 15,-1-3 8-15,-1 3-3 16,-6 7 6-16,4 13 10 16,1 13 2-16,9 10 1 15,7 11-15-15,2 1 5 0,4 17 11 16,-4 17 1-16,-5 12 0 15,-7 13-4-15,-9 11 4 16,-3 6 1-16,-3 2 2 16,-13-4 5-16,-2-9-5 15,2-12 2-15,0-13-4 16,2-14-1-16,5-9 3 16,-1-9-1-16,2-6 2 15,-3-2 0-15,4-3-4 16,1-17-1-16,6-10-131 15,0-15-474-15</inkml:trace>
  <inkml:trace contextRef="#ctx0" brushRef="#br0" timeOffset="22058.84">20887 14877 621 0,'0'0'1'15,"0"0"-1"-15,0 0 0 16,0 0 7-16,97-44 34 16,-76 26-3-16,-4-2 11 15,-4-1-17-15,-8 1-3 16,-5 3-10-16,0 2-10 16,-8 6-7-16,-7 9-2 15,-8 4-2-15,0 22 0 0,-4 14 0 16,5 9-10-16,6 5-9 15,12-2-15-15,4-6-65 16,36-8 11-16,17-15-59 16,8-14-45-16</inkml:trace>
  <inkml:trace contextRef="#ctx0" brushRef="#br0" timeOffset="22476.76">21276 14809 787 0,'0'0'65'0,"0"0"-63"16,0 0-2-16,0 0 0 0,-88 87 0 15,67-42 0-15,7-2 0 16,14-5 0-16,0-11-2 16,20-8 2-16,18-11 12 15,14-6-5-15,9-2 0 16,9-20-2-16,0-13-5 15,-7-13-8-15,-8-7-39 16,-7-9-77-16,-15-5 65 16,-14-1 4-16,-18 1 21 15,-1 3 34-15,-10 9 20 16,-6 9 82-16,2 13 65 16,8 16-90-16,3 12-37 0,-3 5-40 15,-1 24-23 1,-8 16 8-16,-2 16 15 0,1 12-4 15,8 13 4-15,8 1 1 16,0-3 3-16,17-12-7 16,2-15 6-16,1-12-6 15,-6-12-4-15,-2-8-26 16,-6-12-45-16,-1-8-87 16,0-7-46-16</inkml:trace>
  <inkml:trace contextRef="#ctx0" brushRef="#br0" timeOffset="22840.59">21564 14770 707 0,'0'0'109'0,"0"0"-46"15,0 0-58-15,89-36-1 0,-45 36-3 16,2 0-1-16,-1 0 5 16,-1 0 0-16,-2 5-4 15,-1-4-1-15,-3-1-3 16,-2 0-35-16,-2 0-35 15,-2-7-33-15,-5-3 50 16,-7 0 24-16,-6 2 22 16,-8-1 10-16,-2 4 49 15,-2 2 16-15,-2 3 24 16,3 0-47-16,-3 0-30 0,0 3-12 16,0 25-6-1,0 14 6-15,0 14 2 0,0 9 1 16,-3-4-1-16,0-6 3 15,3-8-3-15,-3-8 13 16,-2-5 4-16,-5-7-12 16,-2-6-3-16,-6-5-4 15,-15-6-4-15,-17-9-29 16,-19-2-152-16</inkml:trace>
  <inkml:trace contextRef="#ctx0" brushRef="#br0" timeOffset="23889.89">20254 14555 312 0,'0'0'138'15,"0"0"-14"-15,0 0-70 16,0 0-26-16,0 0-28 16,0 0-11-16,9-10 11 15,2 27 4-15,-1 5 3 16,-5 7 0-16,-4 3 0 15,-1 7 18-15,0 4 5 16,-6 1 0-16,-5 0-8 16,0-6-14-16,-1-9 0 0,5-9-3 15,1-6-2-15,3-5 0 16,1-6-3-16,1-3 0 16,1 0 5-16,-2 0 3 15,2 0 34-15,0-10 16 16,0-11-33-16,0-10-22 15,10-11-2-15,5-9 0 16,4-7-1-16,7-5-1 16,10 2 1-16,9-1-1 15,6 8 1-15,-4 7 1 16,-5 12-1-16,-9 11-1 16,-14 12-15-16,-6 9-20 0,-5 3-27 15,-5 0-157-15,-3 4-211 16</inkml:trace>
  <inkml:trace contextRef="#ctx0" brushRef="#br0" timeOffset="24060.11">20459 14593 618 0,'0'0'128'15,"0"0"-82"-15,0 0-41 16,0 0-5-16,0 0-107 16,0 0-6-16,4 45-187 0</inkml:trace>
  <inkml:trace contextRef="#ctx0" brushRef="#br0" timeOffset="75573.38">13764 15400 627 0,'0'0'76'15,"0"0"-12"-15,0 0-56 16,0 0 0-16,0 0 10 16,0 0 9-16,0 0-17 15,0 0 4-15,-26 26-2 16,18-4-1-16,1 5 5 16,1 6-7-16,1 4-1 15,5 6-3-15,0 1-2 16,0 0 1-16,15-8-3 15,8-7-1-15,5-8-4 0,11-13-3 16,3-8-4-16,4-4-14 16,0-21 6-16,-7-4 19 15,-11-9 1-15,-12-2 2 16,-13 0 0-16,-3-2-2 16,-22-1 2-16,-18 2 1 15,-12 3 0-15,-8 2 5 16,0 5 5-16,4 6-8 15,13 10 4-15,16 7-3 16,21 5 2-16,6 3-8 16,29 0-1-16,25 0 1 15,19 0-1-15,17 0-1 16,5 0-3-16,4-13-1 16,-1-6 3-16,-11-2 2 15,-7-5 0-15,-20-3 1 0,-20-2 0 16,-19 2 0-16,-18 1 5 15,-3 5 5-15,-9 5-4 16,-12 8-2-16,0 10 0 16,-1 1-4-16,-2 36-1 15,-4 23 0-15,-7 27 2 16,-5 29 7-16,-2 22 5 16,6 28-6-16,10 12-7 15,12-1 0-15,7-12-1 16,7-28 2-16,0-26-1 15,0-35 0-15,0-29-1 16,0-30 2-16,6-17-2 0,6-22 10 16,7-26-8-1,5-27-2-15,-2-17-9 0,-4-9-18 16,-6-8 13-16,-4 4 11 16,5 6-16-16,2 12-59 15,7 19-19-15,2 20 71 16,3 19 26-16,1 13 0 15,-1 10 15-15,0 6 10 16,2 5 1-16,-3 18 2 16,-3 8-12-16,-7 3-11 15,-9 2-2-15,-4-7-3 16,-3-8 0-16,0-7 4 16,-4-10-4-16,-18-4 2 15,-8 0 0-15,-18-4 4 16,-9-10-6-16,-10-5 0 0,6 2 0 15,12 1 0-15,19 6 3 16,18 10-3-16,12 0-2 16,15 10-79-16,22 6-88 15,14-5-389-15</inkml:trace>
  <inkml:trace contextRef="#ctx0" brushRef="#br0" timeOffset="75922.88">14770 15769 602 0,'0'0'101'15,"0"0"15"1,0 0-69-16,0 0-35 0,0 0-7 16,0 0 2-16,88-40-3 15,-51 30-1-15,-7 0-2 16,-8-4 0-16,-10-1 0 15,-10-2 2-15,-2-1 0 16,-14 1-2-16,-14 4-1 16,-3 5 0-16,-1 6 0 15,4 2 2-15,6 10 2 16,4 17-4-16,7 9-1 16,10 7 1-16,1 6 1 15,25 2-1-15,20-7 0 0,10-9-1 16,8-15-10-16,7-12-15 15,-1-8-48-15,-1-12-109 16,-9-21-336-16</inkml:trace>
  <inkml:trace contextRef="#ctx0" brushRef="#br0" timeOffset="76804.66">15198 15548 641 0,'0'0'24'0,"0"0"44"0,0 0-3 16,0 0-20-16,69 78-7 15,-59-48-4-15,-3 4-14 16,1 1 1-16,-5 2-8 16,-1 0-3-16,-2-5 0 15,0-1-7-15,0-7 0 16,-5-6-1-16,-1-5 2 15,-3-7-2-15,-6-6-1 16,3 0 1-16,-3-17 2 16,3-10 1-16,3-5-5 15,8-2-1-15,1 4-12 16,13 3 1-16,19 5-10 16,7 3-4-16,7 2 4 0,0 3 2 15,3 0-2 1,-1 2 2-16,-3-4-1 0,4 3 1 15,-6 0-5 1,-7 4 11-16,-11 3 10 0,-13 4 4 16,-9 1 2-16,-3 1 17 15,-9 0 16-15,-12 6 7 16,-1 10-14-16,1 4-15 16,8 5-9-16,6 1 2 15,7 4-3-15,0 0-3 16,10-4 0-16,15-3 0 15,8-7 0-15,5-9-23 0,3-7-4 16,-2-7-13 0,-9-18-7-16,-11-4 34 0,-10-1 13 15,-9 3 4-15,0 3 26 16,-11 5 20-16,-2 3-9 16,-1 7-5-16,6 9-13 15,2 0-18-15,0 11-3 16,6 17-2-16,0 8 0 15,3 7 0-15,23 6 0 16,18-3 1-16,15-13-1 16,13-15-9-16,-1-18 1 15,-6-7 0-15,-10-29-2 16,-7-11-21-16,-10-6-16 16,-14-4-23-16,-17-1 19 15,-7-3 12-15,-28-2 2 0,-16-1 18 16,-6 7-4-16,4 6 23 15,9 12 84-15,13 13 42 16,12 12-33-16,2 14-51 16,7 0-35-16,-4 30-7 15,3 17 0-15,4 15 0 16,0 8 1-16,11 3 0 16,16-3 1-16,7 0-1 15,2-9 1-15,4-8-1 16,-6-13-1-16,-7-9-4 15,-10-15-30-15,-8-11-43 16,-7-5-116-16,-2-27-173 0</inkml:trace>
  <inkml:trace contextRef="#ctx0" brushRef="#br0" timeOffset="77056.97">16119 15550 707 0,'0'0'17'15,"83"-13"12"-15,-36 12 7 16,3-1-6-16,-1 2-12 16,-2 0-10-16,-3 0-2 15,-11 0 0-15,-8 3-4 16,-13 8-2-16,-7 3-4 16,-5 6 3-16,0 1-1 0,0 4 2 15,-12 3 1 1,3 0 0-16,1 0 1 0,8-2 1 15,0-3-2-15,0-7-2 16,17-5-48-16,5-8-108 16,2-3-220-16</inkml:trace>
  <inkml:trace contextRef="#ctx0" brushRef="#br0" timeOffset="78189.52">16612 15642 593 0,'0'0'125'0,"0"0"-21"15,0 0-62-15,0 0-36 0,0 0-5 16,0 0 9 0,-31 85 2-16,31-37-2 0,1 4-3 15,22-2-4-15,12-8 9 16,0-11-1-16,-6-12-4 16,-5-12-1-16,-1-7 1 15,-2 0 7-15,-2-21-5 16,-6-11-5-16,-6-11-4 15,-7-4-2-15,0-3-21 16,-22 1-2-16,-9 3 0 16,-6 1-12-16,6 6-40 15,6 4 8-15,15 6 54 16,10 11 15-16,6 7 2 16,23 7 5-16,6 4-1 15,6 1 9-15,2 15 20 0,3 10-1 16,-5 3-9-1,-3 4-8-15,-6 3-4 0,-2 0 0 16,-10-4-4-16,-4-3-2 16,-5-6-4-16,-5-9-1 15,-4-6-1-15,-1-5-1 16,-1-3 0-16,0 0-2 16,0-20 1-16,3-9-55 15,2-8 14-15,5-2 42 16,0-3 19-16,7 9-8 15,3 7-6-15,0 11-4 16,-2 11 3-16,-6 4 3 16,-5 4-7-16,0 18 1 15,-7 12-1-15,0 7 5 0,0 5 0 16,5 4 2-16,7-2-6 16,10-3 3-16,11-8-1 15,14-13-3-15,6-12-5 16,6-12-9-16,-2-10-18 15,-3-19-26-15,-9-10-41 16,-5-3-26-16,-13-3-86 16,-4 1 60-16,-9 5 151 15,-9 5 71-15,-5 10 129 16,0 7-25-16,0 8-21 16,-2 9-61-16,-4 0-80 15,-2 7-13-15,0 16-3 16,1 8-1-16,1 7 3 0,6-1 1 15,3-1 0-15,18-9 4 16,10-8 0-16,2-11 6 16,4-8-2-16,-4 0 7 15,-5-12-3-15,-7-8-4 16,-8-2-7-16,-10-4 3 16,-3 1-4-16,0 1 0 15,-9 7 1-15,1 4 0 16,2 9 4-16,6 4-5 15,-2 0-1-15,2 17-15 16,0 10 10-16,11 5 2 16,24 2 4-16,16 0-2 0,17-9 2 15,4-9 0-15,-3-15 0 16,-8-1-2-16,-12-24 1 16,-7-12 1-16,-11-8-7 15,-11-6-24-15,-17-6-36 16,-5-3-10-16,-25-5-7 15,-5 2 74-15,3 4 10 16,10 10 130-16,7 15-46 16,5 15 9-16,6 14-68 15,-2 4-24-15,-1 19-1 16,0 20-5-16,-1 20 4 16,1 16 1-16,4 11-3 15,0 4 3-15,21 2-1 0,11 3 1 16,6-6 0-16,4-10 6 15,-4-12-6-15,-8-20-4 16,-12-19-4-16,-8-14-47 16,-10-14-68-16,0-13-108 15</inkml:trace>
  <inkml:trace contextRef="#ctx0" brushRef="#br0" timeOffset="78432.04">16960 15062 696 0,'0'0'190'15,"0"0"-178"-15,0 0-11 16,0 0-1-16,107-13 0 15,-77 23 2-15,-2 2-2 16,-6 3-23-16,-4-1-91 16,-10-8-135-16</inkml:trace>
  <inkml:trace contextRef="#ctx0" brushRef="#br0" timeOffset="79270.59">18930 15227 679 0,'0'0'77'0,"0"0"27"15,0 0-47-15,0 0-46 16,0 0-11-16,0 0 0 16,-64 64 3-16,46 11 4 15,1 17 1-15,4 9-2 16,7 10-4-16,6 3 1 16,0-7-3-16,2-12 0 15,11-22-11-15,2-25-19 16,4-19-27-16,3-20-45 0,4-9-95 15</inkml:trace>
  <inkml:trace contextRef="#ctx0" brushRef="#br0" timeOffset="79485.56">19204 15536 684 0,'0'0'17'0,"0"0"-6"0,0 0-7 16,82-3-3 0,-42 3 9-16,5 0 32 0,3 0-10 15,0 0-22-15,-5 0-10 16,0 0-10-16,-10 0-79 16,-9 0-29-16,-15-14-172 15</inkml:trace>
  <inkml:trace contextRef="#ctx0" brushRef="#br0" timeOffset="80685.7">19162 15447 638 0,'0'0'78'16,"0"0"-77"-16,0 0 14 16,0 0 33-16,0 0 14 15,0 0-23-15,130-2-22 16,-76-9-12-16,3-6-5 0,-5-3 0 15,-7-6-7-15,-11-1-15 16,-12-1 2-16,-11 3 8 16,-11 0 1-16,0 4 9 15,-11 6 2-15,-3 6 2 16,1 9 9-16,3 6 2 16,0 29-13-16,-5 23 0 15,-3 17 1-15,0 14 4 16,6 10 0-16,6-4 2 15,6-5 4-15,0-10-2 16,15-15-1-16,1-17 3 0,-7-17 1 16,-6-16-7-1,-3-10-5-15,0-5 1 0,-19-12 8 16,-14-22-9 0,-7-13-29-16,1-9-18 0,6-2-28 15,14 7-1-15,17 6 27 16,2 14-5-16,28 9-29 15,13 9-27-15,2 10 63 16,1 3 47-16,-3 0 71 16,0 10 5-16,-3 10-17 15,4 5-31-15,-3 4-17 16,-2 1-8-16,-2-4 0 16,-7-4-3-16,-4-13-5 15,-5-9-8-15,0 0 13 16,-2-14 5-16,-7-11 4 0,-4-6-7 15,-4-8 3-15,-1-1 13 16,2 1 25-16,-1 10 17 16,4 12 10-16,1 14-28 15,0 3-20-15,5 14-22 16,2 16 0-16,4 6-1 16,3 8 1-16,4 3 2 15,5-1-2-15,3-6 0 16,4-16-13-16,0-17-7 15,2-7 8-15,2-29 7 16,-2-16-23-16,0-9-34 16,-9-11-2-16,-16-5 16 0,-14-5 48 15,-15-2 12-15,-30 2 48 16,-1 5 1-16,7 15 42 16,14 18-13-16,13 19-29 15,9 18-43-15,0 1-18 16,3 35-7-16,0 21-1 15,0 23 8-15,3 22 0 16,13 14 0-16,11 18 1 16,10 7-1-16,5-2 0 15,0-8 0-15,-6-20-5 16,-11-21 0-16,-9-20 0 16,-4-21-9-16,-7-19-2 15,-1-18-9-15,-1-12-22 0,-3-4 11 16,0-30 31-16,0-17-125 15,-9-18 49-15,-9-12 53 16,-4-11 28-16,-2-12 51 16,-1 3 31-16,1 8-20 15,12 13-39-15,12 22-19 16,0 17-4-16,24 16-12 16,7 9-34-16,3 11-10 15,4 5-13-15,4 0 17 16,4 13-2-16,0 7 13 15,-3 5 41-15,-4 7 9 16,-8 6 28-16,-4 8-10 16,-10 8 18-16,-1-2-4 0,-7-3 5 15,-4-12-25-15,-5-11 9 16,0-14 5-16,0-7-9 16,0-5-3-16,-14 0 5 15,-7-19-9-15,-1-15-19 16,-1-10-10-16,6-11-11 15,4-3-18-15,13 0-46 16,0 5-14-16,26 7 43 16,17 7 5-16,8 12-252 15</inkml:trace>
  <inkml:trace contextRef="#ctx0" brushRef="#br0" timeOffset="81616.59">20844 15591 85 0,'0'0'108'16,"0"0"22"-16,0 0 21 0,0 0-80 15,0 0-22 1,65 78-12-16,-65-61 22 0,0-5-31 15,0-1 10-15,0-2-16 16,0-2-13-16,0-1-4 16,0 1-4-16,0-1-1 15,0 2 5-15,5 1-2 16,11 0 2-16,2-1-2 16,-4-2-2-16,2 0-1 15,-6-5-4-15,-1-1 1 16,-4 0 3-16,2 0 2 15,-6-1 6-15,1-5 6 16,-2 4 9-16,0 0-1 16,0 0-6-16,0 2-14 0,0 0-2 15,0 0-2-15,0 0 2 16,0 4-5-16,0 9 4 16,0 3 1-16,1 1-1 15,1-4 1-15,0-4 0 16,1-7 3-16,-2-1 1 15,2-1-2-15,0 0 4 16,2-9 5-16,-1-10-7 16,-1-2 1-16,-3-6-5 15,0 2 2-15,0 0-1 16,0 3 0-16,0 3 1 16,0 4-2-16,0 6 0 0,0 3 0 15,0 2 2-15,0 2-2 16,0 1 0-1,0 1 0-15,0 0-2 0,0 0 2 16,0 0-1-16,0 0 0 16,0 0 1-16,0 0 0 15,0 0 0-15,0 0 1 16,0-1-1-16,0-1 0 16,0-4 1-16,0 0-1 15,0-2 0-15,-4-2 0 16,-1 1 0-16,-3-4-2 15,-2 2-2-15,-2 2-1 16,2 4 4-16,-1 5-2 16,-2 0 3-16,-2 5-1 15,-7 17 2-15,-1 10 5 0,1 6 3 16,2 8-5-16,4 10 2 16,6 7-6-16,10 0 3 15,1-10-2-15,27-14-2 16,10-18-1-16,5-16 1 15,1-5-1-15,0-22-7 16,-4-17-10-16,-10-9-8 16,-13-3 21-16,-13-2-7 15,-4 2 7-15,-14 3-1 16,-12 7 7-16,1 8 13 16,6 12 12-16,8 11 19 15,9 9-16-15,1 1-28 16,1 10-2-16,0 19 1 0,0 11 1 15,0 9 0-15,0 7 0 16,13-1 0-16,11-8-1 16,16-10-10-16,7-12 6 15,2-9 3-15,-4-11-40 16,-6-5-10-16,-6-12-67 16,-4-20-70-16,-13-8-149 15</inkml:trace>
  <inkml:trace contextRef="#ctx0" brushRef="#br0" timeOffset="82202.16">21503 15537 540 0,'0'0'30'16,"0"0"77"-16,0 0 2 16,11-83-34-16,-11 74-34 15,0 5-13-15,-1 4-13 16,-6 0-15-16,-5 17-5 15,-3 12 5-15,1 14 0 16,3 11 0-16,8 7-1 16,3-1-7-16,0-2-5 15,19-8-2-15,2-6 15 16,-2-15-3-16,-8-11 2 16,-7-9 1-16,-4-6-2 15,0-3 2-15,-15 0 4 16,-13 0 15-16,-6-2-11 15,-1-4-5-15,6 1 1 0,8-2-4 16,7 2 2-16,7 2-4 16,4 2 0-16,3 1-5 15,13 0-28-15,19 0-36 16,11-1 16-16,9-2 30 16,2-3-8-16,-2-8 6 15,-7-4 10-15,-6-7 14 16,-7-7 3-16,-5-5 3 15,-3-9 15-15,-11-3-4 16,-4-6 3-16,-9-1 9 16,0-2 3-16,-6 7 7 15,-4 7 26-15,6 14 1 0,2 13-30 16,1 13-2-16,-3 4-31 16,-2 20-8-16,-5 24-4 15,-7 18 12-15,-2 14 0 16,7 4 1-16,7-1-2 15,6-4-1-15,9-7-5 16,10-9-18-16,-1-11-15 16,-3-17-33-16,-4-14-42 15,-2-17-8-15,-3-8-201 16</inkml:trace>
  <inkml:trace contextRef="#ctx0" brushRef="#br0" timeOffset="83199.96">21865 15708 859 0,'0'0'18'16,"0"0"-14"-16,20 91-3 15,-14-46 8-15,-6 2 9 16,0-4 0-16,0-5-8 16,0-7-4-16,-8-7-2 15,1-8-3-15,4-8 0 16,-2-5 1-16,2-3 1 15,0-1 2-15,0-23-4 16,3-13-1-16,0-13-35 16,17-4-37-16,17-1-9 0,6 6 16 15,1 9 32 1,-6 8 33-16,-6 11 1 0,-10 10 62 16,-10 9-3-16,-6 2-5 15,0 0-47-15,-1 17-7 16,-1 4 3-16,-1 8 16 15,0 1-3-15,0 0-2 16,0 1-12-16,0-4 2 16,0-2-5-16,0-7 2 15,13-7-1-15,4-11-1 16,8 0 0-16,2-17-8 16,0-13-1-16,-3-3-10 15,-8 0 8-15,-3 1 11 0,-3 5 1 16,-7 7 18-1,1 10 11-15,-4 2 1 0,0 6-15 16,0 2-16-16,0 0 0 16,0 13-23-16,-4 10 17 15,2 9-3-15,2 0-2 16,2-1-17-16,26-6 9 16,5-9 14-16,6-10 0 15,4-6-7-15,-5-3-13 16,2-22 8-16,-5-6 17 0,-2-7-5 15,-7-3 0 1,-3 1-10-16,-4 4 10 0,-3 7 5 16,-3 9 3-1,-4 8 1-15,-5 8 5 0,-1 3 3 16,-3 1-11-16,0 0-1 16,0 8-12-16,0 9 9 15,0 1 1-15,-10 1 1 16,0-3 1-16,-1 3 1 15,2-1 2-15,-2 2 10 16,3 0-5-16,3 4-5 16,4-2-1-16,1 1 1 15,7-3 2-15,26-5-1 16,18-5-1-16,11-5-3 16,11-5-8-16,-1-5-20 0,-8-17-21 15,-7-9-24 1,-12-5 13-16,-7-6 39 0,-11-1 18 15,-12-5 3-15,-10-4 5 16,-5-1 23-16,0 2 65 16,0 5 28-16,0 10-46 15,4 11-36-15,1 10-7 16,-1 9-11-16,-1 6-21 16,-1 0-14-16,8 14-8 15,5 19 22-15,3 15 2 16,3 10-2-16,-3 10-6 15,-5 4-18-15,-8 0 14 16,-5-3-9-16,0-8-27 0,-8-11-43 16,-14-12-52-16,2-18-33 15,2-20-225-15</inkml:trace>
  <inkml:trace contextRef="#ctx0" brushRef="#br0" timeOffset="83681.7">23120 15716 852 0,'0'0'4'15,"0"0"0"-15,83 0-3 16,-51 2-1-16,0-1 9 16,-2-1 15-16,0 0 2 15,-2 0-14-15,-5 0-5 0,-9 0-5 16,-5 0-1-16,-3 0 0 15,-4 0 2-15,-2 0-2 16,0 0-1-16,0 0 0 16,0 0-2-16,8 0-2 15,5 10 3-15,6 7 1 16,7 2 0-16,1 2 0 16,7-2 2-16,-1-4-2 15,-2-4 0-15,-8-6 0 16,-9-5-10-16,-4 0 9 15,-5-11 1-15,0-9-3 16,-1-2 3-16,-2 0 1 0,2 2 3 16,-2 4 6-16,1 7 5 15,-2 8 5-15,1 1-9 16,-1 0-11-16,5 7-7 16,0 16 6-16,2 4-1 15,6 3-10-15,3-4-7 16,4-6-1-16,-2-7-9 15,-3-12-19-15,-3-1-32 16,-5-12-73-16,0-10-209 16</inkml:trace>
  <inkml:trace contextRef="#ctx0" brushRef="#br0" timeOffset="83934.77">23833 15693 572 0,'0'0'154'15,"0"0"-70"-15,0 0-68 16,0 0 14-16,0 0 16 0,6 79-19 15,-5-41-18-15,2-1 1 16,3-4-1-16,2-5-2 16,-1-9 0-16,-3-8-3 15,-1-7-1-15,0-4-1 16,4-6 4-16,2-19 0 16,5-12-6-16,2-7-13 15,1 0-15-15,4 4-7 16,0 9 9-16,3 7 0 15,-3 14-5-15,-5 10-33 16,-4 0-57-16,-8 10-15 16,-4 11-72-16,0 3 22 0</inkml:trace>
  <inkml:trace contextRef="#ctx0" brushRef="#br0" timeOffset="84214.85">24121 15852 304 0,'0'0'151'16,"0"0"-33"-16,0 0-42 15,82-77-8-15,-64 51-23 16,-1-2 1-16,-1-2-17 16,-5-1 17-16,-3 4-10 15,-6 5-6-15,-2 5-7 16,0 7-16-16,-8 8-7 16,-16 2-2-16,-6 2-3 15,-4 18 5-15,4 5-1 16,8 9 1-16,13 3-1 0,9 4 0 15,6 0 1-15,31 2 0 16,14-1 1-16,7-1 0 16,3-8-1-16,-3-8-10 15,-7-10-43-15,-8-15-92 16,-7-11-276-16</inkml:trace>
  <inkml:trace contextRef="#ctx0" brushRef="#br0" timeOffset="85012.56">21761 15425 224 0,'0'0'103'0,"0"0"52"16,0 0-19-16,0 0-35 16,0 0 5-16,0 0-49 0,-76-59-23 15,76 59-34-15,0 0-9 16,18 6 9-16,17 10 2 15,19-2-1-15,18-1 2 16,10-6 3-16,5-7-6 16,-4 0 0-16,-6-3 6 15,-12-12-6-15,-13-3-10 16,-12-2-19-16,-16 3-5 16,-17 1-14-16,-7 3-14 15,-6 4-52-15,-21 3-108 16</inkml:trace>
  <inkml:trace contextRef="#ctx0" brushRef="#br0" timeOffset="85180.75">22303 15402 641 0,'0'0'88'0,"0"0"4"16,0 0-40-16,0 0-8 15,0 0-39-15,0 0-5 16,-30-30-31-16,15 35-87 16,-3 1-139-16</inkml:trace>
  <inkml:trace contextRef="#ctx0" brushRef="#br0" timeOffset="120778.35">15829 16651 442 0,'0'0'128'16,"0"0"-69"-16,0 0-37 16,17-86 34-16,-12 61-14 15,-3 3-7-15,-2 2-5 16,0 2-10-16,0 3 1 15,-15 6-5-15,-9 3-4 0,-7 5 5 16,-10 1-7-16,-2 6-4 16,-5 15-5-16,8 9 1 15,10 9 0-15,8 6-2 16,13 9 0-16,9 4 3 16,0 2-3-16,21 0-14 15,9-8-7-15,5-10 3 16,-3-7 4-16,-4-3 12 15,-8-9 2-15,-10 2 4 16,-9-8-3-16,-1 0 2 16,-15-3 12-16,-16 1 8 15,-12 0-6-15,-9-1-13 0,-3 0-1 16,4-3-2-16,6 0-1 16,9-4-11-16,14-2-14 15,11-2-21-15,11-1-42 16,11-2-44-16,22 0 7 15,14-16-317-15</inkml:trace>
  <inkml:trace contextRef="#ctx0" brushRef="#br0" timeOffset="121094.62">16063 16501 616 0,'0'0'172'0,"0"0"-82"15,0 0-53-15,0 0-21 16,0 0-7-16,0 0 15 16,-3 77-6-16,-12-26-3 15,-2 7-2-15,-2 3-6 16,0 2 0-16,1 1-7 15,3-5 2-15,1-3 0 16,5-9-2-16,4-12-4 16,5-14-22-16,0-11-8 0,10-10-39 15,13-10-87 1,7-21-303-16</inkml:trace>
  <inkml:trace contextRef="#ctx0" brushRef="#br0" timeOffset="121960.85">16148 16719 645 0,'0'0'136'0,"0"0"-14"16,0 0-80-16,0 0-41 15,0 0 3-15,0 0 17 16,12 77-5-16,-9-32 0 16,2 0-13-16,2 0 3 15,6-3-3-15,-1-6-2 0,2-6-1 16,-4-9 1-16,-5-7 0 15,-2-7-1-15,-3-4 3 16,0-3-2-16,0 0 3 16,-11-2-4-16,-8-10 0 15,1-2-1-15,2-3 0 16,6-2-1-16,6 5 0 16,4-2-2-16,0-1 1 15,18 2-9-15,13-2-3 16,12 0-3-16,5 0-13 15,8-2-15-15,0 0 6 16,3 2 14-16,3 1 23 16,-5 2 3-16,-9 0 4 15,-16 7 4-15,-12 0 6 0,-13 4 12 16,-5 3-3 0,-2 0-2-16,0 0-12 0,0 0-9 15,-3 0 4-15,-8 15 6 16,-3 1-4-16,4 0-4 15,4 3-1-15,3-1-1 16,3 1 1-16,0-1-1 16,3-3-10-16,12-5-22 15,8-6 3-15,0-4 2 16,1-5 14-16,-6-15 13 16,-4-2 0-16,-7-3 10 15,-2 8 22-15,-5-2 11 0,0 8-5 16,0 2-10-16,0 7-3 15,0 2-11 1,0 0-14-16,0 7-8 0,0 10 8 16,7 5 2-16,6 4-2 15,14 0 0-15,14-4-7 16,9-7 6-16,3-14 1 16,-7-1-2-16,-9-23 2 15,-6-12 0-15,1-7-1 16,-5-4-16-16,-11-4-8 15,-10-4 10-15,-6 3 10 16,-17 0 3-16,-9 4 2 16,2 5 1-16,4 8 13 0,8 10 17 15,4 9 4-15,5 11-11 16,1 4-14-16,2 14-10 16,0 23-6-16,0 15 6 15,0 14 0-15,0 4 0 16,3-2 0-16,9-3 0 15,-5-14 1-15,2-12 0 16,0-11-1-16,-4-8-1 16,2-12-29-16,-7-8-27 15,0 0-53-15,0-25-205 16</inkml:trace>
  <inkml:trace contextRef="#ctx0" brushRef="#br0" timeOffset="123159.28">16941 16649 804 0,'0'0'87'0,"0"0"-67"16,0 0-19-16,0 0 7 15,0 0 1-15,91 61 2 16,-50-52-3-16,7-4-4 16,1-3-2-16,-1-2 1 15,-1 0-3-15,-4 0-10 16,-8-10-31-16,-11 0-19 15,-9 0-28-15,-9-4 5 16,-3 5 53-16,-3-2 23 0,0 5 7 16,0 1 13-16,0 3 59 15,-3 1 13-15,3 1-31 16,-3 0-41-16,-2 0-4 16,-1 0 22-16,-1 8-7 15,-2 6-18-15,4 1 0 16,4 2-6-16,1 0 5 15,0-3-3-15,0 0 0 16,0-6-1-16,0-1-1 16,3-6 1-16,4-1 3 15,4 0-2-15,-1 0 0 16,1-11-1-16,0-3 0 16,-1 0 0-16,-4-1-1 15,-1 2 2-15,-2-1 1 16,-3 5-3-16,0-1 0 15,0 3 0-15,0-1 1 0,-8 4 1 16,-5 1-1-16,-1 3-1 16,0 0 0-16,-5 4-1 15,2 12 0-15,0 3-2 16,3 7 3-16,2 8 3 16,8 0-3-16,4 3 0 15,0-1 1-15,19-9 0 16,18-7-1-16,11-11 0 15,10-9 2-15,2 0-2 16,-3-11 0-16,-8-12 0 16,-10-5-3-16,-12-2 2 15,-13-2 0-15,-14 0 2 0,0 1-1 16,-16 5 3-16,-9 4-2 16,5 10 9-16,5 4 3 15,8 8-2-15,2 0-11 16,-1 15-3-16,-1 14 1 15,2 6 2-15,4 4 0 16,1-6-1-16,0-9-7 16,19-11-4-16,16-11 10 15,10-2 2-15,5-2 2 16,-11-14-2-16,-11-3 2 16,-14-3-2-16,-14 5 2 15,0-1-1-15,-9 4 4 16,-5 3-4-16,-1 8 3 15,0 3-3-15,2 5 0 0,-6 25-2 16,-7 15 0-16,-5 16 1 16,-2 16 6-16,3 12 1 15,10 6-2-15,9-1 0 16,8-7-1-16,3-12 1 16,0-16-1-16,8-20-4 15,3-18 0-15,-5-14 5 16,-1-7 2-16,1 0 3 15,0-22 11-15,2-11-19 16,-1-12-2-16,-4-6-3 16,4-4-13-16,-1-1-2 15,9 1 2-15,5 1 6 16,9 2 1-16,8 6 7 0,2 5-2 16,3 9 0-16,1 3-5 15,-1 5-1-15,-1 2 3 16,2 5 2-16,-6 3 4 15,-7-1 1-15,-10 6 0 16,-9 5 1-16,-8 4 7 16,-3 0 4-16,0 0-12 15,-9 14-1-15,-9 10 1 16,-1 9 3-16,-2 5-2 16,9 2 2-16,3-2-3 15,8-7 1-15,1-11-1 16,5-17-32-16,23-6-96 15,4-35-248-15</inkml:trace>
  <inkml:trace contextRef="#ctx0" brushRef="#br0" timeOffset="123297.48">18201 16506 734 0,'0'0'80'0,"0"0"-44"16,0 0-36-16,0 0-4 15,-26 120-15-15,26-69-61 16,16-5-105-16,22-14-314 16</inkml:trace>
  <inkml:trace contextRef="#ctx0" brushRef="#br0" timeOffset="123641.93">18517 16748 673 0,'0'0'165'0,"0"0"-76"15,0 0-45-15,0 0-17 16,0 0-12-16,0 0-14 16,-17 20-1-16,10 0 0 15,5 0 0-15,2-6-4 16,0-4 3-16,0-6-12 16,0-3-3-16,0-1 2 15,-5 0 14-15,-7 0 0 0,-11-9-6 16,-4 3 2-1,2 3 2-15,-2 3 2 0,6 0 10 16,2 14-1 0,4 10-8-16,6 10 0 0,6 6-1 15,3 2 0-15,25-1 3 16,21-12-1-16,11-10 0 16,10-8 0-16,2-11-2 15,-8 0-17-15,-10-25-67 16,-18-16-210-16</inkml:trace>
  <inkml:trace contextRef="#ctx0" brushRef="#br0" timeOffset="124129.7">16584 16458 643 0,'0'0'121'0,"0"0"-82"16,0 0-30-16,0 0-7 0,0 0 0 15,86-46 0 1,-31 31-1-16,18 1-1 0,7 3-1 16,8 2 0-16,1 7-39 15,-1 2-114-15,-6 0-187 16</inkml:trace>
  <inkml:trace contextRef="#ctx0" brushRef="#br0" timeOffset="125491.85">19893 16557 721 0,'0'0'99'0,"0"0"-3"15,0 0-76-15,0 0-20 16,0 0 0-16,-80 120 3 16,32-46 8-16,-4 8-5 15,1-2 0-15,9-3-2 16,7-17-2-16,9-19 1 15,12-17-2-15,8-16 0 0,4-8 3 16,2-20 39-16,0-24-21 16,11-14-22-16,6-12-2 15,4 0-20-15,-3-8 0 16,3 5-12-16,3 1-11 16,7 7-30-16,11 12 2 15,9 14 33-15,1 16 40 16,-9 13 1-16,-8 10 33 15,-15 0-10-15,-11 22-19 16,-9 14-2-16,0 7 4 16,-20 6 1-16,-9-4-6 0,-1-9 1 15,-1-8-3 1,5-6 1-16,-2-10 2 0,1-5-3 16,2-4 4-16,1-3-2 15,6 0 0-15,9-11-2 16,9-10-2-16,15 1-12 15,26-2-7-15,15 6 11 16,5 3 1-16,-1 8 9 16,-2 5 0-16,-11 0 24 15,-7 15 22-15,-11 10-16 16,-7 8-1-16,-9 6-4 16,-12 4-10-16,-1 1-6 15,-9-3-7-15,-7-8 3 16,5-10-4-16,4-9 2 0,4-9-3 15,3-2 1-15,0-3 0 16,0-10 8-16,3-14-9 16,13-11-3-16,4-3-18 15,1-5-14-15,6 3 2 16,3 2-1-16,2 7 8 16,1 9 26-16,-11 10 0 15,-5 9 41-15,-10 3-3 16,-5 8-29-16,-1 16 5 15,-1 12 12-15,0 8-6 16,-13 3-8-16,-2 0-8 16,4-5 2-16,10-7-3 15,1-6 0-15,16-9 2 0,16-11-4 16,4-9 3-16,-1 0-1 16,-5-23-2-16,-10-14 2 15,-9-9-3-15,-6-2-19 16,-5-10-3-16,-7 2 3 15,-16 0 6-15,-8 1 2 16,4 4 11-16,9 9 0 16,14 11 2-16,4 9 4 15,16 11 3-15,9 11-4 16,8 0 0-16,-2 19-2 16,2 12 6-16,-5 10 4 15,-6 10-1-15,-9 7-1 0,-13 8-6 16,0 6 5-16,0 3-3 15,-9 0-1-15,2-4-4 16,-2-10 1-16,1-14-2 16,-1-16 0-16,2-11 0 15,2-6 0-15,-2-4-1 16,-5-7-6-16,-4-3-19 16,1 0-25-16,-1-16-142 15,5-9-565-15</inkml:trace>
  <inkml:trace contextRef="#ctx0" brushRef="#br0" timeOffset="125806.64">20742 16835 608 0,'0'0'10'15,"0"0"1"-15,81-32-1 16,-50 20 25-16,2 2 24 15,-8-5 3-15,-5 0-30 16,-8-3 0-16,-7-2-11 16,-5-3-11-16,-1-1-4 15,-25 2-6-15,-4 2 1 16,0 8 0-16,6 8 0 16,3 4-1-16,4 10-1 0,8 20-3 15,9 12 1-15,0 4-19 16,20 3-21-16,11-6-30 15,11-10-50-15,12-13-98 16,5-18 34-16,3-2 109 16</inkml:trace>
  <inkml:trace contextRef="#ctx0" brushRef="#br0" timeOffset="126039.43">21239 16565 663 0,'0'0'166'15,"0"0"-75"-15,0 0-71 16,-100 33-15-16,64 14 4 16,5 7 0-16,5 7-8 15,15-5 2-15,11-6-1 0,13-11 0 16,22-15-2 0,18-14-5-16,11-10-14 0,5-10-4 15,5-21-17-15,-4-12-38 16,-4-6-54-16,-14-5-29 15,-13-2-82-15,-18-4 37 16</inkml:trace>
  <inkml:trace contextRef="#ctx0" brushRef="#br0" timeOffset="126222.45">21559 16458 126 0,'0'0'179'15,"-80"-97"77"-15,50 63-36 16,15 18-89-16,3 15-72 16,3 3-52-16,-5 35-6 15,-4 16-2-15,-3 19 2 0,7 11-5 16,6 6 6-16,8-2-2 15,10-9 1-15,26-14-1 16,9-12-1-16,0-16 1 16,-12-15 0-16,-10-13-13 15,-11-8-10-15,-3-5-18 16,-2-21-187-16,-7-11-305 16</inkml:trace>
  <inkml:trace contextRef="#ctx0" brushRef="#br0" timeOffset="126572.7">21513 16677 576 0,'0'0'121'0,"0"0"18"16,90-46-89-16,-51 38-20 15,4 0-11-15,0 0-14 16,-3-1 5-16,-2-3-4 0,-8-1-3 16,-4-3 0-16,-8 1-1 15,-3-2-2-15,-7 0 0 16,-5 0-7-16,-3 0-9 15,0 2-6-15,0 4 19 16,-4080 4 2-16,8158 5-4 16,-4081 2 3-16,-3 0-4 15,-7 14-4-15,-4 13 9 16,-5 10-4-16,-2 8 2 16,-1 5 3-16,1 0 6 0,3 4 4 15,5-7 3 1,5-2-5-16,4-11-4 0,-2-7 0 15,-2-8-1-15,-5-9-1 16,-11-8-2-16,-10-2-11 16,-6-3-83-16,-1-25-190 15</inkml:trace>
  <inkml:trace contextRef="#ctx0" brushRef="#br0" timeOffset="126790.56">20754 16165 764 0,'0'0'34'16,"0"0"12"-16,0 0-46 15,0 0-31-15,0 0 26 16,0 0 1-16,45 39-28 15,-29-25-15-15,-1-5-55 16,-13-9-176-16</inkml:trace>
  <inkml:trace contextRef="#ctx0" brushRef="#br0" timeOffset="156046.15">15316 10539 94 0,'0'0'55'0,"0"0"-17"15,0 0-14-15,0 0 14 16,0 0-7-16,0 0 9 16,0 0 17-16,0 0-21 0,49-35-6 15,-43 31-5-15,0 1-5 16,5 1 1-1,2 2-4-15,0 0 6 0,4 0 3 16,2 0 1-16,2 8-6 16,3 4 7-16,-2 5 6 15,-2 4-2-15,-4 4-10 16,-9 1 4-16,-3 5-2 16,-4 2-4-16,0 0 4 15,-14 1-7-15,-5-5-11 16,2-4-1-16,-4-2 0 15,4-5-1-15,1-5-1 16,5-3-1-16,2 0 0 16,6-4-1-16,3 0-1 15,0 1 0-15,9 0 1 0,22-4-1 16,18-3 0-16,15 0-10 16,17-14 3-16,5-9 5 15,-1-2 2-15,-3-3 1 16,-8 1 0-16,-12-1-1 15,-16 7 2-15,-14-1 8 16,-12 5 4-16,-13 4 5 16,-7 4-7-16,0 1-2 15,0 5-6-15,-2 1-2 16,-7 2-1-16,-2 0-2 16,4 12 1-16,1 11-2 15,5 8 1-15,1 5 1 0,0 3-1 16,22 0-15-16,9-6-21 15,8-9 6 1,6-11-16-16,-2-12 12 0,-9-1 25 16,-8-11 10-16,-13-13 5 15,-11-2 22-15,-2-6 16 16,-12 0-18-16,-21 0-12 16,-12-1-11-16,-5 5-2 15,3 5 0-15,13 9 2 16,12 9-2-16,14 5-3 15,8 5-85-15,0 15 24 16,12 4-44-16,12-6-72 16</inkml:trace>
  <inkml:trace contextRef="#ctx0" brushRef="#br0" timeOffset="156256.3">16567 10651 639 0,'0'0'141'15,"0"0"-70"-15,0 0-59 16,0 0-11-16,0 0-1 16,96-13-1-16,-61 13-46 15,1-3-63-15,0-6-58 0,0-8-213 16</inkml:trace>
  <inkml:trace contextRef="#ctx0" brushRef="#br0" timeOffset="156476.51">16891 10348 666 0,'0'0'87'16,"0"0"20"-16,0 0-92 15,0 0-7-15,0 0 34 16,-8 119-11-16,-6-51-17 15,-5 7 9-15,0 4-19 16,-1 3 4-16,1-6-8 16,6-3 0-16,7-7-3 15,6-5-27-15,0-11-30 0,18-13-57 16,3-17-111-16,3-17-339 16</inkml:trace>
  <inkml:trace contextRef="#ctx0" brushRef="#br0" timeOffset="156639.44">17195 11050 808 0,'0'0'113'0,"0"0"-42"16,0 0-46-16,0 0-13 16,0 0-7-16,0 0-2 15,0-45-3-15,0 43-29 16,2 0-40-16,4-7-176 0</inkml:trace>
  <inkml:trace contextRef="#ctx0" brushRef="#br0" timeOffset="158624.49">17772 11009 166 0,'0'0'66'0,"0"0"11"15,0 0-11-15,0 0-17 16,0 0-4-16,0 0 15 16,13-37 5-16,-12 29-25 0,3 1-14 15,-1 0 16-15,-1 3 9 16,1 0-21-16,-2 2-3 15,2 1-9-15,2 0-15 16,-2 1-1 0,6 0-2-16,1 0 0 0,-4 2 0 15,-3 15-3-15,-3 8-1 16,0 11 4-16,-14 11 3 16,-11 10 1-16,-5 3-4 15,-4-3-136-15,-2-7-256 16</inkml:trace>
  <inkml:trace contextRef="#ctx0" brushRef="#br0" timeOffset="161071.62">18096 10330 733 0,'0'0'83'15,"0"0"-48"-15,0 0-20 16,0 0 3-16,0 0 5 16,0 0-9-16,0 0 1 0,-19-65-8 15,28 58 2-15,9 0-5 16,2 0-4-1,5 3 0-15,3 4 0 0,0 0 1 16,0 11-1-16,-4 6-1 16,-5 6-3-16,-5 0-3 15,-9 5-11-15,-5-1-8 16,0-3 8-16,-10 0 1 16,-7-4 10-16,0 2-2 15,1-5 6-15,2 2 2 16,4 0 1-16,7 1-1 15,3 4 1-15,2 3-1 16,18 5 1-16,7 2 0 16,5 2 0-16,1 1 1 15,-1-1 0-15,-6-6 4 0,-6-4-4 16,-11-8-1-16,-6-5 1 16,-3-5 0-16,-6 0 0 15,-19-4 3-15,-6 0-4 16,-5-3 0-16,-4-1-2 15,5 0-19-15,9-3-34 16,14-10-9-16,12 0-10 16,9-3-43-16,28-1-56 15,8-4-26-15</inkml:trace>
  <inkml:trace contextRef="#ctx0" brushRef="#br0" timeOffset="161360.64">18682 10668 440 0,'0'0'123'0,"0"0"-23"16,0 0 0-16,0 0-39 16,0 0-22-16,0 0-20 15,-59 40 5-15,59-11-10 16,0 2-8-16,4 0-3 16,17-4-2-16,13-10 0 15,10-10-1-15,8-7-1 16,3 0 0-16,-9-17-7 15,-10-11 5-15,-17-2 3 16,-14-5-1-16,-5-2 0 16,-24 1 1-16,-22 1 0 0,-8 7 0 15,-1 4 0 1,12 9 0-16,16 11-16 0,18 4-30 16,9 1-128-16,4 12-20 15</inkml:trace>
  <inkml:trace contextRef="#ctx0" brushRef="#br0" timeOffset="161559.32">18985 10502 778 0,'0'0'66'0,"0"0"8"16,0 0-55-16,0 0-19 15,82-21-1-15,-42 21-35 16,2 0-38-16,1 0-108 16,-2 0-117-16</inkml:trace>
  <inkml:trace contextRef="#ctx0" brushRef="#br0" timeOffset="161773.86">19416 10229 712 0,'0'0'55'0,"0"0"22"0,-36 79 4 16,12-26-43-1,-1 9-15-15,-1 8-7 0,4 2-3 16,4 3-10-16,6 3-1 16,11-2-1-16,1-1-1 15,6-5-17-15,18-10-28 16,7-11-55-16,5-13-116 15,3-17-263-15</inkml:trace>
  <inkml:trace contextRef="#ctx0" brushRef="#br0" timeOffset="161932.29">19603 11047 739 0,'0'0'117'0,"0"0"-21"0,0 0-52 16,0 0-24-16,0 0-14 15,0 0-6-15,1-55-17 16,-1 55-38-16,0 0-147 16,0 0-246-16</inkml:trace>
  <inkml:trace contextRef="#ctx0" brushRef="#br0" timeOffset="167383.29">20286 11147 434 0,'0'0'77'0,"0"0"-2"16,0 0-44-16,0 0-10 15,0 0 3-15,0 0 32 16,0 0-28-16,16-49 15 16,-10 39-10-16,3 0-8 15,-1 2-4-15,-1-2 0 16,-1 3-3-16,1 1 4 15,-2-1-5-15,2 3-6 16,-4 3-7-16,4 1 1 16,-2 0-5-16,0 9 0 15,-2 15 0-15,-3 8 0 0,0 7 1 16,-15 7-1-16,-2-2-21 16,-5-1-66-16,1-8-140 15,3-14-277-15</inkml:trace>
  <inkml:trace contextRef="#ctx0" brushRef="#br0" timeOffset="167831.49">20678 10563 621 0,'0'0'143'16,"0"0"-74"-16,-2-82-12 15,-5 74-29-15,3 7-3 16,0 1-19-16,2 6-6 16,2 19 0-16,0 8 1 15,0 10 0-15,17 4-1 16,8-2-3-16,5-5-14 15,6-8-14-15,3-11 4 16,0-5-4-16,0-6 3 16,-5-1 16-16,-7-3 7 15,-4 3 5-15,-9-1 1 0,-5 2 1 16,-4 4 0-16,-5 3 14 16,0 5 9-16,0 3-7 15,-11 4-13-15,-2-3 1 16,-1-2-6-16,0-4 2 15,-3-6-1-15,-1-5 1 16,1-5-1-16,-1-3-1 16,-2-1-35-16,-2 0-91 15,-8-12-151-15</inkml:trace>
  <inkml:trace contextRef="#ctx0" brushRef="#br0" timeOffset="168382.4">20878 10470 812 0,'0'0'30'0,"0"0"19"15,83-59-19-15,-39 53-18 16,3 4 6-16,-3 2-3 15,-3 0-8-15,-6 12-2 16,-8 8-3-16,-8 4-2 16,-4 4 0-16,-8 4 0 0,1 0 1 15,-2 2-1 1,1 0 0-16,2 2-2 0,3-6-7 16,-3-4 1-16,2-2 0 15,-4-8 6-15,0-3 1 16,-2-2 1-16,-2-4 0 15,0-1 0-15,1-1 0 16,3-4 0-16,1 1 0 16,7-2 0-16,5 0 0 15,-1-6 0-15,-1-6-2 16,-6-4 1-16,-5-2 1 16,-5-5 0-16,-2-4 0 15,0 0 0-15,-3-6 0 16,-14 0 0-16,2 0 1 0,-2 0 0 15,-3 1-1-15,1 2 4 16,-2 1 3-16,-1 7 1 16,5 6-5-16,4 8-1 15,7 7-1-15,4 1-1 16,2 0-3-16,0 17-18 16,2 11-4-16,19 6-83 15,10-2-137-15</inkml:trace>
  <inkml:trace contextRef="#ctx0" brushRef="#br0" timeOffset="168585.73">21635 10464 861 0,'0'0'44'0,"0"0"2"16,0 0-31-16,0 0-15 16,0 0-6-16,0 0-12 15,23-8-30-15,4 16-44 16,6-5-122-16</inkml:trace>
  <inkml:trace contextRef="#ctx0" brushRef="#br0" timeOffset="168814.22">22023 10253 795 0,'0'0'76'16,"0"0"-4"-16,0 0-57 16,0 0-5-16,-50 119 6 15,29-51 4-15,-2 11-10 16,4 1-8-16,5 2 3 15,7-1-5-15,3-7-2 16,4-8-23-16,7-13-28 0,14-13-55 16,2-17-172-1</inkml:trace>
  <inkml:trace contextRef="#ctx0" brushRef="#br0" timeOffset="168982.34">22222 10962 853 0,'0'0'75'0,"0"0"-22"16,0 0-15-16,0 0-20 15,0 0-12-15,0 0-4 16,0-22-2-16,0 22-23 16,0 0-71-16,0 0-241 0</inkml:trace>
  <inkml:trace contextRef="#ctx0" brushRef="#br0" timeOffset="178660.27">2028 15523 219 0,'0'0'56'0,"0"0"2"16,0 0 37-16,0 0-34 15,0 0 3-15,0 0-15 16,0 0-6-16,0 0-7 0,0-53 30 15,-2 47-33 1,2 0-18-16,-3-2 18 0,3 2-24 16,-3-2 0-16,1 2 16 15,1 1-14-15,-1-1 29 16,1 3-33-16,-1 0 0 16,2 3 9-16,-1 0-6 15,1 0-4-15,0 0-4 16,0 0-2-16,0 0-1 15,0 3-6-15,0 13-1 16,4 10 5-16,7 6 3 16,2 4 1-16,-2 4 0 15,1-2 0-15,1-8-1 16,0-5 3-16,1-11-3 0,-2-7-4 16,3-7 4-16,13 0 3 15,11-26 0-15,13-15 4 16,5-7-3-16,1-5-3 15,-7 6-1-15,-6 4 2 16,-7 8-1-16,-7 6 5 16,-4 4 4-16,-9 10 2 15,-3 2-10-15,-6 10-2 16,-6 1 0-16,-1 2-1 16,-1 0-1-16,1 0-6 15,-1 0-10-15,1 5 4 16,-2 12 7-16,0 5-16 15,0 3-54-15,-6-8-100 0,0-15-277 16</inkml:trace>
  <inkml:trace contextRef="#ctx0" brushRef="#br0" timeOffset="178841.6">2661 15400 436 0,'0'0'222'0,"0"0"-92"16,0 0-91-16,0 0-30 16,0 0-1-16,0 0 2 15,-10 0-10-15,10 2-8 16,-2 11-161-16,-8-1-23 16</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16:17.484"/>
    </inkml:context>
    <inkml:brush xml:id="br0">
      <inkml:brushProperty name="width" value="0.05292" units="cm"/>
      <inkml:brushProperty name="height" value="0.05292" units="cm"/>
      <inkml:brushProperty name="color" value="#FF0000"/>
    </inkml:brush>
  </inkml:definitions>
  <inkml:trace contextRef="#ctx0" brushRef="#br0">2039 5109 333 0,'0'0'142'0,"0"0"-61"16,0 0-33 0,0 0 4-16,0 0-1 0,0 0 2 15,0 0-27-15,-13-80 2 16,10 71 2-16,-3 2-14 16,3 0-6-16,0 4 4 15,1-2-6-15,1 3 3 16,-1 1 2-16,2 1-7 15,-1 0 3-15,1-2-1 16,-3 2-1-16,3-1-2 16,0 1 3-16,-1 0-4 15,1 0 1-15,0 0-5 16,0 0-2-16,0 11-5 16,0 11 7-16,0 4-1 15,10 7 2-15,2 1-2 16,9-3 2-16,1-6-2 0,2-8-1 15,3-9-2-15,10-8 4 16,8 0-1-16,13-24 1 16,12-13 0-16,6-6-5 15,0-6-5-15,-7 3 7 16,-7 5 3-16,-8 1 0 16,-11 7-2-16,-10 5-2 15,-13 8-15-15,-7 7-10 16,-8 9-13-16,-5 4-32 15,0 0-147-15,-17 3-184 16</inkml:trace>
  <inkml:trace contextRef="#ctx0" brushRef="#br0" timeOffset="134.16">2658 4973 95 0,'0'0'59'0,"0"0"-12"15,0 0 59-15,0 0-25 16,0 0 20-16,0 0-46 15,-1 16-53-15,1-5-2 16,7 1-26-16,8-4-164 16</inkml:trace>
  <inkml:trace contextRef="#ctx0" brushRef="#br0" timeOffset="1231.88">1480 8664 472 0,'0'0'43'0,"0"0"105"0,0 0-75 16,0 0 17-16,0 0-44 15,0 0-5-15,-6-60-18 16,6 60-23-16,0 0 0 15,0 3-9-15,0 19 0 16,0 10 9-16,6 10 0 16,4 5 2-16,-1 0-3 15,-2-6 1-15,3-12-1 16,3-7-5-16,1-11 0 16,5-10 1-16,18-1 5 15,20-27 2-15,24-19 0 16,14-8 0-16,0-8-3 15,-7-1 3-15,-11 4 0 0,-11 3-1 16,-13 7 4 0,-15 6-4-16,-15 12 0 0,-8 9 8 15,-9 9-7-15,-3 6-2 16,-3 6-4-16,0 1-18 16,0 0-68-16,0 20-94 15,-21 11 106-15,-3 6-115 16,-3-1 41-16</inkml:trace>
  <inkml:trace contextRef="#ctx0" brushRef="#br0" timeOffset="1354.53">2233 8732 57 0,'0'0'105'0,"0"0"-75"0,0 0-6 15,0 0-14-15,-19 84-3 16,8-50-7-16,-1 0-126 15</inkml:trace>
  <inkml:trace contextRef="#ctx0" brushRef="#br0" timeOffset="2163.67">1365 11881 56 0,'0'0'35'0,"0"0"48"16,0 0-26-16,0 0 5 16,0 0 22-16,0 0-18 15,24 91-10-15,-19-67-4 16,3 5-17-16,-2 4-10 15,2 3-12-15,-2 4-7 16,4 1-1-16,4 2-3 16,0-3 0-16,0-5 0 15,7-6-1-15,-2-7 0 0,3-8 2 16,2-8 0-16,6-6 5 16,6-8-2-16,10-18 9 15,8-13 6-15,7-6-4 16,-1-4-6-16,-3 3-4 15,-4 4-4-15,-4 6-3 16,-4 8-4-16,-4 8-27 16,-4 6-44-16,-5 3-102 15,-7 2-154-15</inkml:trace>
  <inkml:trace contextRef="#ctx0" brushRef="#br0" timeOffset="2346.68">2233 12129 614 0,'0'0'71'15,"0"0"-30"-15,0 0 12 16,0 0 13-16,0 0-32 16,0 0-34-16,-4 14-15 15,4-5-69-15,0 1-52 16,0-5-131-16</inkml:trace>
  <inkml:trace contextRef="#ctx0" brushRef="#br0" timeOffset="13737.95">4782 13322 118 0,'0'0'37'0,"0"0"-17"0,0 0 6 15,0 0-1-15,0 0 13 16,0 0 50-16,0 0-1 15,-45-3-39-15,41 0 11 16,0-1-22-16,1 0-17 16,-2 1-5-16,1 0-8 15,-4 1 5-15,4-1-8 16,1 1 8-16,1 1 2 16,0 1-2-16,2-1 5 15,0 1-3-15,0 0-2 0,0-2-4 16,0 2-2-16,0 0-5 15,0 0-1-15,7 0-1 16,14 0 1-16,18 0 4 16,20 6-2-16,26-3 4 15,28 1-4-15,25-4 1 16,33 0-2-16,22 0-1 16,11-2-4-16,-1-6 2 15,-24-3 2-15,-26 3-12 16,-26-1 1-16,-22-3 10 15,-24 1 1-15,-21 0 3 16,-22 0-1-16,-19 0 7 16,-7 0 20-16,-11 0 33 15,-1-3-38-15,0 2-21 16,-5-2 2-16,-11 4-3 0,2 2-2 16,-1 3 1-16,1 1-1 15,5 4 0-15,-1 0-7 16,0 9-71-16,-1 7-59 15,8-8-172-15</inkml:trace>
  <inkml:trace contextRef="#ctx0" brushRef="#br0" timeOffset="13917.96">6678 13324 613 0,'0'0'15'15,"0"0"0"-15,0 0 42 16,0 0-23-16,0 0-15 16,0 0-19-16,0 0-56 15,-33 8-47-15,33 9-170 16</inkml:trace>
  <inkml:trace contextRef="#ctx0" brushRef="#br0" timeOffset="14869.88">10558 13629 167 0,'0'0'69'0,"0"0"15"16,0 0 3-16,0 0-9 16,0 0-22-16,0 0-10 15,-12-53-15-15,12 48-13 16,10 2-3-16,17 1-9 16,10 2 0-16,17 0-2 15,16 5 6-15,20 8-2 16,23 3 1-16,20-1-2 15,22 1-2-15,15-4-4 16,6 0 2-16,-3-4-3 16,-15-4-1-16,-17-4-6 15,-22 0 2-15,-23-7 5 16,-24-3 5-16,-24 0-4 16,-23 3 0-16,-15 3 2 0,-10 1 2 15,-1 3-5-15,-30 0-13 16,-14 0-42-16,-11 14-27 15,-3-1-86-15,10-6-142 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17:21.470"/>
    </inkml:context>
    <inkml:brush xml:id="br0">
      <inkml:brushProperty name="width" value="0.05292" units="cm"/>
      <inkml:brushProperty name="height" value="0.05292" units="cm"/>
      <inkml:brushProperty name="color" value="#FF0000"/>
    </inkml:brush>
  </inkml:definitions>
  <inkml:trace contextRef="#ctx0" brushRef="#br0">3705 6718 222 0,'0'0'25'16,"0"0"45"-16,0 0-4 16,0 0-23-16,0 0-6 15,0 0 14-15,0 0-17 16,-30-75-15-16,28 66 7 15,0-1-1-15,-1-2 19 16,-1 2 4-16,4 3 0 16,-2-1-22-16,1 2-2 15,1 3-3-15,-2 0-12 16,2 2 1-16,-1 1-3 0,1-1 2 16,-3-1 6-16,3 1-5 15,0-1-2-15,-2 2 1 16,2 0 0-16,0 0-9 15,0 0 0-15,0 0-6 16,0 10 4-16,0 4 2 16,0 8 2-16,2-1-2 15,5 1 0-15,1-2 0 16,3-3-1-16,0-3 1 16,5-6-2-16,-1-4-1 15,11-4 2-15,8-7 1 16,15-16 3-16,8-10-2 15,2-6-1-15,2-5 0 0,-2-5 0 16,3-2 0-16,-3 0 0 16,-4 2 2-16,-3 3-1 15,-7 7 0-15,-10 7 1 16,-10 4-1-16,-6 7 1 16,-10 9-1-16,-2 4-1 15,-2 6 0-15,-2 2-7 16,0 0-99-16,-3 5-89 15,0 7 21-15</inkml:trace>
  <inkml:trace contextRef="#ctx0" brushRef="#br0" timeOffset="180.46">4367 6307 545 0,'0'0'62'0,"0"0"5"15,0 0-23-15,0 0-18 16,0 0-13-16,0 0-13 16,2 6-41-16,4 12-33 15,0 1-24-15,0-5-211 16</inkml:trace>
  <inkml:trace contextRef="#ctx0" brushRef="#br0" timeOffset="2797.67">3963 8973 273 0,'0'0'84'0,"0"0"21"15,0 0-49-15,0 0-12 16,0 0-2-16,23-87-9 15,-16 68 20-15,1 2 5 16,-2 2-22-16,-2 2-7 0,-1 5-3 16,-1 5-10-16,-2 1-6 15,0 2-5-15,0 0-5 16,0 0-7-16,0 9 3 16,4 11 4-16,1 8 0 15,-1 9 0-15,2 2 0 16,4 0 1-16,1-5 0 15,1-9-1-15,3-6-1 16,2-9 1-16,5-9 0 16,6-1 0-16,16-11 0 15,6-17 1-15,8-8 0 16,2-5-1-16,-7-2 0 0,-6-2 1 16,-6 1 0-16,-6 7-1 15,-7 1 1-15,-4 9-1 16,-8 4 0-16,-4 7 0 15,-2 7 0-15,-3 3-19 16,-4 6-56-16,0 0-86 16,-3 6-47-16,0 3-40 15</inkml:trace>
  <inkml:trace contextRef="#ctx0" brushRef="#br0" timeOffset="2948.66">4530 8777 370 0,'0'0'73'0,"0"0"12"16,0 0-60-16,0 0-8 16,0 0 13-16,0 0-30 15,-3 14-5-15,3 2-10 16,0 3-83-16,0-5-121 16</inkml:trace>
  <inkml:trace contextRef="#ctx0" brushRef="#br0" timeOffset="5629.43">3594 10222 205 0,'0'0'70'0,"0"0"71"0,0 0-52 16,0 0-19 0,0 0-30-16,0 0-5 0,-20-29 4 15,20 26 6-15,-1 1-15 16,1 0 0-16,0 1-8 15,0-1-7-15,0 2 0 16,0 0 0-16,-2 0-10 16,2 0-5-16,0 0-2 15,0 12 2-15,0 3 0 16,0 4 0-16,0 1 1 16,0 1-1-16,5-6 1 15,6-3-1-15,0-5 2 16,10-7-2-16,1 0 2 15,8-17-1-15,6-14-1 0,4-7 2 16,2-4-1-16,1-2 0 16,2-1-1-16,-2 5 3 15,-3 2-3-15,-5 6 0 16,-10 6 2-16,-3 6-1 16,-8 6-1-16,-5 8 0 15,3 6 0-15,-5 0-38 16,5 4-109-16,3 6-20 15,-3-4-314-15</inkml:trace>
  <inkml:trace contextRef="#ctx0" brushRef="#br0" timeOffset="5804.87">4132 10024 184 0,'0'0'433'0,"0"0"-308"15,0 0-53-15,0 0-33 16,0 0-30-16,0 0-9 16,-13-7-48-16,16 21-42 15,10 0-53-15,2-6-189 16</inkml:trace>
  <inkml:trace contextRef="#ctx0" brushRef="#br0" timeOffset="25194.35">2633 6686 184 0,'0'0'44'15,"0"0"35"-15,0 0 30 16,0 0-51-16,0 0 4 16,0 0-5-16,0 0-20 15,-9-12 14-15,9 6 1 16,0 3-29-16,0-2-4 16,0 2-10-16,0 0 0 15,0 1-6-15,0 0 2 16,0 0 0-16,0 0-1 0,0 1-1 15,0-3-2 1,0 1 4-16,0 1 1 0,0-2-1 16,0 0-2-16,-3 0 1 15,3-1-3-15,-2 1 7 16,1 0 9-16,-4-3-11 16,-2 2-5-16,1 1-1 15,-1-1-1-15,-6 5 1 16,5-2-1-16,-7 2-3 15,-9 0 1-15,-7 0 3 16,-5 9 0-16,-3 1-1 16,1 1 0-16,3-1 1 0,-7 3-2 15,4 2 2 1,2-1 0-16,3-2-1 0,9 0 0 16,9-2 1-16,3 1-3 15,3 3 2-15,0 6 1 16,-4 5 0-16,4 6 1 15,-3 9-1-15,-3 3 0 16,0 2 0-16,-1-1-1 16,-1-3 3-16,1 2-2 15,1-4 0-15,0 1 0 16,3-1 0-16,6 3-1 16,2 4 1-16,4 0-1 15,0 2-3-15,1 1 4 16,14-2 0-16,7 0-2 15,-3-1 0-15,0 0 1 0,-8 3-4 16,0-8 5 0,-5 1 1-16,-3-5-1 0,-3-5 1 15,0-2-1-15,-3-4 3 16,-9-2-3-16,0-4 1 16,0-2-1-16,-4-1 1 15,-1-4-1-15,-5 2 0 16,1-3 1-16,-4-6-1 15,2-1 1-15,-2-2 0 16,-5-3 0-16,0 0 1 16,5 0-2-16,9 0 1 15,4-4 0-15,6-1 2 0,3 0 11 16,3-2-8 0,0 4 0-16,0 2-5 0,0-2-1 15,0-1-1-15,16-5 0 16,10-1-5-16,5-3 6 15,3 2 1-15,-4 5 1 16,-3 3-2-16,-6 1 0 16,-8 2-3-16,2 0 2 15,-6 0 0-15,2 11-1 16,2 1 2-16,-1 5 0 16,1 5-2-16,-2 5 0 15,-1 4 1-15,-1 5-1 16,0 1 2-16,-3 1-1 15,-2-1 0-15,-2 1 1 16,0-4 0-16,-2 2 0 0,0-2 0 16,0 1 0-16,0 2 0 15,-2 1 0-15,-4 1 1 16,-3 1-1-16,-3-1-1 16,-1 2 1-16,-5 0 1 15,1 0-1-15,-3 1 0 16,-3-1 1-16,4 2 0 15,-2-2-1-15,0 5 0 16,3-1 0-16,2 2 1 16,-1 2-1-16,1 1 0 15,2 8 0-15,0-4 0 16,-4 4 0-16,4-3 1 0,-2-6-2 16,-2 1 2-16,0-3-1 15,-3-2 0-15,8-1 3 16,1-2-3-16,1-4-1 15,1 0 1-15,4-2 0 16,0-1 0-16,4-2 0 16,2 0 0-16,0-2 0 15,0-3 0-15,0-3-2 16,2-1 2-16,4-5 0 16,0-1 0-16,1-2-1 15,-2-4 0-15,1 0 1 16,-2-2 0-16,2-2 0 15,-1-1 1-15,2 0-1 0,-5 0-1 16,7 0 1 0,0-1-1-16,5 1 2 0,3 0-1 15,11 2 1-15,12 2 0 16,10 0-1-16,14 1 2 16,9-4-1-16,3-1 0 15,3 0-1-15,-1 0 0 16,-4 0 2-16,-7 1-2 15,-2 1 0-15,3-1 1 16,-1-3 0-16,-3-1 0 16,-4-1-2-16,-12-1 2 15,-8 1-2-15,-10-3 0 0,-9 0 1 16,-5 0 0 0,-4 0 0-16,-2 0 4 0,-4 0-4 15,0 0 0-15,-3-1 1 16,-1-1 2-16,-2 2 5 15,0-2 4-15,0 2-1 16,0 0-3-16,0 0-2 16,0 0-6-16,0 0 0 15,0 0-33-15,0 5-93 16,-2 11-14-16,-10-6-154 16</inkml:trace>
  <inkml:trace contextRef="#ctx0" brushRef="#br0" timeOffset="26058.36">5093 9953 1 0,'0'0'254'0,"0"0"-200"15,0 0-8-15,0 0 19 0,0 0 15 16,0 0 7-16,-47-19-43 16,47 19-26-16,0 0-16 15,12 0 2-15,24 0 0 16,24 5 10-16,27 3 7 15,36 1-8-15,35-4 3 16,27-1 0-16,15-1-9 16,-7-3 4-16,-18 0 3 15,-25 0-5-15,-29 0 6 16,-21-3-2-16,-13-4 1 16,-14 0-6-16,-12 0 0 15,-14-1-1-15,-17 3-1 16,-14 1-3-16,-12 1 3 0,-4-2 9 15,0 1-2 1,-9 3-13-16,-14 1-10 0,-9 0-46 16,1 5-55-16,7 10-11 15,18-4-117-15,6-5-67 16</inkml:trace>
  <inkml:trace contextRef="#ctx0" brushRef="#br0" timeOffset="26447.1">7275 9977 453 0,'0'0'89'0,"0"0"-36"0,0 0-21 16,0 0-1-16,0 0 6 15,0 0-21-15,24 0-12 16,28 0 7-16,24 0 28 16,30 1-18-16,21 6-6 15,24 0-6-15,14 1-9 16,0-1 0-16,-7-3 0 16,-13-4 0-16,-21 0 1 15,-26 0-1-15,-24-4 1 16,-24-6 1-16,-20 3-2 15,-12 0 13-15,-12 2 11 0,-6-1-5 16,0-1-15-16,-2 2-4 16,-12 3-6-16,-3 2-26 15,-1 0-42-15,8 4-29 16,8 7-57-16,2-6-169 16</inkml:trace>
  <inkml:trace contextRef="#ctx0" brushRef="#br0" timeOffset="27160.01">9973 10107 266 0,'0'0'118'0,"0"0"-19"0,0 0-50 16,0 0-12-16,0 0-21 15,0 0-12-15,60-30-1 16,-3 30 8-16,29 0 4 15,26 0 9-15,34 0 18 16,27 0 3-16,18 5-30 16,10 3-11-16,-4-2 1 15,-13-1-2-15,-25 0-1 16,-22-4-2-16,-23-1 3 16,-23 0-3-16,-20 0 6 15,-20 0-2-15,-21 0-3 16,-16 0 0-16,-8-1 2 15,-6-2 7-15,0 1-10 0,-20 0-26 16,-13 2-70-16,-10 0-13 16,9 0-135-16</inkml:trace>
  <inkml:trace contextRef="#ctx0" brushRef="#br0" timeOffset="27456.42">12446 10130 470 0,'0'0'48'0,"0"0"-14"16,0 0-30-16,124-4 37 16,-42 4 12-16,26 0 8 15,20 9-11-15,15 3-38 16,4-3-7-16,-3-3-5 15,-9-6 3-15,-23 0-3 16,-21 0 0-16,-22 0 0 16,-27 0 0-16,-19 0-9 15,-15 0-36-15,-8 0-22 16,-15 0 2-16,-25 4-60 16,-11 3-85-16</inkml:trace>
  <inkml:trace contextRef="#ctx0" brushRef="#br0" timeOffset="70198.48">10173 12869 149 0,'0'0'63'0,"0"0"-12"16,0 0 9-16,0 0-14 16,0 0 17-16,0 0-28 15,0 0-6-15,0 0-7 0,7-48 2 16,-7 45 2 0,2-4-8-16,-2-1 0 0,3 1-4 15,-2-2 6-15,3-1-5 16,0 2 1-16,0-2 10 15,2 2 4-15,-3-2-13 16,2 2-2-16,-2 1 9 16,0 2-13-16,-1 0 1 15,-2 3-7-15,2 0 4 16,-2 2 7-16,0 0-3 16,0 0-13-16,0 12 0 15,0 12 4-15,0 11 10 16,0 12 12-16,-6 14-7 15,-10 2-9-15,5 2-6 0,-2-5-3 16,1-6 2-16,6-8-3 16,3-10 0-1,3-7-3-15,0-7-23 0,0-8-29 16,12-7-89-16,7-7-88 16</inkml:trace>
  <inkml:trace contextRef="#ctx0" brushRef="#br0" timeOffset="70647.98">10585 12933 320 0,'0'0'194'0,"0"0"-100"15,0 0 22-15,39 79-34 16,-23-51-34-16,-1 0-18 16,2 2-14-16,1-2-9 15,-3-3-5-15,0-2-1 16,-1-8-1-16,0-6-1 15,3-6-10-15,-1-3-7 0,-1-3-6 16,-1-16-5 0,-4-8 2-16,-4-7 3 0,-6-6 10 15,0-4 13 1,-10-1 1-16,-17-2 3 0,-3 2 10 16,-1 5 18-16,5 7-2 15,9 10 15-15,8 12-31 16,4 10-11-16,5 1-2 15,0 15-45-15,0 16-1 16,8 8-94-16,5-2-89 16</inkml:trace>
  <inkml:trace contextRef="#ctx0" brushRef="#br0" timeOffset="70873.37">11094 13193 732 0,'0'0'120'16,"0"0"-63"-16,0 0-48 15,0 0 18-15,-45 101-12 16,22-57-9-16,2 4-4 16,2-1-1-16,4-3-1 15,2-3-21-15,4-5-27 16,3-10-83-16,6-14-64 15,0-12-259-15</inkml:trace>
  <inkml:trace contextRef="#ctx0" brushRef="#br0" timeOffset="71547.17">11333 13031 694 0,'0'0'44'16,"0"0"-24"-16,0 0 20 16,0 0-4-16,-27 107 7 15,27-64-18-15,0 2-10 16,3 3-8-16,21-1-3 0,8-5-4 16,8-9 2-16,6-11 3 15,-6-14-4-15,-2-8-1 16,-5-1 0-16,-7-22-3 15,-2-7-9-15,-6-6 2 16,-12-5 6-16,-6-3 3 16,0-2-8-16,-22 0-4 15,-14 0-20-15,-7 3 3 16,5 2-2-16,6 7 10 16,18 4 22-16,14 7 0 15,6 6 0-15,25 8-3 16,8 3 3-16,3 4 1 15,0 2 10-15,0 0 5 16,1 9-6-16,-1 8-2 0,-5 7-4 16,-2 2 3-16,-9 9-2 15,-8 0-2-15,-9 1 1 16,-8 2-2-16,-1-7 0 16,0 1-1-16,0-5 0 15,0-5-1-15,0-2-1 16,8-3-18-16,10-6-27 15,5-5-48-15,6-6 32 16,1 0 42-16,2-14 20 16,3-12 10-16,-2-7 40 15,-2-9 57-15,-6-2-27 0,-9-2-18 16,-12-2-20 0,-4 4-19-16,-4 5-5 0,-16 6-12 15,-6 8 0-15,0 8-6 16,0 10-3-16,7 7-3 15,4 0-19-15,10 13-13 16,5 14-27-16,2 7-37 16,19-1-52-16,6-4-228 15</inkml:trace>
  <inkml:trace contextRef="#ctx0" brushRef="#br0" timeOffset="71737.57">12462 13288 769 0,'0'0'69'0,"0"0"-13"15,0 0-13-15,-9 92-23 16,-5-54-11-16,0 0-6 16,-4-1-1-16,5-2-2 15,0-1-10-15,1-8-51 16,5-9-202-16</inkml:trace>
  <inkml:trace contextRef="#ctx0" brushRef="#br0" timeOffset="72897.25">12977 12983 724 0,'0'0'90'16,"0"0"-38"-16,0 0-46 16,0 0-6-16,0 0 0 15,0 0 3-15,-18 89 12 16,12-45-2-16,2 8-1 15,1 5-5-15,3 1-4 16,0-5-1-16,22-9 0 16,15-11-2-16,15-16 1 15,10-14-1-15,0-3-1 16,-1-20-6-16,-11-16 4 16,-13-5 3-16,-17-4 0 0,-14-3 1 15,-6-2-1-15,-19-1 0 16,-17 1-8-16,-8 8-15 15,-2 4-2-15,4 9 18 16,9 9 3-16,11 7 4 16,13 7 0-16,6 6 3 15,3 0-3-15,0 0-3 16,12 0 3-16,15 0 2 16,10 4-1-16,6 2 2 15,8-1-3-15,0 2 0 16,8 3 1-16,1 1-1 15,-3 2 0-15,-5 4 0 16,-9-1 0-16,-11 1 0 0,-13 0 1 16,-6-2-1-1,-10 4 0-15,-3 1 2 0,0 6 13 16,-9 3 0-16,-3 5-7 16,-1 2-2-16,8-2-3 15,5-2-3-15,0-3 2 16,17-8 1-16,8-8-3 15,6-8 2-15,5-5-1 16,3-5-1-16,-2-15-1 16,-4-10-5-16,-9-5 3 15,-12-4-8-15,-8-4-8 16,-4-1 9-16,-15-2 2 0,-10 3 4 16,3 7-5-1,2 4 9-15,13 9-1 0,7 8 1 16,0 9 1-16,21 2 0 15,13 4 1-15,6 0-1 16,7 10 1-16,0 5 4 16,-2 5-3-16,0 2-2 15,-6 6 0-15,-3 0-2 16,-7 3 2-16,-3 1-2 16,-7-1 1-16,-5 0-1 15,-3-1-4-15,1-4 3 16,5-4 1-16,2-5 0 15,8-7-1-15,6-8-1 16,7-2 3-16,3 0 0 0,5-19 0 16,-3-5 2-16,-3-10-2 15,-7-2 0-15,-12-6 4 16,-10 1 5-16,-13-2 16 16,-15-1-3-16,-36 5-3 15,-21 5-10-15,-16 10-9 16,7 15-1-16,15 9-11 15,23 11-27-15,19 21-45 16,17 6-117-16,7-1-390 16</inkml:trace>
  <inkml:trace contextRef="#ctx0" brushRef="#br0" timeOffset="84618.64">12075 12168 197 0,'0'0'73'0,"0"0"17"16,0 0 15-16,0 0-30 15,0 0 2-15,0 0-22 16,0 0 19-16,-11-39-15 16,11 32-20-16,0 0 0 0,0 2-5 15,0-3-9-15,0 2-10 16,0-2-1-16,0 3 0 15,0 1-3-15,0 0-1 16,0 1 3-16,0 2-10 16,0 1-1-16,0 0-1 15,0 0-1-15,0 0-3 16,0 0 0-16,2 0-2 16,2 16 5-16,2 9-1 15,3 10 0-15,0 7 1 0,2 4 0 16,2 1 2-1,5-7-2-15,4-8 0 0,6-11-2 16,7-13-5 0,12-8 5-16,7-11-4 0,6-22-6 15,0-4 4-15,-8-7 4 16,-13 0 2-16,-9 2 1 16,-11 2 1-16,-10 5 1 15,-8 6 0-15,-1 7 8 16,0 8-4-16,-1 7 7 15,-5 7-12-15,3 0-4 16,-5 21 0-16,-2 16 4 16,-5 17 0-16,6 13 1 15,-3 7-1-15,2 6 1 16,2 1 0-16,1-5-1 0,2-7 0 16,4-11-15-16,1-16-23 15,0-11-51-15,1-15-95 16,11-16-138-16</inkml:trace>
  <inkml:trace contextRef="#ctx0" brushRef="#br0" timeOffset="84917.1">12640 12475 688 0,'0'0'155'0,"0"0"-79"15,0 0-47 1,0 0-29-16,0 0 0 0,0 0 0 15,48 25 0 1,-32 8 0-16,-1-2 1 0,4-4-1 16,8-10 0-16,3-10-6 15,3-7 6-15,-1 0-4 16,-4-19 1-16,-9-9-1 16,-10-4 4-16,-9-3 0 15,0 1 0-15,-25 5 5 16,-17 7-3-16,-13 11-1 15,-7 9-1-15,3 2-1 16,10 19-44-16,16 14-60 16,12 6-55-16,14-1-182 15</inkml:trace>
  <inkml:trace contextRef="#ctx0" brushRef="#br0" timeOffset="86632.19">15711 12140 308 0,'0'0'48'0,"0"0"81"16,0 0-37-16,0 0-20 16,0 0 24-16,0 0-22 15,-4-42-23-15,4 42-32 16,0 0-19-16,0 12 0 15,0 10 3-15,4 9 3 16,12 7-3-16,-1-1-1 16,2-2 0-16,-1-8-1 15,1-8 0-15,3-11-1 0,6-8 0 16,4 0 1 0,4-15-1-16,-2-11-1 0,-7-3 0 15,-6-2 1-15,-10-1 1 16,-4 3 0-16,-5 2 6 15,0 7 8-15,0 6 12 16,0 7-11-16,0 6-7 16,0 1-9-16,0 8-4 15,0 19 1-15,0 12 3 16,0 9 0-16,3 6 2 16,5 7-1-16,1 3-1 15,-3 3-4-15,-1-5-13 16,-3-7-25-16,-2-10-39 0,0-12-80 15,0-15-76-15</inkml:trace>
  <inkml:trace contextRef="#ctx0" brushRef="#br0" timeOffset="86878.58">16314 12554 569 0,'0'0'171'0,"0"0"-55"16,0 0-52-16,0 0-30 15,0 0-22-15,0 0-12 16,0-26-6-16,0 49 6 0,-5 10 0 16,-7 6 4-1,-1 2-4-15,-2 4 0 0,0-3-17 16,0-6-62-16,3-7-127 15,6-15-261-15</inkml:trace>
  <inkml:trace contextRef="#ctx0" brushRef="#br0" timeOffset="87914.1">17382 12196 536 0,'0'0'60'16,"0"0"70"-16,0 0-54 16,0 0-72-16,0 0 21 15,0 0 6-15,61 51-3 16,-43-13-19-16,-3 6-6 16,-2 0 0-16,1-1-1 0,0-8-2 15,1-9-8 1,6-12-9-16,4-14 16 15,5 0 0-15,-1-19 1 0,1-9-1 16,-6-5 2-16,-7-3 2 16,-6 2-2-16,-7 5 8 15,-4 6 5-15,0 7 12 16,0 10-9-16,0 6-9 16,0 0-8-16,0 16-8 15,-6 17 6-15,-1 12 2 16,1 13 0-16,2 10 0 15,3 2-6-15,1-4-19 16,0-12-29-16,15-15-98 16,11-16-78-16</inkml:trace>
  <inkml:trace contextRef="#ctx0" brushRef="#br0" timeOffset="88247.97">17940 12630 646 0,'0'0'76'0,"0"0"-19"16,0 0-52-16,0 0 16 15,0 0 19-15,0 0-8 16,56 46-15-16,-44-25-12 16,-6 3-2-16,-6 1 1 15,0 1-4-15,-5-6 0 16,-15 1-1-16,-2-4-10 15,2-5-4-15,1-4 1 0,6-1 10 16,6-6 4 0,6 0 3-16,1-1-3 0,0 0 20 15,7 0 11-15,14 0-27 16,14 0-2-16,14 0-2 16,3 0 0-16,8 5-5 15,1 2-46-15,-2-3-89 16,-9-4-73-16</inkml:trace>
  <inkml:trace contextRef="#ctx0" brushRef="#br0" timeOffset="88947.5">19631 12356 544 0,'0'0'111'0,"0"0"-77"16,0 0-27-16,0 0 18 0,0 0 19 15,48 90-6-15,-33-47-27 16,1 4-1-16,-1-2-7 15,3-5-3-15,4-10-1 16,5-10-25-16,7-14-2 16,4-6 28-16,-4-6 0 15,-1-23 4-15,-6-8-1 16,-7-6 18-16,-8-5 6 16,-7 1 3-16,-5 9-17 15,0 11-4-15,0 13 6 16,0 9 0-16,0 5-15 15,-3 18-2-15,0 20-2 0,0 14 2 16,0 13 2 0,3 4 2-16,0 0-2 0,0-5-4 15,0-9-34-15,10-11-52 16,8-15-43-16,2-15-82 16</inkml:trace>
  <inkml:trace contextRef="#ctx0" brushRef="#br0" timeOffset="89397.2">20182 12741 669 0,'0'0'152'0,"0"0"-72"0,0 0-55 16,0 0-19-16,91-32-5 15,-62 32 2-15,1 0-1 16,-5 0-2-16,-7 3-1 16,-9 1-5-16,-9 2-35 15,0 1-25-15,-7-3 13 16,-17 1 37-16,-6 0-40 16,-1 1 31-16,1 0 14 15,9 2 11-15,8 0 1 16,8 3 0-16,5 4 18 15,0 6 28-15,1 3 7 16,18 8-22-16,6 2-4 0,3 5-4 16,4 1-11-16,-4-3-12 15,-6-3 4-15,-8-5-4 16,-8-8 0-16,-6-8-1 16,0-2 0-16,-5-3 0 15,-13-3-2-15,-10-3-13 16,-11-2-18-16,2 0-31 15,-6-2-22-15,7-11 31 16,18-3-64-16,18-2-159 16</inkml:trace>
  <inkml:trace contextRef="#ctx0" brushRef="#br0" timeOffset="89828.4">21211 12453 903 0,'0'0'43'15,"0"0"-43"-15,0 0-3 16,0 0 1-16,6 101 2 15,-6-45 0-15,0 2 1 0,0-8 0 16,11-10-1-16,6-14-26 16,8-13 19-16,7-11 6 15,4-2 1-15,5-24 0 16,-4-8-3-16,-7-10 0 16,-11 1 3-16,-10 2 3 15,-5 5 0-15,-4 11 17 16,0 10 1-16,0 10 4 15,0 3-25-15,0 9-3 16,-7 21-3-16,-12 13 6 16,-7 19-2-16,-6 8 1 15,2 9-23-15,9-3-33 16,11-15-122-16,10-20-71 0</inkml:trace>
  <inkml:trace contextRef="#ctx0" brushRef="#br0" timeOffset="90162.16">21647 12813 586 0,'0'0'313'16,"0"0"-272"-16,0 0-41 16,0 0-3-16,-25 73 3 15,15-29 0-15,9-1-2 16,1-2-8-16,8-9-26 0,20-8 10 15,5-10 1-15,6-9-5 16,3-5-6-16,3-16 9 16,0-14 22-16,-7-4 5 15,-8-4 39-15,-13 1-1 16,-8 4-3-16,-8 7-3 16,-1 10 8-16,0 9-11 15,0 7-18-15,0 2-11 16,-3 24-16-16,-12 16 7 15,-4 14 6-15,4 12-18 16,3 2-20-16,10-2-33 16,2-15-112-16,14-17-225 15</inkml:trace>
  <inkml:trace contextRef="#ctx0" brushRef="#br0" timeOffset="90762.54">23175 12467 745 0,'0'0'60'0,"0"0"16"16,0 0-48-16,0 0-28 15,0 0-1-15,83 59 0 16,-67-12-1-16,3 3 4 0,4 0-4 16,7-4-3-1,5-7-20-15,5-13 4 0,1-13-9 16,-2-13 1-16,-1-3 29 15,-5-25 3-15,-5-9 2 16,-13-9 10-16,-11-3 19 16,-4 1-14-16,-8 4-9 15,-10 11 3-15,6 11-5 16,3 15 4-16,7 7-12 16,-1 26-1-16,-1 24-4 15,-1 17 4-15,3 14 0 16,2 6-6-16,5 1-23 15,19-9-38-15,16-17-72 16,8-21-106-16</inkml:trace>
  <inkml:trace contextRef="#ctx0" brushRef="#br0" timeOffset="91045.27">23818 12794 845 0,'0'0'9'0,"0"0"-9"16,0 0-2-16,5 122 1 16,12-60 1-16,3 1 0 15,7-3 2-15,1-9-2 0,0-7 0 16,-4-14 2 0,-7-9 2-16,-9-7-2 0,-6-7-2 15,-2-4 0-15,0-3 0 16,-2 0 1-16,-26 0 0 15,-14-7 9-15,-7-6-10 16,1-4-26-16,13 2-24 16,11 0-7-16,16-7-151 15</inkml:trace>
  <inkml:trace contextRef="#ctx0" brushRef="#br0" timeOffset="91241.61">23948 12768 833 0,'0'0'82'16,"0"0"-50"-16,89-17-31 16,-35 17 1-16,10 0-2 15,5 4-9-15,7 13-38 16,-1-3-60-16,-6-9-106 15</inkml:trace>
  <inkml:trace contextRef="#ctx0" brushRef="#br0" timeOffset="102618.1">10722 12913 67 0,'0'0'26'15,"0"0"7"-15,0 0 8 16,0 0 0-16,0 0-7 15,0 0-5-15,0 0 7 16,-10-8 26-16,10 6 6 16,0 0-37-16,0 1-1 15,0 1-2-15,-1-2-2 16,0 2-2-16,1 0-4 16,0-1-6-16,0 1-4 15,-2 0 1-15,2-1-7 16,0 1-3-16,0-2 0 15,-1 2 0-15,1-3 0 0,-2 3 1 16,2-2-2-16,-1 1 0 16,1-3 1-16,0 1-1 15,0 1 0-15,0-1 1 16,0-1-1-16,0 1 0 16,0 0 0-16,0 1 0 15,0 2 0-15,0-2 1 16,0 2-1-16,0-1 0 15,0 1 0-15,0 0 0 16,0 0 0-16,0 0-2 16,-5 0 1-16,1 0 1 15,-6 3 0-15,1 7 0 16,-2-1 0-16,1 2 0 0,1 3 0 16,0-2 0-16,3 2 0 15,-1 2 0-15,2-1-34 16,0-2-99-16,-1-7-253 15</inkml:trace>
  <inkml:trace contextRef="#ctx0" brushRef="#br0" timeOffset="106396.32">15787 12871 75 0,'0'0'37'0,"0"0"-11"0,0 0-4 15,0 0 15-15,0 0 8 16,0 0-5-16,21-24-22 16,-21 21 28-16,0-2-1 15,0 1-14-15,0-1-1 16,0 2-8-16,0-3 16 16,0 3-25-16,0-2 29 15,0 1-29-15,0 2 7 0,0-1 0 16,0 2-8-16,0-1-3 15,0 1 10-15,-1 1 13 16,-1 0 2-16,1-1-18 16,-1 1-3-16,2 0-6 15,0 0-7-15,0 0 0 16,0 0-8-16,2 0 8 16,20 4 3-16,14 2 1 15,17-1 3-15,13-3 1 16,9-2 1-16,4 0-7 15,0 0 5-15,-3 0-4 16,-4 0 0-16,-6 0-1 16,-9 0-1-16,-14 0-1 15,-10 0 0-15,-13 0-1 0,-10 0 2 16,-7 0-1 0,-3 0 1-16,0 0 1 15,0 0-2-15,-12-2 0 0,-9-1 0 16,-2 3 0-16,-4 0-44 15,-2 0-108-15,8 2-177 16</inkml:trace>
  <inkml:trace contextRef="#ctx0" brushRef="#br0" timeOffset="108445.19">15608 13179 222 0,'0'0'95'16,"0"0"31"-16,0 0-88 15,0 0 7-15,0 0-18 16,0 0 27-16,0 0-37 16,-7-33 0-16,7 29 6 15,0-3-2-15,0 4 4 16,0-3 6-16,0 1 3 15,0 2-8-15,5 1-7 16,0-2-9-16,1 1-5 16,6-2-5-16,4 2 0 15,3 1 0-15,6 2 0 0,0 0-1 16,3 0 1 0,1 9-1-16,-2 6-1 0,-5 7 1 15,-10 2-1-15,-3 8-1 16,-9 4-1-16,-2 4 1 15,-19 0 3-15,-10 1 0 16,-3-8 2-16,0-5-1 16,2-7 2-16,3-3-1 15,2-7-1-15,7-4 0 16,4-4 1-16,7-1 1 16,3-2-1-16,4 0 2 15,2 0 9-15,0 0 6 16,0 0-9-16,8-6-10 15,14-3 1-15,8 1-2 0,3 0 1 16,0 1-1-16,-2 3-4 16,0 3-11-16,-1 1-22 15,0 0-49-15,-3 0-62 16,-5-2-223-16</inkml:trace>
  <inkml:trace contextRef="#ctx0" brushRef="#br0" timeOffset="109310.46">16033 13379 493 0,'0'0'155'0,"0"0"-6"16,0 0-78-16,0 0-13 16,0 0-13-16,0 0-34 15,3-35-10-15,-3 35-1 16,0 3-5-16,0 16 2 15,0 9 3-15,-13 6 2 16,-1 0-2-16,1 1-14 16,0-4-8-16,2-5-26 15,1-2-44-15,8-12-77 16,2-12-176-16</inkml:trace>
  <inkml:trace contextRef="#ctx0" brushRef="#br0" timeOffset="109663.03">16142 13179 511 0,'0'0'91'16,"0"0"-7"-16,0 0-83 0,0 0-1 15,0 0 0 1,0 0 3-16,36 46 10 0,-15-20 9 16,-2 0-10-16,-4 1-4 15,0-2-1-15,-7-1-5 16,-4-5-1-16,-4 0-1 16,0-5 0-16,0-3 5 15,-9-2-3-15,-6-1 1 16,-3-2 3-16,-4 0-2 15,-1-1-4-15,4-3-3 16,6 2-44-16,5-2-19 16,5-2-52-16,3 0-176 15</inkml:trace>
  <inkml:trace contextRef="#ctx0" brushRef="#br0" timeOffset="110111.08">16296 13171 191 0,'0'0'354'15,"0"0"-243"-15,0 0-64 0,0 0-38 16,0 0 0-16,0 0-9 15,71-9 2-15,-64 31-2 16,0 2 4-16,-6 5-2 16,-1 5-1-16,0 0 1 15,0 2-1-15,0-2 0 16,0-3-1-16,0-4 2 16,0-4-2-16,0-9-5 15,0-7-18-15,0-7 12 16,8 0 11-16,5-13 24 15,2-11 15-15,4-8 12 16,2-4-8-16,-4 2-23 16,-2 3-4-16,-10 4-8 15,-3 7-8-15,-2 4 0 16,0 2-9-16,0 5-3 0,-2 3 5 16,0 6-15-16,-6 0-32 15,-1 4-111-15,-3 14 60 16,1 2-125-16</inkml:trace>
  <inkml:trace contextRef="#ctx0" brushRef="#br0" timeOffset="110329.11">16733 13546 635 0,'0'0'170'0,"0"0"-109"15,0 0-48-15,0 0-12 16,0 0-1-16,0 0 1 16,-52 97 0-16,36-68 0 15,5-2-1-15,2-5-18 16,4-2-50-16,5-6-90 16,0-10-198-16</inkml:trace>
  <inkml:trace contextRef="#ctx0" brushRef="#br0" timeOffset="111174.89">16843 13400 623 0,'0'0'86'15,"0"0"-58"-15,0 0-28 16,0 0 0-16,0 0 8 15,0 0 27-15,-13 94-11 16,13-54-3-16,4 1-7 16,14-7-8-16,2-8-1 15,4-11 0-15,6-10-1 16,5-5 0-16,0-12 1 16,-1-13-2-16,-7-9 1 15,-8-1 0-15,-12 0 5 0,-7 0-1 16,-6 3-8-1,-26 1-3-15,-7 6-1 0,2 6-14 16,11 9-5 0,13 6 23-16,9 4-2 0,4 0-2 15,0 2-33-15,10 10 26 16,17-1 6-16,6-2 5 16,6 1 2-16,0-3 2 15,-6 0-1-15,-8-1 9 16,-8 0-4-16,-8 2-2 15,-6 3-6-15,-3 1 0 16,0 5 1-16,-3 4 0 16,-9 4 2-16,0 4-2 15,-1 3 2-15,5 0-3 0,5 1 1 16,3-9 1-16,2-7-2 16,17-10 0-1,6-7-5-15,2-6 5 0,2-22 2 16,-2-8 1-16,-2-3 13 15,-6 1 6-15,-7 6-6 16,-4 5-6-16,-4 6-8 16,0 8 2-16,-1 7-4 15,5 3-1-15,7 3-15 16,3 0 0-16,7 5 11 16,3 9 2-16,2 6 3 15,-1 2 0-15,-1 1 1 16,-6 4 6-16,-7-1-7 0,-6 2-1 15,-1-3 0 1,-1-4 1-16,-1-7 0 0,-1-4 1 16,-3-5 2-16,-2-5-3 15,4 0 2-15,1 0 4 16,6-15-3-16,1-9 1 16,3-6-3-16,-3-3 1 15,-6-1 1-15,-6-3-2 16,0 2 9-16,-20 3-1 15,-18 7-7-15,-10 7-4 16,-13 8-35-16,-4 10-18 16,3 0-106-16,7 6-320 0</inkml:trace>
  <inkml:trace contextRef="#ctx0" brushRef="#br0" timeOffset="112256.81">17869 13026 239 0,'0'0'103'15,"0"0"61"-15,0 0-70 16,0 0-25-16,0 0 23 16,0 0-37-16,-16-46-26 15,16 44-5-15,21 2-12 16,24 0-10-16,22 0 12 15,25 0 5-15,22 2-2 0,20 7-11 16,9 2-3 0,-4-5 5-16,-8 2-7 0,-13-3 0 15,-17-4 0-15,-14 1-1 16,-20-2-1-16,-18 0-2 16,-21 0-6-16,-14 0-9 15,-12 2-6-15,-2 0-13 16,-8 5-69-16,-22-1-15 15,-16-6-113-15</inkml:trace>
  <inkml:trace contextRef="#ctx0" brushRef="#br0" timeOffset="114571.77">18190 13358 261 0,'0'0'45'15,"0"0"7"-15,0 0 35 0,0 0-44 16,0 0-10-1,91 26-7-15,-80-9-5 0,-4 3-10 16,-5 2-4-16,-2 4-4 16,0 2 3-16,-9 1-2 15,-12 1-1-15,2-4 1 16,0-4-3-16,3-2-1 16,0-4 2-16,5-6-2 15,6-5 0-15,1-1 0 16,4-3 0-16,0-1 0 15,11 0 6-15,14 0 18 16,6 0-6-16,8 0-11 16,1 0-6-16,5-3-1 15,0-1-19-15,-1-6-62 0,-2-2-173 16</inkml:trace>
  <inkml:trace contextRef="#ctx0" brushRef="#br0" timeOffset="114956.59">18613 13409 421 0,'0'0'120'0,"0"0"-30"0,0 0-39 16,0 0 11-16,0 0-26 16,0 0 4-16,-1-37-31 15,1 37-9-15,0 12-5 16,0 10 5-16,1 5 2 16,9 4-2-16,0 3 1 15,-1-1 0-15,-3 0-1 16,-3-5-1-16,-2-2 1 15,-1-4 0-15,0-7-3 16,0-5 3-16,-10-2 0 16,-6-4 0-16,-4 1 1 15,-3-3 2-15,-2-2-2 0,0 0-1 16,3 0-60-16,8 0-85 16,7-16-202-16</inkml:trace>
  <inkml:trace contextRef="#ctx0" brushRef="#br0" timeOffset="115370.4">18681 13411 456 0,'0'0'93'15,"0"0"-42"-15,0 0-7 16,0 0-2-16,86 5-11 15,-71 2-11-15,-3 5-8 0,-3 0-6 16,-3 0-3-16,-1 4 0 16,-2-3 0-16,-3 2 0 15,0 0-2-15,0 4 0 16,0 2-1-16,0 0-4 16,0 1-29-16,0-3-20 15,0-5 5-15,7-5 0 16,10-9 4-16,3 0 20 15,4-9 23-15,-1-13 1 16,-1-6 4-16,-4-2 26 16,-5-4 37-16,-4 2-10 15,-7 0 21-15,-2 4-15 0,-9 4-37 16,-16 4-12 0,-9 6-14-16,-1 6 0 0,-1 8-17 15,3 0-58-15,7 15-66 16,11 7-116-16</inkml:trace>
  <inkml:trace contextRef="#ctx0" brushRef="#br0" timeOffset="115594.88">19087 13704 780 0,'0'0'54'0,"0"0"-53"16,0 0 1-16,0 0-1 15,-72 94 0-15,59-70 0 16,5-4-1-16,4-3-18 16,1-2-74-16,1-6-20 15,2-9-156-15</inkml:trace>
  <inkml:trace contextRef="#ctx0" brushRef="#br0" timeOffset="116368.71">19195 13566 570 0,'0'0'80'0,"0"0"-80"15,0 0 3-15,0 0 3 16,0 0 31-16,0 77 8 16,0-47-7-16,0-4-23 15,5-4-7-15,4-6-1 16,6-3-4-16,0-8 5 16,4-3-4-16,-2-2 0 15,2-5-1-15,-3-14 0 0,-8-5-3 16,-8-5-7-1,0-1-4-15,-17-3-38 0,-4 4-4 16,2 9 35-16,10 6 18 16,7 5 0-16,2 6 0 15,2 3-4-15,18 0-3 16,8 2 6-16,6 8-2 16,6 2 3-16,-2 2 1 15,-4-1 5-15,-6 1 8 16,-7 0 9-16,-7 3-4 15,-5 0-2-15,-8 1-14 16,-1 2-2-16,0-2 1 0,-4 0-1 16,-8-3 3-1,1-5-4-15,4-3-4 0,2-4-10 16,5-3 7-16,0 0 7 16,2-12 0-16,13-7-11 15,4-3 4-15,2 0 5 16,-2 4-1-16,-2 5-5 15,-3 5 8-15,-1 4-2 16,-3 4 0-16,-1 0-2 16,-1 0 2-16,-1 11 0 15,2 4 2-15,0 3 0 16,0 3 0-16,3-2 2 16,-2-1-2-16,-1-4 1 15,0-4-1-15,3-3 0 16,-1-6 0-16,-1-1 1 0,-3 0 2 15,-1 0-3 1,-3-8 8-16,-1-5-5 0,-1-2 20 16,-1-5 3-16,0-3 23 15,0-5-10-15,0-2-2 16,-9 2-8-16,-5 5-14 16,-8 6-12-16,-9 6-3 15,-6 6-35-15,3 5-49 16,7 0-104-16,15 2-336 15</inkml:trace>
  <inkml:trace contextRef="#ctx0" brushRef="#br0" timeOffset="117319.84">20113 13343 382 0,'0'0'159'0,"0"0"-87"15,0 0-48-15,0 0 14 16,103-9 39-16,-62 9-31 16,6 0-27-16,5 0-6 15,2 0-4-15,7 4-1 16,1-1-2-16,4-3-4 15,-6 2-1-15,-7-2 2 16,-12 0-2-16,-14 0 0 16,-14 0-1-16,-7 0-6 15,-6 0-32-15,-15 7-109 16,-19 1 28-16,-10 0-365 16</inkml:trace>
  <inkml:trace contextRef="#ctx0" brushRef="#br0" timeOffset="118398.09">20284 13587 93 0,'0'0'92'0,"0"0"10"16,0 0-21-16,0 0 30 15,0 0-52-15,0 0-1 16,15-33-9-16,-9 30-17 15,6 3-15-15,2 0-16 0,2 0 3 16,4 3 13-16,-1 11-3 16,-3 6-11-16,-2 7 0 15,-8 4-1-15,-5-2-2 16,-1 2 0-16,-1-2 3 16,-15 0 0-16,-3-7-2 15,0-3 3-15,1-2-4 16,0-7 0-16,3-3-1 15,2-2 1-15,5-2-1 16,4-1 3-16,2-2-1 0,2 0-1 16,0 0 2-1,0 0-1-15,0 0 8 0,15 0 10 16,6 0 5-16,3 0-5 16,4-3-7-16,-3-1-3 15,-2 1-4-15,-2 3-4 16,-2 0-1-16,-5 0-16 15,-1 0-55-15,-9 0-21 16,-2 0-46-16,-2-3-201 16</inkml:trace>
  <inkml:trace contextRef="#ctx0" brushRef="#br0" timeOffset="118849.78">20594 13640 466 0,'0'0'99'16,"0"0"-42"-16,0 0-56 15,0 0-1-15,0 0 5 0,0 0 22 16,0 74-4-16,0-45-2 16,2-1-12-16,6 1 2 15,-2-4-8-15,5-1-1 16,-2-7 1-16,0-3-3 15,0-6-1-15,-6-4 0 16,-3-2 2-16,0-2 2 16,0 0 14-16,-18 0 8 15,-8 0-20-15,-6-5-4 16,2 1 0-16,4-1-1 16,12 5-3-16,6 0-58 15,8 0-35-15,0 0-196 0</inkml:trace>
  <inkml:trace contextRef="#ctx0" brushRef="#br0" timeOffset="119351.08">20715 13691 494 0,'0'0'106'0,"0"0"-96"15,0 0-2-15,0 0 20 16,0 0 19-16,0 0-2 16,41 50-6-16,-34-36-24 15,2 2-9-15,0 1-3 0,0 0-1 16,1 0-1-16,-1-2-1 16,-1-1-3-16,-2-2-45 15,0-4-19-15,-6-1 34 16,0-2 9-16,0 0 20 15,0-2 4-15,-8-2 14 16,5-1 24-16,0 0 12 16,3 2-22-16,-1-1-27 15,1 0-1-15,0 0-2 16,0 2 2-16,0-1 1 16,13-2 6-16,5 0-1 15,3 0-1-15,0 0-2 16,-2-10-1-16,-1-2-1 0,-3-4-1 15,-2-4 1 1,-5-2-1-16,-6-4 3 0,-2-1-1 16,-5-1-2-16,-20 0 0 15,-8 4-4-15,-4 6 1 16,7 10-39-16,9 8-10 16,12 9-25-16,9 10-218 15</inkml:trace>
  <inkml:trace contextRef="#ctx0" brushRef="#br0" timeOffset="120232.78">21079 13825 421 0,'0'0'180'0,"0"0"-128"16,0 0-41-16,0 0-11 16,0 0 1-16,0 0 20 15,-10 46 16-15,10-21-7 16,7 3-18-16,7-4-1 15,2-4-8-15,2-7 1 16,4-10 1-16,1-3 0 0,2 0-3 16,-6-14-2-1,-1-10-12-15,-10-3-18 0,-8-1 18 16,0 0-10 0,-9 2-12-16,0 6 12 0,3 6 19 15,4 9 3-15,2 3 10 16,0 2-8-16,0 2-2 15,5 12 0-15,4 6 0 16,1 0 6-16,-2 4 0 16,-1 0 0-16,-2-2-3 15,-1-3 0-15,2-5-2 16,2-2 1-16,7-4-2 16,0-8 3-16,-1 0-2 15,2 0 3-15,-5-10-4 16,-3-4 0-16,1-1 2 0,-6 3 5 15,0 2-2 1,-2 2 14-16,-1 7 24 0,0 1-30 16,0 0-13-16,0 0-8 15,3 9 5-15,-2 7-2 16,7 5 5-16,4 3-1 16,8-2 1-16,9 0-24 15,4-4-15-15,1-8 5 16,-2-7 7-16,-5-3 7 15,-7-4 16-15,-3-14 4 16,-4-6 3-16,-5-5 4 16,-5 0 7-16,-3-3 25 15,-12 3-9-15,-17 2 17 16,-9 6-31-16,-1 9-16 0,3 12-25 16,8 0-64-16,16 7-90 15,12 10-216-15</inkml:trace>
  <inkml:trace contextRef="#ctx0" brushRef="#br0" timeOffset="121249.93">21703 13456 4 0,'0'0'311'0,"0"0"-172"0,0 0-54 16,0 0-57-1,0 0-19-15,0 0 21 0,125-11 24 16,-61 11-12-16,10 2 1 16,13 6 3-16,6-1-23 15,1-2-9-15,-3 3-7 16,-11-4-4-16,-17-4-2 16,-17 0-1-16,-18 0 3 15,-11 0-3-15,-16 0-12 16,-1 0-60-16,-13-6-80 15,-17-1-141-15</inkml:trace>
  <inkml:trace contextRef="#ctx0" brushRef="#br0" timeOffset="122530">22116 13690 224 0,'0'0'87'0,"0"0"55"16,0 0-30-1,0 0-39-15,0 0 3 0,0 0 1 16,10-28-58-16,1 28-9 16,2 0-1-16,0 5-3 15,-3 10-6-15,-3 4 0 16,-7 7-2-16,0 2 0 15,-1 3 0-15,-15-2 1 16,-3-3-8-16,-1-3-24 16,1-7 12-16,0 0-5 15,6-6 2-15,1-2 12 16,4-5-1-16,7-1 12 16,1 0-1-16,0-2-4 15,0 0 4-15,10 0-2 16,16 0 4-16,8-5 0 15,7-9-10-15,3-5-16 16,5-1 7-16,-4-4-4 0,-6-2 12 16,-5 1 11-16,-13 3 20 15,-5 4 5-15,-9 3 13 16,-5 6-6-16,-2 6-11 16,0-2-18-16,0 5-2 15,0 0-1-15,-7 0-5 16,-3 14-4-16,0 8 5 15,1 6 0-15,2 5 4 16,1 1 4-16,5-1 17 16,1-1-2-16,0-3-3 0,0 0 4 15,0-7-9-15,-3-3-8 16,0-7 1-16,0-3-2 16,-3-7 0-16,-4-2 4 15,-4 0-2-15,-3 0-4 16,-1-11-24-16,5-6-42 15,6-5-23-15,7-2-93 16,0-5-60-16</inkml:trace>
  <inkml:trace contextRef="#ctx0" brushRef="#br0" timeOffset="122846.19">22498 13764 385 0,'0'0'140'0,"0"0"-48"16,0 0-42-1,0 0-35-15,0 0 6 0,0 0 5 16,22 25-2-16,-19-9-12 16,3 4 0-16,-3-4-5 15,2 1-6-15,-2 0 1 16,3 0 3-16,1-1-5 16,2 0-1-16,0-2-82 15,0-2 50-15,0-4-10 16,3-8 21-16,-2 0 13 15,2-3 9-15,-3-13 8 16,-1-4 10-16,-1-2 6 16,-7-1 7-16,0-1 25 15,-7-4-22-15,-10 4-11 0,-4 0-17 16,2 7-6-16,2 10 0 16,4 7-98-16,7 0-93 15</inkml:trace>
  <inkml:trace contextRef="#ctx0" brushRef="#br0" timeOffset="124078.84">22825 13783 248 0,'0'0'241'16,"0"0"-158"-16,0 0-82 16,0 0 11-16,0 0 16 15,0 0 4-15,0 59 7 16,0-26-11-16,0 1-18 15,0 0-5-15,5-6-2 16,1-10-1-16,2-6-1 0,1-12 4 16,7 0-2-1,5 0-3-15,-1-19-29 0,-4-5-17 16,-7-3 10-16,-9 1 12 16,0-1-20-16,0 0-4 15,0 5 43-15,0 5 5 16,0 5 16-16,5 8 19 15,8 4-21-15,0 0-13 16,-1 14 4-16,0 8-2 16,-2 0 0-16,-2 2-3 15,-1 2 2-15,-2-3-1 16,4-2 0-16,-3 1-1 16,3-3 2-16,0-4-1 0,-2-1-1 15,1-7-8 1,2-4-3-16,-3-3-36 0,3 0 47 15,0-12 0 1,-4-3 8-16,3-2 17 0,-2 0-13 16,2 1-8-16,-1 6 1 15,-1 3-1-15,1 6 0 16,3 1-4-16,0 0-2 16,2 6 2-16,1 6 0 15,3 2 0-15,-1 3 0 16,6-1 1-16,-2 0-1 15,-4-4 0-15,-6-4 0 16,-3-3-2-16,-3-4-4 16,-3-1 6-16,-1 0 2 0,0 0-2 15,0 0-5 1,0-3 5-16,1-1 0 0,3 1 8 16,-1 1-6-16,1-3 1 15,-1-2 24-15,2-1 19 16,0-5 21-16,0-2 20 15,-1-3-54-15,1-3 7 16,-2-3-11-16,0-2-16 16,-3-4 0-16,0 2-11 15,-9 3-2-15,-21 6-29 16,-9 9-76-16,1 5-107 16</inkml:trace>
  <inkml:trace contextRef="#ctx0" brushRef="#br0" timeOffset="125427.03">23462 13430 365 0,'0'0'169'15,"0"0"-72"1,0 0-49-16,0 0 49 0,0 0-33 16,0 0-48-16,38-14-13 15,10 14 2-15,15 0 8 16,9 0 3-16,11 0 3 16,15 5-11-16,11 4 0 15,7 4-4-15,7 3-4 16,-3 0-5-16,-6-1 2 15,-8 0 3-15,-12-8-23 0,-17-2-7 16,-25-5 3 0,-22 0-9-16,-24 0-50 15,-9-2-2-15,-33-5-291 0</inkml:trace>
  <inkml:trace contextRef="#ctx0" brushRef="#br0" timeOffset="126376.05">23625 13718 594 0,'0'0'69'16,"0"0"-63"-16,0 0-5 16,0 0 7-16,0 0 0 15,0 0 1-15,53 90-7 16,-53-65 1-16,0-4-2 0,0-1 8 15,0-5-4 1,-6-2-4-16,0-1-1 0,1-4-1 16,1 0-20-16,2 0 17 15,2-3-13-15,0-1 15 16,0-1-5-16,8 0 5 16,11-3 2-16,7 0 3 15,4 0 3-15,3 0-4 16,2 0 0-16,1 0-2 15,1-7-2-15,-4-1-12 16,-3-3-18-16,-5 0 26 16,-9-1 6-16,-7-3 13 0,-3 1 9 15,-6-2 3-15,0 6 39 16,0 0-24-16,-1 1-31 16,-4 6 7-16,1 3-14 15,0 0-2-15,-1 5-6 16,-1 14 0-16,0 8 6 15,-2 6 0-15,2 4 1 16,2 2 6-16,3-3-2 16,-1 0 7-16,1-6-8 15,-2-6 1-15,0-3-3 16,-2-8 1-16,1-4-3 16,-6-3 1-16,-4-5-1 15,-4-1-24-15,-2 0-96 16,0-21-73-16,5-6-260 15</inkml:trace>
  <inkml:trace contextRef="#ctx0" brushRef="#br0" timeOffset="126726.1">24050 13938 395 0,'0'0'136'15,"0"0"-31"-15,0 0-57 16,0 0 41-16,0 0-65 15,0 0-13-15,44 3-8 16,-37 7-1-16,1 1-2 16,-4 4 0-16,2-1 0 15,-1-1 1-15,2 4 3 0,2 2-4 16,-2 0 1-16,1-4-1 16,-2-3-14-16,0-5-41 15,0-7 21-15,-2 0 34 16,4-3 5-16,1-14-1 15,0-3 3-15,0-3-5 16,0-3 0-16,1-3 8 16,-6-2-2-16,-4 1 27 15,0 1-13-15,-14 3-5 16,-16 8-17-16,-9 10 0 16,-3 8-27-16,6 6-65 15,9 19-30-15,16 5-192 16</inkml:trace>
  <inkml:trace contextRef="#ctx0" brushRef="#br0" timeOffset="126961.99">24322 14130 583 0,'0'0'250'0,"0"0"-174"16,0 0-76-16,0 0-7 16,0 0 6-16,0 0 1 0,-3 71 0 15,-1-48-1 1,-1-4-18-16,-2-2-14 0,-4-2-32 16,-2-4-88-16,1-5-172 15</inkml:trace>
  <inkml:trace contextRef="#ctx0" brushRef="#br0" timeOffset="127725.08">24480 14015 326 0,'0'0'129'0,"0"0"-114"16,0 0-11-16,0 0 27 15,0 0 27-15,0 0-29 16,-18 95-11-16,11-65-6 16,2-5-5-16,4-7-4 15,1-6 1-15,0-5-1 16,0-7 0-16,3 0 4 15,16-2 21-15,2-16-13 16,3-5-15-16,-8-2-17 16,-7-1 12-16,-4 4-6 15,2 2-32-15,5 4-12 0,-1 6-53 16,3 4 108-16,-2 5 25 16,-2 1 10-16,-4 0 3 15,-1 7-26-15,-3 10 0 16,-2 5 7-16,0 3-4 15,-2 0-8-15,-9 0-2 16,1-6-2-16,4-4 1 16,5-2-2-16,1-7-2 15,0-4 1-15,7-2-2 16,13 0 1-16,7-8-29 16,5-11 17-16,0-6 8 15,-7 0 4-15,-1 1 30 16,-5 6-27-16,-7 7 10 0,-1 3-6 15,-7 7 14 1,-2 1-21-16,-1 0-3 0,1 4 3 16,-2 9-8-16,3 3 5 15,-2 1 2-15,1 2-5 16,1-1 3-16,1-4-22 16,5-2-3-16,5-7-55 15,5-5 57-15,2 0 20 16,3 0 6-16,-4-5 5 15,-3-7 23-15,-4 0 28 16,-4-2-27-16,1-1 1 16,-5 2 10-16,-4-3 26 15,-1-1 13-15,0-3-25 0,-17 1-33 16,-16-1-16-16,-13 6-5 16,-3 7-64-16,7 4-135 15,22 3-418-15</inkml:trace>
  <inkml:trace contextRef="#ctx0" brushRef="#br0" timeOffset="155600.72">7867 14163 79 0,'0'0'169'0,"0"0"-61"15,0 0-32-15,0 0-20 16,0 0 1-16,0 0 5 15,0 0-7-15,9-76-8 16,-9 68-3-16,0 0-9 16,0-1 2-16,0 3 1 15,0 0-20-15,0 3 3 16,0 3-7-16,0 0-10 16,0 0-4-16,0 10-11 15,-5 22 1-15,-5 13 9 16,-8 19 1-16,-6 13 0 0,-9 6 3 15,-2 1-2 1,-3-7-1-16,8-12 3 0,6-12-1 16,8-16-1-16,9-15-1 15,1-10 3-15,6-8-2 16,0-4 5-16,0-5 0 16,0-20 5-16,0-17-11 15,16-11-67-15,5-5-3 16,7-5 3-16,2-5-8 15,3 5 23-15,0 0 29 16,4 3 11-16,2 2 2 16,0 0-22-16,1 8-20 15,1 5-29-15,-2 11 81 16,-3 8 1-16,-6 10 44 16,-8 10 2-16,-5 6-18 0,-6 10-20 15,-4 16-3-15,-7 8 9 16,0 5 13-16,-11 0-10 15,-11-1 7-15,-5-3-6 16,-1-5-9-16,-4-3 3 16,0-5-6-16,-3-3 0 15,1-5-7-15,1-3-1 16,6-6-35-16,3-5-12 16,8 0-45-16,7 0-51 15</inkml:trace>
  <inkml:trace contextRef="#ctx0" brushRef="#br0" timeOffset="156282.42">8370 14064 623 0,'0'0'87'0,"0"0"-85"16,0 0-2-16,-23 83 25 16,11-43 9-16,-1 2 5 0,-2 6-19 15,0-1 0 1,-1-2-11-16,2-6-3 0,2-10-2 16,5-9-2-16,2-8-1 15,2-6 1-15,0-6 1 16,0 0 3-16,-2-17 50 15,-2-14-45-15,4-12-11 16,3-6-29-16,0-3 2 16,0 1 5-16,17 2-11 15,4 5-12-15,9 6 6 16,8 6 18-16,4 5 13 16,5 6 8-16,2 11 4 15,0 7 3-15,-4 3 0 16,-4 7-2-16,-5 12 2 0,-9 4-6 15,-11-1 2 1,-8-5-1-16,-8-3-2 0,0-1 2 16,-3-2 9-16,-14 2-5 15,-9-1-2-15,5-1 3 16,2-2-4-16,6-1-3 16,9-2 1-16,1 2-2 15,3 5-6-15,0 4 7 16,4 4 1-16,11 2 3 15,-1 4-1-15,2 1 4 16,-1 0-1-16,3 0 3 16,-5-3 2-16,-5-5 6 15,-5-5-8-15,-3-6-7 0,0-5 2 16,-6 3 4 0,-24-4 1-16,-13 1-3 0,-17-4-2 15,-7 0-4-15,6 0-4 16,4-10-9-16,21-2-2 15,18 0 1-15,18 3-40 16,17-3-183-16</inkml:trace>
  <inkml:trace contextRef="#ctx0" brushRef="#br0" timeOffset="156863.16">9112 13880 724 0,'0'0'94'0,"0"0"-24"16,0 0-68-16,0 0-2 15,0 0-4-15,2 82 2 16,-17-19-1-16,-9 12 3 16,-7 5 13-16,0-2 0 15,6-3-4-15,5-12-5 16,7-12-2-16,9-15 1 0,0-12-1 16,2-9-2-16,2-11 2 15,0-4-1-15,0 0 11 16,0-7 36-16,0-22-23 15,0-11-25-15,6-13-22 16,3-4-3-16,5-4-17 16,2 1 5-16,2 4 1 15,6 6-14-15,0 8-36 16,4 10 3-16,-1 8 46 16,-6 7 27-16,0 11 10 15,-4 6 21-15,-3 6-12 16,0 17 3-16,0 6 12 0,-5 0 3 15,-4 0-5 1,-5-5-2-16,0-2-6 0,0-3 2 16,-14-2-4-16,-5-2 3 15,-4-1-1-15,-7-2-5 16,-6-4-2-16,-2-1 4 16,4-4-11-16,7 0-14 15,12-2-50-15,9 1-50 16,6-2-136-16</inkml:trace>
  <inkml:trace contextRef="#ctx0" brushRef="#br0" timeOffset="157096.26">9529 14234 336 0,'0'0'417'15,"0"0"-309"-15,0 0-91 16,0 0-17-16,0 0 0 16,0 0 0-16,53 11 3 15,-18-5-1-15,5 1-2 16,5-2-4-16,4 2-53 16,-2-2-102-16,-8-1-38 15</inkml:trace>
  <inkml:trace contextRef="#ctx0" brushRef="#br0" timeOffset="157280.67">9494 14418 254 0,'0'0'266'0,"0"0"-192"16,0 0 7-16,0 0 12 16,0 0-23-16,0 0-37 15,-3 26-7-15,29-23-7 16,11-3-4-16,12 0-9 15,9 0-6-15,3 0-7 16,-1 0-71-16,-8-10-110 16,-9-2-322-16</inkml:trace>
  <inkml:trace contextRef="#ctx0" brushRef="#br0" timeOffset="160858.09">16056 13425 426 0,'0'0'87'16,"0"0"41"-16,0 0-6 15,0 0-75-15,0 0-35 16,0 0 30-16,-8-36-3 15,7 30-29-15,-1 3 14 16,2-2-20-16,0 5 15 16,0-3-8-16,0 3-7 15,-2 0-4-15,2-2 0 16,0 2-2-16,0 0-10 16,0 0-27-16,0 0-33 15,4 0-97-15,15 0 10 0,6 0-271 16</inkml:trace>
  <inkml:trace contextRef="#ctx0" brushRef="#br0" timeOffset="161539.8">18850 13280 509 0,'0'0'87'0,"0"0"-49"16,0 0-28-16,0 0 9 15,0 0 43-15,0 0-4 16,0 0-37-16,0 0 4 16,-2-2-14-16,1-1 15 15,-2 1-3-15,3 0-3 16,0-1-8-16,0-1 3 16,-2 0-4-16,1 1-5 0,1 0-1 15,-2 0-2-15,0 1-1 16,2-1-2-16,0 1 0 15,0 1 0-15,0 1 0 16,0 0-21-16,0 0-49 16,0 0-157-16,0 0-154 15</inkml:trace>
  <inkml:trace contextRef="#ctx0" brushRef="#br0" timeOffset="162216.05">20935 13522 529 0,'0'0'71'0,"0"0"-28"15,0 0 39-15,0 0-35 16,0 0 10-16,0 0-34 15,-24-31-9-15,24 30 3 16,-2 1-8-16,2 0 0 16,0 0-8-16,0 0-1 15,0 0 0-15,0 0 0 0,0 0-13 16,0 0-47 0,-3 0-106-16,2 0-11 0,1 0-174 15</inkml:trace>
  <inkml:trace contextRef="#ctx0" brushRef="#br0" timeOffset="162642.32">22204 13617 465 0,'0'0'62'0,"0"0"-33"15,0 0-29-15,0 0-2 16,0 0-26-16,0 0-2 15,-64 9-59-15,41 2-12 16,2-5-132-16</inkml:trace>
  <inkml:trace contextRef="#ctx0" brushRef="#br0" timeOffset="167406.91">10708 14079 89 0,'0'0'47'16,"0"0"-42"-16,0 0 15 16,0 0-13-16,0 0 6 15,0 0-3-15,0 0-6 16,-80 38-1-16,72-33-2 15,4 0-1-15,-1 0 0 16,5 0-4-16,0-3-43 16,0-1-13-16</inkml:trace>
  <inkml:trace contextRef="#ctx0" brushRef="#br0" timeOffset="171304.63">10787 13967 315 0,'0'0'89'15,"0"0"34"-15,0 0-28 16,0 0-27-16,0 0-40 16,0 0-28-16,0-17 0 0,-4 42 0 15,-7 6 16-15,-1 10-1 16,-2 3-8-16,-3 2-2 15,4-1-2-15,4-8-2 16,3-3-1-16,6-7 0 16,0-5-18-16,0-4-65 15,0-13-43-15,11-5-306 16</inkml:trace>
  <inkml:trace contextRef="#ctx0" brushRef="#br0" timeOffset="171681.8">10973 14040 614 0,'0'0'39'15,"0"0"-37"-15,0 0-2 16,-20 72 7-16,14-39 8 15,2 2 3-15,4 3-2 16,0-1-5-16,10-5-9 16,15-9 0-16,10-9 1 15,12-11 4-15,5-3 5 16,-2-11 0-16,-6-15-3 0,-12-9 5 16,-14-4 9-16,-10-2 16 15,-8-5-16-15,-8 1-9 16,-22 0-8-16,-10 7-6 15,-5 8 1-15,9 12-2 16,8 15-1-16,14 3-46 16,11 20-113-16,3 11 28 15,18 1-140-15</inkml:trace>
  <inkml:trace contextRef="#ctx0" brushRef="#br0" timeOffset="171882.01">11495 14282 460 0,'0'0'211'15,"0"0"-168"-15,0 0-41 16,0 0 4-16,-68 85-1 16,49-48 4-16,4 3-6 15,5-4-2-15,5-4-1 16,5-5-50-16,0-7-16 15,0-9-80-15,3-11-181 16</inkml:trace>
  <inkml:trace contextRef="#ctx0" brushRef="#br0" timeOffset="172530.91">11605 14205 651 0,'0'0'0'16,"0"0"-9"-16,0 0 5 15,0 0 4-15,-5 84 1 16,5-57 3-16,9 4-1 16,7-2 2-16,9-5-1 15,0-8-4-15,5-7 1 16,0-9 2-16,1 0 0 0,2 0-3 15,-6-15-2-15,-6-7-1 16,-11-5-4-16,-10-4 7 16,-11 0 0-16,-25 0-1 15,-10-2-56-15,1 2-41 16,7 3 93-16,17 2 5 16,9 5 77-16,12 5 7 15,0 6-25-15,18 3-45 16,21 1-7-16,11 5-7 15,7 1 10-15,4 0-3 16,-7 0-5-16,-8 9 3 16,-12 5-5-16,-11 1 1 15,-11 4-2-15,-11 1 0 16,-1 4 1-16,0 2 0 0,-6 3 2 16,-4 1 0-16,0 2-1 15,5-2-1-15,5-3 0 16,0-3-5-16,5-8-16 15,18-7-10-15,7-9 19 16,7 0 12-16,8-20 1 16,3-12 8-16,-5-7 81 15,-9-4-32-15,-12-5-9 16,-15 0-10-16,-7 2-13 16,-7 7-12-16,-15 8-8 15,-4 14-6-15,-1 6-8 16,1 11-30-16,5 0-32 0,5 17-9 15,3 14-22 1,5 7 20-16,7-1-149 0</inkml:trace>
  <inkml:trace contextRef="#ctx0" brushRef="#br0" timeOffset="172745.65">12622 14330 748 0,'0'0'63'0,"0"0"-49"0,0 0-14 15,0 0 0-15,-58 78-1 16,40-45 1-16,-1 1 0 16,5-2 1-16,2-5-1 15,5-3-4-15,4-4-60 16,3-6-43-16,0-10-108 15</inkml:trace>
  <inkml:trace contextRef="#ctx0" brushRef="#br0" timeOffset="173479.9">12878 14176 599 0,'0'0'21'16,"0"0"-20"-16,0 0 0 16,0 0 9-16,0 0 6 15,-46 92-1-15,46-64-6 16,0 0-3-16,0-2 4 16,8-1-2-16,10-6-7 15,5-3 4-15,4-6-1 16,-5-5-1-16,-1-5-2 15,-4 0 3-15,-8-17 3 16,-3-11-1-16,-6-2 3 0,0-6-9 16,-12 1-13-1,-3 1-11-15,6 3 7 16,9 5 17-16,0 6-3 0,19 6-11 16,11 3 14-16,6 7 7 15,3 4 5-15,-3 0 4 16,-3 15-10-16,-6 1-3 15,-7 6-2-15,-3 1 1 16,-4 1 2-16,-8 2-1 16,-1-1 0-16,-4-1-1 15,0-1-2-15,0-5 3 16,0-9-1-16,0-2-2 16,3-7 1-16,16 0 7 15,10-16 29-15,8-6-35 16,4-7-1-16,0-3 1 0,-4 3-2 15,-2 2-1 1,-8 6 1-16,-7 6 13 0,-6 6 22 16,-6 6-14-16,-3 3-17 15,-2 0-4-15,-1 14-8 16,-1 16 6-16,4 7 2 16,-1 5 3-16,8-3-2 15,9-5-1-15,9-12 0 16,10-10 6-16,9-7 3 15,8-5 4-15,3-5 1 16,2-16 3-16,-5-6-3 16,-12-5-2-16,-14-3-4 15,-11 0 2-15,-19-4-6 16,-1-2-4-16,-30 5 0 0,-25 4 0 16,-18 11-17-16,-15 8-90 15,3 6-141-15</inkml:trace>
  <inkml:trace contextRef="#ctx0" brushRef="#br0" timeOffset="174378.49">10346 14691 254 0,'0'0'332'0,"0"0"-248"15,0 0 2-15,0 0-54 16,0 0-29-16,0 0-6 16,94-16 6-16,-8 23-2 0,34-2 0 15,35-1 8 1,33 0 14-16,35 3-4 16,30 3-4-16,34 3-5 0,21 2-10 15,8 2 0-15,-7-1-1 16,-13-6-2-16,-15-3-11 15,-31-7-3-15,-30 0 2 16,-44-4 15-16,-50-16 1 16,-39 1 5-16,-38 1 14 15,-20 4 5-15,-16 7 17 16,-10 3-13-16,-2 2-19 16,-1 2-10-16,-6 0 0 15,-23 0-32-15,-17 9-19 16,-10 10-27-16,7 0-71 15,9-2-154-15</inkml:trace>
  <inkml:trace contextRef="#ctx0" brushRef="#br0" timeOffset="174551.9">14112 14791 630 0,'0'0'59'16,"0"0"19"-16,0 0-70 16,0 0-8-16,0 0-69 15,0 0-30-15,0 0-129 16</inkml:trace>
  <inkml:trace contextRef="#ctx0" brushRef="#br0" timeOffset="177695.89">10367 14826 519 0,'0'0'80'15,"0"0"-66"-15,0 0-4 16,0 0 22-16,94-29 8 16,-72 29-5-16,2 0-11 15,-8 11-16-15,-2 8-8 16,-7 7-1-16,-7 8 1 15,0 4 0-15,-16 6 1 16,-11 1 4-16,-3-2-3 16,0-5 2-16,5-7-4 15,0-6-9-15,7-8 2 16,4-6 3-16,4-3 3 0,4-3 1 16,4-4 0-16,2-1 1 15,0 0 13-15,0 0 30 16,18 0-13-16,12-3-29 15,9-7 0-15,6 2-1 16,3-1-1-16,5 0 0 16,2-1-8-16,1-5-35 15,3 1-24-15,2-6-20 16,3-6-146-16,-3-3-76 16</inkml:trace>
  <inkml:trace contextRef="#ctx0" brushRef="#br0" timeOffset="177959.82">11043 14877 407 0,'0'0'166'16,"0"0"-16"-16,0 0-28 16,0 0-96-16,0 0-26 15,0 0-6-15,-30 25 6 16,30 9 3-16,0 6-3 16,0 1 1-16,13-4 0 15,-4-4 0-15,-1-4-1 16,-4-8 0-16,-4-5-1 15,0-7 2-15,0-1-1 16,-15-3 1-16,-12 2 1 16,-9 1-1-16,-5-4-1 0,-4 2-25 15,5-2-48-15,4-4-33 16,12 0-49-16,21 0-202 16</inkml:trace>
  <inkml:trace contextRef="#ctx0" brushRef="#br0" timeOffset="178474.53">11065 14863 398 0,'0'0'108'15,"0"0"-51"-15,0 0-16 0,0 0 14 16,0 0-27-16,94 17 2 16,-72-5 7-16,2 3-7 15,-5-1-13-15,1-2-17 16,-7 0 2-16,-5 1-2 16,-4 0-1-16,-2-1 0 15,-2 2-6-15,0 1 6 16,-7 4 1-16,-7 4 4 15,-4 1-1-15,3 4-2 16,3 0 2-16,1 3-3 16,10-3 2-16,1-2 3 15,0-5-5-15,21-7 2 16,13-9 1-16,8-5 1 0,10 0 1 16,0-19-3-16,2-8 4 15,-9-4-1-15,-8-5 19 16,-10-2-5-16,-12 1-6 15,-9 0-4-15,-6 3 6 16,-6 1-3-16,-20 5-11 16,-5 7 1-16,-2 5 3 15,3 11-4-15,5 5-1 16,3 0-6-16,11 14-49 16,7 8-31-16,4 7-50 15,3 0-50-15,24-3-186 16</inkml:trace>
  <inkml:trace contextRef="#ctx0" brushRef="#br0" timeOffset="178686.76">11817 15207 606 0,'0'0'174'16,"0"0"-162"-16,0 0-10 15,0 0 2-15,-95 104 1 16,69-70 1-16,5-1-3 16,6-4-3-16,6-9-3 0,6-3-88 15,3-11 10 1,0-6-186-16</inkml:trace>
  <inkml:trace contextRef="#ctx0" brushRef="#br0" timeOffset="179557.6">12067 15079 644 0,'0'0'79'15,"0"0"-73"-15,0 0-5 0,0 0-1 16,0 0 23-16,0 0 5 16,-7 87 2-16,4-56-15 15,-3 1-8-15,2-4-4 16,3-6-2-16,1-5 2 16,0-8-3-16,0-6 5 15,0 0-5-15,5-3 5 16,8-3 0-16,0-14 2 15,1-6-3-15,-7-4 1 16,-7-2-5-16,0-4 1 16,-7-1-1-16,-8 4 3 15,2 1 1-15,5 6-3 0,2 5-1 16,6 7 0-16,0 2-3 16,15 2-12-1,12 3-26-15,4-1 30 0,4 4 11 16,-1 1 0-16,-4 0 0 15,-3 0 0-15,-4 1 1 16,-6 10 0-16,-4 3-1 16,-4 3 0-16,-7 2-2 15,-2 4 2-15,0 2 0 16,-2 2 2-16,-9 1-1 16,-1 0 0-16,2-2-1 15,4-5 0-15,5-4 2 16,1-7-2-16,0-6 0 0,17-4-3 15,8-5 3 1,5-17 7-16,-1-6-6 0,-2-4-1 16,-2-3 0-16,-2-1 0 15,3 2-9-15,-1 8-5 16,-3 6 14-16,-1 4 2 16,-6 8 2-16,0 5 8 15,1 3 2-15,-2 1-14 16,-1 18-1-16,-4 6-2 15,-3 9 2-15,0 7 1 16,0 2 0-16,4-4 3 16,8-7-3-16,0-12 1 15,6-8 0-15,3-7 3 16,1-5-2-16,5 0-2 16,4-11 0-16,2-12-5 0,-2-5-2 15,-7-2 1-15,-6-1 6 16,-8 2 3-16,-9-1 13 15,-7 5 21-15,0 5 2 16,-20 6-32-16,-11 7-7 16,-14 7-47-16,-4 5-47 15,-5 18-74-15,5 3-275 16</inkml:trace>
  <inkml:trace contextRef="#ctx0" brushRef="#br0" timeOffset="180156.76">14913 14657 514 0,'0'0'131'15,"0"0"-79"-15,0 0 5 16,0 0-9-16,0 0-8 16,0 0 1-16,-36-56-22 15,59 51-14-15,14 2-3 16,5 2-2-16,7 1 0 15,2 0-26-15,2 4-35 0,1 7-68 16,-11-2-6 0,-13-2-282-16</inkml:trace>
  <inkml:trace contextRef="#ctx0" brushRef="#br0" timeOffset="180319.29">14918 14826 611 0,'0'0'81'0,"0"0"-54"16,91 0-2-16,-41 0-14 15,6-2-10-15,6-1-1 16,5-7-99-16,-3-10-221 16</inkml:trace>
  <inkml:trace contextRef="#ctx0" brushRef="#br0" timeOffset="180756.57">15686 14275 740 0,'0'0'71'0,"0"0"-28"16,0 0-43-16,0 0-4 15,0 0 4-15,-12 91 0 16,-6-43 0-16,1 4 1 16,-2 4 2-16,5-6-3 15,9-6-2-15,5-10-15 0,15-8-43 16,19-11 34-16,7-7-6 16,9-8-34-16,-1-8-19 15,-3-18 44-15,-4-6 41 16,-11-3 15-16,-10-4 31 15,-8 6 33-15,-8 2 67 16,-3 4-58-16,-2 9-29 16,0 7-21-16,0 8-19 15,0 3-19-15,0 0-8 16,0 19-20-16,0 11 24 16,-8 10 3-16,0 0 1 15,4 2 0-15,4-4-15 16,0 2-23-16,23 0-9 0,5-11-98 15,0-12-125 1</inkml:trace>
  <inkml:trace contextRef="#ctx0" brushRef="#br0" timeOffset="181788.87">16218 14578 906 0,'0'0'65'15,"0"0"-30"-15,0 0-35 16,0 0-13-16,0 0 7 16,0 0 4-16,17 86-10 0,24-51-12 15,26-2-12-15,20-11 6 16,7-12-52-16,-9-10-54 16,-18-4 51-16,-20-17-117 15,-21-6-34-15,-17-3 212 16,-9 0 24-16,-10-1 152 15,-14 5 98-15,3 3-124 16,3 10 19-16,6 9-25 16,0 4-85-16,-1 21-35 15,-8 23-1-15,-7 21 1 16,-2 13 2-16,3 8-2 16,7-2-1-16,12-9 1 15,8-14 2-15,0-18-2 16,7-14 1-16,0-15 10 0,-2-10-2 15,-3-4-6-15,-2 0 0 16,3-13 26-16,-2-15 5 16,2-12-34-16,-3-9-17 15,0-1 1-15,0 4 9 16,2 7 7-16,14 9-2 16,6 5-13-16,8 7-5 15,7 2 1-15,7 2 5 16,5 1 12-16,0-2 2 15,-4 1 0-15,2-2 2 16,-9 1-1-16,-5-2 1 16,-7-2 0-16,-7-1 3 15,-3-4-1-15,-9 2 0 0,-7-2-2 16,0-1 0 0,-13 1-1-16,-14 3-1 0,0 5 1 15,3 7 1-15,6 9 1 16,-1 3-3-16,5 22-5 15,3 8 5-15,8 10-2 16,3 13-5-16,19 9 6 16,20-4 1-16,13-8-4 15,9-17-7-15,11-18-17 16,4-12-5-16,-3-6-11 16,-10-10-49-16,-17-18 33 0,-17-6 47 15,-20-7 13 1,-9-3 14-16,-3 1 19 0,-23 4 24 15,-4 10-19 1,2 8 33-16,11 12-19 0,4 9-32 16,3 0-20-16,-1 20-6 15,-3 10 3-15,3 13-1 16,6 3 0-16,5 0-2 16,7-13-34-16,26-15 23 15,8-13 17-15,3-5 4 16,-2-10-1-16,-8-12 0 15,-7-8 4-15,-10-3-3 0,-10 0 4 16,-7-2 14 0,0 4-4-16,0 4 0 15,-7 10-3-15,1 7 8 16,1 10-17-16,2 0-6 16,-3 10-23-16,-3 18 14 0,-1 8 6 15,2 10 2-15,5 0-5 16,3-3-14-16,6-10 3 15,21-8 3-15,3-11 6 16,1-11-21-16,-4-3-39 16,-2 0-45-16,-2-25-90 15</inkml:trace>
  <inkml:trace contextRef="#ctx0" brushRef="#br0" timeOffset="182238.82">17646 14587 595 0,'0'0'199'0,"0"0"-74"15,0 0-80-15,0 0-45 0,0 0-12 16,0 0 11-16,3 46 1 16,-3-12 0-16,0 0 0 15,0-3 1-15,0-9 0 16,0-3-1-16,0-12-4 16,0-1-16-16,0-6-7 15,0 0 14-15,0-16 13 16,12-10 0-16,8-6 2 15,6-5-3-15,2 0 2 16,0 0-2-16,-1-1 0 16,-3 1 1-16,-3 4 1 0,-5 8 12 15,-4 8-4-15,-5 8-9 16,0 8-7 0,-1 1-29-16,-2 0-38 0,-1 13 21 15,-3 5 40-15,0 5 5 16,-1 7 8-16,-14 3 2 15,0 4-1-15,-1 1 1 16,3-1 12-16,2-5 10 16,2-2 6-16,1-4-11 15,1-4-1-15,-6-2-11 16,-6-1-5-16,-7-4 2 16,-9 3-4-16,-2-1-25 0,4-2-79 15,5 0-36 1,8-9-107-16</inkml:trace>
  <inkml:trace contextRef="#ctx0" brushRef="#br0" timeOffset="193577.17">18867 14550 167 0,'0'0'96'0,"0"0"3"16,0 0-13-16,0 0-25 16,0 0 11-16,0 0-33 15,0 0-21-15,30-60 40 16,-27 53-18-16,0 0-7 16,3 0-7-16,-3 2 1 15,0 0-14-15,-3 3 6 16,0-1-9-16,3 1 4 15,-3 2-4-15,0 0 5 16,0 0-15-16,0 0-1 16,0 0-5-16,-3 7-12 15,-24 17 13-15,-17 7 5 0,-10 6 4 16,-7 4 1-16,0 0 2 16,5-4-7-16,9-3-3 15,11-5-6-15,10-5 7 16,9-10-1-16,8-5 1 15,6-6 1-15,3-3-3 16,0 0 1-16,0 5 3 16,19 1 0-16,14 0 2 15,7 2 0-15,7 0 1 16,0 0-3-16,1-3 1 16,-3 2 2-16,-1-2-3 15,-4-3 0-15,-1 1 0 16,-3 0 1-16,-3-2-1 0,-1 1-2 15,-4-2-5 1,-3 0-13-16,-6 0-16 0,-5 0 8 16,-6 0 10-16,-4 0-14 15,-4 0-20-15,0 0 2 16,-7 0-150-16,-12 0-105 16</inkml:trace>
  <inkml:trace contextRef="#ctx0" brushRef="#br0" timeOffset="194126.76">19392 14495 749 0,'0'0'60'15,"0"0"10"-15,0 0-70 16,0 0-15-16,0 0 14 16,-18 75 2-16,15-30 0 15,-1 5-1-15,4 2 0 0,0-9-6 16,0-10-23-16,9-14-8 15,1-12 24-15,4-7 10 16,-2 0-12-16,2-2 10 16,5-11-13-16,0-1 3 15,-3 4 15-15,1 6 0 16,1 4 0-16,-2 0-1 16,-1 11-1-16,-4 7-4 15,-1 3 3-15,-7 6 0 16,-3 2 6-16,0 0-3 15,0 1 10-15,-3-4 2 16,-7-5 0-16,5-6-5 16,-2-6-4-16,-4-3-1 0,-1-4 7 15,-10 0 7-15,-7-2-8 16,-5 0 1-16,-7 0-7 16,-1-8 1-16,4-3-2 15,10 1-2-15,9 3-15 16,11 0-43-16,8 1-48 15,0-2-330-15</inkml:trace>
  <inkml:trace contextRef="#ctx0" brushRef="#br0" timeOffset="194389.79">19512 14500 639 0,'0'0'51'0,"0"0"-33"16,0 0-16-16,0 0 12 16,118 2 33-16,-74 5-29 15,4 1-10-15,1-2-7 16,-4-3-1-16,-3 0-7 15,-7 0-104-15,-11-3-68 16,-13 0-168-16</inkml:trace>
  <inkml:trace contextRef="#ctx0" brushRef="#br0" timeOffset="195824.75">19858 14732 769 0,'0'0'62'0,"0"0"-62"15,0 0-1-15,0 0 0 16,0 0 1-16,20 92 1 16,-6-64 0-16,2-1-1 15,7-9-11-15,4-8-29 16,1-10-7-16,-3 0 25 0,-4-13-15 15,-1-15 34-15,-10-9 3 16,-4-6 26-16,-6 0 42 16,0 7-17-16,-3 11-7 15,0 11 32-15,2 10-39 16,1 4-14-16,-3 6-23 16,0 25-16-16,-3 15 13 15,-8 16 3-15,1 12 1 16,-1 5-1-16,1 3 0 15,1-8 2-15,0-8-2 16,2-18 0-16,1-18 2 16,1-18-2-16,5-10 1 15,-1-2-1-15,-7-2 1 0,-5-21 2 16,-4-8-3-16,0-9-12 16,6-3 0-16,7 1 11 15,7 4 2-15,0 6-1 16,24 5 0-16,11 6-9 15,15 3-18-15,11 1-9 16,8 0 0-16,5-3 11 16,-2-2 3-16,-8-3 2 15,-12 0 10-15,-13-1 0 16,-11-4 10-16,-12 0 3 16,-10 1-1-16,-6 0 6 0,0 7 8 15,-14 3 0 1,-3 5 14-16,-2 9 2 0,-1 5-19 15,1 3-12 1,-3 20-2-16,1 15-3 0,7 10 1 16,7 8 2-16,7 5-2 15,4-8-14-15,29-11-26 16,12-13-42-16,9-16 23 16,1-11 29-16,-5-2 27 15,-6-15 6-15,-10-14 1 16,-13-5 29-16,-12-1 39 15,-9-2 6-15,0 5-22 16,-6 7-19-16,-3 11-7 16,-1 9-15-16,5 5-11 0,-4 9-1 15,-3 18-8-15,-4 5 3 16,4 9-7-16,3 4-12 16,4-3-1-16,5-9-16 15,8-13-31-15,17-13 28 16,8-7 44-16,0-7 6 15,-3-13 10-15,-6-8-9 16,-8-5 10-16,-10-4 26 16,-6 1 1-16,0 2-6 15,0 9-6-15,-5 11-2 16,2 8-9-16,0 6-21 16,2 10-10-16,-5 12-45 15,3 12 54-15,0 5 0 16,0 5 1-16,2-1 0 15,1-10 0-15,2-8-6 0,16-11-3 16,2-7 9-16,1-7 4 16,-2 0-4-16,2-11-3 15,4-11-72-15,-1-6-89 16,-5-3-63-16,-3 1 68 16,-3 2 159-16,-1 4 36 15,0 7 117-15,-3 5-24 16,-5 7-44-16,-2 4 22 15,-2 1-76-15,0 0-31 16,0 12-10-16,0 4 9 16,-4 3 1-16,-4-4 1 15,0-1 2-15,4-6-2 0,2 0-1 16,2-4-2-16,0-4-6 16,2 0-12-16,18 0 18 15,13-4-3-15,9-16-29 16,7-9 13-16,1-2 16 15,-3-8-2-15,-7-3-5 16,-8 2 7-16,-10 4 5 16,-5 7 10-16,-8 8 48 15,-2 10-1-15,-4 10-42 16,0 1-15-16,-1 5-54 16,-1 19 35-16,-1 17 10 15,0 10 4-15,0 7 4 16,0 0 1-16,-7-11 2 0,-4-11-1 15,2-12 11-15,0-7 2 16,2-8 8-16,-5-1 5 16,-12 3-16-16,-16 0 1 15,-20 4-4-15,-11-1-8 16,0 2-69-16,12-3-119 16</inkml:trace>
  <inkml:trace contextRef="#ctx0" brushRef="#br0" timeOffset="196207.92">19344 15275 496 0,'0'0'126'15,"0"0"-126"-15,0 0 3 16,0 0 4-16,0 0 41 16,101 41 30-16,-30-32-5 15,27-1-33-15,18-3-12 0,16-1-10 16,9-2-3-1,2-2-14-15,-5 1 4 0,-9 1-5 16,-13 0-2-16,-18-1 1 16,-16-1-3-16,-19 0 3 15,-20 0 0-15,-11 0-11 16,-12 0-16-16,-7 0-92 16,-5 0-95-16</inkml:trace>
  <inkml:trace contextRef="#ctx0" brushRef="#br0" timeOffset="196383.55">21248 15451 756 0,'0'0'110'0,"0"0"-40"16,0 0-34-16,0 0-27 15,0 0 2-15,0 0-11 16,-24-13-34-16,-1 25-38 15,-5-4-122-15,0-8-369 16</inkml:trace>
  <inkml:trace contextRef="#ctx0" brushRef="#br0" timeOffset="-187218.1">3687 15530 280 0,'0'0'67'0,"0"0"25"16,0 0-37-16,0 0-14 16,0 0 27-16,-12-82-23 15,8 70-33-15,3 1-1 16,1-1 0-16,0 4-1 16,-2-2-2-16,2 2 13 15,0-2-2-15,0 2 8 16,0-2-14-16,0 2 9 0,0 1-4 15,0 1-4 1,0 4 5-16,0 0 0 0,0 2 0 16,0 0-19-16,0 3-7 15,0 15 1-15,-1 13 6 16,-7 9 0-16,-4 12 11 16,-6 9-3-16,1 3-5 15,-1-1-2-15,6-5-1 16,6-9 0-16,3-12-26 15,3-11-25-15,7-17-41 16,22-9-60-16,9-26-278 16</inkml:trace>
  <inkml:trace contextRef="#ctx0" brushRef="#br0" timeOffset="-186868.42">3980 15445 628 0,'0'0'22'16,"0"0"-6"-16,0 0-13 15,0 0 24-15,-27 97 34 16,27-60-32-16,0 2-12 16,6 2-2-16,16 0-11 0,8-6 1 15,5-12-4 1,8-12 0-16,5-11-1 0,8-13-3 15,-5-21-9-15,-2-8 9 16,-12-4-3 0,-14 2 3-16,-19 2 3 0,-4 2 4 15,-33 7 14-15,-16 5-7 16,-7 6-7-16,4 8-1 16,11 5-3-16,18 7 0 15,13 2 0-15,10 11-37 16,12 12-68-16,22 1 12 15,13-2-193-15</inkml:trace>
  <inkml:trace contextRef="#ctx0" brushRef="#br0" timeOffset="-186683.22">4648 15556 53 0,'0'0'685'16,"0"0"-604"-16,0 0-71 15,0 0-6-15,-40 74 6 16,28-33-3-16,-1 6-4 16,2 0-3-16,2 1-5 15,1-2-68-15,1-5-92 16,3-16-207-16</inkml:trace>
  <inkml:trace contextRef="#ctx0" brushRef="#br0" timeOffset="-186068.3">4778 15566 763 0,'0'0'15'0,"0"0"31"16,0 0-44-16,0 0-2 15,0 0 1-15,0 0-1 16,-13 74 2-16,30-41 4 15,4-2-3-15,6 0-2 16,-1-4 0-16,3-7 2 16,-2-8-3-16,0-9 0 0,-6-3 0 15,1-3 0 1,-7-16 1-16,-4-2-1 0,-6-9 0 16,-5-6-2-16,-8-4-1 15,-24-1 0-15,-5 0 1 16,-2 1-2-16,14 6 4 15,16 5 4-15,9 3-1 16,22 6-3-16,23 7-3 16,7 3-1-16,8 7 4 15,-5 3 0-15,-4 0 0 16,-9 17 3-16,-8 5 1 16,-15 9-3-16,-7 6 0 15,-11 5 2-15,-1 4 0 16,0-3-3-16,-1-4 0 0,-2-9 0 15,3-12 0-15,0-5 1 16,0-8 1-16,9-5 1 16,9 0-1-16,9-19-2 15,7-10-23-15,3-7 9 16,-2-3 14-16,-3-2 1 16,-9 1 13-16,-16 2 24 15,-7 4 20-15,-10 5-22 16,-17 9-18-16,-10 11-17 15,0 9-1-15,-2 0-14 16,10 20-27-16,10 5-29 16,16 8-20-16,3 1-38 15,18-4-42-15</inkml:trace>
  <inkml:trace contextRef="#ctx0" brushRef="#br0" timeOffset="-185881.15">5856 15628 672 0,'0'0'112'0,"0"0"-109"15,0 0 8-15,-94 93 4 16,64-49-4-16,2 7-5 16,4 0-5-16,2-1-1 15,6-9 0-15,11-13-55 16,5-14-80-16,0-14-64 15</inkml:trace>
  <inkml:trace contextRef="#ctx0" brushRef="#br0" timeOffset="-185019.33">5990 15467 187 0,'0'0'544'0,"0"0"-525"15,0 0-17-15,0 0 1 16,-59 73 6-16,51-37 4 16,3 1 1-16,5 0-1 0,0-1 0 15,1-6-8-15,18-2-2 16,10-10 1-16,8-7 5 16,15-9 1-16,-1-2-1 15,-6 0-1-15,-11-17-1 16,-10-3-2-16,-11-6 6 15,-6-2 1-15,-7 0-9 16,-10-3-3-16,-21 1-1 16,-9 1-5-16,-4 2-9 15,6 4 8-15,11 4 7 16,13 3 0-16,12 5 0 16,2 2-2-16,16 2-4 15,15 3 5-15,11 2 1 16,-2 2 0-16,2 0 0 15,-5 10 0-15,-4 7 1 0,-6 3-1 16,-8 4 0-16,-5 2-3 16,-5 3 1-16,-6 0 1 15,-3-2 1-15,0-1 0 16,0-2 0-16,0-4-4 16,-5-2 3-16,2-5-18 15,3-6-59-15,0-4-6 16,5-3 48-16,12 0 5 15,0-10-1-15,7-5 32 16,-1-1 43-16,3 0 19 16,-2 1 2-16,3 4-11 15,0 3-38-15,-2 3-11 0,3 5-3 16,5 0-1 0,3 0 0-16,7 5 0 0,2 5 1 15,-5-2-1-15,-4-3 1 16,-11 0-1-16,-1-2-2 15,-6 0-10-15,-3-1-10 16,-2-2-17-16,-1 0 19 16,0 0 8-16,-3-5 6 15,-1-3 6-15,-2 0 0 16,2-1 2-16,-5 2 4 16,0-2 2-16,0 1 3 15,-3-1 5-15,2-2-4 16,-2 0 11-16,0-2-16 15,0-1-2-15,-5-3 8 0,-17-3-9 16,-10-1 4-16,-6-1-2 16,-10 1 3-16,0 3-3 15,1 10-6-15,6 6-5 16,13 2-55-16,12 13-69 16,13 7-19-16,3 2-245 15</inkml:trace>
  <inkml:trace contextRef="#ctx0" brushRef="#br0" timeOffset="-183921.25">6395 15520 144 0,'0'0'110'16,"0"0"-25"-16,0 0-29 15,0 0-6-15,0 0-34 16,0 0 9-16,-24-25 11 15,24 25-3-15,0-1-8 16,0 1-12-16,0 0-4 16,0-2 9-16,0 2 0 15,0-1 1-15,0 0 2 16,0 1 25-16,0 0-14 16,0 0-15-16,0 0-17 0,0 0-8 15,12 2 7 1,-3 10-1-16,0 3-2 0,-1 3 3 15,0 2 0-15,-2 2 0 16,-1-3 0 0,-2 1-8-16,-3-5-33 0,0 1 11 15,0-2-26-15,-2-3-52 16,-10-1-115-16</inkml:trace>
  <inkml:trace contextRef="#ctx0" brushRef="#br0" timeOffset="-183420.97">6675 15507 279 0,'0'0'156'0,"0"0"-77"16,0 0-58-16,0 0-16 15,0 0 3-15,0 0 13 16,-82 27-2-16,67-7-4 0,3 5-2 16,2 3 2-16,2 2-1 15,4 3-3-15,4-2-5 16,0-3-3-16,9-6 1 16,14-11-4-16,11-8-3 15,2-3-10-15,11-13-16 16,-2-10-15-16,-2-6 20 15,-12-2 24-15,-10-1 18 16,-12 2 2-16,-9 0-7 16,-6 5-5-16,-28 3-8 15,-21 5-4-15,-7 8-18 16,1 6-35-16,9 3-144 0</inkml:trace>
  <inkml:trace contextRef="#ctx0" brushRef="#br0" timeOffset="-182239.13">4466 14347 659 0,'0'0'4'16,"0"0"-4"-16,0 0-5 16,0 0 5-16,4 90 2 15,13-51 0-15,7 2 1 16,12-7-3-16,11-9 0 16,10-14-9-16,4-11-17 15,5-3-4-15,-11-22-5 16,-13-5 10-16,-15-4 25 15,-18 2 23-15,-9 0 21 16,-2 6-7-16,-22 9 14 16,2 5 9-16,-2 12-22 15,3 1-27-15,6 25-11 0,0 12-2 16,6 13 2 0,5 8 1-16,4 13-1 0,0 10 0 15,0 0 0-15,10-3-38 16,5-15-37-16,8-17-27 15,5-21-181-15</inkml:trace>
  <inkml:trace contextRef="#ctx0" brushRef="#br0" timeOffset="-181989.91">5090 14766 112 0,'0'0'685'16,"0"0"-643"-16,0 0-41 0,0 0-1 15,0 0 2-15,-11 103-1 16,22-72-1-16,9-6-4 16,7-9-8-16,9-12 4 15,3-4 7-15,5-12-3 16,-9-16-10-16,-10-5 5 16,-13-5 9-16,-12 1 1 15,-10 3-1-15,-32 8-3 16,-16 14 3-16,-6 12-1 15,7 12-47-15,20 12-170 16</inkml:trace>
  <inkml:trace contextRef="#ctx0" brushRef="#br0" timeOffset="-178792.65">8586 15162 239 0,'0'0'75'0,"0"0"58"16,0 0-25-1,0 0-33-15,-15-80 21 0,12 69-36 16,-1 6-15-16,2 2-12 16,2 3 2-16,0 0-35 15,0 0-5-15,0 17 3 16,0 11 1-16,0 10 1 16,6 8 3-16,3 0-3 15,3 2-4-15,6-5-8 16,5-9-15-16,7-6-14 15,6-12 6-15,5-11 12 16,3-5 3-16,-5 0-10 16,-6-12 0-16,-11-10 30 15,-8-4 6-15,-11-1 25 16,-3-2 17-16,0 3-8 0,-3 6 24 16,-5 7-20-16,2 6-9 15,3 7-24-15,0 0-11 16,-2 15-3-16,5 16 2 15,0 11 1-15,0 3 0 16,0 5 0-16,0 1-2 16,0 0-10-16,7-1-20 15,-1-3-24-15,-2-3-59 16,4-10-47-16,-1-12-265 16</inkml:trace>
  <inkml:trace contextRef="#ctx0" brushRef="#br0" timeOffset="-178605.66">9129 15704 748 0,'0'0'92'15,"0"0"25"-15,0 0-93 16,0 0-24-16,0 0-7 16,0 0 7-16,0 34 0 15,0 1 0-15,0 5 0 16,-6 4-14-16,-5 0-28 15,0 0-37-15,1-6-82 16,3-9-143-16</inkml:trace>
  <inkml:trace contextRef="#ctx0" brushRef="#br0" timeOffset="-177743.51">10680 15565 429 0,'0'0'332'16,"0"0"-215"-16,0 0-53 15,0 0-53-15,0 0-11 0,0 0-1 16,32-12 1-16,-9 41 0 16,-1 5 0-16,-1 4 0 15,-3-5-4-15,-1-5-32 16,2-8-4-16,2-9 20 16,4-11 6-16,-1 0 14 15,-3-8 2-15,-3-14-2 16,-6-1 3-16,-5-4-1 15,-5 1 8-15,-2 1 12 16,0 6 18-16,0 10-10 16,0 6-9-16,0 3-18 15,0 4-3-15,0 20-17 16,-2 10 17-16,-2 8-2 0,0 6-3 16,-1 4-21-16,-1 1-13 15,1-7-26-15,4-10-80 16,1-17-32-16,0-16-118 15</inkml:trace>
  <inkml:trace contextRef="#ctx0" brushRef="#br0" timeOffset="-177444.18">11118 15749 701 0,'0'0'119'0,"0"0"13"15,0 0-98-15,0 0-34 0,0 0-5 16,0 0 4-16,16 7 1 15,-15 19 0-15,4 5 0 16,-1-1 1-16,-4-4-1 16,0-1-1-16,0-8-13 15,0-5 1-15,0-4 6 16,0-3-10-16,0-3-11 16,0-2 23-16,0 0 5 15,0 0 14-15,12-13 8 16,6-1-15-16,4-1 11 15,2 6-12-15,10 6-6 16,15 3-1-16,13 2 1 16,8 15-6-16,-1 0-41 15,-13 0-128-15,-13-12-171 16</inkml:trace>
  <inkml:trace contextRef="#ctx0" brushRef="#br0" timeOffset="-176844.51">13349 15448 856 0,'0'0'53'0,"0"0"-14"15,0 0-39-15,0 0-11 0,0 0 11 16,0 0-2-16,14 70 2 16,-5-26 1-16,1 3-1 15,9-4-5-15,-4076-9-28 16,8176-12-8-16,-4071-12 23 15,3-10 10-15,-1 0 7 16,-9-13-1-16,-7-12-1 16,-9-5 2-16,-10-4 1 15,-9 4 5-15,-6 3 22 16,0 11 14-16,0 7-5 0,0 9-20 16,0 0-16-1,-6 9-19-15,-4 18 15 0,-1 12 3 16,1 10 0-1,0 2-11-15,8 2-19 0,2-5-41 16,10-8-64-16,13-16-75 16</inkml:trace>
  <inkml:trace contextRef="#ctx0" brushRef="#br0" timeOffset="-176427.24">13885 15679 854 0,'0'0'116'0,"0"0"-74"16,0 0-42-16,0 0 0 0,0 0 0 15,82-20 1-15,-53 20 0 16,2 0-1-16,-5 0 0 16,-4 0-2-16,-9 4-9 15,-7 2-29-15,-6 1-42 16,0-2 5-16,0 4 15 15,-9-1-4-15,-1-1 42 16,2 0 20-16,2 0 4 16,0 1 0-16,5-1 29 15,0 0 46-15,1 3-3 16,0 4-29-16,0 7-1 16,7 9-27-16,12 9-1 15,11 3-10-15,2-2 1 16,-7-8-4-16,-9-15 1 0,-12-8-2 15,-4-2-1 1,0-2 0-16,-11 3-7 0,-19 0 5 16,-10 0-13-16,-10-2-72 15,6-5-109-15,8-1-248 16</inkml:trace>
  <inkml:trace contextRef="#ctx0" brushRef="#br0" timeOffset="-175745.65">16457 15533 740 0,'0'0'139'0,"0"0"-67"16,0 0-52-16,0 0-20 15,0 0-10-15,0 0 9 16,1 37-2-16,-17 11 3 16,1 7 0-16,2 3 0 15,13-5-8-15,4-7-15 16,36-13-2-16,11-13 22 0,5-15 2 16,3-5 1-16,-2-19-7 15,-5-14-6-15,-7-6-1 16,-11 3 4-16,-10-1 10 15,-10 6 3-15,-6 7 21 16,-3 9 26-16,-4 7-21 16,1 8-11-16,-2 0-18 15,0 14-13-15,-8 14 11 16,-14 13 1-16,-3 5 1 16,-5 12 1-16,3 3-1 15,9-1-27-15,16-9-44 0,2-15-56 16,18-18 10-16,14-18-154 15</inkml:trace>
  <inkml:trace contextRef="#ctx0" brushRef="#br0" timeOffset="-175427.45">17006 15888 670 0,'0'0'169'16,"0"0"-62"-16,0 0-80 15,0 0-27-15,0 0-1 16,0 0 1-16,-55 95-1 15,35-52 1-15,11-7-11 16,9-7-27-16,0-13-4 16,29-10 36-16,9-6 6 15,5-7 0-15,-4-18 0 0,-6-10-8 16,-11-1 8 0,-6 1 5-16,-9 2 3 0,-3 10 21 15,-4 7 9-15,0 10-14 16,0 6-22-16,0 2-2 15,-13 24-10-15,-8 11 9 16,-1 13 1-16,-2 8-19 16,9 3-22-16,14-1-27 15,1-11-103-15,26-16-163 16</inkml:trace>
  <inkml:trace contextRef="#ctx0" brushRef="#br0" timeOffset="-174863.31">19233 15678 946 0,'0'0'27'16,"0"0"-27"-16,0 0-41 15,0 0 38-15,0 0 3 16,2 106 0-16,-2-57 0 16,0 1-10-16,10-5-27 15,20-12 5-15,10-13 20 0,1-12-1 16,3-8 6-16,-7-11 0 15,-7-17 4 1,-5-8-7-16,-11 1 10 0,-5 3 10 16,-8 6 18-16,-1 10 10 15,0 10 15-15,0 6-12 16,0 0-41-16,0 17-27 16,-6 22 17-16,-10 17 9 15,-7 16 0-15,1 9-9 16,11 3-25-16,11-9-51 15,10-15-89-15,24-21-122 16</inkml:trace>
  <inkml:trace contextRef="#ctx0" brushRef="#br0" timeOffset="-174564.06">19782 15917 831 0,'0'0'118'15,"0"0"-118"-15,0 0-7 16,0 0 5-16,0 0 2 16,33 83 1-16,-20-42-1 15,6 3-1-15,7 0 1 16,-3-5 1-16,-3-6 1 16,-10-7-2-16,-5-6 2 15,-5-4-2-15,0-6-2 0,0-3 0 16,-14-1 2-1,-8-4 0-15,-6-2 4 0,-4 0-2 16,4 0 0-16,4-8-2 16,3-2-2-16,3 0-46 15,8-4-214-15</inkml:trace>
  <inkml:trace contextRef="#ctx0" brushRef="#br0" timeOffset="-174368.45">20089 15900 787 0,'0'0'93'0,"0"0"-41"16,0 0-28-16,90-52-18 0,-49 51-4 16,8 1-2-16,4 0 0 15,-3 3-2-15,-3 10-30 16,-6 1-46-16,-2-8-115 15,-8-5-272-15</inkml:trace>
  <inkml:trace contextRef="#ctx0" brushRef="#br0" timeOffset="-173198.58">8370 16179 312 0,'0'0'179'16,"0"0"-56"-16,0 0-27 16,0 0-22-16,0 0-46 15,0 0-22-15,-65-31 9 16,83 28-2-16,15-1-7 16,13 1 1-16,8 2-1 0,6 1 7 15,4 0-5-15,5 0-8 16,5 0 3-16,4 0-2 15,4 0 0-15,0 0-1 16,1 0-3-16,-2 0-45 16,1 0-100-16,-7 0-20 15,-9-3-159-15</inkml:trace>
  <inkml:trace contextRef="#ctx0" brushRef="#br0" timeOffset="-172731.61">10802 16081 583 0,'0'0'99'0,"0"0"4"15,0 0-76-15,0 0-6 16,0 0 2-16,0 0-15 15,-10-6-8-15,10 6-5 16,15 3 5-16,19 6 1 16,15 2 2-16,16-5 2 15,7-1-1-15,2-5-4 16,-6 0 2-16,-6 0-1 16,-7 0-1-16,-2 0 2 15,-7-5-2-15,-11 2-2 16,-14 0-1-16,-13-3-3 0,-8 4-4 15,-14-3-94-15,-16 1-190 16</inkml:trace>
  <inkml:trace contextRef="#ctx0" brushRef="#br0" timeOffset="-172166.46">13714 16232 82 0,'0'0'580'0,"0"0"-442"16,0 0-103-16,0 0-35 15,0 0-4-15,0 0 0 16,0-16 4-16,40 20 6 15,14 2 13-15,13-3-2 16,3-3-12-16,-1 0 1 16,-8 0-5-16,-10-6-1 0,-7-2 1 15,-9 1-1 1,-10 3 0-16,-13 2-38 0,-12 2-136 16,-13-1-225-1</inkml:trace>
  <inkml:trace contextRef="#ctx0" brushRef="#br0" timeOffset="-171602.32">16514 16365 581 0,'0'0'42'15,"0"0"-41"-15,0 0-1 16,0 0 4-16,0 0 3 16,83 47 3-16,-40-40 10 15,10-1 1-15,9-2 3 0,8 0-12 16,3-1-10-16,5 0-2 15,-2 1-78-15,-2-4-53 16,-6 0-211-16</inkml:trace>
  <inkml:trace contextRef="#ctx0" brushRef="#br0" timeOffset="-171050.3">19173 16524 452 0,'0'0'77'0,"83"-13"-24"16,-21 10-3-16,6 1 4 15,2-1 16-15,3 0-33 16,-5 0-21-16,-1 0-9 16,0 0-2-16,-3 3-5 15,-6 0-16-15,-8 0-81 0,-13 0-76 16,-12-14-317 0</inkml:trace>
  <inkml:trace contextRef="#ctx0" brushRef="#br0" timeOffset="-170868.59">20043 16491 203 0,'0'0'496'0,"0"0"-371"0,0 0-43 16,0 0-29-1,0 0-31-15,0 0-22 0,0 0-14 16,-18 6-124-1,-6 5-13-15,-3-8-201 0</inkml:trace>
  <inkml:trace contextRef="#ctx0" brushRef="#br0" timeOffset="-168403.19">7749 16595 356 0,'0'0'124'0,"0"0"-15"15,0 0-41-15,0 0 20 16,0 0 2-16,0 0-54 16,-49-78 11-16,49 67-16 15,0 2-10-15,13 1-16 0,7 0 1 16,5 7-4-1,0 1-2-15,2 0-2 0,-2 11 2 16,0 9-6-16,-4 6 6 16,-1 8-1-16,-8 7 0 15,-7 3 0-15,-5-3 1 16,-2-2-1-16,-16-7-7 16,-6-6 1-16,-4-2 0 15,0-6 4-15,1-5-7 16,3-5 5-16,8-4 2 15,8-1 3-15,2-1 2 16,6-2-1-16,0 0-1 16,12 0-2-16,18 0-5 15,7 0 4-15,5 0-9 16,4 0-12-16,-1 0-30 0,4-4-78 16,-1-3-10-16,-5-4-182 15</inkml:trace>
  <inkml:trace contextRef="#ctx0" brushRef="#br0" timeOffset="-167883.3">8238 16644 692 0,'0'0'155'0,"0"0"-91"0,0 0-64 15,0 0-1-15,0 0 0 16,0 0 1-16,-19 104 0 15,25-63 1-15,12-3-1 16,2-8-2-16,6-12-46 16,-3-10 10-16,6-8 12 15,-7-9-38-15,-2-16-10 16,-11-9-115-16,-6-4 52 16,-3-1 137-16,0 5 21 15,-5 3 22-15,4 7-35 16,1 9-8-16,0 4 16 15,4 5 22-15,6 6 22 16,7 0-8-16,-2 3-37 16,3 15-11-16,-4 6 7 15,0 4-1-15,-2 5 8 0,-1 1-4 16,-4-2-6-16,2-2-8 16,-1-7-1-16,3-4-41 15,3-11-57-15,1-6 30 16,0-2 11-16,0-5 19 15,-5-16 39-15,-1-4 50 16,1-4 37-16,-4-7 26 16,-1 0-50-16,-3 2 37 15,-2 3-7-15,0 6-24 16,0 8-32-16,0 9-27 16,0 4-6-16,0 4-4 15,0 0-71-15,0 15-76 0,-7-1 28 16,7 1-189-1</inkml:trace>
  <inkml:trace contextRef="#ctx0" brushRef="#br0" timeOffset="-167697.48">8883 16779 710 0,'0'0'149'0,"0"0"-131"16,0 0 6-16,0 0 5 15,-88 87-23-15,56-53-2 16,9 0-2-16,4-1-2 16,6-8-6-16,6-3-38 15,5-10-76-15,2-12-108 0</inkml:trace>
  <inkml:trace contextRef="#ctx0" brushRef="#br0" timeOffset="-166987.4">9049 16600 818 0,'0'0'79'16,"0"0"-70"-16,0 0-9 16,0 0-1-16,0 0 1 15,0 0 0-15,-47 99-2 16,47-62 2-16,0-2 2 0,0-1-2 15,11-6-2-15,15-7-2 16,10-9-1-16,7-7 5 16,1-5 2-16,-8-2-1 15,-10-18-1-15,-8-5 8 16,-10-1-6-16,-8-3 7 16,0 1-6-16,-6 3-3 15,-12 8-25-15,6 1-31 16,3 3-34-16,9 5 49 15,0 2 33-15,1 3 6 16,17 3 2-16,4 0 4 16,4 3 9-16,-2 11 2 15,-5 8-4-15,-2 2 7 0,-8 4 0 16,-6 0-11 0,-3-2-3-16,0-1 0 0,0-6-2 15,0-4-2-15,0-6 1 16,0-4-1-16,0-5 0 15,6 0 1-15,8-9 12 16,6-11-10-16,-1-2-2 16,2 0 1-16,0 1 2 15,-3 4-2-15,1 5 2 16,-4 8-4-16,-2 4-2 16,-5 0 1-16,-5 1-2 15,-1 16-3-15,2 4 4 16,5 4 2-16,3 5 16 15,8 1-8-15,-1-5 3 0,0-9-6 16,2-12-1-16,-2-5 1 16,3-6 1-16,2-17-1 15,2-7-5-15,-6-5-1 16,-1-3-5-16,-10 0 6 16,-9 1 0-16,0 0-4 15,-6 4 4-15,-20 5 0 16,-11 7 4-16,-15 11-4 15,-8 10-71-15,2 0-389 16</inkml:trace>
  <inkml:trace contextRef="#ctx0" brushRef="#br0" timeOffset="-166021.44">10659 16697 212 0,'0'0'561'0,"0"0"-434"16,0 0-70-16,0 0-40 16,0 0 2-16,12-82-10 15,7 71-4-15,10 0-5 16,5 2-1-16,9 1 1 16,2 2 0-16,-3 2 0 15,-5 3-1-15,-5 1 1 16,-11 0-10-16,-8 0-8 15,-6 5-9-15,-7 1 2 16,0 4 6-16,-16 2 11 16,-11 2 8-16,-3 3 1 0,3-1-1 15,6 1 0-15,7 3-2 16,6 0 2-16,8 4 0 16,0 1 1-16,1 3 8 15,13-1-5-15,2 2 3 16,-4-3-7-16,2-4 2 15,-8-5-1-15,0-5-1 16,-5-7 6-16,-1-2-6 16,0-1 0-16,-15 0 1 15,-13 1 3-15,-7-3-4 16,-3 0-4-16,4 0-30 16,8 0-29-16,19 0-13 15,7-3-1-15,19-6-201 0</inkml:trace>
  <inkml:trace contextRef="#ctx0" brushRef="#br0" timeOffset="-165403.35">11193 16620 645 0,'0'0'171'0,"0"0"-119"16,0 0-52-16,0 0-4 15,0 0 4-15,0 0 8 0,-6 82 4 16,8-44-12-16,8 3 4 16,0-4 0-16,2-13-4 15,2-8-6-15,-5-8 0 16,3-8 6-16,1 0 2 15,-2-9 4-15,-1-11-2 16,-1-6-3-16,-3-4-1 16,-3-3 0-16,-2 1-19 15,1-4 6-15,4 4-8 16,7 5 17-16,7 4-18 16,10 8 17-16,1 5 5 15,2 7 7-15,-5 3 4 0,-7 0-2 16,-3 13 1-1,-9 8-2-15,-5 6 2 0,-4 4-6 16,0 4-3-16,-3 1 1 16,-6-1-1-16,1-5 1 15,8-6-2-15,0-8 0 16,0-2-10-16,14-12-21 16,3-2 0-16,1 0 29 15,1-13 2-15,-3-9 2 16,-1-6 6-16,-4-3 8 15,-4-5 6-15,-4-1 5 16,-3 4 9-16,0 5 7 16,0 6-23-16,-7 9-5 15,-2 9-15-15,0 4-7 16,0 1-47-16,7 21-35 0,2 5-66 16,2-1-87-16</inkml:trace>
  <inkml:trace contextRef="#ctx0" brushRef="#br0" timeOffset="-165242.47">11887 16819 779 0,'0'0'107'0,"0"0"-66"16,0 0-22-16,0 0 5 16,-79 45-19-16,47-14-2 0,2 4-2 15,8 2-1 1,1 0-8-16,9-5-48 0,5-8-104 15,7-11-95-15</inkml:trace>
  <inkml:trace contextRef="#ctx0" brushRef="#br0" timeOffset="-163956.26">11990 16649 658 0,'0'0'8'16,"0"0"-7"-16,0 0-1 15,0 0 8-15,-64 80 18 0,55-49 14 16,5 3-16-16,4-1-5 16,0-2-11-16,8-6-2 15,14-5-3-15,4-8 0 16,3-7-2-16,1-5-1 15,-3 0 1-15,-6-17 1 16,-6-7 2-16,-8-1 0 16,-7-2 10-16,0-1-2 15,-7 0-10-15,-12 2-1 16,0 5 0-16,5 7-1 16,5 6 0-16,4 2-1 15,5 6-8-15,0-3 7 0,2 2-16 16,17 1-4-1,8 0 22-15,3 0-1 0,-2 0 2 16,-5 0-1-16,-8 0 1 16,-4 0 0-16,-6 0 3 15,-4 0 0-15,-1 0 0 16,0 0-2-16,0 1 7 16,0 2 3-16,0 0 10 15,-3 4 3-15,0-6-2 16,-1 2-8-16,-2 0-6 15,3 0-3-15,0-3 0 16,3 0-3-16,0 0-1 16,0 0 2-16,0 0 1 15,0 0 6-15,0 0 5 16,0 0-5-16,0 0-2 0,0 0 1 16,0 0-1-16,-1 0-7 15,-1 0 0-15,-1 0-2 16,-1 0 0-16,1 0 0 15,0 0 1-15,1 0-1 16,-2-4 2-16,1-1-2 16,-2 4 1-16,2-6 0 15,2 4-1-15,-2-6 1 16,1 2-1-16,-1 2 0 16,-1-2 1-16,4 0-1 15,-2 2 0-15,1 2 0 0,1 1 1 16,-3 2-1-16,3 0 0 15,-1 0-1 1,1 0 1-16,0 0-1 0,0 0-1 16,0 0-2-16,0 0-2 15,14 8-1-15,12 3 6 16,6-4-5-16,6 1-8 16,1-3-4-16,-1-5-9 15,-3 0 9-15,-6 0 5 16,-6 0 13-16,-7 0 1 15,-10 0 0-15,-4 0 10 16,-2 0 14-16,0 0-12 16,-3 0-13-16,-12 12-2 15,-5 5 2-15,0 9-1 0,3 3-2 16,-1 0 3-16,9 1 0 16,9-6-6-16,1-4-14 15,31-8 7-15,12-4 11 16,6-8 2-16,-1 0 2 15,-8-14-2-15,-9-12 2 16,-5 1 3-16,-10-6-5 16,-2 1 2-16,-5 3-1 15,-3 6 0-15,-1 8-1 16,-4 7 3-16,-2 6 5 16,0 0-8-16,0 2-9 15,0 13 7-15,0 9 1 0,-3 5-2 16,-4 0 3-16,2 3 0 15,5-1 1-15,0-6-2 16,9-5-2-16,17-11 2 16,7-7 1-16,8-2 5 15,2-7-3-15,0-16-2 16,-5-7 3-16,-10 0 8 16,-7-8-4-16,-8 1-3 15,-8 3 0-15,-5 3-1 16,-2 7 7-16,-24 9-9 15,-11 6-1-15,-9 9-34 16,-8 0-67-16,4 5-104 16,8 11-251-16</inkml:trace>
  <inkml:trace contextRef="#ctx0" brushRef="#br0" timeOffset="-161905.36">13723 16620 436 0,'0'0'153'0,"0"0"-72"16,0 0-13-16,0 0-34 16,0 0-4-16,0 0-6 15,10-58-7-15,7 52-4 16,5 1-5-16,3 3-7 16,4 2-1-16,1 0 0 15,2 5-19-15,-2 7-82 16,-5 3 19-16,-8-1 9 15,-10-3-2-15,-7-2 35 16,0 2 28-16,-14-3 12 16,-9 1 31-16,1-1 23 15,1 0 2-15,5 3-30 16,7-1-1-16,3 6-18 0,4 4 4 16,2 2 3-16,0 6-2 15,2 5-4-15,6 0 1 16,-1-4-4-16,-3-4-1 15,0-3-4-15,-2-8 2 16,-2-6-2-16,0-2 4 16,0-3-2-16,-10-1 3 15,-9 1 3-15,-7-3 1 16,-3 2-9-16,3-2-16 16,5 0-42-16,12 0-74 15,9-7-184-15</inkml:trace>
  <inkml:trace contextRef="#ctx0" brushRef="#br0" timeOffset="-160775.58">14130 16683 493 0,'0'0'118'0,"0"0"-63"15,0 0-51-15,0 0 3 16,0 0 8-16,0 0-1 16,-15 91-4-16,15-54-2 0,0-3-5 15,9-2-1-15,0-7-2 16,3-10-35-16,-1-10 12 16,0-5 15-16,3 0 1 15,-1-14-13-15,-2-8-39 16,5 0 3-16,-7-1-3 15,-6-5 57-15,-3 3 2 16,0-1 0-16,0 0 18 16,-9 0 45-16,1 6 19 15,2 3-1-15,5 9 37 16,1 4-78-16,0 2-30 16,0 2-10-16,0 0-2 15,0 0-8-15,0 0 7 0,0 0 3 16,0 0 3-16,0 0-3 15,0 0 2-15,0 0 15 16,0 0 0-16,0 0-3 16,0 0-8-16,-6 0-3 15,-1 0-1-15,-1 0-1 16,1 0-1-16,-2 0 3 16,3 0-3-16,1 0 0 15,4 0 1-15,-1 0 0 16,2 0-1-16,0 0 0 15,0 0-1-15,0 0 2 16,0 0 1-16,0 0 0 16,0 0-2-16,0 0 0 15,3 0-7-15,11 0 7 0,11 0 0 16,7 0 0 0,3 0-4-16,8 0-6 0,1 0-2 15,3-3-2-15,-3 0 1 16,-2-2-12-16,-5 2-1 15,-7 2 26-15,-11 0 2 16,-10 1 6-16,-8 0 18 16,-1-2-3-16,0 2-4 15,0 0-18-15,-7 7-1 16,-12 13 0-16,2 4 2 16,1 3-2-16,1-1 1 15,3 1-1-15,4-1 0 0,5-4 1 16,3-1-1-1,0-7-2-15,16 0 2 0,9-6 0 16,8-4 1-16,-6-2-1 16,-4-2 3-16,-8 0 0 15,-6-6 6-15,-3-7 7 16,-1-2 2-16,-1-1-5 16,-1-2-3-16,-1-3-6 15,1 1 1-15,-3-3-5 16,0 2 2-16,0 0-2 15,0 2 1-15,0-1-1 16,-8 6-2-16,-1 2 2 16,-4 2-9-16,-1 5 0 0,-2 0 5 15,-1 4 2 1,1 1 0-16,1 0-2 0,3 0 1 16,5 4-7-16,2 1 1 15,2 0 4-15,2-4 4 16,1 1-5-16,0-2 3 15,0 0 3-15,0 0 0 16,0 0 1-16,0 0 0 16,0 0-1-16,0 0 2 15,0 0 2-15,0 0-2 16,0 0-2-16,0 0-3 16,0 0-41-16,10 3-206 15,11-3-151-15</inkml:trace>
  <inkml:trace contextRef="#ctx0" brushRef="#br0" timeOffset="-160059.76">14858 16646 576 0,'0'0'109'0,"0"0"-73"16,0 0-36-16,0 0-12 15,0 0 12-15,0 0 58 16,-42 67-23-16,18-33-20 16,0 1-10-16,5 1 1 15,6-2-5-15,5-8 3 0,8-2-4 16,3-2 0-16,22-7-11 16,7-7 1-16,8-8-15 15,0 0-18-15,-1-17 6 16,-7-8 19-16,-4-5-7 15,-9-1 10-15,-7 0 14 16,-6 1 1-16,-6 4 5 16,0 0 8-16,0 8 47 15,-5 4 24-15,0 5-35 16,2 6-29-16,3 3-3 0,0 0-17 16,0 0-6-1,0 9-13-15,0 7 17 0,10 3-1 16,4 1 1-1,2-2-11-15,-3-2-7 0,2-3-7 16,-5-6-6-16,-2-1-6 16,-6-4 0-16,2 0 13 15,-4-1 24-15,0-1 0 16,0 2 2-16,0-2 4 16,0 0 4-16,0 0 14 15,0 1 11-15,0-1-3 16,0 3-11-16,0 2-17 15,0 3 2-15,0-1 0 16,0 6 5-16,0 1-2 16,0 0-4-16,0 1-2 15,3 0 0-15,7-1 0 0,7-8 0 16,13-3 5-16,3-3-6 16,1-3 6-16,-5-17-6 15,-4-5 3-15,-6-2 3 16,-7-2 5-16,-6-1 17 15,-6 0-11-15,0 5-9 16,-3 5 8-16,-7 9 1 16,-6 5-17-16,-4 6-22 15,-4 2-33-15,-6 13-82 16,0 3-173-16</inkml:trace>
  <inkml:trace contextRef="#ctx0" brushRef="#br0" timeOffset="-158462.37">16217 16677 364 0,'0'0'136'0,"0"0"-61"15,0 0-58 1,0 0-5-16,0 0 53 0,0 0-15 16,91-29-11-16,-59 29-6 15,1 0-4-15,-1 5-1 16,-6 7-17-16,-2 3-7 15,-6 4-3-15,-6 8-1 16,-6 2-2-16,-6 5-6 16,-13 1 6-16,-17 2-6 15,-4-4-3-15,2-5-19 16,7-6-16-16,10-8 6 16,7-5 20-16,7-6 10 15,1 0 7-15,9-3 3 0,19 0 2 16,8 0 1-16,9-10-3 15,4-2 3-15,3 5-3 16,1-1-13-16,5-1-55 16,-3 1-181-16</inkml:trace>
  <inkml:trace contextRef="#ctx0" brushRef="#br0" timeOffset="-157763.39">16794 16799 478 0,'0'0'135'0,"0"0"-85"16,0 0-34-16,0 0 19 15,0 0 12-15,-21 76-29 0,21-38-8 16,0 0-4-16,19-6 0 16,6-9-3-16,8-14 3 15,2-9 0-15,1-1 0 16,-2-21 0-16,-4-6-3 15,-8-5 2-15,-10-1-2 16,-10-2-2-16,-2-2 1 16,-18 1-4-16,-16 2 0 15,-4 3 2-15,7 6 2 16,7 10 13-16,14 9 27 0,5 7-21 16,4 0-21-1,1 10-53-15,0 14 41 0,0 2-10 16,13-1-9-1,9-1-44-15,7-9 24 0,1-6 16 16,-1-6 5-16,-3-3 18 16,-7 0 12-16,-1-1 11 15,-2-10 10-15,1-2 10 16,-1 0 9-16,1 3-4 16,0 3 0-16,0 4-20 15,1 3-16-15,1 0-2 16,-4 5 1-16,-4 10-4 15,-4 5 3-15,-6 0-3 16,-1 5 1-16,0 0 4 16,0 0 3-16,-5-1-3 15,3-4 0-15,1-3 3 16,1 0 0-16,0-8-1 0,0-1-2 16,8-6-4-16,3-2-1 15,5 0 3-15,-2-13 2 16,4-8 0-16,-3-1 0 15,-1-4 0-15,-5-3 9 16,-2 2 18-16,-1 4-8 16,-3 2 4-16,-2 6 10 15,1 6-19-15,-2 4-6 16,0 5-8-16,0 0-16 16,0 0-70-16,-2 12 27 15,-11 5 20-15,2 0-45 16,-5 0-99-16</inkml:trace>
  <inkml:trace contextRef="#ctx0" brushRef="#br0" timeOffset="-156830.31">17561 16808 467 0,'0'0'130'0,"0"0"-126"15,0 0-2-15,0 0 25 16,0 0 6-16,0 0-4 16,-29 84-19-16,29-56-4 15,0-4 0-15,0-7-5 16,6-11 2-16,8-6 1 16,2 0 4-16,5-9 0 15,0-12-8-15,-2-4-11 16,-1-1-22-16,-6 1 8 15,-2 2 21-15,-4 5 4 16,0 6 15-16,-1 5 11 16,-3 5 15-16,-1 2-41 0,1 0-7 15,-1 6-10 1,2 11 16-16,2 3 1 0,0 7 0 16,0-2-1-16,-1-4 1 15,1-6-19-15,4-6-12 16,1-9 10-16,-1 0 21 15,2-2 5-15,3-11-5 16,2-6-2-16,1 0 0 16,1-1 2-16,-4 3 4 15,0 3 6-15,0 2 21 16,-3 7 5-16,0 3-18 16,1 2-18-16,-1 0 2 15,1 3-2-15,-2 6 0 16,-2 5-4-16,5 2 4 0,1 3 0 15,8 1 0-15,8-2 0 16,7-3 6-16,6-6-6 16,-4-7-4-16,-2-2 0 15,-5 0 0-15,-7-12-4 16,-5-4 8-16,-7-2 2 16,-7 0 42-16,-6-4 3 15,0 0-26-15,0-3 4 16,-17-2 1-16,-5 1-4 15,-5 7-8-15,-1 7-10 16,-4 12-4-16,3 0-69 16,7 7-180-16</inkml:trace>
  <inkml:trace contextRef="#ctx0" brushRef="#br0" timeOffset="-155199.46">19269 16803 364 0,'0'0'129'15,"0"0"-29"-15,0 0-26 0,0 0 5 16,0 0 4-1,0 0-47-15,-2-15-11 0,2 12 13 16,0 1-26-16,0 0-6 16,0 0 4-16,2-3 4 15,2 3-9-15,5-1-2 16,6 0-3-16,12 3-7 16,5 0-13-16,4 0-5 15,0 0-5-15,-6 0 15 16,-8 0 2-16,-8 3 9 15,-8-3 3-15,-5 2 1 16,-1-2-2-16,0 0 0 16,0 0 2-16,0 0 7 15,0 0 7-15,0 0-1 16,0 0 5-16,0 0-10 0,0 0-2 16,0 0-4-16,0 0-2 15,0 0 0-15,0 0 0 16,0 0-1-16,0 0 0 15,0 0-2-15,0 1 3 16,0 4 0-16,0-3 2 16,0 2-2-16,0 2 0 15,0-1 0-15,0 4 0 16,0 4-2-16,0 3 2 16,-1 4 0-16,-14 3 0 15,-3 2 0-15,-1 2 0 16,-3-1 3-16,5-6-3 0,2-6 0 15,6-7 1 1,3-4 0-16,3-3 1 0,3 0 5 16,-2 0 28-16,2-13-17 15,0-1-10-15,0 2-3 16,8 2-5-16,6 3-5 16,9 3 0-16,1 3-12 15,3 1 9-15,-2 0-2 16,-2 8 3-16,-5 1-7 15,-5 2 7-15,-5 2 2 16,-4 4 1-16,-4 3-3 16,0 0 1-16,-8 2-1 15,-11-4 3-15,0-5 0 16,1-4 3-16,-3-2 0 0,6-4 1 16,-3-3 0-16,-1 0 0 15,1 0 0-15,0 0 0 16,1-7 1-16,4-1 0 15,4 1 1-15,4 0 0 16,4 2 1-16,1 0-3 16,1 3-19-16,22-1-279 15</inkml:trace>
  <inkml:trace contextRef="#ctx0" brushRef="#br0" timeOffset="-154550.28">19825 16822 549 0,'0'0'176'16,"0"0"-27"-16,0 0-110 15,0 0-30-15,0 0-9 16,0 0-6-16,-3 5 1 16,-4 20 4-16,-4 9 1 0,-2 7 1 15,1 2 0 1,3-4 5-16,4-6-6 0,2-13-5 16,3-8 2-16,0-9 1 15,15-3 2-15,6-5 5 16,3-19 0-16,3-8-2 15,-3-4 1-15,-5-3-4 16,-4 0-1-16,-3 3-3 16,-3 6-1-16,1 5-5 15,1 8-2-15,2 6 2 16,2 9 1-16,-2 2 0 16,0 0 0-16,-2 4 7 15,-2 13-2-15,-4 3-1 16,-1 3 4-16,-4 3-4 0,0 1 5 15,0-1-1-15,0-2 2 16,0-4-2-16,2-1-1 16,3-9-12-16,2-3-8 15,2-5-14-15,4-2-10 16,2 0 46-16,3-16 5 16,0-6 4-16,4-2 7 15,-1-7 8-15,-4-1 24 16,2-4-14-16,-9 2 9 15,-7 2-10-15,-3 0-3 16,0 8-12-16,-15 7-13 16,-7 8-5-16,-5 9-9 15,-1 5-63-15,8 17-96 16,7 5-57-16</inkml:trace>
  <inkml:trace contextRef="#ctx0" brushRef="#br0" timeOffset="-154350.72">20334 17052 757 0,'0'0'160'16,"0"0"-111"-16,0 0-29 15,0 0-19-15,0 0-1 0,0 0 3 16,-84 76-3-1,54-47-16-15,5-2-32 0,1-6-56 16,8-7-137-16</inkml:trace>
  <inkml:trace contextRef="#ctx0" brushRef="#br0" timeOffset="-153566.2">20544 16811 718 0,'0'0'134'0,"0"0"-78"16,0 0-56-16,0 0-5 15,0 0 1-15,0 0 4 16,-36 50-2-16,28-13 2 15,2 4 1-15,2-2-1 16,4-6-4-16,0-11-17 16,0-7 12-16,4-10 5 15,9-5 4-15,4 0 4 16,-1-16 0-16,1-7 0 16,-3-7-2-16,-5-3-2 15,1-1 0-15,-4 3-1 16,-1-1-2-16,1 5 2 0,4 6-3 15,2 6-8-15,4 12-2 16,2 3-13-16,0 0 15 16,-4 3 6-16,-1 12 5 15,-4 6 1-15,-5 4 1 16,1-5 13-16,-5 5-8 16,0-2 0-16,0-2-5 15,1-4 0-15,2-5 3 16,3-2-3-16,-1-6 2 15,4-4 0-15,1 0 1 16,6-6 7-16,4-14-6 16,-1-7 4-16,4 1-2 15,-1-1 10-15,1 6 0 0,-1 5-7 16,0 7-10-16,-5 2-3 16,-4 7 3-16,-5 0-1 15,1 0 0-15,-1 11-1 16,1 5-1-16,2 1 2 15,8 8 1-15,9 3-1 16,5-2 1-16,8-4 1 16,-1-11-1-16,-7-8 4 15,-4-3-2-15,-3-1-1 16,-4-15 2-16,-4-3-3 16,-7 0 5-16,-4-2 3 15,-3-1 6-15,-4-2-6 0,0 3 9 16,0 3 4-1,-19 3-5-15,-9 3-16 0,-16 7-9 16,-11 5-12-16,-3 0-50 16,9 8-67-16,21 4-88 15</inkml:trace>
  <inkml:trace contextRef="#ctx0" brushRef="#br0" timeOffset="-136298.77">9075 17219 546 0,'0'0'19'0,"0"0"43"16,0 0-12-16,0 0-27 16,0 0 8-16,0 0 18 15,0 0-3-15,0 0-25 16,-52-63-4-16,50 59 5 16,1 1-9-16,-1 0 0 15,2 2-3-15,-3-1 0 0,3 2-7 16,0 0-1-16,0 0 0 15,0-1-2-15,0 1 0 16,0-2-1-16,0-1-4 16,3-2-21-16,2 1-4 15,-2 1-13-15,-3 1-83 16,0-5 4-16,0 3-188 16</inkml:trace>
  <inkml:trace contextRef="#ctx0" brushRef="#br0" timeOffset="-132404.44">13122 16366 218 0,'0'0'52'0,"0"0"3"0,0 0-49 16,0 0-4-16,0 0 8 16,0 0 18-16,0 0 17 15,22 31-8-15,-14-20 1 16,-1 3 18-16,-2 3-16 16,-5 6-12-16,0 9-2 15,0 8-1-15,-17 9-3 16,-8 8-3-16,-5 9-4 15,-2-1 0-15,0 5-10 16,3 0-1-16,4-1-1 16,6-4 1-16,5-7-4 0,7-9-19 15,3-8 7-15,4-7 8 16,0-7-29-16,0-8-60 16,0-5-101-16,5-8-79 15</inkml:trace>
  <inkml:trace contextRef="#ctx0" brushRef="#br0" timeOffset="-132250.24">12937 17302 383 0,'0'0'187'15,"0"0"-75"-15,0 0-7 16,0 0-45-16,0 0-8 16,0 0-12-16,14-63-17 0,-10 62-14 15,-1 1-9 1,0 0-62-16,-2 3-123 0,-1 4-196 15</inkml:trace>
  <inkml:trace contextRef="#ctx0" brushRef="#br0" timeOffset="-130690.24">15489 16402 187 0,'0'0'95'15,"0"0"-60"-15,0 0-26 16,0 0 20-16,0 0 11 16,0 0-19-16,1 4 12 15,-1 11 16-15,0 6-8 16,0 7 0-16,-6 6-5 15,-7 7-13-15,-2 9-6 16,-7 6 0-16,-2 9-6 16,-6-2-8-16,-1 2 5 15,-1 2-3-15,7 3-1 16,11 5 2-16,14 1-2 16,0-3-3-16,17-10 5 15,2-12-3-15,-8-13-3 0,-2-12-10 16,-3-10-8-16,-6-9 3 15,3-2 15-15,-3-5 0 16,0 0 1-16,0 0 2 16,0-5-3-16,0-7-1 15,0 1-35-15,-3-6-205 16</inkml:trace>
  <inkml:trace contextRef="#ctx0" brushRef="#br0" timeOffset="-130030.3">14743 16956 116 0,'0'0'39'0,"0"0"12"0,0 0-7 16,0 0-9-1,0 0 29-15,0 0-44 0,0-26-12 16,0 25-1-16,0-1-4 16,0 2-1-16,2 0-2 15,-1 0 5-15,1 0-4 16,-2 0 5-16,0-3-4 15,0 3 2-15,0 0 6 16,0 0 7-16,0 0-5 16,0 0-8-16,0-2-2 15,0-1-1-15,0 3 0 16,0 0-1-16,0 0-5 16,0 0-52-16,0 0-46 0,0 0-42 15</inkml:trace>
  <inkml:trace contextRef="#ctx0" brushRef="#br0" timeOffset="-125095.31">18585 15805 54 0,'0'0'225'16,"0"0"-136"-16,0 0-89 16,0 0 0-16,0 0 46 0,0 0 26 15,0 0-26-15,38 79 2 16,-31-35-11-16,-4 11-6 16,-3 10 0-16,0 11 5 15,-18 13-5-15,-10 14-8 16,-7 10-4-16,-3 7-4 15,-1 4-4-15,3-1-3 16,3 3-3-16,11-3 2 16,10-9-2-16,5-12-4 15,4-19 3-15,0-14 0 16,-8-18-1-16,-2-12-2 16,-2-11 2-16,-1-6-2 15,4-7 0-15,2-5 1 0,6-6-2 16,2-2 0-1,2-2-6-15,0 0-7 0,0 0-1 16,14 0-79-16,14-6-240 16</inkml:trace>
  <inkml:trace contextRef="#ctx0" brushRef="#br0" timeOffset="-124915.72">18372 17505 449 0,'0'0'136'0,"0"0"-32"16,0 0-2-16,0 0-50 0,0 0-33 15,0 0-16-15,-3-35-3 16,3 35-107-16,0 0-52 16,7 0-91-16</inkml:trace>
  <inkml:trace contextRef="#ctx0" brushRef="#br0" timeOffset="-115568.51">15126 17384 306 0,'0'0'205'15,"0"0"-128"-15,0 0-14 16,0 0-20-16,0 0 51 16,0 0-52-16,0 0-16 15,15-29-8-15,-13 29-4 16,-2 0-9-16,0-2-1 15,0 2-4-15,0 0-1 16,0 0-4-16,0 0-16 16,0 2-2-16,0 4-84 0,0-4-30 15,-6-2-224-15</inkml:trace>
  <inkml:trace contextRef="#ctx0" brushRef="#br0" timeOffset="-114879.73">10124 16730 440 0,'0'0'1'0,"0"0"1"15,0 0-2-15,0 0-13 16,0 0 9-16,0 0 4 16,-21-11 23-16,22 8-3 15,5 3-1-15,3 0 2 16,-3-3-6-16,-1 2-7 16,1 1-8-16,-3 0 0 15,4 0-4-15,-3 0-45 16,2 0-103-16,9 0-1 15</inkml:trace>
  <inkml:trace contextRef="#ctx0" brushRef="#br0" timeOffset="-114588.02">11641 16871 13 0,'0'0'422'15,"0"0"-352"-15,0 0 2 0,0 0-32 16,0 0-22-1,0 0-12-15,0-30-6 0,0 30-28 16,0 11-39-16,9-2-50 16,11-1-131-16</inkml:trace>
  <inkml:trace contextRef="#ctx0" brushRef="#br0" timeOffset="-114256.57">14416 16898 172 0,'0'0'60'16,"0"0"-36"-1,0 0-24-15,0 0-25 0,0 0-30 16,0 0-15-16</inkml:trace>
  <inkml:trace contextRef="#ctx0" brushRef="#br0" timeOffset="-113214.68">15068 17489 247 0,'0'0'167'0,"0"0"-82"0,0 0 4 15,0 0-47-15,0 0-34 16,0 0 14-16,-6-20-12 16,6 20-6-16,0 0-4 15,0 0 0-15,0 0 1 16,0 0 1-16,0 0-2 15,0 0-3-15,0 0-23 16,0 4-6-16,0 2-118 16,3-4-97-16</inkml:trace>
  <inkml:trace contextRef="#ctx0" brushRef="#br0" timeOffset="-112818.54">16633 17258 94 0,'0'0'0'16</inkml:trace>
  <inkml:trace contextRef="#ctx0" brushRef="#br0" timeOffset="-110559.38">2764 16823 502 0,'0'0'20'0,"0"0"-17"15,0 0 12-15,0 104 37 0,3-53 1 16,-3 11-16-16,3 4 23 15,-3 6 22-15,0-9-41 16,0-7-29-16,0-15-1 16,0-12-9-16,-3-12-1 15,0-7 6-15,0-10-2 16,2 0 25-16,-4-3 28 16,-4-19-35-16,-1-14-21 15,-5-15-2-15,5-13-25 16,-1-11 0-16,1-3 6 15,-1 0 12-15,1 7-2 16,7 9 0-16,3 9 3 0,7 5 2 16,16 11 4-16,5 6 0 15,-6 11 3-15,-7 14 1 16,-6 6-4-16,-9 7 0 16,0 19 0-16,0 9-1 15,-13 6 1-15,-10-1 0 16,-5 1 0-16,-2-7 0 15,5-8 0-15,-2-1 1 16,5-1-1-16,5-2 0 16,2-3-12-16,11 0-69 15,4-8-96-15,9-7-85 16</inkml:trace>
  <inkml:trace contextRef="#ctx0" brushRef="#br0" timeOffset="-109959.35">3060 16878 649 0,'0'0'73'15,"0"0"40"-15,0 0-96 16,0 0-17-16,0 0-6 16,0 0 6-16,-8 70 18 15,2-17-1-15,0 3-6 16,6 0-1-16,0-4-4 15,0-18-4-15,0-9-1 16,0-10 3-16,0-10-3 16,0-1 1-16,0-4 2 0,0-7 30 15,0-17-4-15,-13-10-27 16,-4-12-3-16,-2-5-8 16,3-2-6-16,8 0-13 15,8 6 6-15,2 6-8 16,21 6 8-16,9 6 16 15,4 7 4-15,5 7 0 16,-2 9-4-16,-2 6 4 16,-4 1-1-16,-12 19 1 15,-7 6-6-15,-9 3-12 16,-5-2 5-16,-4 1-1 16,-11-3 8-16,4-5 4 15,3-3 2-15,3-5 1 16,4-3-3-16,1-2 0 15,0-2-2-15,0-1 5 0,10 1 1 16,5 1 16-16,6 4 14 16,-2 4-5-16,3 6-9 15,1 4-8-15,-6 5 2 16,2-4-3-16,-8 0-4 16,-3 0-2-16,-2-8-1 15,-6-1 1-15,0-6-4 16,-6 0 5-16,-19-3 1 15,-10-4 2-15,-6-3-3 16,-4 0-3-16,5 0-25 0,9-3-65 16,17-11-94-16</inkml:trace>
  <inkml:trace contextRef="#ctx0" brushRef="#br0" timeOffset="-109474.51">3700 16898 775 0,'0'0'86'0,"0"0"-12"16,0 0-51-16,0 0-23 0,0 0 0 16,0 0 0-16,-50 104 2 15,50-41 5-15,0 0-5 16,0-3 1-16,0-13-2 15,9-13 1-15,-4-16-2 16,-2-8 0-16,-2-10 2 16,1 0 0-16,-1-7 5 15,-1-22-7-15,0-11-14 16,-7-12-43-16,-19-11 22 16,-8 0 10-16,4 0-12 15,8 7 24-15,14 11 3 16,8 7 1-16,5 8 6 15,23 2 3-15,5 11 8 16,4 8 12-16,5 7-7 16,0 2-3-16,-2 10-10 0,-7 11 0 15,-8 4 0-15,-9-1-3 16,-11-5 0-16,-5-1 0 16,-9-1-4-16,-24 1 7 15,-9-1 2-15,-9-4 2 16,-2 1-1-16,8-1-2 15,13 0-1-15,17 0 0 16,15-5-109-16,15-8-134 16</inkml:trace>
  <inkml:trace contextRef="#ctx0" brushRef="#br0" timeOffset="-109273.55">4171 16912 570 0,'0'0'50'16,"0"0"34"-16,0 0 33 16,0 0-85-16,0 0-31 15,0 0 0-15,31-4 1 16,14 7 3-16,20 3-5 16,10 4-46-16,6-3-105 15,-5 0 17-15,-18-1-167 16</inkml:trace>
  <inkml:trace contextRef="#ctx0" brushRef="#br0" timeOffset="-109096.46">4216 17115 388 0,'0'0'151'16,"0"0"-67"-16,0 0-48 16,0 0-5-16,0 0 26 15,0 0 18-15,23 11-37 16,23-9-25-16,10-2-8 15,11 0-5-15,6 0-38 16,3-3-116-16,-6-16-132 16</inkml:trace>
  <inkml:trace contextRef="#ctx0" brushRef="#br0" timeOffset="-108678.17">4839 16806 697 0,'0'0'151'15,"0"0"-97"-15,0 0-53 16,0 0-1-16,0 0 7 16,9 109 9-16,3-56-6 15,1 8-6-15,-1-3-1 16,3-8 0-16,-1-18-3 15,2-14 1-15,4-14-1 16,3-4 5-16,3-17 1 16,2-15-1-16,-5-15-5 0,-6-3 0 15,-5 2-2-15,-12 4-3 16,0 11 5-16,0 11 0 16,0 13 1-16,0 8 8 15,0 1-9-15,0 14-6 16,0 14 5-16,0 15-2 15,0 7 3-15,11 8-3 16,3 1-9-16,2-6-22 16,10-8-13-16,4-15-20 15,4-13-18-15,4-15-24 16,-5-2-138-16</inkml:trace>
  <inkml:trace contextRef="#ctx0" brushRef="#br0" timeOffset="-107694.79">5419 17033 663 0,'0'0'177'0,"0"0"-60"16,0 0-64-16,0 0-53 15,0 0-2-15,0 0 2 16,-4 51 0-16,38-20-1 16,21-6-4-16,18-13 0 15,12-12 5-15,-4 0-8 16,-11-9 0-16,-15-11-5 15,-16-9 9-15,-9 0-3 16,-20 0-1-16,-10 5 8 0,0 9 0 16,-15 5 1-1,-7 10 6-15,-2 0 0 0,-4 22-5 16,-5 21-1-16,-3 11 4 16,2 8 3-16,1 1-3 15,9-1 0-15,6 0-4 16,9-4-1-16,9-9 1 15,0-9-1-15,0-16 1 16,3-11 0-16,-1-12 0 16,2-1 6-16,1 0 34 15,-1-18 5-15,1-12-42 16,-1-7-4-16,-4-4-5 0,0 1 0 16,2 2-18-16,2 4-3 15,8 2-7-15,6 3-25 16,7 0-22-16,11 4-59 15,9-2 79-15,4 0 27 16,5 0 32-16,1 0 1 16,0 1 0-16,-10 2 7 15,-12 6 9-15,-12 4 3 16,-15 4 23-16,-6 4 28 16,0 3-24-16,-6 3-26 15,-17 0-19-15,-6 6 2 0,-3 16 2 16,4 5-3-1,7 7 1-15,6 2-3 16,15 1 0-16,0-4 0 16,22-2-1-16,20-8-16 0,12-15-25 15,5-8 2-15,3-3 12 16,-6-19 23-16,-7-7-4 16,-10 0-9-16,-14-5 18 15,-17 3 2-15,-8 4 23 16,-9 1 35-16,-19 8-5 15,-4 8-13-15,2 10-6 16,2 0-15-16,0 16-21 16,9 14 0-16,3 5-4 15,9 3 1-15,7-1-10 16,2-8-4-16,26-8-2 16,12-12-7-16,7-9 26 15,0-4 5-15,-5-20-2 0,-9-6 0 16,-11-1-2-16,-11-5 2 15,-11 5-2-15,0 6 2 16,0 7 4-16,-9 8 6 16,-1 9 1-16,-1 1-9 15,1 8-5-15,-4 18 0 16,2 6 0-16,3 6 0 16,4 1 0-16,5 0 0 15,0-3-2-15,19-4 1 16,9-10-7-16,13-6-3 15,4-11 2-15,1-5 5 16,-2 0-16-16,-10-19-109 0,-10-8 31 16,-3-7-100-16,-11 5-98 15</inkml:trace>
  <inkml:trace contextRef="#ctx0" brushRef="#br0" timeOffset="-107312.29">6729 17116 206 0,'0'0'191'16,"0"0"-9"-16,0 0-81 15,0 0 25-15,-47-79-39 16,41 73-26-16,6 4-35 15,0 2-26-15,2 0-3 16,21 0 3-16,9 0 1 16,12 0 1-16,2-5-1 15,-2-5 0-15,-6-5 1 16,-10 0-2-16,-7-2 0 0,-9-3-5 16,-6 0-7-16,-6-2-16 15,0 0 20 1,0 0-8-16,-9 5 7 0,1 5 8 15,3 5 1-15,2 7 0 16,3 0-14-16,0 13-174 16,0 13 179-16,0 8 8 15,0 9 1-15,0 8 0 16,-3 5 2-16,-2 0-1 16,2-6 3-16,3-11 23 15,0-11 11-15,0-11 5 16,0-11-5-16,0-2-21 15,0-4-8-15,0 0-1 0,-15 1-7 16,-9 5 9 0,-9 2-10-16,2 3-35 0,10 2-80 15,8-6-80-15</inkml:trace>
  <inkml:trace contextRef="#ctx0" brushRef="#br0" timeOffset="-106893.45">5145 17716 167 0,'0'0'49'0,"-142"25"20"16,64-14 5-16,-2-4 6 16,1-6-13-16,9-1 26 15,20 0-22-15,18 0 11 16,21 0 12-16,10 0-39 16,1 0-48-16,4 0-6 15,38 0 3-15,28 0 15 16,35 0-4-16,29 0-10 15,21-4-4-15,6-6-1 16,10-1-2-16,-3-4-21 0,-7 0 7 16,-6 0 2-1,-22-1 7-15,-22-3-15 0,-28 5 16 16,-28 2-29-16,-28 3-48 16,-24 1-48-16,-6-2-150 15</inkml:trace>
  <inkml:trace contextRef="#ctx0" brushRef="#br0" timeOffset="-106743.67">6204 17648 87 0,'0'0'550'0,"0"0"-490"16,0 0-38-16,0 0 40 16,0 0 22-16,0 0-16 15,-15 0-52-15,15 0-16 0,0 0-2 16,0 6-102-16,3-6-75 15,12 0-272-15</inkml:trace>
  <inkml:trace contextRef="#ctx0" brushRef="#br0" timeOffset="-92127.33">7507 14824 307 0,'0'0'165'0,"0"0"-74"15,0 0-32-15,0 0-14 0,0 0 28 16,0 0-32 0,0 0-22-16,0 0-5 0,-18-7 3 15,20 7-14-15,16-1 3 16,7 0 0-16,11 0 1 16,24 1-1-16,19 0 5 15,31 0 5-15,22 0 3 16,21 0-7-16,6 0-1 15,-2 0-9-15,-14 0 0 16,-17 0-2-16,-16-7 1 16,-12-6-1-16,-14-1 3 15,-14-2-3-15,-22 6-1 16,-17 0-6-16,-16 5-2 0,-15 0 3 16,-6 5-9-1,-29 0-54-15,-15 3-50 0,-11 6-105 16</inkml:trace>
  <inkml:trace contextRef="#ctx0" brushRef="#br0" timeOffset="-148691.19">6205 12315 166 0,'0'0'76'0,"0"0"-33"16,0 0 24-16,0 0-2 16,0 0-13-16,0 0 8 0,0 0-24 15,-4-10-19-15,1 7 14 16,0-2-6-16,-3 4 22 15,6-2-23-15,0 3 5 16,-3-2-12-16,3 2-10 16,0 0-4-16,0 0-3 15,0 0-8-15,15 0 3 16,7 0 3-16,15 5-1 16,14-1 3-16,19 4 3 15,18-6-3-15,18-2 0 16,18 0 0-16,19-8 3 15,17-8-3-15,10 1 10 0,-3 2-5 16,1 2-4-16,-11 4 3 16,-8 0-2-16,-6 0-2 15,-8-1 0-15,-4 1-2 16,3 2 4-16,-3 3 1 16,-2-1 3-16,-1 3 1 15,-10 0-3-15,-8 0-2 16,-10 0-1-16,-9 0 2 15,-8 3-3-15,-5 3 4 16,-2 2 0-16,0 1-3 16,-1 1-1-16,4-1 0 15,-1-1 1-15,0-1 0 16,-6-3-1-16,-9 0 0 16,-8-4 0-16,-9 0 2 15,-3 0-2-15,-10 0 0 0,-7 0 0 16,-11 0 0-16,-5 0 2 15,-6-3 2-15,-1 3 11 16,-1-1-3-16,-2 1-4 16,0 0-4-16,0 0-3 15,0 0-1-15,0 0 0 16,0 0 1-16,0 0 2 16,0 0 16-16,0 0 11 15,0 0-3-15,0 0-6 16,0 0-7-16,0 0-4 15,0 0-1-15,0 0-7 16,0 0 3-16,0 0-5 0,0 0 0 16,0 0 1-16,0 0-1 15,0 0 0-15,0 0 1 16,0 0-1-16,0 0 1 16,0 0 0-16,0-1-1 15,0-2 0-15,-2-1 1 16,2-1-1-16,-3 0 0 15,2 5-1-15,-1-1 1 16,1 1-8-16,-2 0-17 16,-6 0-55-16,-4 8-103 15,-7-2-111-15</inkml:trace>
  <inkml:trace contextRef="#ctx0" brushRef="#br0" timeOffset="-147608.79">13469 12271 346 0,'0'0'80'0,"0"0"-19"16,0 0 27-16,0 0 9 16,0 0-45-16,0 0-32 15,34-30-11-15,26 24 23 16,16-3 9-16,21 1 1 16,19 3-17-16,13 2-3 15,14 3-9-15,5 0-13 16,-2 0 5-16,0 0-3 15,-9 0 1-15,-13 0-3 16,-16 0 0-16,-20 0 0 16,-19 0 1-16,-18-1-1 0,-18-4 0 15,-12-2-1-15,-12 1 1 16,-7 0 1-16,-2-3-1 16,0 3 0-16,-8-4-4 15,-14 7 4-15,-10 3-24 16,-3 0-51-16,5 0-83 15,12 0-228-15</inkml:trace>
  <inkml:trace contextRef="#ctx0" brushRef="#br0" timeOffset="-147446.27">15176 12327 593 0,'0'0'43'15,"0"0"66"-15,0 0-34 16,0 0-53-16,0 0-22 16,0 0-48-16,-56 8-101 15,45-4-253-15</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40:45.141"/>
    </inkml:context>
    <inkml:brush xml:id="br0">
      <inkml:brushProperty name="width" value="0.05292" units="cm"/>
      <inkml:brushProperty name="height" value="0.05292" units="cm"/>
      <inkml:brushProperty name="color" value="#FF0000"/>
    </inkml:brush>
  </inkml:definitions>
  <inkml:trace contextRef="#ctx0" brushRef="#br0">782 12438 117 0,'0'0'58'16,"0"0"27"-16,0 0 31 15,0 0-55-15,0 0 20 16,-34-80-20-16,26 63-8 16,-1-2 9-16,0 2 23 15,2 3-35-15,1-1-23 16,0 4 7-16,3 6-16 16,0 3-6-16,3 2-12 15,0 0-9-15,0 20-11 16,12 17 19-16,1 14 0 0,2 21 1 15,-3 23 0 1,-3 15 1-16,-3 9 1 0,-3 0-2 16,-3-16 4-16,0-20-4 15,0-24 1-15,0-26 0 16,-3-20 0-16,3-13-1 16,-3-8 18-16,-5-40 12 15,3-25-30-15,-6-23-45 16,1-13-23-16,1-3-45 15,3 4 8-15,4 5-89 16,2 9 32-16,12 12 162 16,15 12 4-16,3 17 69 15,-2 17 20-15,-4 18-31 16,-2 18-27-16,-5 3-34 16,-3 30 3-16,-4 16-4 0,-7 9 10 15,-3 3 0-15,0-1-4 16,-3-6-3-16,-7-8 6 15,2-6 2-15,-1-6 0 16,1-7 3-16,-5-3 0 16,1-9 3-16,0-2 6 15,3-7 14-15,5-1-7 16,4 2-18-16,0 1-12 16,4 6 7-16,20 6 35 15,12 6 5-15,10 1-27 16,9 8-5-16,5 2-5 15,1 4-8-15,-10 2 0 0,-2 2-2 16,-10 1-38 0,-14-10-83-16,-11-13-119 0</inkml:trace>
  <inkml:trace contextRef="#ctx0" brushRef="#br0" timeOffset="1032.81">1413 12951 583 0,'0'0'62'0,"0"0"38"0,0 0-26 16,95-76-32-1,-62 48-19-15,-3-6-8 0,0-4-8 16,-6-4-4-16,-11-1 0 15,-7 2 1-15,-6 5 4 16,-13 11 0-16,-17 13-5 16,-9 10-2-16,-3 2 1 15,-2 19-4-15,8 13 3 16,12 7-2-16,13 6 1 16,11 6-3-16,17 0 1 15,26 2 2-15,15-4 1 16,12-9-1-16,14-13-1 0,5-21 1 15,2-6 0 1,0-28-1-16,-7-17 0 0,-4-9 0 16,-11-8-8-16,-15-4 0 15,-23 6-3-15,-18 7 12 16,-13 14 35-16,-22 11-21 16,-21 13-14-16,-5 12 0 15,-6 3-1-15,5 15-2 16,9 11 2-16,19 5-1 15,15 3 0-15,6 1 0 16,9 0-2-16,12-5 3 16,10-7 1-16,0-8 0 15,1-9 1-15,5-6 2 16,2-4 0-16,1-22-1 16,1-6 1-16,-9-5 1 0,-9 7-3 15,-13 5 2-15,-10 11 13 16,0 9 9-16,0 4-20 15,0 1-5-15,0 3-4 16,-7 17-11-16,1 7 0 16,6 4 10-16,0-3-1 15,7-5-3-15,19-9 3 16,3-7 1-16,3-7 5 16,1-10 0-16,-2-24 0 15,2-13 6-15,-5-14-4 16,-6-4-2-16,-14-5 0 15,-8-2 0-15,-17 6 0 0,-26 2-1 16,-8 12 1-16,-1 8 12 16,12 17 10-16,13 12 1 15,14 15-17-15,11 3-6 16,2 27-13-16,3 16 13 16,18 11 0-16,11 4-2 15,15-2 2-15,4-3 0 16,12-9 0-16,-5-9 0 15,-2-8 0-15,-4-12-3 16,-8-11-3-16,-7-7-4 16,-13 0-2-16,-11-16 4 15,-10-2 7-15,-3 1-5 16,-3-1 3-16,-13 8 0 16,-1 3-1-16,1 7 4 15,7 0-2-15,6 7 0 0,3 11-5 16,3 3 0-16,19 0 4 15,7-2-1-15,8-8 4 16,8-6 1-16,4-5-1 16,2 0-6-16,-8-17-11 15,-10-5-47-15,-12-4-76 16,-15-1-40-16,-6-4-291 16</inkml:trace>
  <inkml:trace contextRef="#ctx0" brushRef="#br0" timeOffset="1206.24">2839 12131 669 0,'0'0'151'0,"0"0"-55"16,0 0-80-16,0 0-16 15,0 0-64-15,0 0 0 16,19 17-26-16,-19 17-31 15,-12-3-269-15</inkml:trace>
  <inkml:trace contextRef="#ctx0" brushRef="#br0" timeOffset="1954.29">3218 12176 617 0,'0'0'67'0,"0"0"-55"16,0 0-12-16,0 0-2 15,0 0 0-15,-72 96 0 16,72-58 0-16,5-2-2 16,12-2 2-16,7-3 1 15,-1-6 1-15,1-6 0 16,-7-9 4-16,-10-3-3 16,-3-1 2-16,-4 0 4 15,0 2 11-15,-15 5 31 0,-12 3-14 16,-5 1-29-16,2-4-2 15,4-4-2-15,11-5 0 16,8-4-1-16,7 0 4 16,0-17-5-16,22-12-39 15,14-2-63-15,11-6 28 16,1 1 9-16,0-2-25 16,-9 4 42-16,-8 2 48 15,-10 1 45-15,-12 7 39 16,-6 4-2-16,-3 6-4 15,0 2 25-15,-3 4-41 16,-5 4-25-16,2 3-16 0,2 1-12 16,3 5-9-16,-1 18-6 15,2 17 4-15,0 11 0 16,7 10 1-16,13 11 1 16,10 9-2-16,4-2-27 15,3-11-37-15,-11-22-25 16,-5-22-32-16,-15-22-59 15,-6-2-30-15</inkml:trace>
  <inkml:trace contextRef="#ctx0" brushRef="#br0" timeOffset="2181.11">3419 12428 511 0,'0'0'128'16,"0"0"11"-1,0 0-104-15,0 0-28 0,82-45 28 16,-42 40-4-16,1 0-4 15,-1 1-12-15,-4 1 2 16,-7 3-5-16,-2 0-8 16,-7 0-4-16,-2 2-1 15,-8 6 0-15,-1 2 0 16,-6 1-5-16,-2 3 1 16,-1 4-15-16,0 8-4 15,-17 4-31-15,-10-1-150 16</inkml:trace>
  <inkml:trace contextRef="#ctx0" brushRef="#br0" timeOffset="2350.79">3703 12072 875 0,'0'0'92'0,"0"0"-54"16,0 0-38-16,0 0-55 15,0 0 3-15,0 0 7 16,93 54-90-16,-64-33-81 16</inkml:trace>
  <inkml:trace contextRef="#ctx0" brushRef="#br0" timeOffset="2665.94">4072 12131 775 0,'0'0'143'0,"0"0"-112"16,0 0-31-16,0 0-3 16,0 0 2-16,0 0 1 15,30 21 0-15,-16-15-7 16,5-4-19-16,-1-2 7 16,-4 0 6-16,-3-12 4 15,-8-1 4-15,-3 0 5 16,-1 5-1-16,-23 6-3 15,-4 2 0-15,-7 6 4 0,-2 19 0 16,4 5 0-16,9 10-1 16,9 4 0-16,8 4 2 15,7 0-2-15,9-4-12 16,30-12-19-16,22-13-100 16,24-16 7-16,18-4-214 15</inkml:trace>
  <inkml:trace contextRef="#ctx0" brushRef="#br0" timeOffset="3263.58">1559 13537 306 0,'0'0'150'16,"0"0"10"-16,0 0-8 15,0 0-72-15,0 0-37 16,0 0-32-16,-30-41-11 15,102 17 8-15,46-12 1 16,40-1 13-16,40-7-7 16,32-4-12-16,22-4-2 15,9-4 0-15,9-5 2 16,-11-2-3-16,-19-3-7 16,-23 4-9-16,-29 1 1 15,-24 5-1-15,-36 12 7 0,-41 9 7 16,-35 13 2-16,-30 7 1 15,-17 5 15-15,-5 3-5 16,-3 0-11-16,-24 7-12 16,-15 0-84-16,-6 2-106 15,11 2-381-15</inkml:trace>
  <inkml:trace contextRef="#ctx0" brushRef="#br0" timeOffset="3418.98">4685 12656 847 0,'0'0'101'0,"0"0"-65"15,0 0-36-15,0 0 0 16,0 0-33-16,0 0-34 16,-79 41-71-16,60-29-113 15</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22:51.599"/>
    </inkml:context>
    <inkml:brush xml:id="br0">
      <inkml:brushProperty name="width" value="0.05292" units="cm"/>
      <inkml:brushProperty name="height" value="0.05292" units="cm"/>
      <inkml:brushProperty name="color" value="#FF0000"/>
    </inkml:brush>
  </inkml:definitions>
  <inkml:trace contextRef="#ctx0" brushRef="#br0">4126 4495 493 0,'0'0'20'0,"0"0"49"16,0 0 6-16,0 0-20 16,0 0-29-16,0 0-26 15,0 0 0-15,-3 33-2 16,-4 11 2-16,-1 16 6 16,-2 15 14-16,-5 11 15 15,-3 8 8-15,-5 2-11 16,-5-8-14-16,0-10-3 0,-2-11-7 15,5-17-2-15,5-12-3 16,5-13-1-16,8-13 1 16,-2-9-2-16,6-3 3 15,3-24 2-15,0-17 51 16,0-22-57-16,0-15-15 16,13-7-33-16,4-4-4 15,2 3-7-15,11 3-13 16,4 3 12-16,5 7 35 15,7 13-9-15,1 14 6 16,0 21 28-16,-2 18 20 16,-3 7 0-16,-8 7 1 0,-10 18-13 15,-9 9-2-15,-11 0-5 16,-4 0 1-16,-1-4-1 16,-24-7 5-16,-11 1-3 15,-8-5 6-15,-9-1 2 16,-7 1-4-16,0-7 2 15,4 0-1-15,12-3 3 16,13-2-2-16,18 6 1 16,13 6-10-16,0 9-1 15,16 9 0-15,20 8 1 16,11 7 0-16,9 4 0 16,14 1 1-16,2-9 0 15,8-9 2-15,-1-12-3 0,-1-16-19 16,-11-11-104-16,-12-13-240 15</inkml:trace>
  <inkml:trace contextRef="#ctx0" brushRef="#br0" timeOffset="313.13">4493 4894 781 0,'0'0'0'0,"0"0"-8"15,9 101 8-15,7-51 14 16,7 0 7-16,4-9 0 0,5-9-11 16,6-13-5-16,3-12-5 15,-1-7 6-15,0-4 1 16,-5-16 2-16,-8-9-3 16,-9-3 8-16,-9-7 5 15,-9-2-2-15,-9-2-8 16,-30 4 1-16,-10 5-10 15,-5 8 0-15,12 11 0 16,15 8 0-16,17 7 0 16,10 5-1-16,0 17-60 15,33 2-106-15,19-10 62 16,21-11-114-16</inkml:trace>
  <inkml:trace contextRef="#ctx0" brushRef="#br0" timeOffset="567.73">5316 4675 707 0,'0'0'110'16,"0"0"-10"-16,0 0-79 16,0 0-21-16,-43 129-1 15,22-55 0-15,0 5 1 16,5-2 0-16,10-10 2 15,6-11 3-15,0-14-5 16,0-13-7-16,0-14 7 16,1-8 11-16,4-7-11 0,7-3-14 15,6-21 1-15,4-15 0 16,2-13-220-16,-11-10-59 16</inkml:trace>
  <inkml:trace contextRef="#ctx0" brushRef="#br0" timeOffset="778.7">5054 4533 716 0,'0'0'140'0,"0"0"-77"15,0 0-49-15,113-41-14 16,-49 35 2-16,3 3-5 16,1 1 3-16,-6 2 0 15,-2 0 1-15,-8 11-1 0,-13 6-4 16,-17 8-24-16,-22 8-62 15,-12 9-47-15,-42 8 5 16,-21 4-91-16,-16 5-3 16</inkml:trace>
  <inkml:trace contextRef="#ctx0" brushRef="#br0" timeOffset="963.52">4988 5363 118 0,'0'0'142'0,"0"0"51"15,128 7-38-15,-71-7-57 16,3-11-6-16,-5-2-48 0,-6-1-17 16,-3 0-15-1,-5 4 1-15,-5 2-7 0,-8 5-6 16,-12 3-3-16,-16 0-58 16,-10 0-109-16,-29 0-197 15</inkml:trace>
  <inkml:trace contextRef="#ctx0" brushRef="#br0" timeOffset="1429.14">3461 5690 194 0,'0'0'265'16,"0"0"-99"-16,0 0-79 15,0 0-3-15,0 0-83 16,0 0-1-16,40 3 0 16,52-3 60-16,37 0 1 15,29 0-30-15,21 0-16 16,22 0-6-16,1 0-7 15,-7 0-2-15,-18 0 0 16,-21 0 0-16,-26 0-7 16,-23-3-11-16,-28 0-20 0,-27-2-4 15,-22 1-33-15,-24-1-4 16,-6-5 12-16,-31 0 63 16,-7-2-5-16,-1 3 9 15,12 3 7-15,11 1 31 16,10 4 48-16,6 1-6 15,0 0-28-15,0 0-52 16,0 0-2-16,12 7-39 16,9 5 41-16,0-2-4 15,4-10-87-15,-5 0-118 16</inkml:trace>
  <inkml:trace contextRef="#ctx0" brushRef="#br0" timeOffset="1881.32">6471 4375 613 0,'0'0'82'15,"-69"92"-82"-15,18-18-5 16,2 12 5-16,12 8 9 16,16 6-9-16,18 4-4 15,3 0 4-15,21-2 2 16,19-17 0-16,17-21-4 0,13-26-54 15,12-27-86-15,9-13-88 16</inkml:trace>
  <inkml:trace contextRef="#ctx0" brushRef="#br0" timeOffset="2361.87">6784 4809 643 0,'0'0'0'0,"0"90"0"0,3-42 2 15,21-3 1-15,10-9-3 16,15-14 2-16,11-16 6 16,7-6 9-16,0-16 19 15,-7-15-13-15,-15-5-16 16,-18-3-7-16,-23 1-27 15,-5 0-20-15,-37-3-39 16,-11-2-212-16,-9-6 124 16,6-2 174-16,7 0 92 15,15 1 129-15,15 10-132 16,15 5-12-16,9 8-44 16,27 7-9-16,16 3 9 15,5 4-33-15,1 3 2 0,-7-1-1 16,-11 5-1-16,-10 3 5 15,-10 3 51-15,-7 0-17 16,-4 9-22-16,-1 20-17 16,-5 17-3-16,-3 27 3 15,-1 17 7-15,-23 14 10 16,-1 9-5-16,-2-6-5 16,3 1 3-16,6-10-10 15,5-19-17-15,11-23-111 16,2-27-141-16</inkml:trace>
  <inkml:trace contextRef="#ctx0" brushRef="#br0" timeOffset="2627.42">7510 5216 878 0,'0'0'0'16,"0"0"-33"-16,0 0 30 15,0 0 3-15,-16 80 1 16,16-71-1-16,0-6 0 16,0-3-1-16,12 0 1 15,16-20 36-15,11-9-13 16,1-5-23-16,-8-3-2 0,-13-1 2 16,-19-3 1-1,-8-2-1-15,-39 0 0 16,-25 6-1-16,-13 7-43 0,2 4-78 15,16 5-115-15</inkml:trace>
  <inkml:trace contextRef="#ctx0" brushRef="#br0" timeOffset="2927.88">7646 4292 929 0,'0'0'10'0,"0"0"7"0,0 0-17 15,94 117-26-15,-49-17 26 16,-3 16 0-16,-11 14-2 16,-10 1 2-16,-12-9 0 15,-8-15 1-15,-1-17 0 16,-1-19-1-16,-13-20 2 15,-9-12 2-15,-4-6-4 16,-16-1-3-16,-13 1-3 16,4-11-73-16,12-12-131 15,19-10-340-15</inkml:trace>
  <inkml:trace contextRef="#ctx0" brushRef="#br0" timeOffset="16288.46">10139 4407 476 0,'0'0'126'0,"0"0"-49"16,0 0-30-16,0 0 5 15,0 0 8-15,0 0 20 0,0-82-61 16,0 73-10-16,0 1 14 16,0 1-11-16,0 5 11 15,0 2-12-15,0 0 3 16,0 0-14-16,0 3-8 16,0 25-8-16,-6 16 9 15,-8 23 7-15,-5 16 4 16,-6 6-4-16,-5 3-4 15,0-14 0-15,4-14-18 16,4-15-7-16,7-13-30 0,8-11 11 16,5-15-88-1,2-10-86-15</inkml:trace>
  <inkml:trace contextRef="#ctx0" brushRef="#br0" timeOffset="16631.21">10374 4489 756 0,'0'0'77'0,"0"0"-77"16,0 0-8-16,0 0 8 16,-9 84-1-16,9-32 1 15,0 3 3-15,17-3 1 16,8-9-4-16,9-11 7 0,16-12-7 15,8-14-1 1,3-6-9-16,-5-19 10 0,-11-15 2 16,-14-9 3-16,-13-6 8 15,-18-1-4-15,-7-4-9 16,-35 5-1-16,-17 2-4 16,-5 12 3-16,9 11 1 15,20 12 2-15,20 12 1 16,13 0-2-16,2 31-141 15,8 16 76-15,20 1-117 16</inkml:trace>
  <inkml:trace contextRef="#ctx0" brushRef="#br0" timeOffset="16844.09">10955 4830 855 0,'0'0'55'0,"0"0"-55"16,0 0-4-16,0 0-1 15,-8 74 5-15,-4-36 2 16,-6 1 2-16,-3 2-4 16,-2-3 0-16,-2-3-90 15,3-9-68-15,3-15-189 0</inkml:trace>
  <inkml:trace contextRef="#ctx0" brushRef="#br0" timeOffset="17497.3">11254 4475 516 0,'0'0'218'15,"0"0"-160"-15,0 0-58 16,0 0-11-16,0 0 10 16,30 104-1-16,-25-48 1 15,3 0 0-15,1-1 1 0,7-5 0 16,3-8 0-16,3-10-1 16,5-13 1-16,-4-12 3 15,2-7 0-15,0-5 8 16,0-19 18-16,1-7-16 15,-7-6-7-15,-10-5-6 16,-9-5-1-16,-19-3-7 16,-28-1-21-16,-11 2 7 15,0 4-9-15,9 11 6 16,18 12 25-16,15 11 1 16,16 6 27-16,7 5-28 15,31 0-16-15,30 0 12 0,15 6 4 16,7 3 0-1,1 4 0-15,-10 4 1 16,-7 7-1-16,-15 5 0 0,-15 0 4 16,-20 1-4-16,-18 2-5 15,-6-1 4-15,-2 2 0 16,-19 3 1-16,-6-2-2 16,-1-1 4-16,3-5-1 15,7-2 0-15,10-9-1 16,8-6-9-16,0-8 9 15,19-3 5-15,23-4 42 16,14-21-5-16,8-9-27 16,-6-5-4-16,-11-5 29 15,-15-3-30-15,-14-2 1 0,-12 0-4 16,-6 4-1-16,-12 6-6 16,-24 11-1-16,-13 14-10 15,-9 14-43-15,4 6-15 16,8 30-48-16,20 11-40 15,17 4-133-15</inkml:trace>
  <inkml:trace contextRef="#ctx0" brushRef="#br0" timeOffset="17708.58">12376 4870 542 0,'0'0'132'0,"0"0"-120"0,0 0-5 16,0 0-7-16,-69 79 4 16,45-47 6-16,2-1-6 15,6-4-4-15,2-2 6 16,7-4-6-16,1-2-37 16,6-9-155-16,10-10-132 15</inkml:trace>
  <inkml:trace contextRef="#ctx0" brushRef="#br0" timeOffset="18728.68">12559 4567 760 0,'0'0'51'0,"0"0"-51"16,0 0-50-16,2 79 45 15,-2-30 5-15,-2-2 1 16,-2 3 0-16,4-4-2 16,0-3 2-16,9-5 4 15,15-7-5-15,7-10 1 16,5-9 0-16,7-12-1 16,-1 0-9-16,2-24-46 15,-5-5 19-15,-11-5-12 0,-9-1 26 16,-9-1 21-1,-10 2 1-15,0-5 1 0,-21-1 4 16,-4-4 18-16,-2 6 26 16,4 7 10-16,6 8-10 15,8 12-33-15,6 6 16 16,3 4-21-16,0 1-11 16,0 0-3-16,0 0-8 15,12 0-9-15,15 4 20 16,9 7 3-16,8 4-3 15,-2-3-7-15,0 3-6 16,-1-3 10-16,-6 0 3 16,-4 0 1-16,-10 1-1 15,-8 0-1-15,-5 2-7 16,-5 2 8-16,-3 3-6 0,0 5 4 16,-5 5 2-16,-11 2 0 15,-8 4 0-15,2 2-1 16,4 1 1-16,4-2 0 15,10-4 7-15,4-5-7 16,1-7 1-16,23-6 2 16,15-4 6-16,18-8 9 15,11-3 0-15,13-7-7 16,-6-16-7-16,-4-8 0 16,-21-7-4-16,-16-1 7 15,-23-3-7-15,-11-1-7 16,-22-5-2-16,-21 4-37 15,-14 3 37-15,2 10-6 0,9 11 14 16,16 11-1-16,15 9 1 16,10 0-3-16,4 0-23 15,1 6 1-15,0 2-8 16,15 4 34-16,21 0 4 16,16 1 27-16,9-2-14 15,3 0-17-15,-3-3 5 16,-5 1 0-16,-9 2-5 15,-12-3 0-15,-10 1 0 16,-13 2 0-16,-6-2-4 16,-6 5 1-16,0 3 0 15,0 5 3-15,-18 3 2 0,-1 6 2 16,2-1-2-16,8 0 0 16,9-6-2-16,0-7-4 15,16-7 4-15,19-10 2 16,7 0 32-16,10-12-2 15,0-13-13-15,-4-5-6 16,-5-4 8-16,-10-3-13 16,-9-2-7-16,-15-7 16 15,-9-2-3-15,-23-5-14 16,-22 2 0-16,-17 10-2 16,-13 14-6-16,-1 20-60 15,5 7-30-15,17 26-60 0,23 5-276 16</inkml:trace>
  <inkml:trace contextRef="#ctx0" brushRef="#br0" timeOffset="19479.12">11663 3212 398 0,'0'0'78'15,"0"0"26"-15,0 0-85 16,0 0-19-16,0 0 0 15,19 72 5-15,-15-25-1 16,0 11 1-16,2 3-2 0,4-6 1 16,10-14-4-1,11-17 1-15,6-16 3 0,11-8 6 16,4-12 15-16,6-24 1 16,2-10-2-16,-8-5 6 15,-13-1-8-15,-12 12 45 16,-15 5-49-16,-6 11 1 15,-3 10-7-15,-3 9 4 16,0 5 7-16,0 0-23 16,0 25-19-16,0 22 12 15,-11 24 7-15,-5 15-1 16,-2 10-7-16,3 1-19 16,5-6-36-16,5-15-25 0,5-19-42 15,0-21-136 1</inkml:trace>
  <inkml:trace contextRef="#ctx0" brushRef="#br0" timeOffset="19762.04">12364 3672 792 0,'0'0'70'15,"0"0"13"-15,0 0-83 16,0 0-17-16,0 0 14 15,0 0 2-15,14 88 1 16,-1-52-8-16,0-4-17 16,6-10 7-16,3-9 1 15,5-10 4-15,-1-3-1 16,1-10-7-16,-6-12 15 0,-9-4 5 16,-11-2 1-16,-1 0-5 15,-35 0-4-15,-17 5 1 16,-8 9-2-16,7 12-19 15,9 2-24-15,12 22-116 16,16 3-164-16</inkml:trace>
  <inkml:trace contextRef="#ctx0" brushRef="#br0" timeOffset="25190.04">16709 3348 223 0,'0'0'73'0,"0"0"80"16,0 0-84-16,0 0 9 15,0 0-9-15,0 0 14 16,-5-73-48-16,2 69 4 16,2-1-6-16,-1 2-10 15,2-2 9-15,-3 1-9 16,3 1-2-16,0 0-6 15,0 1-10-15,-1 2 4 16,1 0-9-16,0 0 0 16,0 0-6-16,0 14-24 0,0 14 26 15,1 9 3 1,5 13-3-16,-1 6-6 0,1-3 1 16,2-7-12-16,5-14 9 15,0-13-6-15,7-8 6 16,12-11 12-16,10 0 0 15,12-25 3-15,4-5-3 16,-7-7-5-16,-11-1 4 16,-13-2 1-16,-14 2 2 15,-4 9 0-15,-9 1 6 16,0 8 8-16,0 7 6 16,0 7-1-16,0 4-2 0,-2 2-19 15,-1 8-3-15,-2 21-18 16,-4 19 21-16,-6 15 1 15,-1 10 0-15,-5 5 0 16,-1-1-1-16,6-7-4 16,9-6-58-16,7-11-27 15,0-13-54-15,18-16-66 16,9-16-140-16</inkml:trace>
  <inkml:trace contextRef="#ctx0" brushRef="#br0" timeOffset="25366.14">17200 3807 620 0,'0'0'181'0,"0"0"-64"15,0 0-74-15,0 0-41 0,0 0-2 16,0 0-3-16,0 56 2 16,-14-16-1-16,-5 5-6 15,-3 2-23-15,2 0-50 16,1-7-71-16,10-13-100 15</inkml:trace>
  <inkml:trace contextRef="#ctx0" brushRef="#br0" timeOffset="25956.54">17496 3687 501 0,'0'0'94'15,"0"0"-57"-15,0 0-32 16,99-8 25-16,-36 6 39 15,2 1-2-15,2-1-35 16,-8 2-6-16,-1 0-9 16,-1 0-17-16,-1 0 0 15,2 6-1-15,-1-2-42 16,-9-1-61-16,-9-3-72 16,-7-17-248-16</inkml:trace>
  <inkml:trace contextRef="#ctx0" brushRef="#br0" timeOffset="26338.41">18301 3285 749 0,'0'0'27'0,"0"0"60"16,0 0-87-16,0 0-1 15,0 0 1-15,31 79 2 16,-11-20-2-16,12 5 0 15,8-6 0-15,14-8-2 16,6-19-4-16,4-12 1 16,-6-15-6-16,-7-4 11 15,-12-11 2-15,-15-15 1 16,-6-5 3-16,-10-4 0 0,-8-5 3 16,0 1-5-1,-6 8-2-15,-6 8 22 0,4 11-11 16,3 12 0-16,0 7-13 15,-6 24-28-15,0 19 26 16,-5 14 2-16,-1 9-1 16,-1 5-2-16,6 1-19 15,7-7-32-15,5-10-31 16,0-12-10-16,23-18-10 16,10-14-63-16,10-17-98 15</inkml:trace>
  <inkml:trace contextRef="#ctx0" brushRef="#br0" timeOffset="26604.75">19019 3682 327 0,'0'0'429'0,"0"0"-331"16,0 0-59-16,0 0-39 16,0 0-57-16,0 0 56 15,0 56 2-15,13 0-1 16,6 5 0-16,8 0 0 15,-1-10 0-15,1-5 0 16,-7-14 1-16,-6-7 2 16,-4-13-3-16,-6-6 4 15,-4-3-4-15,0-3-1 16,-23 0-2-16,-23-3 1 16,-12-9-41-16,-6-2-13 15,6 2-32-15,16-4-75 16,21-5-241-16</inkml:trace>
  <inkml:trace contextRef="#ctx0" brushRef="#br0" timeOffset="26790.85">19149 3710 596 0,'0'0'119'0,"0"0"-13"16,39-78-21-16,-13 64-61 15,13 8-24-15,13 6-2 16,14 0-15-16,11 16-50 0,7 6-45 16,3-2-101-1,-9-9-276-15</inkml:trace>
  <inkml:trace contextRef="#ctx0" brushRef="#br0" timeOffset="27195.01">16731 4288 225 0,'0'0'214'0,"0"0"-93"15,0 0-43-15,0 0-16 16,0 0 26-16,0 0-14 16,-61-44-48-16,61 44-26 15,0 0-2-15,15 0-5 16,33 3 7-16,33 7 0 16,46 0 0-16,47-2 10 15,36 1-7-15,32-1-3 16,15 1 1-16,3-5-4 15,-2-3-4-15,-23-1-15 16,-25 0 3-16,-40-5 16 16,-39-4 0-16,-31 3-14 15,-35 2-9-15,-27 4-15 16,-24 0-32-16,-14 0-34 0,-17 0-291 16</inkml:trace>
  <inkml:trace contextRef="#ctx0" brushRef="#br0" timeOffset="27360.78">19337 4434 630 0,'0'0'56'0,"0"0"-33"0,0 0-23 15,0 0-38-15,-81-17-120 16,67 22-256-16</inkml:trace>
  <inkml:trace contextRef="#ctx0" brushRef="#br0" timeOffset="28535.28">16798 4878 396 0,'0'0'118'15,"0"0"5"-15,68-74-6 16,-26 50-18-16,10 7-69 16,10 3-15-16,3 8-10 0,3 6-1 15,-13 6-4-15,-9 20 0 16,-14 9 0-16,-15 8-1 16,-17 4-4-16,-4 4-2 15,-32-2-6-15,-11-6 2 16,-6-5 10-16,1-10-14 15,12-6-1-15,16-10 4 16,12-5-5-16,12-4-1 16,0-3 15-16,30 0-4 15,26-4-12-15,19-9-42 0,12-4 38 16,-1-1 20 0,-9-2-5-16,-6 0-17 15,-14 1 10-15,-14-3 9 0,-13 5 6 16,-17 0 3-16,-10 4 59 15,-3 1-15-15,0 5-3 16,0 4-25-16,-1 3-4 16,-7 0-15-16,-2 18-3 15,-7 13 3-15,2 9 0 16,5 7-2-16,10-5 2 16,2-6-3-16,24-13 3 15,12-10 7-15,5-10 5 16,2-3 8-16,-1-8-10 15,-6-15-7-15,-5-4-3 16,-8-1-19-16,-6-2-23 16,-6 2 25-16,-3 2 13 15,-2 5 4-15,-3 11 18 0,-1 3 15 16,-1 7-5-16,1 0-28 16,2 14-17-16,1 8 15 15,-1 4-1-15,-2 3 1 16,-1 2 1-16,0 3 0 15,3-1 0-15,9-2 2 16,9-4-1-16,9-9 1 16,13-8 11-16,8-10 19 15,7 0 0-15,-1-19-7 16,-4-10-1-16,-12-7 2 16,-16-3-14-16,-16-5-10 15,-12-4-1-15,-26-2-3 0,-26 3-7 16,-10 10-20-16,3 14 3 15,17 19 3-15,19 5-30 16,14 31-66-16,9 13-15 16,6 4-83-16</inkml:trace>
  <inkml:trace contextRef="#ctx0" brushRef="#br0" timeOffset="28732.27">18712 5263 113 0,'0'0'502'0,"0"0"-385"0,0 0-86 15,0 0-30 1,0 0 3-16,0 0-5 0,-47 76 2 16,30-42 0-16,1 2-1 15,2 1-12-15,1-4-74 16,1-12-120-16</inkml:trace>
  <inkml:trace contextRef="#ctx0" brushRef="#br0" timeOffset="29784.92">19005 4916 707 0,'0'0'69'0,"0"0"-3"16,0 0-66-16,0 0-63 16,0 0 62-16,-2 76 1 15,-1-26 0-15,3 3 1 16,0-3-1-16,5-5 0 16,14-8 1-16,0-10 0 15,-2-10 1-15,-2-8 1 16,-3-9 9-16,6 0 36 15,5-9-6-15,-2-12-40 16,-1-6 0-16,-8-5-2 0,-11-4 1 16,-1-3-1-1,-9-2-2-15,-13 0-6 0,1 7 8 16,3 7 5 0,6 11-4-16,6 8 0 0,6 6-1 15,0 2-12-15,21 0-13 16,16 0 25-16,11 0-1 15,2 10 3-15,-5 7-3 16,-6 4 1-16,-6 6 0 16,-8 1-2-16,-7 0 2 15,-7-2-4-15,-7 1 2 16,-4-5-3-16,0 0-2 0,-4-1 4 16,-8-4 1-1,-1-5 2-15,8 0 1 0,0-6 0 16,4 1 0-16,1 2-1 15,0-2 0-15,0 3 0 16,0 0 0-16,11 3 3 16,3-2-3-16,1-1 1 15,3 1 0-15,1-6 2 16,-1 0 1-16,-1-5 0 16,1 0 6-16,3-2 16 15,5-13-2-15,4-6-15 16,1-3-1-16,-4-5-2 15,-10-3 2-15,-5-2 0 16,-12-5-6-16,-5-2-2 16,-30 0-3-16,-7 7-3 15,2 8 2-15,9 11-6 16,15 11 10-16,10 4 0 0,6 0-54 16,0 0 19-16,0 2 27 15,15 5-10-15,25 3 18 16,18-1 10-16,12 2-6 15,8 0-4-15,-8-3 2 16,-10-1-3-16,-15-3 2 16,-17-1-1-16,-12-1 0 15,-10 0 0-15,-6 1-2 16,2 4-3-16,-2 4 0 16,0 4 4-16,0 7 1 15,0 3-1-15,0 5 1 16,0 0 1-16,3-1-1 0,11-4 1 15,5-6 1-15,11-9 1 16,10-8 2-16,1-2 0 16,6-2-3-16,2-18 14 15,0-5-6-15,-5-6-5 16,-12-4-3-16,-12-4-1 16,-14-5 11-16,-6-3 2 15,-24-2-14-15,-15 6 5 16,-13 10-7-16,-3 16 2 15,-1 17-11-15,0 10-60 16,4 30-38-16,8 10-56 16,19 0-167-16</inkml:trace>
  <inkml:trace contextRef="#ctx0" brushRef="#br0" timeOffset="29977.46">20505 5260 670 0,'0'0'64'0,"0"0"5"16,0 0-55-16,0 0-13 0,0 0-1 16,0 0-31-1,0 3-111-15,12 13 16 0,6-7-182 16</inkml:trace>
  <inkml:trace contextRef="#ctx0" brushRef="#br0" timeOffset="32452.05">5667 6653 617 0,'0'0'90'0,"0"0"40"16,0 0-64-16,0 0-66 16,0 0-3-16,0 0-31 15,-25 35 34-15,6 23 0 16,-7 9 2-16,-7 3 3 15,-2-4-1-15,0-12-3 16,12-17 1-16,7-16-1 16,10-12 1-16,6-9 3 15,0-9 24-15,3-24 6 16,24-23-35-16,10-21-25 16,9-5 13-16,2-2 7 15,-2 5-2-15,0 11 7 0,8 9 0 16,6 8-2-1,0 11 2-15,-10 14 0 0,-17 12 0 16,-19 13-1-16,-8 1-10 16,-6 15-80-16,-6 15 78 15,-21 6 1-15,-9 3 11 16,3-3 1-16,3-8 0 16,8-5 0-16,7-6 0 15,2-4 0-15,5 0 1 16,2 3-1-16,3 3 2 15,3 4-1-15,0 7 0 16,11 3-1-16,11 2 0 16,5 0 0-16,3-2 1 15,1 1 1-15,0-4-2 0,5 0 0 16,3-3-4-16,1-10-148 16,2-12-114-16</inkml:trace>
  <inkml:trace contextRef="#ctx0" brushRef="#br0" timeOffset="32751.09">6374 6763 797 0,'0'0'72'16,"0"0"18"-16,0 0-79 16,0 0-11-16,0 0-17 15,0 0 14-15,13 50 3 0,1-14 1 16,2-2-1-16,6-5 0 15,4-10-3-15,4-12 2 16,0-7 1-16,-2-4 0 16,-5-23 3-16,-5-7-1 15,-7-7 0-15,-11-5 5 16,0 3-4-16,-14 2 2 16,-21 4-5-16,4 10 0 15,6 10-2-15,11 11 1 16,14 6-13-16,3 4-204 15,28 9-62-15,18-5-20 16</inkml:trace>
  <inkml:trace contextRef="#ctx0" brushRef="#br0" timeOffset="32986.48">7139 6520 639 0,'0'0'101'0,"0"0"15"16,0 0-18-16,0 0-63 15,0 0-33-15,0 0-2 16,-27 12-11-16,13 30 11 16,0 15 2-16,-4 7-2 15,12 1-2-15,3-7-14 16,3-13 1-16,0-16-28 0,0-17 2 16,4-9-12-1,4-3-2-15,4-15 53 0,-3-21-268 16,-6-12-190-1</inkml:trace>
  <inkml:trace contextRef="#ctx0" brushRef="#br0" timeOffset="33141.95">6729 6474 672 0,'0'0'115'0,"0"0"-68"16,0 0-34-16,101-44-7 15,-50 39-4-15,13 3 6 16,6 2-1-16,6 0-7 15,5 5-1-15,-5 9-66 16,-6 3-133-16,-25-2-183 16</inkml:trace>
  <inkml:trace contextRef="#ctx0" brushRef="#br0" timeOffset="33330.84">6777 7033 568 0,'0'0'62'16,"0"0"-20"-16,0 0 25 16,100-10-9-16,-36-2-36 15,7-4-16-15,10 0-6 16,4 1-4-16,4-2-83 16,-14-1-43-16,-7 0-192 15</inkml:trace>
  <inkml:trace contextRef="#ctx0" brushRef="#br0" timeOffset="33532.19">7700 6723 615 0,'0'0'82'15,"0"0"-49"-15,0 0-31 16,89-12-2-16,-43 12 9 15,7 0-1-15,10 0-8 16,5 4-2-16,-7 2-97 16,-13-3-31-16,-24-3-303 0</inkml:trace>
  <inkml:trace contextRef="#ctx0" brushRef="#br0" timeOffset="33710.57">7595 6945 402 0,'0'0'243'16,"0"0"-208"-16,0 0-6 15,96 0 51-15,-32 0-33 16,8 0-35-16,7 0-12 0,2-3-3 16,-1-11-155-1,-7-14-460-15</inkml:trace>
  <inkml:trace contextRef="#ctx0" brushRef="#br0" timeOffset="34979.79">8738 6445 625 0,'0'0'113'15,"0"0"-32"-15,0 0-30 16,121-66-31-16,-69 62-13 15,3 4 2-15,-10 3-5 16,-5 21-4-16,-7 8 0 16,-13 9-3-16,-13 4 1 15,-7 0-11-15,-15-1-7 16,-16-5 3-16,-2-8-11 0,3-5 3 16,5-7 3-1,8-8 19-15,10-6-1 0,7-5-25 16,0 0 19-16,35-3 2 15,21-13-12-15,23-3-35 16,14-1 29-16,7 1-6 16,5 1-19-16,-6-1-6 15,-11 0 13-15,-18 2 44 16,-23 5 6-16,-23 1 19 16,-18 3 77-16,-6 2 51 15,0 2-77-15,0 2-22 16,-3 2-37-16,-7 0-17 15,-5 13-1-15,-7 14 1 16,1 7 0-16,5 1 0 16,14-4-1-16,2-8-2 0,9-10 2 15,16-9 1-15,6-4 6 16,6-7-6-16,4-17 0 16,-1-4-44-16,-4-2-3 15,-8-1 27-15,-5-1 20 16,-7 6 6-16,0 3 17 15,-2 8 14-15,-2 7-21 16,-2 8-4-16,-1 0-12 16,3 2-1-16,-1 16-2 15,-1 8 0-15,2 3-1 16,-1 7 4-16,5-1 0 16,3-5 0-16,10-4 0 0,9-13 4 15,4-11-2 1,5-2 8-16,3-12 3 0,-7-10 12 15,-7-4-10-15,-11-2 24 16,-11-2-23-16,-11-2 1 16,-3-4-17-16,-12 2-1 15,-20 4 1-15,-5 5-1 16,2 10-4-16,3 15-22 16,13 2-52-16,5 25-49 15,14 12-24-15,8-1-116 16</inkml:trace>
  <inkml:trace contextRef="#ctx0" brushRef="#br0" timeOffset="35179.9">10738 6821 745 0,'0'0'33'0,"0"0"3"16,0 0 7-16,0 0-38 15,0 0-4-15,-26 78 0 16,19-41 4-16,-2-3-5 16,2-1-25-16,0-8-127 15,7-16-134-15</inkml:trace>
  <inkml:trace contextRef="#ctx0" brushRef="#br0" timeOffset="35928.47">10998 6449 748 0,'0'0'56'0,"0"0"-56"16,0 0-65-16,0 0 63 15,1 73 2-15,2-31 2 16,6 3 0-16,12-1-2 15,12-6 4-15,9-9 1 16,4-12 6-16,-3-9 5 16,-4-8 1-16,-3 0 3 0,-5-16-4 15,-4-8-1-15,-6-2-6 16,-8-3-9-16,-13-2-3 16,0-3-20-16,-33 2-59 15,-11 2-1-15,-1 5 22 16,5 6 5-16,15 7 29 15,13 4 27-15,12 6 8 16,7 2 21-16,27 0-29 16,15 0 3-16,14 0-2 15,7 0 8-15,-5 0 10 16,-9 5-6-16,-16 7-4 16,-13 2-6-16,-15 1 1 0,-8 2 0 15,-4 4-4-15,0 2-1 16,-10 3 1-16,-6 2 5 15,6-3 2-15,3-5-3 16,4-6-1-16,3-7-1 16,5-7 1-16,24 0 8 15,12-13 0-15,5-10 1 16,-3-7 6-16,-1-3 40 16,-5 4 5-16,-3 4-56 15,-2 7-2-15,-4 10 8 16,-9 6-7-16,-3 2-2 15,-3 2-4-15,0 13-2 16,1 6 0-16,1 2 1 0,-2 3 0 16,2 2 0-1,-1-5 1-15,0-4 1 0,-2-9 0 16,5-9 4-16,5-1-1 16,10-9 9-16,5-15-3 15,1-3-5-15,-6-6-5 16,-12 1 7-16,-12-2 3 15,-8-2-9-15,-9 2-1 16,-22 8-3-16,-9 9 2 16,-5 15-18-16,-6 2-79 15,1 25-98-15,9 0-116 16</inkml:trace>
  <inkml:trace contextRef="#ctx0" brushRef="#br0" timeOffset="36545.07">8721 7219 629 0,'0'0'1'0,"88"13"-1"0,-1-2 4 15,35-1 27-15,36 2 5 16,38-7 7-16,35-5-26 16,29 0 3-16,21-14 8 15,21-6-17-15,11-3-7 16,1 3-4-16,-12 4 6 16,-27 5-2-16,-38 5-4 15,-38 0-1-15,-42-2 1 16,-49-1 2-16,-47 1 1 15,-36 5 1-15,-19 1 16 16,-6 2-20-16,-27 0-23 16,-30 5-76-16,-32 12-2 15,-20 0-168-15</inkml:trace>
  <inkml:trace contextRef="#ctx0" brushRef="#br0" timeOffset="37050.77">8556 7558 796 0,'0'0'73'15,"0"0"-73"-15,0 0-8 16,0 0 8-16,3 77 0 15,-3-38 0-15,0 5 3 16,-9 2-1-16,-3 3-2 16,-3 2-27-16,3-1-85 15,5-11-27-15,7-17-140 0</inkml:trace>
  <inkml:trace contextRef="#ctx0" brushRef="#br0" timeOffset="37379.06">8820 7729 703 0,'0'0'116'15,"0"0"-36"-15,0 0-80 16,0 0-9-16,0 0 9 16,31 73 0-16,-10-34 0 15,6 3 4-15,9-2-1 16,3-7-2-16,2-14-1 15,9-15 0-15,-1-4 0 16,2-23 2-16,-2-11-1 0,-12-5-1 16,-12 2 0-1,-15 1-4-15,-10-2 0 0,-23 1-15 16,-28 0-27-16,-13 1 9 16,4 9 37-16,16 8 1 15,18 13 19-15,18 6-20 16,8 10-64-16,0 19-33 15,10 10 25-15,29 0-147 16</inkml:trace>
  <inkml:trace contextRef="#ctx0" brushRef="#br0" timeOffset="37576.81">9711 7925 199 0,'0'0'546'0,"0"0"-534"15,0 0 16-15,0 0 32 16,0 0-33-16,0 0-25 16,-50 86 3-16,27-47-3 15,5-1-2-15,4-2-3 16,3-4-89-16,7-12-62 16,4-14-222-16</inkml:trace>
  <inkml:trace contextRef="#ctx0" brushRef="#br0" timeOffset="38176.32">9907 7651 732 0,'0'0'121'15,"0"0"-52"-15,0 0-54 16,0 0-15-16,0 0-11 15,0 0 7-15,6 48 4 16,0-7 0-16,3 4 3 16,9 0-3-16,7-3 0 15,10-8-8-15,4-12 8 16,6-11 0-16,-1-11 1 16,-2-4-1-16,-6-17 7 0,-11-10-7 15,-10-2-3-15,-12 0-8 16,-6-3-12-16,-31-3-35 15,-10 4-8-15,0 5 47 16,14 7 19-16,16 14 2 16,14 4 18-16,0 5-20 15,18 0-66-15,21 3 31 16,10 8 35-16,5 4 3 16,-4 4-2-16,-6 0 2 15,-13 1-1-15,-11 2 2 16,-5-3-4-16,-9-1-6 15,-6-1 6-15,0 1 0 16,0 2 0-16,0 3 2 16,0 0 1-16,0-3-2 0,0-5 0 15,2-9 3-15,15-6 1 16,16 0 18-16,11-21 29 16,6-8-2-16,-3-3-4 15,-10-3 7-15,-11 1-27 16,-12-2-4-16,-14 2-14 15,0 4-8-15,-27 5-1 16,-14 9-4-16,-4 14-34 16,2 2-48-16,8 20-39 15,11 14-53-15,13 0-98 16</inkml:trace>
  <inkml:trace contextRef="#ctx0" brushRef="#br0" timeOffset="38370.03">10817 7954 620 0,'0'0'103'15,"0"0"-70"-15,0 0-9 16,0 0-19-16,0 0 2 16,-57 102 1-16,32-54-4 15,1-1 3-15,5-4-7 16,6-8-13-16,5-11-127 15,8-14-121-15</inkml:trace>
  <inkml:trace contextRef="#ctx0" brushRef="#br0" timeOffset="39175.14">11110 7724 669 0,'0'0'65'0,"0"0"-35"16,0 0-30-16,0 0-14 15,0 0 14-15,0 0 3 0,-28 109-2 16,15-61 0 0,7 2 0-16,6-6-1 15,0-8-6-15,21-15-12 0,9-10 18 16,3-11 2-16,3 0 5 15,1-12-2-15,-3-16-1 16,-2-3-1-16,-10-6 2 16,-11-1-5-16,-11-2-1 15,0 0-26-15,-11 4-3 16,-11 0 30-16,1 6 22 16,7 8-8-16,5 8 7 15,8 6-6-15,1 6-15 16,12 2-9-16,21 0-23 15,11 0 31-15,6 0 1 16,-3 2 0-16,-6 9 2 16,-8 3 0-16,-13 3 3 15,-11 2-5-15,-9 3-2 0,0 5 2 16,-13-1 0-16,-10 3 0 16,7-7 3-16,3-5-1 15,7-10 1-15,6-6-3 16,0-1 4-16,19-4 35 15,14-15 7-15,7-8-25 16,0-2 10-16,-3-3-11 16,-4 2 15-16,-7 6-18 15,-4 6-17-15,-6 9 2 16,-3 8-2-16,-3 1 0 16,3 0-4-16,-2 10 0 15,-1 8-10-15,-5 6 4 0,-4 5 1 16,1 3 7-1,2 1-6-15,5-4 2 0,7-5 2 16,8-7 4-16,5-8 0 16,6-8 0-16,7-1 0 15,6-9 2-15,-6-11-2 16,-5-3 5-16,-10-2-4 16,-8-3 7-16,-10-2 4 15,-9-2 7-15,0 1-13 16,-25 1-4-16,-8 8 0 15,0 10-2-15,5 12-4 16,-2 0-2-16,0 20-84 16,-1 13-8-16,6 0-60 15,16-5-226-15</inkml:trace>
  <inkml:trace contextRef="#ctx0" brushRef="#br0" timeOffset="39741.95">12979 6679 270 0,'0'0'53'16,"-93"48"9"-16,33-15-33 15,-2 3-22-15,2-5-2 0,11-9-5 16,19-13-4-16,13-9-21 16,13 0 11-16,4-20 1 15,4-11-116-15,23-7 5 16,8-6 124-16,2 1 70 15,-4 1-10-15,-3 4 85 16,-3 9 28-16,-8 9-21 16,-6 12-50-16,-2 8-61 15,0 0-39-15,3 13-2 16,4 14-1-16,-1 9 1 16,6 10 1-16,1 8-1 15,6 4 1-15,14 1-1 0,16-8-58 16,13-16-46-16,4-21-116 15</inkml:trace>
  <inkml:trace contextRef="#ctx0" brushRef="#br0" timeOffset="39960.15">13465 6439 821 0,'0'0'110'0,"0"0"-110"16,0 0-3-16,0 0-3 16,-12 89 6-16,9-33 0 0,3 8 4 15,0 3-4 1,6 1 0-16,19-6-46 0,11-10-58 16,6-20-69-16,1-20-154 15</inkml:trace>
  <inkml:trace contextRef="#ctx0" brushRef="#br0" timeOffset="40426.2">13774 6676 669 0,'0'0'225'0,"0"0"-193"16,0 0-32-16,0 0-17 0,0 0 17 15,3 101 1-15,11-51-1 16,9-4 0-16,8-10-4 15,14-16 3-15,7-13 1 16,2-7 0-16,-3-16-21 16,-4-19-11-16,-6-9-42 15,-6 0 8-15,-6 6-4 16,-10 7 66-16,-7 8 4 16,-6 11 36-16,-2 6 22 15,-2 6 23-15,1 0-60 16,0 4-21-16,3 13-9 15,1 8 8-15,4 6 1 16,1 5 0-16,0 6 0 16,12 4 0-16,5-5-2 15,10-9 4-15,10-14 2 0,3-13 2 16,-1-5 7-16,-4-14 5 16,-3-14-2-16,-4-10 4 15,-7-3 1-15,-11-2 4 16,-12 0-11-16,-10-5 4 15,-10 3-18-15,-21 2 0 16,-10 14-4-16,-1 16 3 16,-1 13-35-16,1 13-91 15,10 16-34-15,13 4-177 16</inkml:trace>
  <inkml:trace contextRef="#ctx0" brushRef="#br0" timeOffset="40689.27">15216 6800 716 0,'0'0'76'0,"0"0"-34"15,0 0-42-15,110-23 1 16,-62 23-2-16,2 0 4 16,3 0-3-16,-1 2 0 0,-4 7-6 15,-6 2-49-15,-8-7-166 16,-10-2-286-16</inkml:trace>
  <inkml:trace contextRef="#ctx0" brushRef="#br0" timeOffset="40860.12">15167 7085 646 0,'0'0'202'0,"0"0"-117"16,0 0-70 0,85-11-14-16,-27 8-2 15,9 0 1-15,6 3-21 0,8-1-52 16,4-5-143-16</inkml:trace>
  <inkml:trace contextRef="#ctx0" brushRef="#br0" timeOffset="50631.13">9165 7892 222 0,'0'0'82'0,"0"0"27"0,0 0-31 16,0 0 6-16,0 0-52 15,0 0-8-15,0 0 17 16,-20-25-7-16,17 19-7 16,-3 2-4-16,2 0 0 15,1 0 6-15,-2-1-7 16,1 2-19-16,0 2-2 16,3 1 1-16,0 0-2 15,-1 0 3-15,2 0-3 16,0 0 0-16,0 0 1 15,0 0-1-15,0 0-4 16,3 0-18-16,24 0 22 16,21 6 2-16,23 1 4 15,25-3-3-15,29 2 0 16,30-1-1-16,29-1 3 0,31 1-3 16,23-3 1-16,16-2-3 15,10 0 2-15,-9 0-2 16,-21 0 1-16,-31-7-1 15,-34 0 1-15,-31 2-1 16,-30-2 0-16,-26 1 0 16,-29-1 3-16,-23 3 0 15,-17-1 7-15,-8 3 26 16,-5 0-2-16,0-1-21 16,0 0-13-16,0 3 0 0,0-1-1 15,-5 1-11 1,1 0-53-16,0 0-5 0,2 1-32 15,2 9-21-15,0-2-113 16</inkml:trace>
  <inkml:trace contextRef="#ctx0" brushRef="#br0" timeOffset="52846.19">16018 6515 24 0,'0'0'411'15,"0"0"-251"-15,0 0-26 16,0 0-20-16,-6-73-50 15,6 56-23-15,1 3-11 16,12 3 12-16,2 0-35 16,5 4-7-16,5 6-1 15,2 1-1-15,2 1-2 16,-2 19 3-16,-8 6-4 16,-8 12-2-16,-10 4-10 15,-1 6 10-15,-16 0-2 0,-16-3 2 16,-5-4 1-16,3-7-1 15,4-8 6-15,7-5-2 16,8-8-6-16,10-4 4 16,5-6-20-16,0-3-16 15,27 0 41-15,21-12 1 16,16-6 0-16,10-5-1 16,-1 3-3-16,-5 0-6 15,-9 3-4-15,-11 2 6 16,-15 6 7-16,-14 1 0 15,-13 6 6-15,-5 2 11 16,-1 0-17-16,0 0-9 16,0 11-3-16,0 8 10 0,0 6 0 15,2 8 2 1,9-2 0-16,8-5 0 0,8-9-3 16,5-14 3-16,3-3 0 15,1-5 3-15,-1-17 16 16,-2-5-8-16,-9 2 12 15,-8 0-8-15,-10 0 0 16,-6 2-6-16,-6-1-8 16,-28-2-1-16,-12 1-1 15,-2 6-19-15,7 8 10 16,9 11 1-16,12 0-46 16,4 19-78-16,7 6-9 0,9 0-136 15</inkml:trace>
  <inkml:trace contextRef="#ctx0" brushRef="#br0" timeOffset="53040.96">16886 6498 662 0,'0'0'174'16,"0"0"-84"-16,0 0-55 15,0 0-35-15,0 0 0 16,0 0-43-16,110-39-23 0,-57 47-64 16,7-4-36-16,-2-4-189 15</inkml:trace>
  <inkml:trace contextRef="#ctx0" brushRef="#br0" timeOffset="53262.02">17435 6271 643 0,'0'0'153'16,"0"0"-80"-16,0 0-73 15,0 0-14-15,0 0 14 16,-61 125 6-16,17-50 2 16,-6 8-3-16,1 4-4 15,6 5 3-15,4-3-3 0,9-5-1 16,11-11-14-16,11-17-65 15,8-12-62-15,9-20-108 16</inkml:trace>
  <inkml:trace contextRef="#ctx0" brushRef="#br0" timeOffset="53415.98">17371 7000 744 0,'0'0'111'16,"0"0"-16"-16,0 0-51 15,0 0-7-15,0 0-16 16,0 0-21-16,2-55-1 0,-2 58-76 16,-15 8-197-16,-2-3-95 15</inkml:trace>
  <inkml:trace contextRef="#ctx0" brushRef="#br0" timeOffset="60238.89">18395 5823 151 0,'0'0'90'16,"0"0"-16"-16,0 0 15 16,0 0 3-16,0 0-16 15,-23-74-9-15,20 60-2 16,-4-2 26-16,4 1-73 16,0 1 9-16,-2 1-6 15,2 6 6-15,3 3-2 0,0 4-23 16,0 2-2-16,0 29-76 15,0 22-2-15,11 23 78 16,2 30 2-16,-5 23 6 16,-7 18-6-16,-1 17 9 15,-14 13-11-15,-15 12 11 16,-8 2-2-16,-2-5-7 16,-1-14 1-16,6-14-3 15,5-6 1-15,3-9 1 16,7-6 3-16,9-10 0 15,7-13-2-15,2-11-3 16,-2-13-3-16,0-15 3 0,-5-16 0 16,2-20-47-16,0-14-4 15,1-10 13-15,1-7 38 16,-1-8 2-16,4 0 4 16,1-10 0-16,0-17-6 15,1-6-97-15,14-11-45 16,0-7-68-16</inkml:trace>
  <inkml:trace contextRef="#ctx0" brushRef="#br0" timeOffset="61469.78">18834 5666 228 0,'0'0'74'0,"0"0"25"16,0 0 6-16,-74-77-34 15,67 67-7-15,2 2-20 16,2 5-29-16,3 2 49 16,0-1-28-16,3-1-22 0,36 0-4 15,37-2-7-15,38 1 0 16,43 4 4-16,44 0 6 16,38 9-4-16,30 11-7 15,7 1-1-15,-5-1-2 16,-11-11-5-16,-23-6-14 15,-30-3-4-15,-32-5 24 16,-37-7 0-16,-38-3 2 16,-31 0 2-16,-27 1-1 15,-27 2 3-15,-14 0 6 16,-2-1-3-16,-35 4-9 16,-25 2-95-16,-24 7-6 15,-12 0-74-15</inkml:trace>
  <inkml:trace contextRef="#ctx0" brushRef="#br0" timeOffset="65738.03">17819 6551 42 0,'0'0'28'15,"0"0"-10"-15,0 0-5 16,0 0-2-16,0 0-3 16,0 0-2-16,0 0 4 15,5-9-8-15,-1 8-1 16,-4 1-1-16,1 0 0 16,-1 0-3-16,0-2-19 15,0 2 14-15,0 0 0 16,0 0-16-16,0 0-24 15</inkml:trace>
  <inkml:trace contextRef="#ctx0" brushRef="#br0" timeOffset="66397.54">17857 6500 11 0,'0'0'23'0,"0"0"0"16,0 0-19-16,0 0-3 15,0 0 9-15,0 0 24 16,0-7-23-16,0 6 0 16,0 1 24-16,0 0-22 15,0-1-3-15,0-1-3 16,0-1-6-16,0 3 0 15,0-2 2-15,0 1 0 16,0 1 0-16,0 0-1 16,0 0-1-16,0 0-1 15,0 0 0-15,0 0-6 16,0 0-8-16,0 0-17 16,0 0-13-16,0 0 36 15,0 0 8-15,0 0-10 0,0 0 9 16,-1 0-18-16,1 0 12 15,-2 0 7-15,1 0 0 16,-1 0-4-16,0 1-15 16</inkml:trace>
  <inkml:trace contextRef="#ctx0" brushRef="#br0" timeOffset="67852.75">18575 6212 188 0,'0'0'35'0,"84"-71"-6"0,-60 50-29 15,-6 7-7-15,-11 1-74 16</inkml:trace>
  <inkml:trace contextRef="#ctx0" brushRef="#br0" timeOffset="69080.32">18975 6207 562 0,'0'0'87'16,"0"0"-4"-16,0 0-12 16,0 0-53-16,0 0-18 15,0 0-5-15,6-2-18 0,-6 32 10 16,0 18 13-16,-17 12 3 15,-2 8-2-15,-7 5 2 16,1-6-3-16,-2-6 1 16,4-10-1-16,3-9-3 15,2-7-4-15,6-9-13 16,0-6-32-16,4-9-30 16,4-11-42-16,4 0-110 15</inkml:trace>
  <inkml:trace contextRef="#ctx0" brushRef="#br0" timeOffset="69579.05">18712 6235 506 0,'0'0'71'16,"0"0"17"-16,99-87-30 15,-47 62-21-15,9 1-6 16,5 7-1-16,-2 5-6 16,-6 9-15-16,-8 3-7 0,-12 22-2 15,-11 18-2-15,-12 12-9 16,-15 5-12-16,-5 2-8 15,-29 1 15-15,-15-6 5 16,-8-8 4-16,-3-8-1 16,5-11-20-16,11-12 11 15,14-6 14-15,8-9 3 16,8 0 3-16,2 0 6 16,2-9 6-16,4-3 14 15,6 2 44-15,0 4-36 16,0 5-5-16,3 1-24 15,22 0-8-15,11 12-2 0,8 14 2 16,-2 7 2 0,-7 9-2-16,-12 5-7 0,-5 5-26 15,-7-2-37-15,-1-3-29 16,2-11-52-16,0-11 1 16,8-15-10-16</inkml:trace>
  <inkml:trace contextRef="#ctx0" brushRef="#br0" timeOffset="69894.97">19328 6631 248 0,'0'0'245'0,"0"0"-35"16,0 0-73-16,0 0-100 16,0 0-37-16,0 0-27 15,0 18 23-15,0 12 2 0,2 4 2 16,11 2-1-16,8-5-4 15,15-8-16-15,12-9 4 16,7-13 14-16,-1-1 3 16,-8-15 0-16,-15-11 4 15,-10-4 0-15,-15 3 10 16,-6-3-13-16,-22-2-1 16,-28 0-12-16,-16 3-19 15,1 3 11-15,19 13 20 16,19 9 19-16,16 4-19 15,8 17-89-15,3 14 26 16,3 3-79-16,29-5-88 0</inkml:trace>
  <inkml:trace contextRef="#ctx0" brushRef="#br0" timeOffset="70196.01">19850 6353 709 0,'0'0'75'15,"0"0"42"-15,0 0-67 16,0 0-26-16,0 0-8 16,0 0-12-16,-1-66-4 0,1 70-5 15,13 21-1-15,3 16 6 16,2 13 0-16,-2 6 1 15,-3 5-1-15,-6 0-2 16,-2-4-8-16,-2-3-3 16,-2-8-18-16,-1-7 0 15,0-7-22-15,-4-10-53 16,-5-12-53-16,0-14-74 16</inkml:trace>
  <inkml:trace contextRef="#ctx0" brushRef="#br0" timeOffset="70428.28">19529 6225 634 0,'0'0'22'0,"0"0"-9"0,108-76 14 16,-50 59-6-16,14 3 33 15,8 3-27-15,8 5 0 16,3 6-14-16,0 0-12 15,-4 10-1-15,-7 11-15 16,-14 4-49-16,-20 6-26 16,-25-1-17-16,-21 1-88 15,-33-5-87-15</inkml:trace>
  <inkml:trace contextRef="#ctx0" brushRef="#br0" timeOffset="70649.98">19479 6977 599 0,'0'0'68'0,"0"0"40"16,0 0-77-16,0 0 8 16,82-33-5-16,-46 20-15 15,10 1-8-15,6-1-4 16,12 6-5-16,8 3-2 15,4 4 0-15,1 0-25 16,1 2-68-16,1 7-57 0,-7-6-144 16</inkml:trace>
  <inkml:trace contextRef="#ctx0" brushRef="#br0" timeOffset="78669.43">20985 6372 201 0,'0'0'49'0,"0"0"71"15,0 0-75 1,0 0-5-16,0 0 11 0,0 0 5 15,0 0 7-15,-13-11-32 16,12 10 32-16,-1-1-21 16,2 1-31-16,0 1 3 15,0 0 1-15,0 0-11 16,0 0-4-16,0 0-3 16,0 0-19-16,0 0-41 15,15 3 34-15,10 9 29 16,11 2 1-16,4 0-1 15,6-3 0-15,-5-3 0 0,-5-2-3 16,-11-3 3 0,-4-1 2-16,-12 0-1 0,-2-1 5 15,-5 0-5-15,-2 1-1 16,0 2 0-16,-15 5 0 16,-21 6 3-16,-18 5-1 15,-13 7 3-15,-6 3-4 16,6 0-1-16,9 3 0 15,9-3-6-15,10-6-7 16,8 0-3-16,8-2-5 16,11-2-17-16,8-6-74 15,4-7-95-15</inkml:trace>
  <inkml:trace contextRef="#ctx0" brushRef="#br0" timeOffset="78923.78">21270 6646 593 0,'0'0'103'0,"0"0"-97"15,0 0-5-15,0 0-1 16,-92 74 4-16,47-40 3 15,-3 8-3-15,-2-2 2 16,2 2-6-16,0-9 0 0,5-5-43 16,5-5-49-16,7-11-134 15,13-12-131-15</inkml:trace>
  <inkml:trace contextRef="#ctx0" brushRef="#br0" timeOffset="79191.62">21663 6434 739 0,'0'0'89'0,"0"0"-9"16,0 0-80-16,0 0-14 15,0 0 14-15,-68 94 0 16,32-37-1-16,-2 7 1 16,1 3 4-16,5 0-4 15,9-1-7-15,13-9-59 16,10-14-84-16,5-18-65 16</inkml:trace>
  <inkml:trace contextRef="#ctx0" brushRef="#br0" timeOffset="79735.88">21785 6711 527 0,'0'0'217'16,"0"0"-125"-16,0 0-47 15,0 0-15-15,69-79-21 16,-34 56-2-16,5-4-4 15,4-2-1-15,2-1-2 16,-7 2 0-16,-9 4-7 16,-13 7-18-16,-9 3 3 15,-8 6-26-15,0 1-7 16,-11 7-45-16,-11 0 50 0,-2 0 5 16,-1 11 30-1,-2 10 13-15,-3 11 4 0,-2 13 0 16,-7 11 5-16,0 8 23 15,4 2-7-15,6-3-8 16,8-7-2-16,10-7 11 16,4-12-7-16,4-9-2 15,2-6-3-15,-1-10-11 16,1-3 7-16,1-6-4 16,-3-3 0-16,-5 0 2 15,-5 0 1-15,-2-15-7 16,-5-11-66-16,4-8 11 15,-3-4 17-15,3-3 38 16,7 3 8-16,9 5 55 0,0 5 39 16,17 9-30-16,16 0-63 15,13-1-7-15,14 0-2 16,11 0 0-16,6-4-2 16,1 4-1-16,0 3-18 15,0 0-70-15,-14-2-29 16,-15-1-173-16</inkml:trace>
  <inkml:trace contextRef="#ctx0" brushRef="#br0" timeOffset="79949.64">22344 6515 642 0,'0'0'80'0,"0"0"7"15,0 0-60-15,0 0-27 16,0 0-80-16,0 0-88 16,102-12-141-16</inkml:trace>
  <inkml:trace contextRef="#ctx0" brushRef="#br0" timeOffset="80185.52">22789 6218 650 0,'0'0'142'16,"0"0"-137"-16,0 0-2 15,0 0-3-15,-105 116 11 16,59-54 21-16,0 9-21 15,0 7-10-15,2 1 4 16,4 5-4-16,6-1 1 16,11-5-4-16,6-9-17 15,12-13-100-15,5-22-55 16,12-22-180-16</inkml:trace>
  <inkml:trace contextRef="#ctx0" brushRef="#br0" timeOffset="80354.72">22835 6970 151 0,'0'0'723'15,"0"0"-659"-15,0 0-9 16,0 0-27-16,0 0-22 16,0 0-6-16,3-26-7 15,-3 26-33-15,0 9-103 16,0-3-128-16</inkml:trace>
  <inkml:trace contextRef="#ctx0" brushRef="#br0" timeOffset="80917.63">19298 7442 141 0,'0'0'60'15,"0"0"-43"-15,0 0 10 16,0 0 51-16,103 25 54 15,-12-17-56-15,34 1-26 0,34-1-11 16,30 0-1-16,18-1 8 16,13-3-18-16,6-4 1 15,-2 0-5-15,-6 0-4 16,-11-4 11-16,-20-4-15 16,-29-1-2-16,-21 2 4 15,-32-1-3-15,-28 3 4 16,-23-1 5-16,-26 3-8 15,-15 0 3-15,-9 2-2 16,-4 1-6-16,0 0-11 16,-24 0-31-16,-23 4-90 15,-17-4-162-15</inkml:trace>
  <inkml:trace contextRef="#ctx0" brushRef="#br0" timeOffset="85597.3">3941 6832 449 0,'0'0'46'16,"0"0"88"-16,0 0-29 15,0 0-43-15,-4-75-47 16,4 68 29-16,-2 4-13 15,1 3 0-15,-1 0-29 16,2 0-2-16,0 7-30 16,0 13-12-16,11 11 42 15,2 9 0-15,-4 4 3 16,3 3-2-16,-3 1-1 16,1-9 3-16,-1-8-2 15,0-8-1-15,3-15 2 0,8-8-2 16,15-6 9-16,23-36 28 15,30-28-12-15,20-19-13 16,13-15-7-16,0 1-3 16,-13 10-1-16,-18 10-1 15,-26 18-1-15,-21 16 0 16,-20 18-4-16,-17 17-19 16,-6 14-41-16,-27 12-114 15,-24 18-356-15</inkml:trace>
  <inkml:trace contextRef="#ctx0" brushRef="#br0" timeOffset="167182.47">4142 9602 49 0,'0'0'32'0,"0"0"66"16,0 0-60-16,0 0-5 0,0 0 24 15,0 0 20-15,0 0-14 16,0 0 8 0,0-73-16-16,0 67-38 0,0 1-7 15,0 1-10-15,0-1 0 16,2 2 0-16,-1 0 1 15,0-1 11-15,-1 3 5 16,2-1-3-16,-2 1 21 16,0 0-17-16,0 1-7 15,0 0-5-15,0 0-2 16,0 0 0-16,2-2 8 16,-2 2 0-16,0 0-5 15,0 0 0-15,0 0-4 0,0-1 3 16,0-1 3-16,3-1-6 15,0-4 2-15,4 0 6 16,-3 0 4-16,1 0-8 16,1-1 0-16,0 0 12 15,1-3-1-15,1-1-15 16,-2 1 4-16,3 0 3 16,-2 0 6-16,-2 3-4 15,-2 2-2-15,-2 2 6 16,1 1-12-16,-1 3 1 15,-1 0-5-15,2 0-5 16,0 7-5-16,3 15 1 16,-3 17 6-16,-2 10 1 0,0 9 0 15,-2 6-1 1,-11 0 3-16,-2-3 1 0,0-4 4 16,2-8-5-16,2-9 0 15,3-9 1-15,3-7 0 16,-1-6 0-16,3-6 0 15,0-4-1-15,3-3-1 16,0-1-1-16,0-3-11 16,0 1-20-16,0-2-20 15,0 0-13-15,0-8-84 16</inkml:trace>
  <inkml:trace contextRef="#ctx0" brushRef="#br0" timeOffset="168981.46">4778 9448 35 0,'0'0'37'0,"0"0"-10"15,0 0-20-15,0 0-6 16,0 0 2-16,0 0 6 16,0 0 29-16,0 0-7 0,0 0-16 15,0 0-8-15,0 0-1 16,0 0 2-16,0 0 5 16,0 0 5-16,0 0 0 15,0 0 13-15,-2 0 9 16,2 0 10-16,0 0 8 15,0 0-3-15,-1 0 8 16,1 0-17-16,0 0-21 16,-2 0-1-16,2 0-10 15,0 0-12-15,-1 0-2 16,-2 0-4-16,-1 4-7 16,-10 11-5-16,-8 12 16 0,-10 8 30 15,-5 9 31 1,5 0-48-16,7-2-12 0,6 0 1 15,3 0-1-15,12-3 1 16,4-3-1-16,0-2-1 16,0-5 3-16,14-7-3 15,5-8 1-15,8-9-1 16,7-5 3-16,10-10-3 16,5-14-3-16,0-8 0 15,-4-5 3-15,-6 0 6 16,-9-5 1-16,-8 1 15 15,-11-2 21-15,-8 1-15 16,-3 1-4-16,-8 1-18 16,-20 5-2-16,-7 6-4 15,-5 10 0-15,-3 9 0 0,12 9-3 16,5 1-23-16,11 9-31 16,14 19-34-16,1 8-24 15,9 1-71-15,18-5-219 16</inkml:trace>
  <inkml:trace contextRef="#ctx0" brushRef="#br0" timeOffset="169206.69">5182 9755 263 0,'0'0'395'0,"0"0"-391"15,0 0-4-15,0 0 33 16,-27 89 2-16,20-59-15 16,1-1-13-16,-2 0-2 15,1 1-2-15,-1-2-3 16,1 2-3-16,-1-7-79 16,-2-6-37-16,4-9-174 15</inkml:trace>
  <inkml:trace contextRef="#ctx0" brushRef="#br0" timeOffset="169881.33">5415 9590 538 0,'0'0'84'16,"0"0"24"-16,0 0-104 15,0 0-4-15,0 0-7 16,0 0 6-16,15 39 1 16,-7-8 0-16,3 3 1 15,3 4 1-15,5 2 0 16,3-4-2-16,6-3-5 16,4-10-27-16,-1-6-14 0,0-8 27 15,-1-6-27 1,0-3-32-16,-3 0-32 0,-3-18 17 15,-6-8 93 1,-11-4 16-16,-7-4 95 0,0-5 5 16,-25 0-61-16,-8 0-27 15,-6 5-14-15,3 1-13 16,9 6 1-16,14 6-2 16,13 3 8-16,11 8-8 15,28 0-8-15,14 6-2 16,10 1 10-16,-2 3 1 15,0 0-1-15,-10 4 1 16,-9 13 3-16,-8 4-3 16,-7 7 1-16,-11-1 0 15,-10 3 0-15,-6 0-2 0,-3-2 1 16,-13-2 0 0,-2 0-1-16,0-5 6 0,7-1-5 15,7-7 0-15,4-6 0 16,0-3-1-16,30-4-8 15,11-6 8-15,13-16 0 16,-3-5 0-16,-3-5 9 16,-8-4 34-16,-7 0 32 15,-6 0-25-15,-13 2-9 16,-10 3-2-16,-4 4-15 16,-4 7-14-16,-16 6-10 15,-9 9-10-15,-3 5-51 0,-1 12-38 16,7 15-38-1,13 1-56-15,13-1-149 0</inkml:trace>
  <inkml:trace contextRef="#ctx0" brushRef="#br0" timeOffset="170076.51">6616 9785 706 0,'0'0'58'15,"0"0"-51"-15,0 0-3 16,0 0 19-16,-77 104-8 16,52-65-12-16,4 2 2 0,8 4-4 15,2-5-1-15,2-2-31 16,8-10-94-16,1-13-56 16,6-15-304-16</inkml:trace>
  <inkml:trace contextRef="#ctx0" brushRef="#br0" timeOffset="171245.32">6766 9624 540 0,'0'0'27'0,"0"0"-19"16,0 0 10-16,11 86 26 15,-4-56-26-15,4-1 24 16,1 5-22-16,5-2-16 16,4-1 2-16,4-4-4 15,10-8 2-15,7-7-1 16,8-11 5-16,5-1-6 16,1-14-2-16,-7-12-30 15,-9-8 30-15,-14-2 0 16,-13-3 7-16,-13-1 1 15,-19 0-5-15,-29 1-3 16,-13 3-8-16,5 5 8 16,15 11 1-16,20 9 13 15,11 6 1-15,10 5-15 16,0 0-30-16,10 0-11 16,18 2 41-16,11 6 3 0,6-2 1 15,1 2-3-15,-1 1 2 16,-4 2 1-16,-6 1-4 15,-5 4 0-15,-5 1 1 16,-7 0-1-16,-3 0-1 16,-8-1 0-16,-4 1-2 15,-3-1 3-15,0 1 0 16,0 0 0-16,0-1 0 16,0-3 0-16,0 2-6 15,0-4-4-15,5-4-3 0,5 1-11 16,1-3 24-1,2-4 0-15,2 1 2 0,-3-2 39 16,1 0 22-16,-2 0-23 16,-1 0-4-16,2 0-19 15,-3 0-11-15,0 0-2 16,0 0-4-16,-3-3 1 16,0 0 0-16,-3-2 6 15,0-4-2-15,0-3 0 16,-3-5-4-16,0 0 0 15,0-8-1-15,0 1 0 16,0-6-1-16,-3 0-3 16,-8 3 2-16,2 5 1 15,-2 3 1-15,0 9-1 16,2 3-1-16,0 3 2 0,2 3-1 16,2-1-1-16,-1 2 2 15,0 0 0-15,-1 0 0 16,1 0 0-16,1 2 0 15,1 6-2-15,1-4-2 16,1 1-2-16,2-2-14 16,0-1-7-16,0 1-2 15,0-3 19-15,20 0 10 16,8 0 1-16,14 0 0 16,1-5 0-16,5 2-1 15,4-2 0-15,2 3 3 16,1 2-3-16,-1 0-2 0,-12 0 0 15,-4 0 1-15,-8 0-3 16,-6 5 3-16,-3 2 1 16,-9 3-2-16,-2 2 1 15,-7 0-4-15,-3 5-3 16,0 2 4-16,0 6 3 16,0-1 1-16,0 0 3 15,0 0-3-15,0-1 0 16,27-4 0-16,16-6 0 15,18-8 10-15,8-5-9 16,5-1-1-16,-4-19 2 16,-10-7-1-16,-15-4 9 15,-11-5 38-15,-17-3 1 0,-13 2-30 16,-4-1 1-16,-21 6-6 16,-25 6-14-16,-21 14-6 15,-12 12-37-15,-2 2-113 16,10 17-216-16</inkml:trace>
  <inkml:trace contextRef="#ctx0" brushRef="#br0" timeOffset="173244.41">10975 9288 474 0,'0'0'80'0,"0"0"9"16,0 0-61-16,0 0-20 15,0 0-5-15,0 0 12 16,0 0-11-16,94-61-4 16,-64 61 3-16,3 13 2 15,-1 13-5-15,-3 10 1 0,-8 9-1 16,-7 5 0 0,-13 0-2-16,-1-1-4 0,-12-3 6 15,-12-7 7-15,-3-8-5 16,-1-7 1-16,2-6-1 15,1-4 3-15,4-8-3 16,8-1 6-16,3-2 5 16,10-3 1-16,0 0 4 15,0 0 0-15,0 0 8 16,26 0-11-16,15-5-15 16,13-7-2-16,11 4-3 15,5 2-29-15,6 3-35 16,4-1-39-16,-3-1-93 15,-14-8-170-15</inkml:trace>
  <inkml:trace contextRef="#ctx0" brushRef="#br0" timeOffset="174243.18">11782 9394 475 0,'0'0'139'16,"0"0"-37"-16,0 0-43 15,0 0-40-15,0 0-19 16,0 0-2-16,-4-9-11 16,1 40 10-16,-3 13 0 15,-2 11 3-15,-2 8 0 16,-5 0 2-16,4-7 2 16,2-13-4-16,8-16-6 0,1-11-12 15,0-10 10-15,16-6 8 16,14-6 9-16,9-17-2 15,4-6-7-15,-7-6-8 16,-14-1 8-16,-13-3-2 16,-9-1-17-16,-11-1 2 15,-16 4 1-15,-2 6 12 16,8 12 4-16,11 8 4 16,10 8 29-16,0 3-33 15,26 1-65-15,18 14 56 16,13-1 8-16,8 3 1 15,1-4 1-15,-5 2-1 0,-7-4 0 16,-12 1 3-16,-11 1-3 16,-11 1-1-16,-8 3-3 15,-8 2 2-15,-4 5 1 16,0 3-4-16,-17 2 5 16,0 2 0-16,3-2-2 15,6-7-1-15,8-5-10 16,0-7-18-16,17-10 7 15,15 0 24-15,10-9 3 16,6-14-1-16,2-8 6 16,-8-4 18-16,-7-5 22 0,-11-4 32 15,-9-2-36 1,-11 0-10-16,-4 3-10 16,-13 9-9-16,-17 10-15 15,-9 13-19-15,-3 11-67 0,3 11-52 16,9 17-65-16</inkml:trace>
  <inkml:trace contextRef="#ctx0" brushRef="#br0" timeOffset="175691.49">12910 9425 260 0,'0'0'142'0,"0"0"-31"15,0 0-99-15,0 0-12 16,0 0-10-16,0 0 10 16,1 73 12-16,-2-31 14 0,-9 6-11 15,-1 4 3-15,0-3-16 16,3-7 4-16,8-13-4 15,0-9-2-15,4-11 0 16,16-9 12-16,6 0 33 16,10-13 18-16,3-10-49 15,-3-4-8-15,-8-5-3 16,-13-2 18-16,-10-4 2 16,-5-1-23-16,-6 0 0 15,-16 6 0-15,5 8 0 16,3 8 1-16,8 8-1 15,5 7 0-15,1 2-6 0,0 0-82 16,0 0 68-16,0 6 20 16,1-1 2-16,11 1 0 15,0 0 13-15,0-1 15 16,0-2-18-16,-5 0-5 16,-2-1 15-16,-3-1 3 15,-2-1-12-15,0 1 6 16,0 1 4-16,0-2-3 15,0 1-6-15,0-1-4 16,0 2-4-16,0 0-3 16,0-2-3-16,0 3 0 15,0-3-1-15,0 0-1 16,0 0 2-16,0 2 0 16,0 2 0-16,-5-1 1 15,0 0 0-15,4 1-1 0,-1-3 0 16,2 1 1-16,-1-1-1 15,-1 1-1-15,2-1 1 16,-1 1 0-16,1-2-1 16,0 0 1-16,0 0 0 15,0 0 1-15,0 0 0 16,0 0 0-16,1 0-1 16,20-3 6-16,11-7-6 15,7 0 0-15,1 3 0 16,-1 2 0-16,-2 5-3 0,-5 0-6 15,-6 0 3 1,-2 0-2-16,-2 7-4 0,-4 1 4 16,-6-1-1-16,-4-2-2 15,-7 3-2-15,-1 0 9 16,0 3-2-16,0 3-3 16,-3 3 5-16,-10 0 4 15,-4 3 3-15,5 1-1 16,5-3 0-16,4-2-1 15,3-4 1-15,12-3-1 16,18-4 2-16,13-5 4 16,9 0-2-16,5-9-2 15,-9-8-1-15,-8-3 0 0,-15-2 4 16,-11-4 21 0,-10-1-12-16,-4-1 6 0,-3 3-16 15,-16 1-5 1,-1 5 0-16,4 9-4 0,5 3 4 15,8 6-1-15,3 1-8 16,0 0-48-16,5 0-15 16,19 8 68-16,12 1 4 15,9-1 4-15,2-2-3 16,2 0-2-16,-7-4-8 16,-3 3 3-16,-8-1 6 15,-8-1 0-15,-11 5-1 16,-5 0 0-16,-7 0-2 15,0 4 0-15,0 4 1 0,-9 5 2 16,-6 5 2-16,2-1-1 16,4-1-1-16,6-8-1 15,3-6-4-15,0-6 5 16,7-4 2-16,16 0 8 16,6-2 24-16,7-12-9 15,2-4-6-15,-3-4 5 16,-8-3-13-16,-7-2 1 15,-6 1 11-15,-11-5-11 16,-3-1 11-16,0 3-21 16,-27 6-2-16,-14 12-35 15,-15 11-72-15,-9 0-34 16,11 19-129-16</inkml:trace>
  <inkml:trace contextRef="#ctx0" brushRef="#br0" timeOffset="176388.8">14512 9670 544 0,'0'0'57'16,"0"0"-47"-16,0 0-6 15,79 0-1-15,-54 0 7 16,2 0 4-16,4 0-12 15,2 1-2-15,0 1-55 16,-3-2-169-16</inkml:trace>
  <inkml:trace contextRef="#ctx0" brushRef="#br0" timeOffset="176574.14">15343 9699 664 0,'0'0'112'0,"0"0"-32"16,0 0-23-16,0 0-33 15,0 0-23-15,0 0-1 16,9-34-57-16,18 34-138 16,11 0-78-16</inkml:trace>
  <inkml:trace contextRef="#ctx0" brushRef="#br0" timeOffset="176753.41">16154 9738 636 0,'0'0'137'16,"0"0"-38"-16,0 0-35 15,0 0-38-15,0 0-22 16,0 0-4-16,46-41-75 15,2 41-77-15,16-1-95 16</inkml:trace>
  <inkml:trace contextRef="#ctx0" brushRef="#br0" timeOffset="176904.61">16969 9674 677 0,'0'0'133'0,"0"0"-133"16,0 0-69-16,0 0-85 16,0 0-100-16</inkml:trace>
  <inkml:trace contextRef="#ctx0" brushRef="#br0" timeOffset="177054.12">17405 9634 590 0,'0'0'99'0,"0"0"-15"16,0 0 15-16,0 0-54 16,0 0-45-16,0 0-26 15,-28-22-201-15,27 34-100 16</inkml:trace>
  <inkml:trace contextRef="#ctx0" brushRef="#br0" timeOffset="180470.41">5088 8397 560 0,'0'0'133'16,"0"0"-29"-16,0 0-48 15,0 0-7-15,0 0-12 16,0 0-22-16,0 0-15 0,-9-19-5 16,9 39 1-1,15 13 4-15,3 8 0 0,-6 5 0 16,1 1-5-16,-5-3-6 15,-4-9-3-15,4-10-7 16,0-9-8-16,6-11 11 16,7-5 18-16,7-11 3 15,5-16 0-15,4-5-1 16,-5-4-2-16,-11 0 5 16,-9 4-1-16,-8 3 5 15,-2 9 27-15,-2 6-25 16,0 9 9-16,0 2-11 15,0 3-9-15,0 0 0 16,0 12-13-16,0 16-14 0,0 15 26 16,0 11 1-16,0 10 0 15,-11 5 0-15,2 3 1 16,-1-2-1-16,5-10-26 16,5-13-52-16,0-17-74 15,0-21-165-15</inkml:trace>
  <inkml:trace contextRef="#ctx0" brushRef="#br0" timeOffset="182002.47">5601 8848 73 0,'0'0'125'16,"0"0"-56"-16,0 0 7 16,0 0 26-16,0 0-35 0,0 0-5 15,0-8 3 1,0 7-5-16,0 0 1 0,0 1-18 16,0 0-15-16,0-2-7 15,0 2-3-15,0 0-10 16,0 0-7-16,0 0-1 15,0 0-2-15,0 0-3 16,-3 7-4-16,-1 8 9 16,-1 7 1-16,-4 4-1 15,3 0 0-15,0 3 0 16,3 0 0-16,3-5-9 16,0-6-21-16,6-5-3 15,17-5 27-15,5-8 4 16,5 0-5-16,3-7-7 0,-5-11 14 15,-1-4 4-15,-5-1 2 16,-5-3 22-16,-4 2-4 16,-6-1 4-16,-6 0 1 15,-4-1 4-15,-2 2-17 16,-18 0-6-16,-5 6-8 16,-6 5-2-16,-5 7-1 15,3 6-20-15,5 10-54 16,10 15-107-16,18-1-169 15</inkml:trace>
  <inkml:trace contextRef="#ctx0" brushRef="#br0" timeOffset="207779.5">8663 10953 622 0,'0'0'116'0,"0"0"-34"0,0 0-42 15,0 0-39-15,0 0-1 16,0 0-8-16,0 0-3 16,-3 22 11-16,-4 17 9 15,-12 14 10-15,-2 9-6 16,-9 7-2-16,-3 1-2 15,-1-6-5-15,1-6-3 16,5-12 3-16,2-9-3 16,6-10 3-16,4-13-3 15,3-5 1-15,3-9-1 0,2 0 2 16,2-13 2 0,3-25-5-16,3-16-5 0,6-12-23 15,27-10 2-15,10-3 1 16,11-1-16-16,6 0-13 15,-1 7-15-15,-1 6 25 16,-4 13 37-16,-8 11 7 16,-7 17 2-16,-6 16 10 15,-12 10 25-15,-6 16-23 16,-9 26-8-16,-6 16 14 16,-5 15 13-16,-19 9-11 15,1 1-11-15,0-5-4 16,8-11-3-16,8-12 0 15,2-15-2-15,5-9 2 16,0-12-4-16,0-5-2 16,0-14-66-16,-3-7-167 15</inkml:trace>
  <inkml:trace contextRef="#ctx0" brushRef="#br0" timeOffset="207939.55">8498 11194 492 0,'0'0'188'15,"0"0"-70"-15,0 0-66 16,0 0-52-16,0 0-15 16,0 0 11-16,57 4 2 0,4 10-14 15,15-4-76 1,10-9-12-16,-1-1-182 16</inkml:trace>
  <inkml:trace contextRef="#ctx0" brushRef="#br0" timeOffset="208133.19">9284 11148 739 0,'0'0'36'15,"0"0"-36"-15,0 0-46 16,0 0 46-16,100-4 0 15,-57 0-74-15,3-1-87 16,-7-3-222-16</inkml:trace>
  <inkml:trace contextRef="#ctx0" brushRef="#br0" timeOffset="208310.15">9273 11257 421 0,'0'0'301'0,"0"0"-301"15,0 0 4-15,0 0 27 16,0 0 26-16,134 28-27 16,-57-28-19-16,15 0-9 15,14-6-2-15,8-18-90 16,-1-8-174-16</inkml:trace>
  <inkml:trace contextRef="#ctx0" brushRef="#br0" timeOffset="208742.59">10130 10886 870 0,'0'0'57'15,"0"0"-57"-15,0 0-3 16,-17 83-1-16,11-19 4 16,-1 10 4-16,1 15 1 15,0 8-3-15,1-7 0 16,0-8 4-16,3-21-4 15,1-27-2-15,1-16 6 16,-2-14-5-16,1-4 2 0,-4-22 25 16,-4-24-9-1,-4-24-19-15,2-13-20 0,-1-9-8 16,9 2-12-16,3 8-2 16,0 7 40-16,20 14 0 15,10 14-6-15,14 13-9 16,-1 15 8-16,-1 11 7 15,-2 8 2-15,-10 14 0 16,-5 16 1-16,-5 9-1 16,-5 3 8-16,-6 2-3 15,-9-5-3-15,0-4 1 16,-17-6-3-16,-14-3 5 16,-15-5 3-16,-14-6-4 15,-5-4-4-15,-1-7-38 0,14-4-66 16,21 0-23-16,27-2-77 15</inkml:trace>
  <inkml:trace contextRef="#ctx0" brushRef="#br0" timeOffset="209057.75">10802 10679 555 0,'0'0'295'16,"0"0"-249"-16,0 0-35 16,0 0-11-16,-91 48 0 15,57 8 2-15,-1 12 6 16,4 7-5-16,5 7 2 15,9 0-3-15,8 4-2 16,9-7 0-16,20-7-5 16,22-18-25-16,24-17 4 15,11-20-29-15,14-17-115 0,3-16-162 16</inkml:trace>
  <inkml:trace contextRef="#ctx0" brushRef="#br0" timeOffset="209425.23">11026 10878 562 0,'0'0'142'16,"0"0"-10"-16,0 0-61 16,0 0-30-16,0 0-18 15,0 0-22-15,-23-29-1 16,23 48-9-16,0 12 9 15,0 14 0-15,0 12 3 16,0 3-1-16,-2 2-2 16,0-6-22-16,2-12-53 0,0-15-108 15,20-21-180 1</inkml:trace>
  <inkml:trace contextRef="#ctx0" brushRef="#br0" timeOffset="209658.36">11397 10869 908 0,'0'0'54'16,"0"0"-33"-16,0 0-21 16,0 0-4-16,0 0-2 15,0 0 6-15,0 73 1 16,0-33-1-16,6 6 0 15,8-1-13-15,-2-1-11 0,0-7-25 16,-4-9-45 0,-5-10-90-16,-3-14-134 0</inkml:trace>
  <inkml:trace contextRef="#ctx0" brushRef="#br0" timeOffset="209838.03">11221 11090 789 0,'0'0'108'0,"0"0"-33"16,0 0-53-16,0 0-22 16,0 0 0-16,0 0-3 15,60-22 2-15,-6 22-5 16,11 0-5-16,9 0-36 16,-2 0-40-16,-6 0-111 0,-8-14-318 15</inkml:trace>
  <inkml:trace contextRef="#ctx0" brushRef="#br0" timeOffset="210227.42">11957 10737 801 0,'0'0'37'16,"0"0"11"-16,0 0-46 15,0 0-2-15,0 0-2 16,0 0-3-16,64 79-1 0,-52-34 6 16,-3 5 0-16,0 4 11 15,-3-1-5-15,-5-4 0 16,-1-12-3-16,0-12 1 16,0-11-2-16,0-9-2 15,0-5-2-15,0-1 2 16,-3-20 5-16,-10-12-5 15,-1-7 1-15,3-5-1 16,9-2 11-16,2 4 5 16,13 7-14-16,20 7-2 0,11 12-4 15,6 8-14 1,5 6-10-16,3 3 2 0,-2 0-25 16,-6 18-26-16,-5 1-18 15,-11 0-17-15,-15-5-195 16</inkml:trace>
  <inkml:trace contextRef="#ctx0" brushRef="#br0" timeOffset="210496.62">11764 11246 745 0,'0'0'106'16,"0"0"-100"-16,0 0-2 0,0 0 19 15,97 0 12-15,-24 0-13 16,10-3-11-16,9-5-4 16,1-1-5-16,-8 0-2 15,-13 1 0-15,-15 0-24 16,-15 4-35-16,-20 3-85 15,-20-1-103-15</inkml:trace>
  <inkml:trace contextRef="#ctx0" brushRef="#br0" timeOffset="210700.1">11998 11407 757 0,'0'0'121'16,"0"0"-116"-16,0 0-5 15,0 0 6-15,-23 79 3 16,17-42 4-16,6 7-6 16,0 7-4-16,0 3-2 15,12 1-1-15,5-5-59 16,2-16-126-16,-2-20-67 16,0-14-86-16</inkml:trace>
  <inkml:trace contextRef="#ctx0" brushRef="#br0" timeOffset="211156.36">12183 11575 656 0,'0'0'223'16,"0"0"-130"-16,0 0-41 0,0 0-51 15,0 0-1-15,0 0-8 16,-3 17 7-16,-1 21 1 16,0 5 0-16,4 0-14 15,0-5-7-15,6-15-15 16,19-13-1-16,9-10 22 15,5-13-1-15,1-18-84 16,-4-10-40-16,-10-1 90 16,-9 4 36-16,-8 6 14 0,-4 11 37 15,-2 10 3 1,0 7 18-16,-2 3 13 16,2 1-50-16,3 0-20 15,2 9 0-15,4 11 15 0,2 7-8 16,6 6-3-16,0 1-3 15,6 2 4-15,4-5-3 16,3-11-3-16,3-15-9 16,5-5-7-16,0-21 10 15,-7-14 6-15,-7-8 0 16,-15-1 15-16,-12-2 12 16,-2 0 0-16,-31 3 1 15,-16 6-5-15,-12 9-12 16,-3 13-11-16,12 15-2 15,10 0 2-15,11 21-41 16,15 8-62-16,12-2-63 16,4 0-170-16</inkml:trace>
  <inkml:trace contextRef="#ctx0" brushRef="#br0" timeOffset="211524.38">12968 10718 141 0,'0'0'293'15,"0"0"-239"-15,70-92 25 16,-40 80-33-16,1 12-6 16,1 0 18-16,2 31-24 15,0 23-16-15,-2 23-3 16,-12 25 12-16,-17 23-10 16,-5 25-10-16,-34 15 6 15,-15-7-2-15,-6-11-4 16,5-26-4-16,6-31-3 15,15-21-49-15,5-25-27 16,8-24-69-16,0-20-201 16</inkml:trace>
  <inkml:trace contextRef="#ctx0" brushRef="#br0" timeOffset="212289.2">13507 10780 465 0,'0'0'95'15,"0"0"-95"-15,0 0 2 16,0 0-1-16,0 0 13 16,83 13 25-16,-47-23-13 0,2-9 7 15,1-8-12-15,-1-9-5 16,-5-5-5-16,-1-9-2 15,-9-2-1-15,-11-3 2 16,-12 1 18-16,0 3-22 16,-20 8-3-16,-4 10 5 15,7 12 7-15,5 11 18 16,4 10-13-16,-1 8-20 16,-4 26-6-16,-5 19 5 15,-2 14 1-15,1 11 0 16,9 3 3-16,10-4-1 15,0-14-2-15,22-13-19 16,12-16-18-16,3-14-16 16,-4-9-35-16,-7-11-35 15,-15-12-408-15</inkml:trace>
  <inkml:trace contextRef="#ctx0" brushRef="#br0" timeOffset="212498.37">13475 10522 709 0,'0'0'37'0,"0"0"-37"15,0 0 1 1,85 20 4-16,-30-7-2 16,11-3 2-16,11-2 4 15,6-3 3-15,2-4-4 0,3-1-8 16,-6 0-10-16,-11 0-120 15,-9-20-270-15</inkml:trace>
  <inkml:trace contextRef="#ctx0" brushRef="#br0" timeOffset="212671.25">14170 10637 747 0,'0'0'67'0,"0"0"2"16,0 0-69-16,0 0-110 0,0 0-64 15,0 0-252-15</inkml:trace>
  <inkml:trace contextRef="#ctx0" brushRef="#br0" timeOffset="-209648.54">7904 12598 93 0,'0'0'503'16,"0"0"-405"-16,0 0-83 15,0 0-8-15,-77 107-7 16,30-25 30-16,-9 11 2 16,-4 5-12-16,3-6-6 15,8-14-9-15,12-14 0 16,13-19-1-16,9-19 0 16,10-12-4-16,4-11 4 0,-1-3 21 15,2 0 52-15,0-25-51 16,0-14-26-16,14-10-47 15,8-10-6-15,5-4-11 16,6 0-33-16,6-2 0 16,5 2 2-16,3 3-20 15,-1 6 22-15,-1 8 66 16,2 5 27-16,-8 10 49 16,-5 10 60-16,-7 13-1 15,-4 8-30-15,-5 13-50 16,-2 20-11-16,-4 12 35 15,-3 9-20-15,-8 7 7 16,-1 6-14-16,0-3-12 16,-1-5-2-16,-11-9-7 15,2-8 1-15,-5-5-3 0,-2-4 2 16,-5-3-4-16,0-5-23 16,-5-11-114-16,1-14-145 15</inkml:trace>
  <inkml:trace contextRef="#ctx0" brushRef="#br0" timeOffset="-209474.56">7589 13084 679 0,'0'0'28'0,"0"0"30"16,0 0-37-16,0 0-19 15,0 0 1-15,117-22 0 16,-65 17 0-16,6-1-3 15,0 1 0-15,3-1-68 16,2-8-69-16,-6-3-227 16</inkml:trace>
  <inkml:trace contextRef="#ctx0" brushRef="#br0" timeOffset="-209278.69">8423 12973 712 0,'0'0'38'0,"0"0"31"15,0 0-62-15,0 0-7 16,0 0 0-16,115-4-16 16,-76 10-92-16,-6 2-46 15,-5-2-270-15</inkml:trace>
  <inkml:trace contextRef="#ctx0" brushRef="#br0" timeOffset="-209098.82">8343 13189 639 0,'0'0'157'0,"0"0"-107"0,0 0-40 15,0 0-3-15,0 0 13 16,0 0-2-16,107-2-12 15,-44-4-6-15,4-1 0 16,0-3-70-16,-6-6-152 16</inkml:trace>
  <inkml:trace contextRef="#ctx0" brushRef="#br0" timeOffset="-208366.59">9481 12521 374 0,'0'0'232'15,"0"0"-107"-15,0 0-42 16,0 0-34-16,0 0-12 15,0 0-24-15,-18-43-13 16,18 54-7-16,0 18 7 16,0 19 3-16,0 12 5 15,0 15-4-15,0 7 0 0,0 2-2 16,-8-4 0 0,-1-8-1-16,-1-12-1 0,1-7-2 15,-1-9-43 1,2-10-54-16,4-14-91 0,4-14-309 15</inkml:trace>
  <inkml:trace contextRef="#ctx0" brushRef="#br0" timeOffset="-207717.48">9712 12867 542 0,'0'0'65'0,"0"0"-61"15,0 0 12-15,0 0 24 16,0 99 15-16,2-61-22 16,5 1-9-16,0 2-7 15,3-4-5-15,4-6-7 16,-2-7-1-16,3-7 0 15,4-9 1-15,4-8 2 16,4 0 0-16,-2-10-1 16,-2-14-2-16,-4-5 0 15,-10-5-3-15,-9 0-1 16,0-5-2-16,-9 1-12 0,-18-1-13 16,0 3-1-1,3 2-12-15,8 5 26 0,13 7 9 16,3 3-4-16,15 9 3 15,16 3 2-15,8 6-5 16,3 1 7-16,0 0 2 16,-1 5-1-16,-5 10 1 15,-10 2 0-15,0 5 0 16,-8 2 1-16,0 2 3 16,-6 3 18-16,-3 0-14 15,-8-3-3-15,-1 1-2 16,0 0 0-16,0-3-3 15,0-2 0-15,0-2 0 0,15-4-17 16,11-7-29-16,3-6-6 16,4-3 31-16,-3-4 5 15,-2-16 16-15,-4-6 4 16,-3-7 24-16,-4-4 31 16,-10-2 53-16,-5-2-40 15,-2-3-17-15,-17 3-21 16,-22 7-15-16,-13 8-18 15,-11 14-1-15,2 12-44 16,12 0-75-16,19 12-83 16,24 3-310-16</inkml:trace>
  <inkml:trace contextRef="#ctx0" brushRef="#br0" timeOffset="-207332.64">11023 12330 701 0,'0'0'85'0,"0"0"-7"16,0 0-39-16,0 0-37 15,-82 6-2-15,48 51-2 16,-9 25 2-16,-1 17 3 16,4 17 2-16,4 3-3 15,15 0-2-15,10-4 2 16,11-12-1-16,29-12-1 15,28-14-1-15,25-16-1 16,21-17-5-16,17-13-19 16,9-14-60-16,-8-17-143 15</inkml:trace>
  <inkml:trace contextRef="#ctx0" brushRef="#br0" timeOffset="-206416.54">11353 12712 266 0,'0'0'61'16,"0"0"112"-16,0 0-66 15,0 0 1-15,0 0-10 16,0 0-46-16,-70-56-33 15,64 56-11-15,0 18-7 16,-1 12-1-16,2 12 3 16,5 6-1-16,0 5-2 15,0 5 2-15,0-7-2 16,0-3-19-16,0-6-52 16,12-13-84-16,1-14-97 15</inkml:trace>
  <inkml:trace contextRef="#ctx0" brushRef="#br0" timeOffset="-206166.7">11678 12630 646 0,'0'0'88'15,"0"0"37"-15,0 0-56 16,0 0-57-16,0 0-12 15,0 0-2-15,4 41 2 16,1 4 0-16,1 7 1 16,-3 1 1-16,1 0 0 15,-2-5-2-15,-2-7 0 0,0-9-25 16,0-7-50 0,-6-11-88-16,1-14-113 0</inkml:trace>
  <inkml:trace contextRef="#ctx0" brushRef="#br0" timeOffset="-205985.69">11588 12858 719 0,'0'0'133'16,"0"0"-129"-16,0 0 0 16,0 0-4-16,0 0 8 15,0 0-2-15,131 22-1 16,-72-22-3-16,10 0-2 15,1 0-33-15,0-14-118 16,-11-7-235-16</inkml:trace>
  <inkml:trace contextRef="#ctx0" brushRef="#br0" timeOffset="-205603.44">12442 12411 787 0,'0'0'124'15,"0"0"-51"-15,0 0-59 16,0 0-14-16,0 0-5 16,0 0 5-16,27 118 1 15,-14-47 6-15,-6 5-7 16,-5-1 2-16,-2-4-2 15,0-5-21-15,-2-13-24 16,-4-14-65-16,-1-22-122 0</inkml:trace>
  <inkml:trace contextRef="#ctx0" brushRef="#br0" timeOffset="-205286.66">12655 12621 664 0,'0'0'233'0,"0"0"-158"16,0 0-69-16,0 0-6 15,0 0-3-15,0 0 3 16,18 69 3-16,5-28-2 16,4-4-1-16,5-8 2 0,5-10-2 15,6-14 0-15,8-5-1 16,3-16 0-16,-8-12-15 15,-13-6 2-15,-14-5 14 16,-19-1 1-16,0 1-1 16,-34 1-1-16,-21 5-1 15,-17 9-4-15,-10 15 6 16,6 9 0-16,17 11-33 16,20 21-112-16,22 5-64 15</inkml:trace>
  <inkml:trace contextRef="#ctx0" brushRef="#br0" timeOffset="-204916.43">12307 13174 812 0,'0'0'129'0,"0"0"-95"16,0 0-30-16,0 0 0 15,108-19-1-15,-47 16 3 16,15 1-2-16,12-1-3 16,6 2 3-16,-2 1-3 15,-1 0-1-15,-7 0-15 16,-12 4-21-16,-14 5-60 16,-29-3-121-16,-29-3-273 15</inkml:trace>
  <inkml:trace contextRef="#ctx0" brushRef="#br0" timeOffset="-204681.02">12452 13247 695 0,'0'0'107'15,"0"0"-106"-15,0 0 30 16,0 0 10-16,21 89-10 15,-12-55-12-15,-3 1-14 16,-3 2-4-16,-3 0-1 16,0-1 0-16,0 0-6 15,-6 1-41-15,-3-4-60 0,1-6-42 16,2-10-167 0</inkml:trace>
  <inkml:trace contextRef="#ctx0" brushRef="#br0" timeOffset="-204135.72">12665 13445 725 0,'0'0'155'0,"0"0"-75"16,0 0-66-16,0 0-14 16,0 0-2-16,0 0-2 15,23-10 4-15,-8 30 0 16,-2 1 2-16,3 3-1 15,1 1-2-15,1-1 1 16,1-2-3-16,-1-6-3 0,-2-6 3 16,-2-10-10-16,3 0-3 15,-1-24 16-15,3-12-11 16,-5-5 0-16,-6-3 11 16,-6 5 0-16,-2 1 4 15,0 6 5-15,1 6 3 16,8 9-12-16,8 7 0 15,5 7-4-15,7 3 2 16,0 0 1-16,-2 17-2 16,-5 5 2-16,-7 4 0 0,-4 1 1 15,-7-1-1 1,-4 2 0-16,0-2 1 0,0-1 1 16,0-4-1-16,0-9-7 15,0-4-30-15,0-8 23 16,14-3 3-16,5-21 11 15,6-8 5-15,1-4 13 16,-5-7 29-16,-3 0-17 16,-9-1-5-16,-5-2 2 15,-4 5 3-15,0 7-2 16,-10 9-17-16,-4 9-11 16,-4 8-5-16,1 7-26 15,0 1-22-15,4 9-37 16,8 5-121-16,5-4-237 15</inkml:trace>
  <inkml:trace contextRef="#ctx0" brushRef="#br0" timeOffset="-203835.45">13612 12347 789 0,'0'0'3'0,"0"0"3"0,114 75 0 16,-72-13 26 0,-6 14-9-16,-1 18 9 0,-10 11-7 15,-14 12-20-15,-11 7 1 16,-15-6-4-16,-27 0-1 15,-8-10 4-15,-6-10-5 16,-3-14-34-16,-2-14-48 16,-8-20-115-16,6-19-283 15</inkml:trace>
  <inkml:trace contextRef="#ctx0" brushRef="#br0" timeOffset="-203368.99">14061 11909 482 0,'0'0'202'0,"0"0"-66"16,0 0-83-16,0 0-53 16,0 0-7-16,0 0 7 15,-3 71 0-15,3-17 0 16,0 5 0-16,0 6 0 15,0-5-87-15,0-17-153 0</inkml:trace>
  <inkml:trace contextRef="#ctx0" brushRef="#br0" timeOffset="-203145.71">14270 12731 819 0,'0'0'74'0,"0"0"-40"15,0 0-34-15,0 0 5 16,0 0-5-16,103-7 3 0,-58 7-3 16,7 0-26-16,2 5-46 15,-2-3-123-15,-12-2-199 16</inkml:trace>
  <inkml:trace contextRef="#ctx0" brushRef="#br0" timeOffset="-202948.83">14135 12956 561 0,'0'0'40'16,"0"0"76"-16,0 0-11 15,0 0-39-15,86 13-43 16,-28-13-15-16,11-4-3 0,8-7-5 16,4-2-27-16,0-3-144 15,-11-6-280-15</inkml:trace>
  <inkml:trace contextRef="#ctx0" brushRef="#br0" timeOffset="-202439.22">15420 12477 228 0,'0'0'409'0,"0"0"-232"16,0 0-90-16,0 0-40 15,0 0-31-15,0 0-16 16,-19 3-3-16,13 46 2 15,-6 15 1-15,-5 17 6 16,-5 4-4-16,0-2-2 16,4-8 0-16,11-16-49 15,7-18-48-15,0-19-95 0,8-21-169 16</inkml:trace>
  <inkml:trace contextRef="#ctx0" brushRef="#br0" timeOffset="-202220.31">15680 12462 843 0,'0'0'95'16,"0"0"-50"-16,0 0-45 16,0 0-1-16,0 0-3 15,0 0 4-15,-14 126 1 16,7-63-1-16,1 2 3 15,1-4-3-15,4-8-20 16,1-8-35-16,0-12-60 0,0-14-119 16</inkml:trace>
  <inkml:trace contextRef="#ctx0" brushRef="#br0" timeOffset="-201874.24">15905 12677 710 0,'0'0'163'0,"0"0"-68"0,0 0-71 15,0 0-24 1,0 0-5-16,0 0 3 0,0 47 2 16,0 1 0-16,0 7 0 15,0-2 0-15,12-5-8 16,16-11-18-16,13-13 3 15,8-13 10-15,-1-11-19 16,2-3 1-16,-10-25-3 16,-8-8 20-16,-11-8 14 15,-11-4 12-15,-10-1 6 16,-3 0 14-16,-34 2 10 16,-21 5-13-16,-10 9-19 15,6 19-10-15,16 14-2 16,19 16-69-16,22 15-186 15</inkml:trace>
  <inkml:trace contextRef="#ctx0" brushRef="#br0" timeOffset="-198959.24">5518 14408 63 0,'0'0'496'0,"0"0"-352"16,0 0-68-16,0 0-11 15,0 0-31-15,0 0-10 16,0 0-15-16,11-49-9 0,-11 49-4 16,0 13 3-1,0 12 1-15,0 11 3 0,-1 6-1 16,-11 8 3-16,0 4-2 15,-3 5-2-15,0 4-1 16,1-1-10-16,3-9-80 16,8-11-67-16,3-18-200 15</inkml:trace>
  <inkml:trace contextRef="#ctx0" brushRef="#br0" timeOffset="-198460.33">5873 14519 764 0,'0'0'113'0,"0"0"-65"15,0 0-48-15,0 0 0 16,0 0 0-16,-33 82 2 16,28-38 0-16,3 6 0 15,2-2-2-15,0-8 0 16,7-16 0-16,8-14-16 15,6-10 1-15,5-6 12 16,4-25-2-16,2-16-23 16,0-4-15-16,-6 3 14 15,-8 7 29-15,0 10 0 16,-5 9 6-16,5 7-3 16,1 9 7-16,-1 6-9 0,0 0-1 15,3 13-2-15,0 9 2 16,1 5-1-16,2 5 1 15,1 5 0-15,-2 1 1 16,4 1 0-16,0-3 0 16,-1-13-1-16,4-15-12 15,-3-8-35-15,2-20 38 16,1-17 9-16,-6-7 0 16,-4-4 1-16,-10-2 35 15,-10 0 7-15,-7 5-7 16,-21 8-10-16,-7 8-2 15,-5 17-8-15,1 12-16 16,2 6-67-16,11 24-84 0,10 4-10 16,16 0-144-16</inkml:trace>
  <inkml:trace contextRef="#ctx0" brushRef="#br0" timeOffset="-198093.61">6666 14941 582 0,'0'0'117'16,"0"0"-35"-16,0 0-63 0,0 0 9 16,0 0 6-1,0 0-26-15,64-55-5 0,-26 12-3 16,5-9 0-16,-1-10 0 15,-2 0-26-15,-12 3-25 16,-13 5-18-16,-15 9 36 16,-4 8 33-16,-21 7 0 15,2 13 45-15,6 10 24 16,3 7-46-16,-3 16-23 16,2 19-1-16,0 13 1 15,2 14 1-15,7 10 1 16,3 7-1-16,3-1-1 15,6-9-16-15,21-17-44 16,3-16-1-16,-1-22-27 0,-9-14-131 16</inkml:trace>
  <inkml:trace contextRef="#ctx0" brushRef="#br0" timeOffset="-196794.6">6727 14626 629 0,'0'0'21'15,"0"0"18"-15,0 0-38 16,0 0-1-16,84 14 10 16,-45-2 7-16,4 3-1 15,3-3-2-15,2-4-3 16,-5 0-6-16,-2-2-4 16,-4 0 2-16,-6-1-3 0,-7-4-23 15,-9 1-9-15,-9 1 10 16,-6-3 22-16,0 1 32 15,-2-1 42-15,-7 1-37 16,-4 5 1-16,1 8-12 16,1 9-20-16,-3 8 0 15,-1 4 0-15,5 3-4 16,5-1-1-16,5-8 1 16,0-9-2-16,5-11 0 15,17-9 4-15,4-3 1 0,6-23 2 16,1-11-4-1,-5-7-3-15,-9-3-20 16,-10-1-21-16,-9 3 5 0,-1 4 13 16,-28 6-11-1,-5 6-17-15,4 4-16 0,8 5 32 16,17 3 32-16,5 4 3 16,16 0 3-16,20 3 2 15,9 1 3-15,6 1 2 16,6-1-2-16,-6 2-1 15,-2 1 1-15,-6 2-4 16,-1-3 0-16,-8 5 25 16,-6 2 8-16,-10 0-13 15,-6 9-14-15,-7 14-4 16,-5 10 11-16,0 8 14 0,-9 14-8 16,-2 11-3-16,4 0-11 15,7-8-1-15,0-16-3 16,0-20-4-16,1-12 1 15,-1-9-1-15,0-1 0 16,0-4 4-16,0-17 19 16,0-11-18-16,-12-6-6 15,-10 4 3-15,-2 3-2 16,2 12 1-16,8 11 6 16,7 8-3-16,-2 6-5 15,1 19-2-15,1 6 1 16,7 8 0-16,0 0-1 15,6 2 0-15,16-2 0 0,13-5-10 16,9-15-12 0,16-15-1-16,4-4 13 0,0-21 5 15,-13-15 5-15,-11-8 1 16,-13-4-4-16,-13-2 5 16,-13 9 6-16,-1 10 15 15,-4 13 14-15,-11 9-21 16,4 9-14-16,1 7 0 15,-3 19-3-15,2 7 0 16,3 2 0-16,5 1-6 16,3-2 0-16,0-3 1 15,3-7 2-15,14-12-1 16,5-9-1-16,-1-3 8 16,6-11 5-16,-6-14 5 0,-2-8 0 15,-3-2-9-15,0 3 6 16,-10 9 5-16,-3 6 0 15,-3 10 4-15,0 6-2 16,0 1-12-16,0 0-2 16,0 9-6-16,0 10 6 15,0 1-1-15,0 4 1 16,7 1 0-16,14 0-1 16,16 0-2-16,9-10 2 15,2-8-4-15,-3-7-3 16,-9 0 6-16,-6-17-10 15,-10-4-17-15,-6-6-22 16,-2-1-16-16,-6 3-1 0,-5-1-5 16,1 6 42-16,-1 2 31 15,2 4 0-15,-1 2 19 16,-1 7 51-16,1 4 58 16,-2 1-55-16,0 8-73 15,0 19-5-15,-2 11 4 16,-3 10 1-16,5 6 1 15,0 3 3-15,7 6 2 16,9 0-2-16,1 0 0 16,3 1-3-16,7-3 2 15,1-3-1-15,2-5-2 16,0-5-49-16,-2-15-161 0,-6-13-190 16</inkml:trace>
  <inkml:trace contextRef="#ctx0" brushRef="#br0" timeOffset="-196524.69">9263 15062 569 0,'0'0'152'0,"0"0"-150"15,0 0 21-15,0 0 39 16,0 0-24-16,0 0-3 16,-48 39-3-16,44-43 25 0,-2-17-20 15,-4-10-31-15,-3-10-6 16,0-8-16-16,-3-7-25 16,-2-10-40-16,-1-4-88 15,4-4-30-15,8 10-169 16</inkml:trace>
  <inkml:trace contextRef="#ctx0" brushRef="#br0" timeOffset="-196290.98">9159 14537 79 0,'0'0'52'0,"0"0"60"15,-3 101-27-15,-5-57 35 0,-1-3-34 16,0-6-3 0,3-6-38-16,-2-7-15 0,1-5 5 15,0-2-5-15,1-4-9 16,1-2-2-16,4-6 3 15,-3 0-12-15,3-3-2 16,1 0-3-16,0 0-5 16,0 0 2-16,0 0 0 15,9 0 2-15,15-5 1 16,8-8-5-16,8-2-42 16,9-5-104-16,6-6-189 15</inkml:trace>
  <inkml:trace contextRef="#ctx0" brushRef="#br0" timeOffset="-195885.42">10225 14567 697 0,'0'0'155'15,"0"0"-75"-15,0 0-31 16,0 0-11-16,0 0-16 16,0 0-22-16,-12-41-10 15,9 80 9-15,-7 19 1 16,-2 12 2-16,-2 5-2 16,3-7 0-16,7-16-36 15,4-14-12-15,0-14-64 16,12-16-106-16,7-8-275 15</inkml:trace>
  <inkml:trace contextRef="#ctx0" brushRef="#br0" timeOffset="-195689.63">10473 14520 568 0,'0'0'263'15,"0"0"-144"-15,0 0-68 16,0 0-49-16,0 0-1 15,0 0-2-15,-24 71 2 16,10 0-1-16,5 7 1 16,3-1-1-16,6-8-9 15,0-17-34-15,3-15-75 16,20-18-136-16</inkml:trace>
  <inkml:trace contextRef="#ctx0" brushRef="#br0" timeOffset="-195395.75">10732 14640 655 0,'0'0'227'15,"0"0"-140"-15,0 0-79 16,0 0-7-16,-22 78-1 16,17-25 1-16,5 3-1 15,0 0 1-15,27-6-2 16,24-11-3-16,17-18-1 15,11-16-4-15,-4-5-2 16,-11-22 0-16,-13-13-1 0,-14-7-24 16,-13-8 2-16,-15-2 27 15,-9 1 0-15,-19 1-7 16,-28 6 2-16,-18 12-1 16,-13 16 9-16,0 13-2 15,16 3-203-15,22 19-315 16</inkml:trace>
  <inkml:trace contextRef="#ctx0" brushRef="#br0" timeOffset="-194277.71">12112 14720 739 0,'0'0'99'16,"0"0"-91"-16,0 0-8 16,0 0 0-16,-76 85 1 15,76-47-1-15,0-1-13 16,10-5-37-16,20-8-28 0,12-17 22 16,4-7 50-16,5-5 6 15,-6-21 2-15,-7-4 1 16,-14-8 21-16,-9 5 82 15,-15 2-37-15,0 2-18 16,-1 11-11-16,-9 7-17 16,2 8-14-16,3 3-9 15,0 11-2-15,3 16-1 16,2 6 0-16,0 6-17 16,1 1-6-16,18-4-13 15,7-5-28-15,10-14-55 16,7-14 25-16,8-6-35 15,3-29 108-15,1-14-11 16,-2-15 0-16,-8-7 35 0,-6-2 5 16,-16 3 66-16,-15 6 12 15,-8 6 35-15,-13 6 24 16,-11 9-62-16,-5 13-15 16,10 14-20-16,2 13-26 15,3 20-19-15,-1 29-1 16,0 20 1-16,7 24 0 15,8 13 0-15,0 7-1 16,35 3 1-16,11-9 0 16,8-11 0-16,0-20 0 15,-11-23 0-15,-13-24 0 16,-8-12 0-16,-6-17 2 0,-4-9-2 16,0-28 10-1,-1-18-10-15,-8-15-1 0,-3-9-12 16,-13-8 5-16,-17-1 0 15,-3 2 4-15,1 12-5 16,11 10-37-16,16 16-14 16,5 10-19-16,31 15-12 15,15 6 34-15,11 7 49 16,1 3 8-16,7 0 7 16,-2 1 3-16,-11-2 15 15,-14 3 16-15,-18 1 52 16,-12 3-29-16,-7-1-9 0,-1 2-33 15,0 0-22 1,0 17-10-16,-3 16 10 0,-11 16 1 16,-3 17 0-16,-2 13-1 15,4 2 0-15,5-9-16 16,10-19-53-16,0-19-48 16,10-17 0-16,9-17-189 15</inkml:trace>
  <inkml:trace contextRef="#ctx0" brushRef="#br0" timeOffset="-193995.86">13325 14807 613 0,'0'0'98'15,"0"0"28"-15,0 0-82 0,0 0-39 16,0 0 6 0,0 0 23-16,43-43-17 0,-18 30-14 15,-1-1-1-15,-5-6 1 16,-4 1-1-16,-6-3 0 15,-6 3-2-15,-3 0-1 16,-6 4-4-16,-18 4 1 16,-6 8 4-16,-1 3 0 15,0 12-1-15,2 18-2 16,9 10-2-16,12 8 1 16,8 1-6-16,11-4-9 15,27-8-12-15,15-11-2 16,14-14-13-16,3-12-29 15,-3 0-71-15,-10-20-213 16</inkml:trace>
  <inkml:trace contextRef="#ctx0" brushRef="#br0" timeOffset="-193696.43">13778 14563 506 0,'0'0'328'0,"0"0"-205"15,0 0-107-15,0 0-15 16,0 0-1-16,-39 128 0 15,30-62 3-15,8-9-3 16,1-13 1-16,0-18 2 16,5-10 1-16,0-9-3 15,-2-6 0-15,-3-1 3 16,2 0-2-16,5-12 6 0,3-18-8 16,3-12 0-16,1-9-14 15,-3-5 2-15,-2 1 7 16,3 9-3-16,4 8-9 15,2 13-31-15,-1 9-32 16,-1 8-41-16,-4 8 26 16,-6 0-82-16,-6 0-81 15</inkml:trace>
  <inkml:trace contextRef="#ctx0" brushRef="#br0" timeOffset="-193507.72">13281 14493 731 0,'0'0'111'0,"0"0"-70"16,0 0-26-16,129-20-13 16,-67 20-1-16,10 0-1 15,-1 0-2-15,1 2-32 16,-1-2-150-16,-2 0-360 15</inkml:trace>
  <inkml:trace contextRef="#ctx0" brushRef="#br0" timeOffset="-193169.28">15164 14483 553 0,'0'0'143'0,"0"0"-97"16,0 0-35-16,0 0 29 16,-71 104-14-1,55-44-11-15,3 6-9 0,4 4-2 16,9-9-4-16,0-13-26 16,24-21-205-16</inkml:trace>
  <inkml:trace contextRef="#ctx0" brushRef="#br0" timeOffset="-192232.64">15363 14550 862 0,'0'0'75'0,"0"0"-72"16,0 0-3-1,0 0-1-15,16 83-1 0,12-37 2 16,15-7-6-16,24-10-15 15,17-13 11-15,5-15 7 16,-7-1-23-16,-27-6-15 16,-25-13 24-16,-18-3 17 15,-12-4 3-15,0 5 9 16,-10 2 15-16,-11 8 17 16,-3 11-3-16,-3 3-28 15,-7 33-13-15,-5 17 0 16,-4 15 1-16,3 7 1 0,8 8 2 15,10 1-3-15,6-3 6 16,9-12-5-16,4-21 0 16,3-20-1-16,0-16 4 15,0-9-3-15,0-3 0 16,0 0 10-16,-3-18 45 16,2-15-39-16,-2-16-18 15,3-5-13-15,0-5-10 16,21 6-4-16,15 5-15 15,16 5-36-15,5 4-86 16,1 4 60-16,-2-2 56 16,-5 2 34-16,-3 5 14 15,-14 0 37-15,-10 6 14 0,-13 4 16 16,-10 3 25 0,-1 8-42-16,0 4-24 0,0 5 10 15,0 0-33-15,-7 22-3 16,-6 13-1-16,2 10 0 15,2 5-5-15,9 2-22 16,6-7-16-16,30-11-54 16,17-17 22-16,11-12 42 15,6-5 11-15,-9-20 5 16,-8-13 4-16,-10-10-8 16,-17-3 22-16,-13-2 15 15,-13 1 49-15,-4 4 52 16,-16 9-30-16,0 10-4 15,4 13-23-15,4 11-37 0,-4 12-22 16,-3 26-7-16,-1 15-1 16,4 7-8-16,11 0-12 15,5-14-5-15,5-15-6 16,20-19 24-16,6-12 15 16,2-4 10-16,2-21 4 15,-4-10 0-15,-4-5-2 16,-10-3-1-16,-10 3 13 15,-7 5-1-15,0 9-10 16,0 11 0-16,-4 8-1 16,1 7-12-16,0 0 0 15,2 7-7-15,-4 18-6 16,-2 15 10-16,6 3 3 0,1 6-1 16,0-7 1-1,8-8-3-15,15-9 3 0,1-10-4 16,1-9-9-16,-3-6-21 15,0 0-45-15,2-24-172 16</inkml:trace>
  <inkml:trace contextRef="#ctx0" brushRef="#br0" timeOffset="-191964.21">16709 14601 880 0,'0'0'91'16,"0"0"-80"-16,0 0-11 0,0 83 0 15,0-27-1 1,-6 1 1-16,3-7 1 0,1-14 0 16,2-15 1-16,0-12-1 15,0-4 0-15,0-5 1 16,0 0-1-16,0-5 3 16,0-20 6-16,14-14-10 15,10-13-12-15,9-8-2 16,4 2 0-16,10 4-7 15,0 11-1-15,-3 18 0 16,-8 11-17-16,-10 14-120 16,-13 0-97-16</inkml:trace>
  <inkml:trace contextRef="#ctx0" brushRef="#br0" timeOffset="-191376.47">16041 14637 427 0,'0'0'182'0,"0"0"-46"16,0 0-47-16,0 0-37 15,0 0-20-15,0 0-32 16,1-26-7-16,10 28 7 16,2 10 4-16,-2 0-4 15,-5-1 1-15,-2 0-1 16,-4 1 0-16,0 1 0 16,-4 1 0-16,-18 0 0 15,-6 0-13-15,-3-1-47 16,1-3-69-16,11-2-43 15,14-4-225-15</inkml:trace>
  <inkml:trace contextRef="#ctx0" brushRef="#br0" timeOffset="-191216.48">16105 14807 601 0,'0'0'145'15,"0"0"-43"-15,0 0-45 16,0 0-6-16,0 0-13 15,0 0-20-15,-54-31-18 16,35 45-9-16,-5 5-75 16,5-7-246-16</inkml:trace>
  <inkml:trace contextRef="#ctx0" brushRef="#br0" timeOffset="-188767.47">17735 14573 643 0,'0'0'90'0,"0"0"31"16,0 0-112-16,0 0-7 15,0 0-2-15,0 0 3 16,-9 111 4-16,26-68-2 0,0-2-4 16,3-12 0-16,4-12 1 15,6-14 5-15,2-3-5 16,6-10 3-16,-2-19 2 16,-2-3-5-16,-12-2-2 15,-7 6 1-15,-9 9 2 16,-4 12-2-16,-2 7 4 15,0 0-5-15,0 13-29 16,0 12-11-16,0 5 38 16,1-2 1-16,4-2-5 15,5-6-8-15,0-6 2 0,7-11 1 16,5-3 6 0,8-3 5-16,5-23 3 0,1-5-3 15,-1-8-2-15,-4 0-20 16,-8 2 8-16,-7 7 14 15,-7 9 19-15,-4 9 25 16,-4 6-3-16,-1 6-8 16,0 0-33-16,0 22-10 15,0 9 10-15,-1 7 2 16,-5 5-2-16,0-3-18 16,6-10-36-16,0-12-54 15,13-18-49-15,17-8-284 16</inkml:trace>
  <inkml:trace contextRef="#ctx0" brushRef="#br0" timeOffset="-188624.97">18370 14222 757 0,'0'0'35'0,"0"0"-35"15,0 0-97-15,0 0 60 16,10 119-55-16,13-63-71 15,7-2-140-15</inkml:trace>
  <inkml:trace contextRef="#ctx0" brushRef="#br0" timeOffset="-188286.55">18635 14483 623 0,'0'0'117'15,"0"0"23"-15,0 0-60 0,0 0-46 16,0 0-34-16,0 0-5 15,-42 50 5-15,37 10 0 16,2 9-2-16,3 2-15 16,0-7-20-16,3-14-6 15,17-18 5-15,8-20-19 16,4-12 40-16,3-8 11 16,1-31-26-16,-3-12 15 15,-6-12 17-15,-12 3 15 16,-12 3 28-16,-3 12-29 15,0 6 3-15,-8 16 46 16,5 10 10-16,0 10-42 0,2 3-31 16,-4 22-38-16,-2 17 26 15,0 11-6-15,0 8-22 16,3 3-29-16,4-10-64 16,7-18-110-16</inkml:trace>
  <inkml:trace contextRef="#ctx0" brushRef="#br0" timeOffset="-187685.52">19334 14310 894 0,'0'0'25'0,"0"0"1"15,0 0-25-15,0 0-2 16,-112 98 1-16,79-42-2 15,6 0 2-15,10-6 0 16,9-12 2-16,8-12 0 16,0-10-2-16,0-7-4 15,0-6 0-15,12-3 2 16,9-5 2-16,6-19-8 16,4-5-16-16,-3-5 3 15,-4 7 20-15,-4 7 1 0,-4 11 0 16,-4 9-1-1,-5 2-2-15,-2 22-4 0,-5 11 0 16,-7 8 3-16,-16 9-1 16,-2-3 5-16,0-5 0 15,7-10 0-15,6-14 1 16,3-10 2-16,2-7-2 16,2-3 1-16,1 0-1 15,4-15 4-15,0-10-5 16,0-8-18-16,14-9-33 15,10 2-2-15,12 2-14 16,4 5 25-16,4 7 41 16,-4 5 1-16,-11 5 9 15,-12 4 11-15,-11 5 8 16,-5 1 26-16,-1 4-19 16,-4 2-30-16,-13 0-5 15,-3 0-1-15,-1 6-2 0,6 10 0 16,2 3 3-16,3 5 0 15,10 5-2-15,0-1 1 16,14-2-4-16,19-3-31 16,16-4 0-16,14-10-15 15,5-9-31-15,-1-2-220 16</inkml:trace>
  <inkml:trace contextRef="#ctx0" brushRef="#br0" timeOffset="-186204.1">19858 14509 472 0,'0'0'433'16,"0"0"-367"-16,0 0-35 16,0 0-31-16,0 0-5 15,0 0 5-15,123-16 0 16,-65 23 0-16,7 2-16 15,3-4-12-15,-9-5-29 16,-17-2-12-16,-16-15-16 16,-15-2 65-16,-11 0 1 15,-6-1 9-15,-25 5-10 0,-8 3 20 16,1 3 9 0,4 8 47-16,6 1-26 0,3 10-27 15,7 14-3-15,5 8-4 16,13 4 4-16,0 2-2 15,41-6 1-15,23-6 1 16,19-9 9-16,11-9-5 16,5-6-2-16,-8-2-2 15,-12-14 0-15,-17-13 5 16,-18-2-3-16,-23-1 20 16,-16-2-9-16,-5 3-8 15,-11 2-3-15,-15 4 16 16,-3 9 1-16,-1 11 5 15,1 3-23-15,0 20-1 0,-3 17-4 16,7 9-12-16,8 2-15 16,14-4-12-16,3-10-8 15,24-12 8-15,15-12 43 16,4-9 6-16,-1-1 12 16,-9-8 12-16,-13-10 31 15,-6-3-3-15,-9 1-18 16,-4 3-4-16,-1 4-20 15,0 8-4-15,0 5 1 16,-1 0-13-16,-14 18-19 16,-8 15 17-16,-2 16 1 0,3 14 1 15,4 14 0 1,9 1-3-16,9-8 0 0,0-21-3 16,18-18 0-1,7-22 6-15,6-9 2 0,10-9 5 16,8-28-2-16,10-9-4 15,4-13-1-15,-3-8-5 16,-8-2-4-16,-9 1-6 16,-13 4-3-16,-12 6 18 15,-8 10 0-15,-8 14 27 16,-2 16-3-16,0 13-22 16,0 5-2-16,0 12-41 15,-8 17 34-15,0 7 4 16,3 7 3-16,5-4-1 15,0-7 0-15,9-8-2 0,21-9 3 16,10-8 4-16,3-7 1 16,0 0 0-16,-2-17 1 15,-8-10 0-15,-8-2-2 16,-8-4-4-16,-6 4 0 16,-7 4 3-16,0 8 6 15,-3 10 0-15,-1 5-9 16,0 2-2-16,0 0-56 15,3 17 15-15,8 6 31 16,10 2-3-16,26 0-3 16,16-3-1-16,12-5-15 15,1-11-34-15,-11-6 24 16,-10 0 25-16,-14-8 13 16,-14-10-9-16,-17-2 6 0,-10 0 9 15,-7-2 4 1,-17 1-3-16,0 1 4 0,2 6 76 15,7 8 34-15,0 6-72 16,0 1-43-16,-2 18 0 16,4 8-1-16,6-2 0 15,7 1-2-15,3-5 0 16,20-4 3-16,10-4 9 16,3-6 3-16,-2-7-1 15,-2 0 3-15,-7-3-4 16,-6-11-5-16,-5-3-5 15,-2-1 0-15,-8 6 0 0,-2 3 0 16,-1 7 1-16,-1 2-1 16,0 0-20-16,-3 17-58 15,-10 4 50-15,5 0-3 16,6-5-14-16,2-3 13 16,22-6 31-16,13-7 1 15,7 0 16-15,0-17-6 16,-2-13-2-16,-4-6-8 15,-3-7-8-15,-6-6-30 16,-9-2-35-16,-8-5 4 16,-5-3 69-16,-5-3 9 15,0 5 150-15,0 12 15 16,0 19-95-16,0 17-48 0,0 9-31 16,-2 22-46-1,-7 21 40-15,0 15 5 0,0 10 1 16,9 9 0-16,0-1 0 15,18-2 1-15,7-5 1 16,1-7-2-16,-5-10-11 16,0-7-74-16,4-19-132 15</inkml:trace>
  <inkml:trace contextRef="#ctx0" brushRef="#br0" timeOffset="-186030.3">22734 14658 901 0,'0'0'46'16,"0"0"10"-16,0 0-41 15,0 0-15-15,0 0-37 16,0 0 15-16,-3 9-29 16,-35 17-53-16,-12-1-85 15,-10-11-248-15</inkml:trace>
  <inkml:trace contextRef="#ctx0" brushRef="#br0" timeOffset="-185392.67">19175 14420 134 0,'0'0'16'15,"0"0"-16"-15,0 0-2 16,0 0-73-16</inkml:trace>
  <inkml:trace contextRef="#ctx0" brushRef="#br0" timeOffset="-184823.77">19270 14219 266 0,'0'0'151'15,"0"0"-24"-15,0 0-51 16,52-77-26-16,-40 60 6 16,-2-1-21-16,0 2 8 15,-4 4-5-15,-2 2-7 16,-2 7 3-16,-2 3-16 16,0 3-18-16,0 24-15 0,-12 16 12 15,-16 13 2-15,-9 12 1 16,-7 6 2-16,-3 3-1 15,3-6 1-15,11-13-1 16,13-14-2-16,10-16 0 16,9-17 1-16,1-9 0 15,0-2 2-15,10-10 14 16,18-17-16-16,9-10-1 16,5-5-15-16,0-2 11 15,-6 1-3-15,-3 6 6 16,-7 4-4-16,-3 8 6 15,-4 9 0-15,-2 9 4 0,-5 7-2 16,-3 0-2-16,-1 21-3 16,0 9 1-16,-5 5 2 15,-3 6-2-15,0 0 2 16,0-4-1-16,-8-3 1 16,-9-4-2-16,-5-7-2 15,-3-4 2-15,-3-3 2 16,1-5 0-16,2-2 3 15,3-6-2-15,3-3 3 16,2 0-3-16,5 0-1 16,2 0-35-16,6 2-90 15,4 4-174-15,11 0-32 16</inkml:trace>
  <inkml:trace contextRef="#ctx0" brushRef="#br0" timeOffset="-184440.36">19518 14593 675 0,'0'0'106'16,"0"0"-66"-16,0 0-31 0,0 0-5 15,0 0 6-15,0 0 0 16,22-14-7-16,3 2 1 16,1-7-4-16,-4-3 1 15,-8-4 1-15,-11 1 0 16,-3 1 2-16,-8 3-4 16,-17 5 3-16,1 7-3 15,0 9-1-15,4 0-2 16,1 17-3-16,4 15 3 15,0 9 3-15,5 14-1 16,4 4 1-16,6 0-6 16,0-8-27-16,12-9-1 15,13-10 5-15,3-16-21 16,4-11-113-16</inkml:trace>
  <inkml:trace contextRef="#ctx0" brushRef="#br0" timeOffset="-184230.03">19555 14826 502 0,'0'0'108'0,"0"0"-53"0,0 0-41 15,0 0-14-15,0 0-14 16,0 0-274-16</inkml:trace>
  <inkml:trace contextRef="#ctx0" brushRef="#br0" timeOffset="-144445.9">15975 10707 573 0,'0'0'68'16,"0"0"48"-16,0 0-56 15,0 0-14-15,0 0-18 16,0 0-1-16,0 0-6 15,0 0 0-15,0-31-13 16,0 31-8-16,0 3-7 0,0 19-4 16,0 12 9-1,-6 14 2-15,-10 12-2 0,-5 8 3 16,-3 6-1-16,-1 0 5 16,4-4-3-16,5-6 2 15,8-14-3-15,5-10-1 16,3-15 0-16,0-11-1 15,0-6 1-15,0-8 0 16,0 0-4-16,0 0 3 16,4-5-13-16,7-13-73 15,-4-6-95-15,-7-7-86 16</inkml:trace>
  <inkml:trace contextRef="#ctx0" brushRef="#br0" timeOffset="-144225.86">16165 10621 641 0,'0'0'90'0,"0"0"-13"16,0 0-42-16,0 0-9 15,74-79 3-15,-51 69-12 16,2 4-14-16,2 6-3 15,3 0-18-15,0 0-53 16,-7 5-126-16,-9-1-152 16</inkml:trace>
  <inkml:trace contextRef="#ctx0" brushRef="#br0" timeOffset="-144044.82">16015 10865 308 0,'0'0'47'0,"0"0"81"16,0 0 2-16,0 0-76 16,0 0 39-16,121 46-56 15,-70-39-23-15,4-5-14 16,2 0-25-16,3-2-134 16,-5-8-362-16</inkml:trace>
  <inkml:trace contextRef="#ctx0" brushRef="#br0" timeOffset="-143562.81">16693 10651 216 0,'0'0'628'15,"0"0"-574"-15,0 0-54 16,0 0-7-16,5 101 4 15,-16-37 3-15,-12 8 2 16,-1 1 5-16,-1-1-4 0,7-8-2 16,8-10-1-16,7-13-9 15,3-16-31-15,3-13 22 16,22-12 18-16,12 0 2 16,14-25-2-16,8-11-9 15,7-7-2-15,-2-6 11 16,-9-5 2-16,-10-1 4 15,-13 2 3-15,-16 4 2 16,-10 8 7-16,-6 10 6 16,-3 5-14-16,-15 6-6 15,0 8 2-15,-1 5-6 16,0 7-3-16,0 0 0 16,2 4 2-16,2 13 0 15,3 7-1-15,7-1 2 16,5 3-4-16,0 1 2 0,19-5 1 15,10-2 1 1,8-3-1-16,8-6-12 0,12-2-9 16,11-6-74-16,2-3-52 15,-1-3-222-15</inkml:trace>
  <inkml:trace contextRef="#ctx0" brushRef="#br0" timeOffset="-143365.78">17422 10918 714 0,'0'0'95'0,"0"0"-79"0,0 0-16 16,0 0 17-16,81 0-6 15,-41 0-7-15,6 0-2 16,9 0-2-16,0 0-51 15,-7 0-108-15,-15 0-226 16</inkml:trace>
  <inkml:trace contextRef="#ctx0" brushRef="#br0" timeOffset="-143177.26">17413 11114 406 0,'0'0'67'0,"0"0"84"0,0 0-91 15,0 0 53-15,0 0-53 16,0 0-20-16,70 37-20 16,-25-37-16-16,6-3-4 15,4-8-2-15,-3-4-55 16,-12-6-155-16,-14-4-312 16</inkml:trace>
  <inkml:trace contextRef="#ctx0" brushRef="#br0" timeOffset="-141931.64">18213 10768 727 0,'0'0'91'16,"0"0"-91"-16,0 0 2 15,0 0-1-15,0 114 22 16,0-56-3-16,-12 8 0 15,-9 4-6-15,1-6-6 16,-1-7-2-16,3-15 2 16,8-16-3-16,3-15-3 15,4-10-2-15,3-1 22 16,0-15 27-16,0-18-26 16,0-16-23-16,0-13-26 15,7-8 4-15,-2-1 0 16,-2 0 1-16,2 4 12 0,12 4-3 15,11 11-1 1,7 10-1-16,5 12 14 0,-3 12 1 16,-3 10 5-16,-1 8-5 15,-6 9-1-15,0 16-1 16,-6 4 1-16,-8 3 0 16,-10-2 0-16,-3-2-1 15,-6-2-3-15,-19-4 4 16,-8-2 5-16,-1-3-4 15,-8-1-1-15,-3-5 0 16,-2-1-1-16,2-3-5 16,10-1 5-16,16 0 1 0,18 5-20 15,4 2-157-15,28 1-13 16</inkml:trace>
  <inkml:trace contextRef="#ctx0" brushRef="#br0" timeOffset="-141465.66">18753 10743 773 0,'0'0'30'0,"0"0"-30"0,0 0-8 16,0 73 6-1,0-24 2-15,-3 9 8 0,-4 3 1 16,1-1 0-16,3-4-4 16,3-10-4-16,0-10 4 15,2-14-2-15,12-11-2 16,6-11 1-16,7 0 2 16,7-18 0-16,5-16-1 15,-1-7 2-15,-4-5-4 16,-7 2 2-16,-8 4 9 15,-8 5 13-15,-5 8 2 16,-4 11-7-16,-2 7-11 16,0 7-2-16,0 2-7 15,0 0-2-15,0 0 0 0,0 0-4 16,0 6 5-16,0 5-2 16,0 0-1-16,0-2-2 15,15-1 6-15,8-4 0 16,13-4 4-16,3 0-3 15,6 0-1-15,5-13-17 16,4-4-32-16,-1-8-133 16,-2-4-257-16</inkml:trace>
  <inkml:trace contextRef="#ctx0" brushRef="#br0" timeOffset="-141149.8">19785 10366 719 0,'0'0'45'15,"0"0"34"-15,0 0-58 16,0 0-21-16,-94-3 0 15,52 48 4-15,-7 21 21 16,-2 18 8-16,8 15-21 16,8 8 0-16,15 0-9 0,18-9 2 15,8-11-5 1,43-14 1-16,26-10 1 0,23-15-2 16,16-11-25-16,8-20-68 15,4-17-397-15</inkml:trace>
  <inkml:trace contextRef="#ctx0" brushRef="#br0" timeOffset="-140734.68">20135 10634 731 0,'0'0'140'16,"0"0"-134"-16,0 0-6 16,0 0 0-16,-6 103 1 15,-4-58 9-15,0 2-5 16,0 1-1-16,0 0-4 15,4-6-6-15,6-11-130 16,0-15-224-16</inkml:trace>
  <inkml:trace contextRef="#ctx0" brushRef="#br0" timeOffset="-140506.67">20587 10632 896 0,'0'0'35'0,"0"0"-2"16,0 0-33-16,0 0-3 15,0 0 3-15,-43 82 0 16,39-40 1-16,4 1 1 16,0 0 2-16,13-5-4 15,5-4-14-15,7-4-42 16,0-12-49-16,-5-13-175 15</inkml:trace>
  <inkml:trace contextRef="#ctx0" brushRef="#br0" timeOffset="-140314.87">20357 10824 866 0,'0'0'53'0,"0"0"-33"16,0 0-14-16,106-8 3 15,-50 8-3-15,13 0-6 16,9 0 3-16,7 0-3 16,8 0-12-16,4-2-53 15,1-7-168-15,-10-13-257 16</inkml:trace>
  <inkml:trace contextRef="#ctx0" brushRef="#br0" timeOffset="-139950.03">21303 10352 864 0,'0'0'19'0,"0"0"17"16,81 1-26-16,-49 35-6 16,6 12 19-16,5 10-9 15,-4 6 9-15,-6-6-12 16,-11-6-6-16,-7-13 4 15,-9-10-3-15,-3-9-3 16,-3-8 1-16,0-6-3 0,0-3 0 16,0-3 4-16,-11-2 1 15,-8-18-5-15,-2-15-1 16,1-7-15-16,9-5 9 16,11-3 4-16,13 7 0 15,29 1-3-15,10 12-6 16,3 7 1-16,1 11 1 15,-1 8 1-15,-6 4-8 16,-3 0 6-16,-11 16-32 16,-13 10-49-16,-19 4-126 15,-6-2-315-15</inkml:trace>
  <inkml:trace contextRef="#ctx0" brushRef="#br0" timeOffset="-139728.29">21127 10999 630 0,'0'0'167'16,"0"0"-156"-16,113 4 17 16,-59-4 20-16,6 0-13 15,4 0-12-15,5-2-8 16,-1-2-10-16,-8-1-5 15,-8 5-5-15,-9-3-60 16,-18 3-41-16,-13-7-133 16</inkml:trace>
  <inkml:trace contextRef="#ctx0" brushRef="#br0" timeOffset="-139546.95">21501 11083 785 0,'0'0'1'15,"0"0"22"-15,-43 110 7 16,29-64-15-16,6 4-5 16,-1-2-10-16,8 0 6 15,1-6-6-15,1-6-18 16,20-12-88-16,4-14-36 16,3-10-289-16</inkml:trace>
  <inkml:trace contextRef="#ctx0" brushRef="#br0" timeOffset="-139150.95">21673 11238 669 0,'0'0'181'16,"0"0"-107"-16,0 0-74 15,0 0 0-15,0 0 0 16,0 0 2-16,0 89-1 16,6-55-1-16,3-2-1 15,9-8-25-15,7-10 5 16,12-14-6-16,5 0 8 15,-1-26 16-15,-7-4-7 16,-7-1 10-16,-8 5 0 0,-5 6 15 16,-6 11-8-16,-5 5 35 15,-1 2-11-15,-2 2-29 16,1 0-2-16,2 3-4 16,0 7 3-16,2 2-1 15,-1 1 2-15,4-4 0 16,1-4 1-16,4-5-1 15,5 0 4-15,4-16 0 16,-1-9 1-16,-3-6 9 16,-10-6-3-16,-8-4 10 15,-9-1-12-15,-30-1-9 16,-15 3-1-16,-4 12 1 16,9 10-3-16,22 15-34 15,26 3-77-15,9 0-336 16</inkml:trace>
  <inkml:trace contextRef="#ctx0" brushRef="#br0" timeOffset="-138818.91">22364 10360 716 0,'0'0'34'0,"146"-5"28"16,-69 39-18-16,-1 16-11 16,-10 19-6-16,-16 16-4 15,-21 9-13-15,-26 13-3 16,-6 9 14-16,-40 3-15 15,-14-4 0-15,-16-4-2 16,-3-14-4-16,1-16-19 16,4-21-45-16,3-23-92 15,9-27-215-15</inkml:trace>
  <inkml:trace contextRef="#ctx0" brushRef="#br0" timeOffset="-138385.57">23164 10380 921 0,'0'0'12'0,"0"0"5"15,0 0-16-15,0 0 4 16,0 0 2-16,0 0 1 16,71-44 1-16,-55 38-8 0,3 0-1 15,5-7 2-15,2-7-2 16,-2-10-16-16,0-7-32 16,-7-6 0-16,-10-3 25 15,-7 7 23-15,0 10 4 16,0 9 13-16,-2 13 15 15,-3 7-9-15,1 0-22 16,-6 5-1-16,0 17-4 16,-5 12 2-16,-4 16 0 15,3 17 1-15,5 9 1 16,11 2 0-16,0-8-4 16,11-9-2-16,9-11-16 0,0-10-29 15,-5-16-86 1,-2-22-178-16</inkml:trace>
  <inkml:trace contextRef="#ctx0" brushRef="#br0" timeOffset="-138213">23274 10195 848 0,'0'0'23'0,"0"0"-23"15,125-7-1-15,-65 7-1 0,2 13-1 16,1 5-37 0,-2-1-84-16,-9-5-231 0</inkml:trace>
  <inkml:trace contextRef="#ctx0" brushRef="#br0" timeOffset="-137353.74">21660 11219 519 0,'0'0'78'16,"0"0"-57"-16,0 0-17 15,0 0 9-15,0 0 31 16,91-21 17-16,-42 5-18 16,6-2-26-16,9-3-14 15,-1-1-3-15,-4 1-26 16,-9 2-15-16,-13 5 41 0,-13 4 17 15,-13 1 5-15,-7 5 3 16,-4 2-4-16,-5 2-16 16,-16 0-5-16,-3 5-4 15,-1 12 4-15,4 7 0 16,2 6 0-16,1 6 0 16,3 6 0-16,2-2 0 15,8-4 3-15,5-7-2 16,0-6-1-16,15-9 2 15,13-8-2-15,10-6 2 16,6-14 1-16,4-15-2 16,-5-4 2-16,-6-6 2 0,-14 0 9 15,-12 0-1 1,-11-2-5-16,-1 5 1 0,-19 4-4 16,2 8-5-16,6 12 19 15,6 9 22-15,1 3-41 16,1 11-8-16,-5 19-41 15,3 13 20-15,3 2-130 16,3-5-354-16</inkml:trace>
  <inkml:trace contextRef="#ctx0" brushRef="#br0" timeOffset="-136914.81">21457 10767 574 0,'0'0'149'15,"0"0"-58"-15,0 0-77 16,0 0-11-16,0 0-3 15,102 1 21-15,-34 5 0 16,8-2-5-16,6-3 4 16,4-1-11-16,1 0 0 15,-4 0-7-15,-10-5-2 16,-8-2-3-16,-10 1-34 16,-10-1-102-16,-10-6-195 0</inkml:trace>
  <inkml:trace contextRef="#ctx0" brushRef="#br0" timeOffset="-136735.78">22309 10813 166 0,'0'0'684'0,"0"0"-607"15,0 0-38-15,0 0-22 16,0 0-17-16,0 0 0 15,1 23-87-15,-1-9-116 16,0-8-358-16</inkml:trace>
  <inkml:trace contextRef="#ctx0" brushRef="#br0" timeOffset="-135754.75">17765 12154 715 0,'0'0'60'0,"0"0"57"0,0 0-117 16,0 0-9-16,0 0 9 15,-10 117 0-15,-7-44 30 16,-5 13-16-16,-2 2-3 16,-4 1-3-16,-1-11-4 15,2-14-1-15,3-19 1 16,8-15-2-16,7-17 0 15,6-13 0-15,3 0 2 16,0-33 12-16,9-18-16 16,15-22-1-16,6-17-7 0,3-11-2 15,1 1 7 1,2 7 3-16,0 11-3 0,4 18 2 16,-1 16-18-16,-2 18-7 15,-3 17 24-15,-2 13 1 16,-7 0-3-16,-4 28-5 15,-12 14-19-15,-9 8 24 16,0 1-12-16,-18-8-14 16,-6-6 1-16,-6-14 28 15,-4-5 1-15,-8-3 0 16,-3-1 0-16,-2-6-9 16,8-4-16-16,7-4 15 15,7 0 10-15,10 0-2 16,8 0 1-16,7 0-76 15,12 0-268-15</inkml:trace>
  <inkml:trace contextRef="#ctx0" brushRef="#br0" timeOffset="-135288.49">18259 12209 910 0,'0'0'81'0,"0"0"-77"16,0 0-4-1,0 0 0-15,-3 82 0 0,3-34 1 16,0 5 0 0,0 3 0-16,0 2 2 0,0-2-2 15,10-8-1-15,9-9-19 16,5-15-12-16,5-14-10 15,2-10 11-15,2-6-13 16,-2-22-61-16,-8-9 36 16,-4-9 47-16,-8-8 17 15,-4 0 4-15,-7 1 32 16,0 7 7-16,0 9 32 16,-12 8-4-16,1 7-12 15,1 6-30-15,2 8-3 16,6 4-13-16,2 4-3 0,0 0-6 15,0 0-15 1,0 9-7-16,11 6 20 0,10 3 2 16,6-1 0-16,6 0 0 15,7-1-2-15,1-7-33 16,2-3-11-16,-1-6-62 16,-8 0-26-16,-3-14-313 15</inkml:trace>
  <inkml:trace contextRef="#ctx0" brushRef="#br0" timeOffset="-135094.25">18734 12322 307 0,'0'0'513'15,"0"0"-405"-15,0 0-98 16,0 0-10-16,0 0 2 15,94-3-2-15,-62 3-16 16,1 0-51-16,-4-7-103 16,0-2-158-16</inkml:trace>
  <inkml:trace contextRef="#ctx0" brushRef="#br0" timeOffset="-134921.88">18613 12468 467 0,'0'0'190'0,"0"0"-163"0,0 0 49 16,0 0-14-16,0 0-28 15,0 0-10-15,123 50-15 16,-74-50-9-16,7 0-112 16,5-18-228-16</inkml:trace>
  <inkml:trace contextRef="#ctx0" brushRef="#br0" timeOffset="-134282.79">19947 11933 641 0,'0'0'127'15,"0"0"-35"-15,0 0-27 16,0 0-60-16,0 0-5 15,0 0 0-15,-39 85 2 16,23-20 3-16,-3 12-1 16,-1 6 0-16,4-1-3 15,1-5-1-15,6-9-4 16,3-17-31-16,6-15-18 16,0-14-53-16,0-20-33 15,0-2-131-15</inkml:trace>
  <inkml:trace contextRef="#ctx0" brushRef="#br0" timeOffset="-134094.72">19998 11940 615 0,'0'0'36'15,"0"0"67"-15,0 0-82 16,81-14-18-16,-35 14 20 15,4 0-13-15,3 0-10 16,-4 0-28-16,-4 2-67 16,-17-2-110-16</inkml:trace>
  <inkml:trace contextRef="#ctx0" brushRef="#br0" timeOffset="-133914.83">19958 12172 645 0,'0'0'36'16,"0"0"8"-16,0 0 36 15,91 26-37-15,-39-23-21 16,7 0-22-16,7-3-5 16,1 0-120-16,-6-13-56 15</inkml:trace>
  <inkml:trace contextRef="#ctx0" brushRef="#br0" timeOffset="-133457.31">20645 11877 784 0,'0'0'117'0,"0"0"-77"16,0 0-40-16,0 0-2 16,-16 92 2-16,-3-33 11 0,-4 9-3 15,4 4-5 1,5-2 2-16,5-8-5 0,9-11 0 16,2-14-10-16,28-17-20 15,16-17 11-15,15-5 0 16,8-31-51-16,5-13-90 15,-5-13-19-15,-13-6-20 16,-17-3 196-16,-18 2 3 16,-21 4 49-16,-3 4 106 15,-31 10 8-15,-6 8-38 16,5 14-59-16,10 10-20 16,14 13 2-16,7 3-31 15,2 12-17-15,1 20-6 16,1 11 5-16,0 7 1 15,18-1 0-15,16-3 0 0,18-9-18 16,19-8-4-16,18-8-7 16,8-11-49-16,4-10-154 15</inkml:trace>
  <inkml:trace contextRef="#ctx0" brushRef="#br0" timeOffset="-132707.95">19319 12850 638 0,'0'0'50'0,"0"0"-31"15,87 0-2-15,-5 0 53 16,34 0-28-16,32 0-5 16,35-6-13-16,31-8 1 15,35 0-16-15,31-6 7 16,24-1-14-16,19 1-2 16,7 4 0-16,-4 3-6 15,-22 3-9-15,-32 1 7 0,-53-1-2 16,-56 1 3-16,-53 1 0 15,-49-1 4-15,-34 6 2 16,-27 1 0-16,-30 0-73 16,-37 0-170-16</inkml:trace>
  <inkml:trace contextRef="#ctx0" brushRef="#br0" timeOffset="-131906.95">19940 13029 662 0,'0'0'139'0,"0"0"-79"0,0 0-52 16,0 0-8-1,0 0-8-15,0 0 8 0,-15 81 7 16,6-29-1-16,-3 8 0 16,1 3-2-16,0-1 2 15,0-5-6-15,4-9-1 16,1-9-66-16,6-15-78 16,0-14-108-16</inkml:trace>
  <inkml:trace contextRef="#ctx0" brushRef="#br0" timeOffset="-131696.1">20243 13039 821 0,'0'0'86'0,"0"0"-24"15,0 0-62-15,0 0-2 16,0 0-2-16,0 0 4 15,-23 67 0-15,17-25 1 16,0 6-1-16,-1 0-2 16,-1 2-29-16,0-5-70 15,0-14-108-15,0-14-231 16</inkml:trace>
  <inkml:trace contextRef="#ctx0" brushRef="#br0" timeOffset="-131515.94">20007 13287 811 0,'0'0'64'0,"0"0"-9"15,0 0-47-15,0 0-1 16,110-30 4-16,-59 27-11 16,7 3 0-16,3 0-4 15,5 0-65-15,-2-7-75 16,-6-8-245-16</inkml:trace>
  <inkml:trace contextRef="#ctx0" brushRef="#br0" timeOffset="-131156.11">20751 12918 819 0,'0'0'82'0,"0"0"-67"16,0 0-14-16,49 74-1 16,-32-25 5-16,1 6 2 15,-2 3 2-15,3-4 0 16,-1-7-5-16,-6-11-1 16,-4-11 0-16,-7-11-3 15,-1-6-1-15,0-8-8 16,-3 0 2-16,-9-2 5 0,-4-18-39 15,0-8 21-15,4-6 18 16,1-5 2-16,4-4 22 16,7 4 2-16,4 5-3 15,22 7-18-15,12 10-3 16,7 8-30-16,10 6-19 16,4 3-32-16,-1 0-73 15,-3 0-90-15</inkml:trace>
  <inkml:trace contextRef="#ctx0" brushRef="#br0" timeOffset="-130937.94">21367 12888 596 0,'0'0'201'0,"0"0"-62"0,0 0-68 16,0 0-23-16,0 0-41 15,0 0-7-15,0 0-7 16,-51 84 6-16,28-2 1 15,-7 10 1-15,0 8 2 16,-1-3-3-16,4-12-1 16,5-15-32-16,11-19-11 15,11-17-47-15,0-20-52 16,9-14-160-16</inkml:trace>
  <inkml:trace contextRef="#ctx0" brushRef="#br0" timeOffset="-130757">21454 13230 855 0,'0'0'88'0,"0"0"-35"15,0 0-53-15,0 0 0 16,0 0 0-16,0 0 0 16,-60 119 1-16,45-67-1 15,2-1-11-15,4-7-40 16,6-11-72-16,3-14-162 15</inkml:trace>
  <inkml:trace contextRef="#ctx0" brushRef="#br0" timeOffset="-130310.45">21667 13311 899 0,'0'0'65'0,"0"0"-35"16,0 0-28-16,0 0-2 15,0 0 1-15,-67 105-1 16,61-76 0-16,6-7 0 16,0-10-15-16,18-7 2 15,12-5 8-15,7-11-7 16,3-20-12-16,1-9 5 16,-6 0 9-16,-5 2 10 15,-9 8 1-15,-6 10 19 16,-10 9 14-16,-1 8-7 15,-3 3-19-15,-1 0-8 0,0 14-8 16,0 9 5-16,0 9 3 16,0 5 0-16,0 2 0 15,0-4 0-15,11-8 0 16,11-10-3-16,5-13 3 16,7-4 3-16,5-11 1 15,1-16-2-15,-4-7 0 16,-6-7-1-16,-9 2 3 15,-15 0 2-15,-6-1 4 16,-15 4-5-16,-27 8-5 16,-19 11-3-16,-9 13-34 0,3 4-51 15,14 21-92-15,19-1-92 16</inkml:trace>
  <inkml:trace contextRef="#ctx0" brushRef="#br0" timeOffset="-130043.09">22398 12918 848 0,'0'0'16'0,"0"0"6"15,0 0-22-15,16 111-3 0,-16-30 3 16,-4 14 3-16,-16 5 1 15,-3 0 3-15,0-2 4 16,1-5-1-16,-4-10-3 16,-3-8-3-16,-7-12-4 15,-8-17-29-15,-3-14-85 16,-11-19-59-16,-18-13-421 16</inkml:trace>
  <inkml:trace contextRef="#ctx0" brushRef="#br0" timeOffset="-129529.12">19858 12800 17 0,'0'0'686'0,"0"0"-608"16,-123 47-29-16,74-3-6 15,6 15-10-15,3 14-12 16,10 14-9-16,10 11-9 16,15 6 3-16,5 3-3 15,31-1 0-15,21-16-1 0,21-14-2 16,21-19-19-16,18-23-44 16,19-18-131-16,6-16-348 15</inkml:trace>
  <inkml:trace contextRef="#ctx0" brushRef="#br0" timeOffset="-128462.21">22732 13254 820 0,'0'0'87'0,"0"0"-78"16,0 0-9-16,0 0 0 15,0 0 2-15,0 0-1 16,87 0 1-16,-66-10-1 16,5-5 5-16,-2-9 12 15,5-10-11-15,-1-9 2 16,-3-10-2-16,-3-8 2 0,-9-2-1 15,-10 1 0-15,-3 8 0 16,0 8-7-16,-8 12 2 16,-4 14-1-16,4 9-2 15,1 11 0-15,0 5-5 16,-2 24-13-16,-3 18 16 16,1 20 2-16,4 12-1 15,4 4 1-15,3-5-1 16,7-14 0-16,20-15-13 15,7-16-4-15,7-13 2 16,2-11-8-16,0-9-50 16,3-14-164-16</inkml:trace>
  <inkml:trace contextRef="#ctx0" brushRef="#br0" timeOffset="-128283.94">22893 12954 554 0,'0'0'94'0,"0"0"-89"16,0 0 24-16,0 0 36 15,111 77-7-15,-50-62-49 16,12-6-3-16,3-2-6 16,1-4-7-16,-3-3-110 0,-6-7-227 15</inkml:trace>
  <inkml:trace contextRef="#ctx0" brushRef="#br0" timeOffset="-119903.78">17625 12247 134 0,'0'0'52'16,"0"0"1"-16,0 0-5 0,0 0 7 15,0 0-7-15,0 0-21 16,0 0-18-16,0-4 4 16,0 4-13-16,0 0 13 15,0 0 1-15,-6 0-1 16,3 0-7-16,-2 0-4 15,-3 0 4-15,3 0-1 16,0 0-2-16,-1 0-1 16,3 0-2-16,0 0 2 15,1 0 4-15,1 0 35 16,-1 0 21-16,2-2-12 16,0 2-15-16,0-1-15 0,0-1 5 15,0 1 3 1,0-1-4-16,0-3-15 0,10 3-6 15,10-2-6-15,8 1 6 16,3 0-5-16,6-2 5 16,1-2-3-16,-1-1 0 15,-1 1-4-15,-3 1-18 16,-9 1-34-16,-10 4-21 16,-14 1-7-16,-22 0-212 15</inkml:trace>
  <inkml:trace contextRef="#ctx0" brushRef="#br0" timeOffset="-115807.88">6942 16064 328 0,'0'0'105'0,"0"0"-43"16,0 0 10-16,0 0-32 16,-22-74 30-16,17 57-26 15,4-1 10-15,-1-3-13 16,2-2-5-16,0-1-7 15,0 0 2-15,0 1-11 16,0 3-4-16,0 2-6 16,0 0 9-16,0 6-11 15,0-2 0-15,2 5 4 16,1 1-8-16,1 3 6 16,-1 4-10-16,3 1 0 15,-3 14-10-15,-1 23 8 0,-2 17 0 16,0 14 2-16,-8 5 1 15,-7 2-1-15,2-7-1 16,-2-8-8-16,7-15-14 16,7-18-15-16,1-19-40 15,2-8-25-15,20-24-22 16,0-21-323-16</inkml:trace>
  <inkml:trace contextRef="#ctx0" brushRef="#br0" timeOffset="-115340.06">6972 15513 717 0,'0'0'62'16,"0"0"-8"-16,100-23-35 16,-48 28-6-16,6 22 5 15,5 13-4-15,1 11-6 16,-1 12-5-16,-8 6 0 15,-9 6-2-15,-13-4 0 16,-15-6 2-16,-18-9-3 16,0-10-1-16,-24-9-5 15,-17-9 5-15,-9-6 0 16,-10-7 1-16,-8-7 0 16,-7-4 0-16,-3-4 2 15,7 0-1-15,10-2 0 16,16-8 0-16,21 0 2 0,14 1 1 15,10 1-1-15,30-2-3 16,25-2-10-16,21-5 9 16,18-1 1-16,3-2 0 15,1 2 2-15,-10 5-2 16,-19 3 6-16,-14 7 12 16,-19 3-5-16,-15 0-11 15,-11 20-1-15,-10 10-2 16,0 7 2-16,-10 5-3 15,-10 2 2-15,4-7-31 16,3-5-19-16,4-13-37 16,1-13-64-16,8-6-180 15</inkml:trace>
  <inkml:trace contextRef="#ctx0" brushRef="#br0" timeOffset="-115181.84">7692 15643 852 0,'0'0'68'16,"0"0"-62"-16,0 0-6 15,0 0-17-15,8 95-30 16,-1-34-81-16,4-3-104 0</inkml:trace>
  <inkml:trace contextRef="#ctx0" brushRef="#br0" timeOffset="-114742.8">7834 16277 727 0,'0'0'91'0,"0"0"-12"16,0 0-52-16,0 0-18 15,0 0 22-15,0 0-10 16,-13-30-14-16,19 10-3 15,7-5-2-15,2-6 2 16,1-7-8-16,-1-1 2 16,0-9-4-16,-5-3-16 0,-2 1 0 15,-1 1-4-15,-4 10 23 16,-1 10 3-16,-2 14 0 16,0 12 8-16,1 3 2 15,2 9-10-15,2 22-5 16,1 16 2-16,-1 12 2 15,-1 8 1-15,-3 1 0 16,2-5 1-16,0-6-1 16,6-12 1-16,1-13-1 15,3-8 1-15,-9-9 2 16,-4-7-2-16,0-7 1 16,-9-1 1-16,-13 0-6 15,-14-4-6-15,-7-9-82 16,-2-1-64-16,6-3-58 0,12-2-151 15</inkml:trace>
  <inkml:trace contextRef="#ctx0" brushRef="#br0" timeOffset="-113426.47">8350 15863 556 0,'0'0'51'0,"0"-77"76"15,-7 52-45-15,-7 5-24 16,-5 11-7-16,4 6-15 16,-7 3-23-16,1 6-13 0,1 22 0 15,-1 16 1-15,5 11 1 16,7 10-2-16,5 3 5 16,4 1-5-16,0-2 0 15,13-8 0-15,11-16 0 16,9-17-13-16,11-19-5 15,16-7 10-15,9-23 6 16,1-14-15-16,-1-4-8 16,-19-3 3-16,-20 8 22 15,-17 2 1-15,-13 6 28 16,-1 3 9-16,-21 5-3 16,4 8-14-16,3 4-4 15,3 8-15-15,7 3-2 0,2 22-4 16,2 6 4-16,1 6 0 15,0 5 1-15,0-1-1 16,6-3 0-16,10-4 1 16,5-8-1-16,3-9-1 15,6-13 1-15,1-4 4 16,5-9 1-16,-5-16-3 16,-1-6 2-16,-15-3-3 15,-9 0 0-15,-6 2-1 16,-17-1-2-16,-23 4 0 15,-8 0-3-15,1 8-5 16,14 5 9-16,15 9 1 16,12 5 0-16,6 2-2 0,9 0-17 15,22 0 12 1,11 1 7-16,9 3 0 0,0-1 3 16,-1-3-3-16,-8 0 0 15,-6 0 0-15,-11 0 0 16,-7 0 0-16,-9 0 0 15,-5 4 0-15,1 5 0 16,-2 5 0-16,-2 3 0 16,4 4 0-16,-2 1 0 15,0 2 0-15,6-3 0 16,1-3-4-16,4-7 2 16,4-10-4-16,7-1 6 15,-1-11 0-15,1-12 1 16,-4-5 0-16,-6 2 11 0,-3 2 7 15,-6 10-5-15,-2 4-5 16,-2 5-8-16,4 5-1 16,1 0-3-16,5 3-2 15,9 11 5-15,10 3 0 16,13 3 0-16,8-1 0 16,1-7 0-16,-12-5 1 15,-8-7-1-15,-11-2 2 16,-8-15-1-16,-3-2 3 15,-3-1-4-15,-5 5 1 16,-3 3-2-16,3 5 1 16,-3 5 0-16,1 2 0 15,1 0-3-15,1 0-1 0,2 0-3 16,3 8 7-16,0 3 0 16,4-2-1-16,1-1 1 15,-2-2 0-15,0-4 1 16,1-2 0-16,2 0 2 15,2 0-3-15,-5-6 0 16,0-1 0-16,-5 7 0 16,1 0-4-16,2 0-20 15,5 7 9-15,9 6 2 16,4 1-14-16,10 1 12 16,2-3-12-16,1-4 14 15,0-5 10-15,-3-3 3 0,-4-9 3 16,-4-18 5-16,-3-9 1 15,1-7 0-15,-7-10-4 16,-4-10-1-16,-10-3 4 16,-6 1 17-16,0 9 4 15,-9 13-3-15,-3 13 0 16,5 13-6-16,4 10-8 16,1 7-12-16,-1 10-16 15,-1 20 6-15,-1 17 9 16,1 12 1-16,1 8-1 15,2 1 1-15,1 1 0 16,13-5-1-16,20-15-8 16,8-11 6-16,-5-13-5 0,-9-13-6 15,-9-10-7-15,-6-2-38 16,-4-10-27-16,-8-19-212 16</inkml:trace>
  <inkml:trace contextRef="#ctx0" brushRef="#br0" timeOffset="-113254.7">9630 15731 808 0,'0'0'4'0,"0"0"0"0,91 13-4 16,-33-3 11 0,8-6 19-16,-2 1-6 0,3-2-13 15,-4 1-7-15,4 3-4 16,3-4-108-16,0-3-320 15</inkml:trace>
  <inkml:trace contextRef="#ctx0" brushRef="#br0" timeOffset="-112161.56">11118 15973 614 0,'0'0'154'0,"0"0"-21"15,0 0-78-15,0 0-13 0,0 0-14 16,0 0-28-16,-8-35-5 15,25 56 4-15,7 9 0 16,-1 4 1-16,-1 2-1 16,-4 0 1-16,-1-5 0 15,-4-7 2-15,-4-9 0 16,-5-5 1-16,-2-6-3 16,-2-4 0-16,0 0 0 15,0 0-5-15,-6-9 5 16,-12-10-13-16,-3-3 4 15,3-3 5-15,3 0 3 16,7 4 1-16,8 3 0 16,0 3 0-16,21 2-7 0,17 7-9 15,16 0-14 1,10 1-1-16,9 2 8 0,-1-1-26 16,2-5-24-16,-9 2-2 15,-5 1 10-15,-13-4 27 16,-15 5 24-16,-14 1 14 15,-13 1 57-15,-5 1 105 16,0 2-72-16,-24 0-62 16,-3 7-27-16,-3 10 0 15,8 5 0-15,8 2-1 16,10 0 0-16,4-1-4 16,4-1 1-16,20-4-4 0,9-5-8 15,6-7-26 1,3-6-1-16,1-2-21 0,-7-16 41 15,-5-5 22-15,-13 1 0 16,-11 0 86-16,-7 1-4 16,0 4-19-16,0 5-22 15,-1 4-11-15,-4 8-21 16,4 0-9-16,1 13-11 16,0 10 0-16,4 6 2 15,20 1 0-15,12-2 0 16,6-8-6-16,4-13-17 15,-1-7 14-15,-2-11 15 16,-6-20 3-16,-1-10 0 0,-3-10-7 16,-8-8-24-1,-12-10 14-15,-13-4 15 0,-11 1-2 16,-27 6 4-16,-11 9 3 16,3 9 27-16,12 16 47 15,13 14-26-15,12 14-9 16,6 4-42-16,3 25-7 15,0 18 4-15,3 24 2 16,16 15 1-16,10 10-1 16,-2 2-5-16,-2-12-8 15,-6-15-8-15,-7-15-9 16,6-14-28-16,-1-11-32 0,0-17-84 16,-5-10-305-1</inkml:trace>
  <inkml:trace contextRef="#ctx0" brushRef="#br0" timeOffset="-111845.13">12455 15976 801 0,'0'0'135'0,"0"0"-78"16,0 0-43-16,0 0-12 16,0 0-1-16,0 0-1 15,100-90 2-15,-78 69-2 16,-11 0 1-16,-7 1-1 15,-4 0-1-15,-1 3-2 16,-16 5 0-16,-8 9-1 16,-5 3 3-16,0 8-4 0,0 19 4 15,8 10 1-15,4 7-3 16,11 8 0-16,7 1 0 16,0 0 1-16,21 0-3 15,21-9-3-15,17-8 4 16,11-9 1-16,2-11 3 15,-11-8-15-15,-9-8-38 16,-13-4-98-16,-12-21-125 16</inkml:trace>
  <inkml:trace contextRef="#ctx0" brushRef="#br0" timeOffset="-111649.43">12235 15679 758 0,'0'0'97'16,"0"0"-77"-16,0 0-15 15,110 5 15-15,-46 6 9 16,12-1-7-16,6 4-10 16,9 2-11-16,0 1-1 15,-2-7-45-15,-8-10-203 16</inkml:trace>
  <inkml:trace contextRef="#ctx0" brushRef="#br0" timeOffset="-110662.94">9407 16479 157 0,'0'0'442'15,"0"0"-397"-15,0 0-23 0,80-2 20 16,-24 2 48-16,15 0-43 16,23 0-9-16,20 0-11 15,26 0-5-15,22 0-4 16,18 0-14-16,21 2-4 15,13-1 0-15,3-1-11 16,-3 0-25-16,-20 0 2 16,-27 0-9-16,-30 0-40 15,-33-4 20-15,-35-3 20 16,-35-1 17-16,-29 0 10 0,-11-2-16 16,-33 0-216-1</inkml:trace>
  <inkml:trace contextRef="#ctx0" brushRef="#br0" timeOffset="-110481.05">11882 16400 659 0,'0'0'187'0,"0"0"-96"15,0 0-53-15,0 0-8 16,0 0-15-16,0 0-15 15,-3-17 0-15,-3 17-43 16,-3 11-79-16,5-6-125 16</inkml:trace>
  <inkml:trace contextRef="#ctx0" brushRef="#br0" timeOffset="-96360">13377 16062 485 0,'0'0'128'0,"0"0"-90"15,0 0-20-15,0 0-10 16,0 0 34-16,0 0 3 16,0 0 0-16,-27-22-8 15,24 22-14-15,1-2-9 16,1 2 2-16,1-1 2 15,-2 1-2-15,2 0-1 16,0 0-7-16,-1 0-3 16,1 0 1-16,0 0-4 15,0 0 2-15,0 0 3 0,0 0-5 16,0 0-1-16,0 0-1 16,11 0 1-16,19 0 1 15,11-1 5-15,14-6-4 16,9 1 2-16,8-2-2 15,4-4-3-15,6 1 0 16,5-3-1-16,-3 2-7 16,-7-4 8-16,-19 2-1 15,-21-2-10-15,-19-4-11 16,-16-1 7-16,-2-5-14 16,-4-2 2-16,-19 0-6 15,-4 3 27-15,-1 1 6 16,5 5 5-16,7 2 49 0,10 6 9 15,3 8-11-15,3 0-15 16,0 3-24-16,4 0-13 16,17 0-7-16,10 10 5 15,10 17 2-15,2 13-1 16,2 12-3-16,0 1 4 16,-5 0 0-16,-11-11 1 15,-17-8-1-15,-12-6-4 16,-20-3-13-16,-24 3-3 15,-9-6-26-15,-7-5-82 16,5-12-239-16</inkml:trace>
  <inkml:trace contextRef="#ctx0" brushRef="#br0" timeOffset="-95791.26">15104 15526 921 0,'0'0'74'0,"0"0"-7"16,0 0-59-16,0 0-8 16,0 0-13-16,0 0 12 15,0 87 1-15,0-19 1 16,2 13 0-16,5 2 1 15,3-5-2-15,1-20-4 16,-1-23-20-16,2-15 8 16,-4-15 4-16,-5-5 5 15,-3 0 7-15,0-21 0 0,-14-6-2 16,-26-4-3 0,-18 3 4-16,-15 2-3 0,2 6 4 15,13 9 5-15,22 8 24 16,17 3-6-16,9 17-23 15,10 17-8-15,0 10 7 16,19 3 0-16,21 2-5 16,10-7-6-16,6-11 0 15,10-14-18-15,5-15-29 16,1-5-32-16,-4-28-74 16,-10-8-150-16</inkml:trace>
  <inkml:trace contextRef="#ctx0" brushRef="#br0" timeOffset="-95061.78">15283 15900 363 0,'0'0'439'0,"0"0"-439"16,0 0 0-16,0 0 3 16,0 0 3-16,0 0 11 15,105 66-8-15,-70-66 19 16,1-15-2-16,-2-8 1 15,-4-5-12-15,-9-2-8 16,-11 0-1-16,-10-2 0 16,0 2 10-16,-26 6-11 0,-6 4-1 15,-4 5-2 1,7 12 0-16,5 3 3 0,5 6-5 16,6 21 0-16,7 11 0 15,6 8 0-15,0 5 0 16,13-2 1-16,15-9-1 15,16-11-2-15,19-15 2 16,15-14 2-16,8-4 1 16,-2-22 1-16,-14-10-4 15,-13-6 2-15,-19-5-1 16,-17-1 0-16,-16 0 3 16,-5 2-4-16,-17 8-1 15,-9 11-2-15,5 7 3 16,8 11 4-16,6 9-4 0,7 0-1 15,0 20-19-15,0 19 10 16,3 18 9-16,12 9 1 16,7 4-1-16,3-2 1 15,3-10 8-15,-4-15-2 16,-10-10 2-16,-8-10-5 16,-6-7-3-16,0-6 0 15,0-4 1-15,-6-3 0 16,-14-3-1-16,-1 0 0 15,-2-11-7-15,4-13-12 0,10-3-6 16,9-7-20 0,2-1-33-16,28 1-5 15,10 2 53-15,7 3 9 16,1 2-4-16,-2 6 25 16,-12 5 1-16,-8 7 34 0,-10 4 44 15,-6 5-43-15,-3 0-17 16,-6 11-15-16,-1 10-2 15,0 5 1-15,0 3 9 16,0 7-3-16,0-2-4 16,0-2-2-16,0-8-3 15,0-6-46-15,0-12-148 16</inkml:trace>
  <inkml:trace contextRef="#ctx0" brushRef="#br0" timeOffset="-94905.82">16180 15492 861 0,'0'0'30'0,"0"0"-24"16,0 0-6-16,0 0-23 16,40 111-51-16,-17-65-84 15,2-7-221-15</inkml:trace>
  <inkml:trace contextRef="#ctx0" brushRef="#br0" timeOffset="-94327.72">16411 15925 903 0,'0'0'29'16,"0"0"-23"-16,0 0 30 15,0 90-5-15,7-54-6 16,5 3-18-16,2-5-3 15,-3-7 2-15,-3-8-1 16,-7-12-3-16,-1-5 1 16,0-2-3-16,0 0 7 15,-1-22 2-15,-9-11-9 16,1-7-13-16,7-7 3 16,2 0 7-16,5 6-1 15,20 3-1-15,8 11-9 16,6 9-12-16,5 4-13 0,3 7 0 15,0 3-19 1,-1 4-4-16,-4 0 12 0,-6 0 19 16,-6 9-13-16,-13-2 3 15,-9-3-34-15,-5 0-11 16,-3-3 86-16,0-1 30 16,0 0 105-16,0 0 15 15,0-7-81-15,0-7-8 16,0-3-10-16,0-4-23 15,0 0-9-15,0 1-5 16,-1 3-4-16,-2 6 0 16,-4 5-9-16,-4 6-1 0,-7 0-6 15,-11 20 2 1,-4 14 2-16,1 10 1 16,3 7-6-16,9 5-5 0,9-3 0 15,11-2-3-15,5-8-3 16,35-12-14-16,23-15 16 15,15-14 12-15,7-2 3 16,-1-22-39-16,-6-14-29 16,-14-12-71-16,-9-7 34 15,-19-9-149-15</inkml:trace>
  <inkml:trace contextRef="#ctx0" brushRef="#br0" timeOffset="-93994.08">17283 15626 352 0,'0'0'304'0,"0"0"-69"0,0 0-160 16,0 0-75-16,0 0-15 15,0 0 14-15,-13 81 1 16,13-5-3-16,12 10 3 16,6 1-1-16,15-11-15 15,8-12 14-15,0-22 1 16,-8-15-1-16,-10-17 2 16,-14-10 6-16,-6 0 8 15,-3-13 15-15,0-13-29 16,-15-6 0-16,-24 3-5 15,-12-1-5-15,0 8 9 16,6 6 1-16,11 12 5 16,8 4 3-16,2 12-8 0,2 14 1 15,7 9-1-15,10 2 0 16,5 1-2-16,9-4-4 16,26-6 2-16,9-8 3 15,7-9-4-15,2-9-33 16,-3-2-95-16,-8-17-101 15</inkml:trace>
  <inkml:trace contextRef="#ctx0" brushRef="#br0" timeOffset="-93060.53">18241 15867 623 0,'0'0'154'16,"0"0"-120"-16,0 0 44 15,100 87-21-15,-63-58-25 0,-3 0-21 16,-4-7-6 0,-9-3 2-16,-7-4-4 0,-10-1-3 15,-4-1 0-15,0-1-3 16,-18 0-19-16,-13-3-24 15,-12-6-61-15,-7-3-50 16,0 0-47-16,5-12 13 16,15-8 102-16,20-3 10 15,10-2 79-15,17-4 43 16,22-3 100-16,12 1 17 16,10 2-33-16,12 3-69 15,5 3-30-15,2 7-22 16,-5 1-6-16,-14 6 7 15,-18 1-7-15,-16 8 4 0,-12 0 8 16,-15 0-11-16,0 0 0 16,-9 10 3-16,-14 6 97 15,-3 4-65-15,-1 1-9 16,8-1-19-16,5 1-5 16,7-1-1-16,7-3-1 15,0-5-1-15,21-7-6 16,16-5-12-16,9 0-36 15,5-12 2-15,-9-15-3 16,-10-2 55-16,-12-1 8 16,-14 3 105-16,-6 7-31 15,0 6-25-15,-3 5-18 0,-6 9-22 16,0 0-16-16,-2 11-1 16,1 12-2-16,6 7 0 15,4 2-8-15,0 0 7 16,10-4-5-16,20-9-3 15,13-14-5-15,11-5 14 16,5-21 2-16,-1-20 0 16,-6-16-2-16,-11-8-2 15,-14-3 3-15,-20 1 1 16,-7 7 4-16,-14 6-3 16,-9 8 4-16,2 12 26 0,8 15-5 15,4 12 10 1,4 7-36-16,-1 19-1 0,2 22-9 15,2 17 7-15,2 18 3 16,3 10-1-16,16 4-17 16,9-3 0-16,12-14-21 15,3-18-27-15,3-21-156 16,-4-20-401-16</inkml:trace>
  <inkml:trace contextRef="#ctx0" brushRef="#br0" timeOffset="-92762.94">19527 15988 783 0,'0'0'97'0,"0"0"-76"0,0 0-20 16,83-68 0-16,-60 42-1 16,-4-3 2-16,-12 0 1 15,-7-3-1-15,0 5 10 16,-16 8-4-16,-11 5-7 15,-3 11-1-15,0 3 5 16,1 20-5-16,5 14 0 16,6 15-4-16,13 8 2 15,5 1-3-15,15-5 2 16,27-7-13-16,18-13-7 16,19-12 23-16,4-12-1 15,-5-9-41-15,-19-1-145 0,-21-27-466 16</inkml:trace>
  <inkml:trace contextRef="#ctx0" brushRef="#br0" timeOffset="-92580.71">19330 15613 391 0,'0'0'251'16,"0"0"-245"-16,121 19 12 15,-57-9 2-15,4-3 5 16,2 0 19-16,-1 0-43 16,0 0-1-16,1-4-125 15,-3-3-456-15</inkml:trace>
  <inkml:trace contextRef="#ctx0" brushRef="#br0" timeOffset="-91931.19">20533 15899 930 0,'0'0'39'0,"0"0"-37"16,-53 84-3-16,33-41 4 16,7 1-2-16,8-2-1 0,5-4-2 15,16-6 0 1,23-6 2-16,14-12 1 0,2-13 0 15,-3-1 4-15,-8-25-5 16,-10-15-2-16,-16-11-6 16,-12-7-10-16,-6-8-2 15,-28-13-9-15,-19-4 25 16,-13-3 4-16,1 10 1 16,17 13 11-16,16 21 3 15,19 17-15-15,7 15-3 16,10 10-25-16,20 0-8 15,11 14 30-15,8 10 6 16,2 7 0-16,5 6 10 16,-8 4 3-16,-9 5-4 0,-12 8 0 15,-17 8-1 1,-10 10-5-16,-4 11 5 16,-23 9 1-16,-7 7-2 0,-2-2-2 15,7-5-2-15,9-10 0 16,15-7-2-16,5-8 0 15,9-10 2-15,15-14-3 16,7-17-8-16,8-13 2 16,4-13-5-16,3 0 8 15,-7-22-3-15,-8-9 2 16,-8-6 4-16,-10-8 6 16,-8-4 4-16,-5-4 0 15,0-3-4-15,-11 1-1 0,-8 1 3 16,1 3 1-1,2 4 4-15,5 8-4 0,7 9-9 16,4 9 0-16,6 5-17 16,26 2-35-16,15-1-36 15,10-3-35-15,2-7 4 16,-1-3-127-16</inkml:trace>
  <inkml:trace contextRef="#ctx0" brushRef="#br0" timeOffset="-91546.21">21795 15654 975 0,'0'0'14'16,"0"0"2"-16,0 0-16 16,0 0-7-16,0 0 3 15,0 71 3-15,0-2 1 16,-4 4 3-16,1-3-1 16,3-18-2-16,0-16 4 15,0-17-3-15,0-9 1 16,0-10-1-16,4 0 1 0,8-14-2 15,-1-17 0-15,3-12-26 16,-5-10 4-16,-1-5-5 16,1 2 10-16,10 8 9 15,11 16-38-15,9 14-142 16,4 12-124-16</inkml:trace>
  <inkml:trace contextRef="#ctx0" brushRef="#br0" timeOffset="-90797.33">22215 15836 421 0,'0'0'216'0,"0"0"-26"15,0 0-112-15,10-75-30 16,-8 59-11-16,5 2-24 16,-4 1-9-16,3 2-2 15,-5 2-1-15,-1-1-1 16,0 1 0-16,-12 1-3 15,-10 5-3-15,-5 3 6 16,-3 0 0-16,3 19-4 16,6 12 4-16,7 9-8 15,9 9-6-15,5 2-8 16,21-5-3-16,24-10-14 16,18-17 9-16,12-12 30 15,2-7 4-15,-3-15-4 16,-8-23-4-16,-14-13-5 0,-12-9 6 15,-11-4 3-15,-14 2 0 16,-15-2 3-16,0 2 2 16,-25-1 2-16,-4 10 29 15,6 17 16-15,9 16-5 16,8 14-26-16,3 6-21 16,1 20-9-16,-1 22-4 15,0 21 11-15,3 14 1 16,0 15 1-16,2 7-2 15,20-3-17-15,11-7-23 16,12-23 13-16,13-24-15 16,1-24 0-16,-2-18 33 15,-8-6 11-15,-13-23 0 16,-13-9-22-16,-10-6 22 0,-13-4 0 16,0-4 16-1,-3 6-3-15,-9 6 15 0,3 16 48 16,5 13-26-16,-1 9-35 15,3 2-15-15,2 12-22 16,0 15 18-16,0 8 4 16,3 2 0-16,7-4-1 15,6-7-7-15,0-12-14 16,4-9 22-16,0-5 1 16,0-8 1-16,-2-13 5 15,-3-6-6-15,-5 3-1 16,-8 3 4-16,-2 7-1 0,0 8 4 15,0 6 19-15,0 0-24 16,0 15-2-16,4 16-35 16,8 10 34-16,14 8-22 15,12 1-45-15,14-3-17 16,2-11-39-16,-9-19-251 16</inkml:trace>
  <inkml:trace contextRef="#ctx0" brushRef="#br0" timeOffset="-90483.21">23315 15823 268 0,'0'0'669'0,"0"0"-609"15,0 0-56-15,0 0-4 16,0 0 0-16,0 0-4 15,33 110 4-15,-33-68 0 16,0-1 6-16,0-6-6 16,-10-7 0-16,1-11-1 15,2-7 1-15,3-7-13 16,2-3 7-16,1-10 6 16,1-19 1-16,0-10-1 15,0-9-4-15,0-2-4 16,11 0 7-16,9 8 1 0,10 12-32 15,8 13-99-15,2 10-97 16,-2 7-132-16</inkml:trace>
  <inkml:trace contextRef="#ctx0" brushRef="#br0" timeOffset="-90131.74">23639 15863 217 0,'0'0'179'0,"0"0"22"15,0 0-42-15,0 0-52 16,0 0-37-16,0 0-18 15,12 0-31-15,-12 0-21 16,0 12-9-16,-4 7 9 16,-1 3 1-16,0-2 2 15,5-4-3-15,0-5-7 16,0-5-4-16,10-6 2 0,6 0 7 16,6-14 1-16,3-14-23 15,-2-8-3-15,-3 2 4 16,-2 2 16-16,-7 11 7 15,-3 8 23-15,-5 10 28 16,-3 3-40-16,0 2-11 16,0 21-8-16,0 11 7 15,0 10 1-15,-2 2 0 16,-4 3-2-16,0-8 2 16,1-7 3-16,0-8-3 15,-1-9-22-15,3-8-52 16,-2-9-116-16,2-4-96 0</inkml:trace>
  <inkml:trace contextRef="#ctx0" brushRef="#br0" timeOffset="-89899.9">23224 15670 855 0,'0'0'51'16,"0"0"-21"-16,0 0-15 15,0 0-12-15,133-18 10 16,-55 14 4-16,15 1-7 16,2 0-2-16,3-2-6 0,-7-3 1 15,-9-1-3-15,-9-4-13 16,-12-3-22 0,-20 4-8-16,-18 3-44 0,-23 4-79 15,-9-1-114-15</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2-03T15:30:54.240"/>
    </inkml:context>
    <inkml:brush xml:id="br0">
      <inkml:brushProperty name="width" value="0.05292" units="cm"/>
      <inkml:brushProperty name="height" value="0.05292" units="cm"/>
      <inkml:brushProperty name="color" value="#FF0000"/>
    </inkml:brush>
  </inkml:definitions>
  <inkml:trace contextRef="#ctx0" brushRef="#br0">7630 2962 448 0,'0'0'126'15,"0"0"4"-15,0 0-40 16,0 0-31-16,0 0-18 16,0 0-16-16,0 0-11 15,7-25-11-15,-7 25-3 16,0 1-4-16,0 19-2 15,-3 14 6-15,-15 12-1 16,-6 12 1-16,-9 11 0 16,-2-2 1-16,5-3 2 15,0-12-2-15,9-13-1 16,5-16 5-16,8-10-4 0,7-9 1 16,-1-4-1-1,2-2 9-15,0-23 8 0,3-14-18 16,14-16-28-16,6-5 6 15,0-1-4-15,-8 6-1 16,-2 5-6-16,-4 9-6 16,-1 8 19-16,2 11 20 15,-5 11 5-15,1 11 14 16,1 0-19-16,5 19-5 16,5 17 1-16,5 12 4 15,2 10 0-15,10 4 1 16,6-3-2-16,9-10 2 15,2-18 3-15,-4-11-1 16,0-18 2-16,-2-2 1 16,6-19 0-16,2-17-1 0,-2-10-3 15,-5-5-2-15,-11-2 0 16,-15-1 1-16,-12 6 0 16,-8 2 0-16,-2 6 5 15,-15 10-6-15,3 8-8 16,4 10-15-16,10 12 1 15,0 0-145-15,18 2-132 16,19 3 33-16</inkml:trace>
  <inkml:trace contextRef="#ctx0" brushRef="#br0" timeOffset="482.3">8671 2853 638 0,'0'0'61'16,"0"0"37"-16,0 0-78 15,0 0-19-15,0 0-1 16,-64 103 0-16,38-36 8 16,3 6 1-16,3 9-1 15,4-5 1-15,7-9-5 16,4-13 0-16,1-16-2 16,4-14 1-16,0-14 1 15,0-8 1-15,0-3 5 16,-2-17 51-16,2-13-35 15,-4-15-26-15,4-7-31 16,0-9-8-16,-3-2 10 0,1-1 7 16,2 0 6-1,0 5 7-15,0 6 1 0,15 10 8 16,3 7 4-16,6 9 0 16,3 15 5-16,0 9-3 15,3 3-6-15,4 8-2 16,-1 12 1-16,-5 3-1 15,-3 4 1-15,-8-3 0 16,-5-3 1-16,-6-4-2 16,-6-3 4-16,0-3-2 15,-2 0 0-15,-16-5 0 16,-7-1 1-16,-8-4-1 0,-4-1 3 16,3 0-2-16,5 0-1 15,12 0 0-15,10 0-8 16,7 0-45-16,0 5-255 15,23-4 97-15</inkml:trace>
  <inkml:trace contextRef="#ctx0" brushRef="#br0" timeOffset="947.39">9094 2823 585 0,'0'0'141'15,"0"0"-22"-15,0 0-99 16,0 0-20-16,0 0-4 16,0 0 0-16,-13 94 6 0,7-44-2 15,3 4 1-15,2 4 1 16,1 1 0-16,0-4-1 16,13-9-1-16,4-13 0 15,5-16-6-15,5-12-31 16,2-5-1-16,4-9 8 15,0-16-35-15,-3-5 3 16,-8-7 2-16,-7-2 25 16,-9-5 32-16,-6 1 3 15,0 1 30-15,0-3 25 16,-10 2 17-16,-2 0-4 16,-3 5-13-16,9 7-4 0,0 12-15 15,3 9-7-15,3 5-18 16,0 5-11-16,0 0-1 15,15 11-23-15,13 12 24 16,4 1 0-16,-1 4 0 16,0 0 0-16,2-4-1 15,0 0 1-15,2-2-8 16,-1-3-26-16,4-4-25 16,4-10-42-16,6-5-144 15</inkml:trace>
  <inkml:trace contextRef="#ctx0" brushRef="#br0" timeOffset="1347.26">7489 3702 551 0,'0'0'104'0,"0"0"-27"16,0 0-77-16,0 0-2 15,0 0 2-15,0 0 47 16,144 18 4-16,-64-18-16 16,17 0-10-16,14 0-4 15,11 0-11-15,14-7-2 16,8 2-7-16,0 1-1 16,-3-4 0-16,-4 2-10 15,-8-2-44-15,-12-2-48 16,-12 0-128-16,-20-4-298 15</inkml:trace>
  <inkml:trace contextRef="#ctx0" brushRef="#br0" timeOffset="1540.16">9475 3696 776 0,'0'0'74'15,"0"0"4"-15,0 0-45 16,0 0-4-16,0 0-17 16,0 0-10-16,1-16-2 15,1 16-27-15,2 0-158 16,1 0-190-16</inkml:trace>
  <inkml:trace contextRef="#ctx0" brushRef="#br0" timeOffset="9007.08">15801 4238 519 0,'0'0'69'16,"0"0"70"-16,0 0-139 0,0 0-9 16,0 0 6-1,0 0 3-15,-59 87 19 0,24-42 1 16,-6 2-7-16,-4 0 11 15,1 0-13-15,5-8-3 16,11-12-6-16,13-11 0 16,7-9 1-16,8-7 1 15,-3 0-3-15,-1 0 29 16,1-20 23-16,3-14-53 16,0-12-54-16,19-11-35 15,23-8 6-15,15-2 29 16,9-1 24-16,3 5 30 15,2 7 4-15,-6 13-3 0,-8 9 5 16,-10 15 9 0,-12 12 19-16,-12 7 13 0,-8 7-43 15,-2 20-4-15,-8 11 0 16,-5 10 10-16,0 10 0 16,-18 3 1-16,-5-3-8 15,3-8 4-15,3-7-4 16,4-9 0-16,3-8-3 15,1-2-8-15,-1-10-73 16,-5-14-115-16</inkml:trace>
  <inkml:trace contextRef="#ctx0" brushRef="#br0" timeOffset="9168.4">15496 4374 536 0,'0'0'81'15,"0"0"-81"-15,0 0-17 16,0 0 17-16,0 0 10 16,123 4 7-16,-46-4-12 15,18 0-5-15,13 0-79 16,4-10-211-16</inkml:trace>
  <inkml:trace contextRef="#ctx0" brushRef="#br0" timeOffset="9369.93">16311 4325 597 0,'0'0'95'16,"0"0"-95"-16,0 0 0 15,0 0 3-15,89 0 13 16,-41 0-16-16,7-2-4 15,3 1-26-15,-1 1-67 16,-12-3-102-16</inkml:trace>
  <inkml:trace contextRef="#ctx0" brushRef="#br0" timeOffset="9558.38">16282 4473 389 0,'0'0'130'15,"0"0"-130"-15,0 0 43 16,0 0 11-16,0 0 17 16,132 28-36-16,-58-28-21 15,14-3-14-15,14-14-11 16,9-3-58-16,3-7-89 16,-1-4-139-16</inkml:trace>
  <inkml:trace contextRef="#ctx0" brushRef="#br0" timeOffset="10022.16">17067 4150 397 0,'0'0'302'15,"0"0"-210"-15,0 0-92 16,0 0-12-16,0 0 12 16,-18 103 8-16,12-45 22 15,-2 6-13-15,1 10 4 16,1 1 2-16,3-6-7 15,0-8-12-15,3-22-4 16,-1-16 3-16,1-15-2 16,-2-8 2-16,-1-3 9 15,-3-27 22-15,-6-19-34 0,0-19-16 16,-2-8-18 0,2-2-5-16,1 0 11 0,4 7 11 15,4 7-15-15,3 14 12 16,3 10 16-16,18 15 0 15,5 8-1-15,3 10 3 16,2 7 2-16,2 3 4 16,1 21 0-16,1 10-1 15,-1 5-1-15,-4 3 4 16,-6-3 0-16,-7-8-2 16,-11-8-4-16,-6-5 1 15,0-6 2-15,-25-3 0 16,-18 2 0-16,-22-5-3 15,-12-4-14-15,-5-2-38 16,10 0-14-16,22 0 27 16,29 0 16-16,21 0-34 0,5 0-286 15</inkml:trace>
  <inkml:trace contextRef="#ctx0" brushRef="#br0" timeOffset="10306.12">17656 3988 623 0,'0'0'135'0,"0"0"-34"0,0 0-52 16,0 0-17-16,0 0-32 15,0 0-3-15,-48 13-1 16,29 37 4-16,-2 16 2 15,2 16-1-15,2 11-1 16,10 7 0-16,7 4 0 16,1-13 0-16,26-16-38 15,15-20-40-15,19-31-27 16,15-24-134-16</inkml:trace>
  <inkml:trace contextRef="#ctx0" brushRef="#br0" timeOffset="10554.78">17838 4209 532 0,'0'0'128'15,"0"0"-2"-15,0 0-58 16,0 0-63-16,0 0-5 15,0 0-5-15,16 34 4 16,-8 9 1-16,-4 12 2 16,-2 12-2-16,-2 8 0 15,0-2-30-15,0-12-121 0,0-24-90 16</inkml:trace>
  <inkml:trace contextRef="#ctx0" brushRef="#br0" timeOffset="10760.17">18292 4174 835 0,'0'0'18'0,"0"0"46"16,0 0 0-16,0 0-58 16,0 0-6-16,0 0-12 15,0-1 0-15,-5 44 12 16,3 12 0-16,2 4-1 15,0-1-28-15,7-3-33 16,5-9-46-16,1-14-119 0,-3-19-270 16</inkml:trace>
  <inkml:trace contextRef="#ctx0" brushRef="#br0" timeOffset="10971.18">18053 4374 920 0,'0'0'11'16,"0"0"0"-16,0 0-10 16,0 0-1-16,0 0 0 15,0 0 2-15,88-15 0 16,-12 12-1-16,8-4 1 0,11 0-2 16,5-5-37-1,-3-5-63-15,0-4-96 0,-8-5-240 16</inkml:trace>
  <inkml:trace contextRef="#ctx0" brushRef="#br0" timeOffset="11337.36">18844 4062 730 0,'0'0'23'15,"0"0"66"-15,0 0-50 16,0 0-39-16,0 0-3 15,0 0 3-15,60 48 0 0,-34-7 4 16,1 10 3-16,0 5 0 16,-4-1 0-16,-3-9-4 15,-5-13 1-15,-9-11-3 16,-3-11 4-16,-3-7-4 16,0-4 1-16,0 0 5 15,0-9 38-15,-11-22-14 16,0-12-29-16,6-7-2 15,5-8-2-15,9 5 2 16,23 6-1-16,12 9 1 16,11 12-5-16,5 9-5 15,2 8-9-15,-2 9 1 16,-5 0-5-16,-10 11 3 16,-12 15-36-16,-15 6-55 0,-18 5-48 15,0-3-136-15</inkml:trace>
  <inkml:trace contextRef="#ctx0" brushRef="#br0" timeOffset="11559.09">18676 4536 656 0,'0'0'60'16,"0"0"-60"-16,0 0 0 15,0 0 17-15,100 0 55 16,-32 0-27-16,16-5-16 0,7-5-8 16,-1-2-14-16,-2 3-5 15,-10 1-2-15,-9 4-36 16,-17 4-43-16,-23 0-88 16,-29-2-159-16</inkml:trace>
  <inkml:trace contextRef="#ctx0" brushRef="#br0" timeOffset="11734.64">18788 4759 505 0,'0'0'10'16,"0"0"35"-16,-32 82 12 0,24-48-35 16,6 0-3-1,2 2-10-15,0 2-2 0,13-1-4 16,2-1-3-16,-1-10-74 15,-3-13-373-15</inkml:trace>
  <inkml:trace contextRef="#ctx0" brushRef="#br0" timeOffset="12170">18942 4884 894 0,'0'0'18'16,"0"0"-18"-16,0 0-50 15,0 0 50-15,0 0 0 0,3 99 0 16,10-60 1 0,6-5-1-16,3-9 0 0,1-11-1 15,6-13 1-15,4-1 3 16,4-21-3-16,1-11-22 16,-5-3-26-16,-10 2 8 15,-7 7 40-15,-8 9 12 16,-4 8 6-16,-2 6 21 15,-2 3-23-15,0 0-16 16,7 14-21-16,-3 9 16 16,4 6 5-16,3 5 0 15,3-3 2-15,0 0-1 16,4-9 3-16,-2-5-3 16,3-12-1-16,8-5 14 0,5-8 31 15,2-18-13-15,-4-10-16 16,-12-5 7-16,-9-3-13 15,-9 3-1-15,-6 5-6 16,-27 9-3-16,-10 13-18 16,-1 11-52-16,10 3-41 15,18 10-51-15,16 2-156 16</inkml:trace>
  <inkml:trace contextRef="#ctx0" brushRef="#br0" timeOffset="12504.35">20089 3913 706 0,'0'0'33'16,"0"0"16"-16,106 24-42 16,-77 32-6-16,-7 22 4 15,-18 19-2-15,-4 17 2 16,-42 15 11-16,-11 2-8 0,-7-11-1 16,0-16-1-16,2-26-1 15,-2-18-5-15,-1-17-35 16,3-14-32-16,6-13-50 15,11-16-48-15,18-18-158 16</inkml:trace>
  <inkml:trace contextRef="#ctx0" brushRef="#br0" timeOffset="12955.36">20531 3993 549 0,'0'0'95'15,"0"0"-28"-15,0 0-66 16,0 0 2-16,0 0-3 15,0 0 10-15,8-1 19 16,-5 1 23-16,14 0 10 16,9-16-14-16,7-10-42 15,3-10-3-15,-3-9-2 0,-11-4-1 16,-7-5-4 0,-8-2-1-16,-7 6-9 15,0 6 11-15,0 15 2 0,0 12 1 16,0 15 0-16,-2 2-3 15,-4 19-81-15,-6 19 83 16,-6 17 1-16,-4 19 0 16,2 6 1-16,10 2-1 15,10-7 0-15,12-15 0 16,14-13 0-16,1-11 0 16,-9-14 0-16,-6-10-49 15,-4-12-117-15,-2-5-200 16</inkml:trace>
  <inkml:trace contextRef="#ctx0" brushRef="#br0" timeOffset="13143.42">20414 3788 687 0,'0'0'13'0,"0"0"-13"15,0 0 3-15,126 0 24 16,-62 5 18-16,7-1-7 15,4-1-15-15,4 2-7 16,-2-3-15-16,1-2-1 16,-5 0-138-16,-12-16-436 15</inkml:trace>
  <inkml:trace contextRef="#ctx0" brushRef="#br0" timeOffset="16465.1">15811 3820 81 0,'0'0'183'15,"0"0"-172"-15,0 0-7 16,0 0 40-16,0 0 46 16,0 0-18-16,-7 12-28 15,7-10-11-15,0-2-5 16,-2 1-7-16,2-1-5 16,0 2-8-16,0-2 1 15,0 0 9-15,0 0 10 16,0 0 14-16,0 0-2 15,-1 0 0-15,1 0 1 16,0 0 4-16,0 0-2 16,-2 0-14-16,2 0-8 0,-1 0 1 15,1 0-3-15,0 0-8 16,0 0-6-16,0 0-5 16,0 0-2-16,0 0-27 15,-6 9-63-15,-3-7-288 16,3-2-165-16</inkml:trace>
  <inkml:trace contextRef="#ctx0" brushRef="#br0" timeOffset="18739.04">17024 4023 338 0,'0'0'115'16,"0"0"-43"-16,0 0 35 15,0 0-38-15,0 0-7 16,0 0-17-16,6 0-22 15,-6 2-8-15,0-2-6 0,0 0-3 16,0 0 1-16,0 3-1 16,0-3 10-16,0 0 5 15,0 0-1-15,0 0-1 16,0 0-7-16,0 0-2 16,0 0-4-16,0 0-2 15,0 0-4-15,0 0 0 16,0 0-12-16,0 6-79 15,0-3-260-15,0-3-4 16</inkml:trace>
  <inkml:trace contextRef="#ctx0" brushRef="#br0" timeOffset="21963.99">19321 3996 73 0,'0'0'76'16,"0"0"-33"-16,0 0-11 15,0 0 6-15,0 0 1 16,0 0-4-16,0 0-2 16,0 0 12-16,0 0 20 15,0 0 4-15,0 0-13 16,0 0-2-16,0 0-2 16,0 0-20-16,0 0-11 15,0 0-7-15,0 0-13 16,0 0 2-16,0 0-3 15,0 0 2-15,0 0 0 0,0 0 0 16,0 0-1-16,0 0 5 16,0 0-6-16,0 0 2 15,0 0-1-15,0 0-1 16,0 0 0-16,0 0-1 16,0 0 1-16,0 0 0 15,0 0-1-15,0 0-6 16,0 0-1-16,0 0 4 15,0 0 1-15,0 0 2 16,0 0-6-16,0 0 7 16,0 0 0-16,0 0 4 15,0 0-4-15,0 0 0 0,0 0-1 16,0 0 2 0,0 0-1-16,0 0 4 0,0 0 1 15,0 0-3-15,0 0 1 16,0 0-2-16,0 0-1 15,0 0 0-15,0 0 0 16,0 0 0-16,0 0 0 16,0 0 0-16,0 0-1 15,0 0-4-15,0 0-1 16,0 0-4-16,0 0-3 16,-5 2-37-16,-2 1-28 15,-5 4-16-15,0-3-58 16,0-4-32-16</inkml:trace>
  <inkml:trace contextRef="#ctx0" brushRef="#br0" timeOffset="28691.17">15935 5682 308 0,'0'0'153'15,"0"0"17"-15,0 0-46 16,0 0-57-16,2-75 0 16,-2 72-34-16,0 3-3 15,0 0-29-15,0 0-1 16,0 8-5-16,0 19-17 16,0 16 18-16,-3 16 3 15,-10 5 1-15,-6 2 0 16,0-5 0-16,-2-5 5 15,3-8-5-15,4-7 1 16,-2-8 2-16,6-11 0 16,2-8 1-16,3-6-3 0,2-8 1 15,-4 0 1-15,-2 0 8 16,-3-13-5-16,-4-12-6 16,4-7-10-16,6-2 9 15,6-7-5-15,0-4-10 16,16-2 0-16,14-4-11 15,8-7 9-15,6 3 3 16,6 6-3-16,-1 8 16 16,0 15 2-16,0 12 7 15,0 11-7-15,-7 3 0 16,-7 6-1-16,-12 17-2 16,-11 6-2-16,-7 6-2 0,-5-1-9 15,0-2 4-15,-11-6 6 16,-7-3 6-16,-10-6 0 15,-6-2 1-15,-9-4-1 16,-4-2 3-16,-3-1 0 16,3-4-1-16,12 1 2 15,12 1-4-15,13 1-1 16,8 5-117-16,2 3-19 16,3 1 11-16,21-6-32 15</inkml:trace>
  <inkml:trace contextRef="#ctx0" brushRef="#br0" timeOffset="29223.05">16499 5673 242 0,'0'0'506'0,"0"0"-398"15,0 0-107-15,0 0-1 16,0 0-12-16,0 0 12 0,19 73 2 16,-9-28-1-1,1 0 13-15,-2 3-7 0,-3 0-3 16,0-2-2-16,-1-3 1 15,3-7-1-15,3-9 0 16,-2-10-2-16,0-9 0 16,-1-8 0-16,3 0 0 15,7-13 8-15,3-13 0 16,4-11-5-16,-1-8 2 16,-9-2-3-16,-6 0 1 15,-8 2-1-15,-1 4 4 16,0 5 10-16,0 10 20 15,0 7-24-15,0 9-11 0,0 8 9 16,0 2-10-16,0 0 0 16,0 0-16-16,0 11-16 15,8 12 14-15,2 7 16 16,7 4 0-16,1-5-1 16,4 0 0-16,3-5-14 15,10-5-20-15,6-6-15 16,4-9-74-16,4-4-150 15</inkml:trace>
  <inkml:trace contextRef="#ctx0" brushRef="#br0" timeOffset="29410.94">17100 5881 255 0,'0'0'349'0,"0"0"-322"15,0 0-26-15,0 0 5 16,0 0-1-16,97 3-4 16,-55-1-1-16,1-2-5 15,2 2-76-15,-10-2-169 16</inkml:trace>
  <inkml:trace contextRef="#ctx0" brushRef="#br0" timeOffset="29603.88">17060 6048 568 0,'0'0'184'0,"0"0"-160"0,0 0-21 16,0 0 3-16,0 0 10 16,0 0 16-16,121 5-17 15,-60-5-15-15,8 0-1 16,3 0-114-16,-7-14-176 15</inkml:trace>
  <inkml:trace contextRef="#ctx0" brushRef="#br0" timeOffset="30505.36">17970 5623 680 0,'0'0'126'16,"0"0"-59"-16,0 0-34 16,0 0-33-16,0 0-3 15,0 0-10-15,0 31 9 16,0 15 4-16,0 12 3 0,-6 7-1 16,-11-2 3-16,-2-7-5 15,1-8 0-15,4-9 0 16,7-11-18-16,1-6-35 15,3-9-10-15,3-10-25 16,0-3-85-16,9-23 11 16</inkml:trace>
  <inkml:trace contextRef="#ctx0" brushRef="#br0" timeOffset="30685.18">17978 5615 579 0,'0'0'71'16,"0"0"10"-16,0 0-64 16,91-51-3-16,-49 46-3 0,7 0-9 15,1 5-2-15,0 0-3 16,-1 0-69-16,-8 5-101 16,-19-3-229-16</inkml:trace>
  <inkml:trace contextRef="#ctx0" brushRef="#br0" timeOffset="31234.8">17910 5835 629 0,'0'0'42'0,"0"0"-34"0,0 0 8 16,0 0 76-16,113 6-28 15,-47-6-36-15,10-8-16 16,7-4-12-16,4-3-2 15,2-2-41-15,-1-5-55 16,-12-2-29-16,-18-4 21 16,-23 3-45-16,-23 1 72 15,-8 4 79-15,-4 6 91 16,0 8 29-16,0 4 29 16,0 2-38-16,0 0-88 15,0 0-8-15,0 3-15 16,7 16-7-16,1 15 7 15,3 10 1-15,5 6 0 0,5 1 1 16,6-5-2-16,4-5 2 16,2-7 0-16,1-9-2 15,5-10-4-15,3-13-11 16,5-2 8-16,0-15-9 16,-7-14 8-16,-9-8 8 15,-11-4 1-15,-9-6 18 16,-11-4 26-16,0 0-13 15,-13 2-14-15,-8 8-8 16,2 14 30-16,7 12-12 16,3 9 2-16,9 6-25 15,0 0-5-15,0 19-31 16,0 12 27-16,3 10 4 16,16 2 0-16,10-2-1 0,11-7-4 15,14-9 0-15,13-8-2 16,7-6-43-16,1-11-76 15,-11-8-255-15</inkml:trace>
  <inkml:trace contextRef="#ctx0" brushRef="#br0" timeOffset="31884.45">17532 6474 430 0,'0'0'129'16,"0"0"-24"-16,0 0 8 15,0 0-97-15,0 0-16 16,0 0 0-16,170 7 5 0,-4 1 21 15,46-4-6-15,30-4-1 16,18 0-12-16,-1-5-2 16,3-12-1-16,5-2-3 15,-1-3 0-15,-6 3 0 16,-18 4 0-16,-35 3-1 16,-38 3-3-16,-42 1 1 15,-44 4-1-15,-35 1 3 16,-33 3 0-16,-15 0-5 15,-46 10-146-15,-35 7 70 16,-34-2-271-16</inkml:trace>
  <inkml:trace contextRef="#ctx0" brushRef="#br0" timeOffset="32415.77">17863 6875 460 0,'0'0'100'0,"0"0"101"0,0 0-89 16,0 0-76-16,0 0-36 15,0 0-8-15,0-2 3 16,2 33 5-16,1 12 0 15,-1 7 2-15,-2 7-2 16,0 11 3-16,0-2-3 16,-13 2-15-16,-4-6-86 15,6-17-83-15,1-19-298 16</inkml:trace>
  <inkml:trace contextRef="#ctx0" brushRef="#br0" timeOffset="32635.38">18322 6948 819 0,'0'0'84'0,"0"0"-8"16,0 0-62-16,0 0-14 16,0 0-7-16,0 0-4 15,20 29 11-15,-11 14 2 16,-4 11-2-16,-5 4-13 15,0 2-23-15,-9-6-40 16,-12-11-49-16,-1-14-70 16,0-16-200-16</inkml:trace>
  <inkml:trace contextRef="#ctx0" brushRef="#br0" timeOffset="32807.01">18100 7183 798 0,'0'0'93'0,"0"0"-31"15,0 0-38-15,0 0-24 16,0 0-2-16,83-23 2 16,-25 23 2-16,13 0-1 15,13 0-2-15,16 0-16 16,6 0-47-16,4 0-76 16,-5-20-190-16</inkml:trace>
  <inkml:trace contextRef="#ctx0" brushRef="#br0" timeOffset="33183.3">19033 6865 724 0,'0'0'3'0,"0"0"1"15,0 0 10-15,0 0 18 16,101 94 0-16,-76-47-15 15,-3 1 11-15,-2 2-11 16,-6-1-8-16,-2-9-5 16,-6-6 0-16,-4-13-2 15,-2-11 2-15,0-6-2 0,0-4 1 16,0 0 9-16,0-16 27 16,-5-15-35-16,-4-13-4 15,0-7-4-15,6 1 1 16,3 0 3-16,2 9 11 15,26 9-11-15,12 7-6 16,11 10-25-16,7 10 4 16,-1 5 5-16,-2 0-3 15,-9 19-21-15,-9 10-60 16,-19 3-42-16,-16-6-276 16</inkml:trace>
  <inkml:trace contextRef="#ctx0" brushRef="#br0" timeOffset="33400.51">18703 7331 593 0,'0'0'25'16,"0"0"-2"-16,0 0-23 15,0 0 81-15,91 30 25 16,-24-30-61-16,20 0-11 15,8 0-13-15,5 0-21 16,2 0-3-16,-10 0-12 16,-11-1-38-16,-28-6-126 15,-36-1-211-15</inkml:trace>
  <inkml:trace contextRef="#ctx0" brushRef="#br0" timeOffset="33595.15">18969 7454 349 0,'0'0'448'0,"0"0"-448"16,0 0 0-16,0 0 6 15,-36 99 4-15,36-63 15 16,0 6 2-16,0 5-15 16,5 0-8-16,-2 0-4 15,-2-5-15-15,2-9-82 16,4-10-51-16,8-16-79 15</inkml:trace>
  <inkml:trace contextRef="#ctx0" brushRef="#br0" timeOffset="34000.11">19245 7700 632 0,'0'0'210'16,"0"0"-104"-16,0 0-49 16,0 0-40-16,0 0-17 15,0 0-12-15,10 2 4 16,-10 23 8-16,0 2-1 15,0-3-18-15,0-6-17 16,0-7-9-16,17-8 0 16,14-3 36-16,7-11 0 15,3-14-29-15,-8-3 5 16,-8 3 33-16,-10 7 12 16,-5 8 44-16,-5 6-18 0,-4 4-14 15,2 0-24-15,3 6-13 16,2 10 11-16,5 2 2 15,1 5 1-15,5-4-1 16,4-2 0-16,2-6 1 16,-1-10 4-16,1-1-2 15,3-12 3-15,-1-16 12 16,-3-5-4-16,-7-5 3 16,-10-5-6-16,-7 0 1 15,-18-4-5-15,-25 7-7 16,-23 7 1-16,-7 14-1 15,4 16-11-15,10 3-50 0,24 22-91 16,18 1-100-16</inkml:trace>
  <inkml:trace contextRef="#ctx0" brushRef="#br0" timeOffset="34284.68">19986 7031 293 0,'0'0'331'0,"0"0"-328"16,91 37 1-16,-57 12 32 15,2 21 4-15,-4 13-9 16,0 13 9-16,-11 4-8 15,-18 4-20-15,-6 3-6 16,-40-3 1-16,-27-4-7 16,-17-12-30-16,-13-17-52 15,-7-16-72-15,-2-26-135 16</inkml:trace>
  <inkml:trace contextRef="#ctx0" brushRef="#br0" timeOffset="34714.88">17549 6878 620 0,'0'0'3'0,"-17"75"-3"16,8-13 15-16,-1 18 50 15,4 13-8-15,6 8-32 16,0 5-13-16,19-2-6 16,20-7-1-16,19-10-5 15,18-10-17-15,13-23-99 0,16-25-140 16</inkml:trace>
  <inkml:trace contextRef="#ctx0" brushRef="#br0" timeOffset="35351.06">20372 7068 470 0,'0'0'127'0,"0"0"-45"0,0 0-21 15,0 0 0 1,0 0-16-16,0 0-27 0,-3 4-11 16,8-4-3-16,16 0 5 15,10-15-3-15,9-7-4 16,4-9 0-16,6-9-2 16,-3-8-4-16,-6-9-5 15,-13-5 9-15,-15-2-1 16,-13 8 2-16,-2 11 2 15,-14 14 6-15,5 15 19 16,5 10 3-16,3 6-19 16,0 3-12-16,-1 22-34 15,-7 16 34-15,1 24 0 16,-3 19 1-16,7 9 0 0,6 1-1 16,6-13-8-16,22-17-27 15,5-11-24-15,5-17-54 16,-3-19-43-16,1-17-224 15</inkml:trace>
  <inkml:trace contextRef="#ctx0" brushRef="#br0" timeOffset="35537.8">20320 6872 515 0,'0'0'3'0,"85"-9"74"0,-25 4-1 16,10 2-16-16,10 3-39 16,10 0-21-16,10 0-10 15,1 0-146-15,-5-13-376 16</inkml:trace>
  <inkml:trace contextRef="#ctx0" brushRef="#br0" timeOffset="36295.46">17382 8428 161 0,'0'0'252'0,"0"0"-50"16,0 0-37-16,0 0-67 16,0 0-70-16,0 0-28 0,-9-6 0 15,35 37 2-15,1 8 0 16,-6 9 4-16,-7 10-3 15,-10 3 2-15,-4-1-4 16,0-4 1-16,0-6 0 16,-12-14-2-16,2-11 1 15,-1-10 1-15,1-10 3 16,1-5-3-16,-2 0 6 16,-3-22 1-16,-3-9-6 15,2-11-3-15,7-4-1 0,8-4-3 16,0 4 4-1,28 9 4-15,17 3-4 0,12 7-10 16,8 6-22-16,2 7 7 16,-8 9 7-16,-12 5-47 15,-23 0-104-15,-24 9-174 16</inkml:trace>
  <inkml:trace contextRef="#ctx0" brushRef="#br0" timeOffset="36731.16">17762 8674 573 0,'0'0'126'0,"0"0"-53"16,0 0-68-16,0 0 10 0,0 0 30 16,106 4-13-16,-49-4-8 15,17-5-9-15,17-8-11 16,9-1-4-16,-3-3 0 15,-12 0-32-15,-22 1-14 16,-28 1-50-16,-23 1 31 16,-12 0 0-16,-26-1-45 15,-19 1 87-15,-14 1 23 16,3 2 5-16,12 1 35 16,16 3 72-16,15 6 31 15,13 1-117-15,0 4-26 16,10 17-1-16,17 9 1 0,7 5 1 15,10 2 8 1,0-3 7-16,-3-3 9 0,-7-4-15 16,-10-6-1-16,-12-7-2 15,-7-4-6-15,-5-2 1 16,-17 3 1-16,-19-1 4 16,-11 0-4-16,-7-4-3 15,6 2-29-15,16-6-37 16,27-2-130-16,10 0-268 15</inkml:trace>
  <inkml:trace contextRef="#ctx0" brushRef="#br0" timeOffset="36955.25">19055 8511 723 0,'0'0'119'16,"0"0"-26"-16,0 0-91 15,0 0 2-15,0 0-6 16,-89 98 4-16,41-41-2 16,-3 9 2-16,4-4-2 15,8-4 0-15,11-13-6 16,14-19-28-16,5-12-19 16,8-12-30-16,1-2-5 15,0-21 65-15,5-19-409 0</inkml:trace>
  <inkml:trace contextRef="#ctx0" brushRef="#br0" timeOffset="37396.8">18685 8492 607 0,'0'0'127'15,"0"0"3"-15,0 0-72 16,0 0-53-16,0 0-5 16,0 0 0-16,82 44 1 15,-40 1 0-15,3 1 0 16,-3-2 0-16,-2-3 3 15,-4-3-2-15,-8-3-2 16,-9 1 0-16,-11-2 0 16,-8-5 0-16,-5-3-4 15,-24-5 1-15,-13-5 3 16,-7-4 0-16,-6-5 0 0,-4-7 2 16,1 0-1-16,2 0 2 15,9-5 2-15,16-2-1 16,13 0-3-16,15 2 1 15,3-5-2-15,15-4 0 16,25-7-10-16,21-4-1 16,18-4-1-16,11 0 6 15,4 3 3-15,-5 3 3 16,-14 4 0-16,-20 5 5 16,-19 6 9-16,-15 8-3 15,-9 0-11-15,-9 2-4 16,-3 18 2-16,0 8-3 0,-5 5-7 15,-10 3-13-15,4-4-38 16,4-4-35-16,4-11-6 16,3-9-71-16,0-8-207 15</inkml:trace>
  <inkml:trace contextRef="#ctx0" brushRef="#br0" timeOffset="37561.93">19310 8461 567 0,'0'0'214'0,"0"0"-186"16,0 0-28-16,0 0-62 15,0 0 53-15,0 0-7 0,93 90-44 16,-54-59-21 0,10-10-129-16</inkml:trace>
  <inkml:trace contextRef="#ctx0" brushRef="#br0" timeOffset="37847.25">19752 8609 421 0,'0'0'254'0,"0"0"-135"15,-87-13-56-15,55 13-26 16,2 19-26-16,3 12-10 16,8 9-1-16,5 9 1 15,7 3-2-15,7-1 1 16,0-6 0-16,12-11 0 15,2-14 0-15,-6-8 2 0,-5-8-1 16,-3-4 1-16,0 0 13 16,-6-6 26-16,-18-8-39 15,-4-1-2-15,-2 3 0 16,6 0-11-16,8 4-27 16,9 0-3-16,7-1-47 15,27-2-108-15,24-5-166 16</inkml:trace>
  <inkml:trace contextRef="#ctx0" brushRef="#br0" timeOffset="39243.84">19832 8724 193 0,'0'0'247'0,"100"-53"-60"16,-71 33-36-16,-11 6-78 0,-10 6 2 15,-5 5-34 1,-1 3-25-16,-2 0-16 0,0 9-14 16,0 12 11-1,0 8 1-15,0 4 0 0,0-2-3 16,0-6-11-16,0-10 7 15,11-10 6-15,5-5 3 16,3 0 4-16,1-19 4 16,3-3-1-16,-3-2 3 15,-13 2-5-15,-6 3 6 16,-1 5-4-16,0 4 2 16,-10 7-9-16,-8 3 0 15,-5 7-5-15,-3 18 0 16,1 6-2-16,4 10-5 0,6 3-4 15,9 4-3-15,6 1-15 16,9-3 14-16,24-11-32 16,13-11-13-16,12-16 32 15,6-8 14-15,2-9 17 16,-9-17 2-16,-13-2 2 16,-12 0 11-16,-17 1 62 15,-11 1-12-15,-4 6-21 16,0 1-7-16,0 8-4 15,-4 7 1-15,1 4-14 16,0 0-18-16,-3 5-10 16,-2 19 5-16,1 7 4 15,4 10 0-15,3 3-3 16,0 7-1-16,21 0 2 16,16-8 0-16,11-10 0 0,1-17 3 15,0-16 3-15,-2-13 1 16,2-20 1-16,-7-8-2 15,-7 0 0-15,-14 2-2 16,-18-1-1-16,-6 1 0 16,-40-1 0-16,-23 4-11 15,-4 3-6-15,8 10 0 16,21 9 17-16,20 6-2 16,14 5-6-16,7 3-17 15,0 0-22-15,18 0 16 16,22 0 31-16,20 1 9 0,11 4 9 15,1 0 1-15,-11-2-3 16,-19 1-4-16,-17 1 1 16,-11 0-10-16,-10 4-3 15,0 2-3-15,-4 5 3 16,0 3 2-16,0 2 0 16,0-2-2-16,0-5 1 15,0-5-1-15,0-4 1 16,19-5 1-16,6 0 4 15,8-7-2-15,4-16 2 16,-3-3 4-16,-5-1 2 16,-7 4-2-16,-6 6 4 15,-7 3-6-15,-4 8-5 16,-4 6-3-16,1 0-2 16,-2 0-9-16,4 3-3 15,3 14 10-15,5 3 4 0,6 3 0 16,4-3-2-16,4-7-3 15,3-7 5-15,-1-6 0 16,-1 0 1-16,0-15 0 16,-5-6 2-16,-7 1-3 15,-3 3 0-15,-7 5 0 16,-3 4 2-16,0 5 0 16,-2 3-2-16,0 0 0 15,1 0-5-15,1 0-8 16,4 11 8-16,4 1 5 0,7 2-1 15,3-6 1-15,3-3 0 16,1-5 1-16,1 0 3 16,-3-12-1-16,-6-5 4 15,-2 0-4-15,-8 0 0 16,-3 5 2-16,-1 4-5 16,-2 5 0-16,1 3 0 15,1 0-4-15,4 6-23 16,7 13 22-16,7 3 3 15,5 3 1-15,8-1-3 16,4-3-7-16,-4-7-2 16,-1-11 10-16,-3-3 3 15,-1-6 2-15,2-18-1 0,3-7 0 16,2-6-1 0,-2-7-1-16,-1-2 0 0,-10-5 1 15,-9-4 8-15,-8 1 12 16,-5 3 11-16,0 13 2 15,0 14 1-15,0 14-15 16,0 10-19-16,0 0-8 16,0 21-19-16,0 19 11 15,0 19 16-15,3 13 0 16,9 7 0-16,2-2-3 16,6-7-8-16,4-11-3 15,4-12 6-15,-2-16 0 0,-2-11-22 16,-5-12-23-1,-3-8-73-15,-2-7-49 0,-10-23-179 16</inkml:trace>
  <inkml:trace contextRef="#ctx0" brushRef="#br0" timeOffset="39437.14">21514 8516 688 0,'0'0'52'16,"0"0"-52"-16,0 0 0 15,0 0 6-15,0 0 61 16,87 4-5-16,-46-4-25 16,5 0-4-16,9 0-15 15,8 0-14-15,7-3-4 0,6-3 0 16,-5-1-58-16,0 0-103 16,-12-3-270-16</inkml:trace>
  <inkml:trace contextRef="#ctx0" brushRef="#br0" timeOffset="41391.79">22698 8531 558 0,'0'0'92'0,"0"0"36"16,0 0-72-16,0 0-56 15,0 0-4-15,0 0 4 16,19-8 8-16,-8 16-2 16,-1-2 4-16,-1 4 8 15,3 3-12-15,1 6 0 0,2 9-4 16,0 7-2-16,-4 5 3 15,-5 4-3-15,-2 1 1 16,-2-5-1-16,-2-4 2 16,0-9-4-16,0-10 1 15,0-8-5-15,0-6 3 16,0-3 3-16,0 0 9 16,0-19 23-16,-6-8-23 15,3-6-7-15,1-3 1 16,2-1-2-16,2 5-1 15,26 3-7-15,14 5-33 16,11 4-82-16,13 1-36 16,2 2-121-16,0 0 162 15,-3 5 67-15,-13 1 50 16,-16 3 50-16,-14 6 69 16,-12-1-31-16,-10 3-53 0,0 0-15 15,-2 7 11-15,-17 10 37 16,-3 5-36-16,-1 4-11 15,-1 1-13-15,6 0-5 16,8 0 1-16,5-8-4 16,5-5 2-16,5-8-2 15,17-6 7-15,8 0 9 16,3-10-4-16,0-11-4 16,-4-4 12-16,-10 1-4 15,-11 1-1-15,-8 4-5 16,0 7 30-16,0 6 10 0,0 6-20 15,-1 0-30 1,-9 11-12-16,4 11 6 0,6 9-8 16,0 3-21-16,25 0-22 15,17-3 49-15,17-6-21 16,13-15-34-16,1-10-12 16,4-8-14-16,-3-23 79 15,-10-10-11-15,-6-8-34 16,-11-5 11-16,-14-2 9 15,-19-4 35-15,-14 0 42 16,-5 1 74-16,-20 5 77 16,3 15 7-16,8 15-110 15,7 15-41-15,4 9-47 16,-2 6-2-16,-4 25-43 16,0 16 40-16,-1 13 3 0,8 10-1 15,2 3-1-15,0-1 1 16,5-1-7-16,11-4-21 15,13-8-44-15,8-14-43 16,11-15-19-16,-1-21-220 16</inkml:trace>
  <inkml:trace contextRef="#ctx0" brushRef="#br0" timeOffset="41708.09">24124 8785 675 0,'0'0'28'0,"0"0"-9"15,0 0-17-15,0 0 3 16,0 0 35-16,91-56 2 16,-63 43-18-16,-3-1-3 15,-2 0 6-15,-10 0-14 16,-4 1-7-16,-9-1-6 16,0 2 4-16,-6-1-4 15,-12 6-6-15,0 7 5 16,1 0-1-16,1 17-5 15,2 11-1-15,8 10-1 16,6 5-2-16,3 7 2 16,24-2 1-16,10-6 8 15,10-8-2-15,13-10 2 16,9-10-1-16,4-8-6 0,-2-6-57 16,-9-7-167-16,-20-23-198 15</inkml:trace>
  <inkml:trace contextRef="#ctx0" brushRef="#br0" timeOffset="41907.06">23867 8457 756 0,'0'0'45'15,"0"0"-45"-15,0 0 0 16,0 0 7-16,121 8 22 0,-56 0 9 15,10 4-17-15,10 0-9 16,6 2-12-16,3-1-18 16,0-9-184-16,-13-4-369 15</inkml:trace>
  <inkml:trace contextRef="#ctx0" brushRef="#br0" timeOffset="56709.8">1079 5476 344 0,'0'0'205'0,"0"0"-115"0,0 0 46 16,0 0-82 0,-2-76-8-16,-1 75 18 0,2 1-36 15,-2 0-28-15,-2 13-10 16,-8 21 6-16,-4 18 4 15,-11 15 0-15,-2 12 1 16,-4 1 3-16,0-3-3 16,4-14 2-16,9-22-3 15,6-18 0-15,6-14 1 16,6-9 0-16,0 0 3 16,-1-20 5-16,4-17-9 15,0-15-5-15,0-9-11 16,0-2-10-16,4 0-6 15,2 7 15-15,-1 6-10 0,4 7 0 16,7 7 12-16,12 8 15 16,4 12 1-16,8 16 3 15,9 0-4-15,-1 32-3 16,7 15 2-16,-1 12-1 16,-5 11 2-16,-7 3-1 15,-5-1 2-15,-10-12 0 16,0-14-1-16,-5-20-1 15,-7-11 1-15,4-13 1 16,-2-2 0-16,1-19 5 16,1-17-5-16,-5-14-1 15,-5-5-9-15,-8-2-5 0,-1 6-23 16,0 5-6-16,0 0 15 16,6 10-18-16,22 4-83 15,14 1-144-15</inkml:trace>
  <inkml:trace contextRef="#ctx0" brushRef="#br0" timeOffset="57159.85">2014 5334 536 0,'0'0'214'0,"0"0"-210"16,0 0-4-16,-38 99 39 15,13-40-7-15,2 13-17 16,6 8-1-16,10 5-4 0,5-1-4 15,2-6-3 1,0-23-1-16,0-14 2 0,0-17-3 16,5-15-1-16,-5-9-2 15,7-13 2-15,0-23-3 16,2-18-39-16,-1-14-5 16,-8-13 9-16,-3-4-20 15,-17 2 48-15,-2 3 10 16,9 10 8-16,13 7 6 15,7 14 21-15,24 14-14 16,7 16-15-16,-1 15 15 16,-2 4-21-16,3 25-4 15,-5 16 1-15,-3 8 3 0,-9 1 0 16,-10 0-2 0,-11-11-11-16,0-5-8 0,-11-9 19 15,-12-3-1-15,-5-5 3 16,-4-8 0-16,1-4-1 15,1-5-4-15,2-2 5 16,6-10-1-16,11-3-45 16,11 0-18-16,20-5-90 15,26-1-208-15</inkml:trace>
  <inkml:trace contextRef="#ctx0" brushRef="#br0" timeOffset="57527.04">2436 5441 614 0,'0'0'211'0,"0"0"-114"0,0 0-76 16,0 0-21-16,0 0-6 16,0 0 6-16,0 72 0 15,0-33 0-15,9 5 0 16,10 3 1-16,4 0 2 16,10-5-3-16,5-9-1 15,7-16-22-15,7-13 5 16,3-4-30-16,-7-23-8 15,-11-14 7-15,-17-7 44 16,-8-1 5-16,-12-1 15 16,0 3-8-16,-12-1 19 0,-5 5-13 15,0 7 60 1,3 11-2-16,8 12-32 0,5 8-21 16,1 1-18-16,0 7-22 15,0 18-1-15,4 11 23 16,13 0-2-16,13-2 0 15,15-7-5-15,17-12-4 16,14-11 10-16,12-4-38 16,3-4-13-16,-12-17-97 15,-25-8-169-15</inkml:trace>
  <inkml:trace contextRef="#ctx0" brushRef="#br0" timeOffset="57723.83">3182 5547 609 0,'0'0'121'0,"0"0"-80"16,107-12-14-16,-55 9-4 16,5 1-9-16,6 2-12 15,7 0-2-15,-8 0-68 16,-8 0-81-16,-21 0-214 15</inkml:trace>
  <inkml:trace contextRef="#ctx0" brushRef="#br0" timeOffset="57904.02">3242 5724 518 0,'0'0'194'0,"0"0"-189"16,0 0-5-16,0 0 21 15,0 0 13-15,83 33 10 16,-16-25-5-16,12-3-26 16,9-1-13-16,8-3-29 15,2-1-213-15</inkml:trace>
  <inkml:trace contextRef="#ctx0" brushRef="#br0" timeOffset="60343.06">4323 5651 186 0,'0'0'366'15,"0"0"-330"-15,0 0 46 16,0 0-22-16,0 0 28 0,0 0-31 16,0 0-34-16,-22-30-6 15,22 30-2-15,0 0 0 16,0 0-3-16,0 0 0 16,-2-1-8-16,2 1 0 15,0 0-4-15,2 0-6 16,27 0-3-16,19 0 8 15,21 3 1-15,4 0-2 16,7-3 1-16,5 0-4 16,-4 0 1-16,-5 0-7 15,-15-3 5-15,-22-3 0 16,-14 2 1-16,-16 0 5 16,-9-1 0-16,-7 4 0 0,-28 1-88 15,-17 0-29-15,-7 0 23 16,1 1-158-16</inkml:trace>
  <inkml:trace contextRef="#ctx0" brushRef="#br0" timeOffset="61438.05">5060 5242 231 0,'0'0'83'0,"0"0"27"16,0 0 13-16,0 0-43 16,0 0-19-16,0 0-15 15,0 0-27-15,44-14-16 16,-2 11 30-16,9 1 4 15,2 2-15-15,3 0-15 16,1 0-5-16,1 4-2 16,1 6 0-16,-2-1-21 15,-2-1-23-15,-13 1-32 16,-14-1-10-16,-14-3-70 0,-14-4-69 16</inkml:trace>
  <inkml:trace contextRef="#ctx0" brushRef="#br0" timeOffset="61745.31">5149 5263 111 0,'0'0'63'0,"0"0"31"16,0 0 9-16,0 0-41 16,0 0 4-16,0 0-19 15,1-16-14-15,-1 15 3 16,0 0-28-16,0-1-4 16,0 2-4-16,0 0 0 15,0 0-3-15,0 0-33 16,-1 0-32-16,-2 0 20 15,-1 4 43-15,-1 3-105 16,1-4-46-16</inkml:trace>
  <inkml:trace contextRef="#ctx0" brushRef="#br0" timeOffset="67850.55">4577 5525 91 0,'0'0'157'16,"0"0"-84"-16,0 0 43 16,0 0-18-16,0 0-5 15,0 0-56-15,0 0 37 16,-20-46-34-16,18 41 5 16,0 1-7-16,0 1-21 15,2 1 9-15,-1 1-1 16,1 1-9-16,0 0-13 15,0 0-3-15,-2 0-6 16,1 18-6-16,-2 16 10 16,-3 15 2-16,-9 15 0 15,3 6 2-15,-7 2-1 0,2-7 0 16,6-15 1-16,3-9-2 16,5-15 0-16,3-6-2 15,0-7-5-15,0-7-47 16,0-6-74-16,3-5-206 15</inkml:trace>
  <inkml:trace contextRef="#ctx0" brushRef="#br0" timeOffset="69200.69">4997 5356 244 0,'0'0'113'0,"0"0"-50"15,0 0 31-15,0 0-38 16,0 0-23-16,0 0 34 16,-37-15-28-16,37 15-21 15,0 0 2-15,0 0-7 16,0 0-9-16,0 0-4 0,0 0 5 15,10 8 7-15,5 4 8 16,3 2-7-16,4 3-3 16,8 7-6-16,5-2-3 15,2 2 4-15,6-2-4 16,-1-3-2-16,4-4 1 16,-7-3-5-16,-3-4-4 15,-8-1 6-15,-10-5-5 16,-9-1 1-16,-8-1 6 15,-1 0 1-15,0 0 10 16,0 0 29-16,0 0-10 16,-4-1-28-16,-4-4 1 15,0 3-2-15,2-1 0 16,1 1 0-16,2 2 0 16,-1 0 0-16,3 0-1 0,-6 0 0 15,-5 0 1-15,-1 2-2 16,-10 8 2-16,-5 4-1 15,-9 6 1-15,-13 5 0 16,-6 9 0-16,1 8-2 16,4 2 2-16,9 2-1 15,11-2-1-15,11-7 2 16,7-4 0-16,9-4 0 16,4-3-1-16,9-6-2 15,28-6 3-15,18-5 4 16,26-5-1-16,16-4 1 15,7 0 0-15,-1 0 2 0,-9-7 3 16,-10-4-7-16,-10-1 1 16,-10 1 2-16,-16 5-5 15,-17-1 1-15,-12 4 0 16,-16 1-1-16,-3 2-18 16,-26 0-34-16,-23 0-96 15,-16 0-163-15</inkml:trace>
  <inkml:trace contextRef="#ctx0" brushRef="#br0" timeOffset="70529.38">6277 5213 323 0,'0'0'91'16,"0"0"69"-16,0 0-72 0,0 0-35 15,3-72-19-15,-3 72 8 16,0 0-20-16,0 0-22 15,0 7-10-15,0 20 4 16,0 22 4-16,0 20 2 16,-6 16-2-16,-6 19 4 15,-4 12-1-15,0-1 1 16,-1-5 0-16,2-16 4 16,0-19-6-16,6-24 0 15,3-17 3-15,0-15-3 0,6-12 2 16,-1-7 4-1,-1-2 101-15,-1-26-28 0,0-17-79 16,-3-17-1-16,0-16-19 16,0-11 8-16,2-6-6 15,1 3-3-15,3 5 9 16,0 8-1-16,0 8 6 16,4 3-10-16,16 10 6 15,3 8 11-15,7 13-6 16,0 10 6-16,4 11-1 15,5 15 1-15,4 1 0 16,4 23-1-16,5 13-2 16,0 10 2-16,-4-2 1 15,-5 0-2-15,-13-6 2 16,-14-9 0-16,-13-4-7 0,-3-5-9 16,-26-2 6-16,-27-1 10 15,-23-1 2-15,-16-3 0 16,1-4 0-16,9-1-1 15,25-1 1-15,27 2-2 16,19 8-13-16,11 7-101 16,14 1-78-16,28-7-98 15</inkml:trace>
  <inkml:trace contextRef="#ctx0" brushRef="#br0" timeOffset="71561.47">6881 5196 216 0,'0'0'92'16,"0"0"43"-16,0 0-34 15,0 0 0-15,0 0 12 16,0 0-36-16,0-17-29 15,0 17-25-15,0 0-23 16,0 9-8-16,0 14 0 16,0 12 8-16,0 13 0 0,0 10 1 15,-9 4-1 1,-4 0 2-16,1 0 3 0,1-2-4 16,5-1 1-16,6-3-1 15,0-6-1-15,17-9 1 16,8-13 2-16,0-10-2 15,-1-8-1-15,0-9-1 16,0-1-3-16,1-1 3 16,-1-17 1-16,3-6 0 15,-6-9-1-15,-2-5 1 16,-6-5 2-16,-3-5 11 16,-1-5 1-16,-3 2-8 0,-3 0-5 15,-2 3 3 1,-1-1 3-16,0 3-6 0,0 2 1 15,0 6-1-15,0 3-1 16,0 5 2-16,0 6-1 16,0 4 2-16,0 7 1 15,0 5 3-15,0 3-5 16,0 5-2-16,0 0 0 16,0 0-1-16,0 0-1 15,0 4-6-15,0 14-6 16,-7 12 14-16,-5 5 0 15,7 6 0-15,5 0 0 16,0-2 0-16,21-5 0 16,15-6-2-16,19-8 2 15,21-9-1-15,18-9-8 0,14-2-36 16,3-11-103 0,-12-16-216-16</inkml:trace>
  <inkml:trace contextRef="#ctx0" brushRef="#br0" timeOffset="72163.94">6020 5213 358 0,'0'0'96'15,"0"0"-2"-15,0 0-68 16,0 0-19-16,0 0-3 16,121-6-1-16,-60 6-3 15,2 0-39-15,6-8-147 16</inkml:trace>
  <inkml:trace contextRef="#ctx0" brushRef="#br0" timeOffset="76024.58">7881 5581 450 0,'0'0'159'16,"0"0"-159"-16,0 0-1 16,0 0 1-16,-10 97 12 15,9-60 14-15,1 0-1 0,0-3-17 16,0-7 8 0,0-7-8-16,1-8-8 0,8-8 0 15,2-4 27-15,4 0 14 16,4-11 15-16,-1-14-23 15,6-11-25-15,-8-5-4 16,-10-4-2-16,-6-3 2 16,-6 0-4-16,-26 0-4 15,-6-4 2-15,-5 1-2 16,3 2 4-16,10 4 7 16,16 8 1-16,14 3-8 15,2 7 0-15,26 5-24 16,7 8-15-16,12 2 31 0,-2 7 8 15,1 5 0 1,-1 0 0-16,-5 2 1 0,-3 15-1 16,-10 10 0-16,-7 12 1 15,-7 16 4-15,-10 15-2 16,-3 12 3-16,0 15 3 16,0 6-6-16,3 2 2 15,9-7-4-15,6-11 4 16,4-12-4-16,-4-15 2 15,0-11-3-15,-4-16 1 16,-3-13-1-16,-3-9 0 16,-4-8-6-16,-4-3-7 15,0 0 13-15,0-19 17 16,-9-13-9-16,-11-16 1 0,-7-10-5 16,-11-10 2-16,-2-5 7 15,0 5 12-15,15 7 18 16,14 10-34-16,11 14-9 15,24 13 0-15,34 11-35 16,27 8-42-16,15 0-105 16,15-6-137-16</inkml:trace>
  <inkml:trace contextRef="#ctx0" brushRef="#br0" timeOffset="76756.49">8783 5535 753 0,'0'0'52'0,"0"0"-47"15,0 0-5-15,0 0-1 16,-28 74 1-16,28-40 0 16,0 2 0-16,9-3-6 15,22-10-26-15,6-13 15 16,8-10 16-16,0-7 0 15,-7-22 2-15,-7-5 2 16,-11-2 60-16,-10 0-20 16,-7 4-9-16,-3 6-1 15,0 6-12-15,-9 6 12 0,2 7-23 16,4 6-5-16,1 1-5 16,1 5-17-16,-1 17-27 15,1 10 43-15,1 12 0 16,3 4-5-16,21-2-23 15,10-8-12-15,7-13 19 16,3-22-3-16,7-4 25 16,-1-32 0-16,-3-11 6 15,-5-5 5-15,-8-2 17 16,-12-2-12-16,-14-1 7 16,-8-2 21-16,-9 0-37 15,-14 7 23-15,2 13 0 16,8 16 24-16,7 13-39 0,6 7-15 15,0 0-17 1,0 26-50-16,0 18 45 0,9 15 22 16,15 5 0-16,7 3-2 15,10-10-26-15,3-14-3 16,-2-16 27-16,2-17-24 16,-2-10 22-16,0-17 6 15,6-20 3-15,-4-11 1 16,-7-6 1-16,-10-6 4 15,-22-3 16-15,-5-1 6 16,-28 2-29-16,-9 9 11 16,7 19 1-16,10 15 5 0,12 14-13 15,6 5-6 1,-2 19-18-16,2 20-13 0,-1 19 29 16,3 13 3-16,0 7-1 15,9-5 0-15,20-4 0 16,8-14-2-16,6-14-6 15,11-8-15-15,7-12-24 16,7-16-138-16,11-9-347 16</inkml:trace>
  <inkml:trace contextRef="#ctx0" brushRef="#br0" timeOffset="77489.77">10446 5125 903 0,'0'0'30'0,"0"0"-4"0,0 0-26 15,0 0-17-15,0 0 17 16,-2 117 3-16,2-49-1 16,3 2-2-16,8-4 0 15,2-12-6-15,5-16-27 16,3-15 2-16,4-14 19 15,1-9 11-15,4-8 1 16,0-22 0-16,-1-10-12 16,-8-10 5-16,-10-2 7 15,-11 4 3-15,0 9 10 16,0 16 33-16,-5 12-12 16,4 8-24-16,1 3-10 0,0 8-33 15,0 18-7-15,6 12 40 16,13 7 2-16,-1 5-2 15,0-4 0-15,-2-9 0 16,-1-11-9-16,-2-14-8 16,-4-7 8-16,2-5 9 15,5 0 3-15,2-11 5 16,5-7-3-16,-6-1-2 16,-6-1 2-16,-5 5 1 15,-2 6-1-15,-2 4 4 16,2 5-8-16,1 0-1 15,5 0-45-15,11 10 29 16,9 4 15-16,10 3 0 0,12-4-2 16,12-4 3-16,8-6 3 15,3-3-3-15,-7 0 0 16,-5-10 0-16,-13-7-18 16,-15-3-19-16,-11-2 12 15,-15 1-13-15,-9-1 38 16,-3-4 5-16,-24 2 17 15,-9-1 27-15,-4 8-10 16,3 9-9-16,2 8-30 16,4 4-4-16,1 22 2 15,5 6-1-15,7 9 3 16,11 4-2-16,7-3-5 0,25-3 5 16,18-10 2-16,9-5 3 15,10-7 0-15,3-8-6 16,-3-4-5-16,-11-5-157 15,-12-5-277-15</inkml:trace>
  <inkml:trace contextRef="#ctx0" brushRef="#br0" timeOffset="77691.96">10163 5281 501 0,'0'0'55'16,"0"0"-51"-16,0 0 21 16,86 19 28-16,-53-14-20 15,1 0-8-15,6-1-14 16,4 0-7-16,11 0-4 16,9-4-48-16,13 0-246 15</inkml:trace>
  <inkml:trace contextRef="#ctx0" brushRef="#br0" timeOffset="78495.82">4226 6617 588 0,'0'0'115'16,"0"0"18"-16,0 0-64 0,0 0-69 16,0 0-7-16,0 0 5 15,-27 87 2-15,24-9 0 16,0 12 3-16,1 5-3 16,2-5 1-16,0-11-1 15,0-11 0-15,0-12-1 16,5-14-7-16,1-16-33 15,-3-11-44-15,3-15-62 16,-1-5-182-16</inkml:trace>
  <inkml:trace contextRef="#ctx0" brushRef="#br0" timeOffset="78706.04">4130 6599 616 0,'0'0'12'0,"91"-45"11"16,-30 33 25-16,11 2-11 16,6 6-1-16,1-1-21 15,-6 5-8-15,-5 0-1 16,-15 0-6-16,-7 11-11 16,-22 4-62-16,-24 7-60 15,-16 2-125-15,-38 2 43 16</inkml:trace>
  <inkml:trace contextRef="#ctx0" brushRef="#br0" timeOffset="79604.09">4205 6849 243 0,'0'0'83'16,"-27"72"15"-16,27-31-9 15,0-1-47-15,15-5 10 16,19-8 21-16,16-13-23 16,14-13 36-16,12-1-21 15,4-9-27-15,-2-11-11 16,-12-2-19-16,-14 5-1 15,-24 6 0-15,-14 6 0 16,-10 5-7-16,-4 0 0 16,0 4-7-16,0 15-7 15,-9 5 14-15,2 2 2 16,2-2-2-16,5-1 0 0,0-2 1 16,9-1 0-16,13-6-1 15,4-7 3-15,-1-7-3 16,5-2 3-16,0-20 3 15,-3-8-2-15,-3-3-1 16,-5 2-2-16,-10 6 0 16,-1 8 1-16,-5 9 1 15,-1 5-3-15,0 3-1 16,4 2-21-16,4 13-27 16,10 7 49-16,14 1-1 15,11-1-2-15,10-5 3 16,6-4 0-16,-3-11-6 15,-7-2-13-15,-5-13 10 0,0-17-9 16,-4-11-43 0,-3-13 4-16,-8-9 57 0,-8-5 3 15,-13-1 34-15,-10 5 25 16,-10 7-4-16,-13 13-7 16,5 17-15-16,8 13-1 15,4 14-35-15,3 4-2 16,0 26-42-16,-1 14 44 15,4 16-1-15,0 14 2 16,0 9-3-16,23 1 2 16,10-3-1-16,11-10 1 15,9-14-2-15,2-13 1 16,2-18-3-16,-5-14 4 16,-7-12 0-16,-8-3 2 0,-14-18 1 15,-13-7 1-15,-7-2 7 16,-3 5 7-16,0 6-7 15,0 7 0-15,0 9-8 16,0 3-3-16,-1 0-20 16,1 13-18-16,0 7 31 15,6 3 3-15,16 1-5 16,12-8 5-16,20-7 2 16,10-9 4-16,3 0 3 15,-1-22-2-15,-15-8 0 16,-11-4 1-16,-14 0 3 15,-12 1 17-15,-9 2-5 0,-5 5 0 16,0 8-4-16,0 9-13 16,0 9-2-16,-6 0-5 15,-5 17-38-15,-5 14 19 16,2 11 17-16,8 6-15 16,6 2-11-16,21-3-24 15,25-8-6-15,12-16-14 16,7-13-32-16,-6-10-184 15</inkml:trace>
  <inkml:trace contextRef="#ctx0" brushRef="#br0" timeOffset="79854.11">6626 7054 775 0,'0'0'86'16,"0"0"-14"-16,0 0-72 15,0 0-21-15,0 0 21 16,0 86 0-16,0-47 3 15,4-5-2-15,-1-9 3 16,-1-11 4-16,-1-8 1 16,-1-4-7-16,0-2-1 15,0 0 2-15,3 0 4 16,2-14 5-16,2-13-6 16,8-7-6-16,1 1-17 15,6 3 3-15,4 8-30 16,6 8-89-16,2 5-119 15</inkml:trace>
  <inkml:trace contextRef="#ctx0" brushRef="#br0" timeOffset="80153.34">6897 7157 315 0,'0'0'184'16,"0"0"-124"-16,0 0-23 15,0 0 2-15,105-92 0 16,-79 60-7-16,-3-2 9 15,-8 2-1-15,-3 1-2 16,-8 2-1-16,-4 7-5 16,0 3 0-16,-16 11-31 15,-14 8-1-15,-12 5-5 16,-7 27-4-16,1 11 1 16,4 10 2-16,11 1 4 0,15 4 1 15,18-1-4-15,18-7 5 16,39-10-3-16,29-12 3 15,17-14 6-15,9-14 0 16,2 0-6-16,-10-13-12 16,-18-12-64-16,-25-9-122 15,-34-9-268-15</inkml:trace>
  <inkml:trace contextRef="#ctx0" brushRef="#br0" timeOffset="80385.18">5672 6723 608 0,'0'0'98'0,"0"0"-85"15,0 0 8-15,81 0 59 16,-37-2-36-16,11-4-22 15,16 2-12-15,16-2-10 16,13 0-26-16,7-5-150 16,1-9-305-16</inkml:trace>
  <inkml:trace contextRef="#ctx0" brushRef="#br0" timeOffset="81938.01">8860 6705 223 0,'0'0'140'0,"0"0"-71"16,-91-57 57-16,59 41-29 15,-1 3-7-15,9 5 7 16,4 1-47-16,0 7-31 16,-3 3-15-16,-7 24-4 15,-7 13 0-15,-3 21 3 16,1 16-2-16,3 6 1 16,12 0-1-16,8-10-1 15,11-11-5-15,5-12-46 16,36-14 5-16,33-15-19 15,23-14 63-15,19-7-2 16,-1-14-41-16,-13-11 31 0,-24-2 14 16,-27 2 16-16,-26 1 89 15,-19 2-11-15,-1 2-48 16,-9 3-11-16,-12 4-28 16,-1 11-7-16,0 2-1 15,1 7-1-15,3 13-1 16,3 4 1-16,7 2-1 15,8-5-10-15,0-4 1 16,14-5 2-16,18-9 6 16,15-3 4-16,7-7 4 15,-5-11-2-15,-12-2 3 16,-14 1 8-16,-13 1 13 0,-7 3-2 16,-3 1 9-16,0 7-25 15,0 2 0-15,0 5-8 16,-3 0-9-16,-6 9-15 15,-1 15 4-15,4 5 15 16,4 7 0-16,2 2-5 16,11-1 2-16,18-7 0 15,13-11 2-15,6-11 5 16,10-8 1-16,5-10 0 16,4-23 0-16,3-11 2 15,-6-7-2-15,-6-4-6 16,-14-2 1-16,-18-1 4 15,-16 0 0-15,-10-2-1 0,0 10 2 16,-5 10 3 0,-6 18-2-16,5 12-1 0,4 10 0 15,2 8-11-15,0 27-64 16,2 20 72-16,9 12 3 16,-1 11 0-16,-1-6 0 15,-4-5 0-15,-4-13 0 16,-1-10 2-16,0-13 1 15,0-12 2-15,0-8 3 16,0-5-4-16,0-5-4 16,0-1 3-16,-12 0 10 15,-12-5 7-15,-14-15-20 16,0-6-12-16,9-5-20 16,15 1 21-16,14 6 10 0,43-2-30 15,25-1-154-15,21-2 41 16,5 0 32-16,4-10 92 15,-5-3 20-15,-4-10 13 16,-13-4 14-16,-17 1 40 16,-24 1 13-16,-20 10 24 15,-15 1 12-15,-7 4-62 16,-11 13-8-16,5 9 10 16,2 16-15-16,0 2-41 15,-5 33-37-15,-4 19 35 16,-2 24 2-16,8 13-1 15,10 6-9-15,4-4-26 0,10-18 2 16,10-22-11-16,1-15-30 16,1-18-8-16,-2-16 73 15,1-3-13-15,0-23 21 16,-3-8-1-16,-4-5 3 16,-6 2 28-16,-5 1 42 15,-1 8 18-15,-2 8-26 16,0 10 14-16,0 7-46 15,0 0-30-15,4 2-11 16,6 22-35-16,5 8 46 16,7 13 2-16,5 2-2 0,5-1-17 15,4-8-26 1,4-9-2-16,8-12-44 0,5-17-30 16,10-6-355-1</inkml:trace>
  <inkml:trace contextRef="#ctx0" brushRef="#br0" timeOffset="82185.19">11292 6724 926 0,'0'0'20'0,"0"0"2"15,0 0-22-15,0 0-28 16,0 0 26-16,-3 126 2 15,-3-51 0-15,3 4 3 0,0-4-3 16,3-8 0-16,0-10 0 16,0-8-2-16,0-13-6 15,0-9-42-15,0-10-7 16,0-11-43-16,3-6-59 16,3-22-137-16</inkml:trace>
  <inkml:trace contextRef="#ctx0" brushRef="#br0" timeOffset="82350.36">11290 6720 656 0,'0'0'121'0,"0"0"-87"0,107-58-23 16,-44 50 0-16,10 6 0 16,8 2-10-16,1 0 1 15,-5 10-2-15,-5 4-14 16,-13-2-129-16,-18-5-133 15</inkml:trace>
  <inkml:trace contextRef="#ctx0" brushRef="#br0" timeOffset="83834.84">11302 6958 273 0,'0'0'32'15,"0"0"71"-15,-7 75 2 16,18-54-30-16,22-3-3 15,16-4 14-15,12-7-18 0,8-5-18 16,1-2-34-16,-1-6-8 16,-5-15-3-16,-9-9-1 15,-1-8-2-15,-5-9 1 16,-8-6-2-16,-9 2-1 16,-8 4 0-16,-10 5 2 15,-7 11 0-15,-6 6 0 16,-1 8 5-16,0 7 18 15,0 6 9-15,0 4-7 16,0 0-27-16,0 9-8 16,-1 20-9-16,-12 19 17 15,2 21 0-15,4 9 0 16,5 3-5-16,2-6-1 0,5-14-3 16,11-11 0-16,6-13 1 15,2-12 0-15,0-10 4 16,-6-7-6-16,-5-8-9 15,-4 0 16-15,-2-12 3 16,-3-14 13-16,-1-4 14 16,-3-3-14-16,0-1-5 15,0 3 19-15,0 9 8 16,0 6-22-16,0 7-1 16,0 9-6-16,0 0-6 15,0 0-3-15,0 0 2 16,0 0-5-16,0 0 0 15,0 0-6-15,0 0 2 0,0 0 3 16,0 0 7-16,0 0 1 16,0 0 0-16,0 0-1 15,0 0 1-15,0 0 1 16,0 0 1-16,0 0 1 16,0 0 4-16,0-3 7 15,0 3 0-15,0-2 1 16,0-3-2-16,0 1-12 15,0-2 1-15,0 4-2 16,0-1 2-16,0 1-2 16,0 2-1-16,0 0 0 15,0 0 0-15,0 0-1 16,0 0-2-16,0 0 0 16,0 0-1-16,-3 0-6 0,-5 17-17 15,-2 12 21-15,-2 7 6 16,5 7-1-16,5 1-7 15,2-4-7-15,9-7 2 16,13-8 6-16,5-11 2 16,2-8 0-16,2-6 5 15,6-3 0-15,4-20 5 16,-1-4-3-16,-9-4 0 16,-13 0-1-16,-11-6 8 15,-7-3-6-15,-8-3-3 16,-25-3-2-16,-11 6-1 15,0 9 2-15,5 14-1 16,9 6-3-16,8 11-9 0,8 0-4 16,7 2-8-16,7 12-5 15,0 2 22-15,9 2 7 16,22-1-3-16,19-1 5 16,16-4 0-16,5-4 3 15,-7-5-3-15,-15-1 4 16,-21-2-3-16,-13 0 0 15,-10 0 7-15,-5 0 5 16,0 0 4-16,0 0-10 16,0 0-7-16,0 4-4 0,0 7-11 15,-8 3 10 1,4 3 5-16,2 0-18 0,2-3 3 16,6-4 0-1,12-6 11-15,2-4 4 0,-1 0 1 16,2-12 3-16,-2-11 32 15,2-2-20-15,-2-4 3 16,-5 7 0-16,-3 6-11 16,-4 8 0-16,-6 5-2 15,1 3-6-15,5 0-5 16,9 6-22-16,6 13 26 16,3 8-1-16,5 0 2 15,4-3-13-15,5-6 4 16,2-8 6-16,3-10 3 15,2 0 1-15,-3-10 2 0,5-11-3 16,-2-8 0 0,-6-4-1-16,-10-5-6 0,-15-7-19 15,-12-1 16-15,-3 4 7 16,0 9 3-16,0 13 24 16,0 11 15-16,-1 9-39 15,1 0-4-15,0 21-55 16,0 11 42-16,0 16 17 15,7 7 2-15,4 0-1 16,-1-4 1-16,2-14-2 16,-2-7 3-16,-2-10 1 15,-3-6 2-15,-4-5 6 0,-1-2-11 16,0-2 0 0,-17 1 0-16,-24 0-1 0,-22 0-10 15,-9-1-100-15,4-5-182 16</inkml:trace>
  <inkml:trace contextRef="#ctx0" brushRef="#br0" timeOffset="84532.9">13446 6909 501 0,'0'0'183'0,"0"0"-183"15,0 0-14-15,0 0 14 16,0 0 53-16,0 0 26 16,114 18-25-16,-63-18-26 0,2-5-7 15,3-8 4-15,4-1-15 16,-1-6-4-16,-4 0-3 16,-10-1-1-16,-14 2-1 15,-13 4 3-15,-7 3 13 16,-8 6-6-16,-2 1-5 15,-1 5-6-15,0 0 4 16,0 0-4-16,0 0-23 16,-16 20-82-16,-2 5 72 15,0 3-116-15,17-5-94 0</inkml:trace>
  <inkml:trace contextRef="#ctx0" brushRef="#br0" timeOffset="84854.79">14336 6574 723 0,'0'0'123'15,"0"0"-31"-15,0 0-41 16,0 0-14-16,0 0-37 15,0 0-4-15,25 24 4 16,-17 40 0-16,-1 16 3 0,-1 14-3 16,-4 3-1-16,-2-7-2 15,0-17 1-15,0-15 1 16,0-17 1-16,0-15-3 16,0-11-18-16,0-10-4 15,7-5-3-15,2-8 18 16,7-22-32-16,1-13-95 15,-14-14-316-15</inkml:trace>
  <inkml:trace contextRef="#ctx0" brushRef="#br0" timeOffset="85049.19">14030 6581 714 0,'0'0'20'0,"0"0"29"15,91-64-16-15,-33 53-14 16,11 1 3-16,9 5 2 15,11 5 1-15,2 0-20 16,-1 1-4-16,-4 13-1 16,-10 5-13-16,-15 3-34 15,-22 4-110-15,-21-1-91 16,-21-2-140-16</inkml:trace>
  <inkml:trace contextRef="#ctx0" brushRef="#br0" timeOffset="85482.97">13943 7308 588 0,'0'0'51'0,"0"0"-49"16,98 10 19-16,-30-10 49 16,13 0 8-16,7 0-53 15,3-12-15-15,-3 1-9 16,-12 1 3-16,-18-1 5 15,-22 4-3-15,-15 2 2 16,-17 1 26-16,-4 4 5 16,0 0-39-16,0 0 0 15,0 2-18-15,-3 12-22 16,-6 6 40-16,-1 2 3 16,7 1-3-16,3-2-3 0,4-6-12 15,22-7 6-15,4-5 9 16,11-3 4-16,-2-5 0 15,-3-15-2-15,-8-5 4 16,-10-3 21-16,-14-3-2 16,-4-3-7-16,-10-2-7 15,-21 2 1-15,-8 4-5 16,2 10-5-16,5 12-2 16,8 8-2-16,9 12-48 15,10 18-54-15,9 8-53 16,42-4-13-16,29-7-328 15</inkml:trace>
  <inkml:trace contextRef="#ctx0" brushRef="#br0" timeOffset="85628.21">15153 7342 666 0,'0'0'158'15,"0"0"-71"-15,0 0-25 16,0 0-34-16,0 0-28 15,0 0-15-15,-16 18-88 16,16-3-59-16,4-7-152 16</inkml:trace>
  <inkml:trace contextRef="#ctx0" brushRef="#br0" timeOffset="99750.15">2688 9718 433 0,'0'0'164'0,"0"0"-99"15,0 0 4-15,0 0-5 16,0 0-22-16,0 0-8 16,0 0 2-16,0 0-12 15,-7-36-2-15,7 36-2 16,0 0-10-16,-2 0-1 15,2 0-9-15,0 0-1 16,0 0 0-16,0 3-5 16,-3 14 3-16,-3 10 3 15,-6 11 0-15,-6 10 1 16,-3 3-1-16,-1 7 1 0,-2 0-1 16,5 0-2-16,-2-3-2 15,3-3-17-15,6-3-26 16,0-6-41-16,6-11-66 15,3-15-60-15,3-17-239 16</inkml:trace>
  <inkml:trace contextRef="#ctx0" brushRef="#br0" timeOffset="100583.11">3034 9801 608 0,'0'0'138'16,"0"0"-21"-16,0 0-71 15,0 0-18-15,0 0-15 16,0 0-12-16,-6-21-1 16,3 26-2-16,-1 14 2 15,1 7 0-15,1 5 1 16,1 11-1-16,1 0 3 15,0 2-3-15,0-7 0 16,1-6 3-16,10-7-3 16,5-10-7-16,2-10-6 15,3-4 2-15,6 0-4 16,-4-13 5-16,-3-11 10 0,-4-1 0 16,-5-8 1-16,-1-2 1 15,-10-2 2-15,0 0 8 16,0 3 8-16,-13 0-10 15,-4 1-1-15,-5 2 4 16,4 4-7-16,2 6 3 16,1 7-2-16,9 6 1 15,6 6-8-15,0 2-5 16,0 0-22-16,0 11-69 16,0 13 45-16,-3 5-115 15,-3-4-162-15</inkml:trace>
  <inkml:trace contextRef="#ctx0" brushRef="#br0" timeOffset="101269.56">3419 9994 680 0,'0'0'166'0,"0"0"-80"16,0 0-59-16,0 0-27 15,0 0-1-15,0 0-4 16,-6 22 5-16,-7 5 1 15,-2 5 2-15,-7 5-3 16,3 2-29-16,-6 3-38 16,3-4-88-16,1-11-123 15</inkml:trace>
  <inkml:trace contextRef="#ctx0" brushRef="#br0" timeOffset="102266.14">3655 9746 760 0,'0'0'88'0,"0"0"-21"15,0 0-67-15,0 0-7 16,0 0 1-16,0 0 6 15,15 109 1-15,-5-52 1 16,-1 1-2-16,3-4 0 16,4-6 0-16,1-10-22 15,1-8 12-15,1-10-12 0,-5-11-11 16,9-9-8 0,-2-1 21-16,3-23 0 0,0-10 8 15,0-7 12-15,-5-4 36 16,-7-1 22-16,-9-1-24 15,-3 5 2-15,-4 5-25 16,-20 9 2-16,0 7-13 16,4 7-10-16,4 7-5 15,7 4 4-15,6 3-1 16,0 0-28-16,3 0-38 16,0 4 40-16,0 6 30 15,11-2 1-15,8-1 6 16,4 0 1-16,6-1 0 15,5-2 1-15,1-1 1 16,-4 1-1-16,1-4-1 0,-1 3 0 16,-6 1 0-16,-4 1 0 15,-2 3 5-15,-5 1-5 16,-1 2 2-16,-2 3 1 16,-5 3-3-16,4 2 0 15,-4 7 5-15,-1 3 2 16,4 0-3-16,1 2 0 15,1 0 0-15,2-4-3 16,8-4 1-16,1-6 0 16,9-10 4-16,4-7-1 15,2-3 4-15,-4-21-1 16,0-5 31-16,-11-6-21 0,-9-5-10 16,-12-1-6-16,-1 3-2 15,-17 3-2-15,-10 4-21 16,2 4-27-16,11 6 25 15,13 7 12-15,1 3 5 16,18 7-12-16,16 1 17 16,2 3 3-16,0 0 1 15,1 7 6-15,-4 6 6 16,-3 5 1-16,-5 2 1 16,-3 2 4-16,-4 5-8 15,0 2 8-15,-4 2-8 16,0 2-8-16,-1-3-1 0,1-3 0 15,1-2-1-15,3-7 2 16,4-8-3-16,7-10-14 16,8 0 9-16,8-14-7 15,-2-12-1-15,-3-6 13 16,-11-2 50-16,-12-3-16 16,-9 3 6-16,-8 0-4 15,-8 0-12-15,-30 4-18 16,-20 5-6-16,-23 8-2 15,-5 12-4-15,1 5-57 16,19 9-39-16,30 9-59 16</inkml:trace>
  <inkml:trace contextRef="#ctx0" brushRef="#br0" timeOffset="106460.83">3259 8296 132 0,'0'0'145'0,"0"0"-114"16,-1 76 55-16,1-46-5 15,0-2-29-15,3 0-21 16,9-1-10-16,6-4-4 0,4-3-6 15,6-3-5-15,10-5 3 16,5-5-2-16,8-4-7 16,2-3-12-16,-5-3-79 15,-3-14-63-15,-11-6 58 16,-10-2 69-16,-9-4 27 16,-6 1 7-16,-9 1 71 15,0 1 63-15,-3 5-10 16,-10 5-60-16,6 6 43 15,0 7-43-15,4 3-53 16,-1 14-18-16,-1 21-10 16,-1 13 10-16,0 13 1 0,0 9 0 15,-1 2-1 1,4 1 0-16,-3 0-41 0,3-11-67 16,1-9 10-16,2-16-79 15,0-13-271-15</inkml:trace>
  <inkml:trace contextRef="#ctx0" brushRef="#br0" timeOffset="106795.73">3918 8804 699 0,'0'0'95'0,"0"0"-30"15,0 0-65-15,0 0-6 16,0 0 6-16,0 0 0 16,-33 87 0-16,28-50 0 15,2-6 0-15,3-7 0 16,0-7-13-16,8-13 4 16,17-4 9-16,3-7 8 15,2-17 0-15,-5-5 6 16,-9-1 13-16,-11-3 1 15,-5 0-1-15,0 6-17 16,-18 5 4-16,-10 10-14 16,-2 12-9-16,2 0-72 15,7 17-104-15,9 3-208 0</inkml:trace>
  <inkml:trace contextRef="#ctx0" brushRef="#br0" timeOffset="108559.94">7375 8398 559 0,'0'0'77'16,"0"0"10"-16,0 0 11 16,0 0-64-16,0 0-34 15,0 0-1-15,-17-3-7 0,17 20 5 16,0 13 3 0,5 6 1-16,5 7 6 0,0 3-3 15,-2-1-3-15,0-5 3 16,8-6-4-16,2-10-27 15,6-10-4-15,4-9 17 16,3-5-24-16,3-2-23 16,1-18 22-16,-7-6 9 15,-11-3 30-15,-7 1 1 16,-7 0 8-16,-3 4 9 16,0 3 45-16,0 8 14 15,0 6-2-15,0 7-19 16,0 0-56-16,0 9-7 15,0 21-11-15,0 7 18 0,0 10 0 16,0 4 0-16,-1 2-1 16,-5 0 4-16,0-1-6 15,6-7-25-15,0-9-58 16,0-8-35-16,23-16-96 16</inkml:trace>
  <inkml:trace contextRef="#ctx0" brushRef="#br0" timeOffset="108763.13">8071 8867 881 0,'0'0'72'0,"0"0"-27"0,0 0-45 16,0 0 0-16,0 0-8 15,0 0 8-15,-30 64 2 16,21-31-1-16,2 5-1 15,-2-1-2-15,2 0-21 16,-2 0-42-16,-2-6-89 16,1-11-149-16</inkml:trace>
  <inkml:trace contextRef="#ctx0" brushRef="#br0" timeOffset="116420.6">6621 9715 461 0,'0'0'133'16,"0"0"-40"-16,0 0-44 16,0 0 18-16,0 0-36 15,0 0 0-15,0 0-6 16,15-67-16-16,-12 60 10 16,-1 3-8-16,-1 2 18 15,2-4-19-15,3 1-9 16,2 0 2-16,4 0-3 15,10 1-2-15,9 1 2 16,7 3-1-16,3 0 0 16,-3 3 1-16,-6 9-1 15,-5 5-6-15,-10 4-13 16,-4 4 12-16,-13 0-13 0,0 3-2 16,-19 0-4-16,-16 2 21 15,-8-4 6-15,0-4-26 16,7-7 11-16,8-3-4 15,13-5 19-15,8 1-2 16,5-2-2-16,2 0-22 16,2 3 10-16,14-1 14 15,9 2 2-15,3 1 1 16,1 3-1-16,-2 3 0 16,-3 1 0-16,-5 1 0 15,-7 3 0-15,-3-3-1 16,-6 0-3-16,-3-1 4 0,0 1-4 15,-20 0 4-15,-9 1 4 16,-4 0 2-16,-6-2-3 16,0-3 0-16,5-3-3 15,6-4-54-15,11-2-51 16,11-6-175-16</inkml:trace>
  <inkml:trace contextRef="#ctx0" brushRef="#br0" timeOffset="116629.6">7100 10099 731 0,'0'0'158'16,"0"0"-116"-16,0 0-42 0,0 0-6 15,0 0 6-15,-28 75 2 16,19-37-1-16,0 1-1 15,1-2-9-15,0-1-62 16,-2-12-87-16,0-6-100 16</inkml:trace>
  <inkml:trace contextRef="#ctx0" brushRef="#br0" timeOffset="117484.58">7194 9872 709 0,'0'0'52'0,"0"0"-16"16,0 0-36-16,0 0 0 16,0 0-1-16,0 0 0 15,78 81 1-15,-66-51 1 16,1-2-1-16,-4-2 2 15,3-6-2-15,-5-5 2 16,1-6 1-16,-2-4-1 16,-3-4 1-16,4-1-1 15,1 0 2-15,-2-3 3 16,0-14-3-16,-3-3 1 0,-3-6 3 16,0-1-4-16,-15 0-3 15,-6-1-1-15,-1 4 0 16,2 3 1-16,8 5 1 15,6 2-1-15,6 2 3 16,0 2 5-16,12 0-1 16,12-1-7-16,9 3-1 15,7 1 0-15,-1 5 0 16,0 2-3-16,-2 0 3 16,-7 4 0-16,-6 10 0 15,-5 2 0-15,-4 2-2 16,-3 4 0-16,-6 2-1 15,-5-2-2-15,-1 1 1 0,0-3-2 16,0-2 5-16,0-4-3 16,0-2 4-16,0-2 0 15,0-5-4-15,0 2-9 16,0-4-12-16,11-3-16 16,10 0 41-16,-1-8 5 15,0-11-1-15,-4-4 28 16,-5-2-1-16,1-2-15 15,-3 4 1-15,3 6 13 16,2 8-27-16,3 5-3 16,4 4-4-16,6 0 0 15,-1 12 1-15,6 7 2 0,-2 5 0 16,1 7-1 0,-1-4 2-16,-3 2-1 0,-4-5 1 15,-6-7 1-15,1-5-1 16,-8-2-1-16,-2-7-7 15,-1-2-2-15,-2-1 10 16,7-1 1-16,1-14 1 16,-1-6-1-16,-3-4 12 15,-5-2 7-15,-4-1-8 16,0-1 0-16,0-1-1 16,-7 1-2-16,-7-1 0 15,-3 5 0-15,-4 3-7 16,-2 10-2-16,-5 9-23 0,-5 3-71 15,-5 0-136-15</inkml:trace>
  <inkml:trace contextRef="#ctx0" brushRef="#br0" timeOffset="118781.74">9409 8398 637 0,'0'0'136'16,"0"0"-55"-16,0 0-20 15,0 0-43-15,0 0-18 16,0 0-2-16,40 51 2 16,-16-8 0-16,-1 3 0 15,1-3 1-15,-1-9 2 16,4-12-3-16,3-10-2 0,4-12 2 15,8 0 0-15,6-10 3 16,0-16-3-16,-2-5-3 16,-9-3 3-16,-13 0 0 15,-9-1 2-15,-8 5 2 16,-7 9 0-16,0 8 5 16,0 8 0-16,0 5-7 15,0 0-2-15,0 26-21 16,-5 15 19-16,-6 18 2 15,-5 11 0-15,2 6 0 16,4-1-15-16,8-8-55 16,2-16-14-16,14-11-22 15,11-19-4-15,5-15-273 16</inkml:trace>
  <inkml:trace contextRef="#ctx0" brushRef="#br0" timeOffset="119115.09">10146 8749 882 0,'0'0'26'0,"0"0"41"15,0 0-51-15,0 0-16 16,0 0-2-16,0 0 0 16,46 0 1-16,-26 22 1 15,-10 4-1-15,-2 1 0 16,-8-3-8-16,0 0-10 0,0-5-11 15,-14-2-10-15,-7-5 23 16,0 0 2-16,2-7 4 16,8-3 7-16,6-2 4 15,5 0 26-15,0 0 38 16,0 0-29-16,20-4-30 16,16-1-5-16,21 2-1 15,11 3 1-15,9 0-5 16,1 3-18-16,-2 9-28 15,1-4-44-15,-9-8-224 16</inkml:trace>
  <inkml:trace contextRef="#ctx0" brushRef="#br0" timeOffset="120030.67">9085 9637 752 0,'0'0'70'16,"0"0"-36"-16,0 0-34 16,0 0-11-16,0 0 11 15,0 0 7-15,11 110 6 16,-8-63-7-16,-1-2 0 16,-2-3-2-16,1-8-2 15,1-7-1-15,5-8 3 16,0-7-3-16,4-7-1 15,8-5 0-15,3 0 1 16,4-13 2-16,1-7 0 16,-4-6-1-16,-2 0-2 15,-7 1 2-15,-1 1 1 0,-7 7 22 16,-1 8 10-16,-4 6 5 16,1 3-39-16,-2 0-1 15,3 13-14-15,1 15-10 16,-3 11 24-16,-1 10 0 15,0 4 0-15,0-3-4 16,-2-2-21-16,-6-3-18 16,1-4-57-16,5-12-67 15,2-15-189-15</inkml:trace>
  <inkml:trace contextRef="#ctx0" brushRef="#br0" timeOffset="120221.93">9526 10140 723 0,'0'0'202'16,"0"0"-125"-16,0 0-76 15,0 0-1-15,0 0-9 16,0 0 9-16,-14 81 1 16,2-34-1-16,-1-4-20 15,4-4-30-15,9-9-70 16,0-12-54-16,6-10-153 15</inkml:trace>
  <inkml:trace contextRef="#ctx0" brushRef="#br0" timeOffset="121046.28">9681 9930 362 0,'0'0'390'15,"0"0"-348"-15,0 0-42 16,0 0-14-16,0 0 13 16,0 0 1-16,25 93 2 15,-20-59 1-15,3 2-1 16,1-4 0-16,3-8 3 16,3-4-1-16,2-6-3 15,2-9 4-15,6-5-5 16,2-2 0-16,-1-20-1 0,-4-5-30 15,-9-7 17-15,-10-1 14 16,-3-2 4-16,-13-4-4 16,-8 2 0-16,0 7 1 15,6 5 23-15,8 10 19 16,5 8-10-16,2 4-4 16,0 5-17-16,0 0-12 15,21 0-4-15,9 0 4 16,7 10 0-16,-1 4 0 15,-3-1 0-15,-6 4 0 16,-5 2-1-16,-6 0 0 16,-4 5-3-16,-7-1 1 15,-3 3-3-15,-2 2-6 16,0 0-3-16,-10-1 9 0,-3-1 0 16,6-5-8-16,4-6-13 15,1-7-21-15,2-6 28 16,0-2 0-16,2-3 20 15,15-16 47-15,2-8-19 16,3-4 16-16,0 1 0 16,6-1-29-16,4 2-15 15,4 0-15-15,-2 5-1 16,-3 7 13-16,-4 7-2 16,-5 9 1-16,-5 1-1 15,-5 2 2-15,-6 17-6 16,0 5 4-16,-3 5 0 0,0 4 3 15,0 2 2-15,1 3 2 16,0-1-1-16,3-3 0 16,6-5-1-16,8-6-10 15,9-7-6-15,10-8-30 16,14-8 13-16,7 0-15 16,1-17 18-16,-6-8 30 15,-14-4 8-15,-14 4 18 16,-13-4 107-16,-12 4-64 15,-3 4-6-15,-24 3-42 16,-18 7-21-16,-16 10 0 16,-10 1-23-16,5 11-28 15,10 17-59-15,13 2-49 0,19-3-207 16</inkml:trace>
  <inkml:trace contextRef="#ctx0" brushRef="#br0" timeOffset="121630.02">11077 10034 398 0,'0'0'360'0,"0"0"-240"15,0 0-92-15,0 0-28 16,0 0-12-16,0 0 12 15,-39 41 0-15,24-1 2 16,3-3-2-16,8-3 0 16,4-10-3-16,6-10-4 15,27-14 7-15,14 0 5 16,4-18 0-16,-2-10-3 16,-11-4 2-16,-12 1-4 15,-11 0 4-15,-13 4-4 16,-2 1-6-16,-35 4-17 0,-17 10-85 15,-14 0-79-15,-6 5-307 16</inkml:trace>
  <inkml:trace contextRef="#ctx0" brushRef="#br0" timeOffset="124925.35">10110 9947 228 0,'0'0'137'0,"0"0"-48"15,0 0-15-15,0 0-34 16,0 0 14-16,0 0-38 15,0 0-1-15,0-25 2 16,0 25-12-16,0 0 6 16,0-3-3-16,0 3-5 15,0 0-3-15,0 0-27 0,0 0-99 16,3 0-48-16,0 3 122 16,1 0 17-16,3 2 16 15,-4-4 18-15,1 2 1 16,-1-3 1-16,-1 0 5 15,-2 0 41-15,0 0 38 16,0 0-15-16,0 0-10 16,0 0-19-16,4 0-22 15,-1 0-1-15,1 0-4 16,2 0 4-16,2 0-12 16,-1 0-5-16,1 0-1 15,-4 0 0-15,-1 0 1 0,-1 0 2 16,-2 0 0-16,0 0 12 15,0 0 36-15,0 0 22 16,0 0-28-16,0 0-12 16,0 0-22-16,0-2 2 15,0 1-3-15,0 1-7 16,0 0-3-16,0 0-2 16,0 0 0-16,-2 0-3 15,-2 0-3-15,-5 13 7 16,-1 5 1-16,2 3 0 15,2 3 0-15,0 3 0 16,0 1-2-16,3 0 0 16,3 2-2-16,0-1 4 15,0-2-2-15,0-1 2 16,5-2 0-16,12-2 0 0,7-7 0 16,9-3 0-16,1-5 0 15,5-4-3-15,0-3 3 16,-6 0 0-16,-2 0 0 15,-4-5 0-15,-3-10 0 16,3-2 1-16,-3-4 2 16,-1 0 0-16,-4 0 8 15,-3 2 10-15,-6 4-7 16,-1 3-4-16,-2 0-2 16,0 0-1-16,-3 4-6 15,-1 0 5-15,-1-1 0 16,-2 1-4-16,0-2-1 0,0 0-1 15,0-1 0 1,0 0 2-16,0-3 0 0,0 2 2 16,-9-5 0-16,-5 0 0 15,-1-1 1-15,-3 3-2 16,0 0 1-16,2 5-1 16,1-1-3-16,2 5 1 15,-1-2-1-15,2 3 0 16,-1-1 0-16,-1 1 0 15,1 2 0-15,1 1 0 16,-3 1 0-16,3 1-1 16,-3 0 1-16,-4 0-1 15,-3 11 1-15,-1 6-7 0,2 7 7 16,0 5-6 0,2 4 2-16,1 2 0 0,0-2 2 15,3-1-1-15,2-6-1 16,4-4 2-16,4-5-2 15,4-6 3-15,-1 0-5 16,2-4 2-16,0 3 1 16,20 2 0-16,11-1 0 15,11-1-13-15,4-4-34 16,8-5-97-16,0-1-67 16</inkml:trace>
  <inkml:trace contextRef="#ctx0" brushRef="#br0" timeOffset="125625.4">9915 9917 351 0,'0'0'108'0,"0"0"-59"15,0 0-26-15,0 0 6 16,-103 15-6-16,76 6-17 16,6 4-3-16,-1 4-1 15,8 2 0-15,4 0-1 16,4 1 2-16,6-4-2 15,2-1 1-15,20-5 1 16,9-7-2-16,7-7 2 16,5-8-3-16,3 0-4 15,-1-15-9-15,-6-7 13 0,-10-3 1 16,-6-2 5 0,-10-1 18-16,-4 1-7 0,-9-2 16 15,0 2-21-15,-15 4 2 16,-18 5-14-16,-11 8-21 15,-9 4-44-15,0 3-143 16</inkml:trace>
  <inkml:trace contextRef="#ctx0" brushRef="#br0" timeOffset="126559.7">11169 10028 263 0,'0'0'185'15,"0"0"-68"-15,0 0-41 16,0 0-5-16,0 0-3 15,0 0-44-15,-7-38-18 16,-8 30 4-16,-9 1 5 16,-12 0 0-16,-11 3-4 15,-7 2-8-15,3 2-3 0,3 0 0 16,11 2 0-16,6 9 1 16,8 3-1-16,10 3-1 15,10 5-3-15,3 7 4 16,0 4 0-16,10 6 0 15,13 1 3-15,3-3-3 16,6-6-8-16,2-11-14 16,0-9 2-16,5-8-40 15,-4-3 29-15,1-1-16 16,-7-13-4-16,-6-6-8 16,-10-3 56-16,-4-2 3 15,-6-4 23-15,-3-3 14 0,0 0 14 16,-23-3 1-16,-8 1-16 15,-9 2-5-15,-3 5-22 16,7 7 7-16,13 9 17 16,10 11-21-16,13 0-12 15,0 12-94-15,11 13-7 16,23 2-14-16,12-4-330 16</inkml:trace>
  <inkml:trace contextRef="#ctx0" brushRef="#br0" timeOffset="126694.69">11189 10069 505 0,'0'0'72'16,"0"0"-72"-16,0 0-316 15</inkml:trace>
  <inkml:trace contextRef="#ctx0" brushRef="#br0" timeOffset="127489.79">11969 8315 648 0,'0'0'105'0,"0"0"4"0,0 0-62 15,0 0-40-15,0 0-7 16,0 0-6-16,-9 37 6 16,22 3 2-16,1 9-2 15,8 5 4-15,0 2-4 16,5-4 0-16,6-11-24 16,6-11-5-16,13-14-14 15,8-13 26-15,6-3-10 16,3-27 16-16,-10-9 7 15,-13-8 4-15,-18 1 26 16,-11 1 29-16,-13 8-4 16,-4 3-5-16,0 12-10 15,0 8-8-15,-2 8 6 0,1 3-32 16,0 4-2-16,-1 25-43 16,-1 14 40-16,3 14 1 15,0 8 2-15,0 0-25 16,0 2-28-16,9-6-41 15,6-13-96-15,5-16-223 16</inkml:trace>
  <inkml:trace contextRef="#ctx0" brushRef="#br0" timeOffset="128124.29">12770 8686 637 0,'0'0'197'0,"0"0"-128"0,0 0-39 15,0 0-18-15,0 0-8 16,97-42-3-16,-56 37 9 15,-3 1 2-15,-5 4-7 16,-2 0-5-16,-4 0-2 16,-7 4-3-16,-9 6-24 15,-10 1-28-15,-1 0 1 16,-12 1 22-16,-16 0 31 16,-3 0 3-16,4-4 0 15,7 1-2-15,12-3 0 0,6 3-4 16,2 0 3-1,0 0-2-15,6 4 5 0,8-1 22 16,4 5 2-16,2-1-1 16,-2 0-12-16,0-1-4 15,-6-3-5-15,-3-3 0 16,-5-2-2-16,-2-6 0 16,-2-1-1-16,0 2 1 15,0-1-2-15,-6 2 2 16,-21 2 3-16,-14-2-3 15,-17 1-1-15,-7-4-86 16,-10 0-182-16</inkml:trace>
  <inkml:trace contextRef="#ctx0" brushRef="#br0" timeOffset="128888.58">12180 9670 443 0,'0'0'133'16,"0"0"31"-16,0 0-44 15,0 0-64-15,0 0-23 16,0 0-8-16,8-51-21 16,17 51-4-16,8 0-1 15,4 16 1-15,-4 6 0 0,-7 6-2 16,-13-1-2-16,-9 1-6 15,-4-3-1-15,-13-1 6 16,-20 2 2-16,-9-3 3 16,-8 0-4-16,2-6-4 15,8-3-14-15,12-3 19 16,9-4 0-16,10 0 2 16,9 0-3-16,0 0-16 15,8 1 6-15,18-2 14 16,17-1 0-16,10-5 5 15,10 0-4-15,4 0-1 16,2 0-24-16,4-11-112 16,-3-3-121-16</inkml:trace>
  <inkml:trace contextRef="#ctx0" brushRef="#br0" timeOffset="130037.51">12850 9721 574 0,'0'0'179'0,"0"0"-95"16,0 0-84-16,0 0-2 0,0 0-4 16,0 0 2-1,-25 90 4-15,16-46 3 0,0 1 2 16,6-9-2 0,3-7-3-16,0-9-8 0,12-11-11 15,12-9 19-15,3 0 3 16,0-2-3-16,-1-15-2 15,-5-2-3-15,-7-5 5 16,-8-1 8-16,-6-1 5 16,0-4 7-16,-6 0-2 15,-8 2 4-15,-1 2 2 16,5 6 15-16,4 9-16 16,4 6-13-16,1 2-5 15,1 3-5-15,0 0-1 0,0 0-7 16,0 0-4-16,0 0-9 15,0 0 7-15,0 0 13 16,0 1 1-16,7 8 0 16,8 2 1-16,6 3-1 15,6 5-4-15,1-1-2 16,2 0-12-16,-2 0-12 16,-2 1 10-16,-1-2-7 15,-4 0 12-15,-5-4 15 16,-7-3-5-16,-7 0-3 15,-2-1 4-15,0-1 2 16,0 4-2-16,0 2 2 16,-3 1 2-16,-4-3 1 15,3 0 0-15,0-2-1 16,4-3 0-16,0-2 1 0,0 0-1 16,10-3 3-16,7-2 15 15,4 0 16-15,6-2-3 16,-1-12-5-16,3-6 3 15,-4-2-13-15,-4-3-6 16,-5-1-2-16,-7 2 0 16,-4 2-8-16,1 3 1 15,1 4-1-15,1 6 0 16,1 4-6-16,2 3-11 16,1 2 3-16,1 0 5 15,0 8 6-15,-1 8-1 16,0 6 2-16,0 1 2 0,1 2-1 15,1 3 1-15,1-1 0 16,-2-4 0-16,2-3-1 16,3-3-7-16,3-9-11 15,4-3 8-15,2-5 7 16,0 0 4-16,-2-7 3 16,-3-13-3-16,-3-3 5 15,-2-4 9-15,-2-2 12 16,-6-3-5-16,-9 1 5 15,0-3-15-15,-24-2-1 16,-22 7-4-16,-23 9-6 16,-23 13-2-16,-7 7-40 15,8 12-88-15,32 10-124 0</inkml:trace>
  <inkml:trace contextRef="#ctx0" brushRef="#br0" timeOffset="131102.66">14627 8477 725 0,'0'0'134'15,"0"0"-77"-15,0 0-57 16,0 0-7-16,0 0 7 16,47 84 0-16,-18-36 1 15,-1 4-3-15,2-2 0 16,3-7-33-16,7-10 1 16,5-12-14-16,0-14 30 15,-1-7 18-15,-4-6 0 0,-2-21 20 16,-5-6 18-16,-6-5 15 15,-11 0-6-15,-10 5-10 16,-5 8-12-16,-1 9-4 16,0 9 1-16,0 7-19 15,0 0-3-15,0 14-21 16,3 17-3-16,2 11 24 16,-1 11-7-16,5 9-16 15,-3 1-42-15,0-2-38 16,0-9-74-16,2-14-205 15</inkml:trace>
  <inkml:trace contextRef="#ctx0" brushRef="#br0" timeOffset="131469.73">15577 8814 534 0,'0'0'310'16,"0"0"-202"-16,0 0-99 15,0 0-9-15,0 0-9 16,0 0 9-16,24 49 0 16,-14-18-5-16,0-3-22 15,7-6-2-15,1-9-23 16,7-9 29-16,2-4 9 16,1-5-3-16,1-19 16 15,-6-5 1-15,-3-7 12 16,-7 0 13-16,-5 7 20 0,-7 4-4 15,-1 9 11-15,0 8-18 16,0 6 1-16,0 2-35 16,0 9-12-16,0 23-17 15,2 15 29-15,4 11-1 16,2 4-10-16,3-2-13 16,6-3-27-16,5-10-52 15,-1-16-74-15,-3-17-326 16</inkml:trace>
  <inkml:trace contextRef="#ctx0" brushRef="#br0" timeOffset="137981.49">14892 9886 456 0,'0'0'133'0,"0"0"-100"15,0 0-18-15,0 0-14 16,0 0-1-16,100-22 1 16,-74 22-2-16,-5 0-6 15,-1 8-14-15,-10 1-4 0,-5 3-7 16,-3 1-7-16,-2 0 26 15,-7 2 6-15,-10 1 7 16,-4-1 0-16,-2 0 11 16,4-5 15-16,7 0-5 15,6-1-4-15,4 2-4 16,2 0 9-16,0 3-3 16,0 3-3-16,4 0-7 15,5 3 9-15,1 1-11 16,-1 1 9-16,-3-3 5 15,-1-2-10-15,-4-5-8 16,1-4 0-16,-2-3 3 16,0-2-3-16,0 3 0 15,-7-2 3-15,-13 1 5 0,-10-2 19 16,-6-1-21-16,0-2-7 16,8 0 4-16,10 0-3 15,11 0-3-15,7 0-5 16,0 0-67-16,9 0-145 15,17 0-144-15</inkml:trace>
  <inkml:trace contextRef="#ctx0" brushRef="#br0" timeOffset="139263.86">15419 9980 529 0,'0'0'202'0,"0"0"-116"0,0 0-77 16,0 0-9-16,0 0 0 16,0 0 3-16,0 67 6 15,0-27-2-15,0 8-4 16,-3 0 1-16,3-2-2 16,0-10 0-16,0-10-1 15,4-12 5-15,11-9-4 16,6-5 1-16,6 0 0 15,-2-16 0-15,1-7-2 16,-7-5 1-16,-11-2 1 16,-5 0 1-16,-3 3-4 15,-11-2 0-15,-11 3 0 16,-5 1 0-16,2 5 0 0,7 2 2 16,4 6 2-16,8 7 0 15,3 3 3-15,3 2 2 16,0 0-8-16,0 0-1 15,0 0-3-15,0 0-5 16,0 0 1-16,6 0 2 16,15 0 5-16,7 0 2 15,8 2-2-15,5 3-2 16,8 3-5-16,4-2-18 16,4 2 6-16,-3-3-22 15,-5-1 34-15,-12-4 5 16,-8 3 1-16,-10-1 1 0,-10 0 0 15,-5 1 1-15,-4-1 3 16,0 4-1-16,0 6-2 16,-15 7 2-16,-8 7 4 15,0 7-4-15,0 1-1 16,7 0-1-16,8-4-1 16,8-11 0-16,4-7-9 15,21-9 9-15,9-3-5 16,4-10 4-16,1-20-9 15,4-8-21-15,-5-3-13 16,-4 2 26-16,-5 3 18 16,-2 5 10-16,-6 9 9 15,0 5 27-15,-5 10 28 16,-4 5-59-16,-3 2-15 0,-4 2-1 16,-2 15-7-16,-3 9 4 15,0 6 2-15,0 6-1 16,-2 4 3-16,2-1 1 15,0-5-1-15,15-9-1 16,17-13 1-16,9-11 5 16,12-3-1-16,8-8 1 15,1-21-5-15,-3-4 4 16,-13-6-1-16,-18 3 1 16,-10 2 4-16,-12 3-6 15,-6 3 5-15,-10 2 1 0,-24 4-6 16,-17 7-2-1,-18 11-2-15,-7 4-67 0,3 7-122 16,20 15-258-16</inkml:trace>
  <inkml:trace contextRef="#ctx0" brushRef="#br0" timeOffset="140576.87">17922 8886 588 0,'0'0'93'15,"0"0"46"-15,0 0-43 16,0 0-42-16,0 0-33 16,0 0-17-16,-3-20-4 0,3 35-6 15,0 10 6-15,7 9 0 16,1 10 2-16,-2 6-2 15,1-5 2-15,0-6-2 16,3-12-1-16,1-10-2 16,1-5-1-16,6-10 3 15,5-2 1-15,8-4 0 16,2-17 1-16,-5-6-1 16,-7 2 4-16,-9 4-3 15,-5 6 2-15,-4 8 0 16,-3 4 7-16,0 3-1 15,0 0-9-15,0 16-7 16,0 11 4-16,2 12 3 16,-1 10-1-16,-1 5 1 0,2 4 0 15,-2 2 0-15,1-2-9 16,1-7-17-16,4-7-34 16,5-13-36-16,5-14-96 15,4-17-224-15</inkml:trace>
  <inkml:trace contextRef="#ctx0" brushRef="#br0" timeOffset="140862.03">18461 9283 696 0,'0'0'158'0,"0"0"-58"15,0 0-71-15,0 0-29 0,0 0-3 16,0 0-4-16,30 34 7 15,-10 7 0-15,4 4-1 16,1-1 1-16,-3-7 0 16,-4-6 0-16,-6-11 2 15,-7-8-2-15,-4-6-1 16,-1-5-1-16,0-1 0 16,0 0 1-16,-25 0 1 15,-16 0 0-15,-20-4-8 16,-12-11-43-16,2-2-93 0,9 2-14 15,21-2-125 1</inkml:trace>
  <inkml:trace contextRef="#ctx0" brushRef="#br0" timeOffset="141056.87">18600 9223 505 0,'0'0'92'15,"0"0"92"-15,0 0-106 16,60-80-38-16,-30 68-18 16,7 5-15-16,10 6-5 15,10 1-2-15,11 5-20 16,0 11-50-16,-5 0-119 16,-15-2-166-16</inkml:trace>
  <inkml:trace contextRef="#ctx0" brushRef="#br0" timeOffset="141311.43">17756 9691 350 0,'0'0'293'16,"0"0"-249"-16,0 0-6 15,113 10 49-15,-34-7-40 16,23 2-17-16,19-3-17 16,20 2-7-16,3-1-6 0,-4 0 0 15,-7 2-18-15,-11-2-53 16,-18 0-121-16,-27-3-229 16</inkml:trace>
  <inkml:trace contextRef="#ctx0" brushRef="#br0" timeOffset="143224.7">17522 10212 522 0,'0'0'171'0,"0"0"-58"15,0 0-45-15,0 0-34 16,0 0-15-16,92-63-18 16,-63 63-2-16,3 10 4 15,1 12-3-15,-1 7 0 16,-7 5-1-16,-10 2 0 16,-9-2-1-16,-6-5-2 15,-3-3 0-15,-20 1 2 16,-12-6-2-16,-4-3 8 15,2-4-3-15,5-6 0 16,16-1 0-16,8-4 1 16,8-3 1-16,0 0 0 0,5 0-2 15,31 0 0-15,21-10-1 16,18 0 0-16,8-4-13 16,0 3-4-16,-1-1-9 15,-9-4-7-15,-11-1 22 16,-15-2 10-16,-19 1 1 15,-14 3 7-15,-11 1 24 16,-3 2-9-16,0 3 9 16,-5 4-20-16,-2 2-3 15,-2 3-3-15,-1 6-5 16,-2 20-2-16,-8 12 1 16,4 10-1-16,1 1 2 15,15-5-1-15,0-8-4 0,22-10 5 16,14-13 3-1,6-13 0-15,1 0 4 0,-1-12-4 16,-2-13-3-16,-7-3-9 16,-14-2-38-16,-5 1 1 15,-8 2-25-15,-3-1 2 16,1 8 41-16,1-1 28 16,2 9 8-16,-3 6 56 15,1 4-19-15,-3 2-38 16,1 0-7-16,-2 11 0 15,1 10 3-15,-1 5 6 16,-1 6 1-16,0 6-1 0,0-1-6 16,9 2 3-1,10-6-3-15,13-5 3 0,9-11-2 16,6-9-2-16,-3-8 3 16,-2-3-2-16,-7-18 1 15,-6-5 4-15,-5-6 14 16,-10-1-10-16,-10-3 13 15,-4-3-16-15,-18-5-9 16,-25-4-2-16,-6 2 2 16,0 7 0-16,10 10 4 15,13 14 10-15,10 11-13 16,3 4-1-16,2 0 0 16,3 0-2-16,3 3-5 0,5 1 3 15,0-2-4 1,0-1 4-16,0 1 4 0,0-1 0 15,0 1 2-15,3-2-1 16,1 0 2-16,-4 0 0 16,0 0 1-16,0 0 3 15,0 0 3-15,0 0 0 16,0 0-4-16,0 0-2 16,0 0 1-16,0 0 4 15,0 0-3-15,0 0 3 16,0 0-5-16,0 0 3 15,0 0-4-15,0 0-2 16,0 0 0-16,0 0-1 16,0 0 0-16,0 0 0 0,0 0 0 15,0 0 0-15,0 0 0 16,0 0 0-16,0 0 0 16,0 0 0-16,0 0-1 15,0 0 1-15,0 0-3 16,0 0 1-16,0 1-2 15,0 2 1-15,7 4-10 16,13 1 13-16,17 4-1 16,11-1 0-16,16 0-1 15,18-1-4-15,8 0-3 16,5-4 1-16,-5-1-4 16,-15-3 8-16,-16-1-1 15,-19-1 5-15,-16 2 1 16,-14 1-1-16,-7-2 11 15,-3 2 2-15,0 1-13 0,0 2 0 16,-7 6-6-16,-14 9 6 16,-6 11 0-16,-2 4 0 15,0 6 0-15,8 2 0 16,9-4-2-16,12-2-3 16,9-9-1-16,27-9 5 15,20-9 1-15,15-6 3 16,8-5-2-16,-3-6 1 15,-10-16-1-15,-17-5 0 16,-15-4-1-16,-13-2 0 0,-17-2 0 16,-4-5 0-1,-16-2-1-15,-17-4 1 0,-7 2 2 16,-8 13 0-16,2 12-1 16,0 19-1-16,5 16-12 15,4 30-96-15,10 7-98 16,16-4-346-16</inkml:trace>
  <inkml:trace contextRef="#ctx0" brushRef="#br0" timeOffset="153981.58">2450 11371 388 0,'0'0'128'16,"0"0"-99"-16,0 0-18 0,0 0 35 16,0 0 22-16,0 0 37 15,0 0-51-15,0 0-22 16,0 0-4-16,0 0 8 16,0 0-10-16,0-3-6 15,0-1-1-15,0-1-12 16,0-2-3-16,0 2-4 15,0-4 0-15,4 1 1 16,-1 0-1-16,-1 0 1 16,3-2 1-16,-2 0-2 15,2 1 0-15,-2-4 1 16,1 3 0-16,-1-2-1 16,2 1 0-16,-1 4 0 15,-4 1 0-15,3 3 0 16,-3 2 0-16,0 1 0 0,0 0 0 15,0 0-4-15,0 8-6 16,3 17 8-16,-3 7 1 16,0 9 0-16,0 3 1 15,-13 3 1-15,-1 3-1 16,0 1-1-16,0 1-2 16,2-1-15-16,3-2-8 15,6-3-36-15,3-6-33 16,0-8-30-16,9-17-106 15</inkml:trace>
  <inkml:trace contextRef="#ctx0" brushRef="#br0" timeOffset="154316.42">2764 11493 590 0,'0'0'48'0,"0"0"77"15,0 0-64-15,0 0-61 16,0 0-7-16,0 0 7 16,0 47-4-16,14-15 4 15,3 2 3-15,3 0-1 16,5-5 1-16,-1-8-3 16,3-7 3-16,4-13 1 15,5-1 1-15,0-15 1 0,-3-10 14 16,-8-5 15-16,-11-7-14 15,-7 3-5-15,-7-4-2 16,0 2-13-16,-19 2-1 16,-10 8 0-16,1 7-1 15,4 9 1-15,6 10-2 16,12 4-48-16,4 22-86 16,2 11 15-16,11-1-159 15</inkml:trace>
  <inkml:trace contextRef="#ctx0" brushRef="#br0" timeOffset="154504.13">3223 11771 694 0,'0'0'156'16,"0"0"-99"-16,0 0-52 15,0 0-5-15,0 0-5 16,0 0 4-16,-14 98-4 15,8-64-27-15,0-4-62 16,-9-3-31-16,4-8-90 16</inkml:trace>
  <inkml:trace contextRef="#ctx0" brushRef="#br0" timeOffset="155763.49">3413 11485 672 0,'0'0'112'16,"0"0"-112"-16,0 0-9 16,0 0 9-16,0 0 2 15,0 0-1-15,27 104 1 16,-15-68 2-16,0-2-3 15,4-4-1-15,-2-3 1 16,-1-7 0-16,6-8 0 16,-2-3-1-16,4-6-1 0,-1-3 0 15,-3-2-2-15,2-17 1 16,-7-8 2-16,-4-3 5 16,-8-4 2-16,0-1 3 15,-15-2-8-15,-12 1 1 16,2 6-3-16,4 6 8 15,12 5 7-15,6 7 15 16,3 2-9-16,0 4-9 16,3 0-9-16,13-2-2 15,7 2 0-15,5 2-1 16,-1-1 2-16,-2 2-2 16,-2-1 1-16,-5 2 0 15,-4 2 1-15,-6 0-2 0,-2 0 0 16,-3 0 0-1,-3 0-2-15,0 0 1 0,0 0-1 16,0 0 2-16,0 0 0 16,0 0 2-16,0 0 1 15,0 0-2-15,0 0 3 16,0 0-2-16,0 0-2 16,0 0-1-16,0 0 1 15,0 0 4-15,0 0-4 16,0 0 0-16,0 0-3 0,-3 0 3 15,-6 0 4 1,-5 0-2-16,1 0-2 0,5 2 0 16,2 0 0-1,2-2 1-15,0 0-1 0,2 0 0 16,2 0 3-16,0 0-1 16,0 0 5-16,0 0 11 15,0 0 2-15,0 0-20 16,14-5 0-16,9 1 1 15,7 1-1-15,3 3-1 16,0 0 0-16,-2 0-5 16,-4 0 3-16,-4 3-7 15,0 4 2-15,0 0 5 16,-4 1 0-16,-6-1 3 16,-5 1-2-16,-8 1 0 15,0 4 0-15,0 4 1 16,0 5 1-16,-6 4 0 0,-3 1 0 15,1 2 0-15,4-1 0 16,4-3 0-16,0-4-3 16,4-3 2-16,8-4-1 15,2-6-3-15,8-5 0 16,-7-3 2-16,3-4 2 16,-3-16 1-16,-8-5 1 15,-2-4 5-15,-2-4-6 16,-3 2 2-16,3 1 1 15,0 3-3-15,6 6 0 16,3 4-1-16,4 6-5 16,2 5 3-16,1 6 1 0,-2 0 2 15,2 3-1-15,-1 10 2 16,-6 5-2-16,6 3 1 16,-4 4 0-16,3 3 0 15,1 0 1-15,3 3-1 16,1-2 0-16,0-2 0 15,4-4 0-15,1-4 0 16,1-9-1-16,2-8-1 16,-3-2-7-16,3-1 9 15,-5-18 1-15,-5-4 0 16,-2-4 1-16,-3-6 3 16,-5-2-1-16,-7-3 4 15,-3 1 12-15,-6 2-7 0,-21 2-3 16,-13 12-9-16,-5 12-1 15,-4 9-32-15,4 12-24 16,9 15-96-16,15 4-182 16</inkml:trace>
  <inkml:trace contextRef="#ctx0" brushRef="#br0" timeOffset="156262.31">2315 12163 482 0,'0'0'77'0,"0"0"-61"16,0 0-16-16,0 0 66 0,121 21 4 15,-47-18-3 1,24 1-17-16,21 2-22 0,29 1-7 15,17-2-10-15,15-1-9 16,2-4-2-16,-14 0 1 16,-18 0-1-16,-21-9 1 15,-22-5 4-15,-21 1-5 16,-23 1 0-16,-18 2 0 16,-17 2 2-16,-12 2 16 15,-11 3 12-15,-5-1-11 16,0 2-19-16,0 0 0 15,-13 2-7-15,-10 0-35 16,-12 0-40-16,0 0-104 16,7 2-209-16</inkml:trace>
  <inkml:trace contextRef="#ctx0" brushRef="#br0" timeOffset="156415.2">4194 12221 106 0,'0'0'533'0,"0"0"-403"16,0 0-45-16,0 0-28 16,0 0-40-16,0 0-17 15,-1 9-103-15,-12 5-33 16,-1-7-64-16</inkml:trace>
  <inkml:trace contextRef="#ctx0" brushRef="#br0" timeOffset="163688.46">6581 11162 548 0,'0'0'81'16,"0"0"-10"-16,0 0-70 16,0 0-1-16,0 0 0 15,0 0 5-15,0 0 5 0,0 0-2 16,-7 49 9-16,-2-21 13 15,-3 8-6-15,-5 8-8 16,0 5-7-16,-7 0-2 16,4-1-6-16,-4-3 1 15,-2 2-2-15,3-6-1 16,4 0-68-16,4-12-85 16,15-13-203-16</inkml:trace>
  <inkml:trace contextRef="#ctx0" brushRef="#br0" timeOffset="164004.73">6814 11255 424 0,'0'0'219'16,"0"0"-33"-16,0 0-121 15,0 0-22-15,0 0-43 16,0 0-8-16,0-12-11 15,1 46 19-15,10 11 0 16,2 5 3-16,2 0-3 16,6-5-1-16,-2-8 1 15,-2-5 0-15,-4-10 0 16,-10-4 3-16,-3-5-3 16,0-1-3-16,0-1 3 15,-13 0 0-15,-17 3 0 0,-9 1 0 16,-8 2-3-1,0-2-46-15,4-9-84 0,13-6-155 16</inkml:trace>
  <inkml:trace contextRef="#ctx0" brushRef="#br0" timeOffset="164203.92">6927 11236 607 0,'0'0'103'0,"0"0"-3"15,0 0-76-15,101-49-20 16,-63 49-4-16,3 0 0 0,0 10-85 16,-1 8-79-16,-5-3-261 15</inkml:trace>
  <inkml:trace contextRef="#ctx0" brushRef="#br0" timeOffset="164387.42">6994 11828 553 0,'0'0'76'0,"0"0"-48"15,0 0-6-15,0 0-14 16,-28 93-5-16,20-70 1 15,0 0-4-15,5-6-32 16,3-7-183-16</inkml:trace>
  <inkml:trace contextRef="#ctx0" brushRef="#br0" timeOffset="165169.73">7339 11500 727 0,'0'0'64'0,"0"0"-10"0,0 0-54 16,0 0-3-16,0 0 3 16,0 0 1-16,79 85 1 15,-57-47-2-15,1 1 0 16,2-8-3-16,-1-5-1 15,-6-10-15-15,-3-12 18 16,-3-4 1-16,1-2 2 16,1-17 3-16,2-10-4 15,-7-3-1-15,-8-3 0 16,-1-2-2-16,-22-1-10 16,-12 0 9-16,-5 0-6 15,6 6 9-15,12 4 4 0,14 9 1 16,7 5 3-16,12 4-8 15,22 0-20-15,12 3 14 16,8 3 6-16,1 4 2 16,-3 0 1-16,-8 8-1 15,-7 12 2-15,-12 3-4 16,-10 7 0-16,-8 5-1 16,-7-1-2-16,0 3 2 15,-5 0 1-15,-4-3 3 16,6-9-3-16,3-7-5 15,0-7-4-15,0-8 3 16,7-3 6-16,14-7 9 16,4-15 0-16,2-7-3 15,1-6 8-15,-3 2 7 16,0 0-9-16,3 5-12 0,-1 7 1 16,-3 9-1-16,-5 4 0 15,-4 7 1-15,-3 1-1 16,1 1-1-16,-2 15-3 15,2 5 4-15,1 2-1 16,3 6 1-16,2 2 0 16,4-3 3-16,4-4-2 15,6-9-1-15,6-11 1 16,4-4 2-16,2-4-3 16,-1-21-7-16,-5-3-17 15,-9-4 12-15,-8-4 12 16,-11 0 4-16,-6-1 0 0,-5-1 7 15,-11 0 4-15,-20 5-2 16,-11 4 1-16,-6 15-12 16,-7 11-2-16,-4 3-4 15,8 32-74-15,13 6-71 16,16 0-168-16</inkml:trace>
  <inkml:trace contextRef="#ctx0" brushRef="#br0" timeOffset="165719.06">6533 12157 558 0,'0'0'76'16,"0"0"-43"-16,0 0-33 16,87-9 8-16,-23 8 55 15,17 0 2-15,18-2-23 16,18 3-23-16,19-2-5 15,6 1-3-15,1-2-6 16,-3-2 0-16,-15-1-4 16,-12 1-1-16,-17-4-1 15,-21 2-1-15,-15 3-4 16,-15 0-6-16,-15 3-3 0,-13 1-6 16,-12 0 7-16,-5 0-6 15,-17 0-104-15,-18 0-203 16</inkml:trace>
  <inkml:trace contextRef="#ctx0" brushRef="#br0" timeOffset="165897.2">8244 12065 857 0,'0'0'0'16,"0"0"-226"-16,0 0-90 15</inkml:trace>
  <inkml:trace contextRef="#ctx0" brushRef="#br0" timeOffset="167433.92">4470 12114 214 0,'0'0'90'16,"0"0"68"-16,0 0-89 16,0 0-18-16,0 0-13 15,0 0-14-15,0-21 3 16,0 21-24-16,-4 0-3 16,-9 0-1-16,-4 0-1 0,-2 0 2 15,-6 0 1 1,-8 0 2-16,-9 0-1 0,-9 0-2 15,-4 0 0-15,0 0-2 16,1 0 2-16,0 0 0 16,4 0 0-16,8 0-6 15,9 0-10-15,17 0-8 16,11 0-29-16,5 0-141 16,8 0-72-16</inkml:trace>
  <inkml:trace contextRef="#ctx0" brushRef="#br0" timeOffset="184600.58">14031 11096 513 0,'0'0'90'16,"0"0"52"-16,0 0-68 16,0 0-54-16,0 0-12 15,0 0-3-15,0 0-3 16,0 0 13-16,62 19-5 15,-44 17 0-15,-1 6-2 16,-6 13-6-16,-2 8 0 16,-5 1 2-16,-2-4-2 15,-2-12 0-15,0-12 0 16,0-12-2-16,0-7 1 16,0-9-1-16,0-5 3 0,0-3-2 15,0 0 7-15,0 0 10 16,-9-13 17-16,-1-11-31 15,1-9-2-15,7-8 0 16,2-12-2-16,14-4 0 16,23-6-3-16,14 5 3 15,9 8-1-15,3 7 1 16,-6 12 0-16,-11 11 0 16,-11 11-4-16,-10 9-28 15,-15 7-47-15,-10 17-120 16,-16 6 30-16,-24 1-209 15</inkml:trace>
  <inkml:trace contextRef="#ctx0" brushRef="#br0" timeOffset="185217.38">14718 11410 629 0,'0'0'150'16,"0"0"-78"-16,0 0-43 15,0 0-26-15,0 0 0 16,0 0 14-16,7-20 1 16,19 20-7-16,20 0 4 15,18 2-6-15,12 4-2 16,9 3-4-16,8 1-3 16,2 0 2-16,-1 2-7 15,-9 0-13-15,-3-2-24 16,-5-3-10-16,-6-4-18 0,-9-3-15 15,-14 0-16 1,-18-16-46-16,-17-4 35 0,-13-2 101 16,0-3 11-16,-22 1 56 15,-7-1 18-15,1 4-33 16,7 7 72-16,8 7 30 16,10 6-51-16,3 1-74 15,0 4-18-15,3 15-24 16,13 12 24-16,-1 7 4 15,2 5-1-15,-3 1 0 16,3-5 1-16,-2-2-3 16,1-6 0-16,-4-8 10 15,-5-5-8-15,-5-6 1 16,-2-4-4-16,-3 0 1 16,-27 0-2-16,-17 0 1 0,-18-2-43 15,-10-6-147-15,0 0-377 16</inkml:trace>
  <inkml:trace contextRef="#ctx0" brushRef="#br0" timeOffset="187064.8">16528 11269 524 0,'0'0'112'0,"0"0"32"15,0 0-100-15,0 0-9 16,0 0-24-16,82-68-4 16,-60 68-4-16,1 3-1 15,1 19-2-15,0 12 0 0,-3 7-1 16,-3 10 1-16,-6 2-1 15,-5-5-1-15,-7-4-4 16,0-5-11-16,-7-8-11 16,-13-5 9-16,-5-4 5 15,-5-2 14-15,0-7-2 16,0-2 2-16,8-6 0 16,9-2 0-16,5-2 2 15,8 0 23-15,0-1 19 16,0 0-15-16,0 0-3 15,15 0-12-15,18-5-9 16,16-5-3-16,8 0-2 16,4 1 0-16,4 6-7 15,5 0-15-15,0 0-14 16,-2 3-45-16,-11-4-47 0,-11-3-166 16</inkml:trace>
  <inkml:trace contextRef="#ctx0" brushRef="#br0" timeOffset="189448.31">17388 11293 254 0,'0'0'136'0,"0"0"3"0,0 0-41 16,0 0-46-16,0 0 40 16,0 0-23-16,3-72-30 15,-3 68 0-15,0 2-20 16,0 2-7-16,0 0-12 16,-8 0-2-16,-5 15-4 15,-11 17 4-15,-4 10 1 16,-2 9 1-16,0 7 0 15,6-3 0-15,6-2 0 16,6-5-1-16,12-7-1 16,0-9-14-16,18-10-1 15,18-13 13-15,17-9 4 16,9-4-1-16,2-18-5 0,-5-10 6 16,-11-1 0-1,-9-6 2-15,-11-3 12 0,-10-3 4 16,-8 0-5-16,-10-5 11 15,0 0-16-15,-23 1 8 16,-15 4-9-16,-11 5-6 16,-6 10 1-16,3 10-2 15,12 10 0-15,13 10-2 16,16 4-1-16,11 23-49 16,0 15 1-16,32 6-73 15,23-1-61-15</inkml:trace>
  <inkml:trace contextRef="#ctx0" brushRef="#br0" timeOffset="189666">17932 11458 368 0,'0'0'475'0,"0"0"-390"16,0 0-85-16,0 0-2 16,0 0-14-16,0 0-17 15,60 14-72-15,-39-6-139 16</inkml:trace>
  <inkml:trace contextRef="#ctx0" brushRef="#br0" timeOffset="189897.51">18252 11233 871 0,'0'0'108'16,"0"0"-54"-16,0 0-39 16,0 0-15-16,0 0-5 15,0 0-6-15,7 89 11 16,-7-18 0-16,-8 11 0 15,-17 8 0-15,-9 0-22 0,2 1-8 16,-1-6-19-16,5-5-49 16,7-18-96-16,9-17-189 15</inkml:trace>
  <inkml:trace contextRef="#ctx0" brushRef="#br0" timeOffset="190069.75">18448 11973 942 0,'0'0'80'0,"0"0"-34"15,0 0-30-15,0 0-16 16,0 0-12-16,0 0-48 0,-3 0-79 16,-16 11-41-16,-2-5-503 15</inkml:trace>
  <inkml:trace contextRef="#ctx0" brushRef="#br0" timeOffset="197096.55">7220 9936 79 0,'0'0'70'0,"0"0"16"15,0 0-7-15,0 0 4 16,0 0-6-16,0 0-17 16,0 0-17-16,3-14-38 15,-3 14-1-15,1-3-4 16,-1 3 2-16,0 0-1 16,0 0-1-16,0 0 0 15,0 0 0-15,0 0 0 16,0 0 0-16,0 0 0 15,0 0 1-15,0 0 2 16,0 0 5-16,0 0 7 16,0 0 7-16,0 0-1 15,0 0-15-15,0 0-4 0,0 0 3 16,0 0 1 0,0 0 20-16,0 0 3 0,0 0-2 15,0-2-12-15,0 0-4 16,0 2 1-16,0 0 0 15,0 0-2-15,0 0-6 16,0 0-4-16,0 0-2 16,0 0 0-16,0 0-5 15,0 2 0-15,-1 9 7 16,-5 5 0-16,0 2-1 16,1 1-1-16,0-3 2 15,3 1 2-15,2 0-2 0,0-5 0 16,0-1-2-1,0-1 0-15,10-3-7 0,-1-2 4 16,2 0-1-16,-1-2 3 16,2-1-2-16,-2-2 4 15,-2 0 1-15,-1 0 1 16,-1 0 2-16,1 0-1 16,-2 0 0-16,0-5 2 15,4 0 4-15,-3-2-3 16,4 3-5-16,-1-4 1 15,-3 4-1-15,6-2 0 16,-6-1 0-16,-2 3 2 16,2-1 0-16,0-3-2 15,0 1 1-15,-2 2 4 16,-1 0 11-16,-1-1-9 0,-2 3 0 16,3 0 7-1,-1-1 0-15,-1 1 0 0,1 1 2 16,-1-1-11-16,-1 1 0 15,0 0-2-15,0 1 1 16,0-3 1-16,0 3 1 16,2-2-3-16,-2-1 0 15,0 0 6-15,0-1 5 16,0-3-4-16,0-1-9 16,0 2 3-16,0-1-1 15,0-1 1-15,0 2 0 16,0 1-3-16,-2-1-1 0,-1 4 0 15,2-1 1-15,-4-1-1 16,2 3 0-16,-2-1 0 16,-2 3-1-16,0 0-1 15,-4 0-1-15,-5 0 1 16,-1 8 2-16,1 0-4 16,4 3-14-16,3-2-14 15,3 2-9-15,2 3-16 16,4-3-91-16,0-8-194 15</inkml:trace>
  <inkml:trace contextRef="#ctx0" brushRef="#br0" timeOffset="201967.41">3959 13099 267 0,'0'0'143'0,"0"0"-46"15,0 0-36-15,0 0-7 16,0 0-10-16,0 0 0 16,0 0-17-16,-6 0-12 15,6 0-3-15,0 0-1 0,0 0-1 16,0 0-10-16,9 0 0 15,15 0 2-15,4 0 6 16,9 0 3-16,7 0-1 16,3 0-2-16,7 0-6 15,10 0 1-15,0 0-2 16,-1 0-1-16,-3 0 0 16,-18 0 0-16,-16 0-4 15,-21 0-46-15,-10 7-99 16,-37 3-3-16</inkml:trace>
  <inkml:trace contextRef="#ctx0" brushRef="#br0" timeOffset="202382.6">3769 13199 449 0,'0'0'126'16,"0"0"-65"-16,0 0-15 16,96-3 44-16,-60 3-52 15,-3 3-14-15,-2 13-16 16,2 6-4-16,-8 5-3 16,-4 6 0-16,-9 4-1 15,-12 1-2-15,0-1 1 16,-11-1 2-16,-18-5 3 0,2-2-2 15,-6-6 1-15,-3-3 6 16,6-4 5-16,6-5-3 16,8-4-2-16,11-2-1 15,5 4-8-15,0 4-1 16,17 7 1-16,14 1 2 16,17 0 1-16,15-3-1 15,11-6-1-15,13-4 2 16,5-8-3-16,1 0-1 15,-5-3-4-15,-11-13-28 16,-14-7-43-16,-23-10-112 16</inkml:trace>
  <inkml:trace contextRef="#ctx0" brushRef="#br0" timeOffset="202932.4">4915 13165 362 0,'0'0'455'0,"0"0"-340"16,0 0-91-16,0 0-24 15,0 0-4-15,0 0 3 0,-34 98 1 16,10-36 3-16,1 9-1 15,0 5-2-15,3 1 5 16,7-5-4-16,4-16-1 16,5-17 4-16,1-20-3 15,3-14-1-15,0-5 3 16,0-16 14-16,13-21 9 16,5-21-26-16,0-7 0 15,-6-8-15-15,-8 4-2 16,-4 2-1-16,0 5 5 15,0 5-5-15,0 10-4 16,10 12 14-16,13 10 3 16,7 9 4-16,7 11-1 15,-4 5-1-15,-5 1 3 16,2 19-1-16,-6 6-3 16,-8 3 4-16,-1 0 0 0,-12-2 0 15,-3-3 0-15,0-5-4 16,-9-2 1-16,-9-1 3 15,-9-3 3-15,-7-1-1 16,-6-3 4-16,-8 1-5 16,-7 0 2-16,3 0-1 15,13-1-4-15,14 4-61 16,15 1-115-16,10-7-166 16</inkml:trace>
  <inkml:trace contextRef="#ctx0" brushRef="#br0" timeOffset="203448.48">5343 13068 161 0,'0'0'666'16,"0"0"-554"-16,0 0-79 15,0 0-33-15,0 0-4 16,0 0 4-16,-15 80 0 16,17-29 5-16,8 7-3 15,1 2 2-15,2 3-2 0,2-5-1 16,-3-6 1-16,4-10-1 16,-2-10-1-16,6-13-1 15,2-14-5-15,6-5-5 16,3-9-3-16,1-16-30 15,-6-4-18-15,-5-8-20 16,-10-4 35-16,-7-2 33 16,-4 1 14-16,0 1 69 15,0 3 11-15,0 6-33 16,0 8-20-16,0 7 0 16,0 6-17-16,-1 5-5 15,1 4-3-15,0 2-2 16,0 0-3-16,0 0-4 15,4 7 0-15,11 7 7 0,6 1 2 16,0-1-2 0,5-1 0-16,0-4 0 0,8-4 0 15,5-2-2-15,3-1-10 16,0-2-19-16,1 0-56 16,-7 0-105-16,-6-12-312 15</inkml:trace>
  <inkml:trace contextRef="#ctx0" brushRef="#br0" timeOffset="203652.59">6086 13319 717 0,'0'0'196'0,"0"0"-153"16,0 0-40-16,0 0-3 15,0 0-3-15,0 0 1 16,86 0 1-16,-36 0-28 16,5 0-29-16,0 3-105 15,-13-3-52-15</inkml:trace>
  <inkml:trace contextRef="#ctx0" brushRef="#br0" timeOffset="203852.62">5968 13529 446 0,'0'0'130'16,"0"0"-25"-16,0 0 9 15,0 0-37-15,0 0-31 16,115 25-10-16,-66-25-10 16,8-5-16-16,1-5-7 15,0 3-3-15,-4 3-8 16,-12 1-36-16,-23 3-72 15,-19-3-249-15</inkml:trace>
  <inkml:trace contextRef="#ctx0" brushRef="#br0" timeOffset="208260.52">7416 13089 235 0,'0'0'107'0,"0"0"16"0,0 0-49 15,0 0-6-15,0 0-4 16,0 0-3-16,-11-17 7 15,9 17-31-15,1-4 0 16,1 4-14-16,-3-1-4 16,3 1-4-16,0-2-8 15,0 2-3-15,0-2 1 16,0 1-3-16,0-2 2 16,0-1 3-16,0 0-5 15,0-4-1-15,0 2-1 0,4-2 0 16,8-2 1-1,0 0-1-15,1 1 2 0,-1 1-2 16,-1-1 1-16,0 1-1 16,0 2 0-16,-3 1 0 15,-1 2 0-15,0 1-1 16,-2 2-2-16,-1 0 0 16,1 0-3-16,-2 6 4 15,-3 7 1-15,0 6-4 16,0 3 2-16,-18 2 3 15,-6 5 0-15,0-5 0 16,6-2-2-16,3-5 2 16,6-4 0-16,5 1 0 15,2-7 0-15,2 0-5 0,0-2-9 16,0-1-7 0,5 0 13-16,9-2 4 0,8 0 4 15,-3-2 0-15,0 3-1 16,1 2 1-16,-5 4 2 15,1 4-2-15,-2 5 0 16,-1 7-1-16,-4 3 0 16,-3 2-3-16,-6-1 3 15,0-3 0-15,0-4 1 16,-4-4-2-16,-10-4 2 16,-7-2 1-16,-3-2 0 15,-6-6 0-15,-1-1-1 16,0-1-1-16,3-2-1 15,5 0 1-15,10 0-10 16,7 0-36-16,6 0-84 0,0 0-222 16</inkml:trace>
  <inkml:trace contextRef="#ctx0" brushRef="#br0" timeOffset="208468.45">7873 13421 616 0,'0'0'186'0,"0"0"-78"16,0 0-57-16,0 0-31 0,0 0-16 15,0 0-4-15,-46 26 0 16,26 6 1 0,1 6-1-16,1 7-13 0,1 2-32 15,1-1-55-15,4-8-98 16,3-15-244-16</inkml:trace>
  <inkml:trace contextRef="#ctx0" brushRef="#br0" timeOffset="209610.19">7973 13196 377 0,'0'0'203'15,"0"0"-58"-15,0 0-136 16,0 0 3-16,0 0-4 16,0 0 35-16,27 75-11 15,-18-39-15-15,1 1-3 16,0 2-6-16,2-4-3 15,3-3-3-15,0-7 1 16,5-3-2-16,3-4 1 16,4-5 1-16,4-7 1 15,4-6-4-15,-2 0-5 16,-2-22-21-16,-6-4 19 0,-9-5-1 16,-6-3 8-16,-10-3 2 15,-12-3-1-15,-21 0-2 16,-9 0 1-16,-5 5-1 15,5 5 0-15,10 7 2 16,13 9-1-16,12 4 3 16,5 5 1-16,2 4 11 15,2 0-15-15,14 1-2 16,8 0 2-16,3 0 1 16,0 0 0-16,-1 0-1 15,-3 0 1-15,-2 0-1 16,0 0 0-16,-2 0 0 15,-3 0 2-15,4 0-2 16,-2 0 0-16,6 0 0 0,-2 0 0 16,2 0 0-16,-2 0 0 15,-1 2 0-15,-3 3 0 16,-5 2 0-16,-1 3 0 16,-6 5 1-16,-1 3-1 15,-2 6 0-15,-2 4 2 16,-1 6 0-16,0 3-1 15,2 1 3-15,4-1-3 16,5-4 0-16,6-8 3 16,4-6 1-16,4-6-2 0,3-7 2 15,1-6-2 1,-1 0 4-16,-4-12 4 16,-3-8-4-16,-3-6 6 0,-8-4-4 15,-8-3-6-15,-2-4-3 16,-4-1-1-16,-17 6 0 15,-3 1-25-15,3 4-4 16,4 5 8-16,9 2 11 16,8 6 9-16,0 5 2 15,5-1 0-15,16 7 3 16,4 3-2-16,4 0 0 16,-2 0 1-16,0 5 0 15,-2 8 1-15,0 4 1 0,-2 5 1 16,-2 6 1-1,2 1-2-15,0 3-3 0,-1 2 1 16,-2-3-2-16,-1-2 0 16,0-5 3-16,-1-6-3 15,2-4 0-15,-2-4 0 16,1-5 0-16,-1-3-2 16,-3-2 0-16,-5 0 2 15,-1-5 0-15,-1-7 1 16,-2-3-1-16,0-4 2 15,-1 0-1-15,0-3 1 16,-2-1 2-16,-3 2 5 16,0 0 10-16,0 1-1 15,0-1-6-15,-9 4 2 16,-6 2-4-16,-3 2-8 0,-4 4-2 16,-11 3-1-16,-12 4-3 15,-10 2-27-15,-3 2-56 16,9 7-103-16,9-3-250 15</inkml:trace>
  <inkml:trace contextRef="#ctx0" brushRef="#br0" timeOffset="-214025.61">7163 13916 68 0,'0'0'43'0,"0"0"0"15,0 0-17-15,0 0-21 16,0 0-4-16,0 0 0 16,0 0 0-16,-6-2-1 15,6 2 0-15,-3-2 3 0,3-1 24 16,0 0 11-16,-2 1-14 15,-2-2 7-15,2 0 2 16,-2 2 26-16,1-1-25 16,0-2 3-16,-3 2-17 15,3 0 2-15,0-2 20 16,0 1-19-16,0-1-5 16,0 2 5-16,-4-4 5 15,5 3-5-15,-4 1-17 16,3-2 2-16,0 2-1 15,2 1 10-15,-2 0 1 16,0 1-8-16,0-1 0 16,0 0 1-16,0 0-7 15,3 2-1-15,-2-1 1 16,1-1 1-16,1 2 2 0,0-2 1 16,0 2 2-16,0 0 9 15,0 0-3-15,0 0-6 16,0 0 0-16,0 0-5 15,0 0-2-15,3 0-2 16,21 0 2-16,13 0 0 16,15 0-2-16,20 8 0 15,19 1-1-15,25 3 1 16,26 3-1-16,29 5 1 16,33 5-2-16,25 0-3 15,10 0-6-15,-2-2-29 16,-21-6-5-16,-23-5 23 15,-19-3-12-15,-23-4 14 0,-26-3 18 16,-30-2 1-16,-30 0 7 16,-30 0 13-16,-21-6 26 15,-11-4 37-15,-3 2-60 16,0 0-11-16,-8 2-9 16,-5 4-3-16,-1 2-5 15,-2 0-62-15,1 3-95 16,6 2-197-16</inkml:trace>
  <inkml:trace contextRef="#ctx0" brushRef="#br0" timeOffset="-207762.7">7248 14408 395 0,'0'0'161'16,"0"0"-106"-16,0 0-24 15,0 0 2-15,0 0 13 0,0 0 9 16,0 0-28-16,21-71 6 16,-18 67-9-16,-3 1-3 15,0 1-2-15,0 1-1 16,0 1-6-16,0 0 0 15,0 0-8-15,0 0-4 16,0 1-6-16,0 18 3 16,0 10 2-16,-6 12 1 15,-9 6 3-15,1 5-1 16,1 0 0-16,1-2 1 16,3-1-2-16,4-8-1 15,5-8-9-15,0-11-26 16,0-12-5-16,11-10-31 0,9 0-63 15,5-23-215-15</inkml:trace>
  <inkml:trace contextRef="#ctx0" brushRef="#br0" timeOffset="-207274.45">7773 14374 456 0,'0'0'152'0,"0"0"-30"15,0 0-92-15,0 0-21 0,0 0 40 16,0 0-4-16,-87 90-16 16,63-51-9-16,1 4-13 15,0 3-5-15,7-2 1 16,1-4 0-16,6-1-2 16,3-8-1-16,6-7-1 15,0-7-32-15,0-7-32 16,0-10-105-16,0 0-170 15</inkml:trace>
  <inkml:trace contextRef="#ctx0" brushRef="#br0" timeOffset="-207086.26">7436 14615 631 0,'0'0'134'16,"0"0"-128"-16,0 0-4 15,0 0 12-15,0 0 7 16,83 3-10-16,-35 2-8 16,12 0-3-16,5-5-38 15,7 0-110-15,2-7-168 16</inkml:trace>
  <inkml:trace contextRef="#ctx0" brushRef="#br0" timeOffset="-206367.54">8177 14436 581 0,'0'0'89'15,"0"0"51"-15,0 0-97 16,0 0-23-16,0 0-10 16,0 0-10-16,96-8 0 0,-80 35 0 15,-10 5-1 1,-6 4 1-16,0 0 0 0,-2 3 2 16,-12-3 0-16,-2 0-2 15,-1-5-2-15,2-5-8 16,0-7-26-16,2-8-9 15,2-5-6-15,1-6-4 16,2 0 42-16,8 0 13 16,0-5 29-16,0-6 30 15,12-2-19-15,14 1-29 16,9 1-2-16,4 1-5 16,0 0 0-16,-2 1 10 15,-4 1 4-15,-2-2-2 0,-1 1 2 16,-5 1-7-1,-2 3-6-15,-8 1 0 0,-6 3-4 16,-3 1 1-16,-2 0-2 16,-3 0-2-16,1 1 1 15,-2 9 0-15,0 4-4 16,0 6 5-16,-2 0 1 16,-3 0 0-16,4-3 2 15,1-7-2-15,0-2-1 16,11-2 2-16,14 1 0 15,13 0 1-15,11-4-2 16,5-3-1-16,0 0-1 16,-3-14-3-16,-9-11 4 15,-10-5 2-15,-10-5 0 0,-13 4 2 16,-9 1 8-16,-15 2 2 16,-28 6-11-16,-14 5-3 15,-4 8 0-15,4 6 2 16,13 3-2-16,17 10-3 15,18 23-2-15,9 9-56 16,9 4-113-16,21-1-383 16</inkml:trace>
  <inkml:trace contextRef="#ctx0" brushRef="#br0" timeOffset="-206016.72">7973 14982 525 0,'0'0'123'0,"0"0"-93"16,88 0 30-16,-35 0 21 16,7 0-32-16,13-3-21 0,6-3-12 15,2 0-7 1,2 1-5-16,-2 5-3 0,-6 0-1 16,-6 0 0-16,-13 0 0 15,-10 13-27-15,-24-4-78 16,-22 0-78-16,-5-4-203 15</inkml:trace>
  <inkml:trace contextRef="#ctx0" brushRef="#br0" timeOffset="-205783.13">8325 15080 701 0,'0'0'180'0,"0"0"-130"0,0 0-50 16,0 0 0-16,0 0 8 16,0 0 4-16,-3 74-6 15,3-45-4-15,0 0 0 16,-6-4-1-16,0 0-1 16,1-5-8-16,-1 0-26 15,0-3-56-15,2-6-92 16,0-5-227-16</inkml:trace>
  <inkml:trace contextRef="#ctx0" brushRef="#br0" timeOffset="-205184.6">8437 15232 763 0,'0'0'147'0,"0"0"-90"16,0 0-52-16,0 0-5 15,0 0 0-15,0 0 1 16,37 20 0-16,-22-4 0 16,0-1 1-16,0-3-2 15,0-5-2-15,0-4-1 16,0-3 2-16,4 0 1 16,2-9 0-16,5-12 0 15,-2-4-7-15,-7-5 4 16,-11 0 2-16,-6 1-2 15,0 2-1-15,-5 5-3 0,-4 8 0 16,5 7 6-16,4 4-1 16,0 2 2-16,4 1-6 15,13 0 0-15,7 1 6 16,-2 12-2-16,2 2 2 16,-6 3-2-16,1 1 2 15,-4-2 0-15,1-3 0 16,-2-1 1-16,-2-3-1 15,-3-7 0-15,-2-1-2 16,-3-2 2-16,1 0-2 16,-3 0 2-16,-2 0-5 0,0-8-7 15,0 0 1-15,0-1 10 16,0-3 1-16,0-1 3 16,0-3 21-16,1-1 6 15,2 0 0-15,2 0-2 16,-2 4-11-16,-1 4-3 15,2 1-7-15,-3 1-5 16,-1 3-2-16,0-1 0 16,0 3-1-16,-12 0-15 15,-21 2-19-15,-13 0-11 16,-12 2-46-16,-3 5-77 16,11 2-176-16</inkml:trace>
  <inkml:trace contextRef="#ctx0" brushRef="#br0" timeOffset="-204852.28">9296 14573 674 0,'0'0'67'16,"0"0"5"-16,0 0-67 16,0 0 4-16,22 109 26 15,-37-42 8-15,-16 11-17 16,-5 13-11-16,-7 5-10 15,-2-1 1-15,-2 0-3 16,-9-11-2-16,-5-11-1 16,-4-14-62-16,-1-18-184 15</inkml:trace>
  <inkml:trace contextRef="#ctx0" brushRef="#br0" timeOffset="-204301.51">6823 14268 559 0,'0'0'79'0,"0"0"15"15,0 0-50-15,0 0 20 16,-85 94-2-16,52-45-18 15,2 12-17-15,2 17-6 0,13 17-7 16,8 10-6-16,8 8-5 16,11-1-2-16,19-12 1 15,13-13-2-15,11-13-3 16,13-19-22-16,14-10-34 16,15-18-105-16,13-15-248 15</inkml:trace>
  <inkml:trace contextRef="#ctx0" brushRef="#br0" timeOffset="-203300.42">9457 14350 276 0,'0'0'73'0,"0"0"69"15,0 0-56-15,0 0-12 16,0 0-7-16,0 0 19 16,0-54-51-16,0 50-4 15,0 2-15-15,0 2 0 16,0 0-9-16,0 0-7 15,0 0 0-15,0 2-6 16,0 19 6-16,-8 6 0 16,-8 9 3-16,-1 5 4 15,-2 5-2-15,0 0-3 0,4-2 0 16,2-5 0-16,5-5-1 16,5-12 1-16,3-6-2 15,0-8 1-15,0-5-1 16,0-3 2-16,0 0 0 15,0 0 2-15,0-1 1 16,2-11-1-16,3-5 5 16,-1 0 3-16,0 1-3 15,-3 3-4-15,1 6-2 16,-2 4-2-16,0 3-1 16,0 0-42-16,0 3-210 15,0 1-200-15</inkml:trace>
  <inkml:trace contextRef="#ctx0" brushRef="#br0" timeOffset="-202496.34">10082 13690 609 0,'0'0'136'0,"0"0"-55"16,0 0-51-16,0 0-25 15,0 0-2-15,128-31 1 16,-65 30-4-16,4 1 0 16,5-4 0-16,-1-2 0 15,-7-1-2-15,-3-3-8 16,-10 0 1-16,-18 1-2 0,-17 0-13 15,-16-1-43 1,-16-4-67-16,-27-4-296 0</inkml:trace>
  <inkml:trace contextRef="#ctx0" brushRef="#br0" timeOffset="-202295.41">10437 13377 572 0,'0'0'105'16,"0"0"78"-16,0 0-147 16,0 0-25-16,0 0 0 0,0 0-9 15,0 59 14-15,-2-2-3 16,-12 21-9-16,-9 14 0 16,-5 11-4-16,-8-8-120 15,0-17-375-15</inkml:trace>
  <inkml:trace contextRef="#ctx0" brushRef="#br0" timeOffset="-200856.6">9536 14394 273 0,'0'0'116'0,"0"0"-43"16,0 0 6-16,0 0-21 16,0 0-7-16,0 0 0 15,26-47 9-15,-24 38-8 0,0 1-19 16,-2 2 0-1,0 2-11-15,0 0-6 0,0 4-7 16,0 0-3-16,0 0-6 16,0 0 0-16,0 0-4 15,0 9 3-15,0 11 1 16,-6 7 2-16,-2 6-2 16,1 6 1-16,-2 3 1 15,-1-2-1-15,2-3 2 16,2-9-3-16,4-11 0 15,2-9 0-15,0-6 0 16,0-2 3-16,0 0 3 16,0-17 0-16,0-8-4 15,5-3-2-15,0-3 1 0,-4-1 1 16,-1 1-2-16,0 2 5 16,0 5-3-16,2 7-2 15,-1 7 1-15,1 0-1 16,-2 7 0-16,0 1 2 15,0 2-2-15,0-1 0 16,0 1 1-16,0-1-1 16,3-4 0-16,4 0 0 15,2 0 0-15,0-4 0 16,-1 1 1-16,0-1-1 16,-3 1 0-16,-4 2 3 15,1 0 0-15,-2 2-2 16,0 2 4-16,0 1-2 15,0 1 0-15,0 0-2 16,0 0-1-16,0 0 0 0,0 0-2 16,0 3 1-16,0 12-1 15,-3 6 2-15,-6 5 0 16,-2 2 3-16,-1 4 2 16,1 4-2-16,0 0-1 15,2 0-1-15,5-4-1 16,3-5 1-16,1-4-2 15,0-2-6-15,0-1-22 16,0-10-65-16,0-10-183 16</inkml:trace>
  <inkml:trace contextRef="#ctx0" brushRef="#br0" timeOffset="-196376.68">7342 13076 80 0,'0'0'51'16,"0"0"34"-16,0 0-31 15,0 0 7-15,0 0 3 16,0 0 24-16,-3-19-40 16,1 17 4-16,2 2-21 15,0-1-17-15,0-2-4 16,-1 2-5-16,1-3 2 15,-2 1 7-15,2 1-7 16,-1-2-1-16,1 0 5 0,-2 0-6 16,0-1 17-1,2 3-15-15,0-1 9 0,0 0-6 16,0 1-6-16,0 2 15 16,0-5-6-16,-1 5-6 15,1-3-5-15,0-1 1 16,0 2-2-16,0-3 0 15,0 2 2-15,0 1-1 16,0 1-2-16,0-1 1 16,0 2 0-16,0 0-1 15,0 0-3-15,0 0-6 16,6 0 8-16,2 0-2 16,4 0-3-16,-5 0 1 15,1 0 5-15,2 0 0 16,-3 0 0-16,4 0 1 0,4 0-1 15,-2 0 0-15,4 0 0 16,-2 0-1-16,-2 0 1 16,2 0-1-16,-7 0 1 15,-1 0-1-15,-4 2 0 16,0 4 1-16,0-1-8 16,-3 4 1-16,0 4-5 15,0 1 6-15,0 0-14 16,-9 1-10-16,2 1-11 15,1-4-24-15,-2-1-142 16</inkml:trace>
  <inkml:trace contextRef="#ctx0" brushRef="#br0" timeOffset="-193463.38">11299 13063 492 0,'0'0'80'0,"0"0"12"0,0 0-16 15,0 0-15 1,0 0-14-16,0 0-12 0,0 0-11 16,-12-23-18-16,5 26-6 15,-6 11 3-15,-3 5 1 16,-4 9 0-16,-2 1-2 16,-3 3 1-16,-5 2-2 15,-1-1 1-15,1-4-2 16,5-2 0-16,10-3 1 15,3-4-1-15,6-3 0 16,6-3 2-16,0-2-2 16,0-3 0-16,14-1 0 15,8 0 4-15,3-2-4 16,3 1 0-16,4-4-7 16,1-1-14-16,1-2-10 15,3 0-18-15,0 0-30 16,-1-2 7-16,2-10 0 0,-6-3-71 15,-2-2-58-15,-6-2 71 16,-10 0 130-16,-9 1 16 16,-5-1 129-16,0 2 54 15,0 3-87-15,-8-1-19 16,-3 1 16-16,0 4-48 16,0 5-5-16,9 4-18 15,1 1-14-15,1 1-24 16,0 18 0-16,0 14 2 15,0 7-2-15,3 4 0 16,3 6-3-16,-6 1 2 0,0 8-23 16,-2 2-32-16,-12-6-71 15,-1-10-93-15</inkml:trace>
  <inkml:trace contextRef="#ctx0" brushRef="#br0" timeOffset="-193240.55">11738 13626 845 0,'0'0'121'0,"0"0"-81"16,0 0-40-1,0 0-4-15,0 0 4 0,0 0 0 16,-8 98 0-1,3-57 0-15,-4 2-23 0,-1-1-31 16,-5-7-154-16,0-8-226 16</inkml:trace>
  <inkml:trace contextRef="#ctx0" brushRef="#br0" timeOffset="-192147.44">11942 13367 723 0,'0'0'27'0,"0"0"75"16,0 0-100-16,0 0-1 15,0 0-1-15,0 0 6 16,79 73-4-16,-57-37-1 15,-1 3 0-15,3 0 0 16,6-6-1-16,0-8-4 16,-2-13-2-16,-7-10-14 15,-2-2-3-15,-5-17 10 16,1-10-30-16,-5-10 18 0,-5-3 25 16,-5-3 5-1,-5 2 11-15,-20-1-2 0,-5 4 2 16,0 1-4-16,4 6 3 15,7 7 0-15,9 5-5 16,2 7-5-16,8 2 6 16,0 6 2-16,0 1-12 15,20 1 2-15,4 2-3 16,2 0 0-16,3 0 0 16,-5 0 0-16,3 0 0 15,-1 8 0-15,-2 0 0 16,-3 2 0-16,-4 1-2 15,-3 0 2-15,-2 0-1 16,-5 2 0-16,-1 1 0 16,-2 1-1-16,-3 2 1 0,-1 4 0 15,0-1-1-15,0 3 2 16,0 0 0-16,2-2 3 16,-2-1-1-16,0-1 1 15,0-2-2-15,0-1-1 16,0-1 5-16,4 1-3 15,0 0 0-15,4-1 0 16,4-1 0-16,0-2-2 16,3-2 4-16,6-5-1 15,3-5 0-15,1 0-2 16,-1-3 5-16,-1-18 1 0,-3-4 19 16,-5-8-9-1,-1 1-6-15,-11-4-4 0,-3 0-2 16,-3-3-2-16,-23 3-2 15,-4 1 0-15,3 5-1 16,5 7-1-16,9 9 1 16,7 4 4-16,4 6-3 15,2 4-1-15,0 0-7 16,9 0-14-16,15 4 14 16,6 9 2-16,10 1-5 15,8 3-15-15,0-3-6 16,1 3 14-16,-6 2 2 15,-1 1 9-15,-11-1 5 16,-7 0-2-16,-10-2 2 0,-11-2 1 16,-3 0-2-16,0 1 2 15,0 1-2-15,-5 3 2 16,-1-3 0-16,1-2-1 16,4-1 1-16,1-2-27 15,1 2-1-15,22-3 3 16,13-2-2-16,7-7-11 15,8-2 8-15,-3 0 25 16,-4-12 5-16,-7-12 35 16,-7-1 59-16,-7-3-21 15,-11-4 1-15,-8-1-22 16,-4 1-23-16,-6 0-6 16,-22 6-15-16,-10 8-8 15,-15 7-1-15,-8 11-23 16,-8 0-55-16,3 4-187 0</inkml:trace>
  <inkml:trace contextRef="#ctx0" brushRef="#br0" timeOffset="-191629.59">11043 13982 651 0,'0'0'101'0,"0"0"-29"16,0 0-33-16,0 0-34 15,151-12-1-15,-22 12 15 16,32 7 8-16,30 7-6 16,25 3-13-16,11 0-8 15,3-2-1-15,-2-4 0 16,-18-3-9-16,-17-5-7 16,-20-3-3-16,-21 0-1 15,-29 0 4-15,-30 0-1 16,-33 0 6-16,-31 0 7 15,-26 0-22-15,-7 0-185 16,-41 7-169-16</inkml:trace>
  <inkml:trace contextRef="#ctx0" brushRef="#br0" timeOffset="-190898.58">11141 14459 561 0,'0'0'165'16,"0"0"-57"-16,0 0-26 15,0 0-42-15,0 0-5 16,0 0-35-16,0-34-1 16,0 55 1-16,0 11 1 15,-1 12-1-15,-2 7 2 16,1 9-1-16,-3 2-1 16,2-3-11-16,0-13-19 15,3-10-48-15,0-14-66 16,0-11-43-16,13-11-216 15</inkml:trace>
  <inkml:trace contextRef="#ctx0" brushRef="#br0" timeOffset="-190648.73">11469 14493 614 0,'0'0'42'0,"0"0"110"15,0 0-85-15,0 0-21 16,0 0-35-16,0 0-11 16,0-1-1-16,-1 35 1 15,1 10 2-15,0 7-2 16,0 7 3-16,0 0-3 16,0-8-8-16,0-10-55 15,0-9-80-15,0-14-34 0,1-13-225 16</inkml:trace>
  <inkml:trace contextRef="#ctx0" brushRef="#br0" timeOffset="-190480.57">11341 14659 722 0,'0'0'133'15,"0"0"-123"-15,0 0-6 16,103 28 1-16,-53-16 2 15,6-3 0-15,0 0-6 16,-1-3-1-16,-2-4-34 0,-4-2-115 16,-4-6-97-16</inkml:trace>
  <inkml:trace contextRef="#ctx0" brushRef="#br0" timeOffset="-189880.59">11887 14463 739 0,'0'0'28'0,"0"0"49"16,85-15-62-16,-51 15 1 16,-1 9 11-16,-2 9 0 15,-4 7-15-15,-8 4-10 0,-8 5 0 16,-10 4-2-16,-1-5-2 15,-3 0-9-15,-17-4-8 16,-4 0-11-16,-2-7 1 16,2-6-25-16,5-8-6 15,8-8-6-15,8 0 47 16,3-1 19-16,3-15 16 16,17-4 10-16,8-1 55 15,8 3-23-15,1 2-42 16,1 5-9-16,-4 1-6 15,-4 3 4-15,-6 1 9 16,-4-1 6-16,-6 3 2 0,-3 2-4 16,-5 2-6-1,-1 0-6-15,-2 0-5 0,2 0-1 16,1 6 0-16,0 11-1 16,3 3 2-16,3 1-1 15,8 0 2-15,9-8-1 16,5-4 0-16,2-9-1 15,-2 0-4-15,-5-7-2 16,-7-14 4-16,-1-3 1 16,-12-5-2-16,-5 0 3 15,-4-1 1-15,-6 1 1 16,-22 2 3-16,-11 3 10 16,-12 8 0-16,-7 13-7 0,-1 3-7 15,7 16-2 1,16 19-27-16,17 7-43 0,15 8-49 15,4-6-61-15,24-11-324 16</inkml:trace>
  <inkml:trace contextRef="#ctx0" brushRef="#br0" timeOffset="-189580.01">11796 14987 394 0,'0'0'320'0,"0"0"-289"15,107 1-16-15,-50 1 43 16,10-2-19-16,3 0-12 15,5 0-8-15,1 0-9 16,0-6-3-16,-6 1-6 16,-3 3-1-16,-7 2 0 15,-8 0-50-15,-15 0-82 16,-22 0-85-16</inkml:trace>
  <inkml:trace contextRef="#ctx0" brushRef="#br0" timeOffset="-189388.5">12136 15062 716 0,'0'0'157'0,"0"0"-146"16,0 0-9-16,0 0 1 16,-14 93 0-16,14-58 2 15,0 1-4-15,0 1-1 16,0 0-16-16,0-5-111 0,0-10-72 15,0-7-251 1</inkml:trace>
  <inkml:trace contextRef="#ctx0" brushRef="#br0" timeOffset="-188933.55">12382 15196 840 0,'0'0'97'0,"0"0"-55"15,0 0-39-15,0 0-3 16,0 0 0-16,0 0 0 16,22 83 1-16,-14-62 1 15,3-5-2-15,3-7-2 16,4-7-10-16,3-2 8 16,7-9-13-16,5-14-30 0,0-4-17 15,-3-1-26 1,-5 4 47-16,-6 4 43 0,-8 7 19 15,-6 7 58-15,-1 4-28 16,-1 2-36-16,0 0-13 16,1 5-3-16,1 9 3 15,2 4 2-15,3 0-1 16,1 0 1-16,4-3-2 16,-2-3 0-16,1-5-2 15,4-6-7-15,1-1 4 16,-1-4 1-16,1-17 4 15,-4-7 0-15,-4-3 5 0,-9-6 21 16,-2-1 6 0,-8-2-12-16,-18 4 0 0,-2 8-8 15,3 12-12-15,7 13-4 16,10 3-108-16,8 0-152 16</inkml:trace>
  <inkml:trace contextRef="#ctx0" brushRef="#br0" timeOffset="-188679.44">13198 14604 830 0,'0'0'16'16,"0"0"2"-16,0 0-16 15,46 125 0-15,-43-54 11 16,-3 6 13-16,0 4-11 16,0 1-8-16,-21-1-3 15,-13-3-2-15,-7-11-2 16,-12-8-2-16,-5-13-59 16,-8-10-85-16,-8-17-99 15</inkml:trace>
  <inkml:trace contextRef="#ctx0" brushRef="#br0" timeOffset="-188201.59">10682 14290 616 0,'0'0'79'0,"0"0"60"16,0 0-126-16,0 0-8 16,0 0 45-16,-25 76-13 15,8-22-13-15,-3 16-8 16,5 19-8-16,8 14-3 15,7 6-3-15,3 0 0 16,28-9-2-16,16-12 0 16,12-13-9-16,19-15-35 0,14-17-53 15,21-21-105-15,13-16-345 16</inkml:trace>
  <inkml:trace contextRef="#ctx0" brushRef="#br0" timeOffset="-187417.8">13414 14318 148 0,'0'0'89'16,"0"0"-15"-16,0 0 71 16,0 0-14-16,0 0-16 15,0 0-31-15,-30-17-15 16,30 16-9-16,0-2-19 16,0 0-19-16,12-1-14 15,9 3-5-15,8 1-3 0,6 0 1 16,2 2-1-16,1 12 0 15,-2 3 0-15,-8 5-13 16,-9 3-10-16,-14 2-4 16,-5-1 2-16,-16 3 14 15,-17-2 1-15,-6-5 3 16,-2-2 1-16,1-6-2 16,11-5 5-16,9-6 2 15,6-1 2-15,12-2 1 16,2 0 14-16,0 0 18 15,0 0 9-15,23 0-27 16,12 0-14-16,8-2 0 16,2-3-1-16,2 0-1 0,-2-2 1 15,-4 4-1-15,-4-1 0 16,-5 2-7-16,0 1-31 16,-5-1-40-16,-6-3-129 15,-8-4-395-15</inkml:trace>
  <inkml:trace contextRef="#ctx0" brushRef="#br0" timeOffset="-187247.92">13742 14548 231 0,'0'0'446'0,"0"0"-360"0,0 0-82 16,0 0 5-16,0 0-9 15,0 0 0-15,2 19-51 16,14-13-154-16</inkml:trace>
  <inkml:trace contextRef="#ctx0" brushRef="#br0" timeOffset="-185004.72">14318 13426 358 0,'0'0'75'15,"0"0"4"-15,0 0-30 16,0 0 7-16,0 0-3 16,0 0-15-16,0 0-38 15,-2-10 2-15,-1 22 0 16,-1 3 23-16,-1 4-5 15,-3 0 15-15,2 5-8 16,-2 0 2-16,1 3-14 16,-4 7-1-16,1 5 5 15,-2 7-10-15,-1 9-4 16,0 6-3-16,2 3-1 0,0 0 3 16,3-5-4-1,3-11-2-15,5-8-13 0,0-10-22 16,0-9-14-16,0-11-36 15,9-10-122-15,3-2-302 16</inkml:trace>
  <inkml:trace contextRef="#ctx0" brushRef="#br0" timeOffset="-184802.1">14096 13869 541 0,'0'0'119'0,"0"0"-93"16,0 0-25-16,0 0 39 0,0 0 36 16,122 5-36-16,-61-4-18 15,8-1-8-15,1 0-7 16,-2 0-7-16,0 0 0 16,-3 0-67-16,3 0-143 15</inkml:trace>
  <inkml:trace contextRef="#ctx0" brushRef="#br0" timeOffset="-181508.73">15343 13400 538 0,'0'0'52'0,"0"0"62"16,0 0-53-16,53-83 2 15,-39 70-29-15,0 2 19 16,-1 3-30-16,-3 6-7 16,-1 2-9-16,-2 0-7 15,1 21-1-15,1 8-3 16,-3 8 2-16,-5 4-2 15,-1 4-10-15,0-4-6 16,-8 1 0-16,-5-3 7 16,0-5 2-16,-3-3 10 15,-1-6-2-15,2-6 3 16,5-7 0-16,3-7 0 0,7-2 0 16,0-3 2-1,5 0-2-15,22 0 11 0,19-6-2 16,14-8-7-16,10-2 3 15,9-4-5-15,-1-5-17 16,-4-1-27-16,-9 2-6 16,-12-1 26-16,-17 5 16 15,-15 4 8-15,-12 2 7 16,-9 3 34-16,0 0 3 16,-15 5-35-16,-8 3-1 15,3 3 2-15,1 0 6 16,5 6-5-16,3 15-11 15,1 8-1-15,6 7 1 16,4 2 0-16,0-3 2 16,14-8 0-16,9-9 3 0,4-8-2 15,1-10-1-15,-2 0 4 16,0-19-1-16,-4-12-1 16,-5-5-4-16,-2 0-7 15,-6 0 6-15,-3 4 1 16,-1 4 0-16,1 6 1 15,1 10 3-15,-1 7 11 16,3 5-3-16,2 0-12 16,2 7-2-16,-1 15-1 15,-1 9 2-15,-3 2 0 16,-1 3 1-16,4-5 1 0,1-6-1 16,4-6 0-16,1-6 0 15,0-8 0-15,1-5 1 16,2 0 2-16,0-7 0 15,-3-15-2-15,-3-4 8 16,-5-6-2-16,-5-2-3 16,-4 0 5-16,0 1-6 15,-13 4-2-15,-6 2 2 16,0 7-2-16,3 4 2 16,2 7-3-16,1 3-1 15,8 4 0-15,0-1 1 16,4 3-3-16,1 0 1 0,0 0 0 15,0 0-4-15,0 0 4 16,0 0-4-16,8 0 4 16,14 0 2-1,8 0 1-15,9 0-1 0,1 0 0 16,8 3-1-16,-2 3-2 16,3 0-3-16,-5-1-2 15,-3 3 5-15,-8-2-4 16,-11 1 7-16,-7-3 1 15,-9 1-1-15,-2 3-1 16,-1-2 1-16,-1 5-2 16,1 2 2-16,-1 3 0 15,-1 1 0-15,1 1 0 16,-2 0 0-16,1-1-1 0,-1-1 1 16,2-2 0-1,4-2 0-15,0-1 1 0,5-3-1 16,2-5 0-16,2-3 1 15,7 0-1-15,0 0 4 16,0-11-3-16,0-5 3 16,-5-2 3-16,-4-4 6 15,-3 1 0-15,-9-5-5 16,-1 2-6-16,0 2-2 16,-1-2 0-16,-16 4-1 15,-5 3 0-15,-12 7-1 16,-13 6-6-16,-12 4-66 15,-7 0-175-15</inkml:trace>
  <inkml:trace contextRef="#ctx0" brushRef="#br0" timeOffset="-180975.78">15068 14093 415 0,'0'0'46'15,"-80"-22"59"-15,60 17-29 16,11 1 38-16,6 1 1 16,2 3-43-16,1 0-43 15,0 0-12-15,8 0-9 16,27 0-2-16,22 0-6 0,32 0 3 15,29 0-1 1,34 15 0-16,35 1 3 0,32 2-2 16,14 1-3-16,4-1 2 15,-22-3 3-15,-32-4-5 16,-31-3-1-16,-37-7 1 16,-33-1 1-16,-32 0-1 15,-24 0 0-15,-16-4 5 16,-8 4 23-16,-2 0-19 15,0 0-9-15,-10 0-7 16,-23 0-22-16,-15 7-29 16,-12 7-52-16,5-2-143 15</inkml:trace>
  <inkml:trace contextRef="#ctx0" brushRef="#br0" timeOffset="-179777.13">15164 14464 375 0,'0'0'132'16,"0"0"-15"-16,0 0-46 15,0 0 28-15,0 0-33 16,0 0-17-16,0-54-16 15,0 54-33-15,0 3 0 16,0 20-2-16,-9 9 2 16,-7 9 0-16,0 8 0 15,-4 5 0-15,0 5 3 16,2-4-3-16,-1-5-3 16,5-11-16-16,4-8-13 0,1-5-36 15,4-7-67-15,2-8-138 16</inkml:trace>
  <inkml:trace contextRef="#ctx0" brushRef="#br0" timeOffset="-179409.52">15363 14741 674 0,'0'0'143'15,"0"0"-52"-15,0 0-71 16,0 0-16-16,0 0-4 0,0 0-20 16,-8-9-56-16,8 23-4 15,13-3-72-15,1-10-330 16</inkml:trace>
  <inkml:trace contextRef="#ctx0" brushRef="#br0" timeOffset="-178827.52">15623 14522 669 0,'0'0'34'0,"0"0"41"0,100-10-60 16,-68 17 6 0,-7 7-1-16,-6 3-8 0,-6 3-10 15,-3 5 2-15,-6 3-4 16,-4-1 0-16,0-2-10 16,-15-1 1-16,0-3-2 15,-1-1-6-15,4-3 4 16,1-1-23-16,4-6-4 15,4-6 9-15,3-4 24 16,0 0 7-16,15 0 3 16,10-7 26-16,8-2-1 15,3-2-9-15,0 1-15 16,2-1-3-16,-3 1 4 16,-4 3 24-16,-10 0 15 0,-6 3-20 15,-11 1 4-15,-2 3-12 16,-2 0-11-16,3 0-5 15,3 4-1-15,0 10 0 16,4 3 1-16,7 4 0 16,8 1-5-16,8-6-8 15,7-3 2-15,3-9-20 16,-7-4 8-16,-9-3 16 16,-3-20 7-16,-11-6 6 15,-5-5 23-15,-7 0-17 16,-1 0-6-16,-12 4 8 15,-12 2-3-15,-4 5 19 16,0 7-6-16,4 10-8 0,-2 6-16 16,6 11-2-16,-1 18-64 15,9 8-60-15,6 1-63 16</inkml:trace>
  <inkml:trace contextRef="#ctx0" brushRef="#br0" timeOffset="-178527.16">16675 14382 851 0,'0'0'12'0,"0"0"4"15,0 0-15-15,0 0-2 16,67 108 1-16,-61-40 0 16,-6 16 10-16,0 8-2 15,-12 4-4-15,-14-7 2 16,-8-10-3-16,-7-14 0 16,-6-7-3-16,-6-9-22 15,-9-12-69-15,-3-20-102 16</inkml:trace>
  <inkml:trace contextRef="#ctx0" brushRef="#br0" timeOffset="-178061.71">14979 14252 643 0,'0'0'141'15,"0"0"-74"-15,0 0-34 16,-109 20 3-16,76 13-14 15,4 12-7-15,6 15-4 16,6 13-7-16,11 14 1 0,6 10 1 16,8-3-6-1,26-9-2-15,14-18-23 0,8-18-51 16,4-16-115-16,-3-16-162 16</inkml:trace>
  <inkml:trace contextRef="#ctx0" brushRef="#br0" timeOffset="-175847.27">16977 14393 324 0,'0'0'172'16,"0"0"-67"-16,0 0-57 15,0 0 4-15,0 0 24 16,0 0-23-16,-4-18-3 0,4 14-17 16,0-1-3-16,0 0-12 15,0-1 1-15,0-2-10 16,0 3 6-16,0 0-4 16,1 1-7-16,8-1-4 15,9 4 0-15,6 1-2 16,9 0 0-16,3 0-12 15,-4 6-14-15,-7 6-19 16,-9-2 2-16,-7 1 3 16,-6-1-13-16,-3-2 26 15,0-1 18-15,-15 0 11 16,-4 0 1-16,-5 1 1 16,4-1 7-16,2 1 2 0,8 3-3 15,4 5 2-15,6 4-8 16,0 5 0-16,4 1 0 15,17 1 3-15,2 1-5 16,2-1 0-16,2-3-2 16,-3-1-14-16,-6-3 3 15,-7-4 9-15,-3-5 3 16,-6-2-1-16,-2-2 1 16,0-2 1-16,-13 2 5 15,-10 0 4-15,-10-1 3 16,-7-2-6-16,-2-1-2 15,0 1-4-15,1-4 0 16,11 0-5-16,8 0-11 0,11 0-34 16,11 0-116-1</inkml:trace>
  <inkml:trace contextRef="#ctx0" brushRef="#br0" timeOffset="-175426.93">17592 13689 603 0,'0'0'66'16,"0"0"-54"-16,0 0 0 15,0 0 7-15,-27 75 34 16,17-31-6-16,-4 4-24 16,4 8-10-16,-2-3-6 0,5 0-5 15,-1-7 2-15,3-5-4 16,-1-6-8-16,-2-7-87 16,1-9-73-16,0-13-299 15</inkml:trace>
  <inkml:trace contextRef="#ctx0" brushRef="#br0" timeOffset="-175250.68">17358 14087 123 0,'0'0'614'0,"0"0"-487"16,0 0-72-16,0 0-46 0,92-28 2 15,-43 28 6-15,8 0-11 16,1 0-2-16,5 0-4 15,-2 0-25-15,-1 0-106 16,-5-6-283-16</inkml:trace>
  <inkml:trace contextRef="#ctx0" brushRef="#br0" timeOffset="-172309.76">18266 13452 178 0,'0'0'338'0,"0"0"-250"15,0 0 9-15,0 0-23 16,39-83-33-16,-27 67 18 15,0-1-21-15,1 3-10 16,1 1-15-16,-1 4-5 16,-1 2-3-16,2 5-5 15,5 2 0-15,3 0-4 16,2 18-12-16,-3 9-18 16,-3 4-1-16,-14 6 0 15,-4 1 5-15,-17 3 19 16,-22 1 7-16,-6 1 2 15,-3-4 2-15,9-3 2 16,13-8-2-16,8-8-1 16,15-1 1-16,3-3-1 0,1-4 1 15,22 0 10-15,3-3 5 16,7-2-3-16,-3 3-5 16,-6-6-3-16,-8 2-2 15,-7-1-2-15,-4 0 0 16,-5-3-2-16,0 2-5 15,-11 2 6-15,-13 3 1 16,-9-1 3-16,-5 3 1 0,1-1-2 16,4-2-2-1,4 2-3-15,6-2-21 16,8 3-16-16,10-2-59 16,5-4-58-16,4-2-117 0</inkml:trace>
  <inkml:trace contextRef="#ctx0" brushRef="#br0" timeOffset="-171001.99">18796 13534 670 0,'0'0'139'0,"0"0"-127"16,0 0-8-16,0 0-4 0,-45 99 0 16,33-45 4-16,7 0-3 15,5-6 3-15,0-10 1 16,16-11-1-16,4-9-3 16,4-10 7-16,2-8 1 15,1 0 10-15,4-9-7 16,-3-15-5-16,-1-4-4 15,-6-5-3-15,-12-5 0 16,-9-3-4-16,0-4-4 16,-5 0 6-16,-8 4 2 15,-1 6 8-15,5 12-4 16,5 10-2-16,4 6 1 0,0 7 17 16,0 0-20-16,6 0-13 15,11 5 10-15,8 6 2 16,3 0 1-16,-1-2-1 15,1-1 1-15,-4-2-1 16,-6-3 1-16,-2 0 0 16,-5-3 1-16,-6 0 2 15,-1 0 0-15,-4 0 8 16,0 0 6-16,0 0 3 16,0 0-2-16,0 0-3 15,0 0 3-15,0 0-4 16,0 0-12-16,0 0 2 15,0 0-3-15,0 0-1 16,0 0-1-16,0 0 0 0,0 0 0 16,0 0-2-16,-3 0 3 15,0 0-1-15,0 0 1 16,3 4 0-16,-3-1-1 16,3 0 0-16,0 1-4 15,0 1 5-15,3 4-1 16,10-1 1-16,1-1 0 15,3 0 0-15,-1-2 1 16,-3-5-1-16,0 0 1 16,1 0 0-16,1 0-1 15,1 0 0-15,2 0 0 16,1 3 1-16,0 3-1 16,1 2 0-16,-2 3-1 0,-6-2-1 15,-3-1-2-15,-6-2-1 16,0-3 1-16,-3 4-5 15,0-2 5-15,0 4-3 16,-7 6 7-16,-5 4 0 16,-5 7 0-16,2 4 1 15,1 4-1-15,3 4 0 16,3-4 0-16,8-2 0 16,0-8-1-16,3-7-8 15,13-9 9-15,4-7 0 16,1-1 3-16,4-4-2 0,0-13 1 15,0-10-2 1,-3-1-2-16,-4-4 1 0,-9-7-2 16,-8-2 0-1,-1-6-1-15,-6-1-3 0,-14 2 4 16,0 6 3-16,5 12 0 16,5 11 0-16,6 8 2 15,4 7-2-15,10 2-1 16,22 0-11-16,15 0 10 15,10 8-3-15,1 5 5 16,-3 0-1-16,-3 0-1 16,-10 0-1-16,-11 2 2 15,-7-1-2-15,-12 3 3 16,-7 2 0-16,-5 3-4 0,0 3-2 16,-13-1 5-1,0 4 1-15,1-3 1 0,8-3-1 16,4 0-1-16,0-5-1 15,19-5 1-15,8-5 1 16,6-5 0-16,7-2 0 16,9-4 1-16,1-14 1 15,-4-6 4-15,-11-5 5 16,-9-5 24-16,-13-4-17 16,-11-7-11-16,-2 0 0 15,-18 1-5-15,-22 8-1 16,-17 10-1-16,-16 10-2 15,-15 16-33-15,-5 0-83 16,10 22-240-16</inkml:trace>
  <inkml:trace contextRef="#ctx0" brushRef="#br0" timeOffset="-170518.51">18296 14241 568 0,'0'0'68'0,"0"0"88"15,0 0-73-15,0 0-4 16,0 0-47-16,0 0-24 16,-49-29-6-16,92 29 0 15,29 0 1-15,43 0 3 16,26 0 0-16,29 0 5 0,21 6-2 15,18 7-8 1,16-1 2-16,2 3-6 0,-9-1 1 16,-30-4-3-1,-36-5-1-15,-45-2 0 0,-35-3 5 16,-39 0 0-16,-20 0 2 16,-11 0 0-16,-2 0-1 15,-22 0-14-15,-25 0-90 16,-20 2-106-16,-14 0-217 15</inkml:trace>
  <inkml:trace contextRef="#ctx0" brushRef="#br0" timeOffset="-169017.55">18596 14723 502 0,'0'0'169'0,"0"0"-31"16,0 0-55-16,0 0-46 0,0 0 1 16,0 0-10-16,3-39-17 15,-3 46-11-15,0 13-5 16,-2 8 5-16,-8 10 1 16,-3 6-1-16,-3 2 2 15,2 3-2-15,0-4-18 16,4-2-48-16,2-6-52 15,7-13-121-15</inkml:trace>
  <inkml:trace contextRef="#ctx0" brushRef="#br0" timeOffset="-168819.16">18729 14987 729 0,'0'0'123'16,"0"0"-68"-16,0 0-29 16,0 0-22-16,0 0-4 15,0 0-55-15,24-8-70 16,-8 13-10-16,-3-3-364 16</inkml:trace>
  <inkml:trace contextRef="#ctx0" brushRef="#br0" timeOffset="-167755.39">19015 14729 726 0,'0'0'70'0,"0"0"9"15,0 0-62-15,105-25-11 16,-80 34-2-16,-3 8 2 16,-5 7-6-16,-4 2 1 15,-7 6-1-15,-6-3-3 16,0 0-1-16,0-3-9 16,-6-6-7-16,-6 0-1 0,0-9-3 15,1 0-6-15,0-7 17 16,2-1 7-16,4-3 6 15,3 0 1-15,2 0 4 16,0 0 15-16,0 0 13 16,0 0-5-16,0 0-4 15,0 1-13-15,10 2-3 16,6 1 2-16,1-1-4 16,-1 3-2-16,-1-2-1 15,-2-2-2-15,-2 1-1 16,-4-1 1-16,2 0-1 15,-5-2 1-15,-1 0-1 16,1 0 2-16,-1 0 1 0,-1 0 0 16,-2 0 4-1,0-4 13-15,0 0-5 0,0 1 0 16,0 2-7-16,0 1 3 16,0 0-8-16,0 0-3 15,0 0-2-15,0 0 0 16,0 0 0-16,0 0-2 15,0 0 2-15,0 0 0 16,0 0 0-16,0 0 2 16,-4 0 0-16,1 3 1 15,0-2 0-15,1 0-1 16,1-1 1-16,1 0 0 0,0 0 0 16,0 0 1-16,0 0-1 15,0 0 3-15,0 0 2 16,0 0 6-16,0 0-2 15,0 0-4-15,0 0-4 16,0 0-2-16,0 0-2 16,0 0-1-16,0 0-1 15,0 0-7-15,0 0-2 16,6 0 5-16,9 0-3 16,6 0 2-16,4 0-7 15,5-1 4-15,0-7-4 16,-3-5 6-16,1-1 10 15,-7-2 0-15,-5-1 1 16,-7 3 4-16,-4 0 16 16,-4 3 0-16,-1 6-1 0,0 2 6 15,0 3-13-15,0 0-13 16,0 14-10-16,-3 8 8 16,-4 9 1-16,2 5 2 15,4 6-2-15,1-2-2 16,0-4-5-16,21-8-1 15,6-11 4-15,7-10 5 16,-4-7 0-16,-3-4 2 16,-2-17-1-16,0-6 2 15,-2-4-3-15,-10 0 0 16,-8 0 2-16,-5-3-2 0,-11-2-3 16,-22 0 2-16,-7 3-1 15,-5 5 2-15,8 12-1 16,7 15-17-16,11 1-59 15,10 13-129-15,9 4-135 16</inkml:trace>
  <inkml:trace contextRef="#ctx0" brushRef="#br0" timeOffset="-167505.55">19925 14601 810 0,'0'0'98'0,"0"0"-82"16,0 0-16-16,6 90-5 15,-9-27 5-15,-8 12 0 16,4 7 2-16,7-2 2 16,0-6-2-16,0-10 1 15,0-11-3-15,-6-12 0 16,-20-7-17-16,-12-6-43 15,-20-10-40-15,-13-13-148 16</inkml:trace>
  <inkml:trace contextRef="#ctx0" brushRef="#br0" timeOffset="-167121.87">18151 14316 721 0,'0'0'134'16,"0"0"-48"-16,0 0-42 0,0 0-43 15,0 0 0-15,0 0-1 16,-55 120 5-16,40-50 0 16,9 15 2-16,6 13-6 15,0 4 0-15,12-2-1 16,17-8-2-16,6-17-38 15,15-17-44-15,11-19-126 16,12-21-255-16</inkml:trace>
  <inkml:trace contextRef="#ctx0" brushRef="#br0" timeOffset="-166206.58">20049 14516 94 0,'0'0'493'16,"0"0"-357"0,0 0-26-16,0 0-30 0,0 0-23 15,0 0-35-15,0-21-21 16,0 29 0-16,0 14-1 16,0 7 1-16,7 8 0 15,-2 5 6-15,3 1-5 16,0 1-2-16,4-7-9 15,6-11-7-15,4-9-12 16,4-12 0-16,5-5 7 16,3-8-21-16,-4-16-3 15,-7-8 23-15,-9-1 22 0,-6-1 8 16,-5 5-1 0,-3 5 15-16,0 7 37 0,0 8-14 15,0 5-3-15,0 4-18 16,0 0-23-16,0 10-1 15,0 19-1-15,0 11 1 16,0 10 0-16,3 3-7 16,4-1-15-16,5-7-43 15,-1-13-78-15,5-13-153 16</inkml:trace>
  <inkml:trace contextRef="#ctx0" brushRef="#br0" timeOffset="-165865.87">21032 13866 814 0,'0'0'14'0,"0"0"55"16,0 0-17-16,0 0-52 0,0 0 1 16,0 0-2-16,-47 87 2 15,27-24 0-15,-1 7 0 16,4-2 0-16,2-8-2 15,5-8-50-15,4-10-62 16,1-10-44-16,5-17-154 16</inkml:trace>
  <inkml:trace contextRef="#ctx0" brushRef="#br0" timeOffset="-165677.34">20820 14166 719 0,'0'0'42'0,"0"0"53"16,0 0-45-16,0 0-48 16,106-24-1-16,-48 24 0 15,4 0-1-15,1 0 0 16,-3 0-1-16,-4 0-40 16,-6 0-96-16,-3-2-207 15</inkml:trace>
  <inkml:trace contextRef="#ctx0" brushRef="#br0" timeOffset="-162510.58">21763 13643 699 0,'0'0'65'0,"0"0"46"16,0 0-78-16,0 0-28 16,96-60-3-16,-57 62-1 0,-1 20-1 15,0 8-4-15,-6 5 4 16,-12 4-15-16,-10 0-20 16,-10-1-19-16,0-1 4 15,-19-6 7-15,-7-2 28 16,-4-5-12-16,1-6 4 15,6-4 19-15,8-5 3 16,6-4 2-16,6 0 2 16,3-1 4-16,0 2-7 15,9 1 21-15,16 3 31 16,18 0-16-16,14-3-22 16,10-3-10-16,5-4-1 15,5 0-3-15,1-21-8 16,0-2-16-16,-5-7 7 15,-8-4 1-15,-19 0 9 0,-13 0 7 16,-10 0 28 0,-16 4 9-16,-7 3 18 0,0 2-19 15,-7 8-18-15,-8 2-14 16,3 7 0-16,0 8 3 16,3 0-7-16,-2 17-5 15,1 11 5-15,-2 10-1 16,2 6 1-16,-1 5 0 15,3-1 1-15,8-7-3 16,0-5-1-16,2-12 3 16,11-6 3-16,1-9 2 15,4-9-5-15,2 0-1 16,0-12-1-16,1-12-24 0,-9-3 5 16,-6-5-18-16,-6-1-5 15,0-4 7-15,0-4 20 16,-1 5 17-16,-1 5 47 15,2 9 40-15,0 10-42 16,15 7-38-16,10 5-6 16,5 2-1-16,7 17-1 15,1 5 0-15,-1 3 1 16,-4 1-1-16,-3 2 0 16,-6-1 0-16,2 1 1 15,-2-2-8-15,-3-3-7 16,-4-3-5-16,-5-7-15 0,-5-6 2 15,-4-1-26-15,-3-5 23 16,0-3 36-16,0 0 5 16,0 0 53-16,0-7-9 15,0-4-13-15,0-2-12 16,0 4 2-16,0-2-7 16,0 0-7-16,0 1 7 15,0-2-14-15,0 0 4 16,0-1 1-16,0-1-5 15,-5-2-2-15,-8-2-3 16,-1-3-1-16,-2-3 1 16,0-4 0-16,-1-2 1 0,4-4 0 15,1-3-1 1,5 6 4-16,0 1 1 0,4 10-3 16,0 4 5-16,2 8 8 15,1 5-11-15,0 2-4 16,0 1-3-16,0 0-4 15,0 0 0-15,0 1-3 16,0 10 8-16,3 3 2 16,3-1 0-16,0-1-4 15,0-4 0-15,3-1 3 16,0 2-1-16,3-2 2 16,3-1 0-16,0 1 1 15,-2-5 1-15,0-1-2 16,-3-1 1-16,3 0 0 15,-1 0 0-15,-2 0 0 0,-1 0-1 16,-1 0 0-16,-1 0 0 16,2 0 0-16,0 2 0 15,2 0 0-15,0 0-1 16,1 3 1-16,5-2 0 16,-1 0 0-16,3 4 0 15,2 2-1-15,0 1 1 16,2 1 0-16,-4-1 0 15,-6 0-1-15,-2 0 0 16,-4-1 0-16,-2 4-6 16,-5-1 6-16,0 2-1 15,0 6 0-15,0 5-2 0,-2 5 2 16,-8-1-4-16,3 3-8 16,3-5 2-16,4-4-2 15,0-5 0-15,10-4 2 16,10-5 12-16,6-8 2 15,2-1 2-15,8-5 2 16,4-15 9-16,2-8-10 16,-3-6 5-16,-8-6 5 15,-7-2 5-15,-9-2 1 16,-8 0-12-16,-7-2 0 16,-7 5-1-16,-23 5-8 0,-16 7-1 15,-13 14-1 1,-6 13-35-16,-5 4-35 0,7 32-42 15,14 7-116 1</inkml:trace>
  <inkml:trace contextRef="#ctx0" brushRef="#br0" timeOffset="-161977.84">21631 14297 810 0,'0'0'71'0,"0"0"-45"15,0 0-15-15,0 0-11 16,0 0-3-16,0 0 3 16,121-10 16-16,-3 24 10 15,35 1-13-15,37-1 6 16,25-3-18-16,16-5 5 16,9 2-6-16,-10-4-3 15,-21 1-27-15,-29 2 18 16,-35-3-10-16,-29 0-16 15,-38 1 20-15,-31 0-3 16,-27 0 6-16,-20 2-65 0,-34 0-96 16,-27-5-80-1</inkml:trace>
  <inkml:trace contextRef="#ctx0" brushRef="#br0" timeOffset="-161115.95">21940 14558 301 0,'0'0'371'0,"0"0"-197"15,0 0-112-15,0 0-58 0,0 0-4 16,0 0 0-16,-14 35 0 16,0 1 5-16,-2 9 0 15,-1 10-2-15,2 7-2 16,-3-1 3-16,4-5-4 15,1-9-12-15,4-11-63 16,5-10-84-16,4-15-112 16</inkml:trace>
  <inkml:trace contextRef="#ctx0" brushRef="#br0" timeOffset="-160928.68">22052 14850 809 0,'0'0'94'0,"0"0"-41"16,0 0-30-16,0 0-23 15,0 0-4-15,0 0-89 16,27 12-44-16,-8-2 34 16,5-7-259-16</inkml:trace>
  <inkml:trace contextRef="#ctx0" brushRef="#br0" timeOffset="-159895.12">22279 14626 727 0,'0'0'81'15,"0"0"-16"-15,0 0-40 16,104-28-16-16,-71 28 3 15,-3 6 0-15,-1 8-5 16,-3 1-2-16,-9 4-3 16,-2 4-2-16,-5 1-2 15,-9 2 1-15,-1-1-1 16,0 1-5-16,-4-2-6 16,-14-3-9-16,1-6 1 15,-2-2 10-15,4-4-10 16,2-3 21-16,8-3 0 15,2-1-3-15,1-2 3 0,2 0 4 16,0 0 27-16,0 0 12 16,0 0-18-16,0 0-20 15,0 0-5-15,0 0-3 16,0 6 3-16,0 3 0 16,10-1-2-16,0 2 2 15,0-3 0-15,0-3-12 16,-4-1 3-16,-2-3 0 15,-3 0 9-15,-1 0 4 16,0 0 5-16,0-4 6 16,0-6-4-16,0 2 8 15,0 0-3-15,0 2 1 0,0 5 5 16,-1 1-12-16,1 0-10 16,0 0-1-16,0 0-1 15,0 0-2-15,0 0 1 16,0 0 0-16,0 0-1 15,0 0 2-15,0 0 1 16,-2 0 1-16,-2 0 0 16,3 0 0-16,-2 1 0 15,-1 2 0-15,1-2 1 16,-1 2-1-16,-1 1 0 16,-1-1 0-16,-2 2 0 15,5-4-1-15,0 1 1 16,-2 0 0-16,4-2 0 0,-1 1 0 15,1-1 0 1,1 0 1-16,0 0-1 0,0 0 0 16,0 0-2-16,0 0-2 15,10 2-4-15,18-1 8 16,14-1 0-16,10 0 0 16,8-4-10-16,1-9-3 15,-4-1 8-15,-5-1-1 16,-10-3 3-16,-11 1 3 15,-10 1 0-15,-10 0 1 16,-7 4 4-16,-2 3 3 16,-2 5 6-16,0 4-3 15,0 0-8-15,-11 6-3 16,-4 15-2-16,-9 9 1 0,-2 7 0 16,5 3-1-16,4-2-1 15,14-4-8-15,3-9-5 16,27-6 11-16,12-7 5 15,0-7 2-15,-5-5 0 16,-4 0 4-16,-8-12 4 16,-2-5 8-16,-4-4-13 15,-9-1 0-15,-4-4-3 16,-3-4 4-16,-3 0-6 16,-16-2-1-16,-5 9 1 15,-1 10-2-15,2 13-37 16,4 0-52-16,9 10-137 15,10-1-214-15</inkml:trace>
  <inkml:trace contextRef="#ctx0" brushRef="#br0" timeOffset="-159645.85">23346 14722 787 0,'0'0'72'15,"0"0"7"-15,0 0-79 16,0 0-8-16,-26 90 8 16,-7-27 0-16,-6 12 0 15,6 4 0-15,5 1 1 0,7-5 3 16,2-7-4-16,-1-12-2 16,1-12-20-16,-4-8-35 15,-6-11-30-15,-10-12-55 16,-12-13-253-16</inkml:trace>
  <inkml:trace contextRef="#ctx0" brushRef="#br0" timeOffset="-159243.82">21800 14461 662 0,'0'0'134'0,"0"0"-125"0,0 0-6 15,0 0 23 1,-65 97 17-16,43-43-21 0,3 18-9 16,5 17-3-16,10 10-2 15,4 6-5-15,0-7 1 16,18-11-4-16,13-12-25 15,17-14-53-15,15-19-83 16,16-19-102-16</inkml:trace>
  <inkml:trace contextRef="#ctx0" brushRef="#br0" timeOffset="-158730.72">23622 14793 622 0,'0'0'75'16,"0"0"64"-16,-31-75-43 16,25 72-56-16,3 3-27 15,-1 2-13-15,-2 20-2 16,-3 13-2-16,2 12 0 15,7 7 1-15,0 0-6 16,7-4-8-16,9-9-2 16,-2-7 14-16,-4-8 3 15,-5-5 2-15,-5-5 0 16,0-7-1-16,0-1 1 16,-9-4 0-16,-8-2 0 15,-4-2 0-15,-7 1 9 16,-3 1-5-16,1 1-3 0,6 2-1 15,3-1-18 1,6 0-44-16,6-2-85 0,9-2-137 16</inkml:trace>
  <inkml:trace contextRef="#ctx0" brushRef="#br0" timeOffset="-158498.08">23722 14730 566 0,'0'0'189'15,"0"0"-81"1,0 0-63-16,100-55-20 0,-65 48 8 16,2 1-12-16,-4 3-3 15,-4 2-16-15,-2 1-2 16,-4 0-1-16,-5 4-25 15,-6 6-74-15,-6 0-165 16,-6-4-256-16</inkml:trace>
  <inkml:trace contextRef="#ctx0" brushRef="#br0" timeOffset="-156865.71">3620 15599 573 0,'0'0'191'15,"0"0"-96"-15,0 0-62 16,0 0 3-16,0 0-18 15,0 0 4-15,-1-17-1 16,-1 17-4-16,2 0-3 16,0-3-2-16,0 3-4 15,2-5 0-15,17 1-8 16,18-1 0-16,10-1 0 16,9 0 0-16,10 3-1 15,3 1 1-15,-5-1-4 16,-10 1-13-16,-20 2-5 0,-13 0-13 15,-21 2-48-15,-21 7-153 16,-30 2-102-16</inkml:trace>
  <inkml:trace contextRef="#ctx0" brushRef="#br0" timeOffset="-156482.24">3571 15642 581 0,'0'0'155'16,"0"0"-58"-16,0 0-70 16,107-19-5-16,-72 19 3 15,-4 0-8-15,3 11-3 0,-7 5-10 16,-7 8 5-16,-4 6-9 16,-8 10 0-16,-8 3-1 15,-2 3 1-15,-25 0-8 16,-8-6-7-16,-3-9-19 15,-1-8 4-15,6-7 0 16,5-5 27-16,9-5 3 16,8-3 1-16,6-2 1 15,5 1 21-15,0-2 23 16,0 0-16-16,11 3-21 16,16-2-2-16,15 0 1 15,7 1-6-15,8-1 2 16,4 1-4-16,11 1 4 0,6-2-4 15,6-1-10-15,4 0-22 16,-3-1-72-16,-4-19-53 16,-10-9-183-16</inkml:trace>
  <inkml:trace contextRef="#ctx0" brushRef="#br0" timeOffset="-156047.52">4605 15665 638 0,'0'0'157'16,"0"0"-15"-16,0 0-92 15,0 0 1-15,0 0-24 16,0 0-27-16,-64-15-9 16,46 60 8-16,0 16 1 0,-3 11 0 15,4 8 1 1,6 0-1-16,5-4 0 0,4-11 1 16,2-19 0-16,0-19-1 15,0-16 0-15,0-11 1 16,0 0 9-16,3-23 4 15,10-17-11-15,1-12-3 16,-5-10-4-16,-6-5-4 16,-3-5-11-16,0 0 5 15,6 9 2-15,9 9 1 16,12 14-12-16,3 9-3 16,8 12 8-16,-6 9 14 15,-4 9 4-15,-1 1-5 16,-5 8 3-16,-7 11 2 0,-2 5-4 15,-10 1 3-15,-3-3-1 16,0 0 2-16,-7-5-1 16,-15-3 0-16,-8 0 1 15,-8 0 2-15,0-3-2 16,-1-1 0-16,8 2-6 16,5-3-83-16,13-1-131 15,13-7-374-15</inkml:trace>
  <inkml:trace contextRef="#ctx0" brushRef="#br0" timeOffset="-155600.76">4952 15603 795 0,'0'0'94'0,"0"0"-14"16,0 0-36-16,0 0-19 15,0 0-25-15,0 0-5 16,-22 45 5-16,20-2 0 16,1 10 0-16,1 5 1 15,0-2 0-15,0-3-1 16,3-8-3-16,6-8-13 16,2-8 3-16,-1-14-9 15,5-8 3-15,-2-7-1 16,4-6 17-16,3-20-3 0,3-3-26 15,-5-10 27-15,-5-6 5 16,-4-4 3-16,-7-1 7 16,-2 5 14-16,-2 6 0 15,-10 13 4-15,2 9-3 16,4 9-4-16,6 6-19 16,0 2-2-16,0 5-13 15,0 13 7-15,3 8 6 16,10 7-4-16,10 0 4 15,5-1-7-15,5-6-9 16,5-7-17-16,5-8-1 16,10-8-57-16,-1-3-125 15</inkml:trace>
  <inkml:trace contextRef="#ctx0" brushRef="#br0" timeOffset="-155409.71">5438 15855 667 0,'0'0'176'16,"0"0"-113"-16,0 0-50 15,0 0-13-15,0 0 0 16,0 0 1-16,11 20 0 16,17-11 0-16,14 1-1 15,13 0-32-15,8-1-104 16,-6-3-77-16</inkml:trace>
  <inkml:trace contextRef="#ctx0" brushRef="#br0" timeOffset="-155215.78">5433 16070 423 0,'0'0'149'16,"0"0"-13"-16,0 0-41 15,0 0-29-15,0 0-37 16,0 0-18-16,13 58-7 15,20-46 0-15,19 0-4 16,18 1-16-16,21-3-33 16,9-3-72-16,-3-7-118 15</inkml:trace>
  <inkml:trace contextRef="#ctx0" brushRef="#br0" timeOffset="-136285.37">6717 15920 503 0,'0'0'108'16,"0"0"-5"-16,0 0-49 16,0 0-22-16,0 0 21 15,0 0-25-15,0 0-2 0,0-70 9 16,0 63-26-16,0 1 2 16,0 2-5-16,0 2 1 15,0 2 2-15,0-1-3 16,0 1-3-16,0-3-1 15,0-4 6-15,10-3-5 16,14-5-3-16,9 0 0 16,12 1 0-16,7 4 0 15,4 8 0-15,3 2 0 16,2 8 0-16,-6 23 0 16,-13 7 0-16,-11 11 0 0,-22 5-1 15,-9 1 0-15,-21 2 1 16,-16-2 0-16,-5-11-2 15,5-10-10-15,7-11 1 16,9-12 2-16,9-4 6 16,9-7-1-16,3 0 4 15,5 0 0-15,23-19-4 16,14-7-24-16,12-4-13 16,4 1-6-16,3 0 7 15,-1-2 34-15,-1-2 6 16,-5 0 15-16,-11 4 34 15,-13 4-4-15,-9 6-12 16,-12 5-5-16,-8 7-8 16,-1 5 3-16,0 2-15 15,0 0-8-15,-1 0-1 0,-8 12-6 16,-4 10 7-16,5 8-1 16,2 7-1-16,4 2 0 15,2 5 2-15,5 4 0 16,23-3-1-16,4-5 1 15,-1-5 1-15,-1-11 1 16,-15-11-2-16,-3-5 0 16,-12-5 0-16,0-2 0 15,-18 4 3-15,-24 2-3 16,-15-1-1-16,-8 3-33 16,0-4-32-16,11-5-68 15,19 0-38-15,23-8-307 0</inkml:trace>
  <inkml:trace contextRef="#ctx0" brushRef="#br0" timeOffset="-135586.88">7709 15920 638 0,'0'0'155'0,"0"0"-58"16,0 0-95-16,0 0 5 15,0 0-7-15,0 0 14 16,79 27 2-16,-37-18-6 16,1 1-3-16,-5-3-6 0,-3 3 0 15,-5-3 0-15,-11 3-1 16,-7-1 0-16,-10 2-2 16,-2 3-3-16,-2 3 3 15,-19 2 2-15,-3 6 0 16,-4 4 3-16,3 4 1 15,4 1-3-15,6 1 1 16,7-4 0-16,4-5-2 16,4-4 0-16,0-7 0 15,15-6 4-15,4-5-3 16,-3-4 1-16,1 0 5 16,-2-11 7-16,-3-9-2 15,-5-2-10-15,-2-4-2 16,-4-5 1-16,1-1-1 0,5 1-2 15,14-3-1-15,12 2-20 16,13 3-13-16,2 5 14 16,-1 6 11-16,-8 10 11 15,-10 5 3-15,-7 3 7 16,-7 3 0-16,-2 14-5 16,-1 10 0-16,-4 5-1 15,-2 3 1-15,-6 4-2 16,0-3-3-16,0-4 2 15,-4-5 0-15,-1-7-2 16,1-6-1-16,4-8-16 16,0-4-12-16,2-2 9 15,18-4 18-15,5-17-2 0,2-4-40 16,-1-5 35-16,-3-2 9 16,-5 0 5-16,-7 2 3 15,-3 3 10-15,-6 1 12 16,-2 4-2-16,0 3 4 15,-15 4-14-15,-13 6-12 16,-11 9-6-16,-6 0-3 16,2 15-64-16,11 5-121 15,19 0-283-15</inkml:trace>
  <inkml:trace contextRef="#ctx0" brushRef="#br0" timeOffset="-135286">9145 16233 573 0,'0'0'64'15,"0"0"-59"-15,0 0 20 16,0 0 70-16,0 0-43 16,96-6-18-16,-51 1-10 0,4-1-6 15,-2 1-6-15,-3-1-1 16,-10 0-5-16,-10 2-5 16,-11 0-1-16,-3 1-27 15,-9-4-111-15,-1-3-63 16</inkml:trace>
  <inkml:trace contextRef="#ctx0" brushRef="#br0" timeOffset="-135063.22">9406 15914 634 0,'0'0'170'0,"0"0"-48"15,0 0-89-15,0 0-31 16,0 0-2-16,-40 72 5 15,15-14 4-15,-2 7-5 16,-1 5-1-16,2 5-2 16,0-4-1-16,4-8 0 15,8-10-4-15,2-13-42 16,11-10-32-16,1-13-78 16,5-13 2-16</inkml:trace>
  <inkml:trace contextRef="#ctx0" brushRef="#br0" timeOffset="-124244.93">10503 16006 682 0,'0'0'146'16,"0"0"-56"-16,0 0-77 16,0 0-1-16,0 0 1 15,0 0-5-15,0 0 6 0,0-43-6 16,0 39-1 0,-2-1-4-16,1 0 4 0,1 0 0 15,-2 1 4-15,2 0-5 16,0-1 1-16,0-1-7 15,14-3-5-15,18-4 3 16,12-4-1-16,9 1 3 16,1 4 0-16,-7 4 0 15,-6 8 0-15,-11 2 0 16,-11 20-2-16,-10 8-3 16,-9 11 5-16,-4 9-2 15,-28 8 0-15,-11 8-1 0,-11-3-11 16,3-5-11-1,5-12-18-15,10-17 13 0,12-11-6 16,11-6 30-16,6-8 5 16,7-3 1-16,0-1-1 15,0 0 2-15,16-1 6 16,11-9 3-16,7-2 0 16,7 0 4-16,5 0-10 15,5 2 2-15,8 3-3 16,11 4-2-16,7 3 0 15,4 0-1-15,-4 0-13 16,-16 7-110-16,-20-7-252 16</inkml:trace>
  <inkml:trace contextRef="#ctx0" brushRef="#br0" timeOffset="-123766.06">11260 15877 75 0,'0'0'526'0,"0"0"-375"0,0 0-73 15,0 0-33-15,0 0-11 16,0 0-7-16,-13-61-5 16,13 61-19-16,9 0 2 15,22 4-7-15,17 9 4 16,11 2 4-16,6-1-1 16,0-6-5-16,-4-1 1 15,-10-5-2-15,-11-2 1 16,-11 0 0-16,-15 0 3 15,-8 0-2-15,-5 4-1 16,-1 7-2-16,0 11-3 16,-2 13 5-16,-17 9 0 15,-5 7 3-15,-4 7-2 0,5 3 1 16,4-4-2-16,10-3 0 16,6-11 0-16,3-7-19 15,0-14-30-15,0-8-15 16,0-10-74-16,0-4-47 15,0 0-181-15</inkml:trace>
  <inkml:trace contextRef="#ctx0" brushRef="#br0" timeOffset="-123576.75">11400 16209 554 0,'0'0'252'15,"0"0"-137"-15,0 0-85 0,0 0-29 16,0 0-1-16,93-19 4 15,-41 24-3-15,3-1 1 16,-1-1-4-16,6-1 1 16,2-2-19-16,0 0-32 15,-4 0-47-15,-9-9-61 16,-21-7-295-16</inkml:trace>
  <inkml:trace contextRef="#ctx0" brushRef="#br0" timeOffset="-123230.6">12076 15956 731 0,'0'0'131'0,"0"0"-66"16,0 0-49-16,0 0-16 15,0 0-7-15,0 0 7 16,76 7 2-16,-30 11 0 16,1-1-1-16,-10 1 0 15,-1 3 0-15,-6 1-1 16,-7 6 0-16,-3 4 6 16,-12 1-1-16,-8 2-2 15,0-2-3-15,-1 1 3 16,-13-5-3-16,-5-2 1 0,-1-5 1 15,-3-2-2 1,-1-2-11-16,0-3-41 0,4-9-169 16,3-6-376-16</inkml:trace>
  <inkml:trace contextRef="#ctx0" brushRef="#br0" timeOffset="-122665.01">12180 16254 694 0,'0'0'158'16,"0"0"-102"-16,0 0-54 16,0 0-2-16,83-11 1 15,-34 11 1-15,4 1-2 0,1-1 0 16,2 0 4-16,-3 0-1 16,2-11-2-16,-1-6 3 15,-3-3 0-15,-4-4-3 16,-6 0 2-16,-4-3-1 15,-12 2-4-15,-7 4-18 16,-7 2-3-16,-10 4-3 16,-1 5 8-16,-3 4 9 15,-9 4-3-15,-1 2 9 16,2 0 1-16,5 18 1 16,0 7-2-16,3 7 3 15,3 6 0-15,0 1-2 16,0 6 2-16,0-5 0 15,6 2 12-15,4-5 1 0,3-3 3 16,-6-7-7 0,-6-6-1-16,-1-6-3 0,0-3-5 15,-19-4 4-15,-4-2 7 16,0-1-9-16,-1-3 6 16,5-2-2-16,4 0-4 15,3-2-1-15,6-9-2 16,6-3-1-16,0-3-3 15,0-4 3-15,13-1 1 16,8-2 1-16,9-1 1 16,5-3 3-16,5-1 2 15,-1-1-1-15,-1-3 8 16,-2 2-12-16,-2 1-1 0,-4 6-13 16,-10 2-44-16,-9 7-111 15,-11 2-231-15</inkml:trace>
  <inkml:trace contextRef="#ctx0" brushRef="#br0" timeOffset="-122146.05">13633 16355 611 0,'0'0'233'15,"0"0"-136"-15,0 0-93 16,0 0 2-16,0 0-6 16,0 0 7-16,108 3 7 15,-61 0 0-15,10 2-9 16,-2-4-4-16,0-1 4 16,-2 0-5-16,-13 0 0 15,-7 0-2-15,-11 0-14 0,-10-6-33 16,-12-6-30-1,0-7-172-15</inkml:trace>
  <inkml:trace contextRef="#ctx0" brushRef="#br0" timeOffset="-121916.89">13929 16154 572 0,'0'0'172'16,"0"0"-68"-16,0 0-84 15,0 0-10-15,0 0-8 16,0 0 16-16,3 79 4 16,-3-29-5-16,0 8-1 15,-6 7 1-15,-2 2-15 16,-2 0 0-16,-2 0-2 0,4-9-4 16,4-7-66-16,4-19-123 15,6-15-159-15</inkml:trace>
  <inkml:trace contextRef="#ctx0" brushRef="#br0" timeOffset="-107963.59">14627 16045 299 0,'0'0'169'0,"0"0"-45"15,0 0-61-15,0 0 45 16,0 0-26-16,3-76-38 16,-3 69 6-16,0 3-19 15,0 1-14-15,0 2 3 16,0-1-5-16,0 2 3 15,0-1-4-15,0 1-3 16,0 0-3-16,0 0 1 16,0 0-1-16,0 0-3 15,0 0-5-15,0 0-1 0,0 0-5 16,0 15-6-16,0 14 6 16,-8 16 4-16,-2 13 2 15,-5 6 0-15,0 3 1 16,-3-3 0-16,3-11-1 15,2-11-3-15,4-11-21 16,6-12-13-16,3-8-7 16,0-11-39-16,0 0-104 15,7-18-18-15</inkml:trace>
  <inkml:trace contextRef="#ctx0" brushRef="#br0" timeOffset="-107698.97">14976 15990 570 0,'0'0'60'0,"0"0"149"16,0 0-180-16,0 0-29 15,0 0 7-15,0 0 24 16,-43 78 0-16,24-27-12 15,2 5-11-15,3 6-4 16,3-4-2-16,1-6 0 16,6-9-1-16,1-12-1 15,3-9-12-15,0-10-49 16,3-12-83-16,15-14-220 0</inkml:trace>
  <inkml:trace contextRef="#ctx0" brushRef="#br0" timeOffset="-107414.66">15141 16056 791 0,'0'0'40'0,"0"0"-15"16,0 0-25-16,0 0-2 16,-32 73 2-16,30-28 0 15,2 7 0-15,0 3 2 16,8-3 5-16,9-2-2 0,4-8 1 15,-1-5-1 1,-3-5 2-16,-4-8-1 0,-9-5-5 16,-4-7-1-16,-3-4 4 15,-21 0 2-15,-8-2 12 16,-7 2-12-16,-3-1-3 16,3 0-3-16,9 0-67 15,11-6-115-15,13-1-152 16</inkml:trace>
  <inkml:trace contextRef="#ctx0" brushRef="#br0" timeOffset="-106686.83">15232 16101 469 0,'0'0'147'16,"0"0"24"-16,0 0-102 0,0 0 0 15,0 0-33-15,0 0-16 16,-7-43-5-16,21 39-8 15,9-1-7-15,3 2 3 16,0 3-3-16,3 0 0 16,-1 0 1-16,0 0-2 15,-3 0-1-15,-2 0-25 16,-2 5-35-16,-3-3-73 16,-5-2-152-16</inkml:trace>
  <inkml:trace contextRef="#ctx0" brushRef="#br0" timeOffset="-106379.71">15626 15969 615 0,'0'0'161'16,"0"0"-75"-16,0 0-50 15,0 0-25-15,0 0-5 16,0 0-1-16,93 50-3 16,-73-5 1-16,-4 10 0 15,0 5-2-15,-6 2 0 16,-1-3 1-16,-7-7 2 16,-2-9-3-16,-8-7 0 15,-14-6-1-15,-10-7 3 16,-9 1-1-16,-3-7-2 15,-2-2-81-15,7-10-138 0,10-5-248 16</inkml:trace>
  <inkml:trace contextRef="#ctx0" brushRef="#br0" timeOffset="-106190.36">15565 16313 724 0,'0'0'170'0,"0"0"-94"15,0 0-54-15,0 0-20 16,0 0 2-16,96-37 3 16,-53 35-6-16,5 2-1 15,2 0-1-15,4 0-1 16,-1 0-34-16,4-1-77 0,5-16-202 16</inkml:trace>
  <inkml:trace contextRef="#ctx0" brushRef="#br0" timeOffset="-104850.32">15625 16038 63 0,'0'0'237'0,"0"0"-187"15,0 0 0-15,0 0 26 16,0 0-17-16,0 0-26 16,-36-2-1-16,36 0 3 15,0 0 7-15,0 1 23 16,0-1-19-16,0 0-15 0,0 1 11 15,0 0-23-15,0-1-18 16,6-1-1-16,5-1 2 16,2 0-3-16,-3-1 3 15,0 1 2-15,-2-1-4 16,-1 0 10-16,7 1 5 16,2 1-3-16,11 0-12 15,4 3-1-15,5 0 1 16,0 0 0-16,-2 0 0 15,-8 3 0-15,-8-1 0 16,-6-1 0-16,-7-1 0 16,-5 1-3-16,0-1 3 15,0 0 1-15,-7 0 1 0,-5 0-1 16,-3 0 1 0,5 0-2-16,4 0 1 0,4 0 0 15,2 0-1-15,0 0-1 16,0 0-1-16,0 5 0 15,0 5 0-15,0 2 2 16,0 3 0-16,0 2 0 16,0 4-1-16,0 7 0 15,-1 8 1-15,-11 9 2 16,-5 13 1-16,-8 0 0 16,-6 5 1-16,-4 0-4 15,1-5 0-15,3-7 1 0,8-11 1 16,10-10 0-1,6-12-2-15,7-7-1 0,0-4-22 16,0-7-8-16,8 0-4 16,9-15-35-16,4-11-251 15</inkml:trace>
  <inkml:trace contextRef="#ctx0" brushRef="#br0" timeOffset="-104407.05">16946 16241 631 0,'0'0'183'0,"0"0"-77"0,0 0-70 15,0 0-32-15,0 0-1 16,0 0 8-16,71-16-4 16,-9 14-2-16,4 1 0 15,5-5-5-15,-2-1 2 16,-7-1-2-16,-7-2 0 16,-13 4-2-16,-13 0-16 15,-10-3-37-15,-13-3-57 16,-6-5-160-16</inkml:trace>
  <inkml:trace contextRef="#ctx0" brushRef="#br0" timeOffset="-104179.95">17212 15983 549 0,'0'0'129'15,"0"0"13"-15,0 0-120 16,0 0-12-16,0 0 12 15,0 0 13-15,10 68-4 16,-10-17-17-16,0 12-6 16,-12 12-2-16,-4 4-4 15,-4-1-1-15,1-6-1 16,1-9-21-16,6-12-76 16,8-19-114-16,4-16-237 15</inkml:trace>
  <inkml:trace contextRef="#ctx0" brushRef="#br0" timeOffset="-85136.09">17996 16012 172 0,'0'0'79'0,"0"0"-43"15,0 0 0-15,0 0 13 0,0 0-8 16,0 0-4 0,0 0-11-16,-70-26-3 0,66 21 39 15,1 2-7-15,-1-2 3 16,3 2 1-16,-3 2-36 16,2-2 1-16,1 3-19 15,-1-4-1-15,2 4 4 16,-1-1-3-16,1 1 10 15,0-2 6-15,-2-1-12 16,2-1 0-16,0-1 9 16,0-4-11-16,0-2 3 15,0-2-4-15,0-1 13 16,0 1 2-16,0 3 4 0,2 2-10 16,-2 5 3-16,0 2-4 15,0 1-14-15,0 1-4 16,0 21-3-16,0 17 7 15,-12 13 3-15,-7 9-3 16,-7 8 0-16,-2 1 1 16,2 0 0-16,2-8 0 15,7-12 0-15,5-12 0 16,9-16-1-16,3-10 0 16,0-7-4-16,0-5 0 15,7-2-1-15,18-18-3 16,2-9-88-16,-4-3-84 15,-7-4-125-15</inkml:trace>
  <inkml:trace contextRef="#ctx0" brushRef="#br0" timeOffset="-84587.1">18174 15981 667 0,'0'0'141'0,"0"0"-138"15,0 0 0-15,0 0 16 16,0 0 25-16,0 0-2 16,-57 89-23-16,34-58-8 0,0-1-6 15,-1-1-2-15,3-4-1 16,6-4 0-16,4-4-2 15,7-3 1-15,4-7-1 16,0-1 0-16,2-2-2 16,19-4-1-16,10 0 3 15,5 0 2-15,4-5-2 16,-1-1 1-16,-3 3-1 16,1-2 1-16,-4 0-1 15,1 1 0-15,-5-2 0 16,-9-1 1-16,-4-1-1 15,-6-2 1-15,-8-3-1 0,-2-1 3 16,0 0-2 0,-4 1 0-16,-9 3 8 0,2 3 0 15,4 6 3-15,1 1-7 16,-5 3-5-16,-2 19-5 16,-5 14 5-16,0 7 0 15,0 7 3-15,3 2-1 16,2-1 0-16,4-5-2 15,3-7 0-15,4-9 0 16,2-5 0-16,0-8-19 16,0-7-45-16,0-10-142 15,0 0-349-15</inkml:trace>
  <inkml:trace contextRef="#ctx0" brushRef="#br0" timeOffset="-84053.84">18666 16073 658 0,'0'0'110'16,"0"0"-4"-16,0 0-106 15,0 0 5-15,0 0 5 16,0 0 19-16,-43 60-6 15,22-25-7-15,-3 3-11 16,1-3 4-16,1-2-9 0,1-4 2 16,5-5-1-16,4-2 2 15,5-6-2-15,2-3-1 16,5-1-3-16,0-2-6 16,6-4-3-16,16 0 6 15,7-4 1-15,8-2 5 16,5 0-2-16,5-3-11 15,4-11 9-15,-4-5 4 16,0-1 1-16,-8-5 3 16,-8-1 5-16,-11-2 23 15,-10-2-8-15,-8 1 6 16,-2 4 0-16,-5 4-10 0,-11 5-6 16,2 8-8-16,-2 8-6 15,1 0-6-15,-3 22-2 16,0 14 6-16,-1 8-2 15,5 4 4-15,3-1 0 16,5-2 0-16,4-6-1 16,2-8-12-16,0-4-1 15,9-5-8-15,10-8-10 16,2-4-48-16,0-10-123 16,0 0-395-16</inkml:trace>
  <inkml:trace contextRef="#ctx0" brushRef="#br0" timeOffset="-83770.97">19063 16151 670 0,'0'0'68'15,"0"0"-11"-15,0 0-54 16,0 0 7-16,86-3 17 15,-63 20 1-15,-1 6-7 16,3 9-7-16,1 8-3 16,-1 3 12-16,-4 1-10 15,-12-5-13-15,-9-6 0 16,0-2 0-16,-20-1 0 16,-7-2 3-16,-1-2 1 0,-2 1-4 15,0-7-33 1,7-10-148-16,4-6-185 0</inkml:trace>
  <inkml:trace contextRef="#ctx0" brushRef="#br0" timeOffset="-83600.04">19115 16416 745 0,'0'0'125'15,"0"0"-42"-15,0 0-83 16,0 0-4-16,0 0 4 0,0 0 0 15,74 3 0 1,-38 3-3-16,3-2-4 0,6-2-38 16,7-2-101-16,5-2-139 15</inkml:trace>
  <inkml:trace contextRef="#ctx0" brushRef="#br0" timeOffset="-83355.39">19685 16378 795 0,'0'0'127'0,"0"0"-113"16,0 0-14-16,0 0-4 0,0 0 4 16,0 0 3-16,82 12-1 15,-28-8 1 1,17 1-3-16,8-2-2 0,3-1-10 15,-10-2-14-15,-20 0-43 16,-20-5-78-16,-15-11 11 16,-17-6-281-16</inkml:trace>
  <inkml:trace contextRef="#ctx0" brushRef="#br0" timeOffset="-83153.83">19964 16152 684 0,'0'0'171'15,"0"0"-83"-15,0 0-65 0,0 0-23 16,0 0-2-16,0 0 2 16,-12 56 8-16,3-5 6 15,-6 10-8-15,-3 10-2 16,-2 5-2-16,-2-1-2 16,3-7 0-16,8-5-12 15,10-13-46-15,1-11-1 16,4-15-164-16</inkml:trace>
  <inkml:trace contextRef="#ctx0" brushRef="#br0" timeOffset="-62940.27">20909 16269 377 0,'0'0'222'0,"0"0"-91"16,0 0-64-16,0 0-9 15,0 0-15-15,45-73-11 16,-39 62-12-16,0 0-8 16,-1 2-5-16,-1-2 5 15,2 2 3-15,-5-3-3 16,1 0-1-16,-2 2-3 16,0-3-1-16,0-1-3 0,0 0-2 15,0-3 1 1,-6 1-2-16,-11 2-1 0,-3 1 0 15,-13 3-2-15,-8 3 2 16,-6 4-1-16,2 3-1 16,8 3 2-16,10 21-1 15,11 12-2-15,11 12 1 16,5 9 2-16,0 5-3 16,19-2-1-16,10-8-5 15,2-11 0-15,0-9 8 16,-2-6 1-16,-11-8 1 15,-8-2-1-15,-10-2-1 16,0-2 0-16,-15 1-1 16,-15-2 1-16,-4-1 0 0,-3-1-4 15,-3-6 2-15,7-3-6 16,3 0 5-16,7 0 1 16,6-13-1-16,9-3 4 15,8-6 0-15,1-2-5 16,29 0 0-16,15-2-12 15,12 1 0-15,13-1-8 16,9-2-7-16,6 0-6 16,-2-1 6-16,-6-3 5 15,-13 3 18-15,-12-1 9 16,-16 3 1-16,-15 6 4 16,-12 7 35-16,-9 6 18 15,0 5-21-15,0 3-23 0,-15 0-10 16,-6 11-4-16,1 11-1 15,1 10 0-15,6 4 1 16,5 5 1-16,7-1 0 16,1-1-1-16,0-5 4 15,13-7-4-15,9-10 2 16,7-12 1-16,5-5 1 16,2-2-2-16,1-21 2 15,-4-3-3-15,-12-9-1 16,-8-2 4-16,-11-6-1 15,-2-2-2-15,-32-2-1 16,-11 1 0-16,0 7 0 16,9 10 0-16,16 16 0 15,13 13 0-15,5 6-80 0,8 19-48 16,16 3-39-16,5 0-233 16</inkml:trace>
  <inkml:trace contextRef="#ctx0" brushRef="#br0" timeOffset="-62424.85">21731 15978 617 0,'0'0'123'16,"0"0"-16"-16,0 0-70 15,0 0-15-15,0 0-6 16,84-55 5-16,-56 51-12 16,2 2-2-16,0 2-7 15,1 0 0-15,-3 10 0 16,-2 7-32-16,-10 1-44 15,-10 3-60-15,-6-1 45 16,-15 2 69-16,-16-1 17 16,-7 6 5-16,3-2 3 0,3 0-2 15,11 0 18 1,8-2 28-16,6-3 44 0,2 5-32 16,5 2-3-16,0 4-22 15,0 3-24-15,5-1-6 16,5 1-1-16,-7-7 0 15,-2-3-3-15,-1-5 2 16,0-3-2-16,-3-4 1 16,-11-3-1-16,0 0 2 15,-7-2 1-15,-5-1 0 16,-13 1-1-16,-7-6 3 16,-8 4-5-16,-3-4-64 15,11-1-136-15</inkml:trace>
  <inkml:trace contextRef="#ctx0" brushRef="#br0" timeOffset="-62265.18">21788 16487 827 0,'0'0'129'15,"0"0"-88"-15,0 0-41 16,0 0-1-16,0 0-116 15,0 0-182-15</inkml:trace>
  <inkml:trace contextRef="#ctx0" brushRef="#br0" timeOffset="-28525.7">3303 16987 331 0,'0'0'51'16,"0"0"48"-16,0 0-36 16,0 0-27-16,0 0-7 15,-23-75-8-15,19 65 21 0,1 3-24 16,1 1-12 0,-1 3-1-16,2-2-4 0,-3 2 4 15,3 0-1-15,0 2 9 16,-1-1 0-16,2 2-3 15,0 0 0-15,0 0-10 16,3 0 3-16,21-3 1 16,12 3-4-16,19-5 9 15,9 3-3-15,9 1-4 16,2-3 4-16,-5 4-6 16,-4-2 0-16,-8 2 0 15,-3 0-31-15,-13 0-48 16,-9 0-16-16,-23 0-155 15</inkml:trace>
  <inkml:trace contextRef="#ctx0" brushRef="#br0" timeOffset="-28109.25">3233 16898 622 0,'0'0'28'0,"0"0"3"16,0 0-20-16,0 0 29 16,0 0-17-16,92 50-13 15,-73-18-6-15,0 0 2 16,1 1-3-16,-5-5 0 0,-3-2-3 16,-9-2-1-16,-3-4-1 15,-3-1-8-15,-24-3 10 16,-13-3 3-16,-14 0-3 15,-7 0 5-15,1-3 6 16,8 1 27-16,15-1-10 16,16 3-17-16,15 4-10 15,6 7-1-15,16 1 1 16,25 1 2-16,18-2 0 16,15-2 3-16,6-7-5 15,2-4 2-15,-6-3-2 16,-12-4 0-16,-14-3 3 15,-10-1-4-15,-15 0-24 16,-14 0-82-16,-11-2-44 16</inkml:trace>
  <inkml:trace contextRef="#ctx0" brushRef="#br0" timeOffset="-27609.44">4144 17020 806 0,'0'0'75'0,"0"0"-48"0,0 0-25 16,0 0-2 0,-46 92 3-16,34-42 2 0,6 5-1 15,4 1 0-15,2-2-2 16,0-7 0-16,8-13-2 15,6-14 0-15,-6-11 2 16,-2-9 3-16,3-12 27 16,5-19 0-16,2-18-32 15,-3-9 0-15,-10-5-17 16,-3-5-10-16,-4-2-18 16,-15-1 25-16,6 7 10 15,5 13 7-15,6 15 3 16,2 17 0-16,0 12 9 15,0 7-4-15,3 7-5 16,8 26 0-16,2 16 0 16,2 11 3-16,0-2-1 15,4 0-1-15,-2-19-1 0,-1-8 0 16,-7-13 0-16,-6-8-1 16,-3-6 2-16,-5-4 1 15,-23 0 4-15,-16 0-3 16,-12-1-3-16,-7-5-11 15,7 1-29-15,9 2-98 16,22-1-18-16,12-1-193 16</inkml:trace>
  <inkml:trace contextRef="#ctx0" brushRef="#br0" timeOffset="-27191.22">4508 16948 660 0,'0'0'141'16,"0"0"-61"-16,0 0-55 16,0 0-22-16,0 0-3 15,0 0 1-15,-42 92 2 16,33-48 1-16,8 1-2 16,1 2-2-16,8-1 5 15,20 0-5-15,7-12 2 16,6-6-1-16,2-13 0 15,0-13 1-15,-4-2-1 16,-2-14-1-16,-8-15-9 16,-4-3-14-16,-15-5 8 0,-10-3 13 15,0-3 2-15,-19 3 2 16,-11-3 2-16,-3 3 10 16,5 8 5-16,4 8 9 15,13 12-4-15,4 12-19 16,6 0-5-16,1 23-6 15,0 11 3-15,17 4 3 16,21 2-1-16,15-1 1 16,13-8-1-16,6-10-2 15,-2-10-22-15,-7-7-5 16,-7-4-34-16,-13-3-109 16,-14-17-373-16</inkml:trace>
  <inkml:trace contextRef="#ctx0" brushRef="#br0" timeOffset="-26964.31">5167 17202 603 0,'0'0'129'15,"0"0"-63"-15,0 0-56 16,103-28-7-16,-67 23-1 15,1 5-1-15,3 0 1 16,-2 0-2-16,-1 0 0 0,-4 0-35 16,-6 9-86-16,-11-3-54 15,-13 5-206-15</inkml:trace>
  <inkml:trace contextRef="#ctx0" brushRef="#br0" timeOffset="-26800.7">5165 17363 434 0,'0'0'145'16,"0"0"-102"-16,0 0 31 16,0 0 31-16,0 0-38 15,0 0-34-15,124 11-26 16,-72-11-6-16,4-7-1 0,4 0-8 16,2-8-98-1,-1-3-123-15</inkml:trace>
  <inkml:trace contextRef="#ctx0" brushRef="#br0" timeOffset="-25910.32">4186 16888 243 0,'0'0'87'0,"0"0"-7"16,0 0-47-16,0 0 56 15,0 0-29-15,0 0-38 16,33-41-6-16,-28 41 11 0,0 0-21 16,2 0-6-16,1 5 2 15,2 12 0-15,-4 8 0 16,-6 5 0-16,0 7 4 15,-6-1-2-15,-15-4 7 16,-2-2-2-16,-3-8 0 16,-2 0-5-16,4-12 1 15,-3 0 6-15,3-1-2 16,2-4-4-16,11 1-5 16,11 3-21-16,0-9-143 15,23 0-150-15</inkml:trace>
  <inkml:trace contextRef="#ctx0" brushRef="#br0" timeOffset="-25766.06">4241 17142 377 0,'0'0'112'0,"0"0"-34"16,0 0-25-16,0 0-13 16,0 0 44-16,0 0-34 15,-34 1-50-15,34 8-6 16,4 5-37-16,26-2-59 15,19-6-167-15</inkml:trace>
  <inkml:trace contextRef="#ctx0" brushRef="#br0" timeOffset="-7293.1">6856 17227 275 0,'0'0'164'0,"0"0"-24"0,0 0-75 16,0 0-21-16,0 0 37 16,0 0-29-16,0 0-27 15,19-29-10-15,-13 21 26 16,6-2-13-16,-2 1-9 15,1 0-2-15,-1-1 0 16,1 3-8-16,-4-1 5 16,-2 0-4-16,3 2-6 15,-2-9 0-15,0 1-1 16,-1-6-2-16,3-4 0 0,-1-7 0 16,-3-5-1-1,-4-3 0-15,0 2 0 0,-11 4-1 16,-18 6-1-1,-13 7 0-15,-10 4-3 0,-3 7 5 16,3 6-1-16,13 3 0 16,15 0 1-16,12 14-1 15,9 14-1-15,3 14 1 16,0 11-1-16,15 3 2 16,12 2 1-16,6-5-1 15,4-8 1-15,5-6 0 16,-5-5 3-16,-11-4 1 15,-8-8-4-15,-8-2-1 16,-10-6 1-16,0-5-1 0,0-4 1 16,0-1 0-16,-2-4 3 15,-8 0 2-15,-5 0 0 16,-5 0-3-16,-5-12-2 16,-3-4 1-16,-2-4-1 15,5 1-1-15,5 2 0 16,10 3 0-16,8-1 1 15,2 1-1-15,12-4-2 16,14-3-4-16,9-3 6 16,6-3-1-16,2-4 0 15,5-1-2-15,5-6-7 16,4-2-9-16,1 0-4 16,2 1-17-16,-5 8-26 15,-4 11-88-15,-11 5-39 0</inkml:trace>
  <inkml:trace contextRef="#ctx0" brushRef="#br0" timeOffset="-6947.27">7539 17235 649 0,'0'0'47'0,"0"0"71"16,0 0-62-16,-15 78-19 15,3-44-11-15,-3 2-12 16,0 0-9-16,3-4-3 16,3-2 0-16,2-1-1 15,1-5-1-15,0-5-38 16,0-8-105-16,3-10-327 16</inkml:trace>
  <inkml:trace contextRef="#ctx0" brushRef="#br0" timeOffset="-5694.76">7876 16824 288 0,'0'0'164'0,"0"0"-33"16,0 0-65-1,4-76 24-15,-4 59-1 0,0 2-36 16,0 6-3-16,0 4-12 16,-3 2-10-16,-1 3-12 15,-4 0-16-15,-6 17-4 16,0 10 4-16,-7 13 3 15,0 13 2-15,2 11-2 16,1 6-1-16,9 5 0 16,7-8-1-16,2-8 1 15,2-12-2-15,15-11 0 16,8-16-2-16,12-11-5 16,11-9 5-16,13-5-1 15,5-15-15-15,-5-9 1 16,-14 1 1-16,-20-2 12 0,-23 2 4 15,-4 3 0-15,-39 2 4 16,-17 5-4-16,-12 6 0 16,2 7-1-16,13 5 1 15,18 0-19-15,20 12-83 16,15 2-128-16,8-4-229 16</inkml:trace>
  <inkml:trace contextRef="#ctx0" brushRef="#br0" timeOffset="-5147.59">8572 17004 659 0,'0'0'155'15,"0"0"-73"-15,0 0-52 16,27-92-20-16,-15 69-3 16,1 0-1-16,-3 1-6 15,-4 2 4-15,-6 4-1 16,-6 4-3-16,-24 5 0 16,-6 4-5-16,-6 3 4 15,8 5-2-15,9 19 2 0,13 13 1 16,10 14-4-1,2 13 4-15,10 2-10 0,13-4 7 16,5-8-4-16,2-8 4 16,0-7 3-16,0-8 1 15,-8-8 0-15,-10-4 2 16,-6-7 3-16,-6-4-5 16,0-2-1-16,-11-3 1 15,-20-3 8-15,-12 0 1 16,-6 0-8-16,0-11-2 15,2-7 1-15,6-2 4 16,14-6-4-16,10-3 0 0,16-4-1 16,1-1 0-16,31-3-3 15,13 2 2-15,11 1 0 16,1-1 1-16,4 8 0 16,-2-2 0-16,-3 8-3 15,-8 5-9-15,-10 9-48 16,-10-2-119-16,-11 1-222 15</inkml:trace>
  <inkml:trace contextRef="#ctx0" brushRef="#br0" timeOffset="-4749">9039 16852 556 0,'0'0'191'16,"0"0"-57"-16,0 0-85 16,0 0-33-16,0 0-15 15,0 0 1-15,-67 46-3 16,61 0 2-16,6 7 0 15,0 2 1-15,0-3-2 16,15-4 0-16,12-9 0 16,4-6 0-16,-2-5 2 15,-9-10 4-15,-12-6-3 0,-5-7 0 16,-3-4-1-16,-9 2 23 16,-25 3-4-16,-17-1-16 15,-9 0-3-15,-4-1-2 16,3 1-3-16,16-2-22 15,14-3-30-15,13 0-174 16,16-20-432-16</inkml:trace>
  <inkml:trace contextRef="#ctx0" brushRef="#br0" timeOffset="-4540.8">8985 16832 659 0,'0'0'141'16,"0"0"-53"-16,0 0-50 16,0 0-34-16,83-51 1 15,-30 41 3-15,11 1 5 16,7 5-6-16,6 4-7 16,-4 0-2-16,-8 2-23 15,-19 12-78-15,-27-3-133 16</inkml:trace>
  <inkml:trace contextRef="#ctx0" brushRef="#br0" timeOffset="-3166.59">6475 17720 286 0,'0'0'61'16,"0"0"52"-16,-91 0-39 15,78-2-7-15,7 0-1 16,6 2-6-16,0 0-4 16,0 0-35-16,0 0-15 0,22 0-6 15,20 0 4-15,24 0 3 16,30 8-2-16,39 1-3 16,38-1 3-16,34 3-5 15,26-4 4-15,12 0-2 16,1 1-2-16,-8-2 0 15,-13-6-10-15,-23 0-13 16,-25 0 6-16,-26 0-15 16,-30-6 23-16,-29 1 9 15,-27 2-1-15,-27 0 1 16,-26 1 0-16,-12 2-3 16,-25 0-31-16,-29 0-32 15,-18 0-91-15,-8 0-268 0</inkml:trace>
  <inkml:trace contextRef="#ctx0" brushRef="#br0" timeOffset="-2702.53">9412 17297 443 0,'0'0'166'0,"0"0"-64"16,0 0-19-16,0 0-38 15,0 0 7-15,0 0-4 16,-19-14-23-16,19 14-18 16,0 0-7-16,0 0-13 15,0 0-79-15,0 7-30 16,1-3-90-16</inkml:trace>
  <inkml:trace contextRef="#ctx0" brushRef="#br0" timeOffset="-2034.09">9921 17050 655 0,'0'0'154'15,"0"0"-119"-15,0 0-33 16,0 0-2-16,0 0 18 16,0 0 2-16,-61 102-12 15,44-67-2-15,1-3-5 16,4-3 1-16,4-8-2 15,4-7-1-15,4-7-20 16,6-4-5-16,18-3 17 0,12 0-6 16,8-11-60-1,0-6 13-15,-6 0 39 0,-6-2 23 16,-9-2 2-16,-8 1 14 16,-5 1 65-16,-7 4 5 15,-3 3-28-15,0 2-18 16,0 4-15-16,0 3-8 15,0 3-9-15,-3 0-8 16,-7 19-5-16,-2 7 5 16,-2 8 0-16,5 12 0 15,-1 0-1-15,5 4-1 16,5-3-6-16,0-10-10 16,0-6-26-16,15-9-41 15,10-13-73-15,3-9-132 16</inkml:trace>
  <inkml:trace contextRef="#ctx0" brushRef="#br0" timeOffset="-1751.4">10313 17125 783 0,'0'0'33'16,"0"0"49"-16,0 0-61 15,96-53-20-15,-52 54 0 0,3 17 3 16,0 7 4 0,-5 8 6-16,-5 4-4 0,-10 4-3 15,-4 5-3-15,-9 0 1 16,-8 1-5-16,-6-5 1 16,0-3 0-16,-16-8-1 15,-4-3 4-15,-3-5-4 16,-4-4-25-16,2-2-56 15,-2-9-108-15,4-6-197 16</inkml:trace>
  <inkml:trace contextRef="#ctx0" brushRef="#br0" timeOffset="-1577.34">10401 17413 756 0,'0'0'145'0,"0"0"-93"16,0 0-47-16,0 0-2 15,0 0-5-15,82-22 3 16,-30 22-1-16,4 0 0 16,3 0-1-16,1 3-39 15,-2 3-39-15,-6-6-87 16,-5 0-138-16</inkml:trace>
  <inkml:trace contextRef="#ctx0" brushRef="#br0" timeOffset="-1398.51">11036 17503 821 0,'0'0'117'16,"0"0"-61"-16,0 0-44 15,0 0-12-15,0 0-33 16,0 0-115-16,-9-13-153 15</inkml:trace>
  <inkml:trace contextRef="#ctx0" brushRef="#br0" timeOffset="10203.56">9982 3109 318 0,'0'0'122'16,"0"0"0"-16,0 0-64 15,0 0 28-15,0 0-34 16,0 0-23-16,0 0-18 16,0-28 25-16,0 28 0 15,0 0 0-15,0 0-15 16,0 0-11-16,0 0 3 16,0 0-2-16,0 0-9 0,0 0 5 15,-1 0-7 1,1 0 0-16,0 0 0 0,0 0-2 15,0 0-2 1,0 0 2-16,13 0 0 0,15 0 1 16,15-1 2-16,16-2 1 15,9 0 0-15,8 0-4 16,2 3 1-16,-3 0-28 16,-5 0-41-16,-15 0-55 15,-18 6-85-15</inkml:trace>
  <inkml:trace contextRef="#ctx0" brushRef="#br0" timeOffset="10470.27">9987 3466 467 0,'0'0'169'0,"0"0"-142"16,0 0-24-16,0 0-3 16,0 0 43-16,0 0 12 15,43 2 1-15,-9-4-30 16,9-11-6-16,8 2-12 16,6-1-8-16,7-1 0 15,3 5-29-15,3-2-106 0,-5 0-146 16</inkml:trace>
  <inkml:trace contextRef="#ctx0" brushRef="#br0" timeOffset="11751.7">11007 2798 296 0,'0'0'119'15,"0"0"7"-15,0 0-35 16,0 0-4-16,0 0-18 0,0 0-14 16,-6 0-33-16,13-2-7 15,17-3-11-15,4-1 12 16,5 2-6-16,3 2-5 16,4 0 0-16,8 2-5 15,6 0 0-15,8 0-3 16,5 8-28-16,-2 3-75 15,-3-1-38-15,-17-3-101 16</inkml:trace>
  <inkml:trace contextRef="#ctx0" brushRef="#br0" timeOffset="12201.42">10987 2859 422 0,'0'0'119'15,"0"0"-1"-15,0 0-41 16,0 0 16-16,0 0-62 16,0 0-23-16,53-12-7 15,-13 12 0-15,6 8-1 0,-3 11 0 16,-3 7 1-1,-8 5-1-15,-8 5 0 0,-11 1-7 16,-13-2-26-16,0-1 8 16,-25-1 8-16,-16-2 9 15,-12-5-1-15,-4-4 2 16,5-7 7-16,13-6 0 16,17-4 0-16,16-3 0 15,6 1 0-15,0 2-9 16,0 5 9-16,11 4 1 15,8 7 2-15,11 4-1 16,9 0-1-16,9-3 1 16,8-6 0-16,5-9 3 15,1-1-1-15,1-6-3 16,0 0-1-16,-7 0-63 0,-12-9-40 16,-17-8-166-1</inkml:trace>
  <inkml:trace contextRef="#ctx0" brushRef="#br0" timeOffset="12850.46">11891 2771 222 0,'0'0'477'0,"0"0"-362"16,0 0-52-16,0 0-29 15,0 0-34-15,0 0-6 16,24 17 3-16,-22 41 0 15,-2 17 1-15,0 10 2 16,-21 5 1-16,-3 2 0 16,-3-11 2-16,3-12 0 15,6-19-3-15,8-18 2 0,5-16-1 16,4-13 0-16,1-3 14 16,0-14 50-16,0-23-30 15,9-17-35-15,17-8-32 16,4-10 4-16,5 0-10 15,2 0-14-15,-4 3 6 16,-3 8-5-16,0 9 14 16,-7 10 37-16,0 10 2 15,-5 13 10-15,1 9 12 16,-1 10-6-16,-3 0-18 16,3 15-2-16,-2 12 2 15,2 6 0-15,-6 5 0 0,-2 2 0 16,-7-2 1-1,-3-8 0-15,0-5 0 0,-7-7-1 16,-8-6 0-16,-9-4 1 16,-15-4 3-16,-14-4-1 15,-12 0 1-15,-3 0-4 16,10-4-6-16,16-4-4 16,22 4-10-16,20 4 11 15,10 0-117-15,33 7-37 16,15-4-92-16</inkml:trace>
  <inkml:trace contextRef="#ctx0" brushRef="#br0" timeOffset="13400.54">12525 2744 109 0,'0'0'487'0,"0"0"-323"16,0 0-103-16,0 0-61 16,0 0-4-16,0 0 1 15,19 56 3-15,-19-14 8 16,0 10 13-16,0 5-3 0,-4 5-11 15,1-1-5 1,3-3 0-16,0-11-2 0,0-13 3 16,10-12-1-16,2-9-2 15,9-13 1-15,14 0 2 16,12-14 5-16,7-15-4 16,0-7-4-16,-8-3-13 15,-13-4 11-15,-12-1 2 16,-5 1-1-16,-8-4 3 15,-8-1-1-15,0-1 7 16,-11 1 5-16,-8 3-3 16,1 6 10-16,2 14-8 15,8 11 8-15,3 9-9 16,4 5-8-16,1 0-3 16,-2 5-17-16,2 14-5 0,0 3 22 15,5 4-5-15,22-1 1 16,10-4 4-16,15-3 2 15,12-2-1-15,6-6-1 16,8-3-4-16,-3-3-53 16,-8-4-99-16,-12-3-305 15</inkml:trace>
  <inkml:trace contextRef="#ctx0" brushRef="#br0" timeOffset="16364.09">13435 3146 20 0,'0'0'228'16,"0"0"-124"-16,0 0-11 15,0 0-25-15,0 0 13 16,0 0-40-16,0 0 46 0,-19-11-29 15,15 8-46 1,3 1 25-16,0 2-14 0,-1-2-11 16,2 1-2-16,-1 1 14 15,1 0-6-15,0 0-7 16,-2 0-8-16,2 0 0 16,0 0-3-16,0 0 3 15,0 0-3-15,0-2-4 16,27-2 1-16,14-1 3 15,21-2 3-15,5-2 1 16,-5 0-3-16,-3 2-1 16,-13 0 0-16,-5 3 2 15,-13 0-2-15,-7 2 2 0,-12 2-2 16,-6 0 0 0,-3 0-3-16,0-3-9 0,0 3 5 15,-8 0-16-15,-10 0-65 16,-1 0-36-16,8 0-41 15,10 0-167-15</inkml:trace>
  <inkml:trace contextRef="#ctx0" brushRef="#br0" timeOffset="16862.63">14517 2760 424 0,'0'0'153'15,"0"0"-86"-15,0 0 10 16,0 0-62-16,0 0-12 16,0 0-3-16,0-8-2 15,0 23 2-15,-4 7 24 16,-6 9 12-16,-6 12-7 0,-4 6-20 16,-5 9 2-16,-3 3-4 15,0 4 3-15,6-2-9 16,3-6 3-16,7-7-2 15,2-12-2-15,5-14 1 16,2-9 0-16,3-10 0 16,0-3 1-16,0-2 16 15,0 0 37-15,0-2-13 16,0-13-1-16,5-8-41 16,1-2-2-16,-1 0-11 15,-5 4-14-15,0 4-25 16,-21 5-74-16,-5-2-169 15,0-2-186-15</inkml:trace>
  <inkml:trace contextRef="#ctx0" brushRef="#br0" timeOffset="17178.5">14191 2810 389 0,'0'0'129'0,"0"0"25"16,0 0-49-16,0 0-38 0,0 0-50 15,0 0-15-15,48-26 1 16,-8 23 13-16,5 2 2 15,3-2-2-15,-2 2-11 16,3-3 3-16,0 1-8 16,1 3 0-16,-1-2 0 15,-7 2-43-15,-14 0-89 16,-16 0-120-16,-12 0-162 16</inkml:trace>
  <inkml:trace contextRef="#ctx0" brushRef="#br0" timeOffset="17695.84">13997 3434 427 0,'0'0'156'15,"0"0"-101"-15,0 0-18 16,0 0-9-16,0 0 2 16,0 0-9-16,11 0 11 15,23-3-14-15,18-12-8 16,9-1 3-16,10 0-5 0,3 2-8 16,-5 4 0-1,-8 2 0-15,-19 4 0 0,-19 4 0 16,-10 0-1-16,-12 0-13 15,-1 0-13-15,0 0 5 16,0 7 0-16,-9 10 22 16,-4 6 0-16,1 4-1 15,1 1 1-15,4 3 0 16,3-2-1-16,4-2-4 16,4-5-31-16,26-11-15 15,13-10 42-15,12-1 7 16,5-14-6-16,-5-12 1 0,-15-2 7 15,-13 1 22-15,-17 4 20 16,-10 3-20-16,0 1 34 16,-25 3-56-16,-14 2-4 15,-7 4-21-15,1 3 14 16,10 7 10-16,9 5-44 16,8 14-51-16,9 2-141 15</inkml:trace>
  <inkml:trace contextRef="#ctx0" brushRef="#br0" timeOffset="18078.66">14986 2984 363 0,'0'0'146'15,"0"0"-25"-15,0 0-93 0,0 0-26 16,0 0-2 0,0 0 15-16,63-9 9 0,-23 9 2 15,0 0-11-15,2 0-6 16,1 0-9-16,-2-2-16 16,-4 1-59-16,-10-1-57 15,-16-3-106-15</inkml:trace>
  <inkml:trace contextRef="#ctx0" brushRef="#br0" timeOffset="18274.73">14870 3185 244 0,'0'0'186'0,"0"0"-81"16,0 0-18-16,101 0-29 15,-68-3-13-15,1-1-25 16,4-3-20-16,9 2-5 16,4-2-87-16,1-10-228 15</inkml:trace>
  <inkml:trace contextRef="#ctx0" brushRef="#br0" timeOffset="19728.44">16015 2862 60 0,'0'0'471'0,"0"0"-393"15,0 0 15-15,0 0-18 16,0 0-50-16,90-54-13 15,-62 32 9-15,-1 3 1 16,-7-2-9-16,-3-1 5 16,-4 2-7-16,-5-2-8 15,-5 0-3-15,-3 3-3 16,-9 1 1-16,-28 4-31 16,-17 6-7-16,-11 5-1 15,-1 3 19-15,15 1 14 0,16 19 8 16,13 12-1-16,9 13-4 15,6 14 4-15,7 6 0 16,3 7-3-16,21-2 4 16,11-7 3-16,3-8 3 15,0-12-3-15,-8-12 0 16,-13-9 6-16,-11-10-6 16,-2-7-3-16,-4-2 1 15,0-3 1-15,-10 0 8 16,-22 0 1-16,-8 0-3 15,-8-4-6-15,0-10 1 16,4-5 2-16,4-3 1 16,5-2-5-16,11 2 16 15,14 0 6-15,10-2 4 16,6 2-13-16,36-6-14 0,16-2-14 16,18-1-17-1,3 2-14-15,4-3-11 0,1 1-27 16,-8-1-98-16,-9-1-171 15</inkml:trace>
  <inkml:trace contextRef="#ctx0" brushRef="#br0" timeOffset="20096.7">16635 2585 408 0,'0'0'209'0,"0"0"-204"16,0 0-2-16,0 0 6 15,-53 109 26-15,22-53 17 16,-1 7-20-16,1 2-20 16,6 2-6-16,6-8-5 15,17-11-1-15,2-13 0 16,6-15 0-16,18-11 1 15,4-9 2-15,7-3 10 16,6-14 4-16,-2-9-13 16,-5-1-3-16,-13-2 5 15,-13 0-5-15,-8 0-1 16,-14-1-2-16,-18 4 2 16,-7 3-18-16,1 8 7 0,8 10-13 15,10 5-37-15,10 5-76 16,10 6-145-16</inkml:trace>
  <inkml:trace contextRef="#ctx0" brushRef="#br0" timeOffset="20860.26">16982 2724 507 0,'0'0'130'16,"30"-73"0"-16,-18 39-54 15,-4 10-41-15,-6 7-13 16,-2 6-7-16,0 5-12 16,0 6-3-16,-13 0-18 15,-9 0-37-15,-3 22-2 16,-3 11 38-16,4 13 8 15,4 4 8-15,7 3 3 16,10-1-2-16,3-4-3 16,3-6 4-16,14-6 2 15,-1-7-1-15,-2-5 0 16,-6-4 2-16,-5-6 0 0,-3-3-2 16,0-2-5-1,-11-2 5-15,-13-2 5 0,-15-1 5 16,-4-1-7-16,-2-3 8 15,8 0-9-15,9-7 7 16,11-8 4-16,9-2 4 16,8-5-4-16,14 0-13 15,32-7-17-15,24-4-13 16,15-1-12-16,4 1 23 16,-1 0 18-16,-8 5-16 15,-7 0-13-15,-16 0 23 16,-19 8-16-16,-15-2 7 0,-17 3 16 15,-6 5 0 1,-9-1 0-16,-21 5 0 0,-4 2-17 16,-1 8 6-16,12 0 11 15,7 5 0-15,8 17-1 16,6 6 1-16,2 5 1 16,9 4 7-16,17 2 7 15,9-1 8-15,6 0-10 16,-1-3-5-16,-2-2 5 15,-8-6 0-15,-12-3-3 16,-9-4-4-16,-4-6-4 16,-5-2 1-16,0-5 0 15,-17 1 3-15,-17-2 4 16,-15 2 3-16,-9-2-3 0,-2-2-5 16,6-1-2-16,2-3-3 15,5 0-18-15,3 0-54 16,8 0-77-16,12-8-216 15</inkml:trace>
  <inkml:trace contextRef="#ctx0" brushRef="#br0" timeOffset="21069.3">17308 2667 592 0,'0'0'81'0,"0"0"-33"16,121-47-15-16,-65 37-8 15,11 3 0-15,4 7-20 16,5 0-5-16,0 9-79 16,-11 5-98-16,-16-5-206 15</inkml:trace>
  <inkml:trace contextRef="#ctx0" brushRef="#br0" timeOffset="21281.28">17661 3000 485 0,'0'0'115'16,"0"0"-3"-16,0 0-59 15,97-19-26-15,-57 13-16 16,2 1-11-16,10-1-7 16,-4 1-68-16,-4-6-101 15,-5-6-177-15</inkml:trace>
  <inkml:trace contextRef="#ctx0" brushRef="#br0" timeOffset="21550.61">18166 2694 480 0,'0'0'198'0,"0"0"-76"15,0 0-82-15,0 0-40 16,0 0-1-16,0 0 1 15,0 83 3-15,2-30 0 16,5 5-2-16,5 4 0 16,-1-3-1-16,-1-5-8 15,3-8-82-15,-1-14-46 0,3-17-47 16,3-15-140 0</inkml:trace>
  <inkml:trace contextRef="#ctx0" brushRef="#br0" timeOffset="21858.8">18339 2836 556 0,'0'0'174'15,"0"0"-59"-15,0 0-115 16,0 0-6-16,0 0 1 16,0 0 4-16,8 86 1 15,15-44 0-15,10-6 0 0,9-10 0 16,6-10 1-1,10-11 9-15,-1-5-4 0,-2-7 21 16,-4-12-7-16,-15-5-12 16,-12-3-6-16,-11-1-2 15,-13 0-1-15,-8-2-4 16,-31 2-24-16,-13 4-29 16,0 10 24-16,9 9 9 15,19 5 10-15,10 7-80 16,12 19 3-16,2 5-46 15,22 3-13-15</inkml:trace>
  <inkml:trace contextRef="#ctx0" brushRef="#br0" timeOffset="22060.42">19027 3113 628 0,'0'0'168'15,"0"0"-168"-15,0 0-4 16,0 0-2-16,0 0 6 16,-85 108 1-16,54-63 0 15,3 1-1-15,2 3-10 16,5-4-73-16,3-12-125 16,8-19-209-16</inkml:trace>
  <inkml:trace contextRef="#ctx0" brushRef="#br0" timeOffset="22991.09">19221 2934 475 0,'0'0'84'0,"0"0"-81"16,0 0-3-16,0 0 0 15,0 0 20-15,0 0 4 16,0 60 14-16,0-34 12 16,1 4-6-16,14 4-21 15,1 3-7-15,0-3-12 16,-2-4 0-16,-3-6-2 0,-2-7-2 16,0-8-23-16,-2-5-11 15,2-4 28-15,4 0 6 16,0-17 0-16,0-7-13 15,-1-8 13-15,-6-2 14 16,-6-2 30-16,0-4-22 16,-3-1-10-16,-13 4 2 15,2 5-10-15,3 8 6 16,5 9 2-16,5 8-8 16,1 4-4-16,0 1-5 15,1 1-18-15,18-2 14 16,3 1-9-16,5 2 18 15,-2 0 0-15,1 0 0 0,-1 0 0 16,-3 0 0-16,0 2 1 16,0 7-1-16,-3 0 1 15,-1 6 1-15,-5-1-1 16,-4-1-1-16,-4 4 0 16,-4 2-2-16,-1 3 0 15,0 2 2-15,-3-1 1 16,-3 1 1-16,5-3-2 15,1-2 0-15,0-7 0 16,16-3 0-16,12-8 0 16,11-1 2-16,12-1 3 15,1-16-3-15,-1-3 1 16,-10-5 1-16,-7-4 20 0,-11-1 5 16,-2-1-17-16,-7 5-3 15,-1 7-6-15,-6 3-3 16,1 9 0-16,-2 3-7 15,1 4-14-15,1 0-21 16,1 4 18-16,-2 9 15 16,5 4 8-16,-3 4 1 15,3-1 0-15,-3 2 0 16,0-2 0-16,-1-2 1 16,-3-3 0-16,3-1-1 15,-4 1 0-15,4-2 0 16,-1-4 1-16,5-2-1 0,3-2 1 15,10-5 2 1,10 0 3-16,8-14-1 0,0-11 2 16,-2-2-3-16,-9 0 8 15,-14-4 0-15,-12 0 4 16,-6 2-4-16,-3 0-12 16,-15 6 0-16,-3 6-3 15,-1 9 2-15,2 8 0 16,-6 0-48-16,-6 20-41 15,1 8-31-15,7 0-134 16</inkml:trace>
  <inkml:trace contextRef="#ctx0" brushRef="#br0" timeOffset="23240.34">20475 3030 641 0,'0'0'49'15,"0"0"-25"-15,0 0-24 16,0 0 3-16,99-17-1 16,-43 17 1-16,9 0-3 15,-1 1-1-15,-6 5-10 16,-8-3-68-16,-12-1-79 15,-16-2-170-15</inkml:trace>
  <inkml:trace contextRef="#ctx0" brushRef="#br0" timeOffset="23419.14">20429 3205 352 0,'0'0'244'16,"0"0"-224"-16,0 0 108 15,0 0-47-15,115 0-40 16,-68 0-29-16,0 0-6 0,-1 0-6 16,-3 0-3-1,0 0-52-15,-4 0-96 16,-6-5-181-16</inkml:trace>
  <inkml:trace contextRef="#ctx0" brushRef="#br0" timeOffset="24904.72">21217 3021 239 0,'0'0'193'16,"0"0"-79"-16,0 0-31 15,0 0-10-15,0 0-23 16,0 0-6-16,-8 0-9 16,8 0-21-16,0 0-6 15,0 0 17-15,0 0-1 0,4 0-10 16,16 0-10-1,10 0 3-15,9-3 5 0,7 0-6 16,3 0-2-16,6-4-2 16,0 0-1-16,-3 1-1 15,-7-3 2-15,-12 1-3 16,-10 3 2-16,-11 0 1 16,-5 4-1-16,-6 1-1 15,-1 0-3-15,0 0-3 16,0 0-6-16,0 0 5 15,0 0-10-15,0 0-23 16,0 0-54-16,-11 8-13 16,-3 0 3-16,2-5-208 15</inkml:trace>
  <inkml:trace contextRef="#ctx0" brushRef="#br0" timeOffset="34703.6">21794 2892 359 0,'0'0'133'15,"0"0"-32"1,0 0 23-16,0 0-62 0,0 0-11 15,-26-73-22-15,26 63 6 16,0 0-20-16,0 0-4 16,0 2 12-16,2-1-8 15,-1 6-2-15,1 1 11 16,-2 1-7-16,0 1-16 16,0 0-1-16,0 0-7 15,1 10-5-15,4 12-1 16,-1 12 12-16,2 7 1 15,-1 7 0-15,-5 1 1 0,0-1-1 16,0-4-1 0,0-10 1-16,0-7 0 0,1-9-3 15,4-8-1-15,-4-5 3 16,1-2-20-16,-1-2-30 16,1 4-33-16,-2-5-95 15,0 0-126-15</inkml:trace>
  <inkml:trace contextRef="#ctx0" brushRef="#br0" timeOffset="35362.25">22132 2878 369 0,'0'0'96'16,"0"0"14"-16,0 0-30 0,0 0-21 16,0 0-27-1,35-80-2-15,-13 63-4 0,5 0-3 16,3 5-1-16,3 7-10 16,4 5-12-16,-5 0-3 15,0 5-1-15,-9 9-31 16,-8 2-25-16,-7 1 15 15,-8 0-10-15,0 0 20 16,-23-1 23-16,-9 1 11 16,-2-2 1-16,3-2 1 15,11-2 0-15,7-2-1 16,10 1 0-16,3 0-7 16,1 6 7-16,16 4 13 0,4 2 6 15,2 6 4 1,1 0-10-16,-2-2-8 0,0-2-2 15,-4-4 7-15,-5-4 8 16,-3-5-9-16,-5-4-7 16,-5-3 0-16,0 0-1 15,0 4 1-15,-24 0 3 16,-12 1 0-16,-13 2 3 16,4-2-8-16,6-5-15 15,11-1-20-15,13-3-16 16,12 0-52-16,3-3-164 15</inkml:trace>
  <inkml:trace contextRef="#ctx0" brushRef="#br0" timeOffset="35844.63">22845 2805 480 0,'0'0'205'16,"0"0"-59"-16,0 0-132 15,0 0-14-15,0 0-11 0,0 0 11 16,11 37 0-16,3-5 1 15,2 6 0-15,3 0 3 16,3-4-4-16,2-6 0 16,3-14 0-16,0-6 0 15,1-8 5-15,1 0 0 16,2-19 2-16,0-8 6 16,-2-1-8-16,-7 2-2 15,-10 1 10-15,-9 5 8 16,-3 6-11-16,0 7-7 0,0 3 3 15,0 4 2 1,0 0-8-16,0 14-30 0,0 13 12 16,0 12 17-1,0 5 1-15,4 3 0 0,2-3 0 16,2-5-2-16,1-5-22 16,1-7-38-16,4-6-38 15,8-12-58-15,3-9-254 16</inkml:trace>
  <inkml:trace contextRef="#ctx0" brushRef="#br0" timeOffset="36211.53">23661 2825 609 0,'0'0'131'0,"0"0"-94"16,0 0-35-16,91 13-2 16,-67 15 0-16,-7 6-2 15,2 7 2-15,-10-1-2 16,-9-1-19-16,0-4-43 16,-28-6 8-16,-7-7 28 15,-4-5-23-15,6-8 3 16,10-2-6-16,13-5 40 15,8-2 14-15,2 0 80 0,0 0 65 16,16 0-57-16,22 0-85 16,18 0 2-16,16 4-2 15,7 6 7-15,3 0 1 16,4 1-7-16,-9 1-4 16,-6 0-2-16,-5-2 2 15,-8-3-55-15,-12-7-118 16</inkml:trace>
  <inkml:trace contextRef="#ctx0" brushRef="#br0" timeOffset="37243.22">21421 3609 473 0,'0'0'150'0,"0"0"-114"16,80 0-31-16,-11 0 37 16,10 0 9-16,10 0-2 15,9 0-22-15,12 3-10 16,10-1 5-16,11 0-6 16,9 3-4-16,17 0-11 15,15 3 1-15,11-1-2 0,16-2 0 16,-2-2-1-1,-7-3-1-15,-16 0-5 0,-26 0 7 16,-31 0-4-16,-27 0 4 16,-30-3 0-16,-28 0 3 15,-16 1-2-15,-13-1 18 16,-3 3 15-16,0-3-17 16,0 0-17-16,-8-1 0 15,-12-3-25-15,-8 7-17 16,-3 0-54-16,2 3-75 15,10 4-89-15</inkml:trace>
  <inkml:trace contextRef="#ctx0" brushRef="#br0" timeOffset="46265.78">5173 11714 50 0,'0'0'54'0,"0"0"-10"16,0 0 2-16,0 0-21 15,0 0-7-15,0 0-1 16,0 0-3-16,0 0-12 16,76-18 1-16,-76 18-3 15,0 0 2-15,0 0-2 16,0 0 0-16,0 0 30 16,0 0 82-16,0 0-112 0,0 0 2 15,0 0-5-15,0 0-38 16,0 3 16-16,6 2-8 15,-3-1-17-15,-2-2 22 16,4-2 13-16,2 0 9 16,1 0-67-16</inkml:trace>
  <inkml:trace contextRef="#ctx0" brushRef="#br0" timeOffset="46919.33">5337 11557 181 0,'0'0'79'0,"0"0"-50"16,0 0 84-1,0 0-82-15,0 0-14 0,0 0 11 16,-87-77-11-1,74 65 20-15,1 2-2 0,-1 0 2 16,5-2-17-16,1 4 22 16,0-1-5-16,1 4 7 15,1 2-13-15,2 0-9 16,0 2-2-16,3 1-7 16,0 0-7-16,0 0-2 15,0 0-4-15,0 0 0 16,0 0 0-16,0 0 0 15,0 0-3-15,0 0-3 16,0 0-3-16,17 7 9 0,20 1 2 16,14-3 1-16,18-4 0 15,17-1-1-15,12 0-2 16,2-6 1-16,0-5 1 16,-15 5-2-16,-12 1 0 15,-19 2-2-15,-17 3 0 16,-16 0-6-16,-13 0-22 15,-8 10-58-15,-13 13 35 16,-30 8 39-16,-16 5-38 16,-16 1-74-16,-3-4-69 15,-5-8-1-15</inkml:trace>
  <inkml:trace contextRef="#ctx0" brushRef="#br0" timeOffset="47316.67">5049 11719 132 0,'0'0'107'0,"0"0"57"15,0 0-64-15,0 0-74 16,0 0 45-16,109-17 24 16,-18-3-6-16,11-2-48 15,10-1-21-15,1 4-11 16,-3-1-6-16,-8 7-1 16,-11 1-4-16,-17 4 2 15,-10 3-4-15,-20 5-19 16,-19 0-21-16,-19 0-28 15,-6 0-22-15,-22 8 78 0,-24 6 13 16,-16 2-4 0,-14-1-15-16,-9-3 10 0,-14-4 7 15,-5-4 5-15,0-1 0 16,22-3 7-16,25 0 21 16,29 0 5-16,17 0 8 15,11 0 13-15,12 0-46 16,26-3-8-16,21-5 26 15,14-3 8-15,6 2-12 16,3 1-21-16,-5 5-1 16,-10 0-3-16,-12 1-10 15,-15 2-32-15,-19 0 14 16,-18 0-21-16,-6 2-66 16,-30 8 31-16,-13-2-126 15</inkml:trace>
  <inkml:trace contextRef="#ctx0" brushRef="#br0" timeOffset="48348.77">5454 11322 66 0,'0'0'152'15,"0"0"-96"-15,0 0 22 16,0 0-22-16,0 0-27 15,0 0-10-15,35-56-8 16,-33 50 18-16,-2 3 4 16,0 1-4-16,0 0-6 15,0 2-9-15,-9 0-14 16,-9 2-1-16,-9 18-1 16,-10 9 4-16,-5 9-1 0,0 8 1 15,-4-1-2-15,9-5 0 16,4-2 0-1,3-3 3-15,8-6-3 0,1-3-1 16,6-4-3-16,2-3-2 16,2-4-2-16,2-3-33 15,1 0 36-15,3-7-3 16,2-1 6-16,3-1 2 16,0-3 3-16,0 0 36 15,0 0 12-15,11-5-27 16,11-2 6-16,2 2-3 15,8 5-12-15,-2 0-7 16,0 0-3-16,1 8-2 0,-1 7-2 16,-2 4-1-1,-2 5 0-15,-7 2-2 0,-7 0-2 16,-3 1-27-16,-5-4-13 16,-2-3 18-16,2-1-13 15,2-5-24-15,2-6-53 16,11-5-52-16</inkml:trace>
  <inkml:trace contextRef="#ctx0" brushRef="#br0" timeOffset="51645.56">5907 11296 131 0,'0'0'73'0,"0"0"-25"15,0 0-8-15,0 0 23 16,0 0 2-16,0 0 0 16,-15-28-11-16,12 22-10 15,2 4-10-15,-1-3-7 16,-1 3-6-16,3 2 3 15,-1 0 6-15,-1 0-18 16,2 0-6-16,0 0-4 16,0 0-1-16,0 0-1 15,0 0 0-15,0 0-2 16,0 0-2-16,0 0-5 16,0 0-8-16,9 0 17 0,9 2 1 15,6 3 2-15,1 1-1 16,3 0-2-16,1 1 0 15,-1 0 1-15,2 1 0 16,-1-1-1-16,-3 2 0 16,-3-1 0-16,-3 1 0 15,-6-1-4-15,-2-2 3 16,-6-3 0-16,-5 3 1 16,-1-5-3-16,0-1 3 15,0 1 3-15,0 1 2 16,0 0-5-16,0 3 0 15,0 2 1-15,0 0-1 16,0-1 0-16,0 3-2 0,0-2 2 16,0 1 0-16,0-2 1 15,0 1-2-15,-1 0-1 16,-1 2 2-16,-2 0 0 16,-5 3 2-16,0 5-2 15,-7 8 1-15,-7 1 0 16,-2 6-1-16,-2 2 0 15,2-2 0-15,1-1 0 16,6-2 0-16,0-5 0 16,7-3-1-16,4-10 1 15,1-2 0-15,5-4 2 16,1-2-1-16,0-2-1 16,0 1 1-16,0-1-1 15,0-1 2-15,0 0 0 16,-3 0 7-16,3 2 36 0,0-2 7 15,0 0-31-15,0 0-5 16,-2 0 0-16,2 0 5 16,0 1-4-16,0-1-10 15,0 0-5-15,0 0-1 16,-1 0-1-16,1 0 0 16,0 0 0-16,0 0 0 15,0 0 1-15,0 0 0 16,0 0 0-16,0 0-1 15,-2 0 0-15,2 0-2 0,-1 0-24 16,1 0-19 0,-3 0-93-16,3 0-122 0</inkml:trace>
  <inkml:trace contextRef="#ctx0" brushRef="#br0" timeOffset="68030.17">23387 4173 223 0,'0'0'69'15,"0"0"-33"-15,0 0-20 16,0 0 9-16,0 0-2 16,0 0 25-16,92-50-9 15,-80 44 2-15,2-2 14 16,-4 2-30-16,-3 2-7 15,2 0-5-15,-4 1 2 16,-2-1 6-16,0 1 36 16,-3-3-34-16,3 2 1 15,-2 0 19-15,1 0-12 16,-2 1-22-16,2 1 2 0,-2-1 2 16,0 1-5-16,0-1-6 15,1 1 3-15,-1 1-1 16,1-2 0-16,-1 0-3 15,0 0 2-15,0 3 0 16,2-4 0-16,-2 3 4 16,0 1 5-16,0 0-6 15,0 0-1-15,0 0-5 16,0 0-1-16,0 0-1 16,0 1-7-16,0 18-8 15,-18 12 12-15,-18 15 1 16,-22 17 3-16,-24 15 1 15,-27 14 0-15,-15 11 1 16,-7 4-1-16,4-5-11 0,14-13 10 16,16-19 1-16,23-16-3 15,18-16-2-15,18-11 5 16,13-13-5-16,9-7 6 16,9-7-1-16,0 0 7 15,2 0 14-15,2-11-8 16,1-7-6-16,2-1-7 15,2-3-14-15,17 3-38 16,3 5-44-16,-3 4-19 16,-2 3-41-16,-6 2-121 15</inkml:trace>
  <inkml:trace contextRef="#ctx0" brushRef="#br0" timeOffset="68506.96">22711 4118 424 0,'0'0'55'0,"0"0"52"15,0-73-36-15,0 60-11 16,0 6-28-16,0 2 2 0,0 3 0 16,0 2-7-16,0 0-27 15,0 2-6-15,12 28-12 16,19 19 18-16,14 25 0 16,4 17 1-16,0 13 0 15,-8 8-2-15,-9-3 0 16,-4-10 0-16,-6-7 1 15,5-12 1-15,-4-10 0 16,3-12-1-16,-4-9 0 16,-4-11-1-16,-4-11 0 15,-5-10 1-15,-4-8-1 16,-3-6 1-16,-2-3 2 0,0 0 24 16,0 0 39-1,0 0-40-15,0-7-23 0,0-5-2 16,0-1-6-16,0 2-6 15,0 2-16-15,0 5-10 16,0-3-68-16,5-1-175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30B60C6-29AA-7CCD-E266-DD6B1923871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38A803D5-76E1-EA14-3931-2A1B6814D50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61BD9AB7-0602-4405-8245-2DEF0BBB4D9F}" type="datetimeFigureOut">
              <a:rPr lang="en-US"/>
              <a:pPr>
                <a:defRPr/>
              </a:pPr>
              <a:t>5/18/2025</a:t>
            </a:fld>
            <a:endParaRPr lang="en-US"/>
          </a:p>
        </p:txBody>
      </p:sp>
      <p:sp>
        <p:nvSpPr>
          <p:cNvPr id="4" name="Slide Image Placeholder 3">
            <a:extLst>
              <a:ext uri="{FF2B5EF4-FFF2-40B4-BE49-F238E27FC236}">
                <a16:creationId xmlns:a16="http://schemas.microsoft.com/office/drawing/2014/main" id="{394D4A16-226F-A8E0-5B8B-080EC844002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FAF0B5A-6245-A9A1-2EF3-001B1617A21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E4C8866-E2E6-7F3B-546A-5482C7C0AB3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CA6AC7CE-0533-CBA6-44DD-345023E7DC2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620BAF8-4800-4FF8-B83A-1B07933D3BC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A6EFAC-47B5-1109-AAF5-DBE88C33927C}"/>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9FD10649-A576-F180-3F3D-A6AA1BC5B8E5}"/>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A263CACB-E8F3-CE13-1946-2F6EF1A47ACD}"/>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181B21A8-11C6-EBE4-652C-73E9B73F62C9}"/>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5343AA86-8322-43CE-2264-09B437EA1908}"/>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5D107688-2C34-AB33-8F4E-5B8313D37ED2}"/>
              </a:ext>
            </a:extLst>
          </p:cNvPr>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AA7FC67C-CDB1-EE89-3749-D43B0274EB3A}"/>
              </a:ext>
            </a:extLst>
          </p:cNvPr>
          <p:cNvSpPr txBox="1">
            <a:spLocks noChangeArrowheads="1"/>
          </p:cNvSpPr>
          <p:nvPr/>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9" name="Rectangle 8">
            <a:extLst>
              <a:ext uri="{FF2B5EF4-FFF2-40B4-BE49-F238E27FC236}">
                <a16:creationId xmlns:a16="http://schemas.microsoft.com/office/drawing/2014/main" id="{0578CAB1-5DBB-3411-B32D-1FF7D69615F5}"/>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10" name="Rectangle 9">
            <a:extLst>
              <a:ext uri="{FF2B5EF4-FFF2-40B4-BE49-F238E27FC236}">
                <a16:creationId xmlns:a16="http://schemas.microsoft.com/office/drawing/2014/main" id="{F2FE3CBE-3B1B-52E6-203F-9959CFE8887F}"/>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D87053A9-7BD3-886E-E29C-CB2B7746461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ABBC47F2-0F65-2FB4-803A-6FB7BF52E8F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 name="Picture 10" descr="BITS_university_logo_whitevert.png">
            <a:extLst>
              <a:ext uri="{FF2B5EF4-FFF2-40B4-BE49-F238E27FC236}">
                <a16:creationId xmlns:a16="http://schemas.microsoft.com/office/drawing/2014/main" id="{F1E5F8B6-C290-3569-508E-60BE1E11C587}"/>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DA5204BC-7A9B-A397-5D57-2BFAD86DE5A9}"/>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6" name="TextBox 15">
            <a:extLst>
              <a:ext uri="{FF2B5EF4-FFF2-40B4-BE49-F238E27FC236}">
                <a16:creationId xmlns:a16="http://schemas.microsoft.com/office/drawing/2014/main" id="{519FA37D-44B3-4ECB-5AC8-B2BBBF566909}"/>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794349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7FBF08-1D6B-8E3C-BACB-1612804B5644}"/>
              </a:ext>
            </a:extLst>
          </p:cNvPr>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F6AE45EF-FFF8-CB9F-0F10-736CD412CCB7}"/>
              </a:ext>
            </a:extLst>
          </p:cNvPr>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810BA0FD-C678-DCC1-EEDE-31C451628B0D}"/>
              </a:ext>
            </a:extLst>
          </p:cNvPr>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598AED6-43FC-9A06-FD44-A10BD0EDCC5D}"/>
              </a:ext>
            </a:extLst>
          </p:cNvPr>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AFC4EC17-E18C-9393-FE9D-D2F5A6304BFD}"/>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5A167EC-9A87-0318-5167-FEC1C98366DF}"/>
              </a:ext>
            </a:extLst>
          </p:cNvPr>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529196A2-08A6-BE49-1EAE-E46559E74B82}"/>
              </a:ext>
            </a:extLst>
          </p:cNvPr>
          <p:cNvSpPr txBox="1">
            <a:spLocks noChangeArrowheads="1"/>
          </p:cNvSpPr>
          <p:nvPr/>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Rectangle 10">
            <a:extLst>
              <a:ext uri="{FF2B5EF4-FFF2-40B4-BE49-F238E27FC236}">
                <a16:creationId xmlns:a16="http://schemas.microsoft.com/office/drawing/2014/main" id="{2AA0932E-77CC-6C50-6844-82E6F33681AF}"/>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12" name="Rectangle 11">
            <a:extLst>
              <a:ext uri="{FF2B5EF4-FFF2-40B4-BE49-F238E27FC236}">
                <a16:creationId xmlns:a16="http://schemas.microsoft.com/office/drawing/2014/main" id="{B9B5FD52-AFFB-7B96-0291-6CA6CB65F540}"/>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6CB01F2C-792F-BDA0-B8D9-B51009979912}"/>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DAE86159-49E6-0FF0-E08F-CFE899D301BC}"/>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5" name="Picture 10" descr="BITS_university_logo_whitevert.png">
            <a:extLst>
              <a:ext uri="{FF2B5EF4-FFF2-40B4-BE49-F238E27FC236}">
                <a16:creationId xmlns:a16="http://schemas.microsoft.com/office/drawing/2014/main" id="{33C2D739-119D-5161-62E8-5A5352051D0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E1614DD1-2C17-E43E-017F-7D287C5C07A0}"/>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7" name="TextBox 16">
            <a:extLst>
              <a:ext uri="{FF2B5EF4-FFF2-40B4-BE49-F238E27FC236}">
                <a16:creationId xmlns:a16="http://schemas.microsoft.com/office/drawing/2014/main" id="{4D6E175A-5CBD-149A-DFEE-A0B054AB1043}"/>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61563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82B1FD13-3A83-D1D8-AED1-A2796EF27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05019574-3D82-D9E4-E1E2-8E62C9B8B0D5}"/>
              </a:ext>
            </a:extLst>
          </p:cNvPr>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9A7D41D9-F394-6D8F-F584-DF5C08585B80}"/>
              </a:ext>
            </a:extLst>
          </p:cNvPr>
          <p:cNvPicPr>
            <a:picLocks noChangeAspect="1"/>
          </p:cNvPicPr>
          <p:nvPr/>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6BD1F01E-2A29-4FC5-2935-35CF1A3BDA47}"/>
              </a:ext>
            </a:extLst>
          </p:cNvPr>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7751B20-C8CC-4809-EF02-DEFBB647962A}"/>
              </a:ext>
            </a:extLst>
          </p:cNvPr>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5ACEC5C-3FD3-2C8A-0682-C0BA3D31FA23}"/>
              </a:ext>
            </a:extLst>
          </p:cNvPr>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24DB86D8-E389-1C05-170F-006B8E52F87E}"/>
              </a:ext>
            </a:extLst>
          </p:cNvPr>
          <p:cNvSpPr txBox="1"/>
          <p:nvPr/>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DC0D2266-9081-4271-099E-DC42637E2F41}"/>
              </a:ext>
            </a:extLst>
          </p:cNvPr>
          <p:cNvSpPr txBox="1">
            <a:spLocks noChangeArrowheads="1"/>
          </p:cNvSpPr>
          <p:nvPr/>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pic>
        <p:nvPicPr>
          <p:cNvPr id="10" name="Picture 6" descr="\\Server\D\jyoti\FI023_BITS_v1\styleguide img\IMG_5627_b.jpg">
            <a:extLst>
              <a:ext uri="{FF2B5EF4-FFF2-40B4-BE49-F238E27FC236}">
                <a16:creationId xmlns:a16="http://schemas.microsoft.com/office/drawing/2014/main" id="{60223595-DAA0-CF25-B8F4-B37AC6642A2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09E7F638-19BD-45DA-6894-5C151B65190E}"/>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8" descr="Picture 7.png">
            <a:extLst>
              <a:ext uri="{FF2B5EF4-FFF2-40B4-BE49-F238E27FC236}">
                <a16:creationId xmlns:a16="http://schemas.microsoft.com/office/drawing/2014/main" id="{22DE48F9-C840-1D50-EFA6-635DE66F1F86}"/>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B750A116-C521-6A23-CBA9-9BF7B07C3BE1}"/>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BFB1F1DA-2964-8FD9-3EC9-BF062DE94108}"/>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AE4C92E5-351E-E702-F9D6-2508CB46B5F1}"/>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TextBox 15">
            <a:extLst>
              <a:ext uri="{FF2B5EF4-FFF2-40B4-BE49-F238E27FC236}">
                <a16:creationId xmlns:a16="http://schemas.microsoft.com/office/drawing/2014/main" id="{48BE5B6C-7A13-CE47-BC83-373B8699F20B}"/>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8" name="TextBox 17">
            <a:extLst>
              <a:ext uri="{FF2B5EF4-FFF2-40B4-BE49-F238E27FC236}">
                <a16:creationId xmlns:a16="http://schemas.microsoft.com/office/drawing/2014/main" id="{ED167092-1D3D-BD5A-0826-D2274BC5D1F7}"/>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87746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B069D6-AAB9-ED36-2E61-87EEFD63B69B}"/>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62A370FE-B31C-F2ED-E3B9-0FB1FE8D10EE}"/>
              </a:ext>
            </a:extLst>
          </p:cNvPr>
          <p:cNvGrpSpPr>
            <a:grpSpLocks/>
          </p:cNvGrpSpPr>
          <p:nvPr/>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7B0AD1E3-7C42-7702-A5D5-891A891EF1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E72665D-D387-DA3B-67D1-06DB9CE18C9C}"/>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16F5850-35F9-AF0D-AEED-F3973636C73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BCB0852F-55EA-B828-5711-09C7B3FCFAF4}"/>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B97DB593-FF05-F838-FD87-1F678BBFF662}"/>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9F37BE22-7959-6EC7-F768-9A422B4B41A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B3161C2A-1A35-1C3B-44A5-58128588CBC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496A615-8EC9-A2C1-8B96-B7FD8B92CDC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9B2706BD-0200-9867-1977-76B5CC246F30}"/>
              </a:ext>
            </a:extLst>
          </p:cNvPr>
          <p:cNvGrpSpPr>
            <a:grpSpLocks/>
          </p:cNvGrpSpPr>
          <p:nvPr/>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C4A74446-9BB4-DD58-76F0-24A3BACB7FC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A4C36394-7889-AC64-2E6E-A7D1D98CCDE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BCDE0703-584B-17C1-96A2-3CE3939156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7" name="TextBox 16">
            <a:extLst>
              <a:ext uri="{FF2B5EF4-FFF2-40B4-BE49-F238E27FC236}">
                <a16:creationId xmlns:a16="http://schemas.microsoft.com/office/drawing/2014/main" id="{46C2864D-611F-EF6D-58F9-B157517CC396}"/>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8" name="Group 11">
            <a:extLst>
              <a:ext uri="{FF2B5EF4-FFF2-40B4-BE49-F238E27FC236}">
                <a16:creationId xmlns:a16="http://schemas.microsoft.com/office/drawing/2014/main" id="{B836443A-4E30-58A1-9617-0DD6ECAFBF7B}"/>
              </a:ext>
            </a:extLst>
          </p:cNvPr>
          <p:cNvGrpSpPr>
            <a:grpSpLocks/>
          </p:cNvGrpSpPr>
          <p:nvPr userDrawn="1"/>
        </p:nvGrpSpPr>
        <p:grpSpPr bwMode="auto">
          <a:xfrm>
            <a:off x="2084388" y="6550025"/>
            <a:ext cx="7059612" cy="49213"/>
            <a:chOff x="2083888" y="6550671"/>
            <a:chExt cx="7060112" cy="48665"/>
          </a:xfrm>
        </p:grpSpPr>
        <p:sp>
          <p:nvSpPr>
            <p:cNvPr id="19" name="Rectangle 18">
              <a:extLst>
                <a:ext uri="{FF2B5EF4-FFF2-40B4-BE49-F238E27FC236}">
                  <a16:creationId xmlns:a16="http://schemas.microsoft.com/office/drawing/2014/main" id="{F8260826-EEB5-BB89-18FE-400673DB9D5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F1D36569-ADEC-E3CE-C5AB-E7FDF7667F86}"/>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DA22A53E-87BC-462A-824B-E7C874D0C25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2" name="Picture 11" descr="Picture 7.png">
            <a:extLst>
              <a:ext uri="{FF2B5EF4-FFF2-40B4-BE49-F238E27FC236}">
                <a16:creationId xmlns:a16="http://schemas.microsoft.com/office/drawing/2014/main" id="{53F9B065-B869-35CA-5056-765634EB82C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Group 26">
            <a:extLst>
              <a:ext uri="{FF2B5EF4-FFF2-40B4-BE49-F238E27FC236}">
                <a16:creationId xmlns:a16="http://schemas.microsoft.com/office/drawing/2014/main" id="{2CF9CA3B-DA5C-627F-5AD4-866D563944F0}"/>
              </a:ext>
            </a:extLst>
          </p:cNvPr>
          <p:cNvGrpSpPr>
            <a:grpSpLocks/>
          </p:cNvGrpSpPr>
          <p:nvPr userDrawn="1"/>
        </p:nvGrpSpPr>
        <p:grpSpPr bwMode="auto">
          <a:xfrm>
            <a:off x="2133600" y="6553200"/>
            <a:ext cx="7010400" cy="46038"/>
            <a:chOff x="1905000" y="6553200"/>
            <a:chExt cx="7010400" cy="45719"/>
          </a:xfrm>
        </p:grpSpPr>
        <p:sp>
          <p:nvSpPr>
            <p:cNvPr id="24" name="Rectangle 23">
              <a:extLst>
                <a:ext uri="{FF2B5EF4-FFF2-40B4-BE49-F238E27FC236}">
                  <a16:creationId xmlns:a16="http://schemas.microsoft.com/office/drawing/2014/main" id="{1994806D-AA62-327C-2FA1-8884CB00E81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5" name="Rectangle 24">
              <a:extLst>
                <a:ext uri="{FF2B5EF4-FFF2-40B4-BE49-F238E27FC236}">
                  <a16:creationId xmlns:a16="http://schemas.microsoft.com/office/drawing/2014/main" id="{B5099E86-7D64-4D0E-E9F2-E62EC05AED3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a:extLst>
                <a:ext uri="{FF2B5EF4-FFF2-40B4-BE49-F238E27FC236}">
                  <a16:creationId xmlns:a16="http://schemas.microsoft.com/office/drawing/2014/main" id="{2D46A50B-F9F2-BAE9-CA72-4C7151FC301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8" name="Group 22">
            <a:extLst>
              <a:ext uri="{FF2B5EF4-FFF2-40B4-BE49-F238E27FC236}">
                <a16:creationId xmlns:a16="http://schemas.microsoft.com/office/drawing/2014/main" id="{30CB18FB-4517-D6B5-813D-2F53716AE3D9}"/>
              </a:ext>
            </a:extLst>
          </p:cNvPr>
          <p:cNvGrpSpPr>
            <a:grpSpLocks/>
          </p:cNvGrpSpPr>
          <p:nvPr userDrawn="1"/>
        </p:nvGrpSpPr>
        <p:grpSpPr bwMode="auto">
          <a:xfrm>
            <a:off x="0" y="1295400"/>
            <a:ext cx="7010400" cy="46038"/>
            <a:chOff x="1905000" y="6553200"/>
            <a:chExt cx="7010400" cy="45719"/>
          </a:xfrm>
        </p:grpSpPr>
        <p:sp>
          <p:nvSpPr>
            <p:cNvPr id="29" name="Rectangle 28">
              <a:extLst>
                <a:ext uri="{FF2B5EF4-FFF2-40B4-BE49-F238E27FC236}">
                  <a16:creationId xmlns:a16="http://schemas.microsoft.com/office/drawing/2014/main" id="{C6E9226D-1F44-6722-487A-43B80DF0564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0" name="Rectangle 29">
              <a:extLst>
                <a:ext uri="{FF2B5EF4-FFF2-40B4-BE49-F238E27FC236}">
                  <a16:creationId xmlns:a16="http://schemas.microsoft.com/office/drawing/2014/main" id="{7E2FCD93-7CFD-E78D-838B-BEDF1CCE505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a:extLst>
                <a:ext uri="{FF2B5EF4-FFF2-40B4-BE49-F238E27FC236}">
                  <a16:creationId xmlns:a16="http://schemas.microsoft.com/office/drawing/2014/main" id="{D816A7C2-5B02-0D6C-C5A3-7C73645095C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4513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E82363EE-D2A4-0B42-B06D-75A64ADD65E0}"/>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F8363C24-B153-0D65-121B-A5E77FE46770}"/>
              </a:ext>
            </a:extLst>
          </p:cNvPr>
          <p:cNvGrpSpPr>
            <a:grpSpLocks/>
          </p:cNvGrpSpPr>
          <p:nvPr/>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D5A128F0-B659-5385-0D08-FBE02A6E00C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8DB03F35-1CF7-A13F-DF72-99C15150A41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467D6D82-102F-3F0A-31F4-12BE92410CD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0D22111C-A51A-85CA-3571-E98020380AFF}"/>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7F4A4794-EF72-A525-FE86-1DC5A9445C3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6FC9902-B4D9-A86B-E554-08749C9FD3F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15EE88DE-A273-2170-E01F-196629A8587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A5376041-7BB0-4734-030F-96C8B43D463C}"/>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pic>
        <p:nvPicPr>
          <p:cNvPr id="14" name="Picture 6" descr="Picture 7.png">
            <a:extLst>
              <a:ext uri="{FF2B5EF4-FFF2-40B4-BE49-F238E27FC236}">
                <a16:creationId xmlns:a16="http://schemas.microsoft.com/office/drawing/2014/main" id="{A078163E-8119-368C-D5BA-9279CE18E6A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19">
            <a:extLst>
              <a:ext uri="{FF2B5EF4-FFF2-40B4-BE49-F238E27FC236}">
                <a16:creationId xmlns:a16="http://schemas.microsoft.com/office/drawing/2014/main" id="{545C1CA8-A9FC-3B68-EC40-C963D91BEBAA}"/>
              </a:ext>
            </a:extLst>
          </p:cNvPr>
          <p:cNvGrpSpPr>
            <a:grpSpLocks/>
          </p:cNvGrpSpPr>
          <p:nvPr userDrawn="1"/>
        </p:nvGrpSpPr>
        <p:grpSpPr bwMode="auto">
          <a:xfrm>
            <a:off x="0" y="1295400"/>
            <a:ext cx="7010400" cy="46038"/>
            <a:chOff x="1905000" y="6553200"/>
            <a:chExt cx="7010400" cy="45719"/>
          </a:xfrm>
        </p:grpSpPr>
        <p:sp>
          <p:nvSpPr>
            <p:cNvPr id="16" name="Rectangle 15">
              <a:extLst>
                <a:ext uri="{FF2B5EF4-FFF2-40B4-BE49-F238E27FC236}">
                  <a16:creationId xmlns:a16="http://schemas.microsoft.com/office/drawing/2014/main" id="{5D3B6227-67E7-56BD-C509-E303992C4B6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4516FB10-E204-0777-3E5A-ACE94E59C19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692A1E04-A5B3-65F3-018F-24D9DB4B35D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0" name="Group 28">
            <a:extLst>
              <a:ext uri="{FF2B5EF4-FFF2-40B4-BE49-F238E27FC236}">
                <a16:creationId xmlns:a16="http://schemas.microsoft.com/office/drawing/2014/main" id="{F9AE23EE-799B-3E0D-7B19-5E3531927B0D}"/>
              </a:ext>
            </a:extLst>
          </p:cNvPr>
          <p:cNvGrpSpPr>
            <a:grpSpLocks/>
          </p:cNvGrpSpPr>
          <p:nvPr userDrawn="1"/>
        </p:nvGrpSpPr>
        <p:grpSpPr bwMode="auto">
          <a:xfrm>
            <a:off x="2133600" y="6553200"/>
            <a:ext cx="7010400" cy="46038"/>
            <a:chOff x="1905000" y="6553200"/>
            <a:chExt cx="7010400" cy="45719"/>
          </a:xfrm>
        </p:grpSpPr>
        <p:sp>
          <p:nvSpPr>
            <p:cNvPr id="21" name="Rectangle 20">
              <a:extLst>
                <a:ext uri="{FF2B5EF4-FFF2-40B4-BE49-F238E27FC236}">
                  <a16:creationId xmlns:a16="http://schemas.microsoft.com/office/drawing/2014/main" id="{AB9FF5C9-5BA1-C4B8-AB54-461865AC705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BAF0455E-CEA2-CE02-6FFD-FEA3C281086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136688F0-680C-6A28-C23C-683513D76AC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24" name="TextBox 23">
            <a:extLst>
              <a:ext uri="{FF2B5EF4-FFF2-40B4-BE49-F238E27FC236}">
                <a16:creationId xmlns:a16="http://schemas.microsoft.com/office/drawing/2014/main" id="{293D7662-BD34-E221-4605-DA02E2B96126}"/>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58713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E0284207-DFB4-025F-8394-DCF9C1922E69}"/>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B0CD6B43-FD9A-638C-14CB-9B54A5A3D3B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66582475-804B-FB42-2797-82302077868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3F228EE1-ABF3-F037-FB39-250BD92DB82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010F682E-4B9D-C068-AE82-DC2D6F8DD89D}"/>
              </a:ext>
            </a:extLst>
          </p:cNvPr>
          <p:cNvGrpSpPr>
            <a:grpSpLocks/>
          </p:cNvGrpSpPr>
          <p:nvPr/>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6E9E2FD3-3638-187E-95E7-AB43C81BA94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5D699A3E-E04D-5FB5-27C3-76B7407022A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B0E7A7D1-213C-7CD5-71AB-9203596B299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5962E93F-0285-D3C5-7415-AEA944FB1582}"/>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B72B6228-A188-74F4-D003-22DF3A381461}"/>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grpSp>
        <p:nvGrpSpPr>
          <p:cNvPr id="17" name="Group 10">
            <a:extLst>
              <a:ext uri="{FF2B5EF4-FFF2-40B4-BE49-F238E27FC236}">
                <a16:creationId xmlns:a16="http://schemas.microsoft.com/office/drawing/2014/main" id="{E25347E7-0B2B-A5DD-EFF5-3EA6631C4F88}"/>
              </a:ext>
            </a:extLst>
          </p:cNvPr>
          <p:cNvGrpSpPr>
            <a:grpSpLocks/>
          </p:cNvGrpSpPr>
          <p:nvPr userDrawn="1"/>
        </p:nvGrpSpPr>
        <p:grpSpPr bwMode="auto">
          <a:xfrm>
            <a:off x="0" y="1295400"/>
            <a:ext cx="7010400" cy="46038"/>
            <a:chOff x="1905000" y="6553200"/>
            <a:chExt cx="7010400" cy="45719"/>
          </a:xfrm>
        </p:grpSpPr>
        <p:sp>
          <p:nvSpPr>
            <p:cNvPr id="18" name="Rectangle 17">
              <a:extLst>
                <a:ext uri="{FF2B5EF4-FFF2-40B4-BE49-F238E27FC236}">
                  <a16:creationId xmlns:a16="http://schemas.microsoft.com/office/drawing/2014/main" id="{4C18605C-6E7D-6923-8080-5D29D49A536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6DE87AE9-7FAA-3EB4-08FE-2C61492C852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0959DCE1-0A0A-1FCD-18A6-E6EE15391E3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1" name="Group 15">
            <a:extLst>
              <a:ext uri="{FF2B5EF4-FFF2-40B4-BE49-F238E27FC236}">
                <a16:creationId xmlns:a16="http://schemas.microsoft.com/office/drawing/2014/main" id="{F34B3D19-F0DD-C303-F91E-F2F6AD874082}"/>
              </a:ext>
            </a:extLst>
          </p:cNvPr>
          <p:cNvGrpSpPr>
            <a:grpSpLocks/>
          </p:cNvGrpSpPr>
          <p:nvPr userDrawn="1"/>
        </p:nvGrpSpPr>
        <p:grpSpPr bwMode="auto">
          <a:xfrm>
            <a:off x="2133600" y="6553200"/>
            <a:ext cx="7010400" cy="46038"/>
            <a:chOff x="1905000" y="6553200"/>
            <a:chExt cx="7010400" cy="45719"/>
          </a:xfrm>
        </p:grpSpPr>
        <p:sp>
          <p:nvSpPr>
            <p:cNvPr id="22" name="Rectangle 21">
              <a:extLst>
                <a:ext uri="{FF2B5EF4-FFF2-40B4-BE49-F238E27FC236}">
                  <a16:creationId xmlns:a16="http://schemas.microsoft.com/office/drawing/2014/main" id="{90D0454B-7EA4-0AB7-2154-86EF773D92B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DFE425FC-EEBA-19AA-3715-043329005C4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4" name="Rectangle 23">
              <a:extLst>
                <a:ext uri="{FF2B5EF4-FFF2-40B4-BE49-F238E27FC236}">
                  <a16:creationId xmlns:a16="http://schemas.microsoft.com/office/drawing/2014/main" id="{B5F4E7D0-E3BA-39E6-F7BA-EF94621AD26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5" name="Picture 14" descr="Picture 7.png">
            <a:extLst>
              <a:ext uri="{FF2B5EF4-FFF2-40B4-BE49-F238E27FC236}">
                <a16:creationId xmlns:a16="http://schemas.microsoft.com/office/drawing/2014/main" id="{42E656DD-FC53-8AD8-9797-4549F00417B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a:extLst>
              <a:ext uri="{FF2B5EF4-FFF2-40B4-BE49-F238E27FC236}">
                <a16:creationId xmlns:a16="http://schemas.microsoft.com/office/drawing/2014/main" id="{C154608D-AA6A-9A39-28E0-285C88594FF0}"/>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6282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2D7E3453-6E8D-F267-3E94-4AB5319D50FD}"/>
              </a:ext>
            </a:extLst>
          </p:cNvPr>
          <p:cNvGrpSpPr>
            <a:grpSpLocks/>
          </p:cNvGrpSpPr>
          <p:nvPr/>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F827AFA3-C2CF-0E80-FCBD-90CE357816F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ACC01B8B-AD37-C03F-38F9-2604226606F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387A81B8-30B6-83AA-2606-B888A27A3F9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4E879365-D132-660F-BC44-D8A9F42EF6A3}"/>
              </a:ext>
            </a:extLst>
          </p:cNvPr>
          <p:cNvGrpSpPr>
            <a:grpSpLocks/>
          </p:cNvGrpSpPr>
          <p:nvPr/>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BCF5162F-30CC-8A3A-B04C-9CD76FD6042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3570AA00-9B10-0B74-1296-77CA3135F3B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2F340325-8590-A97B-53C3-A6F05981180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B068497-F58C-8BC7-DF8A-EAF0AD842750}"/>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CF90F19F-A2A3-128F-5030-B034BFECA81B}"/>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grpSp>
        <p:nvGrpSpPr>
          <p:cNvPr id="13" name="Group 5">
            <a:extLst>
              <a:ext uri="{FF2B5EF4-FFF2-40B4-BE49-F238E27FC236}">
                <a16:creationId xmlns:a16="http://schemas.microsoft.com/office/drawing/2014/main" id="{CE200113-5EE9-110B-FB55-D2233A86544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BBED4ECF-1842-67F1-B168-FCB1C63C5EC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F66F9FA4-87A7-1164-19A1-8630890A63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92CD0CAB-3A01-0501-D66A-1C4E778B521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7" name="Group 10">
            <a:extLst>
              <a:ext uri="{FF2B5EF4-FFF2-40B4-BE49-F238E27FC236}">
                <a16:creationId xmlns:a16="http://schemas.microsoft.com/office/drawing/2014/main" id="{8AB6C682-B393-027E-E277-08E882904C85}"/>
              </a:ext>
            </a:extLst>
          </p:cNvPr>
          <p:cNvGrpSpPr>
            <a:grpSpLocks/>
          </p:cNvGrpSpPr>
          <p:nvPr userDrawn="1"/>
        </p:nvGrpSpPr>
        <p:grpSpPr bwMode="auto">
          <a:xfrm>
            <a:off x="2133600" y="6553200"/>
            <a:ext cx="7010400" cy="46038"/>
            <a:chOff x="1905000" y="6553200"/>
            <a:chExt cx="7010400" cy="45719"/>
          </a:xfrm>
        </p:grpSpPr>
        <p:sp>
          <p:nvSpPr>
            <p:cNvPr id="18" name="Rectangle 17">
              <a:extLst>
                <a:ext uri="{FF2B5EF4-FFF2-40B4-BE49-F238E27FC236}">
                  <a16:creationId xmlns:a16="http://schemas.microsoft.com/office/drawing/2014/main" id="{8387C235-5B9B-62AE-213D-61EC528DCA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26FE6D66-EE51-5101-DADC-D16021D8472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D0CD4CBF-C410-2740-2BDF-E491EA5A4B4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1" name="Picture 14" descr="Picture 7.png">
            <a:extLst>
              <a:ext uri="{FF2B5EF4-FFF2-40B4-BE49-F238E27FC236}">
                <a16:creationId xmlns:a16="http://schemas.microsoft.com/office/drawing/2014/main" id="{08E58840-DF91-096B-C68B-0145F66BF43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A99A8409-6921-B25C-FBEC-C6793A92451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58238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29495479-3207-CC98-2BA9-9FBADCD86847}"/>
              </a:ext>
            </a:extLst>
          </p:cNvPr>
          <p:cNvGrpSpPr>
            <a:grpSpLocks/>
          </p:cNvGrpSpPr>
          <p:nvPr/>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6B524E68-4D98-563B-EE28-BD576435E84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060FC33-2EB3-900A-8B22-2A887230F4A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47C01387-0375-438A-567F-4402BB84264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86B5B67F-4B52-B941-E4C4-7D32E737F716}"/>
              </a:ext>
            </a:extLst>
          </p:cNvPr>
          <p:cNvGrpSpPr>
            <a:grpSpLocks/>
          </p:cNvGrpSpPr>
          <p:nvPr/>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4BC4265D-19A4-555A-70A7-664F983BE1F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6D77A829-E74F-4C58-81EE-1896DCB39A9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F629966-0D83-F120-A729-35C846911DA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BF986AF6-FEAA-930D-39E8-1B023F1E38FF}"/>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97DA33B8-54BF-6389-EC29-E9E07D253108}"/>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5" name="Group 8">
            <a:extLst>
              <a:ext uri="{FF2B5EF4-FFF2-40B4-BE49-F238E27FC236}">
                <a16:creationId xmlns:a16="http://schemas.microsoft.com/office/drawing/2014/main" id="{141DD605-CEB9-DD4B-34CE-E1A53529D2A9}"/>
              </a:ext>
            </a:extLst>
          </p:cNvPr>
          <p:cNvGrpSpPr>
            <a:grpSpLocks/>
          </p:cNvGrpSpPr>
          <p:nvPr userDrawn="1"/>
        </p:nvGrpSpPr>
        <p:grpSpPr bwMode="auto">
          <a:xfrm>
            <a:off x="0" y="1295400"/>
            <a:ext cx="7010400" cy="46038"/>
            <a:chOff x="1905000" y="6553200"/>
            <a:chExt cx="7010400" cy="45719"/>
          </a:xfrm>
        </p:grpSpPr>
        <p:sp>
          <p:nvSpPr>
            <p:cNvPr id="16" name="Rectangle 15">
              <a:extLst>
                <a:ext uri="{FF2B5EF4-FFF2-40B4-BE49-F238E27FC236}">
                  <a16:creationId xmlns:a16="http://schemas.microsoft.com/office/drawing/2014/main" id="{A72A635C-F390-3E38-B341-4BB3831B77C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97F97FD0-CFCB-4CA3-52C1-668066FB1F2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02D24A9E-D6B7-17B0-5490-4F9726D427B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9" name="Group 13">
            <a:extLst>
              <a:ext uri="{FF2B5EF4-FFF2-40B4-BE49-F238E27FC236}">
                <a16:creationId xmlns:a16="http://schemas.microsoft.com/office/drawing/2014/main" id="{E58BF0F7-7908-FB80-B6A4-8E8B445B23F7}"/>
              </a:ext>
            </a:extLst>
          </p:cNvPr>
          <p:cNvGrpSpPr>
            <a:grpSpLocks/>
          </p:cNvGrpSpPr>
          <p:nvPr userDrawn="1"/>
        </p:nvGrpSpPr>
        <p:grpSpPr bwMode="auto">
          <a:xfrm>
            <a:off x="2133600" y="6553200"/>
            <a:ext cx="7010400" cy="46038"/>
            <a:chOff x="1905000" y="6553200"/>
            <a:chExt cx="7010400" cy="45719"/>
          </a:xfrm>
        </p:grpSpPr>
        <p:sp>
          <p:nvSpPr>
            <p:cNvPr id="20" name="Rectangle 19">
              <a:extLst>
                <a:ext uri="{FF2B5EF4-FFF2-40B4-BE49-F238E27FC236}">
                  <a16:creationId xmlns:a16="http://schemas.microsoft.com/office/drawing/2014/main" id="{DA031109-1DE1-32FC-8088-9F300B21220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09DAC8E9-7A50-9418-3411-D3657F10C1E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A8D47816-AFE6-157D-5D91-D353F43EAE1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4" descr="Picture 7.png">
            <a:extLst>
              <a:ext uri="{FF2B5EF4-FFF2-40B4-BE49-F238E27FC236}">
                <a16:creationId xmlns:a16="http://schemas.microsoft.com/office/drawing/2014/main" id="{065AACC2-AF53-593B-E710-009C823A186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23">
            <a:extLst>
              <a:ext uri="{FF2B5EF4-FFF2-40B4-BE49-F238E27FC236}">
                <a16:creationId xmlns:a16="http://schemas.microsoft.com/office/drawing/2014/main" id="{87DB3A81-5B87-DB31-15DA-8FBEE499972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7485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0AE7D69E-D50C-76A1-E9A0-6289888B2A6A}"/>
              </a:ext>
            </a:extLst>
          </p:cNvPr>
          <p:cNvGrpSpPr>
            <a:grpSpLocks/>
          </p:cNvGrpSpPr>
          <p:nvPr/>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CD5054D5-FB69-4899-F94D-A37CDF113E5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60238A4C-8725-3160-988B-BCFC61B9BD0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E13873B0-27BA-B448-DA45-BDD2F59D065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7E15E563-F9DF-4B27-8C6A-172BF6292C70}"/>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66930241-3A6F-30FA-52D6-7A74B9A6228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9DBCB01-7F8B-9335-D95C-B3F2AA4A174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36F53557-863D-CD7C-BA3F-C3217834DE9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3468DC77-002A-1585-8DB0-452A51259FF4}"/>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71581208-40FF-8E9A-6DCE-74FD5F2362CA}"/>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6" name="Group 6">
            <a:extLst>
              <a:ext uri="{FF2B5EF4-FFF2-40B4-BE49-F238E27FC236}">
                <a16:creationId xmlns:a16="http://schemas.microsoft.com/office/drawing/2014/main" id="{1B0DF63C-7086-0A66-2B23-C8195ECC99C3}"/>
              </a:ext>
            </a:extLst>
          </p:cNvPr>
          <p:cNvGrpSpPr>
            <a:grpSpLocks/>
          </p:cNvGrpSpPr>
          <p:nvPr userDrawn="1"/>
        </p:nvGrpSpPr>
        <p:grpSpPr bwMode="auto">
          <a:xfrm>
            <a:off x="0" y="1295400"/>
            <a:ext cx="7010400" cy="46038"/>
            <a:chOff x="1905000" y="6553200"/>
            <a:chExt cx="7010400" cy="45719"/>
          </a:xfrm>
        </p:grpSpPr>
        <p:sp>
          <p:nvSpPr>
            <p:cNvPr id="17" name="Rectangle 16">
              <a:extLst>
                <a:ext uri="{FF2B5EF4-FFF2-40B4-BE49-F238E27FC236}">
                  <a16:creationId xmlns:a16="http://schemas.microsoft.com/office/drawing/2014/main" id="{800530DE-4C21-92E8-4C06-B34DB34CCD4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Rectangle 17">
              <a:extLst>
                <a:ext uri="{FF2B5EF4-FFF2-40B4-BE49-F238E27FC236}">
                  <a16:creationId xmlns:a16="http://schemas.microsoft.com/office/drawing/2014/main" id="{4B2AE7C3-E24C-A929-8A9C-4A7DAED5003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9" name="Rectangle 18">
              <a:extLst>
                <a:ext uri="{FF2B5EF4-FFF2-40B4-BE49-F238E27FC236}">
                  <a16:creationId xmlns:a16="http://schemas.microsoft.com/office/drawing/2014/main" id="{90647A53-5468-A05E-CC1A-D97C5466D10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0" name="Group 10">
            <a:extLst>
              <a:ext uri="{FF2B5EF4-FFF2-40B4-BE49-F238E27FC236}">
                <a16:creationId xmlns:a16="http://schemas.microsoft.com/office/drawing/2014/main" id="{71C99DEA-C0AA-9827-415A-0ABBF2B06929}"/>
              </a:ext>
            </a:extLst>
          </p:cNvPr>
          <p:cNvGrpSpPr>
            <a:grpSpLocks/>
          </p:cNvGrpSpPr>
          <p:nvPr userDrawn="1"/>
        </p:nvGrpSpPr>
        <p:grpSpPr bwMode="auto">
          <a:xfrm>
            <a:off x="2133600" y="6553200"/>
            <a:ext cx="7010400" cy="46038"/>
            <a:chOff x="1905000" y="6553200"/>
            <a:chExt cx="7010400" cy="45719"/>
          </a:xfrm>
        </p:grpSpPr>
        <p:sp>
          <p:nvSpPr>
            <p:cNvPr id="21" name="Rectangle 20">
              <a:extLst>
                <a:ext uri="{FF2B5EF4-FFF2-40B4-BE49-F238E27FC236}">
                  <a16:creationId xmlns:a16="http://schemas.microsoft.com/office/drawing/2014/main" id="{D28E5394-5453-67D2-23C1-960FBB64D75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a:extLst>
                <a:ext uri="{FF2B5EF4-FFF2-40B4-BE49-F238E27FC236}">
                  <a16:creationId xmlns:a16="http://schemas.microsoft.com/office/drawing/2014/main" id="{9548E7D1-5572-A404-B260-250EC300996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3" name="Rectangle 22">
              <a:extLst>
                <a:ext uri="{FF2B5EF4-FFF2-40B4-BE49-F238E27FC236}">
                  <a16:creationId xmlns:a16="http://schemas.microsoft.com/office/drawing/2014/main" id="{70A21BBA-4C26-A820-971D-EB090A5E80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4" name="Picture 14" descr="Picture 7.png">
            <a:extLst>
              <a:ext uri="{FF2B5EF4-FFF2-40B4-BE49-F238E27FC236}">
                <a16:creationId xmlns:a16="http://schemas.microsoft.com/office/drawing/2014/main" id="{BCEEBDAD-829C-FC37-D49C-162A179B590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a:extLst>
              <a:ext uri="{FF2B5EF4-FFF2-40B4-BE49-F238E27FC236}">
                <a16:creationId xmlns:a16="http://schemas.microsoft.com/office/drawing/2014/main" id="{3284460D-5AED-63FD-394F-CE835FAFCE9D}"/>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7228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16C10BE8-1624-E278-0788-0B4BFC75A26C}"/>
              </a:ext>
            </a:extLst>
          </p:cNvPr>
          <p:cNvGrpSpPr>
            <a:grpSpLocks/>
          </p:cNvGrpSpPr>
          <p:nvPr/>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817A008F-92D4-0A32-C7ED-03FEB9BBA42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EC8CF6C9-7F68-28D3-0922-DC3E187A477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E783AD5-1018-3F13-2F35-0FA3D4ED040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2C166B09-BCFA-BAF1-367B-5E0436629278}"/>
              </a:ext>
            </a:extLst>
          </p:cNvPr>
          <p:cNvGrpSpPr>
            <a:grpSpLocks/>
          </p:cNvGrpSpPr>
          <p:nvPr/>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E6C6673C-C392-0F38-AA1F-D535E31794A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ABAF1FF2-A610-7BE3-48CC-47EC26FDF5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CDC5A58E-9F30-364C-4724-227B43FB3F3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1BF0C334-8BCF-AF73-AF38-0CF62D73FF58}"/>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2FC0622E-8049-CAEA-A189-69F8F2836F26}"/>
              </a:ext>
            </a:extLst>
          </p:cNvPr>
          <p:cNvSpPr txBox="1">
            <a:spLocks noChangeArrowheads="1"/>
          </p:cNvSpPr>
          <p:nvPr/>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13" name="Group 19">
            <a:extLst>
              <a:ext uri="{FF2B5EF4-FFF2-40B4-BE49-F238E27FC236}">
                <a16:creationId xmlns:a16="http://schemas.microsoft.com/office/drawing/2014/main" id="{B1B0E36F-FD7A-E98A-A6FA-FA6F30CDD2F4}"/>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CB58BF89-2027-B364-DA63-D4CB760BED6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EAF07C41-3239-861D-8DCE-2FA2FDBB700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F3C50C57-2B11-68BD-CD76-38C64253FD8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7" name="Group 24">
            <a:extLst>
              <a:ext uri="{FF2B5EF4-FFF2-40B4-BE49-F238E27FC236}">
                <a16:creationId xmlns:a16="http://schemas.microsoft.com/office/drawing/2014/main" id="{EE26DCF2-DA6A-D3E2-4FEA-90BD788D4B7C}"/>
              </a:ext>
            </a:extLst>
          </p:cNvPr>
          <p:cNvGrpSpPr>
            <a:grpSpLocks/>
          </p:cNvGrpSpPr>
          <p:nvPr userDrawn="1"/>
        </p:nvGrpSpPr>
        <p:grpSpPr bwMode="auto">
          <a:xfrm>
            <a:off x="2133600" y="6553200"/>
            <a:ext cx="7010400" cy="46038"/>
            <a:chOff x="1905000" y="6553200"/>
            <a:chExt cx="7010400" cy="45719"/>
          </a:xfrm>
        </p:grpSpPr>
        <p:sp>
          <p:nvSpPr>
            <p:cNvPr id="18" name="Rectangle 17">
              <a:extLst>
                <a:ext uri="{FF2B5EF4-FFF2-40B4-BE49-F238E27FC236}">
                  <a16:creationId xmlns:a16="http://schemas.microsoft.com/office/drawing/2014/main" id="{70B09D47-FEB6-D742-271C-B201FE6BB70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0" name="Rectangle 19">
              <a:extLst>
                <a:ext uri="{FF2B5EF4-FFF2-40B4-BE49-F238E27FC236}">
                  <a16:creationId xmlns:a16="http://schemas.microsoft.com/office/drawing/2014/main" id="{3E97D93D-A552-A7E0-6454-2DD20776147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a:extLst>
                <a:ext uri="{FF2B5EF4-FFF2-40B4-BE49-F238E27FC236}">
                  <a16:creationId xmlns:a16="http://schemas.microsoft.com/office/drawing/2014/main" id="{6A578EE8-A915-BB7A-9E45-CA8ED453E3F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2" name="Picture 14" descr="Picture 7.png">
            <a:extLst>
              <a:ext uri="{FF2B5EF4-FFF2-40B4-BE49-F238E27FC236}">
                <a16:creationId xmlns:a16="http://schemas.microsoft.com/office/drawing/2014/main" id="{BDCDCE97-51B5-92D5-6FDB-F4888987CDD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a:extLst>
              <a:ext uri="{FF2B5EF4-FFF2-40B4-BE49-F238E27FC236}">
                <a16:creationId xmlns:a16="http://schemas.microsoft.com/office/drawing/2014/main" id="{9BB13473-ED2E-B950-2BA2-CE0A1974BF9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25907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8D07406B-97EF-99C7-6051-22203EE1493A}"/>
              </a:ext>
            </a:extLst>
          </p:cNvPr>
          <p:cNvGrpSpPr>
            <a:grpSpLocks/>
          </p:cNvGrpSpPr>
          <p:nvPr/>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F900FA8C-E56F-DCAD-476E-5546F7438742}"/>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5F9851A4-B417-044A-7D65-DB14C67811F9}"/>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AE2F622-F478-C221-4C22-7703A557989D}"/>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79F44E54-4BBB-3B26-56F3-A535EB4CB06A}"/>
              </a:ext>
            </a:extLst>
          </p:cNvPr>
          <p:cNvPicPr>
            <a:picLocks noChangeAspect="1"/>
          </p:cNvPicPr>
          <p:nvPr/>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D98076E3-C3FE-6F35-3EB7-F44DA2630F93}"/>
              </a:ext>
            </a:extLst>
          </p:cNvPr>
          <p:cNvSpPr txBox="1">
            <a:spLocks noChangeArrowheads="1"/>
          </p:cNvSpPr>
          <p:nvPr/>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grpSp>
        <p:nvGrpSpPr>
          <p:cNvPr id="10" name="Group 7">
            <a:extLst>
              <a:ext uri="{FF2B5EF4-FFF2-40B4-BE49-F238E27FC236}">
                <a16:creationId xmlns:a16="http://schemas.microsoft.com/office/drawing/2014/main" id="{E29D2B5E-14A4-5C9F-78F1-AAC1D13B3883}"/>
              </a:ext>
            </a:extLst>
          </p:cNvPr>
          <p:cNvGrpSpPr>
            <a:grpSpLocks/>
          </p:cNvGrpSpPr>
          <p:nvPr userDrawn="1"/>
        </p:nvGrpSpPr>
        <p:grpSpPr bwMode="auto">
          <a:xfrm rot="5400000">
            <a:off x="5006182" y="2567781"/>
            <a:ext cx="5181600" cy="46037"/>
            <a:chOff x="1905000" y="6553200"/>
            <a:chExt cx="7010400" cy="45719"/>
          </a:xfrm>
        </p:grpSpPr>
        <p:sp>
          <p:nvSpPr>
            <p:cNvPr id="11" name="Rectangle 10">
              <a:extLst>
                <a:ext uri="{FF2B5EF4-FFF2-40B4-BE49-F238E27FC236}">
                  <a16:creationId xmlns:a16="http://schemas.microsoft.com/office/drawing/2014/main" id="{600586E8-7781-544E-AAA3-696EF29C89DB}"/>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869503A7-67A5-2B63-1FBC-1C86DA8D7E98}"/>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E4168CD-1D43-F0BD-FEEA-4FF23ADCD6D4}"/>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0" descr="Picture 7.png">
            <a:extLst>
              <a:ext uri="{FF2B5EF4-FFF2-40B4-BE49-F238E27FC236}">
                <a16:creationId xmlns:a16="http://schemas.microsoft.com/office/drawing/2014/main" id="{4F8A7DFA-B3A8-0FCA-AB1B-B37587546A63}"/>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14A05DF0-C323-7886-E3D5-9169FBC253CE}"/>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22566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B5C687-D62A-E9C6-A706-8CE51941620F}"/>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8EAA3D84-270C-21D9-F0A5-31541D88547A}"/>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EC22B4E5-0796-857B-AA15-3A421CEBC027}"/>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D62B728-6308-29A3-9BCF-99BE0B841599}"/>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70898738-A9BD-9D6E-B478-1FAC033AACA1}"/>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1E9A474E-CE08-177E-F25F-D96D6C4D4956}"/>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F2B2403D-D32D-02CD-5DD1-D834BD0FE265}"/>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0314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D76107-AE7B-E907-F6AF-C500120D782D}"/>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03BB0A4A-E31C-F4D3-D3ED-A48982E97F9D}"/>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93E21E3C-D138-350B-81BD-E16443A8C687}"/>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6D6BCCD-7725-929C-B591-A923F3661CF7}"/>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1CBA725F-2057-5CBE-0BAD-1E115093153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79912BFA-4939-CF66-A4C4-ECC0CE8328CD}"/>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6BB57781-7356-468C-83A8-C61E31A0A4C1}"/>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028760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68D3CEB1-2E15-8E80-845F-4EB98251DE3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E5158EEE-F3AF-E530-4E33-200C27BAB1CA}"/>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A0F9C0E6-3F41-C687-137E-8112F0C9AC63}"/>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78BF4FB9-30F4-3AFC-0B8A-46E16C054E90}"/>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FDCDB64-FB39-E30A-B824-B47552895829}"/>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A925138-7211-3FF5-2CF0-CF0B215FF990}"/>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982485B4-A881-A62D-5117-686FDF621454}"/>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19892DA1-EC49-BF3C-1E99-86E92745159F}"/>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10930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46E70C-69C2-6931-2B26-3C2473B6AD77}"/>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2FF581F9-4182-C6D8-9CED-897754421D50}"/>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971E5D52-61C1-B56B-33D0-520A377F99CD}"/>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5B611D0-C59A-C804-A7EB-75F2138CB43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64D64CF5-4DBF-6CB4-26E2-32CBC34C3A5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299ACDD3-9BA0-4BE1-A217-82E4DAF56E6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937115A5-05CC-0F27-B675-B8F2E3063CF9}"/>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AF75ECDF-45C8-47B5-1A07-0ECDEBADB4D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1587EAA8-CCB3-E166-4FB5-9C59161B042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A9427499-F959-6C8D-D4C6-266271D0E31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3FA9BD4E-3355-7622-ACEE-62AD236A965F}"/>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3ADB9E72-33EA-B165-AC88-C6A2FF125CF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507E9DD6-E16B-9777-930C-68A4A3FE118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C218E43A-4B8E-F274-E3F2-CCF12674478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78214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0D7A6114-2E24-EE8B-10B1-093A3184718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D0161988-2841-31A2-4F30-C11CFA04E8A7}"/>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F80DF091-A09C-C307-9693-67A6A681AA1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15086F2-AF80-1052-8554-F0B89784099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C4BFDC43-273D-15C9-EDD2-7BD72EB50F9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BF610F75-E327-15F4-2D65-47744E75C323}"/>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4369692C-E27C-F36A-BD68-353BBDA103C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9769F96E-134E-5589-10D5-698BD6815BB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2048ECC-F466-4547-CEB7-3039015B592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53E9034C-8A2C-FF0D-3C3D-6C3CEDA658E0}"/>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846069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47A355DF-1CF6-5DB2-C0FB-1033FE81EC7C}"/>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1ECDC904-17EA-7B49-CBEA-5B2D5619549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73178705-3014-5835-3A6D-EF70A4739DB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39305DA8-DBBB-5CC0-FA7B-2889EDB047C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1E3DE9E1-5CDE-33A9-4652-272C294BD598}"/>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C1621A9F-6930-9EB4-06DF-C1297DE60BE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2FFD7A46-4469-905D-7E4B-37FCEF679A9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5A2B31F4-72A5-55E7-456B-8C0293285A8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31E648DB-B0BE-EFE2-3707-25A9BE945EE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94764158-C9EB-F39D-DF54-3DA44053112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364804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78A2A5C7-19F1-E00B-2B2F-1DE861EFF1CB}"/>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80C97E01-A7C0-1C65-30C0-877B62812A1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87DB8E21-7BE2-2E4C-F64B-009EAA5D356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A9C4733-7F7B-A7D8-51B7-88306929AA8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73BCAC48-DC4E-4564-6B28-EBB70244B3A2}"/>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DABD8AD4-0F43-7AB8-50B9-0579929F699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C4007D84-43EE-6772-2AFE-B005F24DD94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5B224A47-24AD-CEF4-75C7-950C2F866E3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B1DAC0EF-1343-324B-1A96-09F612CAB670}"/>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95190BC9-E712-E229-2CA0-AE8BA4A54F7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82559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BC019335-1616-3602-1005-54AB06DFD654}"/>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90B8B640-9477-F0C3-2EF2-0A753D6189D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8C6636D-D299-3EE3-A9AA-130CA0871D3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E84155E6-D682-8A86-7489-05CF7F68048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B5694D82-53AE-2BB5-0B3E-D29448A59C2E}"/>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E9BFBEF5-4E0D-282A-CB68-580CEBE53F3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BD04772D-B317-3FDB-819E-20C8552447E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058A9BC-B481-86EB-10B8-F70638D445D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752B13D4-24B9-82B1-B44E-D76A18746A2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D9B8DC84-7751-3A81-876F-A48C272C7550}"/>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165998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042E70CF-1403-69E7-E9B6-D4685B8BD48B}"/>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A84C8E6F-36CB-1D89-3A70-D750B6176E2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F70987EC-7C6A-FF8D-3367-E0A03A2FFA0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ED67F56A-61B0-6C98-FB57-3DD2622DDFC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8DBD2A39-A06B-6BDA-6E06-CDE719829876}"/>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B9B5CD34-4E54-2A0B-A363-47F37E75606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F9EF878C-A3F1-5467-1026-AEAE75CE2C3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3D92E689-1C93-7577-1E75-841969CE5CD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A1EC245-9C09-8623-24AF-9CC9753943C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EB06759-9B6F-435E-698D-F1DF99C431DB}"/>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2865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2DAF810D-3011-F2B2-EAA4-8F824AA8CF71}"/>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F4DF55B1-DA84-15AE-7C49-4D0BE5E7720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534A6572-0037-9B09-7B45-72D46FF1EE6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4383434-ED14-AD99-A580-B59D552F01C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3A273C9C-B479-045C-31C8-FBF01B35E5C7}"/>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250BBEEE-6097-0ECD-4301-0F63AB47F3C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034C825C-8176-8B74-CF17-40CEDCF99CF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04D35782-FBCA-0C8B-D4C4-145B59D9A0A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A90D795F-BCBE-5B41-EC6C-D9E87DF952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40BE45CE-9BC7-4626-079F-1F3222E25908}"/>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5671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A03CA7C1-7D5D-C266-72EF-2D61F0CCEE43}"/>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3B77B5D4-6DB2-3B15-729E-3A1DA9368CCD}"/>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358BFE64-E0E9-2A74-1EB4-01F9BD3994F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9E3009E8-CDBA-C7FA-EE55-10DE71932FCA}"/>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F476D706-0206-CDD4-2EC0-69F1BBDDF7FC}"/>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407A40D2-9806-1B86-86C7-EC5781EC154C}"/>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4397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BE71D-D211-B373-76B7-A152991BA3F7}"/>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CAE026DE-3895-809D-EA15-E88914F2363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F03BC38-41CB-330C-FB9A-1BB1EC27EAF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5A6388ED-5240-4D64-B79E-3CBC4CA3CAFA}" type="datetimeFigureOut">
              <a:rPr lang="en-US"/>
              <a:pPr>
                <a:defRPr/>
              </a:pPr>
              <a:t>5/18/2025</a:t>
            </a:fld>
            <a:endParaRPr lang="en-US"/>
          </a:p>
        </p:txBody>
      </p:sp>
      <p:sp>
        <p:nvSpPr>
          <p:cNvPr id="5" name="Footer Placeholder 4">
            <a:extLst>
              <a:ext uri="{FF2B5EF4-FFF2-40B4-BE49-F238E27FC236}">
                <a16:creationId xmlns:a16="http://schemas.microsoft.com/office/drawing/2014/main" id="{0F4105B0-0920-8FAA-7540-B014525F567A}"/>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9D225192-5BCE-26EF-338D-FA3357887A6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BAD5C8CE-2DEF-425E-B1FE-50F3A77F558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6842" r:id="rId1"/>
    <p:sldLayoutId id="2147486843" r:id="rId2"/>
    <p:sldLayoutId id="2147486844" r:id="rId3"/>
    <p:sldLayoutId id="2147486845" r:id="rId4"/>
    <p:sldLayoutId id="2147486846" r:id="rId5"/>
    <p:sldLayoutId id="2147486847" r:id="rId6"/>
    <p:sldLayoutId id="2147486848" r:id="rId7"/>
    <p:sldLayoutId id="2147486849" r:id="rId8"/>
    <p:sldLayoutId id="2147486850" r:id="rId9"/>
    <p:sldLayoutId id="2147486851" r:id="rId10"/>
    <p:sldLayoutId id="2147486852" r:id="rId11"/>
    <p:sldLayoutId id="2147486853" r:id="rId12"/>
    <p:sldLayoutId id="2147486854" r:id="rId13"/>
    <p:sldLayoutId id="2147486855" r:id="rId14"/>
    <p:sldLayoutId id="2147486856" r:id="rId15"/>
    <p:sldLayoutId id="2147486857" r:id="rId16"/>
    <p:sldLayoutId id="2147486858" r:id="rId17"/>
    <p:sldLayoutId id="2147486859" r:id="rId18"/>
    <p:sldLayoutId id="2147486860" r:id="rId19"/>
    <p:sldLayoutId id="2147486861" r:id="rId20"/>
    <p:sldLayoutId id="2147486862" r:id="rId21"/>
    <p:sldLayoutId id="2147486863" r:id="rId22"/>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eaLnBrk="1" fontAlgn="base" hangingPunct="1">
        <a:spcBef>
          <a:spcPct val="0"/>
        </a:spcBef>
        <a:spcAft>
          <a:spcPct val="0"/>
        </a:spcAft>
        <a:defRPr sz="4000" b="1">
          <a:solidFill>
            <a:schemeClr val="tx1"/>
          </a:solidFill>
          <a:latin typeface="Arial" charset="0"/>
          <a:cs typeface="Arial" charset="0"/>
        </a:defRPr>
      </a:lvl6pPr>
      <a:lvl7pPr marL="914400" algn="l" rtl="0" eaLnBrk="1" fontAlgn="base" hangingPunct="1">
        <a:spcBef>
          <a:spcPct val="0"/>
        </a:spcBef>
        <a:spcAft>
          <a:spcPct val="0"/>
        </a:spcAft>
        <a:defRPr sz="4000" b="1">
          <a:solidFill>
            <a:schemeClr val="tx1"/>
          </a:solidFill>
          <a:latin typeface="Arial" charset="0"/>
          <a:cs typeface="Arial" charset="0"/>
        </a:defRPr>
      </a:lvl7pPr>
      <a:lvl8pPr marL="1371600" algn="l" rtl="0" eaLnBrk="1" fontAlgn="base" hangingPunct="1">
        <a:spcBef>
          <a:spcPct val="0"/>
        </a:spcBef>
        <a:spcAft>
          <a:spcPct val="0"/>
        </a:spcAft>
        <a:defRPr sz="4000" b="1">
          <a:solidFill>
            <a:schemeClr val="tx1"/>
          </a:solidFill>
          <a:latin typeface="Arial" charset="0"/>
          <a:cs typeface="Arial" charset="0"/>
        </a:defRPr>
      </a:lvl8pPr>
      <a:lvl9pPr marL="1828800" algn="l" rtl="0" eaLnBrk="1" fontAlgn="base" hangingPunct="1">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3.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customXml" Target="../ink/ink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customXml" Target="../ink/ink10.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customXml" Target="../ink/ink13.xml"/></Relationships>
</file>

<file path=ppt/slides/_rels/slide14.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9.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customXml" Target="../ink/ink20.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21.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customXml" Target="../ink/ink2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31.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customXml" Target="../ink/ink3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5">
            <a:extLst>
              <a:ext uri="{FF2B5EF4-FFF2-40B4-BE49-F238E27FC236}">
                <a16:creationId xmlns:a16="http://schemas.microsoft.com/office/drawing/2014/main" id="{881A0772-FE24-431A-DE53-7858D74E9260}"/>
              </a:ext>
            </a:extLst>
          </p:cNvPr>
          <p:cNvSpPr>
            <a:spLocks noGrp="1"/>
          </p:cNvSpPr>
          <p:nvPr>
            <p:ph sz="quarter" idx="13"/>
          </p:nvPr>
        </p:nvSpPr>
        <p:spPr/>
        <p:txBody>
          <a:bodyPr/>
          <a:lstStyle/>
          <a:p>
            <a:pPr>
              <a:spcBef>
                <a:spcPct val="0"/>
              </a:spcBef>
            </a:pPr>
            <a:r>
              <a:rPr lang="en-US" altLang="en-US"/>
              <a:t> M K Hamirwasia</a:t>
            </a:r>
          </a:p>
          <a:p>
            <a:pPr>
              <a:spcBef>
                <a:spcPct val="0"/>
              </a:spcBef>
            </a:pPr>
            <a:r>
              <a:rPr lang="en-IN" altLang="en-US"/>
              <a:t>WILPD</a:t>
            </a:r>
          </a:p>
          <a:p>
            <a:pPr>
              <a:spcBef>
                <a:spcPct val="0"/>
              </a:spcBef>
            </a:pPr>
            <a:endParaRPr lang="en-US" altLang="en-US"/>
          </a:p>
        </p:txBody>
      </p:sp>
      <p:sp>
        <p:nvSpPr>
          <p:cNvPr id="5" name="Title 4">
            <a:extLst>
              <a:ext uri="{FF2B5EF4-FFF2-40B4-BE49-F238E27FC236}">
                <a16:creationId xmlns:a16="http://schemas.microsoft.com/office/drawing/2014/main" id="{36A7D1E0-9CDB-8CF7-A5D1-5D19949CCF8D}"/>
              </a:ext>
            </a:extLst>
          </p:cNvPr>
          <p:cNvSpPr>
            <a:spLocks noGrp="1"/>
          </p:cNvSpPr>
          <p:nvPr>
            <p:ph type="title"/>
          </p:nvPr>
        </p:nvSpPr>
        <p:spPr/>
        <p:txBody>
          <a:bodyPr/>
          <a:lstStyle/>
          <a:p>
            <a:pPr>
              <a:defRPr/>
            </a:pPr>
            <a:r>
              <a:rPr lang="en-US" dirty="0"/>
              <a:t>                                                    </a:t>
            </a:r>
            <a:br>
              <a:rPr lang="en-US" sz="4000" dirty="0"/>
            </a:br>
            <a:r>
              <a:rPr lang="en-US" sz="4000" dirty="0"/>
              <a:t>Organization Strategy and Project Selection</a:t>
            </a:r>
            <a:br>
              <a:rPr lang="en-US" sz="4000" dirty="0"/>
            </a:br>
            <a:r>
              <a:rPr lang="en-US" sz="1800" dirty="0"/>
              <a:t>(Ch. 2 – T1)</a:t>
            </a:r>
            <a:r>
              <a:rPr lang="en-US" dirty="0"/>
              <a:t>                               </a:t>
            </a:r>
            <a:br>
              <a:rPr lang="en-US" dirty="0"/>
            </a:b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F2BD5A8-5257-4A45-BAA5-B18C65E511B0}"/>
                  </a:ext>
                </a:extLst>
              </p14:cNvPr>
              <p14:cNvContentPartPr/>
              <p14:nvPr/>
            </p14:nvContentPartPr>
            <p14:xfrm>
              <a:off x="2768400" y="5313240"/>
              <a:ext cx="411120" cy="360"/>
            </p14:xfrm>
          </p:contentPart>
        </mc:Choice>
        <mc:Fallback>
          <p:pic>
            <p:nvPicPr>
              <p:cNvPr id="2" name="Ink 1">
                <a:extLst>
                  <a:ext uri="{FF2B5EF4-FFF2-40B4-BE49-F238E27FC236}">
                    <a16:creationId xmlns:a16="http://schemas.microsoft.com/office/drawing/2014/main" id="{5F2BD5A8-5257-4A45-BAA5-B18C65E511B0}"/>
                  </a:ext>
                </a:extLst>
              </p:cNvPr>
              <p:cNvPicPr/>
              <p:nvPr/>
            </p:nvPicPr>
            <p:blipFill>
              <a:blip r:embed="rId3"/>
              <a:stretch>
                <a:fillRect/>
              </a:stretch>
            </p:blipFill>
            <p:spPr>
              <a:xfrm>
                <a:off x="2759040" y="5303880"/>
                <a:ext cx="429840" cy="1908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89344D-1C2E-5D49-E5CC-F6EA239044FB}"/>
              </a:ext>
            </a:extLst>
          </p:cNvPr>
          <p:cNvSpPr>
            <a:spLocks noGrp="1"/>
          </p:cNvSpPr>
          <p:nvPr>
            <p:ph sz="quarter" idx="10"/>
          </p:nvPr>
        </p:nvSpPr>
        <p:spPr/>
        <p:txBody>
          <a:bodyPr/>
          <a:lstStyle/>
          <a:p>
            <a:pPr algn="r" eaLnBrk="1" hangingPunct="1">
              <a:spcBef>
                <a:spcPct val="0"/>
              </a:spcBef>
              <a:buFont typeface="Arial" charset="0"/>
              <a:buNone/>
              <a:defRPr/>
            </a:pPr>
            <a:r>
              <a:rPr lang="en-IN" sz="2400" b="0" dirty="0">
                <a:latin typeface="Arial" charset="0"/>
                <a:cs typeface="Arial" charset="0"/>
              </a:rPr>
              <a:t>AE ZG523/ES ZG523/DE ZG523/MM ZG523/POM ZG523-Merged</a:t>
            </a:r>
          </a:p>
          <a:p>
            <a:pPr algn="r" eaLnBrk="1" hangingPunct="1">
              <a:spcBef>
                <a:spcPct val="0"/>
              </a:spcBef>
              <a:buFont typeface="Arial" charset="0"/>
              <a:buNone/>
              <a:defRPr/>
            </a:pPr>
            <a:r>
              <a:rPr lang="en-IN" dirty="0">
                <a:latin typeface="Arial" charset="0"/>
                <a:cs typeface="Arial" charset="0"/>
              </a:rPr>
              <a:t>Project Management</a:t>
            </a:r>
          </a:p>
          <a:p>
            <a:pPr algn="r" eaLnBrk="1" hangingPunct="1">
              <a:spcBef>
                <a:spcPct val="0"/>
              </a:spcBef>
              <a:buFont typeface="Arial" charset="0"/>
              <a:buNone/>
              <a:defRPr/>
            </a:pPr>
            <a:r>
              <a:rPr lang="en-US" b="0" dirty="0">
                <a:latin typeface="Arial" charset="0"/>
                <a:cs typeface="Arial" charset="0"/>
              </a:rPr>
              <a:t>Second Semester 2024-25</a:t>
            </a:r>
            <a:endParaRPr lang="en-IN" b="0" dirty="0">
              <a:latin typeface="Arial" charset="0"/>
              <a:cs typeface="Arial" charset="0"/>
            </a:endParaRPr>
          </a:p>
          <a:p>
            <a:pPr algn="r" eaLnBrk="1" hangingPunct="1">
              <a:spcBef>
                <a:spcPct val="0"/>
              </a:spcBef>
              <a:buFont typeface="Arial" charset="0"/>
              <a:buNone/>
              <a:defRPr/>
            </a:pPr>
            <a:r>
              <a:rPr lang="en-US" b="0" dirty="0">
                <a:latin typeface="Arial" charset="0"/>
                <a:cs typeface="Arial" charset="0"/>
              </a:rPr>
              <a:t>Lecture No. 3</a:t>
            </a:r>
          </a:p>
          <a:p>
            <a:pPr eaLnBrk="1" hangingPunct="1">
              <a:spcBef>
                <a:spcPct val="0"/>
              </a:spcBef>
              <a:buFont typeface="Arial" charset="0"/>
              <a:buNone/>
              <a:defRPr/>
            </a:pPr>
            <a:endParaRPr lang="en-US" dirty="0">
              <a:latin typeface="Arial"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A03929-2CD9-6F9A-0F77-B35436911F63}"/>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9BB1447-DE6F-137C-F54B-F81891EB3B87}"/>
                  </a:ext>
                </a:extLst>
              </p14:cNvPr>
              <p14:cNvContentPartPr/>
              <p14:nvPr/>
            </p14:nvContentPartPr>
            <p14:xfrm>
              <a:off x="1552320" y="1722600"/>
              <a:ext cx="6269040" cy="4523040"/>
            </p14:xfrm>
          </p:contentPart>
        </mc:Choice>
        <mc:Fallback>
          <p:pic>
            <p:nvPicPr>
              <p:cNvPr id="3" name="Ink 2">
                <a:extLst>
                  <a:ext uri="{FF2B5EF4-FFF2-40B4-BE49-F238E27FC236}">
                    <a16:creationId xmlns:a16="http://schemas.microsoft.com/office/drawing/2014/main" id="{39BB1447-DE6F-137C-F54B-F81891EB3B87}"/>
                  </a:ext>
                </a:extLst>
              </p:cNvPr>
              <p:cNvPicPr/>
              <p:nvPr/>
            </p:nvPicPr>
            <p:blipFill>
              <a:blip r:embed="rId3"/>
              <a:stretch>
                <a:fillRect/>
              </a:stretch>
            </p:blipFill>
            <p:spPr>
              <a:xfrm>
                <a:off x="1542960" y="1713240"/>
                <a:ext cx="6287760" cy="454176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29E29D9B-22B7-EAF0-8D16-02784D513BFC}"/>
              </a:ext>
            </a:extLst>
          </p:cNvPr>
          <p:cNvSpPr>
            <a:spLocks noGrp="1"/>
          </p:cNvSpPr>
          <p:nvPr>
            <p:ph idx="1"/>
          </p:nvPr>
        </p:nvSpPr>
        <p:spPr>
          <a:xfrm>
            <a:off x="304800" y="1493838"/>
            <a:ext cx="8229600" cy="4525962"/>
          </a:xfrm>
        </p:spPr>
        <p:txBody>
          <a:bodyPr/>
          <a:lstStyle/>
          <a:p>
            <a:pPr fontAlgn="base">
              <a:spcAft>
                <a:spcPct val="0"/>
              </a:spcAft>
            </a:pPr>
            <a:r>
              <a:rPr lang="en-US" altLang="en-US" sz="2800" b="1"/>
              <a:t>Strategy</a:t>
            </a:r>
            <a:r>
              <a:rPr lang="en-US" altLang="en-US" sz="2800"/>
              <a:t> – a plan of action to achieve a long-term or overall aim.</a:t>
            </a:r>
          </a:p>
          <a:p>
            <a:pPr fontAlgn="base">
              <a:spcAft>
                <a:spcPct val="0"/>
              </a:spcAft>
            </a:pPr>
            <a:r>
              <a:rPr lang="en-US" altLang="en-US" sz="2800"/>
              <a:t>Eg. Economic strategy, military strategy</a:t>
            </a:r>
          </a:p>
          <a:p>
            <a:pPr fontAlgn="base">
              <a:spcAft>
                <a:spcPct val="0"/>
              </a:spcAft>
            </a:pPr>
            <a:endParaRPr lang="en-US" altLang="en-US" sz="2800"/>
          </a:p>
          <a:p>
            <a:pPr algn="just" fontAlgn="base">
              <a:spcAft>
                <a:spcPct val="0"/>
              </a:spcAft>
            </a:pPr>
            <a:r>
              <a:rPr lang="en-US" altLang="en-US" sz="2800"/>
              <a:t>Strategy is the direction and scope of an organization over the long-term, which achieves advantage for the organization through its configuration of resources within a challenging environment to meet the needs of markets and to fulfil stakeholder expectations.</a:t>
            </a:r>
          </a:p>
        </p:txBody>
      </p:sp>
      <p:sp>
        <p:nvSpPr>
          <p:cNvPr id="4" name="Content Placeholder 3">
            <a:extLst>
              <a:ext uri="{FF2B5EF4-FFF2-40B4-BE49-F238E27FC236}">
                <a16:creationId xmlns:a16="http://schemas.microsoft.com/office/drawing/2014/main" id="{FC59FEBE-D212-CA71-C55D-D1823C34A04B}"/>
              </a:ext>
            </a:extLst>
          </p:cNvPr>
          <p:cNvSpPr>
            <a:spLocks noGrp="1"/>
          </p:cNvSpPr>
          <p:nvPr>
            <p:ph sz="quarter" idx="10"/>
          </p:nvPr>
        </p:nvSpPr>
        <p:spPr/>
        <p:txBody>
          <a:bodyPr rtlCol="0"/>
          <a:lstStyle/>
          <a:p>
            <a:pPr eaLnBrk="1" fontAlgn="auto" hangingPunct="1">
              <a:spcAft>
                <a:spcPts val="0"/>
              </a:spcAft>
              <a:defRPr/>
            </a:pPr>
            <a:r>
              <a:rPr lang="en-US" dirty="0"/>
              <a:t> </a:t>
            </a:r>
          </a:p>
          <a:p>
            <a:pPr eaLnBrk="1" fontAlgn="auto" hangingPunct="1">
              <a:spcAft>
                <a:spcPts val="0"/>
              </a:spcAft>
              <a:defRPr/>
            </a:pPr>
            <a:r>
              <a:rPr lang="en-US" dirty="0"/>
              <a:t>Strategy</a:t>
            </a:r>
          </a:p>
          <a:p>
            <a:pPr eaLnBrk="1" fontAlgn="auto" hangingPunct="1">
              <a:spcAft>
                <a:spcPts val="0"/>
              </a:spcAft>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D531424-A083-3D20-5099-EEDD270AF5A8}"/>
                  </a:ext>
                </a:extLst>
              </p14:cNvPr>
              <p14:cNvContentPartPr/>
              <p14:nvPr/>
            </p14:nvContentPartPr>
            <p14:xfrm>
              <a:off x="5331240" y="5411520"/>
              <a:ext cx="9360" cy="18000"/>
            </p14:xfrm>
          </p:contentPart>
        </mc:Choice>
        <mc:Fallback>
          <p:pic>
            <p:nvPicPr>
              <p:cNvPr id="2" name="Ink 1">
                <a:extLst>
                  <a:ext uri="{FF2B5EF4-FFF2-40B4-BE49-F238E27FC236}">
                    <a16:creationId xmlns:a16="http://schemas.microsoft.com/office/drawing/2014/main" id="{CD531424-A083-3D20-5099-EEDD270AF5A8}"/>
                  </a:ext>
                </a:extLst>
              </p:cNvPr>
              <p:cNvPicPr/>
              <p:nvPr/>
            </p:nvPicPr>
            <p:blipFill>
              <a:blip r:embed="rId3"/>
              <a:stretch>
                <a:fillRect/>
              </a:stretch>
            </p:blipFill>
            <p:spPr>
              <a:xfrm>
                <a:off x="5321880" y="5402160"/>
                <a:ext cx="2808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0575C3AB-25C9-1A81-3C1C-F568A21A57C1}"/>
                  </a:ext>
                </a:extLst>
              </p14:cNvPr>
              <p14:cNvContentPartPr/>
              <p14:nvPr/>
            </p14:nvContentPartPr>
            <p14:xfrm>
              <a:off x="1656000" y="2906280"/>
              <a:ext cx="4457880" cy="114480"/>
            </p14:xfrm>
          </p:contentPart>
        </mc:Choice>
        <mc:Fallback>
          <p:pic>
            <p:nvPicPr>
              <p:cNvPr id="3" name="Ink 2">
                <a:extLst>
                  <a:ext uri="{FF2B5EF4-FFF2-40B4-BE49-F238E27FC236}">
                    <a16:creationId xmlns:a16="http://schemas.microsoft.com/office/drawing/2014/main" id="{0575C3AB-25C9-1A81-3C1C-F568A21A57C1}"/>
                  </a:ext>
                </a:extLst>
              </p:cNvPr>
              <p:cNvPicPr/>
              <p:nvPr/>
            </p:nvPicPr>
            <p:blipFill>
              <a:blip r:embed="rId5"/>
              <a:stretch>
                <a:fillRect/>
              </a:stretch>
            </p:blipFill>
            <p:spPr>
              <a:xfrm>
                <a:off x="1646640" y="2896920"/>
                <a:ext cx="4476600" cy="1332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7E2C5D25-18A1-0E35-8800-621C0627AB47}"/>
              </a:ext>
            </a:extLst>
          </p:cNvPr>
          <p:cNvSpPr>
            <a:spLocks noGrp="1"/>
          </p:cNvSpPr>
          <p:nvPr>
            <p:ph idx="1"/>
          </p:nvPr>
        </p:nvSpPr>
        <p:spPr>
          <a:xfrm>
            <a:off x="304800" y="1493838"/>
            <a:ext cx="8229600" cy="4525962"/>
          </a:xfrm>
        </p:spPr>
        <p:txBody>
          <a:bodyPr/>
          <a:lstStyle/>
          <a:p>
            <a:pPr algn="ctr" fontAlgn="base">
              <a:spcAft>
                <a:spcPct val="0"/>
              </a:spcAft>
            </a:pPr>
            <a:r>
              <a:rPr lang="en-US" altLang="en-US" u="sng"/>
              <a:t>Importance of Strategic Planning </a:t>
            </a:r>
          </a:p>
          <a:p>
            <a:pPr algn="just" fontAlgn="base">
              <a:spcAft>
                <a:spcPct val="0"/>
              </a:spcAft>
              <a:buFont typeface="Arial" pitchFamily="34" charset="0"/>
              <a:buChar char="•"/>
            </a:pPr>
            <a:r>
              <a:rPr lang="en-US" altLang="en-US" sz="2000"/>
              <a:t>Aligning projects with the strategic goals of the Org’n is crucial for project success, esp. in today’s economic climate which is marked by rapid changes in technology, global competition and financial uncertainty.</a:t>
            </a:r>
          </a:p>
          <a:p>
            <a:pPr algn="just" fontAlgn="base">
              <a:spcAft>
                <a:spcPct val="0"/>
              </a:spcAft>
              <a:buFont typeface="Arial" pitchFamily="34" charset="0"/>
              <a:buChar char="•"/>
            </a:pPr>
            <a:r>
              <a:rPr lang="en-US" altLang="en-US" sz="2000"/>
              <a:t>Ensuring a strong link b/n strategy and projects is crucial to success. </a:t>
            </a:r>
          </a:p>
          <a:p>
            <a:pPr algn="just" fontAlgn="base">
              <a:spcAft>
                <a:spcPct val="0"/>
              </a:spcAft>
              <a:buFont typeface="Arial" pitchFamily="34" charset="0"/>
              <a:buChar char="•"/>
            </a:pPr>
            <a:r>
              <a:rPr lang="en-US" altLang="en-US" sz="2000"/>
              <a:t>More difficult to create and maintain this strong link in larger and more diverse organizations. Lack of a process that clearly aligns project selection to the strategic plan   results in poor utilization of the Orgn’s resources.</a:t>
            </a:r>
          </a:p>
          <a:p>
            <a:pPr algn="just" fontAlgn="base">
              <a:spcAft>
                <a:spcPct val="0"/>
              </a:spcAft>
              <a:buFont typeface="Arial" pitchFamily="34" charset="0"/>
              <a:buChar char="•"/>
            </a:pPr>
            <a:r>
              <a:rPr lang="en-US" altLang="en-US" sz="2000"/>
              <a:t>An Org’n can ensure this link and alignment thro’ integration of projects with the strategic plan.</a:t>
            </a:r>
          </a:p>
          <a:p>
            <a:pPr algn="just" fontAlgn="base">
              <a:spcAft>
                <a:spcPct val="0"/>
              </a:spcAft>
              <a:buFont typeface="Arial" pitchFamily="34" charset="0"/>
              <a:buChar char="•"/>
            </a:pPr>
            <a:r>
              <a:rPr lang="en-US" altLang="en-US" sz="2000"/>
              <a:t>Integration assumes the existence of a strategic plan and a process for prioritizing projects by their contribution to the plan.    </a:t>
            </a:r>
          </a:p>
        </p:txBody>
      </p:sp>
      <p:sp>
        <p:nvSpPr>
          <p:cNvPr id="4" name="Content Placeholder 3">
            <a:extLst>
              <a:ext uri="{FF2B5EF4-FFF2-40B4-BE49-F238E27FC236}">
                <a16:creationId xmlns:a16="http://schemas.microsoft.com/office/drawing/2014/main" id="{8419D767-2A12-3167-FC81-279D66386717}"/>
              </a:ext>
            </a:extLst>
          </p:cNvPr>
          <p:cNvSpPr>
            <a:spLocks noGrp="1"/>
          </p:cNvSpPr>
          <p:nvPr>
            <p:ph sz="quarter" idx="10"/>
          </p:nvPr>
        </p:nvSpPr>
        <p:spPr/>
        <p:txBody>
          <a:bodyPr rtlCol="0"/>
          <a:lstStyle/>
          <a:p>
            <a:pPr eaLnBrk="1" fontAlgn="auto" hangingPunct="1">
              <a:spcAft>
                <a:spcPts val="0"/>
              </a:spcAft>
              <a:defRPr/>
            </a:pPr>
            <a:r>
              <a:rPr lang="en-US" dirty="0"/>
              <a:t> </a:t>
            </a:r>
          </a:p>
          <a:p>
            <a:pPr eaLnBrk="1" fontAlgn="auto" hangingPunct="1">
              <a:spcAft>
                <a:spcPts val="0"/>
              </a:spcAft>
              <a:defRPr/>
            </a:pPr>
            <a:r>
              <a:rPr lang="en-US" dirty="0"/>
              <a:t>Organization Strategy</a:t>
            </a:r>
          </a:p>
          <a:p>
            <a:pPr eaLnBrk="1" fontAlgn="auto" hangingPunct="1">
              <a:spcAft>
                <a:spcPts val="0"/>
              </a:spcAft>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ECBD65E-E385-0D38-D5EB-CBEED113D95F}"/>
                  </a:ext>
                </a:extLst>
              </p14:cNvPr>
              <p14:cNvContentPartPr/>
              <p14:nvPr/>
            </p14:nvContentPartPr>
            <p14:xfrm>
              <a:off x="5331240" y="5411520"/>
              <a:ext cx="9360" cy="18000"/>
            </p14:xfrm>
          </p:contentPart>
        </mc:Choice>
        <mc:Fallback>
          <p:pic>
            <p:nvPicPr>
              <p:cNvPr id="2" name="Ink 1">
                <a:extLst>
                  <a:ext uri="{FF2B5EF4-FFF2-40B4-BE49-F238E27FC236}">
                    <a16:creationId xmlns:a16="http://schemas.microsoft.com/office/drawing/2014/main" id="{6ECBD65E-E385-0D38-D5EB-CBEED113D95F}"/>
                  </a:ext>
                </a:extLst>
              </p:cNvPr>
              <p:cNvPicPr/>
              <p:nvPr/>
            </p:nvPicPr>
            <p:blipFill>
              <a:blip r:embed="rId3"/>
              <a:stretch>
                <a:fillRect/>
              </a:stretch>
            </p:blipFill>
            <p:spPr>
              <a:xfrm>
                <a:off x="5321880" y="5402160"/>
                <a:ext cx="28080" cy="367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1AFD6C59-43B9-16ED-2E80-1A93A3CE4C6F}"/>
              </a:ext>
            </a:extLst>
          </p:cNvPr>
          <p:cNvSpPr>
            <a:spLocks noGrp="1"/>
          </p:cNvSpPr>
          <p:nvPr>
            <p:ph idx="1"/>
          </p:nvPr>
        </p:nvSpPr>
        <p:spPr>
          <a:xfrm>
            <a:off x="304800" y="1493838"/>
            <a:ext cx="8229600" cy="4525962"/>
          </a:xfrm>
        </p:spPr>
        <p:txBody>
          <a:bodyPr/>
          <a:lstStyle/>
          <a:p>
            <a:pPr algn="just" fontAlgn="base">
              <a:spcAft>
                <a:spcPct val="0"/>
              </a:spcAft>
              <a:buFont typeface="Arial" charset="0"/>
              <a:buChar char="•"/>
              <a:defRPr/>
            </a:pPr>
            <a:r>
              <a:rPr lang="en-US" dirty="0">
                <a:latin typeface="Arial" charset="0"/>
                <a:cs typeface="Arial" charset="0"/>
              </a:rPr>
              <a:t>It is time to expand the traditional role of the PM from an operational to a more strategic perspective.</a:t>
            </a:r>
          </a:p>
          <a:p>
            <a:pPr algn="just" fontAlgn="base">
              <a:spcAft>
                <a:spcPct val="0"/>
              </a:spcAft>
              <a:buFont typeface="Arial" charset="0"/>
              <a:buChar char="•"/>
              <a:defRPr/>
            </a:pPr>
            <a:r>
              <a:rPr lang="en-US" dirty="0">
                <a:latin typeface="Arial" charset="0"/>
                <a:cs typeface="Arial" charset="0"/>
              </a:rPr>
              <a:t>Why PM’s need to understand their Organization’s mission and strategy: </a:t>
            </a:r>
          </a:p>
          <a:p>
            <a:pPr marL="457200" indent="-457200" algn="just" fontAlgn="base">
              <a:spcAft>
                <a:spcPct val="0"/>
              </a:spcAft>
              <a:buFont typeface="Arial" pitchFamily="34" charset="0"/>
              <a:buAutoNum type="arabicPeriod"/>
              <a:defRPr/>
            </a:pPr>
            <a:r>
              <a:rPr lang="en-US" sz="2000" dirty="0">
                <a:latin typeface="Arial" charset="0"/>
                <a:cs typeface="Arial" charset="0"/>
              </a:rPr>
              <a:t>So that they can make appropriate decisions and adjustments. </a:t>
            </a:r>
            <a:r>
              <a:rPr lang="en-US" sz="2000" dirty="0" err="1">
                <a:latin typeface="Arial" charset="0"/>
                <a:cs typeface="Arial" charset="0"/>
              </a:rPr>
              <a:t>Eg</a:t>
            </a:r>
            <a:r>
              <a:rPr lang="en-US" sz="2000" dirty="0">
                <a:latin typeface="Arial" charset="0"/>
                <a:cs typeface="Arial" charset="0"/>
              </a:rPr>
              <a:t>. How to respond to suggestions to modify the design of a product to enhance performance! How to respond to delays!  </a:t>
            </a:r>
          </a:p>
          <a:p>
            <a:pPr marL="457200" indent="-457200" algn="just" fontAlgn="base">
              <a:spcAft>
                <a:spcPct val="0"/>
              </a:spcAft>
              <a:buFont typeface="Arial" pitchFamily="34" charset="0"/>
              <a:buAutoNum type="arabicPeriod"/>
              <a:defRPr/>
            </a:pPr>
            <a:r>
              <a:rPr lang="en-US" sz="2000" dirty="0">
                <a:latin typeface="Arial" charset="0"/>
                <a:cs typeface="Arial" charset="0"/>
              </a:rPr>
              <a:t>So that they can be effective project advocates: </a:t>
            </a:r>
          </a:p>
          <a:p>
            <a:pPr algn="just" fontAlgn="base">
              <a:spcAft>
                <a:spcPct val="0"/>
              </a:spcAft>
              <a:buFont typeface="Arial" charset="0"/>
              <a:buChar char="•"/>
              <a:defRPr/>
            </a:pPr>
            <a:r>
              <a:rPr lang="en-US" sz="2000" dirty="0">
                <a:latin typeface="Arial" charset="0"/>
                <a:cs typeface="Arial" charset="0"/>
              </a:rPr>
              <a:t>Demonstrate to senior management how the Project contributes to the firm’s mission. Protection and support come from being aligned with corporate objectives.</a:t>
            </a:r>
          </a:p>
          <a:p>
            <a:pPr algn="just" fontAlgn="base">
              <a:spcAft>
                <a:spcPct val="0"/>
              </a:spcAft>
              <a:buFont typeface="Arial" charset="0"/>
              <a:buChar char="•"/>
              <a:defRPr/>
            </a:pPr>
            <a:r>
              <a:rPr lang="en-US" sz="2000" dirty="0">
                <a:latin typeface="Arial" charset="0"/>
                <a:cs typeface="Arial" charset="0"/>
              </a:rPr>
              <a:t>Explain to team members and other stake holders why certain objectives and priorities are critical – essential for getting buy-in on contentious trade-off decisions.</a:t>
            </a:r>
          </a:p>
          <a:p>
            <a:pPr lvl="1" algn="just" fontAlgn="base">
              <a:spcAft>
                <a:spcPct val="0"/>
              </a:spcAft>
              <a:buFont typeface="Arial" charset="0"/>
              <a:buChar char="–"/>
              <a:defRPr/>
            </a:pPr>
            <a:endParaRPr lang="en-US" dirty="0">
              <a:latin typeface="Arial" charset="0"/>
              <a:cs typeface="Arial" charset="0"/>
            </a:endParaRPr>
          </a:p>
          <a:p>
            <a:pPr lvl="1" algn="just" fontAlgn="base">
              <a:spcAft>
                <a:spcPct val="0"/>
              </a:spcAft>
              <a:buFont typeface="Arial" charset="0"/>
              <a:buChar char="–"/>
              <a:defRPr/>
            </a:pPr>
            <a:r>
              <a:rPr lang="en-US" dirty="0">
                <a:latin typeface="Arial" charset="0"/>
                <a:cs typeface="Arial" charset="0"/>
              </a:rPr>
              <a:t>	</a:t>
            </a:r>
          </a:p>
          <a:p>
            <a:pPr fontAlgn="base">
              <a:spcAft>
                <a:spcPct val="0"/>
              </a:spcAft>
              <a:buFont typeface="Arial" charset="0"/>
              <a:buNone/>
              <a:defRPr/>
            </a:pPr>
            <a:endParaRPr lang="en-US" dirty="0">
              <a:latin typeface="Arial" charset="0"/>
              <a:cs typeface="Arial" charset="0"/>
            </a:endParaRPr>
          </a:p>
        </p:txBody>
      </p:sp>
      <p:sp>
        <p:nvSpPr>
          <p:cNvPr id="4" name="Content Placeholder 3">
            <a:extLst>
              <a:ext uri="{FF2B5EF4-FFF2-40B4-BE49-F238E27FC236}">
                <a16:creationId xmlns:a16="http://schemas.microsoft.com/office/drawing/2014/main" id="{A88604C1-4A13-8DDD-CD85-0CE4992DBD44}"/>
              </a:ext>
            </a:extLst>
          </p:cNvPr>
          <p:cNvSpPr>
            <a:spLocks noGrp="1"/>
          </p:cNvSpPr>
          <p:nvPr>
            <p:ph sz="quarter" idx="10"/>
          </p:nvPr>
        </p:nvSpPr>
        <p:spPr/>
        <p:txBody>
          <a:bodyPr rtlCol="0"/>
          <a:lstStyle/>
          <a:p>
            <a:pPr eaLnBrk="1" fontAlgn="auto" hangingPunct="1">
              <a:spcAft>
                <a:spcPts val="0"/>
              </a:spcAft>
              <a:defRPr/>
            </a:pPr>
            <a:r>
              <a:rPr lang="en-US" dirty="0"/>
              <a:t>Why Project Managers Need to Understand Strategy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a:extLst>
              <a:ext uri="{FF2B5EF4-FFF2-40B4-BE49-F238E27FC236}">
                <a16:creationId xmlns:a16="http://schemas.microsoft.com/office/drawing/2014/main" id="{454489A2-8D87-3302-8D7F-68C439B73BEA}"/>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defRPr/>
            </a:pPr>
            <a:r>
              <a:rPr lang="en-US" altLang="en-US" b="1" dirty="0"/>
              <a:t>SMP</a:t>
            </a:r>
            <a:r>
              <a:rPr lang="en-US" altLang="en-US" dirty="0"/>
              <a:t> - It is the process of evaluating “what we are” and deciding and implementing “what we intend to be and how we are going to get there”. Strategy describes how an organization intends to compete with the resources available in the existing and perceived future environment. </a:t>
            </a:r>
          </a:p>
          <a:p>
            <a:pPr algn="just" fontAlgn="base">
              <a:spcAft>
                <a:spcPct val="0"/>
              </a:spcAft>
              <a:buFont typeface="Arial" pitchFamily="34" charset="0"/>
              <a:buChar char="•"/>
              <a:defRPr/>
            </a:pPr>
            <a:r>
              <a:rPr lang="en-US" altLang="en-US" sz="2200" dirty="0"/>
              <a:t>Two major dimensions of strategic mgmt. are:</a:t>
            </a:r>
          </a:p>
          <a:p>
            <a:pPr marL="457200" indent="-457200" algn="just" fontAlgn="base">
              <a:spcAft>
                <a:spcPct val="0"/>
              </a:spcAft>
              <a:buFont typeface="Arial" pitchFamily="34" charset="0"/>
              <a:buAutoNum type="arabicPeriod"/>
              <a:defRPr/>
            </a:pPr>
            <a:r>
              <a:rPr lang="en-US" altLang="en-US" sz="2200" dirty="0"/>
              <a:t>Responding to changes in the external environment and allocating scarce resources of the company to improve its competitive position. Constant scanning of the external </a:t>
            </a:r>
            <a:r>
              <a:rPr lang="en-US" altLang="en-US" sz="2200" dirty="0" err="1"/>
              <a:t>envn</a:t>
            </a:r>
            <a:r>
              <a:rPr lang="en-US" altLang="en-US" sz="2200" dirty="0"/>
              <a:t>. for changes is a major requirement for survival in a dynamic competitive </a:t>
            </a:r>
            <a:r>
              <a:rPr lang="en-US" altLang="en-US" sz="2200" dirty="0" err="1"/>
              <a:t>envn</a:t>
            </a:r>
            <a:r>
              <a:rPr lang="en-US" altLang="en-US" sz="2200" dirty="0"/>
              <a:t>.</a:t>
            </a:r>
          </a:p>
          <a:p>
            <a:pPr marL="457200" indent="-457200" algn="just" fontAlgn="base">
              <a:spcAft>
                <a:spcPct val="0"/>
              </a:spcAft>
              <a:buFont typeface="Arial" pitchFamily="34" charset="0"/>
              <a:buAutoNum type="arabicPeriod"/>
              <a:defRPr/>
            </a:pPr>
            <a:r>
              <a:rPr lang="en-US" altLang="en-US" sz="2200" dirty="0"/>
              <a:t>The internal responses to new action programs aimed at improving the competitive position of the company.  </a:t>
            </a:r>
          </a:p>
        </p:txBody>
      </p:sp>
      <p:sp>
        <p:nvSpPr>
          <p:cNvPr id="3" name="Content Placeholder 2">
            <a:extLst>
              <a:ext uri="{FF2B5EF4-FFF2-40B4-BE49-F238E27FC236}">
                <a16:creationId xmlns:a16="http://schemas.microsoft.com/office/drawing/2014/main" id="{A8452547-54C1-D047-A293-9D03B36BE2BC}"/>
              </a:ext>
            </a:extLst>
          </p:cNvPr>
          <p:cNvSpPr>
            <a:spLocks noGrp="1"/>
          </p:cNvSpPr>
          <p:nvPr>
            <p:ph sz="quarter" idx="10"/>
          </p:nvPr>
        </p:nvSpPr>
        <p:spPr/>
        <p:txBody>
          <a:bodyPr>
            <a:normAutofit fontScale="70000" lnSpcReduction="20000"/>
          </a:bodyPr>
          <a:lstStyle/>
          <a:p>
            <a:pPr>
              <a:buFont typeface="Arial" charset="0"/>
              <a:buNone/>
              <a:defRPr/>
            </a:pPr>
            <a:endParaRPr lang="en-US" dirty="0"/>
          </a:p>
          <a:p>
            <a:pPr>
              <a:buFont typeface="Arial" charset="0"/>
              <a:buNone/>
              <a:defRPr/>
            </a:pPr>
            <a:r>
              <a:rPr lang="en-US" dirty="0"/>
              <a:t>THE STRATEGIC MANAGEMENT PROCESS</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9756A6F-DD81-933D-174D-191FE033CC66}"/>
                  </a:ext>
                </a:extLst>
              </p14:cNvPr>
              <p14:cNvContentPartPr/>
              <p14:nvPr/>
            </p14:nvContentPartPr>
            <p14:xfrm>
              <a:off x="3404520" y="1856520"/>
              <a:ext cx="4202640" cy="826560"/>
            </p14:xfrm>
          </p:contentPart>
        </mc:Choice>
        <mc:Fallback>
          <p:pic>
            <p:nvPicPr>
              <p:cNvPr id="2" name="Ink 1">
                <a:extLst>
                  <a:ext uri="{FF2B5EF4-FFF2-40B4-BE49-F238E27FC236}">
                    <a16:creationId xmlns:a16="http://schemas.microsoft.com/office/drawing/2014/main" id="{39756A6F-DD81-933D-174D-191FE033CC66}"/>
                  </a:ext>
                </a:extLst>
              </p:cNvPr>
              <p:cNvPicPr/>
              <p:nvPr/>
            </p:nvPicPr>
            <p:blipFill>
              <a:blip r:embed="rId3"/>
              <a:stretch>
                <a:fillRect/>
              </a:stretch>
            </p:blipFill>
            <p:spPr>
              <a:xfrm>
                <a:off x="3395160" y="1847160"/>
                <a:ext cx="4221360" cy="8452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a:extLst>
              <a:ext uri="{FF2B5EF4-FFF2-40B4-BE49-F238E27FC236}">
                <a16:creationId xmlns:a16="http://schemas.microsoft.com/office/drawing/2014/main" id="{813AD2C1-90AD-1C67-492A-FDFEAA746E63}"/>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sz="3200"/>
              <a:t>SM provides the theme and focus of the future direction of the Org’n. </a:t>
            </a:r>
          </a:p>
          <a:p>
            <a:pPr algn="just" fontAlgn="base">
              <a:spcAft>
                <a:spcPct val="0"/>
              </a:spcAft>
              <a:buFont typeface="Arial" pitchFamily="34" charset="0"/>
              <a:buChar char="•"/>
            </a:pPr>
            <a:r>
              <a:rPr lang="en-US" altLang="en-US" sz="3200"/>
              <a:t>SM positions the Org’n to meet the needs and requirements of its customers for the long term.</a:t>
            </a:r>
          </a:p>
          <a:p>
            <a:pPr algn="just" fontAlgn="base">
              <a:spcAft>
                <a:spcPct val="0"/>
              </a:spcAft>
              <a:buFont typeface="Arial" pitchFamily="34" charset="0"/>
              <a:buChar char="•"/>
            </a:pPr>
            <a:r>
              <a:rPr lang="en-US" altLang="en-US" sz="3200"/>
              <a:t>SM requires strong links among mission, goals, objectives, strategy and implementation.</a:t>
            </a:r>
          </a:p>
        </p:txBody>
      </p:sp>
      <p:sp>
        <p:nvSpPr>
          <p:cNvPr id="3" name="Content Placeholder 2">
            <a:extLst>
              <a:ext uri="{FF2B5EF4-FFF2-40B4-BE49-F238E27FC236}">
                <a16:creationId xmlns:a16="http://schemas.microsoft.com/office/drawing/2014/main" id="{09F1CD2A-CE61-C530-06BB-43D154904F6D}"/>
              </a:ext>
            </a:extLst>
          </p:cNvPr>
          <p:cNvSpPr>
            <a:spLocks noGrp="1"/>
          </p:cNvSpPr>
          <p:nvPr>
            <p:ph sz="quarter" idx="10"/>
          </p:nvPr>
        </p:nvSpPr>
        <p:spPr/>
        <p:txBody>
          <a:bodyPr>
            <a:normAutofit fontScale="70000" lnSpcReduction="20000"/>
          </a:bodyPr>
          <a:lstStyle/>
          <a:p>
            <a:pPr>
              <a:buFont typeface="Arial" charset="0"/>
              <a:buNone/>
              <a:defRPr/>
            </a:pPr>
            <a:endParaRPr lang="en-US" dirty="0"/>
          </a:p>
          <a:p>
            <a:pPr>
              <a:buFont typeface="Arial" charset="0"/>
              <a:buNone/>
              <a:defRPr/>
            </a:pPr>
            <a:r>
              <a:rPr lang="en-US" dirty="0"/>
              <a:t>THE STRATEGIC MANAGEMENT PROCESS</a:t>
            </a:r>
          </a:p>
          <a:p>
            <a:pPr>
              <a:buFont typeface="Arial" charset="0"/>
              <a:buNone/>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a:extLst>
              <a:ext uri="{FF2B5EF4-FFF2-40B4-BE49-F238E27FC236}">
                <a16:creationId xmlns:a16="http://schemas.microsoft.com/office/drawing/2014/main" id="{7EEA7C2E-CFCD-FCB9-69F2-6250EEF2BFA2}"/>
              </a:ext>
            </a:extLst>
          </p:cNvPr>
          <p:cNvSpPr>
            <a:spLocks noGrp="1"/>
          </p:cNvSpPr>
          <p:nvPr>
            <p:ph idx="1"/>
          </p:nvPr>
        </p:nvSpPr>
        <p:spPr>
          <a:xfrm>
            <a:off x="304800" y="1646238"/>
            <a:ext cx="8229600" cy="4525962"/>
          </a:xfrm>
        </p:spPr>
        <p:txBody>
          <a:bodyPr/>
          <a:lstStyle/>
          <a:p>
            <a:pPr algn="just" fontAlgn="base">
              <a:spcAft>
                <a:spcPct val="0"/>
              </a:spcAft>
              <a:buFont typeface="Arial" pitchFamily="34" charset="0"/>
              <a:buChar char="•"/>
            </a:pPr>
            <a:r>
              <a:rPr lang="en-US" altLang="en-US"/>
              <a:t>The mission gives the general purpose of the Org’n.</a:t>
            </a:r>
          </a:p>
          <a:p>
            <a:pPr algn="just" fontAlgn="base">
              <a:spcAft>
                <a:spcPct val="0"/>
              </a:spcAft>
              <a:buFont typeface="Arial" pitchFamily="34" charset="0"/>
              <a:buChar char="•"/>
            </a:pPr>
            <a:r>
              <a:rPr lang="en-US" altLang="en-US"/>
              <a:t>Goals give global targets within the mission.</a:t>
            </a:r>
          </a:p>
          <a:p>
            <a:pPr algn="just" fontAlgn="base">
              <a:spcAft>
                <a:spcPct val="0"/>
              </a:spcAft>
              <a:buFont typeface="Arial" pitchFamily="34" charset="0"/>
              <a:buChar char="•"/>
            </a:pPr>
            <a:r>
              <a:rPr lang="en-US" altLang="en-US"/>
              <a:t>Objectives give specific targets to goals.</a:t>
            </a:r>
          </a:p>
          <a:p>
            <a:pPr algn="just" fontAlgn="base">
              <a:spcAft>
                <a:spcPct val="0"/>
              </a:spcAft>
              <a:buFont typeface="Arial" pitchFamily="34" charset="0"/>
              <a:buChar char="•"/>
            </a:pPr>
            <a:r>
              <a:rPr lang="en-US" altLang="en-US"/>
              <a:t>Objectives give rise to formulation of strategies to reach objectives.</a:t>
            </a:r>
          </a:p>
          <a:p>
            <a:pPr algn="just" fontAlgn="base">
              <a:spcAft>
                <a:spcPct val="0"/>
              </a:spcAft>
              <a:buFont typeface="Arial" pitchFamily="34" charset="0"/>
              <a:buChar char="•"/>
            </a:pPr>
            <a:r>
              <a:rPr lang="en-US" altLang="en-US"/>
              <a:t>Finally, strategies require actions and tasks to be implemented. In most cases the actions to be taken represent projects.</a:t>
            </a:r>
          </a:p>
        </p:txBody>
      </p:sp>
      <p:sp>
        <p:nvSpPr>
          <p:cNvPr id="3" name="Content Placeholder 2">
            <a:extLst>
              <a:ext uri="{FF2B5EF4-FFF2-40B4-BE49-F238E27FC236}">
                <a16:creationId xmlns:a16="http://schemas.microsoft.com/office/drawing/2014/main" id="{882AEFFE-E499-9482-A5AA-D65B8A9E8642}"/>
              </a:ext>
            </a:extLst>
          </p:cNvPr>
          <p:cNvSpPr>
            <a:spLocks noGrp="1"/>
          </p:cNvSpPr>
          <p:nvPr>
            <p:ph sz="quarter" idx="10"/>
          </p:nvPr>
        </p:nvSpPr>
        <p:spPr/>
        <p:txBody>
          <a:bodyPr>
            <a:normAutofit fontScale="70000" lnSpcReduction="20000"/>
          </a:bodyPr>
          <a:lstStyle/>
          <a:p>
            <a:pPr>
              <a:buFont typeface="Arial" charset="0"/>
              <a:buNone/>
              <a:defRPr/>
            </a:pPr>
            <a:endParaRPr lang="en-US" dirty="0"/>
          </a:p>
          <a:p>
            <a:pPr>
              <a:buFont typeface="Arial" charset="0"/>
              <a:buNone/>
              <a:defRPr/>
            </a:pPr>
            <a:r>
              <a:rPr lang="en-US" dirty="0"/>
              <a:t>THE STRATEGIC MANAGEMENT PROCESS</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AE8BF6C-D8F5-B5C5-CFC1-4CB61C8278AD}"/>
                  </a:ext>
                </a:extLst>
              </p14:cNvPr>
              <p14:cNvContentPartPr/>
              <p14:nvPr/>
            </p14:nvContentPartPr>
            <p14:xfrm>
              <a:off x="916200" y="2056320"/>
              <a:ext cx="980280" cy="880200"/>
            </p14:xfrm>
          </p:contentPart>
        </mc:Choice>
        <mc:Fallback>
          <p:pic>
            <p:nvPicPr>
              <p:cNvPr id="2" name="Ink 1">
                <a:extLst>
                  <a:ext uri="{FF2B5EF4-FFF2-40B4-BE49-F238E27FC236}">
                    <a16:creationId xmlns:a16="http://schemas.microsoft.com/office/drawing/2014/main" id="{EAE8BF6C-D8F5-B5C5-CFC1-4CB61C8278AD}"/>
                  </a:ext>
                </a:extLst>
              </p:cNvPr>
              <p:cNvPicPr/>
              <p:nvPr/>
            </p:nvPicPr>
            <p:blipFill>
              <a:blip r:embed="rId3"/>
              <a:stretch>
                <a:fillRect/>
              </a:stretch>
            </p:blipFill>
            <p:spPr>
              <a:xfrm>
                <a:off x="906840" y="2046960"/>
                <a:ext cx="999000" cy="89892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B80DFA-9DD2-DC59-C234-A4B4F00EDDAD}"/>
              </a:ext>
            </a:extLst>
          </p:cNvPr>
          <p:cNvSpPr>
            <a:spLocks noGrp="1"/>
          </p:cNvSpPr>
          <p:nvPr>
            <p:ph sz="quarter" idx="10"/>
          </p:nvPr>
        </p:nvSpPr>
        <p:spPr/>
        <p:txBody>
          <a:bodyPr/>
          <a:lstStyle/>
          <a:p>
            <a:pPr>
              <a:defRPr/>
            </a:pPr>
            <a:r>
              <a:rPr lang="en-US" dirty="0"/>
              <a:t>Vision, Mission, Core Values…</a:t>
            </a:r>
            <a:endParaRPr lang="en-IN" dirty="0"/>
          </a:p>
        </p:txBody>
      </p:sp>
      <p:sp>
        <p:nvSpPr>
          <p:cNvPr id="34819" name="Rectangle 2">
            <a:extLst>
              <a:ext uri="{FF2B5EF4-FFF2-40B4-BE49-F238E27FC236}">
                <a16:creationId xmlns:a16="http://schemas.microsoft.com/office/drawing/2014/main" id="{6E147FB3-BAB0-1553-A762-2E887661EFB7}"/>
              </a:ext>
            </a:extLst>
          </p:cNvPr>
          <p:cNvSpPr>
            <a:spLocks noChangeArrowheads="1"/>
          </p:cNvSpPr>
          <p:nvPr/>
        </p:nvSpPr>
        <p:spPr bwMode="auto">
          <a:xfrm>
            <a:off x="304800" y="1295400"/>
            <a:ext cx="88392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en-US" altLang="en-US" sz="1800" b="1">
                <a:solidFill>
                  <a:srgbClr val="333333"/>
                </a:solidFill>
                <a:latin typeface="Nimbus Sans"/>
              </a:rPr>
              <a:t>Vision – </a:t>
            </a:r>
            <a:r>
              <a:rPr lang="en-US" altLang="en-US" sz="1800">
                <a:solidFill>
                  <a:srgbClr val="333333"/>
                </a:solidFill>
                <a:latin typeface="Nimbus Sans"/>
              </a:rPr>
              <a:t>It provides a destination for the organization.</a:t>
            </a:r>
            <a:r>
              <a:rPr lang="en-US" altLang="en-US" sz="1800" b="1">
                <a:solidFill>
                  <a:srgbClr val="333333"/>
                </a:solidFill>
                <a:latin typeface="Nimbus Sans"/>
              </a:rPr>
              <a:t> </a:t>
            </a:r>
            <a:r>
              <a:rPr lang="en-US" altLang="en-US" sz="1800">
                <a:solidFill>
                  <a:srgbClr val="333333"/>
                </a:solidFill>
                <a:latin typeface="Nimbus Sans"/>
              </a:rPr>
              <a:t>Big picture of what you want to achieve.</a:t>
            </a:r>
          </a:p>
          <a:p>
            <a:pPr>
              <a:spcBef>
                <a:spcPct val="0"/>
              </a:spcBef>
            </a:pPr>
            <a:r>
              <a:rPr lang="en-US" altLang="en-US" sz="1800" b="1">
                <a:solidFill>
                  <a:srgbClr val="333333"/>
                </a:solidFill>
                <a:latin typeface="Nimbus Sans"/>
              </a:rPr>
              <a:t>Mission – </a:t>
            </a:r>
            <a:r>
              <a:rPr lang="en-US" altLang="en-US" sz="1800">
                <a:solidFill>
                  <a:srgbClr val="333333"/>
                </a:solidFill>
                <a:latin typeface="Nimbus Sans"/>
              </a:rPr>
              <a:t>General statement of how you will achieve the vision.</a:t>
            </a:r>
          </a:p>
          <a:p>
            <a:pPr>
              <a:spcBef>
                <a:spcPct val="0"/>
              </a:spcBef>
              <a:buFontTx/>
              <a:buNone/>
            </a:pPr>
            <a:r>
              <a:rPr lang="en-US" altLang="en-US" sz="1800">
                <a:solidFill>
                  <a:srgbClr val="333333"/>
                </a:solidFill>
                <a:latin typeface="Nimbus Sans"/>
              </a:rPr>
              <a:t>A companion statement often created with the vision and mission is a statement of core values.</a:t>
            </a:r>
          </a:p>
          <a:p>
            <a:pPr>
              <a:spcBef>
                <a:spcPct val="0"/>
              </a:spcBef>
            </a:pPr>
            <a:r>
              <a:rPr lang="en-US" altLang="en-US" sz="1800" b="1">
                <a:solidFill>
                  <a:srgbClr val="333333"/>
                </a:solidFill>
                <a:latin typeface="Nimbus Sans"/>
              </a:rPr>
              <a:t>Core Values – </a:t>
            </a:r>
            <a:r>
              <a:rPr lang="en-US" altLang="en-US" sz="1800">
                <a:solidFill>
                  <a:srgbClr val="333333"/>
                </a:solidFill>
                <a:latin typeface="Nimbus Sans"/>
              </a:rPr>
              <a:t>How you will behave during the process.</a:t>
            </a:r>
          </a:p>
          <a:p>
            <a:pPr>
              <a:spcBef>
                <a:spcPct val="0"/>
              </a:spcBef>
              <a:buFontTx/>
              <a:buNone/>
            </a:pPr>
            <a:r>
              <a:rPr lang="en-US" altLang="en-US" sz="1800">
                <a:solidFill>
                  <a:srgbClr val="333333"/>
                </a:solidFill>
                <a:latin typeface="Nimbus Sans"/>
              </a:rPr>
              <a:t>Once you have identified what your organization wants to achieve (vision) and generally how the vision will be achieved (mission), the next step is to develop a series of statements specifying how the mission will be utilized to achieve the vision:</a:t>
            </a:r>
          </a:p>
          <a:p>
            <a:pPr>
              <a:spcBef>
                <a:spcPct val="0"/>
              </a:spcBef>
            </a:pPr>
            <a:r>
              <a:rPr lang="en-US" altLang="en-US" sz="1800" b="1">
                <a:solidFill>
                  <a:srgbClr val="333333"/>
                </a:solidFill>
                <a:latin typeface="Nimbus Sans"/>
              </a:rPr>
              <a:t>Strategies – </a:t>
            </a:r>
            <a:r>
              <a:rPr lang="en-US" altLang="en-US" sz="1800">
                <a:solidFill>
                  <a:srgbClr val="333333"/>
                </a:solidFill>
                <a:latin typeface="Nimbus Sans"/>
              </a:rPr>
              <a:t>Strategies are one or more ways to use the mission statement in order to achieve the vision statement. Although an organization will have just one vision statement and one mission statement, it may have several strategies.</a:t>
            </a:r>
          </a:p>
          <a:p>
            <a:pPr>
              <a:spcBef>
                <a:spcPct val="0"/>
              </a:spcBef>
            </a:pPr>
            <a:r>
              <a:rPr lang="en-US" altLang="en-US" sz="1800" b="1">
                <a:solidFill>
                  <a:srgbClr val="333333"/>
                </a:solidFill>
                <a:latin typeface="Nimbus Sans"/>
              </a:rPr>
              <a:t>Goals – </a:t>
            </a:r>
            <a:r>
              <a:rPr lang="en-US" altLang="en-US" sz="1800">
                <a:solidFill>
                  <a:srgbClr val="333333"/>
                </a:solidFill>
                <a:latin typeface="Nimbus Sans"/>
              </a:rPr>
              <a:t>These are general statements of what needs to be accomplished to implement a strategy.</a:t>
            </a:r>
          </a:p>
          <a:p>
            <a:pPr>
              <a:spcBef>
                <a:spcPct val="0"/>
              </a:spcBef>
            </a:pPr>
            <a:r>
              <a:rPr lang="en-US" altLang="en-US" sz="1800" b="1">
                <a:solidFill>
                  <a:srgbClr val="333333"/>
                </a:solidFill>
                <a:latin typeface="Nimbus Sans"/>
              </a:rPr>
              <a:t>Objectives – </a:t>
            </a:r>
            <a:r>
              <a:rPr lang="en-US" altLang="en-US" sz="1800">
                <a:solidFill>
                  <a:srgbClr val="333333"/>
                </a:solidFill>
                <a:latin typeface="Nimbus Sans"/>
              </a:rPr>
              <a:t>Objectives provide specific milestones with a specific timeline for achieving a goal.</a:t>
            </a:r>
          </a:p>
          <a:p>
            <a:pPr>
              <a:spcBef>
                <a:spcPct val="0"/>
              </a:spcBef>
            </a:pPr>
            <a:r>
              <a:rPr lang="en-US" altLang="en-US" sz="1800" b="1">
                <a:solidFill>
                  <a:srgbClr val="333333"/>
                </a:solidFill>
                <a:latin typeface="Nimbus Sans"/>
              </a:rPr>
              <a:t>Action Plans – </a:t>
            </a:r>
            <a:r>
              <a:rPr lang="en-US" altLang="en-US" sz="1800">
                <a:solidFill>
                  <a:srgbClr val="333333"/>
                </a:solidFill>
                <a:latin typeface="Nimbus Sans"/>
              </a:rPr>
              <a:t>These are specific implementation plans of how you will achieve an objective.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A6509C6-F0A7-9A27-EDB3-55819076A16C}"/>
                  </a:ext>
                </a:extLst>
              </p14:cNvPr>
              <p14:cNvContentPartPr/>
              <p14:nvPr/>
            </p14:nvContentPartPr>
            <p14:xfrm>
              <a:off x="238680" y="3908880"/>
              <a:ext cx="7708320" cy="2021760"/>
            </p14:xfrm>
          </p:contentPart>
        </mc:Choice>
        <mc:Fallback>
          <p:pic>
            <p:nvPicPr>
              <p:cNvPr id="3" name="Ink 2">
                <a:extLst>
                  <a:ext uri="{FF2B5EF4-FFF2-40B4-BE49-F238E27FC236}">
                    <a16:creationId xmlns:a16="http://schemas.microsoft.com/office/drawing/2014/main" id="{FA6509C6-F0A7-9A27-EDB3-55819076A16C}"/>
                  </a:ext>
                </a:extLst>
              </p:cNvPr>
              <p:cNvPicPr/>
              <p:nvPr/>
            </p:nvPicPr>
            <p:blipFill>
              <a:blip r:embed="rId3"/>
              <a:stretch>
                <a:fillRect/>
              </a:stretch>
            </p:blipFill>
            <p:spPr>
              <a:xfrm>
                <a:off x="229320" y="3899520"/>
                <a:ext cx="7727040" cy="204048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57EF04-0172-AF30-5314-F2BCDDF8064A}"/>
              </a:ext>
            </a:extLst>
          </p:cNvPr>
          <p:cNvSpPr>
            <a:spLocks noGrp="1"/>
          </p:cNvSpPr>
          <p:nvPr>
            <p:ph sz="quarter" idx="10"/>
          </p:nvPr>
        </p:nvSpPr>
        <p:spPr/>
        <p:txBody>
          <a:bodyPr/>
          <a:lstStyle/>
          <a:p>
            <a:pPr>
              <a:defRPr/>
            </a:pPr>
            <a:r>
              <a:rPr lang="en-US" dirty="0"/>
              <a:t>Vision, Mission, Core Values</a:t>
            </a:r>
            <a:endParaRPr lang="en-IN" dirty="0"/>
          </a:p>
        </p:txBody>
      </p:sp>
      <p:sp>
        <p:nvSpPr>
          <p:cNvPr id="35843" name="Rectangle 2">
            <a:extLst>
              <a:ext uri="{FF2B5EF4-FFF2-40B4-BE49-F238E27FC236}">
                <a16:creationId xmlns:a16="http://schemas.microsoft.com/office/drawing/2014/main" id="{CEFF1984-F54C-2C51-5368-991398AF37E1}"/>
              </a:ext>
            </a:extLst>
          </p:cNvPr>
          <p:cNvSpPr>
            <a:spLocks noChangeArrowheads="1"/>
          </p:cNvSpPr>
          <p:nvPr/>
        </p:nvSpPr>
        <p:spPr bwMode="auto">
          <a:xfrm>
            <a:off x="304800" y="1447800"/>
            <a:ext cx="8839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1">
                <a:solidFill>
                  <a:srgbClr val="333333"/>
                </a:solidFill>
                <a:latin typeface="Nimbus Sans"/>
              </a:rPr>
              <a:t>Vision Statement – </a:t>
            </a:r>
            <a:r>
              <a:rPr lang="en-US" altLang="en-US" sz="1800">
                <a:solidFill>
                  <a:srgbClr val="333333"/>
                </a:solidFill>
                <a:latin typeface="Nimbus Sans"/>
              </a:rPr>
              <a:t>A mental picture of what you want to accomplish or achieve. For example, your vision may be a successful winery business or an economically active community.</a:t>
            </a:r>
          </a:p>
          <a:p>
            <a:pPr algn="ctr">
              <a:spcBef>
                <a:spcPct val="0"/>
              </a:spcBef>
              <a:buFontTx/>
              <a:buNone/>
            </a:pPr>
            <a:r>
              <a:rPr lang="en-US" altLang="en-US" sz="1800">
                <a:solidFill>
                  <a:srgbClr val="333333"/>
                </a:solidFill>
                <a:latin typeface="Nimbus Sans"/>
              </a:rPr>
              <a:t>Vision of an Example Business – </a:t>
            </a:r>
            <a:r>
              <a:rPr lang="en-US" altLang="en-US" sz="1800" i="1">
                <a:solidFill>
                  <a:srgbClr val="333333"/>
                </a:solidFill>
                <a:latin typeface="Nimbus Sans"/>
              </a:rPr>
              <a:t>A successful family dairy business.</a:t>
            </a:r>
            <a:endParaRPr lang="en-US" altLang="en-US" sz="1800">
              <a:solidFill>
                <a:srgbClr val="333333"/>
              </a:solidFill>
              <a:latin typeface="Nimbus Sans"/>
            </a:endParaRPr>
          </a:p>
          <a:p>
            <a:pPr>
              <a:spcBef>
                <a:spcPct val="0"/>
              </a:spcBef>
              <a:buFontTx/>
              <a:buNone/>
            </a:pPr>
            <a:endParaRPr lang="en-US" altLang="en-US" sz="1800" b="1">
              <a:solidFill>
                <a:srgbClr val="333333"/>
              </a:solidFill>
              <a:latin typeface="Nimbus Sans"/>
            </a:endParaRPr>
          </a:p>
          <a:p>
            <a:pPr>
              <a:spcBef>
                <a:spcPct val="0"/>
              </a:spcBef>
              <a:buFontTx/>
              <a:buNone/>
            </a:pPr>
            <a:r>
              <a:rPr lang="en-US" altLang="en-US" sz="1800" b="1">
                <a:solidFill>
                  <a:srgbClr val="333333"/>
                </a:solidFill>
                <a:latin typeface="Nimbus Sans"/>
              </a:rPr>
              <a:t>Mission Statement – </a:t>
            </a:r>
            <a:r>
              <a:rPr lang="en-US" altLang="en-US" sz="1800">
                <a:solidFill>
                  <a:srgbClr val="333333"/>
                </a:solidFill>
                <a:latin typeface="Nimbus Sans"/>
              </a:rPr>
              <a:t>A general statement of how the vision will be achieved. The mission statement is an action statement that usually begins with the word "to".</a:t>
            </a:r>
          </a:p>
          <a:p>
            <a:pPr algn="ctr">
              <a:spcBef>
                <a:spcPct val="0"/>
              </a:spcBef>
              <a:buFontTx/>
              <a:buNone/>
            </a:pPr>
            <a:r>
              <a:rPr lang="en-US" altLang="en-US" sz="1800">
                <a:solidFill>
                  <a:srgbClr val="333333"/>
                </a:solidFill>
                <a:latin typeface="Nimbus Sans"/>
              </a:rPr>
              <a:t>Mission of an Example Business – </a:t>
            </a:r>
            <a:r>
              <a:rPr lang="en-US" altLang="en-US" sz="1800" i="1">
                <a:solidFill>
                  <a:srgbClr val="333333"/>
                </a:solidFill>
                <a:latin typeface="Nimbus Sans"/>
              </a:rPr>
              <a:t>To provide unique and high quality dairy products to local consumers.</a:t>
            </a:r>
            <a:endParaRPr lang="en-US" altLang="en-US" sz="1800">
              <a:solidFill>
                <a:srgbClr val="333333"/>
              </a:solidFill>
              <a:latin typeface="Nimbus Sans"/>
            </a:endParaRPr>
          </a:p>
          <a:p>
            <a:pPr>
              <a:spcBef>
                <a:spcPct val="0"/>
              </a:spcBef>
              <a:buFontTx/>
              <a:buNone/>
            </a:pPr>
            <a:endParaRPr lang="en-US" altLang="en-US" sz="1800" b="1">
              <a:solidFill>
                <a:srgbClr val="333333"/>
              </a:solidFill>
              <a:latin typeface="Nimbus Sans"/>
            </a:endParaRPr>
          </a:p>
          <a:p>
            <a:pPr>
              <a:spcBef>
                <a:spcPct val="0"/>
              </a:spcBef>
              <a:buFontTx/>
              <a:buNone/>
            </a:pPr>
            <a:r>
              <a:rPr lang="en-US" altLang="en-US" sz="1800" b="1">
                <a:solidFill>
                  <a:srgbClr val="333333"/>
                </a:solidFill>
                <a:latin typeface="Nimbus Sans"/>
              </a:rPr>
              <a:t>Core Values– </a:t>
            </a:r>
            <a:r>
              <a:rPr lang="en-US" altLang="en-US" sz="1800">
                <a:solidFill>
                  <a:srgbClr val="333333"/>
                </a:solidFill>
                <a:latin typeface="Nimbus Sans"/>
              </a:rPr>
              <a:t>Core values define the organization in terms of the principles and values the leaders will follow in carrying out the activities of the organization.</a:t>
            </a:r>
          </a:p>
          <a:p>
            <a:pPr>
              <a:spcBef>
                <a:spcPct val="0"/>
              </a:spcBef>
              <a:buFontTx/>
              <a:buNone/>
            </a:pPr>
            <a:r>
              <a:rPr lang="en-US" altLang="en-US" sz="1800">
                <a:solidFill>
                  <a:srgbClr val="333333"/>
                </a:solidFill>
                <a:latin typeface="Nimbus Sans"/>
              </a:rPr>
              <a:t>Core Values of the Example Business:</a:t>
            </a:r>
          </a:p>
          <a:p>
            <a:pPr>
              <a:spcBef>
                <a:spcPct val="0"/>
              </a:spcBef>
            </a:pPr>
            <a:r>
              <a:rPr lang="en-US" altLang="en-US" sz="1800" i="1">
                <a:solidFill>
                  <a:srgbClr val="333333"/>
                </a:solidFill>
                <a:latin typeface="Nimbus Sans"/>
              </a:rPr>
              <a:t>Focus on new and innovative business ideas</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Practice high ethical standards.</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Respect and protect the environment.</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Meet the changing needs and desires of clients and consumers.</a:t>
            </a:r>
            <a:endParaRPr lang="en-US" altLang="en-US" sz="1800">
              <a:solidFill>
                <a:srgbClr val="333333"/>
              </a:solidFill>
              <a:latin typeface="Nimbus Sans"/>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18075FD-7E75-0D86-4DE1-A8DD0BC7CEF8}"/>
                  </a:ext>
                </a:extLst>
              </p14:cNvPr>
              <p14:cNvContentPartPr/>
              <p14:nvPr/>
            </p14:nvContentPartPr>
            <p14:xfrm>
              <a:off x="4662360" y="2035440"/>
              <a:ext cx="3460680" cy="650880"/>
            </p14:xfrm>
          </p:contentPart>
        </mc:Choice>
        <mc:Fallback>
          <p:pic>
            <p:nvPicPr>
              <p:cNvPr id="3" name="Ink 2">
                <a:extLst>
                  <a:ext uri="{FF2B5EF4-FFF2-40B4-BE49-F238E27FC236}">
                    <a16:creationId xmlns:a16="http://schemas.microsoft.com/office/drawing/2014/main" id="{B18075FD-7E75-0D86-4DE1-A8DD0BC7CEF8}"/>
                  </a:ext>
                </a:extLst>
              </p:cNvPr>
              <p:cNvPicPr/>
              <p:nvPr/>
            </p:nvPicPr>
            <p:blipFill>
              <a:blip r:embed="rId3"/>
              <a:stretch>
                <a:fillRect/>
              </a:stretch>
            </p:blipFill>
            <p:spPr>
              <a:xfrm>
                <a:off x="4653000" y="2026080"/>
                <a:ext cx="3479400" cy="669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09243A0B-95BE-3593-AC5D-216FA788ED48}"/>
                  </a:ext>
                </a:extLst>
              </p14:cNvPr>
              <p14:cNvContentPartPr/>
              <p14:nvPr/>
            </p14:nvContentPartPr>
            <p14:xfrm>
              <a:off x="260280" y="3636360"/>
              <a:ext cx="4020480" cy="874800"/>
            </p14:xfrm>
          </p:contentPart>
        </mc:Choice>
        <mc:Fallback>
          <p:pic>
            <p:nvPicPr>
              <p:cNvPr id="4" name="Ink 3">
                <a:extLst>
                  <a:ext uri="{FF2B5EF4-FFF2-40B4-BE49-F238E27FC236}">
                    <a16:creationId xmlns:a16="http://schemas.microsoft.com/office/drawing/2014/main" id="{09243A0B-95BE-3593-AC5D-216FA788ED48}"/>
                  </a:ext>
                </a:extLst>
              </p:cNvPr>
              <p:cNvPicPr/>
              <p:nvPr/>
            </p:nvPicPr>
            <p:blipFill>
              <a:blip r:embed="rId5"/>
              <a:stretch>
                <a:fillRect/>
              </a:stretch>
            </p:blipFill>
            <p:spPr>
              <a:xfrm>
                <a:off x="250920" y="3627000"/>
                <a:ext cx="4039200" cy="89352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51D94F-B102-F066-446D-EB5E52D6A80C}"/>
              </a:ext>
            </a:extLst>
          </p:cNvPr>
          <p:cNvSpPr>
            <a:spLocks noGrp="1"/>
          </p:cNvSpPr>
          <p:nvPr>
            <p:ph sz="quarter" idx="10"/>
          </p:nvPr>
        </p:nvSpPr>
        <p:spPr/>
        <p:txBody>
          <a:bodyPr/>
          <a:lstStyle/>
          <a:p>
            <a:pPr>
              <a:defRPr/>
            </a:pPr>
            <a:r>
              <a:rPr lang="en-US" dirty="0"/>
              <a:t>Strategies, Goals</a:t>
            </a:r>
            <a:endParaRPr lang="en-IN" dirty="0"/>
          </a:p>
        </p:txBody>
      </p:sp>
      <p:sp>
        <p:nvSpPr>
          <p:cNvPr id="36867" name="Rectangle 2">
            <a:extLst>
              <a:ext uri="{FF2B5EF4-FFF2-40B4-BE49-F238E27FC236}">
                <a16:creationId xmlns:a16="http://schemas.microsoft.com/office/drawing/2014/main" id="{2E96794E-1ABC-7BCA-6334-A667568E1200}"/>
              </a:ext>
            </a:extLst>
          </p:cNvPr>
          <p:cNvSpPr>
            <a:spLocks noChangeArrowheads="1"/>
          </p:cNvSpPr>
          <p:nvPr/>
        </p:nvSpPr>
        <p:spPr bwMode="auto">
          <a:xfrm>
            <a:off x="0" y="1295400"/>
            <a:ext cx="89154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1">
                <a:solidFill>
                  <a:srgbClr val="333333"/>
                </a:solidFill>
                <a:latin typeface="Nimbus Sans"/>
              </a:rPr>
              <a:t>Strategies – </a:t>
            </a:r>
            <a:r>
              <a:rPr lang="en-US" altLang="en-US" sz="1800">
                <a:solidFill>
                  <a:srgbClr val="333333"/>
                </a:solidFill>
                <a:latin typeface="Nimbus Sans"/>
              </a:rPr>
              <a:t>A strategy is a statement of how you are going to achieve something. More specifically, a strategy is a unique approach of how you will use your mission to achieve your vision. Strategies are critical to the success of an organization because this is where you begin outlining a plan for doing something. The more unique the organization, the more creative and innovative you need to be in crafting your strategies.</a:t>
            </a:r>
          </a:p>
          <a:p>
            <a:pPr>
              <a:spcBef>
                <a:spcPct val="0"/>
              </a:spcBef>
              <a:buFontTx/>
              <a:buNone/>
            </a:pPr>
            <a:r>
              <a:rPr lang="en-US" altLang="en-US" sz="1800" b="1">
                <a:solidFill>
                  <a:srgbClr val="333333"/>
                </a:solidFill>
                <a:latin typeface="Nimbus Sans"/>
              </a:rPr>
              <a:t>Goals – </a:t>
            </a:r>
            <a:r>
              <a:rPr lang="en-US" altLang="en-US" sz="1800">
                <a:solidFill>
                  <a:srgbClr val="333333"/>
                </a:solidFill>
                <a:latin typeface="Nimbus Sans"/>
              </a:rPr>
              <a:t>A goal is a general statement of what you want to achieve. More specifically, a goal is a milestone(s) in the process of implementing a strategy. Examples of business goals are:</a:t>
            </a:r>
          </a:p>
          <a:p>
            <a:pPr>
              <a:spcBef>
                <a:spcPct val="0"/>
              </a:spcBef>
            </a:pPr>
            <a:r>
              <a:rPr lang="en-US" altLang="en-US" sz="1800" i="1">
                <a:solidFill>
                  <a:srgbClr val="333333"/>
                </a:solidFill>
                <a:latin typeface="Nimbus Sans"/>
              </a:rPr>
              <a:t>Increase profit margin</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Increase efficiency</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Capture a bigger market share</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Provide better customer service</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Improve employee training</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Reduce carbon emissions</a:t>
            </a:r>
            <a:endParaRPr lang="en-US" altLang="en-US" sz="1800">
              <a:solidFill>
                <a:srgbClr val="333333"/>
              </a:solidFill>
              <a:latin typeface="Nimbus Sans"/>
            </a:endParaRPr>
          </a:p>
          <a:p>
            <a:pPr>
              <a:spcBef>
                <a:spcPct val="0"/>
              </a:spcBef>
              <a:buFontTx/>
              <a:buNone/>
            </a:pPr>
            <a:r>
              <a:rPr lang="en-US" altLang="en-US" sz="1800">
                <a:solidFill>
                  <a:srgbClr val="333333"/>
                </a:solidFill>
                <a:latin typeface="Nimbus Sans"/>
              </a:rPr>
              <a:t>Be sure the goals are focused on the important aspects of implementing the strategy. Be careful not to set too many goals or you may run the risk of losing focus. Also, design your goals so that they don’t contradict and interfere with each other. </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09E1F75-250F-CB2C-30BC-3A3DCF93CC86}"/>
                  </a:ext>
                </a:extLst>
              </p14:cNvPr>
              <p14:cNvContentPartPr/>
              <p14:nvPr/>
            </p14:nvContentPartPr>
            <p14:xfrm>
              <a:off x="107640" y="1512720"/>
              <a:ext cx="3642840" cy="3300840"/>
            </p14:xfrm>
          </p:contentPart>
        </mc:Choice>
        <mc:Fallback>
          <p:pic>
            <p:nvPicPr>
              <p:cNvPr id="3" name="Ink 2">
                <a:extLst>
                  <a:ext uri="{FF2B5EF4-FFF2-40B4-BE49-F238E27FC236}">
                    <a16:creationId xmlns:a16="http://schemas.microsoft.com/office/drawing/2014/main" id="{609E1F75-250F-CB2C-30BC-3A3DCF93CC86}"/>
                  </a:ext>
                </a:extLst>
              </p:cNvPr>
              <p:cNvPicPr/>
              <p:nvPr/>
            </p:nvPicPr>
            <p:blipFill>
              <a:blip r:embed="rId3"/>
              <a:stretch>
                <a:fillRect/>
              </a:stretch>
            </p:blipFill>
            <p:spPr>
              <a:xfrm>
                <a:off x="98280" y="1503360"/>
                <a:ext cx="3661560" cy="331956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B6F004-CF2D-7517-A402-51720A1E3562}"/>
              </a:ext>
            </a:extLst>
          </p:cNvPr>
          <p:cNvSpPr>
            <a:spLocks noGrp="1"/>
          </p:cNvSpPr>
          <p:nvPr>
            <p:ph sz="quarter" idx="10"/>
          </p:nvPr>
        </p:nvSpPr>
        <p:spPr/>
        <p:txBody>
          <a:bodyPr/>
          <a:lstStyle/>
          <a:p>
            <a:pPr>
              <a:defRPr/>
            </a:pPr>
            <a:r>
              <a:rPr lang="en-US" dirty="0"/>
              <a:t>Objectives, Action Plans</a:t>
            </a:r>
            <a:endParaRPr lang="en-IN" dirty="0"/>
          </a:p>
        </p:txBody>
      </p:sp>
      <p:sp>
        <p:nvSpPr>
          <p:cNvPr id="37891" name="Rectangle 2">
            <a:extLst>
              <a:ext uri="{FF2B5EF4-FFF2-40B4-BE49-F238E27FC236}">
                <a16:creationId xmlns:a16="http://schemas.microsoft.com/office/drawing/2014/main" id="{954ABAA1-AD2D-C449-FEDB-978297BD7589}"/>
              </a:ext>
            </a:extLst>
          </p:cNvPr>
          <p:cNvSpPr>
            <a:spLocks noChangeArrowheads="1"/>
          </p:cNvSpPr>
          <p:nvPr/>
        </p:nvSpPr>
        <p:spPr bwMode="auto">
          <a:xfrm>
            <a:off x="76200" y="1281113"/>
            <a:ext cx="9067800"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b="1">
                <a:solidFill>
                  <a:srgbClr val="333333"/>
                </a:solidFill>
                <a:latin typeface="Nimbus Sans"/>
              </a:rPr>
              <a:t>Objectives – </a:t>
            </a:r>
            <a:r>
              <a:rPr lang="en-US" altLang="en-US" sz="1800">
                <a:solidFill>
                  <a:srgbClr val="333333"/>
                </a:solidFill>
                <a:latin typeface="Nimbus Sans"/>
              </a:rPr>
              <a:t>An objective turns a goal’s general statement of what is to be accomplished into a specific, quantifiable, time-sensitive statement of what is going to be achieved and when it will be achieved. Examples of business objectives are:</a:t>
            </a:r>
          </a:p>
          <a:p>
            <a:pPr>
              <a:spcBef>
                <a:spcPct val="0"/>
              </a:spcBef>
            </a:pPr>
            <a:r>
              <a:rPr lang="en-US" altLang="en-US" sz="1800" i="1">
                <a:solidFill>
                  <a:srgbClr val="333333"/>
                </a:solidFill>
                <a:latin typeface="Nimbus Sans"/>
              </a:rPr>
              <a:t>Earn at least a 20 percent after-tax rate of return on our investment during the next fiscal year</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Increase market share by 10 percent over the next three years.</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Lower operating costs by 15 percent over the next two years through improvement in the efficiency of the manufacturing process.</a:t>
            </a:r>
            <a:endParaRPr lang="en-US" altLang="en-US" sz="1800">
              <a:solidFill>
                <a:srgbClr val="333333"/>
              </a:solidFill>
              <a:latin typeface="Nimbus Sans"/>
            </a:endParaRPr>
          </a:p>
          <a:p>
            <a:pPr>
              <a:spcBef>
                <a:spcPct val="0"/>
              </a:spcBef>
            </a:pPr>
            <a:r>
              <a:rPr lang="en-US" altLang="en-US" sz="1800" i="1">
                <a:solidFill>
                  <a:srgbClr val="333333"/>
                </a:solidFill>
                <a:latin typeface="Nimbus Sans"/>
              </a:rPr>
              <a:t>Reduce the call-back time of customer inquiries and questions to no more than four hours.</a:t>
            </a:r>
            <a:endParaRPr lang="en-US" altLang="en-US" sz="1800">
              <a:solidFill>
                <a:srgbClr val="333333"/>
              </a:solidFill>
              <a:latin typeface="Nimbus Sans"/>
            </a:endParaRPr>
          </a:p>
          <a:p>
            <a:pPr>
              <a:spcBef>
                <a:spcPct val="0"/>
              </a:spcBef>
              <a:buFontTx/>
              <a:buNone/>
            </a:pPr>
            <a:r>
              <a:rPr lang="en-US" altLang="en-US" sz="1800">
                <a:solidFill>
                  <a:srgbClr val="333333"/>
                </a:solidFill>
                <a:latin typeface="Nimbus Sans"/>
              </a:rPr>
              <a:t>Objectives should meet the following criteria:</a:t>
            </a:r>
          </a:p>
          <a:p>
            <a:pPr>
              <a:spcBef>
                <a:spcPct val="0"/>
              </a:spcBef>
            </a:pPr>
            <a:r>
              <a:rPr lang="en-US" altLang="en-US" sz="1800" i="1">
                <a:solidFill>
                  <a:srgbClr val="333333"/>
                </a:solidFill>
                <a:latin typeface="Nimbus Sans"/>
              </a:rPr>
              <a:t>Measurable: </a:t>
            </a:r>
            <a:r>
              <a:rPr lang="en-US" altLang="en-US" sz="1800">
                <a:solidFill>
                  <a:srgbClr val="333333"/>
                </a:solidFill>
                <a:latin typeface="Nimbus Sans"/>
              </a:rPr>
              <a:t>What specifically will be achieved and when will it be achieved?</a:t>
            </a:r>
          </a:p>
          <a:p>
            <a:pPr>
              <a:spcBef>
                <a:spcPct val="0"/>
              </a:spcBef>
            </a:pPr>
            <a:r>
              <a:rPr lang="en-US" altLang="en-US" sz="1800" i="1">
                <a:solidFill>
                  <a:srgbClr val="333333"/>
                </a:solidFill>
                <a:latin typeface="Nimbus Sans"/>
              </a:rPr>
              <a:t>Suitable: </a:t>
            </a:r>
            <a:r>
              <a:rPr lang="en-US" altLang="en-US" sz="1800">
                <a:solidFill>
                  <a:srgbClr val="333333"/>
                </a:solidFill>
                <a:latin typeface="Nimbus Sans"/>
              </a:rPr>
              <a:t>Does it fit as a measurement for achieving the goal?</a:t>
            </a:r>
          </a:p>
          <a:p>
            <a:pPr>
              <a:spcBef>
                <a:spcPct val="0"/>
              </a:spcBef>
            </a:pPr>
            <a:r>
              <a:rPr lang="en-US" altLang="en-US" sz="1800" i="1">
                <a:solidFill>
                  <a:srgbClr val="333333"/>
                </a:solidFill>
                <a:latin typeface="Nimbus Sans"/>
              </a:rPr>
              <a:t>Feasible: </a:t>
            </a:r>
            <a:r>
              <a:rPr lang="en-US" altLang="en-US" sz="1800">
                <a:solidFill>
                  <a:srgbClr val="333333"/>
                </a:solidFill>
                <a:latin typeface="Nimbus Sans"/>
              </a:rPr>
              <a:t>Is it possible to achieve?</a:t>
            </a:r>
          </a:p>
          <a:p>
            <a:pPr>
              <a:spcBef>
                <a:spcPct val="0"/>
              </a:spcBef>
            </a:pPr>
            <a:r>
              <a:rPr lang="en-US" altLang="en-US" sz="1800" i="1">
                <a:solidFill>
                  <a:srgbClr val="333333"/>
                </a:solidFill>
                <a:latin typeface="Nimbus Sans"/>
              </a:rPr>
              <a:t>Commitment: </a:t>
            </a:r>
            <a:r>
              <a:rPr lang="en-US" altLang="en-US" sz="1800">
                <a:solidFill>
                  <a:srgbClr val="333333"/>
                </a:solidFill>
                <a:latin typeface="Nimbus Sans"/>
              </a:rPr>
              <a:t>Are people committed to achieving the objective?</a:t>
            </a:r>
          </a:p>
          <a:p>
            <a:pPr>
              <a:spcBef>
                <a:spcPct val="0"/>
              </a:spcBef>
            </a:pPr>
            <a:r>
              <a:rPr lang="en-US" altLang="en-US" sz="1800" i="1">
                <a:solidFill>
                  <a:srgbClr val="333333"/>
                </a:solidFill>
                <a:latin typeface="Nimbus Sans"/>
              </a:rPr>
              <a:t>Ownership: </a:t>
            </a:r>
            <a:r>
              <a:rPr lang="en-US" altLang="en-US" sz="1800">
                <a:solidFill>
                  <a:srgbClr val="333333"/>
                </a:solidFill>
                <a:latin typeface="Nimbus Sans"/>
              </a:rPr>
              <a:t>Are the people responsible for achieving the objective included in the objective-setting process?</a:t>
            </a:r>
          </a:p>
          <a:p>
            <a:pPr>
              <a:spcBef>
                <a:spcPct val="0"/>
              </a:spcBef>
              <a:buFontTx/>
              <a:buNone/>
            </a:pPr>
            <a:r>
              <a:rPr lang="en-US" altLang="en-US" sz="1800" b="1">
                <a:solidFill>
                  <a:srgbClr val="333333"/>
                </a:solidFill>
                <a:latin typeface="Nimbus Sans"/>
              </a:rPr>
              <a:t>Action Plans – </a:t>
            </a:r>
            <a:r>
              <a:rPr lang="en-US" altLang="en-US" sz="1800">
                <a:solidFill>
                  <a:srgbClr val="333333"/>
                </a:solidFill>
                <a:latin typeface="Nimbus Sans"/>
              </a:rPr>
              <a:t>Action plans are statements of specific actions or activities that will be used to achieve a goal within the constraints of the objective.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F147E06-FA65-C395-9646-20707D2783A0}"/>
                  </a:ext>
                </a:extLst>
              </p14:cNvPr>
              <p14:cNvContentPartPr/>
              <p14:nvPr/>
            </p14:nvContentPartPr>
            <p14:xfrm>
              <a:off x="1757520" y="2387520"/>
              <a:ext cx="797760" cy="89640"/>
            </p14:xfrm>
          </p:contentPart>
        </mc:Choice>
        <mc:Fallback>
          <p:pic>
            <p:nvPicPr>
              <p:cNvPr id="3" name="Ink 2">
                <a:extLst>
                  <a:ext uri="{FF2B5EF4-FFF2-40B4-BE49-F238E27FC236}">
                    <a16:creationId xmlns:a16="http://schemas.microsoft.com/office/drawing/2014/main" id="{0F147E06-FA65-C395-9646-20707D2783A0}"/>
                  </a:ext>
                </a:extLst>
              </p:cNvPr>
              <p:cNvPicPr/>
              <p:nvPr/>
            </p:nvPicPr>
            <p:blipFill>
              <a:blip r:embed="rId3"/>
              <a:stretch>
                <a:fillRect/>
              </a:stretch>
            </p:blipFill>
            <p:spPr>
              <a:xfrm>
                <a:off x="1748160" y="2378160"/>
                <a:ext cx="8164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32ADDF03-3063-CEA4-A83B-C6DAE19F0A18}"/>
                  </a:ext>
                </a:extLst>
              </p14:cNvPr>
              <p14:cNvContentPartPr/>
              <p14:nvPr/>
            </p14:nvContentPartPr>
            <p14:xfrm>
              <a:off x="2858400" y="2943360"/>
              <a:ext cx="3714480" cy="118440"/>
            </p14:xfrm>
          </p:contentPart>
        </mc:Choice>
        <mc:Fallback>
          <p:pic>
            <p:nvPicPr>
              <p:cNvPr id="4" name="Ink 3">
                <a:extLst>
                  <a:ext uri="{FF2B5EF4-FFF2-40B4-BE49-F238E27FC236}">
                    <a16:creationId xmlns:a16="http://schemas.microsoft.com/office/drawing/2014/main" id="{32ADDF03-3063-CEA4-A83B-C6DAE19F0A18}"/>
                  </a:ext>
                </a:extLst>
              </p:cNvPr>
              <p:cNvPicPr/>
              <p:nvPr/>
            </p:nvPicPr>
            <p:blipFill>
              <a:blip r:embed="rId5"/>
              <a:stretch>
                <a:fillRect/>
              </a:stretch>
            </p:blipFill>
            <p:spPr>
              <a:xfrm>
                <a:off x="2849040" y="2934000"/>
                <a:ext cx="3733200" cy="1371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81514B-9732-6C39-3127-E93E73049558}"/>
              </a:ext>
            </a:extLst>
          </p:cNvPr>
          <p:cNvSpPr>
            <a:spLocks noGrp="1"/>
          </p:cNvSpPr>
          <p:nvPr>
            <p:ph sz="quarter" idx="10"/>
          </p:nvPr>
        </p:nvSpPr>
        <p:spPr/>
        <p:txBody>
          <a:bodyPr>
            <a:normAutofit fontScale="92500"/>
          </a:bodyPr>
          <a:lstStyle/>
          <a:p>
            <a:pPr>
              <a:defRPr/>
            </a:pPr>
            <a:r>
              <a:rPr lang="en-US" dirty="0"/>
              <a:t>Actions Plans within the context of goals and objectives</a:t>
            </a:r>
            <a:endParaRPr lang="en-IN" dirty="0"/>
          </a:p>
        </p:txBody>
      </p:sp>
      <p:sp>
        <p:nvSpPr>
          <p:cNvPr id="38915" name="Rectangle 1">
            <a:extLst>
              <a:ext uri="{FF2B5EF4-FFF2-40B4-BE49-F238E27FC236}">
                <a16:creationId xmlns:a16="http://schemas.microsoft.com/office/drawing/2014/main" id="{CEFB150E-2839-4FE7-94FB-E68A7E723DF6}"/>
              </a:ext>
            </a:extLst>
          </p:cNvPr>
          <p:cNvSpPr>
            <a:spLocks noChangeArrowheads="1"/>
          </p:cNvSpPr>
          <p:nvPr/>
        </p:nvSpPr>
        <p:spPr bwMode="auto">
          <a:xfrm>
            <a:off x="1023938" y="2284413"/>
            <a:ext cx="329088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a:solidFill>
                  <a:srgbClr val="333333"/>
                </a:solidFill>
                <a:latin typeface="Nimbus Sans"/>
              </a:rPr>
              <a:t>Examples of action plans within the context :</a:t>
            </a:r>
            <a:endParaRPr lang="en-US" altLang="en-US" sz="800"/>
          </a:p>
          <a:p>
            <a:pPr>
              <a:spcBef>
                <a:spcPct val="0"/>
              </a:spcBef>
              <a:buFontTx/>
              <a:buNone/>
            </a:pPr>
            <a:r>
              <a:rPr lang="en-US" altLang="en-US" sz="1200">
                <a:solidFill>
                  <a:srgbClr val="333333"/>
                </a:solidFill>
                <a:latin typeface="Nimbus Sans"/>
              </a:rPr>
              <a:t>  </a:t>
            </a:r>
            <a:endParaRPr lang="en-US" altLang="en-US" sz="18800">
              <a:solidFill>
                <a:srgbClr val="333333"/>
              </a:solidFill>
              <a:latin typeface="Nimbus Sans"/>
            </a:endParaRPr>
          </a:p>
        </p:txBody>
      </p:sp>
      <p:pic>
        <p:nvPicPr>
          <p:cNvPr id="38916" name="Picture 2" descr="goal, objective, action plan table 1">
            <a:extLst>
              <a:ext uri="{FF2B5EF4-FFF2-40B4-BE49-F238E27FC236}">
                <a16:creationId xmlns:a16="http://schemas.microsoft.com/office/drawing/2014/main" id="{CB4D09D8-1EEA-DDC7-81F5-FF6F69AA6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00200"/>
            <a:ext cx="8610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3DADF8B-C552-8BCC-DCAB-F9F9C379DD8B}"/>
                  </a:ext>
                </a:extLst>
              </p14:cNvPr>
              <p14:cNvContentPartPr/>
              <p14:nvPr/>
            </p14:nvContentPartPr>
            <p14:xfrm>
              <a:off x="293760" y="2381400"/>
              <a:ext cx="2865600" cy="3150720"/>
            </p14:xfrm>
          </p:contentPart>
        </mc:Choice>
        <mc:Fallback>
          <p:pic>
            <p:nvPicPr>
              <p:cNvPr id="3" name="Ink 2">
                <a:extLst>
                  <a:ext uri="{FF2B5EF4-FFF2-40B4-BE49-F238E27FC236}">
                    <a16:creationId xmlns:a16="http://schemas.microsoft.com/office/drawing/2014/main" id="{53DADF8B-C552-8BCC-DCAB-F9F9C379DD8B}"/>
                  </a:ext>
                </a:extLst>
              </p:cNvPr>
              <p:cNvPicPr/>
              <p:nvPr/>
            </p:nvPicPr>
            <p:blipFill>
              <a:blip r:embed="rId4"/>
              <a:stretch>
                <a:fillRect/>
              </a:stretch>
            </p:blipFill>
            <p:spPr>
              <a:xfrm>
                <a:off x="284400" y="2372040"/>
                <a:ext cx="2884320" cy="316944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35F54D-972D-F973-A937-0A72F80A5064}"/>
              </a:ext>
            </a:extLst>
          </p:cNvPr>
          <p:cNvSpPr>
            <a:spLocks noGrp="1"/>
          </p:cNvSpPr>
          <p:nvPr>
            <p:ph sz="quarter" idx="10"/>
          </p:nvPr>
        </p:nvSpPr>
        <p:spPr/>
        <p:txBody>
          <a:bodyPr/>
          <a:lstStyle/>
          <a:p>
            <a:pPr>
              <a:defRPr/>
            </a:pPr>
            <a:r>
              <a:rPr lang="en-US" dirty="0"/>
              <a:t>Vision, Mission, …</a:t>
            </a:r>
            <a:endParaRPr lang="en-IN" dirty="0"/>
          </a:p>
        </p:txBody>
      </p:sp>
      <p:sp>
        <p:nvSpPr>
          <p:cNvPr id="39939" name="Rectangle 2">
            <a:extLst>
              <a:ext uri="{FF2B5EF4-FFF2-40B4-BE49-F238E27FC236}">
                <a16:creationId xmlns:a16="http://schemas.microsoft.com/office/drawing/2014/main" id="{BAD91383-E885-1EA9-9CCD-193C305F17E3}"/>
              </a:ext>
            </a:extLst>
          </p:cNvPr>
          <p:cNvSpPr>
            <a:spLocks noChangeArrowheads="1"/>
          </p:cNvSpPr>
          <p:nvPr/>
        </p:nvSpPr>
        <p:spPr bwMode="auto">
          <a:xfrm>
            <a:off x="152400" y="1295400"/>
            <a:ext cx="86868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a:solidFill>
                  <a:srgbClr val="333333"/>
                </a:solidFill>
                <a:latin typeface="Nimbus Sans"/>
              </a:rPr>
              <a:t>Examples of strategies, goals, objectives and action plans are shown for a business organization designed </a:t>
            </a:r>
            <a:r>
              <a:rPr lang="en-US" altLang="en-US" sz="2400" i="1">
                <a:solidFill>
                  <a:srgbClr val="333333"/>
                </a:solidFill>
                <a:latin typeface="Nimbus Sans"/>
              </a:rPr>
              <a:t>to improve the rural economy through developing rural businesses</a:t>
            </a:r>
            <a:r>
              <a:rPr lang="en-US" altLang="en-US" sz="2400">
                <a:solidFill>
                  <a:srgbClr val="333333"/>
                </a:solidFill>
                <a:latin typeface="Nimbus Sans"/>
              </a:rPr>
              <a:t>. </a:t>
            </a:r>
          </a:p>
          <a:p>
            <a:pPr>
              <a:spcBef>
                <a:spcPct val="0"/>
              </a:spcBef>
              <a:buFontTx/>
              <a:buNone/>
            </a:pPr>
            <a:r>
              <a:rPr lang="en-US" altLang="en-US" sz="2400">
                <a:solidFill>
                  <a:srgbClr val="333333"/>
                </a:solidFill>
                <a:latin typeface="Nimbus Sans"/>
              </a:rPr>
              <a:t>Remember, the vision is what you want to accomplish. </a:t>
            </a:r>
          </a:p>
          <a:p>
            <a:pPr>
              <a:spcBef>
                <a:spcPct val="0"/>
              </a:spcBef>
              <a:buFontTx/>
              <a:buNone/>
            </a:pPr>
            <a:r>
              <a:rPr lang="en-US" altLang="en-US" sz="2400">
                <a:solidFill>
                  <a:srgbClr val="333333"/>
                </a:solidFill>
                <a:latin typeface="Nimbus Sans"/>
              </a:rPr>
              <a:t>Mission is a general statement of how you will achieve your vision. </a:t>
            </a:r>
          </a:p>
          <a:p>
            <a:pPr>
              <a:spcBef>
                <a:spcPct val="0"/>
              </a:spcBef>
              <a:buFontTx/>
              <a:buNone/>
            </a:pPr>
            <a:r>
              <a:rPr lang="en-US" altLang="en-US" sz="2400">
                <a:solidFill>
                  <a:srgbClr val="333333"/>
                </a:solidFill>
                <a:latin typeface="Nimbus Sans"/>
              </a:rPr>
              <a:t>Strategies are a series of ways of using the mission to achieve the vision. </a:t>
            </a:r>
          </a:p>
          <a:p>
            <a:pPr>
              <a:spcBef>
                <a:spcPct val="0"/>
              </a:spcBef>
              <a:buFontTx/>
              <a:buNone/>
            </a:pPr>
            <a:r>
              <a:rPr lang="en-US" altLang="en-US" sz="2400">
                <a:solidFill>
                  <a:srgbClr val="333333"/>
                </a:solidFill>
                <a:latin typeface="Nimbus Sans"/>
              </a:rPr>
              <a:t>Goals are statements of what needs to be accomplished to implement the strategy. </a:t>
            </a:r>
          </a:p>
          <a:p>
            <a:pPr>
              <a:spcBef>
                <a:spcPct val="0"/>
              </a:spcBef>
              <a:buFontTx/>
              <a:buNone/>
            </a:pPr>
            <a:r>
              <a:rPr lang="en-US" altLang="en-US" sz="2400">
                <a:solidFill>
                  <a:srgbClr val="333333"/>
                </a:solidFill>
                <a:latin typeface="Nimbus Sans"/>
              </a:rPr>
              <a:t>Objectives are specific actions and timelines for achieving the goal. </a:t>
            </a:r>
          </a:p>
          <a:p>
            <a:pPr>
              <a:spcBef>
                <a:spcPct val="0"/>
              </a:spcBef>
              <a:buFontTx/>
              <a:buNone/>
            </a:pPr>
            <a:r>
              <a:rPr lang="en-US" altLang="en-US" sz="2400">
                <a:solidFill>
                  <a:srgbClr val="333333"/>
                </a:solidFill>
                <a:latin typeface="Nimbus Sans"/>
              </a:rPr>
              <a:t>Action plans are specific actions that need to be taken for reaching the milestones within the timeline of the objectives.</a:t>
            </a:r>
            <a:endParaRPr lang="en-IN"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B3FB38-4BE9-0352-6399-C78C631A224B}"/>
              </a:ext>
            </a:extLst>
          </p:cNvPr>
          <p:cNvSpPr>
            <a:spLocks noGrp="1"/>
          </p:cNvSpPr>
          <p:nvPr>
            <p:ph sz="quarter" idx="10"/>
          </p:nvPr>
        </p:nvSpPr>
        <p:spPr/>
        <p:txBody>
          <a:bodyPr/>
          <a:lstStyle/>
          <a:p>
            <a:pPr>
              <a:defRPr/>
            </a:pPr>
            <a:r>
              <a:rPr lang="en-US" dirty="0"/>
              <a:t>Example</a:t>
            </a:r>
            <a:endParaRPr lang="en-IN" dirty="0"/>
          </a:p>
        </p:txBody>
      </p:sp>
      <p:pic>
        <p:nvPicPr>
          <p:cNvPr id="40963" name="Picture 2" descr="examples">
            <a:extLst>
              <a:ext uri="{FF2B5EF4-FFF2-40B4-BE49-F238E27FC236}">
                <a16:creationId xmlns:a16="http://schemas.microsoft.com/office/drawing/2014/main" id="{577078A1-B655-56A0-7E4B-970BCAD7A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3030"/>
          <a:stretch>
            <a:fillRect/>
          </a:stretch>
        </p:blipFill>
        <p:spPr bwMode="auto">
          <a:xfrm>
            <a:off x="1143000" y="1447800"/>
            <a:ext cx="7467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15CBA015-192B-3AC1-BACF-95C457A2E906}"/>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sz="3200"/>
              <a:t>Review and Define the Organizational Mission</a:t>
            </a:r>
          </a:p>
          <a:p>
            <a:pPr algn="just" fontAlgn="base">
              <a:spcAft>
                <a:spcPct val="0"/>
              </a:spcAft>
              <a:buFont typeface="Arial" pitchFamily="34" charset="0"/>
              <a:buChar char="•"/>
            </a:pPr>
            <a:r>
              <a:rPr lang="en-US" altLang="en-US" sz="3200"/>
              <a:t>Analyze and Formulate Strategies </a:t>
            </a:r>
          </a:p>
          <a:p>
            <a:pPr algn="just" fontAlgn="base">
              <a:spcAft>
                <a:spcPct val="0"/>
              </a:spcAft>
              <a:buFont typeface="Arial" pitchFamily="34" charset="0"/>
              <a:buChar char="•"/>
            </a:pPr>
            <a:r>
              <a:rPr lang="en-US" altLang="en-US" sz="3200"/>
              <a:t>Set Objectives to Achieve Strategy</a:t>
            </a:r>
          </a:p>
          <a:p>
            <a:pPr algn="just" fontAlgn="base">
              <a:spcAft>
                <a:spcPct val="0"/>
              </a:spcAft>
              <a:buFont typeface="Arial" pitchFamily="34" charset="0"/>
              <a:buChar char="•"/>
            </a:pPr>
            <a:r>
              <a:rPr lang="en-US" altLang="en-US" sz="3200"/>
              <a:t>Implement Strategies Through Projects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5A33814E-3DA9-A802-3AC0-718E3CF3D34A}"/>
              </a:ext>
            </a:extLst>
          </p:cNvPr>
          <p:cNvSpPr>
            <a:spLocks noGrp="1"/>
          </p:cNvSpPr>
          <p:nvPr>
            <p:ph sz="quarter" idx="10"/>
          </p:nvPr>
        </p:nvSpPr>
        <p:spPr/>
        <p:txBody>
          <a:bodyPr rtlCol="0"/>
          <a:lstStyle/>
          <a:p>
            <a:pPr eaLnBrk="1" fontAlgn="auto" hangingPunct="1">
              <a:spcAft>
                <a:spcPts val="0"/>
              </a:spcAft>
              <a:defRPr/>
            </a:pPr>
            <a:r>
              <a:rPr lang="en-US" dirty="0"/>
              <a:t>Four Activities of the Strategic Mgmt Process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D3C137D-06B4-F1AE-8081-13EEB1104799}"/>
                  </a:ext>
                </a:extLst>
              </p14:cNvPr>
              <p14:cNvContentPartPr/>
              <p14:nvPr/>
            </p14:nvContentPartPr>
            <p14:xfrm>
              <a:off x="278280" y="1775520"/>
              <a:ext cx="1532880" cy="1218960"/>
            </p14:xfrm>
          </p:contentPart>
        </mc:Choice>
        <mc:Fallback>
          <p:pic>
            <p:nvPicPr>
              <p:cNvPr id="2" name="Ink 1">
                <a:extLst>
                  <a:ext uri="{FF2B5EF4-FFF2-40B4-BE49-F238E27FC236}">
                    <a16:creationId xmlns:a16="http://schemas.microsoft.com/office/drawing/2014/main" id="{BD3C137D-06B4-F1AE-8081-13EEB1104799}"/>
                  </a:ext>
                </a:extLst>
              </p:cNvPr>
              <p:cNvPicPr/>
              <p:nvPr/>
            </p:nvPicPr>
            <p:blipFill>
              <a:blip r:embed="rId3"/>
              <a:stretch>
                <a:fillRect/>
              </a:stretch>
            </p:blipFill>
            <p:spPr>
              <a:xfrm>
                <a:off x="268920" y="1766160"/>
                <a:ext cx="1551600" cy="123768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1E4068-F568-846A-6146-B6C342A17761}"/>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426D4DF-6477-7A9C-4690-77F3E8C5B764}"/>
                  </a:ext>
                </a:extLst>
              </p14:cNvPr>
              <p14:cNvContentPartPr/>
              <p14:nvPr/>
            </p14:nvContentPartPr>
            <p14:xfrm>
              <a:off x="971640" y="865080"/>
              <a:ext cx="7501680" cy="4827240"/>
            </p14:xfrm>
          </p:contentPart>
        </mc:Choice>
        <mc:Fallback>
          <p:pic>
            <p:nvPicPr>
              <p:cNvPr id="3" name="Ink 2">
                <a:extLst>
                  <a:ext uri="{FF2B5EF4-FFF2-40B4-BE49-F238E27FC236}">
                    <a16:creationId xmlns:a16="http://schemas.microsoft.com/office/drawing/2014/main" id="{C426D4DF-6477-7A9C-4690-77F3E8C5B764}"/>
                  </a:ext>
                </a:extLst>
              </p:cNvPr>
              <p:cNvPicPr/>
              <p:nvPr/>
            </p:nvPicPr>
            <p:blipFill>
              <a:blip r:embed="rId3"/>
              <a:stretch>
                <a:fillRect/>
              </a:stretch>
            </p:blipFill>
            <p:spPr>
              <a:xfrm>
                <a:off x="962280" y="855720"/>
                <a:ext cx="7520400" cy="484596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1FBB3E-3896-109E-4FAF-8C2DDD43D617}"/>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A1ED9E8-32B3-A99C-BBEB-092F35F112E9}"/>
                  </a:ext>
                </a:extLst>
              </p14:cNvPr>
              <p14:cNvContentPartPr/>
              <p14:nvPr/>
            </p14:nvContentPartPr>
            <p14:xfrm>
              <a:off x="1433880" y="832680"/>
              <a:ext cx="7714800" cy="4632120"/>
            </p14:xfrm>
          </p:contentPart>
        </mc:Choice>
        <mc:Fallback>
          <p:pic>
            <p:nvPicPr>
              <p:cNvPr id="3" name="Ink 2">
                <a:extLst>
                  <a:ext uri="{FF2B5EF4-FFF2-40B4-BE49-F238E27FC236}">
                    <a16:creationId xmlns:a16="http://schemas.microsoft.com/office/drawing/2014/main" id="{7A1ED9E8-32B3-A99C-BBEB-092F35F112E9}"/>
                  </a:ext>
                </a:extLst>
              </p:cNvPr>
              <p:cNvPicPr/>
              <p:nvPr/>
            </p:nvPicPr>
            <p:blipFill>
              <a:blip r:embed="rId3"/>
              <a:stretch>
                <a:fillRect/>
              </a:stretch>
            </p:blipFill>
            <p:spPr>
              <a:xfrm>
                <a:off x="1424520" y="823320"/>
                <a:ext cx="7733520" cy="465084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32FD04A4-DE6E-A510-567E-4E5EACA7CC1C}"/>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Mission Statements Identify the Scope of the Organization in Terms of its Product or Service.</a:t>
            </a:r>
          </a:p>
          <a:p>
            <a:pPr algn="just" fontAlgn="base">
              <a:spcAft>
                <a:spcPct val="0"/>
              </a:spcAft>
              <a:buFont typeface="Arial" pitchFamily="34" charset="0"/>
              <a:buChar char="•"/>
            </a:pPr>
            <a:r>
              <a:rPr lang="en-US" altLang="en-US"/>
              <a:t>The mission statement communicates and identifies the purpose of the Org’n to all stakeholders.</a:t>
            </a:r>
          </a:p>
          <a:p>
            <a:pPr algn="just" fontAlgn="base">
              <a:spcAft>
                <a:spcPct val="0"/>
              </a:spcAft>
              <a:buFont typeface="Arial" pitchFamily="34" charset="0"/>
              <a:buChar char="•"/>
            </a:pPr>
            <a:r>
              <a:rPr lang="en-US" altLang="en-US"/>
              <a:t>Traditional components found in MS’s are: major products and services, target customers and markets, and geographical domain.</a:t>
            </a:r>
          </a:p>
          <a:p>
            <a:pPr algn="just" fontAlgn="base">
              <a:spcAft>
                <a:spcPct val="0"/>
              </a:spcAft>
              <a:buFont typeface="Arial" pitchFamily="34" charset="0"/>
              <a:buChar char="•"/>
            </a:pPr>
            <a:r>
              <a:rPr lang="en-US" altLang="en-US"/>
              <a:t>Frequently include Organizational Philosophy, Key Technologies, Public Image and Contribution to Society.</a:t>
            </a:r>
          </a:p>
          <a:p>
            <a:pPr algn="just" fontAlgn="base">
              <a:spcAft>
                <a:spcPct val="0"/>
              </a:spcAft>
            </a:pPr>
            <a:r>
              <a:rPr lang="en-US" altLang="en-US" sz="1600"/>
              <a:t>Examples </a:t>
            </a:r>
          </a:p>
          <a:p>
            <a:pPr algn="just" fontAlgn="base">
              <a:spcAft>
                <a:spcPct val="0"/>
              </a:spcAft>
              <a:buFont typeface="Arial" pitchFamily="34" charset="0"/>
              <a:buChar char="•"/>
            </a:pPr>
            <a:r>
              <a:rPr lang="en-US" altLang="en-US" sz="1600"/>
              <a:t>Provide Cloud Computing Services </a:t>
            </a:r>
          </a:p>
          <a:p>
            <a:pPr algn="just" fontAlgn="base">
              <a:spcAft>
                <a:spcPct val="0"/>
              </a:spcAft>
              <a:buFont typeface="Arial" pitchFamily="34" charset="0"/>
              <a:buChar char="•"/>
            </a:pPr>
            <a:r>
              <a:rPr lang="en-US" altLang="en-US" sz="1600"/>
              <a:t>Provide Data Mining Services </a:t>
            </a:r>
          </a:p>
          <a:p>
            <a:pPr algn="just" fontAlgn="base">
              <a:spcAft>
                <a:spcPct val="0"/>
              </a:spcAft>
              <a:buFont typeface="Arial" pitchFamily="34" charset="0"/>
              <a:buChar char="•"/>
            </a:pPr>
            <a:r>
              <a:rPr lang="en-US" altLang="en-US" sz="1600"/>
              <a:t>Provide Information Technology Services</a:t>
            </a:r>
          </a:p>
          <a:p>
            <a:pPr algn="just" fontAlgn="base">
              <a:spcAft>
                <a:spcPct val="0"/>
              </a:spcAft>
              <a:buFont typeface="Arial" pitchFamily="34" charset="0"/>
              <a:buChar char="•"/>
            </a:pPr>
            <a:r>
              <a:rPr lang="en-US" altLang="en-US" sz="1600"/>
              <a:t>Increase Shareholder Value</a:t>
            </a:r>
          </a:p>
          <a:p>
            <a:pPr algn="just" fontAlgn="base">
              <a:spcAft>
                <a:spcPct val="0"/>
              </a:spcAft>
              <a:buFont typeface="Arial" pitchFamily="34" charset="0"/>
              <a:buChar char="•"/>
            </a:pPr>
            <a:r>
              <a:rPr lang="en-US" altLang="en-US" sz="1600"/>
              <a:t>Provide High-value Products to Our Customer.</a:t>
            </a:r>
          </a:p>
          <a:p>
            <a:pPr algn="just" fontAlgn="base">
              <a:spcAft>
                <a:spcPct val="0"/>
              </a:spcAft>
              <a:buFont typeface="Arial" pitchFamily="34" charset="0"/>
              <a:buChar char="•"/>
            </a:pPr>
            <a:endParaRPr lang="en-US" altLang="en-US"/>
          </a:p>
        </p:txBody>
      </p:sp>
      <p:sp>
        <p:nvSpPr>
          <p:cNvPr id="4" name="Content Placeholder 3">
            <a:extLst>
              <a:ext uri="{FF2B5EF4-FFF2-40B4-BE49-F238E27FC236}">
                <a16:creationId xmlns:a16="http://schemas.microsoft.com/office/drawing/2014/main" id="{D006C8A3-5BC6-5061-6AF1-512C0440528A}"/>
              </a:ext>
            </a:extLst>
          </p:cNvPr>
          <p:cNvSpPr>
            <a:spLocks noGrp="1"/>
          </p:cNvSpPr>
          <p:nvPr>
            <p:ph sz="quarter" idx="10"/>
          </p:nvPr>
        </p:nvSpPr>
        <p:spPr/>
        <p:txBody>
          <a:bodyPr rtlCol="0"/>
          <a:lstStyle/>
          <a:p>
            <a:pPr eaLnBrk="1" fontAlgn="auto" hangingPunct="1">
              <a:spcAft>
                <a:spcPts val="0"/>
              </a:spcAft>
              <a:defRPr/>
            </a:pPr>
            <a:r>
              <a:rPr lang="en-US" dirty="0"/>
              <a:t>Review and Define the Organizational Mission</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7E7DA59-2587-B44C-2F32-B142F1C03A94}"/>
                  </a:ext>
                </a:extLst>
              </p14:cNvPr>
              <p14:cNvContentPartPr/>
              <p14:nvPr/>
            </p14:nvContentPartPr>
            <p14:xfrm>
              <a:off x="1440720" y="5393520"/>
              <a:ext cx="3670200" cy="1411920"/>
            </p14:xfrm>
          </p:contentPart>
        </mc:Choice>
        <mc:Fallback>
          <p:pic>
            <p:nvPicPr>
              <p:cNvPr id="2" name="Ink 1">
                <a:extLst>
                  <a:ext uri="{FF2B5EF4-FFF2-40B4-BE49-F238E27FC236}">
                    <a16:creationId xmlns:a16="http://schemas.microsoft.com/office/drawing/2014/main" id="{27E7DA59-2587-B44C-2F32-B142F1C03A94}"/>
                  </a:ext>
                </a:extLst>
              </p:cNvPr>
              <p:cNvPicPr/>
              <p:nvPr/>
            </p:nvPicPr>
            <p:blipFill>
              <a:blip r:embed="rId3"/>
              <a:stretch>
                <a:fillRect/>
              </a:stretch>
            </p:blipFill>
            <p:spPr>
              <a:xfrm>
                <a:off x="1431360" y="5384160"/>
                <a:ext cx="3688920" cy="143064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1">
            <a:extLst>
              <a:ext uri="{FF2B5EF4-FFF2-40B4-BE49-F238E27FC236}">
                <a16:creationId xmlns:a16="http://schemas.microsoft.com/office/drawing/2014/main" id="{5F3D4951-887B-782D-ADB5-725EA35D96AE}"/>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What needs to be done to reach objectives.</a:t>
            </a:r>
          </a:p>
          <a:p>
            <a:pPr algn="just" fontAlgn="base">
              <a:spcAft>
                <a:spcPct val="0"/>
              </a:spcAft>
              <a:buFont typeface="Arial" pitchFamily="34" charset="0"/>
              <a:buChar char="•"/>
            </a:pPr>
            <a:r>
              <a:rPr lang="en-US" altLang="en-US"/>
              <a:t>SF includes determining and evaluating alternatives that support the Orgn’s objectives and selecting the best alternative.</a:t>
            </a:r>
          </a:p>
          <a:p>
            <a:pPr algn="just" fontAlgn="base">
              <a:spcAft>
                <a:spcPct val="0"/>
              </a:spcAft>
              <a:buFont typeface="Arial" pitchFamily="34" charset="0"/>
              <a:buChar char="•"/>
            </a:pPr>
            <a:r>
              <a:rPr lang="en-US" altLang="en-US"/>
              <a:t>The first step is an evaluation of the past and current position of the enterprise – an analysis of who are the customers and what are their needs as they see them. </a:t>
            </a:r>
          </a:p>
          <a:p>
            <a:pPr algn="just" fontAlgn="base">
              <a:spcAft>
                <a:spcPct val="0"/>
              </a:spcAft>
              <a:buFont typeface="Arial" pitchFamily="34" charset="0"/>
              <a:buChar char="•"/>
            </a:pPr>
            <a:r>
              <a:rPr lang="en-US" altLang="en-US"/>
              <a:t>The next step is an assessment of the Internal and External Environments.</a:t>
            </a:r>
          </a:p>
          <a:p>
            <a:pPr algn="just" fontAlgn="base">
              <a:spcAft>
                <a:spcPct val="0"/>
              </a:spcAft>
              <a:buFont typeface="Arial" pitchFamily="34" charset="0"/>
              <a:buChar char="•"/>
            </a:pPr>
            <a:r>
              <a:rPr lang="en-US" altLang="en-US"/>
              <a:t>SWOT Analysis </a:t>
            </a:r>
          </a:p>
          <a:p>
            <a:pPr algn="just" fontAlgn="base">
              <a:spcAft>
                <a:spcPct val="0"/>
              </a:spcAft>
              <a:buFont typeface="Arial" pitchFamily="34" charset="0"/>
              <a:buChar char="•"/>
            </a:pPr>
            <a:r>
              <a:rPr lang="en-US" altLang="en-US"/>
              <a:t>Formulating strategy might range around 20 percent of management’s effort.</a:t>
            </a:r>
          </a:p>
          <a:p>
            <a:pPr algn="just" fontAlgn="base">
              <a:spcAft>
                <a:spcPct val="0"/>
              </a:spcAft>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ECA47465-52D6-BA95-8308-8A79423A4C60}"/>
              </a:ext>
            </a:extLst>
          </p:cNvPr>
          <p:cNvSpPr>
            <a:spLocks noGrp="1"/>
          </p:cNvSpPr>
          <p:nvPr>
            <p:ph sz="quarter" idx="10"/>
          </p:nvPr>
        </p:nvSpPr>
        <p:spPr/>
        <p:txBody>
          <a:bodyPr/>
          <a:lstStyle/>
          <a:p>
            <a:pPr>
              <a:buFont typeface="Arial" charset="0"/>
              <a:buNone/>
              <a:defRPr/>
            </a:pPr>
            <a:r>
              <a:rPr lang="en-US" dirty="0"/>
              <a:t>Analyze and Formulate Strategies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15EFD3D-4A16-E8F1-23C4-7FFE8F9D29C2}"/>
                  </a:ext>
                </a:extLst>
              </p14:cNvPr>
              <p14:cNvContentPartPr/>
              <p14:nvPr/>
            </p14:nvContentPartPr>
            <p14:xfrm>
              <a:off x="810720" y="3497400"/>
              <a:ext cx="1973520" cy="2029320"/>
            </p14:xfrm>
          </p:contentPart>
        </mc:Choice>
        <mc:Fallback>
          <p:pic>
            <p:nvPicPr>
              <p:cNvPr id="2" name="Ink 1">
                <a:extLst>
                  <a:ext uri="{FF2B5EF4-FFF2-40B4-BE49-F238E27FC236}">
                    <a16:creationId xmlns:a16="http://schemas.microsoft.com/office/drawing/2014/main" id="{315EFD3D-4A16-E8F1-23C4-7FFE8F9D29C2}"/>
                  </a:ext>
                </a:extLst>
              </p:cNvPr>
              <p:cNvPicPr/>
              <p:nvPr/>
            </p:nvPicPr>
            <p:blipFill>
              <a:blip r:embed="rId3"/>
              <a:stretch>
                <a:fillRect/>
              </a:stretch>
            </p:blipFill>
            <p:spPr>
              <a:xfrm>
                <a:off x="801360" y="3488040"/>
                <a:ext cx="1992240" cy="2048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5BFC674-603A-A69C-9CEC-D167ABECF449}"/>
                  </a:ext>
                </a:extLst>
              </p14:cNvPr>
              <p14:cNvContentPartPr/>
              <p14:nvPr/>
            </p14:nvContentPartPr>
            <p14:xfrm>
              <a:off x="6541560" y="5881320"/>
              <a:ext cx="471240" cy="36000"/>
            </p14:xfrm>
          </p:contentPart>
        </mc:Choice>
        <mc:Fallback>
          <p:pic>
            <p:nvPicPr>
              <p:cNvPr id="4" name="Ink 3">
                <a:extLst>
                  <a:ext uri="{FF2B5EF4-FFF2-40B4-BE49-F238E27FC236}">
                    <a16:creationId xmlns:a16="http://schemas.microsoft.com/office/drawing/2014/main" id="{E5BFC674-603A-A69C-9CEC-D167ABECF449}"/>
                  </a:ext>
                </a:extLst>
              </p:cNvPr>
              <p:cNvPicPr/>
              <p:nvPr/>
            </p:nvPicPr>
            <p:blipFill>
              <a:blip r:embed="rId5"/>
              <a:stretch>
                <a:fillRect/>
              </a:stretch>
            </p:blipFill>
            <p:spPr>
              <a:xfrm>
                <a:off x="6532200" y="5871960"/>
                <a:ext cx="489960" cy="5472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74BC78-E55B-3D98-3498-183E1429A7E2}"/>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DB0FD7F-E3EF-6947-C507-5A8EE6114D1A}"/>
                  </a:ext>
                </a:extLst>
              </p14:cNvPr>
              <p14:cNvContentPartPr/>
              <p14:nvPr/>
            </p14:nvContentPartPr>
            <p14:xfrm>
              <a:off x="1492560" y="892440"/>
              <a:ext cx="7196400" cy="3543120"/>
            </p14:xfrm>
          </p:contentPart>
        </mc:Choice>
        <mc:Fallback>
          <p:pic>
            <p:nvPicPr>
              <p:cNvPr id="3" name="Ink 2">
                <a:extLst>
                  <a:ext uri="{FF2B5EF4-FFF2-40B4-BE49-F238E27FC236}">
                    <a16:creationId xmlns:a16="http://schemas.microsoft.com/office/drawing/2014/main" id="{BDB0FD7F-E3EF-6947-C507-5A8EE6114D1A}"/>
                  </a:ext>
                </a:extLst>
              </p:cNvPr>
              <p:cNvPicPr/>
              <p:nvPr/>
            </p:nvPicPr>
            <p:blipFill>
              <a:blip r:embed="rId3"/>
              <a:stretch>
                <a:fillRect/>
              </a:stretch>
            </p:blipFill>
            <p:spPr>
              <a:xfrm>
                <a:off x="1483200" y="883080"/>
                <a:ext cx="7215120" cy="3561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ABEE26E6-C456-0B18-704A-091E83C2C73A}"/>
                  </a:ext>
                </a:extLst>
              </p14:cNvPr>
              <p14:cNvContentPartPr/>
              <p14:nvPr/>
            </p14:nvContentPartPr>
            <p14:xfrm>
              <a:off x="1547640" y="4508280"/>
              <a:ext cx="7408800" cy="2103120"/>
            </p14:xfrm>
          </p:contentPart>
        </mc:Choice>
        <mc:Fallback>
          <p:pic>
            <p:nvPicPr>
              <p:cNvPr id="4" name="Ink 3">
                <a:extLst>
                  <a:ext uri="{FF2B5EF4-FFF2-40B4-BE49-F238E27FC236}">
                    <a16:creationId xmlns:a16="http://schemas.microsoft.com/office/drawing/2014/main" id="{ABEE26E6-C456-0B18-704A-091E83C2C73A}"/>
                  </a:ext>
                </a:extLst>
              </p:cNvPr>
              <p:cNvPicPr/>
              <p:nvPr/>
            </p:nvPicPr>
            <p:blipFill>
              <a:blip r:embed="rId5"/>
              <a:stretch>
                <a:fillRect/>
              </a:stretch>
            </p:blipFill>
            <p:spPr>
              <a:xfrm>
                <a:off x="1538280" y="4498920"/>
                <a:ext cx="7427520" cy="212184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B62CEE-6FFE-E751-B020-24C6EE0AE662}"/>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EA3552D-BD5F-52DF-0C28-94E778A784E0}"/>
                  </a:ext>
                </a:extLst>
              </p14:cNvPr>
              <p14:cNvContentPartPr/>
              <p14:nvPr/>
            </p14:nvContentPartPr>
            <p14:xfrm>
              <a:off x="1119600" y="1472760"/>
              <a:ext cx="7895520" cy="4857840"/>
            </p14:xfrm>
          </p:contentPart>
        </mc:Choice>
        <mc:Fallback>
          <p:pic>
            <p:nvPicPr>
              <p:cNvPr id="3" name="Ink 2">
                <a:extLst>
                  <a:ext uri="{FF2B5EF4-FFF2-40B4-BE49-F238E27FC236}">
                    <a16:creationId xmlns:a16="http://schemas.microsoft.com/office/drawing/2014/main" id="{5EA3552D-BD5F-52DF-0C28-94E778A784E0}"/>
                  </a:ext>
                </a:extLst>
              </p:cNvPr>
              <p:cNvPicPr/>
              <p:nvPr/>
            </p:nvPicPr>
            <p:blipFill>
              <a:blip r:embed="rId3"/>
              <a:stretch>
                <a:fillRect/>
              </a:stretch>
            </p:blipFill>
            <p:spPr>
              <a:xfrm>
                <a:off x="1110240" y="1463400"/>
                <a:ext cx="7914240" cy="487656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B9942684-05CD-FA07-0791-6942AAE6961C}"/>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Objectives Translate Org’n Strategy into Specific, Concrete, Measurable Terms</a:t>
            </a:r>
          </a:p>
          <a:p>
            <a:pPr algn="just" fontAlgn="base">
              <a:spcAft>
                <a:spcPct val="0"/>
              </a:spcAft>
              <a:buFont typeface="Arial" pitchFamily="34" charset="0"/>
              <a:buChar char="•"/>
            </a:pPr>
            <a:r>
              <a:rPr lang="en-US" altLang="en-US"/>
              <a:t>Typically, Objectives Cover Markets, Products, Innovation, Productivity, Quality, Finance, Profitability, Employees and Consumers</a:t>
            </a:r>
          </a:p>
          <a:p>
            <a:pPr algn="just" fontAlgn="base">
              <a:spcAft>
                <a:spcPct val="0"/>
              </a:spcAft>
              <a:buFont typeface="Arial" pitchFamily="34" charset="0"/>
              <a:buChar char="•"/>
            </a:pPr>
            <a:r>
              <a:rPr lang="en-US" altLang="en-US"/>
              <a:t>Objectives should be as operational as possible, i.e. objectives should include a time frame, be measurable, be in an identifiable state, and be realistic. </a:t>
            </a:r>
          </a:p>
          <a:p>
            <a:pPr algn="just" fontAlgn="base">
              <a:spcAft>
                <a:spcPct val="0"/>
              </a:spcAft>
              <a:buFont typeface="Arial" pitchFamily="34" charset="0"/>
              <a:buChar char="•"/>
            </a:pPr>
            <a:r>
              <a:rPr lang="en-US" altLang="en-US"/>
              <a:t>SMART Goals (Specific, Measurable, Assignable, Realistic and Time Bound)</a:t>
            </a:r>
          </a:p>
        </p:txBody>
      </p:sp>
      <p:sp>
        <p:nvSpPr>
          <p:cNvPr id="4" name="Content Placeholder 3">
            <a:extLst>
              <a:ext uri="{FF2B5EF4-FFF2-40B4-BE49-F238E27FC236}">
                <a16:creationId xmlns:a16="http://schemas.microsoft.com/office/drawing/2014/main" id="{2C55EBA4-6B40-0D1B-E044-30790CBB5A6C}"/>
              </a:ext>
            </a:extLst>
          </p:cNvPr>
          <p:cNvSpPr>
            <a:spLocks noGrp="1"/>
          </p:cNvSpPr>
          <p:nvPr>
            <p:ph sz="quarter" idx="10"/>
          </p:nvPr>
        </p:nvSpPr>
        <p:spPr/>
        <p:txBody>
          <a:bodyPr rtlCol="0"/>
          <a:lstStyle/>
          <a:p>
            <a:pPr eaLnBrk="1" fontAlgn="auto" hangingPunct="1">
              <a:spcAft>
                <a:spcPts val="0"/>
              </a:spcAft>
              <a:defRPr/>
            </a:pPr>
            <a:r>
              <a:rPr lang="en-US" dirty="0"/>
              <a:t>Set Objectives to Achieve Strategies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2C99118-9EE1-6A7F-6E1F-5BE5654C378B}"/>
                  </a:ext>
                </a:extLst>
              </p14:cNvPr>
              <p14:cNvContentPartPr/>
              <p14:nvPr/>
            </p14:nvContentPartPr>
            <p14:xfrm>
              <a:off x="770040" y="4613760"/>
              <a:ext cx="6754320" cy="877320"/>
            </p14:xfrm>
          </p:contentPart>
        </mc:Choice>
        <mc:Fallback>
          <p:pic>
            <p:nvPicPr>
              <p:cNvPr id="2" name="Ink 1">
                <a:extLst>
                  <a:ext uri="{FF2B5EF4-FFF2-40B4-BE49-F238E27FC236}">
                    <a16:creationId xmlns:a16="http://schemas.microsoft.com/office/drawing/2014/main" id="{92C99118-9EE1-6A7F-6E1F-5BE5654C378B}"/>
                  </a:ext>
                </a:extLst>
              </p:cNvPr>
              <p:cNvPicPr/>
              <p:nvPr/>
            </p:nvPicPr>
            <p:blipFill>
              <a:blip r:embed="rId3"/>
              <a:stretch>
                <a:fillRect/>
              </a:stretch>
            </p:blipFill>
            <p:spPr>
              <a:xfrm>
                <a:off x="760680" y="4604400"/>
                <a:ext cx="6773040" cy="89604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8990A2D1-2E53-017F-E5DF-417DA6AA5FE6}"/>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Specific : Be Specific in Targeting an Objective</a:t>
            </a:r>
          </a:p>
          <a:p>
            <a:pPr algn="just" fontAlgn="base">
              <a:spcAft>
                <a:spcPct val="0"/>
              </a:spcAft>
              <a:buFont typeface="Arial" pitchFamily="34" charset="0"/>
              <a:buChar char="•"/>
            </a:pPr>
            <a:r>
              <a:rPr lang="en-US" altLang="en-US"/>
              <a:t>Measurable: Establish a Measurable Indicator of Progress</a:t>
            </a:r>
          </a:p>
          <a:p>
            <a:pPr algn="just" fontAlgn="base">
              <a:spcAft>
                <a:spcPct val="0"/>
              </a:spcAft>
              <a:buFont typeface="Arial" pitchFamily="34" charset="0"/>
              <a:buChar char="•"/>
            </a:pPr>
            <a:r>
              <a:rPr lang="en-US" altLang="en-US"/>
              <a:t>Assignable: Make the Objective Assignable to One Person for Completion</a:t>
            </a:r>
          </a:p>
          <a:p>
            <a:pPr algn="just" fontAlgn="base">
              <a:spcAft>
                <a:spcPct val="0"/>
              </a:spcAft>
              <a:buFont typeface="Arial" pitchFamily="34" charset="0"/>
              <a:buChar char="•"/>
            </a:pPr>
            <a:r>
              <a:rPr lang="en-US" altLang="en-US"/>
              <a:t>Realistic: State What can Realistically be Done with Available Resources</a:t>
            </a:r>
          </a:p>
          <a:p>
            <a:pPr algn="just" fontAlgn="base">
              <a:spcAft>
                <a:spcPct val="0"/>
              </a:spcAft>
              <a:buFont typeface="Arial" pitchFamily="34" charset="0"/>
              <a:buChar char="•"/>
            </a:pPr>
            <a:r>
              <a:rPr lang="en-US" altLang="en-US"/>
              <a:t>Time Related: State When the Objective can be Achieved</a:t>
            </a:r>
          </a:p>
        </p:txBody>
      </p:sp>
      <p:sp>
        <p:nvSpPr>
          <p:cNvPr id="4" name="Content Placeholder 3">
            <a:extLst>
              <a:ext uri="{FF2B5EF4-FFF2-40B4-BE49-F238E27FC236}">
                <a16:creationId xmlns:a16="http://schemas.microsoft.com/office/drawing/2014/main" id="{9C1FDA6C-76CE-4575-B06B-FD3E555298FC}"/>
              </a:ext>
            </a:extLst>
          </p:cNvPr>
          <p:cNvSpPr>
            <a:spLocks noGrp="1"/>
          </p:cNvSpPr>
          <p:nvPr>
            <p:ph sz="quarter" idx="10"/>
          </p:nvPr>
        </p:nvSpPr>
        <p:spPr/>
        <p:txBody>
          <a:bodyPr rtlCol="0"/>
          <a:lstStyle/>
          <a:p>
            <a:pPr eaLnBrk="1" fontAlgn="auto" hangingPunct="1">
              <a:spcAft>
                <a:spcPts val="0"/>
              </a:spcAft>
              <a:defRPr/>
            </a:pPr>
            <a:r>
              <a:rPr lang="en-US" dirty="0"/>
              <a:t>SMART (Objectives)</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1232A1E-73D5-F854-A9BE-215992343955}"/>
                  </a:ext>
                </a:extLst>
              </p14:cNvPr>
              <p14:cNvContentPartPr/>
              <p14:nvPr/>
            </p14:nvContentPartPr>
            <p14:xfrm>
              <a:off x="253080" y="2944080"/>
              <a:ext cx="376200" cy="1703160"/>
            </p14:xfrm>
          </p:contentPart>
        </mc:Choice>
        <mc:Fallback>
          <p:pic>
            <p:nvPicPr>
              <p:cNvPr id="2" name="Ink 1">
                <a:extLst>
                  <a:ext uri="{FF2B5EF4-FFF2-40B4-BE49-F238E27FC236}">
                    <a16:creationId xmlns:a16="http://schemas.microsoft.com/office/drawing/2014/main" id="{61232A1E-73D5-F854-A9BE-215992343955}"/>
                  </a:ext>
                </a:extLst>
              </p:cNvPr>
              <p:cNvPicPr/>
              <p:nvPr/>
            </p:nvPicPr>
            <p:blipFill>
              <a:blip r:embed="rId3"/>
              <a:stretch>
                <a:fillRect/>
              </a:stretch>
            </p:blipFill>
            <p:spPr>
              <a:xfrm>
                <a:off x="243720" y="2934720"/>
                <a:ext cx="394920" cy="172188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3CB4883D-E02C-394D-3335-FF02B6F1A054}"/>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Implementation Requires Action and Completing Tasks:</a:t>
            </a:r>
          </a:p>
          <a:p>
            <a:pPr algn="just" fontAlgn="base">
              <a:spcAft>
                <a:spcPct val="0"/>
              </a:spcAft>
              <a:buFont typeface="Arial" pitchFamily="34" charset="0"/>
              <a:buChar char="•"/>
            </a:pPr>
            <a:r>
              <a:rPr lang="en-US" altLang="en-US"/>
              <a:t>First, completing tasks requires allocation of resources: Funds, People, Technological Skills, Management Talents And Equipment. Multiple objectives place conflicting demands on resources.</a:t>
            </a:r>
          </a:p>
          <a:p>
            <a:pPr algn="just" fontAlgn="base">
              <a:spcAft>
                <a:spcPct val="0"/>
              </a:spcAft>
              <a:buFont typeface="Arial" pitchFamily="34" charset="0"/>
              <a:buChar char="•"/>
            </a:pPr>
            <a:r>
              <a:rPr lang="en-US" altLang="en-US"/>
              <a:t>Second, implementation requires a Formal and Informal Organization that Complements and Supports Strategy and Projects.</a:t>
            </a:r>
          </a:p>
          <a:p>
            <a:pPr algn="just" fontAlgn="base">
              <a:spcAft>
                <a:spcPct val="0"/>
              </a:spcAft>
              <a:buFont typeface="Arial" pitchFamily="34" charset="0"/>
              <a:buChar char="•"/>
            </a:pPr>
            <a:r>
              <a:rPr lang="en-US" altLang="en-US"/>
              <a:t>Third, Planning and Control Systems must be in place.</a:t>
            </a:r>
          </a:p>
          <a:p>
            <a:pPr algn="just" fontAlgn="base">
              <a:spcAft>
                <a:spcPct val="0"/>
              </a:spcAft>
              <a:buFont typeface="Arial" pitchFamily="34" charset="0"/>
              <a:buChar char="•"/>
            </a:pPr>
            <a:r>
              <a:rPr lang="en-US" altLang="en-US"/>
              <a:t>Fourth, Motivating Project Contributors.</a:t>
            </a:r>
          </a:p>
          <a:p>
            <a:pPr algn="just" fontAlgn="base">
              <a:spcAft>
                <a:spcPct val="0"/>
              </a:spcAft>
              <a:buFont typeface="Arial" pitchFamily="34" charset="0"/>
              <a:buChar char="•"/>
            </a:pPr>
            <a:r>
              <a:rPr lang="en-US" altLang="en-US"/>
              <a:t>Finally, portfolio mgmt and prioritizing projects.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53BB5CF7-CB55-CD63-7DE7-0D63FA58858A}"/>
              </a:ext>
            </a:extLst>
          </p:cNvPr>
          <p:cNvSpPr>
            <a:spLocks noGrp="1"/>
          </p:cNvSpPr>
          <p:nvPr>
            <p:ph sz="quarter" idx="10"/>
          </p:nvPr>
        </p:nvSpPr>
        <p:spPr/>
        <p:txBody>
          <a:bodyPr rtlCol="0"/>
          <a:lstStyle/>
          <a:p>
            <a:pPr eaLnBrk="1" fontAlgn="auto" hangingPunct="1">
              <a:spcAft>
                <a:spcPts val="0"/>
              </a:spcAft>
              <a:defRPr/>
            </a:pPr>
            <a:r>
              <a:rPr lang="en-US" dirty="0"/>
              <a:t>Implement Strategies through Projects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47444D9-488A-57BF-4ED4-0802888D7D38}"/>
                  </a:ext>
                </a:extLst>
              </p14:cNvPr>
              <p14:cNvContentPartPr/>
              <p14:nvPr/>
            </p14:nvContentPartPr>
            <p14:xfrm>
              <a:off x="1063800" y="2655000"/>
              <a:ext cx="4157640" cy="3382200"/>
            </p14:xfrm>
          </p:contentPart>
        </mc:Choice>
        <mc:Fallback>
          <p:pic>
            <p:nvPicPr>
              <p:cNvPr id="2" name="Ink 1">
                <a:extLst>
                  <a:ext uri="{FF2B5EF4-FFF2-40B4-BE49-F238E27FC236}">
                    <a16:creationId xmlns:a16="http://schemas.microsoft.com/office/drawing/2014/main" id="{D47444D9-488A-57BF-4ED4-0802888D7D38}"/>
                  </a:ext>
                </a:extLst>
              </p:cNvPr>
              <p:cNvPicPr/>
              <p:nvPr/>
            </p:nvPicPr>
            <p:blipFill>
              <a:blip r:embed="rId3"/>
              <a:stretch>
                <a:fillRect/>
              </a:stretch>
            </p:blipFill>
            <p:spPr>
              <a:xfrm>
                <a:off x="1054440" y="2645640"/>
                <a:ext cx="4176360" cy="340092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982C7A-46D2-3F6C-B852-537247F21E98}"/>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E5E52E3-2E33-6720-15C7-0F8ED2AD7600}"/>
                  </a:ext>
                </a:extLst>
              </p14:cNvPr>
              <p14:cNvContentPartPr/>
              <p14:nvPr/>
            </p14:nvContentPartPr>
            <p14:xfrm>
              <a:off x="1303200" y="810720"/>
              <a:ext cx="7116480" cy="2508120"/>
            </p14:xfrm>
          </p:contentPart>
        </mc:Choice>
        <mc:Fallback>
          <p:pic>
            <p:nvPicPr>
              <p:cNvPr id="3" name="Ink 2">
                <a:extLst>
                  <a:ext uri="{FF2B5EF4-FFF2-40B4-BE49-F238E27FC236}">
                    <a16:creationId xmlns:a16="http://schemas.microsoft.com/office/drawing/2014/main" id="{8E5E52E3-2E33-6720-15C7-0F8ED2AD7600}"/>
                  </a:ext>
                </a:extLst>
              </p:cNvPr>
              <p:cNvPicPr/>
              <p:nvPr/>
            </p:nvPicPr>
            <p:blipFill>
              <a:blip r:embed="rId3"/>
              <a:stretch>
                <a:fillRect/>
              </a:stretch>
            </p:blipFill>
            <p:spPr>
              <a:xfrm>
                <a:off x="1293840" y="801360"/>
                <a:ext cx="7135200" cy="252684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78F34B71-D8F9-EF5F-7CD3-BCBAFF46CD8F}"/>
              </a:ext>
            </a:extLst>
          </p:cNvPr>
          <p:cNvSpPr>
            <a:spLocks noGrp="1"/>
          </p:cNvSpPr>
          <p:nvPr>
            <p:ph idx="1"/>
          </p:nvPr>
        </p:nvSpPr>
        <p:spPr>
          <a:xfrm>
            <a:off x="304800" y="1493838"/>
            <a:ext cx="8229600" cy="4525962"/>
          </a:xfrm>
        </p:spPr>
        <p:txBody>
          <a:bodyPr/>
          <a:lstStyle/>
          <a:p>
            <a:pPr fontAlgn="base">
              <a:spcAft>
                <a:spcPct val="0"/>
              </a:spcAft>
            </a:pPr>
            <a:r>
              <a:rPr lang="en-US" altLang="en-US"/>
              <a:t>1. THE IMPLEMENTATION GAP</a:t>
            </a:r>
          </a:p>
          <a:p>
            <a:pPr fontAlgn="base">
              <a:spcAft>
                <a:spcPct val="0"/>
              </a:spcAft>
            </a:pPr>
            <a:endParaRPr lang="en-US" altLang="en-US"/>
          </a:p>
          <a:p>
            <a:pPr lvl="1" algn="just" fontAlgn="base">
              <a:spcAft>
                <a:spcPct val="0"/>
              </a:spcAft>
            </a:pPr>
            <a:r>
              <a:rPr lang="en-US" altLang="en-US" sz="2400"/>
              <a:t>Conflicts Frequently Occur Amongst Functional Managers And Cause Lack Of Trust</a:t>
            </a:r>
          </a:p>
          <a:p>
            <a:pPr lvl="1" algn="just" fontAlgn="base">
              <a:spcAft>
                <a:spcPct val="0"/>
              </a:spcAft>
            </a:pPr>
            <a:r>
              <a:rPr lang="en-US" altLang="en-US" sz="2400"/>
              <a:t>Frequent Meetings Are Called To Establish Or Re-negotiate Priorities</a:t>
            </a:r>
          </a:p>
          <a:p>
            <a:pPr lvl="1" algn="just" fontAlgn="base">
              <a:spcAft>
                <a:spcPct val="0"/>
              </a:spcAft>
            </a:pPr>
            <a:r>
              <a:rPr lang="en-US" altLang="en-US" sz="2400"/>
              <a:t>People Frequently Shift From One Project To Another </a:t>
            </a:r>
          </a:p>
          <a:p>
            <a:pPr lvl="1" algn="just" fontAlgn="base">
              <a:spcAft>
                <a:spcPct val="0"/>
              </a:spcAft>
            </a:pPr>
            <a:r>
              <a:rPr lang="en-US" altLang="en-US" sz="2400"/>
              <a:t>People Are Working On Multiple Projects And Feel In-efficient</a:t>
            </a:r>
          </a:p>
          <a:p>
            <a:pPr lvl="1" algn="just" fontAlgn="base">
              <a:spcAft>
                <a:spcPct val="0"/>
              </a:spcAft>
            </a:pPr>
            <a:r>
              <a:rPr lang="en-US" altLang="en-US" sz="2400"/>
              <a:t>Resources Are Not Adequate</a:t>
            </a:r>
          </a:p>
          <a:p>
            <a:pPr fontAlgn="base">
              <a:spcAft>
                <a:spcPct val="0"/>
              </a:spcAft>
            </a:pPr>
            <a:endParaRPr lang="en-US" altLang="en-US"/>
          </a:p>
        </p:txBody>
      </p:sp>
      <p:sp>
        <p:nvSpPr>
          <p:cNvPr id="4" name="Content Placeholder 3">
            <a:extLst>
              <a:ext uri="{FF2B5EF4-FFF2-40B4-BE49-F238E27FC236}">
                <a16:creationId xmlns:a16="http://schemas.microsoft.com/office/drawing/2014/main" id="{585EDA17-993B-6187-BC99-31F234741F02}"/>
              </a:ext>
            </a:extLst>
          </p:cNvPr>
          <p:cNvSpPr>
            <a:spLocks noGrp="1"/>
          </p:cNvSpPr>
          <p:nvPr>
            <p:ph sz="quarter" idx="10"/>
          </p:nvPr>
        </p:nvSpPr>
        <p:spPr/>
        <p:txBody>
          <a:bodyPr rtlCol="0">
            <a:normAutofit fontScale="77500" lnSpcReduction="20000"/>
          </a:bodyPr>
          <a:lstStyle/>
          <a:p>
            <a:pPr eaLnBrk="1" fontAlgn="auto" hangingPunct="1">
              <a:spcAft>
                <a:spcPts val="0"/>
              </a:spcAft>
              <a:buFont typeface="Arial" charset="0"/>
              <a:buNone/>
              <a:defRPr/>
            </a:pPr>
            <a:r>
              <a:rPr lang="en-US" dirty="0"/>
              <a:t>THE NEED FOR A PROJECT PORTFOLIO MANAGEMENT SYSTEM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A5379309-4835-A349-D5CB-C236F7591017}"/>
              </a:ext>
            </a:extLst>
          </p:cNvPr>
          <p:cNvSpPr>
            <a:spLocks noGrp="1"/>
          </p:cNvSpPr>
          <p:nvPr>
            <p:ph idx="1"/>
          </p:nvPr>
        </p:nvSpPr>
        <p:spPr>
          <a:xfrm>
            <a:off x="304800" y="1493838"/>
            <a:ext cx="8229600" cy="4525962"/>
          </a:xfrm>
        </p:spPr>
        <p:txBody>
          <a:bodyPr/>
          <a:lstStyle/>
          <a:p>
            <a:pPr algn="just" fontAlgn="base">
              <a:spcAft>
                <a:spcPct val="0"/>
              </a:spcAft>
            </a:pPr>
            <a:r>
              <a:rPr lang="en-US" altLang="en-US"/>
              <a:t>2. ORGANIZATION POLITICS</a:t>
            </a:r>
          </a:p>
          <a:p>
            <a:pPr algn="just" fontAlgn="base">
              <a:spcAft>
                <a:spcPct val="0"/>
              </a:spcAft>
            </a:pPr>
            <a:endParaRPr lang="en-US" altLang="en-US" sz="2000"/>
          </a:p>
          <a:p>
            <a:pPr algn="just" fontAlgn="base">
              <a:spcAft>
                <a:spcPct val="0"/>
              </a:spcAft>
              <a:buFont typeface="Arial" pitchFamily="34" charset="0"/>
              <a:buChar char="•"/>
            </a:pPr>
            <a:r>
              <a:rPr lang="en-US" altLang="en-US" sz="2000"/>
              <a:t>Politics can influence which projects receive funding and high priority</a:t>
            </a:r>
          </a:p>
          <a:p>
            <a:pPr algn="just" fontAlgn="base">
              <a:spcAft>
                <a:spcPct val="0"/>
              </a:spcAft>
              <a:buFont typeface="Arial" pitchFamily="34" charset="0"/>
              <a:buChar char="•"/>
            </a:pPr>
            <a:r>
              <a:rPr lang="en-US" altLang="en-US" sz="2000"/>
              <a:t>Project Selection may not be on Facts and Sound Reasoning but on Persuasiveness and Power of People Advocating Projects</a:t>
            </a:r>
          </a:p>
          <a:p>
            <a:pPr algn="just" fontAlgn="base">
              <a:spcAft>
                <a:spcPct val="0"/>
              </a:spcAft>
              <a:buFont typeface="Arial" pitchFamily="34" charset="0"/>
              <a:buChar char="•"/>
            </a:pPr>
            <a:r>
              <a:rPr lang="en-US" altLang="en-US" sz="2000"/>
              <a:t>Sacred Cow Project: Project that a powerful, high ranking official advocates</a:t>
            </a:r>
          </a:p>
          <a:p>
            <a:pPr algn="just" fontAlgn="base">
              <a:spcAft>
                <a:spcPct val="0"/>
              </a:spcAft>
              <a:buFont typeface="Arial" pitchFamily="34" charset="0"/>
              <a:buChar char="•"/>
            </a:pPr>
            <a:r>
              <a:rPr lang="en-US" altLang="en-US" sz="2000"/>
              <a:t>New Baby: Irrational Obsession with a Project</a:t>
            </a:r>
          </a:p>
          <a:p>
            <a:pPr algn="just" fontAlgn="base">
              <a:spcAft>
                <a:spcPct val="0"/>
              </a:spcAft>
              <a:buFont typeface="Arial" pitchFamily="34" charset="0"/>
              <a:buChar char="•"/>
            </a:pPr>
            <a:r>
              <a:rPr lang="en-US" altLang="en-US" sz="2000"/>
              <a:t>Project Sponsors’ Role</a:t>
            </a:r>
          </a:p>
          <a:p>
            <a:pPr algn="just" fontAlgn="base">
              <a:spcAft>
                <a:spcPct val="0"/>
              </a:spcAft>
              <a:buFont typeface="Arial" pitchFamily="34" charset="0"/>
              <a:buChar char="•"/>
            </a:pPr>
            <a:r>
              <a:rPr lang="en-US" altLang="en-US" sz="2000"/>
              <a:t>Top Management should develop a System for Identifying and Selecting Projects that Reduce the Impact of Internal Politics and Fosters the Selection of the Best Projects</a:t>
            </a:r>
          </a:p>
          <a:p>
            <a:pPr algn="just" fontAlgn="base">
              <a:spcAft>
                <a:spcPct val="0"/>
              </a:spcAft>
              <a:buFont typeface="Arial" pitchFamily="34" charset="0"/>
              <a:buChar char="•"/>
            </a:pPr>
            <a:endParaRPr lang="en-US" altLang="en-US"/>
          </a:p>
          <a:p>
            <a:pPr fontAlgn="base">
              <a:spcAft>
                <a:spcPct val="0"/>
              </a:spcAft>
            </a:pPr>
            <a:endParaRPr lang="en-US" altLang="en-US"/>
          </a:p>
        </p:txBody>
      </p:sp>
      <p:sp>
        <p:nvSpPr>
          <p:cNvPr id="4" name="Content Placeholder 3">
            <a:extLst>
              <a:ext uri="{FF2B5EF4-FFF2-40B4-BE49-F238E27FC236}">
                <a16:creationId xmlns:a16="http://schemas.microsoft.com/office/drawing/2014/main" id="{2BF53E44-A6B1-BF64-B466-A686B65BB8B0}"/>
              </a:ext>
            </a:extLst>
          </p:cNvPr>
          <p:cNvSpPr>
            <a:spLocks noGrp="1"/>
          </p:cNvSpPr>
          <p:nvPr>
            <p:ph sz="quarter" idx="10"/>
          </p:nvPr>
        </p:nvSpPr>
        <p:spPr/>
        <p:txBody>
          <a:bodyPr rtlCol="0">
            <a:normAutofit fontScale="85000" lnSpcReduction="10000"/>
          </a:bodyPr>
          <a:lstStyle/>
          <a:p>
            <a:pPr eaLnBrk="1" fontAlgn="auto" hangingPunct="1">
              <a:spcAft>
                <a:spcPts val="0"/>
              </a:spcAft>
              <a:buFont typeface="Arial" charset="0"/>
              <a:buNone/>
              <a:defRPr/>
            </a:pPr>
            <a:r>
              <a:rPr lang="en-US" sz="3200" dirty="0"/>
              <a:t>THE NEED FOR A PROJECT PORTFOLIO MANAGEMENT SYSTEM</a:t>
            </a:r>
          </a:p>
          <a:p>
            <a:pPr eaLnBrk="1" fontAlgn="auto" hangingPunct="1">
              <a:spcAft>
                <a:spcPts val="0"/>
              </a:spcAft>
              <a:buFont typeface="Arial" charset="0"/>
              <a:buNone/>
              <a:defRPr/>
            </a:pP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640D2D4B-9E9D-5446-47D5-B67E1C5CEB86}"/>
              </a:ext>
            </a:extLst>
          </p:cNvPr>
          <p:cNvSpPr>
            <a:spLocks noGrp="1"/>
          </p:cNvSpPr>
          <p:nvPr>
            <p:ph idx="1"/>
          </p:nvPr>
        </p:nvSpPr>
        <p:spPr>
          <a:xfrm>
            <a:off x="304800" y="1493838"/>
            <a:ext cx="8229600" cy="4525962"/>
          </a:xfrm>
        </p:spPr>
        <p:txBody>
          <a:bodyPr/>
          <a:lstStyle/>
          <a:p>
            <a:pPr algn="just" fontAlgn="base">
              <a:spcAft>
                <a:spcPct val="0"/>
              </a:spcAft>
            </a:pPr>
            <a:r>
              <a:rPr lang="en-US" altLang="en-US"/>
              <a:t>3. RESOURCE CONFLICTS AND MULTI-TASKING</a:t>
            </a:r>
          </a:p>
          <a:p>
            <a:pPr algn="just" fontAlgn="base">
              <a:spcAft>
                <a:spcPct val="0"/>
              </a:spcAft>
            </a:pPr>
            <a:endParaRPr lang="en-US" altLang="en-US"/>
          </a:p>
          <a:p>
            <a:pPr algn="just" fontAlgn="base">
              <a:spcAft>
                <a:spcPct val="0"/>
              </a:spcAft>
              <a:buFont typeface="Arial" pitchFamily="34" charset="0"/>
              <a:buChar char="•"/>
            </a:pPr>
            <a:r>
              <a:rPr lang="en-US" altLang="en-US"/>
              <a:t>Problem of Sharing and Scheduling Resources across Projects</a:t>
            </a:r>
          </a:p>
          <a:p>
            <a:pPr algn="just" fontAlgn="base">
              <a:spcAft>
                <a:spcPct val="0"/>
              </a:spcAft>
              <a:buFont typeface="Arial" pitchFamily="34" charset="0"/>
              <a:buChar char="•"/>
            </a:pPr>
            <a:r>
              <a:rPr lang="en-US" altLang="en-US"/>
              <a:t>Multitasking Involves Starting and Stopping Work on one Task to go and work on another Project and then Return to work on the Original Task</a:t>
            </a:r>
          </a:p>
          <a:p>
            <a:pPr algn="just" fontAlgn="base">
              <a:spcAft>
                <a:spcPct val="0"/>
              </a:spcAft>
              <a:buFont typeface="Arial" pitchFamily="34" charset="0"/>
              <a:buChar char="•"/>
            </a:pPr>
            <a:r>
              <a:rPr lang="en-US" altLang="en-US"/>
              <a:t>Less Efficient People</a:t>
            </a:r>
          </a:p>
          <a:p>
            <a:pPr fontAlgn="base">
              <a:spcAft>
                <a:spcPct val="0"/>
              </a:spcAft>
              <a:buFont typeface="Arial" pitchFamily="34" charset="0"/>
              <a:buChar char="•"/>
            </a:pPr>
            <a:endParaRPr lang="en-US" altLang="en-US"/>
          </a:p>
        </p:txBody>
      </p:sp>
      <p:sp>
        <p:nvSpPr>
          <p:cNvPr id="4" name="Content Placeholder 3">
            <a:extLst>
              <a:ext uri="{FF2B5EF4-FFF2-40B4-BE49-F238E27FC236}">
                <a16:creationId xmlns:a16="http://schemas.microsoft.com/office/drawing/2014/main" id="{D565D7C0-375C-B96C-1A72-C9F77543EF6B}"/>
              </a:ext>
            </a:extLst>
          </p:cNvPr>
          <p:cNvSpPr>
            <a:spLocks noGrp="1"/>
          </p:cNvSpPr>
          <p:nvPr>
            <p:ph sz="quarter" idx="10"/>
          </p:nvPr>
        </p:nvSpPr>
        <p:spPr/>
        <p:txBody>
          <a:bodyPr rtlCol="0">
            <a:normAutofit fontScale="85000" lnSpcReduction="10000"/>
          </a:bodyPr>
          <a:lstStyle/>
          <a:p>
            <a:pPr eaLnBrk="1" fontAlgn="auto" hangingPunct="1">
              <a:spcAft>
                <a:spcPts val="0"/>
              </a:spcAft>
              <a:buFont typeface="Arial" charset="0"/>
              <a:buNone/>
              <a:defRPr/>
            </a:pPr>
            <a:r>
              <a:rPr lang="en-US" sz="3200" dirty="0"/>
              <a:t>THE NEED FOR A PROJECT PORTFOLIO MANAGEMENT SYSTEM</a:t>
            </a:r>
          </a:p>
          <a:p>
            <a:pPr eaLnBrk="1" fontAlgn="auto" hangingPunct="1">
              <a:spcAft>
                <a:spcPts val="0"/>
              </a:spcAft>
              <a:buFont typeface="Arial" charset="0"/>
              <a:buNone/>
              <a:defRPr/>
            </a:pPr>
            <a:endParaRPr 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a:extLst>
              <a:ext uri="{FF2B5EF4-FFF2-40B4-BE49-F238E27FC236}">
                <a16:creationId xmlns:a16="http://schemas.microsoft.com/office/drawing/2014/main" id="{447C92AC-5C01-9059-79F5-28FDCF15CAD4}"/>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Builds Discipline into Project Selection Process</a:t>
            </a:r>
          </a:p>
          <a:p>
            <a:pPr algn="just" fontAlgn="base">
              <a:spcAft>
                <a:spcPct val="0"/>
              </a:spcAft>
              <a:buFont typeface="Arial" pitchFamily="34" charset="0"/>
              <a:buChar char="•"/>
            </a:pPr>
            <a:r>
              <a:rPr lang="en-US" altLang="en-US"/>
              <a:t>Links Project Selection to Strategic Metrics</a:t>
            </a:r>
          </a:p>
          <a:p>
            <a:pPr algn="just" fontAlgn="base">
              <a:spcAft>
                <a:spcPct val="0"/>
              </a:spcAft>
              <a:buFont typeface="Arial" pitchFamily="34" charset="0"/>
              <a:buChar char="•"/>
            </a:pPr>
            <a:r>
              <a:rPr lang="en-US" altLang="en-US"/>
              <a:t>Prioritizes Project Proposals across a common set of criteria, rather than on politics or emotion</a:t>
            </a:r>
          </a:p>
          <a:p>
            <a:pPr algn="just" fontAlgn="base">
              <a:spcAft>
                <a:spcPct val="0"/>
              </a:spcAft>
              <a:buFont typeface="Arial" pitchFamily="34" charset="0"/>
              <a:buChar char="•"/>
            </a:pPr>
            <a:r>
              <a:rPr lang="en-US" altLang="en-US"/>
              <a:t>Allocates Resources to Projects that Align with Strategic Direction</a:t>
            </a:r>
          </a:p>
          <a:p>
            <a:pPr algn="just" fontAlgn="base">
              <a:spcAft>
                <a:spcPct val="0"/>
              </a:spcAft>
              <a:buFont typeface="Arial" pitchFamily="34" charset="0"/>
              <a:buChar char="•"/>
            </a:pPr>
            <a:r>
              <a:rPr lang="en-US" altLang="en-US"/>
              <a:t>Balances Risk across all Projects</a:t>
            </a:r>
          </a:p>
          <a:p>
            <a:pPr algn="just" fontAlgn="base">
              <a:spcAft>
                <a:spcPct val="0"/>
              </a:spcAft>
              <a:buFont typeface="Arial" pitchFamily="34" charset="0"/>
              <a:buChar char="•"/>
            </a:pPr>
            <a:r>
              <a:rPr lang="en-US" altLang="en-US"/>
              <a:t>Improves Communication and supports Agreement on Project Goals</a:t>
            </a:r>
          </a:p>
          <a:p>
            <a:pPr algn="just" fontAlgn="base">
              <a:spcAft>
                <a:spcPct val="0"/>
              </a:spcAft>
              <a:buFont typeface="Arial" pitchFamily="34" charset="0"/>
              <a:buChar char="•"/>
            </a:pPr>
            <a:r>
              <a:rPr lang="en-US" altLang="en-US"/>
              <a:t>Justifies killing Projects that do not support Organization Strategy</a:t>
            </a:r>
          </a:p>
        </p:txBody>
      </p:sp>
      <p:sp>
        <p:nvSpPr>
          <p:cNvPr id="4" name="Content Placeholder 3">
            <a:extLst>
              <a:ext uri="{FF2B5EF4-FFF2-40B4-BE49-F238E27FC236}">
                <a16:creationId xmlns:a16="http://schemas.microsoft.com/office/drawing/2014/main" id="{4F148318-9300-E1DC-9675-4D45ED448B37}"/>
              </a:ext>
            </a:extLst>
          </p:cNvPr>
          <p:cNvSpPr>
            <a:spLocks noGrp="1"/>
          </p:cNvSpPr>
          <p:nvPr>
            <p:ph sz="quarter" idx="10"/>
          </p:nvPr>
        </p:nvSpPr>
        <p:spPr/>
        <p:txBody>
          <a:bodyPr rtlCol="0"/>
          <a:lstStyle/>
          <a:p>
            <a:pPr eaLnBrk="1" fontAlgn="auto" hangingPunct="1">
              <a:spcAft>
                <a:spcPts val="0"/>
              </a:spcAft>
              <a:defRPr/>
            </a:pPr>
            <a:r>
              <a:rPr lang="en-US" dirty="0"/>
              <a:t>Benefits of Project Portfolio Mgmt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AA12314-739D-EAD2-F2B6-68CCDF474E21}"/>
                  </a:ext>
                </a:extLst>
              </p14:cNvPr>
              <p14:cNvContentPartPr/>
              <p14:nvPr/>
            </p14:nvContentPartPr>
            <p14:xfrm>
              <a:off x="143280" y="1676520"/>
              <a:ext cx="5817960" cy="3934800"/>
            </p14:xfrm>
          </p:contentPart>
        </mc:Choice>
        <mc:Fallback>
          <p:pic>
            <p:nvPicPr>
              <p:cNvPr id="2" name="Ink 1">
                <a:extLst>
                  <a:ext uri="{FF2B5EF4-FFF2-40B4-BE49-F238E27FC236}">
                    <a16:creationId xmlns:a16="http://schemas.microsoft.com/office/drawing/2014/main" id="{AAA12314-739D-EAD2-F2B6-68CCDF474E21}"/>
                  </a:ext>
                </a:extLst>
              </p:cNvPr>
              <p:cNvPicPr/>
              <p:nvPr/>
            </p:nvPicPr>
            <p:blipFill>
              <a:blip r:embed="rId3"/>
              <a:stretch>
                <a:fillRect/>
              </a:stretch>
            </p:blipFill>
            <p:spPr>
              <a:xfrm>
                <a:off x="133920" y="1667160"/>
                <a:ext cx="5836680" cy="395352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a:extLst>
              <a:ext uri="{FF2B5EF4-FFF2-40B4-BE49-F238E27FC236}">
                <a16:creationId xmlns:a16="http://schemas.microsoft.com/office/drawing/2014/main" id="{2EDD44F2-6E8F-D9F8-868D-3308E118C908}"/>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The aim of portfolio mgmt is to ensure that Projects are aligned with Strategic Goals and prioritized appropriately.</a:t>
            </a:r>
          </a:p>
          <a:p>
            <a:pPr algn="just" fontAlgn="base">
              <a:spcAft>
                <a:spcPct val="0"/>
              </a:spcAft>
              <a:buFont typeface="Arial" pitchFamily="34" charset="0"/>
              <a:buChar char="•"/>
            </a:pPr>
            <a:r>
              <a:rPr lang="en-US" altLang="en-US"/>
              <a:t>Since projects vying for funding and personnel usually outnumber available resources, it is imp to follow a logical and defined process for selecting the projects to implement.</a:t>
            </a:r>
          </a:p>
          <a:p>
            <a:pPr algn="just" fontAlgn="base">
              <a:spcAft>
                <a:spcPct val="0"/>
              </a:spcAft>
            </a:pPr>
            <a:endParaRPr lang="en-US" altLang="en-US"/>
          </a:p>
          <a:p>
            <a:pPr algn="just" fontAlgn="base">
              <a:spcAft>
                <a:spcPct val="0"/>
              </a:spcAft>
              <a:buFont typeface="Arial" pitchFamily="34" charset="0"/>
              <a:buChar char="•"/>
            </a:pPr>
            <a:r>
              <a:rPr lang="en-US" altLang="en-US"/>
              <a:t>Design of a Portfolio Management System should include:</a:t>
            </a:r>
          </a:p>
          <a:p>
            <a:pPr lvl="1" algn="just" fontAlgn="base">
              <a:spcAft>
                <a:spcPct val="0"/>
              </a:spcAft>
            </a:pPr>
            <a:r>
              <a:rPr lang="en-US" altLang="en-US"/>
              <a:t>Classification of a Project</a:t>
            </a:r>
          </a:p>
          <a:p>
            <a:pPr lvl="1" algn="just" fontAlgn="base">
              <a:spcAft>
                <a:spcPct val="0"/>
              </a:spcAft>
            </a:pPr>
            <a:r>
              <a:rPr lang="en-US" altLang="en-US"/>
              <a:t>Selection Criteria</a:t>
            </a:r>
          </a:p>
          <a:p>
            <a:pPr lvl="1" algn="just" fontAlgn="base">
              <a:spcAft>
                <a:spcPct val="0"/>
              </a:spcAft>
            </a:pPr>
            <a:r>
              <a:rPr lang="en-US" altLang="en-US"/>
              <a:t>Sources of Proposals</a:t>
            </a:r>
          </a:p>
          <a:p>
            <a:pPr lvl="1" algn="just" fontAlgn="base">
              <a:spcAft>
                <a:spcPct val="0"/>
              </a:spcAft>
            </a:pPr>
            <a:r>
              <a:rPr lang="en-US" altLang="en-US"/>
              <a:t>Evaluating Proposals</a:t>
            </a:r>
          </a:p>
          <a:p>
            <a:pPr lvl="1" algn="just" fontAlgn="base">
              <a:spcAft>
                <a:spcPct val="0"/>
              </a:spcAft>
            </a:pPr>
            <a:r>
              <a:rPr lang="en-US" altLang="en-US"/>
              <a:t>Managing the Portfolio of Projects</a:t>
            </a:r>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60139DB9-99CE-827F-382C-8D85D76BAC5D}"/>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A PORTFOLIO MANAGEMENT SYSTEM</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F9DDBA4-464A-B36B-F70C-B00F34F1BF2E}"/>
                  </a:ext>
                </a:extLst>
              </p14:cNvPr>
              <p14:cNvContentPartPr/>
              <p14:nvPr/>
            </p14:nvContentPartPr>
            <p14:xfrm>
              <a:off x="718200" y="3682440"/>
              <a:ext cx="8329680" cy="2617920"/>
            </p14:xfrm>
          </p:contentPart>
        </mc:Choice>
        <mc:Fallback>
          <p:pic>
            <p:nvPicPr>
              <p:cNvPr id="2" name="Ink 1">
                <a:extLst>
                  <a:ext uri="{FF2B5EF4-FFF2-40B4-BE49-F238E27FC236}">
                    <a16:creationId xmlns:a16="http://schemas.microsoft.com/office/drawing/2014/main" id="{AF9DDBA4-464A-B36B-F70C-B00F34F1BF2E}"/>
                  </a:ext>
                </a:extLst>
              </p:cNvPr>
              <p:cNvPicPr/>
              <p:nvPr/>
            </p:nvPicPr>
            <p:blipFill>
              <a:blip r:embed="rId3"/>
              <a:stretch>
                <a:fillRect/>
              </a:stretch>
            </p:blipFill>
            <p:spPr>
              <a:xfrm>
                <a:off x="708840" y="3673080"/>
                <a:ext cx="8348400" cy="263664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a:extLst>
              <a:ext uri="{FF2B5EF4-FFF2-40B4-BE49-F238E27FC236}">
                <a16:creationId xmlns:a16="http://schemas.microsoft.com/office/drawing/2014/main" id="{7DCF046C-3465-188E-BD88-DBF32E51E15E}"/>
              </a:ext>
            </a:extLst>
          </p:cNvPr>
          <p:cNvSpPr>
            <a:spLocks noGrp="1"/>
          </p:cNvSpPr>
          <p:nvPr>
            <p:ph idx="1"/>
          </p:nvPr>
        </p:nvSpPr>
        <p:spPr>
          <a:xfrm>
            <a:off x="304800" y="1493838"/>
            <a:ext cx="8229600" cy="4525962"/>
          </a:xfrm>
        </p:spPr>
        <p:txBody>
          <a:bodyPr/>
          <a:lstStyle/>
          <a:p>
            <a:pPr lvl="1" algn="just" fontAlgn="base">
              <a:spcAft>
                <a:spcPct val="0"/>
              </a:spcAft>
              <a:buFont typeface="Wingdings" panose="05000000000000000000" pitchFamily="2" charset="2"/>
              <a:buChar char="Ø"/>
            </a:pPr>
            <a:r>
              <a:rPr lang="en-US" altLang="en-US" sz="2000"/>
              <a:t>COMPLIANCE or EMERGENCY: “MUST DO PROJECTS” TO MEET REGULATORY CONDITIONS REQUIRED TO OPERATE IN A REGION</a:t>
            </a:r>
          </a:p>
          <a:p>
            <a:pPr lvl="1" algn="just" fontAlgn="base">
              <a:spcAft>
                <a:spcPct val="0"/>
              </a:spcAft>
              <a:buFont typeface="Arial" pitchFamily="34" charset="0"/>
              <a:buNone/>
            </a:pPr>
            <a:endParaRPr lang="en-US" altLang="en-US" sz="2000"/>
          </a:p>
          <a:p>
            <a:pPr lvl="1" algn="just" fontAlgn="base">
              <a:spcAft>
                <a:spcPct val="0"/>
              </a:spcAft>
              <a:buFont typeface="Wingdings" panose="05000000000000000000" pitchFamily="2" charset="2"/>
              <a:buChar char="Ø"/>
            </a:pPr>
            <a:r>
              <a:rPr lang="en-US" altLang="en-US" sz="2000"/>
              <a:t>OPERATIONAL / Infrastructure: TO SUPPORT CURRENT OPERATIONS  e.g. REDUCE DOWNTIME, IMPROVE EFFICIENCY, ENHANCE QUALITY ETC.</a:t>
            </a:r>
          </a:p>
          <a:p>
            <a:pPr lvl="1" algn="just" fontAlgn="base">
              <a:spcAft>
                <a:spcPct val="0"/>
              </a:spcAft>
              <a:buFont typeface="Arial" pitchFamily="34" charset="0"/>
              <a:buNone/>
            </a:pPr>
            <a:endParaRPr lang="en-US" altLang="en-US" sz="2000"/>
          </a:p>
          <a:p>
            <a:pPr lvl="1" algn="just" fontAlgn="base">
              <a:spcAft>
                <a:spcPct val="0"/>
              </a:spcAft>
              <a:buFont typeface="Wingdings" panose="05000000000000000000" pitchFamily="2" charset="2"/>
              <a:buChar char="Ø"/>
            </a:pPr>
            <a:r>
              <a:rPr lang="en-US" altLang="en-US" sz="2000"/>
              <a:t>STRATEGIC: DIRECTLY SUPPORT LONG RUN MISSION e.g. NEW PRODUCT, RESEARCH &amp; DEVELOPMENT PROJECTS ETC.</a:t>
            </a:r>
          </a:p>
        </p:txBody>
      </p:sp>
      <p:sp>
        <p:nvSpPr>
          <p:cNvPr id="4" name="Content Placeholder 3">
            <a:extLst>
              <a:ext uri="{FF2B5EF4-FFF2-40B4-BE49-F238E27FC236}">
                <a16:creationId xmlns:a16="http://schemas.microsoft.com/office/drawing/2014/main" id="{66F3B867-4861-52E6-327C-7CA6595AC91E}"/>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CLASSIFICATION OF THE PROJECT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27CB237-84DE-473D-56CA-BB67A732B853}"/>
                  </a:ext>
                </a:extLst>
              </p14:cNvPr>
              <p14:cNvContentPartPr/>
              <p14:nvPr/>
            </p14:nvContentPartPr>
            <p14:xfrm>
              <a:off x="491400" y="1735560"/>
              <a:ext cx="3981240" cy="3184920"/>
            </p14:xfrm>
          </p:contentPart>
        </mc:Choice>
        <mc:Fallback>
          <p:pic>
            <p:nvPicPr>
              <p:cNvPr id="2" name="Ink 1">
                <a:extLst>
                  <a:ext uri="{FF2B5EF4-FFF2-40B4-BE49-F238E27FC236}">
                    <a16:creationId xmlns:a16="http://schemas.microsoft.com/office/drawing/2014/main" id="{B27CB237-84DE-473D-56CA-BB67A732B853}"/>
                  </a:ext>
                </a:extLst>
              </p:cNvPr>
              <p:cNvPicPr/>
              <p:nvPr/>
            </p:nvPicPr>
            <p:blipFill>
              <a:blip r:embed="rId3"/>
              <a:stretch>
                <a:fillRect/>
              </a:stretch>
            </p:blipFill>
            <p:spPr>
              <a:xfrm>
                <a:off x="482040" y="1726200"/>
                <a:ext cx="3999960" cy="320364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a:extLst>
              <a:ext uri="{FF2B5EF4-FFF2-40B4-BE49-F238E27FC236}">
                <a16:creationId xmlns:a16="http://schemas.microsoft.com/office/drawing/2014/main" id="{9826BF30-7EE3-79E5-6BF0-8DCD75B02462}"/>
              </a:ext>
            </a:extLst>
          </p:cNvPr>
          <p:cNvSpPr>
            <a:spLocks noGrp="1"/>
          </p:cNvSpPr>
          <p:nvPr>
            <p:ph idx="1"/>
          </p:nvPr>
        </p:nvSpPr>
        <p:spPr>
          <a:xfrm>
            <a:off x="304800" y="1493838"/>
            <a:ext cx="8229600" cy="4525962"/>
          </a:xfrm>
        </p:spPr>
        <p:txBody>
          <a:bodyPr/>
          <a:lstStyle/>
          <a:p>
            <a:pPr algn="just" fontAlgn="base">
              <a:spcAft>
                <a:spcPct val="0"/>
              </a:spcAft>
            </a:pPr>
            <a:r>
              <a:rPr lang="en-US" altLang="en-US"/>
              <a:t>Financial Models: Preferred Method To Evaluate Projects</a:t>
            </a:r>
          </a:p>
          <a:p>
            <a:pPr algn="just" fontAlgn="base">
              <a:spcAft>
                <a:spcPct val="0"/>
              </a:spcAft>
            </a:pPr>
            <a:endParaRPr lang="en-US" altLang="en-US"/>
          </a:p>
          <a:p>
            <a:pPr lvl="1" algn="just" fontAlgn="base">
              <a:spcAft>
                <a:spcPct val="0"/>
              </a:spcAft>
            </a:pPr>
            <a:r>
              <a:rPr lang="en-US" altLang="en-US" sz="2400"/>
              <a:t>PAY BACK PERIOD (in Years) : ESTIMATED PROJECT COST / ANNUAL SAVINGS </a:t>
            </a:r>
          </a:p>
          <a:p>
            <a:pPr lvl="1" algn="just" fontAlgn="base">
              <a:spcAft>
                <a:spcPct val="0"/>
              </a:spcAft>
            </a:pPr>
            <a:r>
              <a:rPr lang="en-US" altLang="en-US" sz="2400"/>
              <a:t>RETURN ON INVESTMENT (in %)</a:t>
            </a:r>
          </a:p>
          <a:p>
            <a:pPr lvl="1" algn="just" fontAlgn="base">
              <a:spcAft>
                <a:spcPct val="0"/>
              </a:spcAft>
            </a:pPr>
            <a:r>
              <a:rPr lang="en-US" altLang="en-US" sz="2400"/>
              <a:t>NET PRESENT VALUE (NPV) : Uses Time Value of Money, Cash Flows and Profitability</a:t>
            </a:r>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CC74F8FA-42F9-17AA-FD6F-C2BCCE9138E9}"/>
              </a:ext>
            </a:extLst>
          </p:cNvPr>
          <p:cNvSpPr>
            <a:spLocks noGrp="1"/>
          </p:cNvSpPr>
          <p:nvPr>
            <p:ph sz="quarter" idx="10"/>
          </p:nvPr>
        </p:nvSpPr>
        <p:spPr/>
        <p:txBody>
          <a:bodyPr rtlCol="0"/>
          <a:lstStyle/>
          <a:p>
            <a:pPr eaLnBrk="1" fontAlgn="auto" hangingPunct="1">
              <a:spcAft>
                <a:spcPts val="0"/>
              </a:spcAft>
              <a:defRPr/>
            </a:pPr>
            <a:r>
              <a:rPr lang="en-US" dirty="0">
                <a:solidFill>
                  <a:srgbClr val="FF0000"/>
                </a:solidFill>
              </a:rPr>
              <a:t>CRITERIA FOR PROJECT SELECTION</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AD31D13-651A-1903-AECD-1C7BAD16A91F}"/>
                  </a:ext>
                </a:extLst>
              </p14:cNvPr>
              <p14:cNvContentPartPr/>
              <p14:nvPr/>
            </p14:nvContentPartPr>
            <p14:xfrm>
              <a:off x="594360" y="2226960"/>
              <a:ext cx="8401680" cy="4167000"/>
            </p14:xfrm>
          </p:contentPart>
        </mc:Choice>
        <mc:Fallback>
          <p:pic>
            <p:nvPicPr>
              <p:cNvPr id="2" name="Ink 1">
                <a:extLst>
                  <a:ext uri="{FF2B5EF4-FFF2-40B4-BE49-F238E27FC236}">
                    <a16:creationId xmlns:a16="http://schemas.microsoft.com/office/drawing/2014/main" id="{2AD31D13-651A-1903-AECD-1C7BAD16A91F}"/>
                  </a:ext>
                </a:extLst>
              </p:cNvPr>
              <p:cNvPicPr/>
              <p:nvPr/>
            </p:nvPicPr>
            <p:blipFill>
              <a:blip r:embed="rId3"/>
              <a:stretch>
                <a:fillRect/>
              </a:stretch>
            </p:blipFill>
            <p:spPr>
              <a:xfrm>
                <a:off x="585000" y="2217600"/>
                <a:ext cx="8420400" cy="4185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0DA90A8-FDC7-E7A1-E30C-0139D04AB9AB}"/>
                  </a:ext>
                </a:extLst>
              </p14:cNvPr>
              <p14:cNvContentPartPr/>
              <p14:nvPr/>
            </p14:nvContentPartPr>
            <p14:xfrm>
              <a:off x="250920" y="4345920"/>
              <a:ext cx="1436040" cy="527760"/>
            </p14:xfrm>
          </p:contentPart>
        </mc:Choice>
        <mc:Fallback>
          <p:pic>
            <p:nvPicPr>
              <p:cNvPr id="3" name="Ink 2">
                <a:extLst>
                  <a:ext uri="{FF2B5EF4-FFF2-40B4-BE49-F238E27FC236}">
                    <a16:creationId xmlns:a16="http://schemas.microsoft.com/office/drawing/2014/main" id="{50DA90A8-FDC7-E7A1-E30C-0139D04AB9AB}"/>
                  </a:ext>
                </a:extLst>
              </p:cNvPr>
              <p:cNvPicPr/>
              <p:nvPr/>
            </p:nvPicPr>
            <p:blipFill>
              <a:blip r:embed="rId5"/>
              <a:stretch>
                <a:fillRect/>
              </a:stretch>
            </p:blipFill>
            <p:spPr>
              <a:xfrm>
                <a:off x="241560" y="4336560"/>
                <a:ext cx="1454760" cy="54648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5DDBA-43D9-800F-6377-361DE37A05CF}"/>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3797B26-884C-A2FF-BA6F-992C4B75FF8F}"/>
                  </a:ext>
                </a:extLst>
              </p14:cNvPr>
              <p14:cNvContentPartPr/>
              <p14:nvPr/>
            </p14:nvContentPartPr>
            <p14:xfrm>
              <a:off x="1245960" y="1156320"/>
              <a:ext cx="7427520" cy="4865400"/>
            </p14:xfrm>
          </p:contentPart>
        </mc:Choice>
        <mc:Fallback>
          <p:pic>
            <p:nvPicPr>
              <p:cNvPr id="3" name="Ink 2">
                <a:extLst>
                  <a:ext uri="{FF2B5EF4-FFF2-40B4-BE49-F238E27FC236}">
                    <a16:creationId xmlns:a16="http://schemas.microsoft.com/office/drawing/2014/main" id="{83797B26-884C-A2FF-BA6F-992C4B75FF8F}"/>
                  </a:ext>
                </a:extLst>
              </p:cNvPr>
              <p:cNvPicPr/>
              <p:nvPr/>
            </p:nvPicPr>
            <p:blipFill>
              <a:blip r:embed="rId3"/>
              <a:stretch>
                <a:fillRect/>
              </a:stretch>
            </p:blipFill>
            <p:spPr>
              <a:xfrm>
                <a:off x="1236600" y="1146960"/>
                <a:ext cx="7446240" cy="488412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A85D13-83E4-91EF-19D1-D95848FAD8D1}"/>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E3D1B30-3235-AC14-BAD2-72BDA0ADB6DD}"/>
                  </a:ext>
                </a:extLst>
              </p14:cNvPr>
              <p14:cNvContentPartPr/>
              <p14:nvPr/>
            </p14:nvContentPartPr>
            <p14:xfrm>
              <a:off x="296640" y="921240"/>
              <a:ext cx="8598960" cy="5479920"/>
            </p14:xfrm>
          </p:contentPart>
        </mc:Choice>
        <mc:Fallback>
          <p:pic>
            <p:nvPicPr>
              <p:cNvPr id="3" name="Ink 2">
                <a:extLst>
                  <a:ext uri="{FF2B5EF4-FFF2-40B4-BE49-F238E27FC236}">
                    <a16:creationId xmlns:a16="http://schemas.microsoft.com/office/drawing/2014/main" id="{5E3D1B30-3235-AC14-BAD2-72BDA0ADB6DD}"/>
                  </a:ext>
                </a:extLst>
              </p:cNvPr>
              <p:cNvPicPr/>
              <p:nvPr/>
            </p:nvPicPr>
            <p:blipFill>
              <a:blip r:embed="rId3"/>
              <a:stretch>
                <a:fillRect/>
              </a:stretch>
            </p:blipFill>
            <p:spPr>
              <a:xfrm>
                <a:off x="287280" y="911880"/>
                <a:ext cx="8617680" cy="549864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966B6F-64FE-A203-015C-FC6DD6A25960}"/>
              </a:ext>
            </a:extLst>
          </p:cNvPr>
          <p:cNvSpPr>
            <a:spLocks noGrp="1"/>
          </p:cNvSpPr>
          <p:nvPr>
            <p:ph idx="1"/>
          </p:nvPr>
        </p:nvSpPr>
        <p:spPr>
          <a:xfrm>
            <a:off x="304800" y="1493838"/>
            <a:ext cx="8229600" cy="4525962"/>
          </a:xfrm>
        </p:spPr>
        <p:txBody>
          <a:bodyPr/>
          <a:lstStyle/>
          <a:p>
            <a:pPr>
              <a:defRPr/>
            </a:pPr>
            <a:endParaRPr lang="en-US" dirty="0"/>
          </a:p>
          <a:p>
            <a:pPr>
              <a:defRPr/>
            </a:pPr>
            <a:endParaRPr lang="en-US" dirty="0"/>
          </a:p>
          <a:p>
            <a:pPr>
              <a:defRPr/>
            </a:pPr>
            <a:r>
              <a:rPr lang="en-US" sz="4400" dirty="0">
                <a:solidFill>
                  <a:schemeClr val="accent3"/>
                </a:solidFill>
              </a:rPr>
              <a:t>         </a:t>
            </a:r>
            <a:r>
              <a:rPr lang="en-US" sz="9600" dirty="0">
                <a:solidFill>
                  <a:schemeClr val="accent3"/>
                </a:solidFill>
              </a:rPr>
              <a:t>T</a:t>
            </a:r>
            <a:r>
              <a:rPr lang="en-US" sz="9600" b="1" dirty="0">
                <a:solidFill>
                  <a:schemeClr val="accent3"/>
                </a:solidFill>
              </a:rPr>
              <a:t>hank You!</a:t>
            </a:r>
          </a:p>
          <a:p>
            <a:pPr>
              <a:defRPr/>
            </a:pPr>
            <a:endParaRPr lang="en-US" sz="2200" b="1" dirty="0">
              <a:solidFill>
                <a:schemeClr val="accent3"/>
              </a:solidFill>
            </a:endParaRPr>
          </a:p>
          <a:p>
            <a:pPr>
              <a:defRPr/>
            </a:pPr>
            <a:r>
              <a:rPr lang="en-US" sz="2200" b="1" dirty="0"/>
              <a:t>M K Hamirwasia</a:t>
            </a:r>
          </a:p>
          <a:p>
            <a:pPr>
              <a:defRPr/>
            </a:pPr>
            <a:r>
              <a:rPr lang="en-US" sz="2200" b="1" dirty="0"/>
              <a:t>hamirwasiamk@pilani.bits-pilani.ac.in</a:t>
            </a:r>
          </a:p>
          <a:p>
            <a:pPr>
              <a:defRPr/>
            </a:pPr>
            <a:endParaRPr lang="en-US" sz="2800" b="1" dirty="0">
              <a:solidFill>
                <a:schemeClr val="accent3"/>
              </a:solidFill>
            </a:endParaRPr>
          </a:p>
          <a:p>
            <a:pPr>
              <a:defRPr/>
            </a:pPr>
            <a:endParaRPr lang="en-US" sz="2000" dirty="0"/>
          </a:p>
        </p:txBody>
      </p:sp>
      <p:sp>
        <p:nvSpPr>
          <p:cNvPr id="3" name="Content Placeholder 2">
            <a:extLst>
              <a:ext uri="{FF2B5EF4-FFF2-40B4-BE49-F238E27FC236}">
                <a16:creationId xmlns:a16="http://schemas.microsoft.com/office/drawing/2014/main" id="{75735FDB-9E2B-06DB-0B6C-CC5CA7AED0CA}"/>
              </a:ext>
            </a:extLst>
          </p:cNvPr>
          <p:cNvSpPr>
            <a:spLocks noGrp="1"/>
          </p:cNvSpPr>
          <p:nvPr>
            <p:ph sz="quarter" idx="10"/>
          </p:nvPr>
        </p:nvSpPr>
        <p:spPr/>
        <p:txBody>
          <a:bodyPr/>
          <a:lstStyle/>
          <a:p>
            <a:pPr>
              <a:buFont typeface="Arial" charset="0"/>
              <a:buNone/>
              <a:defRPr/>
            </a:pPr>
            <a:r>
              <a:rPr lang="en-US" sz="3200" dirty="0"/>
              <a:t>L3 - Project Management </a:t>
            </a:r>
          </a:p>
          <a:p>
            <a:pPr>
              <a:buFont typeface="Arial" charset="0"/>
              <a:buNone/>
              <a:defRPr/>
            </a:pPr>
            <a:r>
              <a:rPr lang="en-IN" sz="3200" dirty="0"/>
              <a:t>Second Semester 2024-25 (S2-24)</a:t>
            </a:r>
            <a:endParaRPr lang="en-US" sz="3200" dirty="0"/>
          </a:p>
          <a:p>
            <a:pPr>
              <a:buFont typeface="Arial" charset="0"/>
              <a:buNone/>
              <a:defRPr/>
            </a:pPr>
            <a:endParaRPr lang="en-US" dirty="0"/>
          </a:p>
        </p:txBody>
      </p:sp>
    </p:spTree>
  </p:cSld>
  <p:clrMapOvr>
    <a:masterClrMapping/>
  </p:clrMapOvr>
</p:sld>
</file>

<file path=ppt/theme/theme1.xml><?xml version="1.0" encoding="utf-8"?>
<a:theme xmlns:a="http://schemas.openxmlformats.org/drawingml/2006/main" name="pilani 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04A6ADA098944EB294D577DC80F0D1" ma:contentTypeVersion="29" ma:contentTypeDescription="Create a new document." ma:contentTypeScope="" ma:versionID="c93c7edd713cc600b0b4dbc647130759">
  <xsd:schema xmlns:xsd="http://www.w3.org/2001/XMLSchema" xmlns:xs="http://www.w3.org/2001/XMLSchema" xmlns:p="http://schemas.microsoft.com/office/2006/metadata/properties" xmlns:ns2="0192c144-0bc9-406b-ba7c-16be2358a8f1" targetNamespace="http://schemas.microsoft.com/office/2006/metadata/properties" ma:root="true" ma:fieldsID="4bc978bb8e5f0c007cbf3d6c31d4125f" ns2:_="">
    <xsd:import namespace="0192c144-0bc9-406b-ba7c-16be2358a8f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92c144-0bc9-406b-ba7c-16be2358a8f1"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LengthInSeconds" ma:index="3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udent_Groups xmlns="0192c144-0bc9-406b-ba7c-16be2358a8f1">
      <UserInfo>
        <DisplayName/>
        <AccountId xsi:nil="true"/>
        <AccountType/>
      </UserInfo>
    </Student_Groups>
    <Distribution_Groups xmlns="0192c144-0bc9-406b-ba7c-16be2358a8f1" xsi:nil="true"/>
    <Math_Settings xmlns="0192c144-0bc9-406b-ba7c-16be2358a8f1" xsi:nil="true"/>
    <Templates xmlns="0192c144-0bc9-406b-ba7c-16be2358a8f1" xsi:nil="true"/>
    <AppVersion xmlns="0192c144-0bc9-406b-ba7c-16be2358a8f1" xsi:nil="true"/>
    <TeamsChannelId xmlns="0192c144-0bc9-406b-ba7c-16be2358a8f1" xsi:nil="true"/>
    <Invited_Teachers xmlns="0192c144-0bc9-406b-ba7c-16be2358a8f1" xsi:nil="true"/>
    <IsNotebookLocked xmlns="0192c144-0bc9-406b-ba7c-16be2358a8f1" xsi:nil="true"/>
    <Students xmlns="0192c144-0bc9-406b-ba7c-16be2358a8f1">
      <UserInfo>
        <DisplayName/>
        <AccountId xsi:nil="true"/>
        <AccountType/>
      </UserInfo>
    </Students>
    <Has_Teacher_Only_SectionGroup xmlns="0192c144-0bc9-406b-ba7c-16be2358a8f1" xsi:nil="true"/>
    <FolderType xmlns="0192c144-0bc9-406b-ba7c-16be2358a8f1" xsi:nil="true"/>
    <Teachers xmlns="0192c144-0bc9-406b-ba7c-16be2358a8f1">
      <UserInfo>
        <DisplayName/>
        <AccountId xsi:nil="true"/>
        <AccountType/>
      </UserInfo>
    </Teachers>
    <Self_Registration_Enabled xmlns="0192c144-0bc9-406b-ba7c-16be2358a8f1" xsi:nil="true"/>
    <LMS_Mappings xmlns="0192c144-0bc9-406b-ba7c-16be2358a8f1" xsi:nil="true"/>
    <NotebookType xmlns="0192c144-0bc9-406b-ba7c-16be2358a8f1" xsi:nil="true"/>
    <DefaultSectionNames xmlns="0192c144-0bc9-406b-ba7c-16be2358a8f1" xsi:nil="true"/>
    <Is_Collaboration_Space_Locked xmlns="0192c144-0bc9-406b-ba7c-16be2358a8f1" xsi:nil="true"/>
    <Teams_Channel_Section_Location xmlns="0192c144-0bc9-406b-ba7c-16be2358a8f1" xsi:nil="true"/>
    <CultureName xmlns="0192c144-0bc9-406b-ba7c-16be2358a8f1" xsi:nil="true"/>
    <Owner xmlns="0192c144-0bc9-406b-ba7c-16be2358a8f1">
      <UserInfo>
        <DisplayName/>
        <AccountId xsi:nil="true"/>
        <AccountType/>
      </UserInfo>
    </Owner>
    <Invited_Students xmlns="0192c144-0bc9-406b-ba7c-16be2358a8f1" xsi:nil="true"/>
  </documentManagement>
</p:properties>
</file>

<file path=customXml/itemProps1.xml><?xml version="1.0" encoding="utf-8"?>
<ds:datastoreItem xmlns:ds="http://schemas.openxmlformats.org/officeDocument/2006/customXml" ds:itemID="{50DBF23F-E36D-4742-BA61-A68C06679D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92c144-0bc9-406b-ba7c-16be2358a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E25CC80-CD9A-458F-8F33-B13123257BF9}">
  <ds:schemaRefs>
    <ds:schemaRef ds:uri="http://schemas.microsoft.com/sharepoint/v3/contenttype/forms"/>
  </ds:schemaRefs>
</ds:datastoreItem>
</file>

<file path=customXml/itemProps3.xml><?xml version="1.0" encoding="utf-8"?>
<ds:datastoreItem xmlns:ds="http://schemas.openxmlformats.org/officeDocument/2006/customXml" ds:itemID="{A9F40279-16E4-4D5A-A29C-FB769D33F38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pilani ppt</Template>
  <TotalTime>2093</TotalTime>
  <Words>2413</Words>
  <Application>Microsoft Office PowerPoint</Application>
  <PresentationFormat>On-screen Show (4:3)</PresentationFormat>
  <Paragraphs>208</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Nimbus Sans</vt:lpstr>
      <vt:lpstr>Wingdings</vt:lpstr>
      <vt:lpstr>pilani ppt</vt:lpstr>
      <vt:lpstr>                                                     Organization Strategy and Project Selection (Ch. 2 – T1)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mukund chavan</cp:lastModifiedBy>
  <cp:revision>515</cp:revision>
  <dcterms:created xsi:type="dcterms:W3CDTF">2011-09-14T09:42:05Z</dcterms:created>
  <dcterms:modified xsi:type="dcterms:W3CDTF">2025-05-18T03:57:50Z</dcterms:modified>
</cp:coreProperties>
</file>