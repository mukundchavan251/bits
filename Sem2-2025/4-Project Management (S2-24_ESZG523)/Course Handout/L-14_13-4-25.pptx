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491" r:id="rId5"/>
    <p:sldId id="492" r:id="rId6"/>
    <p:sldId id="584" r:id="rId7"/>
    <p:sldId id="585" r:id="rId8"/>
    <p:sldId id="542" r:id="rId9"/>
    <p:sldId id="543" r:id="rId10"/>
    <p:sldId id="544" r:id="rId11"/>
    <p:sldId id="582" r:id="rId12"/>
    <p:sldId id="583" r:id="rId13"/>
    <p:sldId id="546" r:id="rId14"/>
    <p:sldId id="547" r:id="rId15"/>
    <p:sldId id="548" r:id="rId16"/>
    <p:sldId id="549" r:id="rId17"/>
    <p:sldId id="550" r:id="rId18"/>
    <p:sldId id="551" r:id="rId19"/>
    <p:sldId id="552" r:id="rId20"/>
    <p:sldId id="553" r:id="rId21"/>
    <p:sldId id="554" r:id="rId22"/>
    <p:sldId id="555" r:id="rId23"/>
    <p:sldId id="558" r:id="rId24"/>
    <p:sldId id="559" r:id="rId25"/>
    <p:sldId id="560" r:id="rId26"/>
    <p:sldId id="561" r:id="rId27"/>
    <p:sldId id="562" r:id="rId28"/>
    <p:sldId id="563" r:id="rId29"/>
    <p:sldId id="564" r:id="rId30"/>
    <p:sldId id="565" r:id="rId31"/>
    <p:sldId id="566" r:id="rId32"/>
    <p:sldId id="567" r:id="rId33"/>
    <p:sldId id="568" r:id="rId34"/>
    <p:sldId id="569" r:id="rId35"/>
    <p:sldId id="570" r:id="rId36"/>
    <p:sldId id="571" r:id="rId37"/>
    <p:sldId id="572" r:id="rId38"/>
    <p:sldId id="573" r:id="rId39"/>
    <p:sldId id="574" r:id="rId40"/>
    <p:sldId id="586" r:id="rId41"/>
    <p:sldId id="587" r:id="rId42"/>
    <p:sldId id="588" r:id="rId43"/>
    <p:sldId id="589" r:id="rId44"/>
    <p:sldId id="591" r:id="rId45"/>
    <p:sldId id="592" r:id="rId46"/>
    <p:sldId id="446" r:id="rId4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2:57:10.231"/>
    </inkml:context>
    <inkml:brush xml:id="br0">
      <inkml:brushProperty name="width" value="0.05292" units="cm"/>
      <inkml:brushProperty name="height" value="0.05292" units="cm"/>
      <inkml:brushProperty name="color" value="#FF0000"/>
    </inkml:brush>
  </inkml:definitions>
  <inkml:trace contextRef="#ctx0" brushRef="#br0">6960 4451 376 0,'0'0'91'0,"0"0"3"0,0 0 18 16,0 0-46-16,12-72-16 15,-12 59-23-15,0 4 14 0,0-1-5 16,0-1-27-16,0 5 21 16,0-2-10-16,0 7 3 15,0 1-7-15,0 0-14 16,0 0-2-16,0 0-6 15,0 0-10-15,0 20-8 16,0 14 6-16,0 16 18 16,0 20 1-16,-6 9 2 15,0 6 1-15,0-3-3 16,-1-14 0-16,4-17 1 16,0-19-2-16,1-11-8 15,0-11-3-15,2-8-11 0,0-2-31 16,0 0 30-16,0-26 8 15,0-8-328-15</inkml:trace>
  <inkml:trace contextRef="#ctx0" brushRef="#br0" timeOffset="334.19">6738 4171 574 0,'0'0'0'0,"0"0"34"16,85-22-18-16,-41 30-10 0,9 24 5 15,11 17 3-15,0 16-5 16,-4 10-2-16,-5 6-6 16,-12 2 1-16,-16-1-1 15,-15-8 2-15,-12-11-3 16,-8-11-3-16,-26-8 3 15,-17-6 24-15,-13-8-6 16,-12-6-12-16,-4-14 2 16,-10-8-1-16,1-2 0 15,7-2 15-15,22-7-21 16,27 1-1-16,29 2-58 16,13-5-76-16,34 0-307 15</inkml:trace>
  <inkml:trace contextRef="#ctx0" brushRef="#br0" timeOffset="1182.66">7397 4848 649 0,'0'0'51'16,"0"0"5"-16,0 0-25 0,0 0-5 15,64-79-14-15,-43 59 3 16,-3 1 20-16,-5 1-17 16,-2-1-12-16,-1 6 6 15,-10 1 23-15,0 3-24 0,0 2-11 16,-7 3-3-16,-1 4-1 16,-4 0 0-16,-1 18-27 15,1 14-4-15,9 7 0 16,3 4 27-16,0 1-7 15,27-7 2-15,7-4 0 16,11-10 0-16,6-10-1 16,7-13 0-16,-2-2 7 15,-6-31 7-15,1-17 5 16,1-15-3-16,-4-15 1 0,-1-4 1 16,-13-3 13-1,-14 4 13-15,-14 0 0 0,-6 2 10 16,-19 12-9-16,-4 16 16 15,2 25-37-15,9 14-3 16,8 14-7-16,4 19-15 16,-3 27-20-16,0 31 31 15,-2 18 4-15,1 16 1 16,2 9-1-16,2-1 3 16,9-7-1-16,23-9 0 15,12-15-2-15,3-14 1 16,-1-15-1-16,-4-15 0 15,-8-16-1-15,-4-12-2 16,-5-10-9-16,-6-6-1 0,-7 0 13 16,-4-22 3-16,-8-14 2 15,0-13-5 1,-21-9 4-16,-19-4-4 0,-11-1 4 16,-10 4 7-16,4 14-11 15,9 10 0-15,17 12-1 16,16 11 1-16,9 7 0 15,6 2-2-15,23-5-24 16,21-1 7-16,17-5 18 16,8-5 2-16,-3 4-3 15,-7 0 5-15,-5 0-2 16,-8 4-1-16,-4 0 1 16,-9 5-1-16,-12 1 0 0,-8 5 0 15,-10 0 0 1,-3 0-7-16,0 8-12 0,0 12-7 15,0 10 20-15,0 6 1 16,-12 1 4-16,-4 3 1 16,2-3 0-16,1-6 0 15,4-6 0-15,3-10-27 16,6-15-100-16,4-12-153 16</inkml:trace>
  <inkml:trace contextRef="#ctx0" brushRef="#br0" timeOffset="1334.79">8450 4134 840 0,'0'0'73'15,"0"0"-73"-15,0 0-41 16,0 0 17-16,37 83 18 16,-10-8-44-16,-3 16-57 15,1-1-93-15</inkml:trace>
  <inkml:trace contextRef="#ctx0" brushRef="#br0" timeOffset="1832.99">8704 4833 903 0,'0'0'65'0,"0"0"-43"15,0 0-22-15,0 0-12 0,0 0 12 16,0 0 3-16,59 58-3 15,-44-36-18-15,-1-5-4 16,-5-5-10-16,-2-4-3 16,-3-7 5-16,-1-1 19 15,7-6 7-15,7-19 3 16,3-8-26-16,1 3 27 16,-4 6 1-16,-6 10 6 15,-7 8 26-15,1 6-22 16,-2 0-11-16,3 0-13 15,0 11 11-15,0 6-1 16,0-1-1-16,-2 2 2 16,0-4 2-16,4-1-3 0,-2-6-17 15,3-7 7-15,6 0-1 16,5-13 14-16,8-16 2 16,0 0 0-16,-1-2-2 15,-7 9 0-15,-10 9-2 16,-1 4 2-16,-5 9 13 15,-4 0-9-15,3 0-4 16,3 9-11-16,-1 8 11 16,2 7 2-16,-1 4 4 15,0-2-4-15,1-1 2 16,-2-6-4-16,1-10-1 16,7-9-73-16,8-14-93 0,11-29-282 15</inkml:trace>
  <inkml:trace contextRef="#ctx0" brushRef="#br0" timeOffset="1998.14">9214 4332 806 0,'0'0'118'16,"0"0"-112"-16,0 0-6 16,0 0-53-16,0 0 50 15,17 85 0-15,2-24-50 16,3 4-63-16,11-7-41 15,6-13-107-15</inkml:trace>
  <inkml:trace contextRef="#ctx0" brushRef="#br0" timeOffset="2447.74">9490 4729 212 0,'0'0'342'0,"0"0"-152"16,0 0-96-16,0 0-64 16,0 0-30-16,0 0-3 15,0 23 3-15,0-12 3 16,3-2-2-16,3-1-1 15,1-3 0-15,-1-1 1 16,5-4 0-16,3 0 1 16,3 0 9-16,4-12-3 15,-1-2-3-15,0 0-2 16,3 6-3-16,7 2-1 16,13 6 0-16,10 0-3 15,10 0 3-15,4 11-8 0,4 2-10 16,3 0-6-16,3-3 6 15,-1-3 3-15,-10-7-4 16,-14 0 6-16,-16-11 14 16,-14-13 13-16,-10-6 14 15,-6-8 1-15,-6-3-16 16,0 0 7-16,-15 7 17 16,-1 12-32-16,-5 12-3 15,3 10-1-15,3 0-6 16,-3 24-2-16,6 21 1 15,-2 16 3-15,3 9 4 16,3 8 0-16,7 2 2 16,1 2-2-16,0-4 0 0,9-10 0 15,2-13-11-15,2-9-42 16,5-17-67-16,6-19-132 16</inkml:trace>
  <inkml:trace contextRef="#ctx0" brushRef="#br0" timeOffset="3246.1">11614 4221 822 0,'0'0'13'16,"0"0"43"-16,0 0-26 16,0 0-30-16,0 0-19 15,0 0 0-15,-2 51 19 16,-15 0 0-16,-2 10 0 16,-2 8 3-16,6 7 2 15,5-4-5-15,10-10-5 16,0-18-42-16,29-24-11 15,12-20 31-15,9-11 27 16,5-37 4-16,-3-13 0 16,-10-7 2-16,-11 2-1 15,-14 7 56-15,-13 12-5 0,-4 8-16 16,0 13 27-16,-9 12-40 16,2 11-16-16,1 3-11 15,-1 14-37-15,-3 19 1 16,-3 16 36-16,4 9-8 15,6 9-3-15,3-3-1 16,0-6 6-16,4-12-9 16,10-20-18-16,3-18 16 15,10-8 16-15,5-17 1 16,8-23 12-16,-1-5-8 16,-5 1 2-16,-11 10 1 15,-10 15 8-15,-9 11 11 0,-2 5-6 16,1 3-20-16,4 0-9 15,8 14-13-15,10 12 21 16,10 3-1-16,2 5-1 16,1-4-4-16,-4-10-15 15,-3-14-2-15,-1-6 22 16,0-14 2-16,-3-16 7 16,-2-6-2-16,-6-3-3 15,-8 1 5-15,-5 2 6 16,-6 6 9-16,-2 4-11 15,-16 10 6-15,-9 12-17 16,2 4 0-16,0 10-12 16,-2 23-10-16,5 11 17 0,5 19 0 15,4 9 5-15,10 4-3 16,3-3 1-16,34-15-4 16,23-20-21-16,11-19 19 15,-1-19 4-15,-5 0-4 16,-13-27 2-16,-3-10-58 15,-6-12-158-15,-11-12-180 16</inkml:trace>
  <inkml:trace contextRef="#ctx0" brushRef="#br0" timeOffset="3479.13">11221 4542 518 0,'0'0'38'16,"0"0"-31"-16,0 0-7 15,93-11 39-15,-39-9 19 16,13-5-8-16,16-3-14 16,11-2-21-16,8 2-15 15,8 3 0-15,2 5-71 16,-3-5-224-16</inkml:trace>
  <inkml:trace contextRef="#ctx0" brushRef="#br0" timeOffset="3814.26">13602 4141 388 0,'0'0'29'16,"0"0"114"-16,0 0-65 16,0 0-45-16,0 0-33 15,0 0 0-15,-24 88 9 0,11-21 35 16,-5 8 11-16,0 7-29 15,3 7-6-15,3 6-15 16,6-2 1-16,6-7-3 16,0-18-3-16,5-20-27 15,11-24-74-15,-3-24-64 16,1-22-343-16</inkml:trace>
  <inkml:trace contextRef="#ctx0" brushRef="#br0" timeOffset="4727.78">13465 4038 775 0,'0'0'10'0,"80"-42"14"16,-32 42-9-16,6 5-11 15,5 29-1-15,4 13 2 16,-3 11 2-16,-5 6-7 15,-10 2 0-15,-20-3 0 16,-20-7 0-16,-10-6-8 16,-38-5 8-16,-17-4 4 15,-6-3 0-15,0-8-4 16,7-10-14-16,8-12-27 16,8-8 10-16,14-5 23 0,12-18 7 15,15 0-8 1,7-8 8-16,38 3-30 0,20 0-16 15,11 6 47-15,0 9 0 16,-10 6 57-16,-8 7-10 16,-8 0-3-16,-3 13-26 15,-8 16-9-15,-9 11-9 16,-4 10-2-16,-7 7 2 16,-8-4 4-16,-5-9-3 15,-4-13-1-15,0-9-18 16,-4-10-17-16,-5-8 3 15,-2-4 17-15,5-14 15 16,6-16 4-16,0-12-4 16,9-3-5-16,17 0-38 0,11 2 5 15,2 11 6-15,-3 10 32 16,-11 10 38-16,-12 10 33 16,-2 2-41-16,-5 2-28 15,-2 18 19-15,1 8-1 16,-5 13-14-16,0 5-5 15,0 8 8-15,1-2-3 16,11-7-6-16,3-9 0 16,10-14 2-16,5-13 5 15,4-9 3-15,11-4 15 16,3-25-5-16,-1-11-11 16,-9-12-4-16,-16-7-5 15,-19 0-23-15,-3 0-23 0,-27 6 9 16,-9 12 31-16,-3 10 1 15,4 8-3-15,10 12-17 16,11 3 18-16,7 4 7 16,7 4 16-16,0 0-16 15,15 0-3-15,13 0 3 16,10 9 6-16,3 5 26 16,-3 6-7-16,-3 7-12 15,-3 10-5-15,-8 15-7 16,-7 11-1-16,-14 12 0 15,-3 5 3-15,-11 7-1 16,-15 5 3-16,-1 0-3 16,-3-7 0-16,6-16 3 0,5-20-5 15,9-22 0-15,5-17 3 16,-1-10-3-16,-1-8 13 16,-7-21 30-16,-2-14-43 15,4-8-42-15,8-5-48 16,4 0-176-16</inkml:trace>
  <inkml:trace contextRef="#ctx0" brushRef="#br0" timeOffset="5494.46">15043 4623 317 0,'0'0'480'0,"0"0"-386"0,0 0-60 15,0 0-12-15,0 0-21 16,56-77-1-16,-39 65 1 16,4-2 1-16,-2 0 1 15,-7-3-1-15,-3 6 3 16,-3-1-4-16,-6 7-1 16,0 2-1-16,-10 3-4 15,-15 0-3-15,-8 17 2 16,0 17 1-16,6 7 1 15,10 9-3-15,10 1-10 0,7 1-2 16,4-6-3-16,35-17-4 16,25-19-25-1,21-10 47-15,11-36 4 0,-5-14 0 16,-8-9-7-16,-12 0-21 16,-14 4-51-16,-12 10-32 15,-15 9-9-15,-14 9 62 16,-7 11 58-16,-7 5 53 15,1 6 78-15,-3 5-15 16,0 0-116-16,0 3-5 16,0 14-3-16,0 8 7 15,0 4 1-15,-7 0 2 16,-4-1 1-16,2-6 1 16,-3-7-4-16,2-2 6 15,-1-3-6-15,-1 0 3 0,3 0 2 16,5-1-3-16,1 0-2 15,3 4-3-15,0 4 3 16,12 3-4-16,19 0 4 16,15-5 5-16,11-11-2 15,12-4-2-15,-5-16 3 16,-8-21 1-16,-11-6 14 16,-10-6-4-16,-5-4 20 15,-7 3-34-15,-10-2 4 16,-11 1 15-16,-2 3 35 0,0 10 5 15,0 12-24 1,-4 15-20-16,2 11-16 0,2 0-17 16,-2 20-44-16,-2 18 55 15,-2 17 4-15,0 16-1 16,5 19-3-16,1 6 6 16,12-1 0-16,21-13 0 15,13-26-37-15,2-22-2 16,-2-20-6-16,-3-14-41 15,-5-14-120-15</inkml:trace>
  <inkml:trace contextRef="#ctx0" brushRef="#br0" timeOffset="5667.49">16268 4322 828 0,'0'0'0'0,"0"0"0"0,138-20 1 15,-63 14 13-15,5-4-10 16,-1 1 9-16,-7-2-12 16,-15 0 1-16,-15-1-2 15,-17-1-10-15,-11-8-200 16</inkml:trace>
  <inkml:trace contextRef="#ctx0" brushRef="#br0" timeOffset="5944.37">14883 4130 793 0,'0'0'67'15,"0"0"3"-15,0 0-52 16,0 0-17-16,0 0 0 16,0 0-1-16,3-16-8 15,0 19-10-15,3 14-52 16,3 2-19-16,5-9-175 0</inkml:trace>
  <inkml:trace contextRef="#ctx0" brushRef="#br0" timeOffset="6826.2">15317 4480 344 0,'0'0'157'0,"0"0"-17"15,0 0-79-15,0 0-41 16,0 0-20-16,0 0-8 16,0 4-44-16,0 8 33 15,0 3 17-15,-1 5 2 0,-7 2 0 16,-2 4-4-16,-2-2 4 15,0 1 12-15,-6-2 4 16,-1-3-14-16,-4-3 11 16,-5-3 4-16,-2 1-3 15,-3 0-7-15,-1-1-7 16,3-2-7-16,7-7-69 16,9-5-56-16,14 0-58 15</inkml:trace>
  <inkml:trace contextRef="#ctx0" brushRef="#br0" timeOffset="6995.55">15073 4717 173 0,'0'0'296'15,"0"0"-105"-15,0 0-94 16,0 0-83-16,0 0-14 15,0 0-164-15,0 0-13 16</inkml:trace>
  <inkml:trace contextRef="#ctx0" brushRef="#br0" timeOffset="7797.97">15712 4449 254 0,'0'0'134'0,"0"0"-56"15,0 0-5-15,0 0-5 16,0 0-41-16,0 0-12 0,32-20-13 16,-16 19 6-16,1-2 11 15,-2 3 2-15,-2 0-12 16,0 0-9-16,-4 0 0 16,-1 6 0-16,-4 2 0 15,-1 2-8-15,-1 2-8 16,-2-3-8-16,0-1-14 15,0-2 5-15,0-2-12 16,0 0 27-16,-5-4 6 16,2 3 6-16,3-3-4 15,0 0-34-15,0 0-136 16,0 0-72-16</inkml:trace>
  <inkml:trace contextRef="#ctx0" brushRef="#br0" timeOffset="7931.69">15887 4470 321 0,'0'0'171'0,"0"0"-77"0,0 0 7 16,0 0-15-16,0 0-21 16,0 0-51-16,0-17-14 15,0 17-17-15,0 3-109 16,0 8 58-16,-5-3-94 16</inkml:trace>
  <inkml:trace contextRef="#ctx0" brushRef="#br0" timeOffset="9192.36">6939 5487 208 0,'0'0'144'16,"0"0"-96"-16,0 0 55 15,0 0-61-15,0 0-7 16,0 0-1-16,-12-29 15 16,12 27-8-16,0 1-4 15,0-1-11-15,5-1-26 0,35 3-14 16,36-2 14-16,48 2 1 15,52-3 2-15,54-4 1 16,53-5-3-16,41-5-1 16,24-2 0-16,4-3 0 15,-7 0 0-15,-27 0-7 16,-29 3-37-16,-41 7 3 16,-40 2 3-16,-36 1-36 15,-35 2 29-15,-34 1-54 16,-30-1 99-16,-32 3 20 15,-25 1 29-15,-12 2 60 16,-4 0 37-16,0-2-80 0,-10 1-64 16,-9 2-2-16,-8 0-49 15,-3 1-66-15,9 10-21 16,9-3-202-16</inkml:trace>
  <inkml:trace contextRef="#ctx0" brushRef="#br0" timeOffset="9856.55">11696 5267 456 0,'0'0'79'16,"0"0"13"-16,0 0-59 16,0 0-33-16,0 0-24 15,0 0 24-15,158-15 27 16,-25 8 4-16,47 2-10 16,41-2-4-16,40 2-16 15,37-2 5-15,27-1-6 0,9-6-20 16,-3 0-20-16,-20-3 21 15,-28 1 9-15,-40-2 10 16,-35-2 10-16,-37 1 18 16,-38-1-1-16,-30 3 16 15,-32 5 2-15,-27 3-12 16,-17 6-22-16,-18 3-11 16,-5 0-7-16,-4 0-87 15,-6 9 1-15,-17 14 56 16,-5 1-30-16,0-7-200 15</inkml:trace>
  <inkml:trace contextRef="#ctx0" brushRef="#br0" timeOffset="10024.82">15865 5104 886 0,'0'0'13'0,"0"0"28"15,0 0-41-15,0 0-29 16,0 0-99-16,0 0-56 16,-67 24-41-16</inkml:trace>
  <inkml:trace contextRef="#ctx0" brushRef="#br0" timeOffset="10955.06">11666 4306 324 0,'0'0'99'0,"0"0"12"0,0 0 6 15,0 0-31 1,0 0-86-16,0 0-12 0,-18 16 5 15,11 23 7-15,-9 8 7 16,-1 6 7-16,-4 3 5 16,-3 1 1-16,1 4-13 15,1 3-4-15,-2 0 2 16,4-6-4-16,-2-5-1 16,2-10-88-16,2-15-107 15</inkml:trace>
  <inkml:trace contextRef="#ctx0" brushRef="#br0" timeOffset="11119.26">11417 5015 726 0,'0'0'98'0,"0"0"-13"16,0 0-36-16,0 0-22 15,0 0-18-15,0 0-9 16,-9-12-25-16,9 12-62 15,10-3-120-15,-3-6-155 16</inkml:trace>
  <inkml:trace contextRef="#ctx0" brushRef="#br0" timeOffset="14653.94">7487 4635 107 0,'0'0'92'15,"0"0"-14"-15,0 0-22 16,0 0 11-16,0 0 19 16,0 0-43-16,0 0 0 15,0-14-8-15,0 14-7 16,0 0 2-16,0 0-2 16,0-1-7-16,0-2 6 15,0-1-5-15,0 4 4 16,0 0-6-16,0 0-12 15,0 0-7-15,0 0-1 0,0 0 0 16,0 0-2-16,1 0-6 16,11-2-19-16,6 0 24 15,7-4 3-15,8-1 6 16,-2 0-4-16,-4 0 4 16,-5 2-6-16,-11 2 1 15,-5 3 0-15,-6 0-1 16,0 0-6-16,0 0 2 15,0 6-7-15,0 7 11 16,-9 7 0-16,-10 4 3 16,-4 1-1-16,-4 1-1 15,-1-2 3-15,-2-1-4 16,0-1 0-16,2-2 1 0,3-5-1 16,0-1 0-16,8-3 0 15,-1 0 0-15,4 2 1 16,3-6 0-16,1 2-1 15,8-1-10-15,2-1-69 16,0-2-46-16,6-5-65 16,13 0-93-16</inkml:trace>
  <inkml:trace contextRef="#ctx0" brushRef="#br0" timeOffset="14802.66">7431 4863 123 0,'0'0'154'0,"0"0"-66"0,0 0-7 15,0 0 5-15,0 0-14 16,0 0-3-16,-37 0 21 16,37 0-27-16,0 0-63 15,0 4-6-15,-6 1-309 16</inkml:trace>
  <inkml:trace contextRef="#ctx0" brushRef="#br0" timeOffset="24959.11">6344 6568 369 0,'0'0'78'0,"0"0"40"16,0 0-52-16,0 0-13 0,0 0-25 16,0 0-11-16,0 0 4 15,-4 0 5-15,4 0-4 16,-2 0-2-16,1 0-8 16,1-1-2-16,-2 1-5 15,2 0-2-15,0 0-3 16,0 0 3-16,0-4-1 15,0-5-2-15,3-4 0 16,14-11-8-16,6-4 3 16,0-2 4-16,1-6 1 15,-5 0 0-15,-4-1 1 0,-2 3 1 16,-7 1-4 0,-4 7 4-16,-2 3-2 0,0 9 0 15,0 4 0-15,0 7 0 16,0 3 0-16,0 5-5 15,0 17-7-15,-4 13 12 16,2 7 4-16,-1 7-2 16,1 2 1-16,2 5-1 15,0 0-1-15,0 3-1 16,0-1 1-16,-4-2 0 16,1-3 0-16,-2-5 1 15,-1-4-1-15,0-7-1 0,0-4 0 16,1-5 0-1,0-5 0-15,4-4-1 0,1-8-3 16,0-6-7-16,0-3-19 16,0-2-25-16,4-7 24 15,15-15-42-15,4-7-128 16,-7 0 65-16,-6 7 89 16,-10 5-72-16,-5 9-16 15</inkml:trace>
  <inkml:trace contextRef="#ctx0" brushRef="#br0" timeOffset="25151.1">6071 7006 232 0,'0'0'115'16,"0"0"-105"-16,0 0 73 0,0 0 4 16,0 0-31-16,0 0 12 15,61 53-23-15,-25-48-1 16,7-2-5-16,14-3-15 15,10 0-22-15,6 0 5 16,0-2-7-16,-4-6-48 16,-8 2-98-16,-10-3-83 15</inkml:trace>
  <inkml:trace contextRef="#ctx0" brushRef="#br0" timeOffset="25334.14">6787 7088 609 0,'0'0'177'0,"0"0"-93"15,0 0-24-15,0 0-26 16,0 0-31-16,0 0-3 16,0-16-40-16,0 16-82 15,0-5-222-15</inkml:trace>
  <inkml:trace contextRef="#ctx0" brushRef="#br0" timeOffset="27007.38">7704 6392 629 0,'0'0'53'0,"0"0"69"16,0 0-57-16,0 0-9 16,-18-71-35-16,18 71-21 15,0 9-11-15,5 24-4 0,8 15 15 16,1 16-4 0,-5 12 4-16,-6 5-1 0,-3-2 1 15,0-7-2-15,-3-11-19 16,-5-17-16-16,-2-15-18 15,10-17 0-15,0-12-62 16,0-20-28-16</inkml:trace>
  <inkml:trace contextRef="#ctx0" brushRef="#br0" timeOffset="27322.46">7530 6193 637 0,'0'0'12'16,"0"0"20"-16,0 0-19 16,83-28-12-16,-29 46 0 15,9 19 12-15,1 12 9 16,-1 16-4-16,-9 12 5 16,-14 5-17-16,-15 4-3 15,-18-2 1-15,-7-5 0 16,-10-7-2-16,-23-8-1 15,-4-11 1-15,-8-12 1 16,-2-10-3-16,-6-14 8 16,2-9-8-16,-1-8 7 15,1 0-2-15,11-17 0 16,15-2-5-16,22-6-33 0,7-8-181 16</inkml:trace>
  <inkml:trace contextRef="#ctx0" brushRef="#br0" timeOffset="28122.26">8185 6782 195 0,'0'0'213'0,"0"0"-197"15,0 0-16-15,0 0 52 16,0 0 40-16,0 0 17 0,59-20-50 15,-32 3-18-15,-2-4-16 16,-5-4 8-16,-4-1-11 16,-8 1 10-16,-8-2-18 15,0 4 4-15,-11 3-10 16,-15 6 3-16,-1 8-11 16,-2 6-4-16,7 2 0 15,8 19-4-15,10 9 0 16,4 7 4-16,24-1 3 15,24 1-7-15,11-8 7 16,6-5-9-16,4-12-12 16,-9-12-9-16,-9 0 27 15,-7-20 3-15,-5-17-25 0,-6-15-13 16,-6-7 23 0,-6-8 16-16,-15 2 11 0,-6 2 45 15,-15 4-47-15,-19 9 50 16,2 16-22-16,7 17-12 15,10 17-22-15,3 9-3 16,6 30-16-16,0 20 14 16,6 20 0-16,2 9 2 15,21 10 4-15,12 7-1 16,7 4 2-16,7-5-3 16,1-10 0-16,-5-17-2 15,-7-18 3-15,-7-14-2 16,-7-17-1-16,-6-13-4 15,-9-11-3-15,-2-4 3 0,0-10 4 16,-2-22 15-16,-4-13-15 16,-1-11-3-16,-13-8 0 15,-15-7 3-15,-6 2-2 16,-2 7 2-16,4 13-4 16,7 15 3-16,10 10-7 15,5 7 8-15,10 3 0 16,1 2-2-16,31 3-8 15,15-2 7-15,11 5-1 16,3 6 2-16,-1 0 1 16,-5 0 1-16,-10 15-1 15,-9 5-1-15,-11 5 0 16,-7 5-1-16,-12 2 2 0,-6-3 1 16,0-2 0-16,-1-6 0 15,-12-4 0-15,-3-7-2 16,-1-10-31-16,5-10-32 15,10-31-163-15</inkml:trace>
  <inkml:trace contextRef="#ctx0" brushRef="#br0" timeOffset="28259.25">9266 6188 828 0,'0'0'5'0,"0"0"1"15,0 0-6 1,0 0-46-16,0 0 31 0,49 107-8 15,-31-30-47-15,-6 3-49 16,-3-7-71-16</inkml:trace>
  <inkml:trace contextRef="#ctx0" brushRef="#br0" timeOffset="28738.91">9339 6745 681 0,'0'0'102'0,"0"0"-102"16,0 0-8-16,0 0 8 15,6 82 1-15,6-57 0 16,3-4-1-16,0-5 4 16,-3-8 0-16,-2-8 2 15,2 0-1-15,0-14 17 0,1-16-3 16,1-5-13 0,1-3-2-16,-3 3 3 0,1 5-5 15,-1 9 13-15,0 9-6 16,2 7-5-16,2 5-4 15,5 0-4-15,5 7 1 16,3 12 0-16,7 1 3 16,6 2 0-16,10 0 0 15,3-3 0-15,-4-5 0 16,-1-11 1-16,1-3 1 16,-2-12 4-16,2-16-6 15,-2-7 8-15,-9-6-6 16,-8-1 4-16,-7 1-6 0,-13 10 0 15,-12 4 3-15,0 9 38 16,-13 5-25-16,-16 11-16 16,-7 2-1-16,-1 19-8 15,2 14-3-15,10 9 5 16,11 4 4-16,8 3 0 16,6 1 1-16,3 0 0 15,31-3-1-15,35-7-30 16,32-20-37-16,30-20-157 15</inkml:trace>
  <inkml:trace contextRef="#ctx0" brushRef="#br0" timeOffset="29473.83">11664 6217 994 0,'0'0'34'15,"0"0"39"-15,0 0-51 16,0 0-22-16,0 0-22 16,0 0-20-16,-44 44 38 15,32 29 4-15,-1 7 0 16,8 9-1-16,5-4-22 16,0-3-25-16,16-14-14 15,19-23-32-15,15-28 28 16,16-17 44-16,6-31 22 0,-5-22 1 15,-6-10 3-15,-15-6 36 16,-16-3 0-16,-16 5 16 16,-14 3-26-16,-5 10 0 15,-20 16 12-15,6 15-5 16,8 14 3-16,6 9-40 16,2 0-8-16,1 21-37 15,0 14 36-15,2 15 9 16,0 7 1-16,0 6-1 15,6-4-9-15,10-6-27 16,-1-17-14-16,1-14 8 16,1-10 12-16,4-12 27 15,7 0 3-15,3-20 11 16,2-4-4-16,-5 0-3 16,-11 6 6-16,-7 7 21 0,-7 7-15 15,-1 4 3-15,-2 0-13 16,4 0-6-16,7 0-7 15,13 6 2-15,13 6 5 16,12 1 0-16,6-6-2 16,2-7-15-16,-5 0-3 15,-1-12 14-15,-5-11 6 16,-10-3 4-16,-6-4-3 16,-14 2 2-16,-7 2 17 15,-9 2-10-15,-9 2 15 16,-17 6-16-16,-7 6-9 15,0 10-4-15,3 0 0 0,3 21-3 16,6 12 6-16,2 7 0 16,7 9-1-16,7 1-2 15,5 0 2-15,17-5 2 16,26-10-4-16,19-14 4 16,13-12 1-16,3-9-1 15,-10-3-40-15,-13-19-51 16,-20-5-171-16</inkml:trace>
  <inkml:trace contextRef="#ctx0" brushRef="#br0" timeOffset="29695.5">11312 6496 628 0,'0'0'8'16,"0"0"-7"-16,0 0 13 16,0 0 36-16,0 0 22 15,123-1-40-15,-64-8-31 16,6 1-1-16,4 0-4 16,6-5-75-16,9-7-137 15</inkml:trace>
  <inkml:trace contextRef="#ctx0" brushRef="#br0" timeOffset="30072.27">13829 6293 644 0,'0'0'74'0,"0"0"-9"0,0 0-4 15,0 0-61-15,0 0-4 16,0 0-10-16,16 79 12 15,-19-9 2-15,-12 14 14 16,-4 8 12-16,1 6-7 16,2-1-12-16,8-11-4 15,5-15 0-15,3-20 0 16,0-22-3-16,0-17-25 16,3-12-51-16,15-39-105 15</inkml:trace>
  <inkml:trace contextRef="#ctx0" brushRef="#br0" timeOffset="30977.37">13727 6024 845 0,'0'0'0'15,"0"0"-3"-15,122 5 0 16,-56 31 3-16,6 12 1 15,-4 10-1-15,-11 5-2 16,-18 2 2-16,-21 2-4 0,-18-5-1 16,-15-4 5-16,-31-8 0 15,-12-7 4 1,-8-7 1-16,-1-8 1 0,7-11-3 16,7-10-2-16,15-7 2 15,11-5-3-15,11-19 4 16,12-10-4-16,5-3 0 15,39-4-49-15,21 1-30 16,17 8-25-16,7 8 41 16,-2 10 63-16,-15 9 1 15,-13 5 51-15,-19 0 6 16,-11 19-32-16,-6 12 4 16,-7 11-9-16,-8 4 9 15,-4 2-6-15,0-5-8 16,-7-9-14-16,-5-9 7 0,3-11-9 15,3-7 2-15,2-4 3 16,1-3-3-16,1-3 10 16,2-22-9-16,0-13-3 15,6-8-44-15,20-4-19 16,8 2-21-16,3 10 57 16,-1 10 27-16,-4 13 21 15,-10 8 17-15,-5 7-6 16,-4 0-32-16,-4 20-2 15,-1 7 2-15,-6 13 22 16,-2 8 13-16,0 7-20 16,0 1-10-16,6-2-2 15,15-9 1-15,6-12-1 0,8-15-1 16,3-14 7 0,1-4-5-16,-3-20 6 0,-2-14-6 15,-7-9-4-15,-11-8-9 16,-15 0-50-16,-1 0-28 15,-25 4-22-15,-20 7-2 16,-8 6 1-16,-2 10-26 16,12 5 33-16,15 8 103 15,15 5 2-15,13 4 173 16,0 2-78-16,24 0-89 16,15 16-8-16,12 6 36 15,6 5 0-15,5 5 13 0,-3 5 1 16,-2 4-5-1,-11 4-24-15,-10 3-3 0,-14 5 9 16,-17 1 2-16,-5 8-16 16,-14 1-6-16,-14-5 17 15,-5-4-17-15,2-10-2 16,1-6-3-16,6-7 2 16,4-5-4-16,3-8-19 15,1-4-70-15,5-7-20 16,5-7-66-16,6 0-172 15</inkml:trace>
  <inkml:trace contextRef="#ctx0" brushRef="#br0" timeOffset="31801.94">15169 6632 926 0,'0'0'0'0,"0"0"-7"16,0 0-13-16,0 0 14 15,0 0-1-15,0 0 7 16,84-25 2-16,-39 16 1 16,-3-4-1-16,-10-2 1 15,-3-4-1-15,-11 0-1 16,-3 2 0-16,-11 2 1 0,-4 1-3 15,0 4 1-15,-3 4-2 16,-8 0 2-16,-5 6 0 16,-4 0-3-16,-5 22 0 15,-3 9-6-15,1 10-1 16,8 2-1-16,10 2-12 16,9-9 0-16,14-11-29 15,29-16 37-15,15-9 15 16,13-9 5-16,7-19 15 15,-2-10-12-15,-3-5-8 16,-6-4-4-16,-15 2-6 16,-7 5-4-16,-13 4 4 0,-9 9 10 15,-6 8 1-15,-1 7 1 16,-8 7 0 0,1 5-4-16,-6 0 1 0,-2 0-4 15,-1 0-6-15,0 8 1 16,0-2 6-16,0-2 4 15,0-3 4-15,0 0 9 16,0 6-3-16,-10-1-7 16,-7 5 5-16,-2 3 8 15,1 3-11-15,8 0-5 16,5 5 0-16,5 8 0 16,2 5 4-16,27 3-3 15,19-4 1-15,21-12-2 0,9-14-20 16,8-8-5-16,-7-24 3 15,-13-12 5-15,-8-7 17 16,-16-4 20-16,-7-2-6 16,-12-4-9-16,-17-2 1 15,-6-6 4-15,-29-1 16 16,-11 5 8-16,4 16 12 16,11 16-15-16,14 17-10 15,8 8-21-15,1 16-22 16,-3 24 1-16,4 20 18 15,1 15 2-15,0 13 0 16,4 2 1-16,18-3 0 16,10-11-26-16,9-19-37 15,-3-26-47-15,-7-25-106 0</inkml:trace>
  <inkml:trace contextRef="#ctx0" brushRef="#br0" timeOffset="31968.84">16639 6234 843 0,'0'0'1'0,"95"-43"0"15,-38 30-1-15,-2-2 2 16,-1 6 13-16,-10 1-5 16,-6 4-8-16,-10 3-2 15,-10 1-2-15,-12 0-83 16,-6-6-182-16</inkml:trace>
  <inkml:trace contextRef="#ctx0" brushRef="#br0" timeOffset="32157.59">15049 6113 892 0,'0'0'14'0,"0"0"-14"16,0 0-1-16,104 0 1 16,-44 8-16-16,-1-1-119 0,-6-7-223 15</inkml:trace>
  <inkml:trace contextRef="#ctx0" brushRef="#br0" timeOffset="32952.79">18116 6087 337 0,'0'0'118'0,"0"0"69"16,0 0-139-16,0 0-21 0,55-103 20 15,-41 63-35-15,-4-4-5 16,-10 4 3-16,0 3 11 16,-20 13-6-16,-8 7-15 15,-2 17-5-15,2 0-1 16,10 26-1-16,5 16 7 16,9 13-1-16,4 13 1 15,5 9 0-15,13 2 2 16,-3 2-2-16,-7-4 2 15,-8-11 0-15,-10-8-2 16,-20-15 0-16,-7-9 0 16,-8-11 0-16,-4-9 3 15,3-7-3-15,3-7-14 0,11 0-29 16,19-20-1 0,13-8 1-16,24-7-44 0,44-10-136 15</inkml:trace>
  <inkml:trace contextRef="#ctx0" brushRef="#br0" timeOffset="33966.13">18750 6096 472 0,'0'0'185'0,"0"0"-21"15,0 0-133-15,0 0-20 16,0 0-8-16,-104 3-3 16,66 25 4-16,7 2-4 15,9-1 0-15,9 2-4 0,9-6 4 16,4-4-7-16,7-9-19 15,19-10 5-15,2-2 21 16,-1-8 4-16,-8-9 2 16,-12 0 0-16,-7 0 2 15,0 3 10-15,-23 5-16 16,-15 5 5-16,-8 4-7 16,1 9 0-16,5 15-1 15,10 7-1-15,14 5 2 16,16 0-13-16,1 1-1 15,36-2-3-15,22-4-3 16,17-8-19-16,10-12-8 16,7-11-5-16,1-3 16 0,-5-22 36 15,-12-9 5 1,-16-2 4-16,-25 0 36 0,-19 3-3 16,-15 7 28-16,-2 4-19 15,-21 7-31-15,-12 8-14 16,-3 7-6-16,3 0-6 15,8 14 1-15,6 14 5 16,7 7 0-16,7 9-3 16,5 3 2-16,14-2 0 15,19-6 1-15,7-12 0 16,3-13 3-16,-1-14-1 16,-3-9 5-16,-3-21 5 15,2-9-9-15,-1-4-3 16,-4-3-11-16,-6-3-32 0,-11 4-24 15,-12 1-7-15,-4 0 16 16,-5 6 11-16,-6 9 18 16,7 7 29-16,4 10 99 15,0 4-44-15,0 6-13 16,6 2-23-16,9 12-19 16,4 17 0-16,5 12 4 15,0 12 10-15,-1 9-4 16,-4 8 1-16,-4 6 4 15,-3 7-3-15,-3 4-3 16,-5 2 2-16,-2 6-2 16,-2-3 0-16,0-5-6 15,0-12 0-15,-9-18-2 0,1-22 2 16,4-18-2 0,-2-17 0-16,0-7 52 0,-6-32 58 15,-3-24-104-15,0-23-7 16,0-11-7-16,6-7-2 15,6 1-14-15,3 7-11 16,0 3-38-16,2 4-2 16,12 9 2-16,8 13-31 15,9 13 50-15,12 18 27 16,0 14 20-16,1 17 6 16,-6 5 32-16,-5 22-14 15,-5 17-11-15,-6 9 14 16,-8 6-3-16,-9 0-7 15,-5-4 6-15,0-11 2 0,-5-5 15 16,-12-8-9-16,-6-7-4 16,-8-5-3-16,-6-4-5 15,-4-5-2-15,-2-5-3 16,1 0-3-16,8 0-5 16,20-1-22-16,14-16-158 15,32-8-391-15</inkml:trace>
  <inkml:trace contextRef="#ctx0" brushRef="#br0" timeOffset="34283.31">20125 6321 685 0,'0'0'16'0,"0"0"38"0,0 0-7 16,0 0-33-1,0 0-2-15,0 0 4 0,27-8 12 16,-5-5-11-16,5-2-13 15,0-4-1-15,-9 2 7 16,-8-7 6-16,-10 2 2 16,-2-5-10-16,-26 3-5 15,-12 4-3-15,-8 12-4 16,-2 8 2-16,0 9-1 16,4 23 2-16,12 11-5 0,11 10-5 15,19 3 5 1,4 2 1-16,27-8 5 0,24-6-2 15,17-17 2 1,11-11 4-16,4-13-2 0,-3-3-2 16,-13-12-58-16,-18-25-249 15</inkml:trace>
  <inkml:trace contextRef="#ctx0" brushRef="#br0" timeOffset="34917.43">19105 6242 330 0,'0'0'46'0,"0"0"-35"15,0 0 21-15,0 0 9 0,0 0 6 16,99 0 9-16,-79 7 9 16,-9 1-31-1,-4 4 15-15,-7 7-23 0,0 4-13 16,-3 10 0-16,-15 4-1 15,-6 2-10-15,-1 0 1 16,-4-2-3-16,4-4-86 16,5-9-68-16,3-10-238 15</inkml:trace>
  <inkml:trace contextRef="#ctx0" brushRef="#br0" timeOffset="35052.36">19162 6430 666 0,'0'0'74'16,"0"0"-26"-16,0 0-48 15,0 0-138-15,0 0 23 16,0 0-26-16</inkml:trace>
  <inkml:trace contextRef="#ctx0" brushRef="#br0" timeOffset="35478.01">19354 5903 498 0,'0'0'14'0,"0"0"12"15,0 0 30-15,0 0-25 16,0 0-17-16,0 0-5 16,35-58-8-16,-3 41-1 15,-4 5 1-15,-4 0 2 0,-6 0 9 16,-9 6 32-1,-5 5-15-15,1 1-29 0,-1 0 0 16,-1 21-9-16,-3 11-9 16,-3 8 7-16,-28 10 1 15,-11 5 6-15,-10 1-2 16,1 0-8-16,9-13-23 16,12-10 18-16,10-8 18 15,9-6 1-15,2-5-32 16,5-6-116-16,1-8-121 15</inkml:trace>
  <inkml:trace contextRef="#ctx0" brushRef="#br0" timeOffset="35647.42">19437 6113 632 0,'0'0'60'0,"0"0"23"16,0 0-83-16,0 0 0 15,0 0-54-15,0 0 22 16,-28 73-76-16,13-59-105 16</inkml:trace>
  <inkml:trace contextRef="#ctx0" brushRef="#br0" timeOffset="53697.17">9740 7764 478 0,'0'0'105'0,"0"0"-3"15,0 0-45-15,0 0-23 16,0 0 1-16,0 0-4 15,0 0 6-15,0-19-5 16,0 19-5-16,0 0-4 16,0 0-6-16,0 0-13 15,0 0-4-15,0 4-3 16,0 19-12-16,2 15 15 16,4 22-2-16,-5 20 1 15,-1 12 0-15,0 4 2 0,0-5-1 16,-7-9 0-16,2-8 0 15,2-14 1-15,3-8 0 16,-1-18-2-16,1-15 1 16,0-9-11-16,0-10-10 15,0-6 17-15,13-27-24 16,2-15-235-16,-4-10-306 16</inkml:trace>
  <inkml:trace contextRef="#ctx0" brushRef="#br0" timeOffset="54029.78">9640 7524 851 0,'0'0'19'16,"0"0"33"-16,0 0-28 15,0 0-24-15,51-74-5 16,-8 74 1-16,14 0 0 16,7 20 3-16,5 13 1 15,-1 10-1-15,-5 7-2 16,-11 8-6-16,-13 1 3 16,-22 2 0-16,-17-4-4 15,-19-1 6-15,-24 2-3 16,-12-5 7-16,-2-4 2 0,2-6 2 15,6-12-3-15,12-12 2 16,8-5-1-16,10-3-2 16,13-5-43-16,6-6-252 15</inkml:trace>
  <inkml:trace contextRef="#ctx0" brushRef="#br0" timeOffset="55028.83">10564 7950 672 0,'0'0'139'0,"0"0"-49"15,0 0-49-15,0 0-41 16,0 0-2-16,0 0-16 16,34 44 13-16,-25 19 4 15,-5 13 0-15,-4 4 1 16,0-4 3-16,0-7 0 15,-9-8 1-15,3-15-3 0,1-17 1 16,3-17-1-16,2-10 0 16,-1-2 5-16,-4-7 25 15,-1-22 19-15,1-15-50 16,5-8-14-16,0-3-6 16,0 3-22-16,0 6 17 15,11 5-13-15,7 7-7 16,9 4 5-16,7 7 28 15,9 9 11-15,3 4 1 16,1 10-1-16,-3 3 2 16,-5 18-1-16,-4 4 3 15,-8 3 1-15,-1 3-2 16,-8 4 2-16,-4-3-4 0,-8-4 0 16,-6-5 0-16,0-2 0 15,0-3 8-15,-2 1 2 16,-4-2-3-16,3-1-4 15,3-2 4-15,0-1-5 16,2-3 5-16,13 1 1 16,8-8 1-16,12-3 2 15,8-11 10-15,6-17 3 16,6-7-10-16,-1-5-2 16,-7 0 3-16,-15-2-4 0,-15 3 21 15,-17 0-16 1,-13 0-16-16,-28 3 0 0,-8 9-8 15,-8 7-22-15,2 9-9 16,10 7 8-16,17 1 4 16,14 3 12-16,13-2 10 15,1 2-12-15,0 0-32 16,25 0 29-16,11-3 20 16,14-2 7-16,3-1-3 15,2 0-1-15,-1 1 1 16,-2 2-2-16,-3 3 6 15,-1 0-7-15,-6 11 4 16,-11 14-2-16,-10 14-1 16,-14 17 3-16,-7 15 17 15,-13 14-3-15,-20 11-2 0,-8 5-4 16,-3-1-5-16,4-8-2 16,8-15-3-16,8-23 2 15,13-21-4-15,8-20 1 16,3-9 1-16,0-4 9 15,0-9 55-15,0-20-17 16,4-13-50-16,10-8-50 16,9-6-51-16,2-1-133 15</inkml:trace>
  <inkml:trace contextRef="#ctx0" brushRef="#br0" timeOffset="55364.08">11803 8252 237 0,'0'0'394'16,"0"0"-324"-16,0 0-7 16,0 0-14-16,0 0-14 15,0 0-5-15,70-70-1 16,-64 62 1-16,0-1-3 16,-4 1 7-16,-2-1-12 15,0-3-10-15,0 0-6 16,-6 3-6-16,-14 1-3 15,-2 8-4-15,-2 0-18 16,0 21-12-16,8 11-5 16,7 9 2-16,9 1 8 15,15 0-25-15,19-6-8 16,14-6 6-16,13-15 1 0,10-15-6 16,0 0 22-16,-9-25 22 15,-8-10 14-15,-11-6-22 16,-1-6-146-16,-8-3-50 15,-11-1 169-15</inkml:trace>
  <inkml:trace contextRef="#ctx0" brushRef="#br0" timeOffset="55746.93">12342 7999 237 0,'0'0'148'0,"0"0"-2"15,0 0-22-15,0 0-34 16,0 0-89-16,0 0-1 16,4-16-10-16,-2 44 4 15,-2 7 1-15,0 7 5 16,-14 5 1-16,-10 0 3 0,-6-1-3 15,-2 0 8-15,0-6-7 16,8-2-2-16,9-8-3 16,10-6-48-16,5-10-29 15,19-12-33-15,27-2 14 16,15-27 1-16,9-13 28 16,4-12 41-16,-6-5 29 15,-11-7 26-15,-5-11 68 16,-9 0-28-16,-19 0 55 15,-12-1 26-15,-12 8 17 16,-15 10-92-16,-8 18 22 16,6 16-36-16,8 15-38 15,3 9-20-15,5 9-18 0,-1 29-28 16,2 21 46-16,0 23 1 16,0 17-1-16,15 5 0 15,13 0-6-15,7-11-43 16,2-14-2-16,-4-17-24 15,-14-20-32-15,-11-25-124 16</inkml:trace>
  <inkml:trace contextRef="#ctx0" brushRef="#br0" timeOffset="55929.33">12820 7922 833 0,'0'0'0'0,"0"0"-9"15,106-17 6-15,-70 12 3 16,3-1 4-16,1-5-3 16,-1 0 2-16,1 0-3 15,-9-3-44-15,-11-12-179 16</inkml:trace>
  <inkml:trace contextRef="#ctx0" brushRef="#br0" timeOffset="56098.63">11709 7599 783 0,'0'0'0'0,"82"12"-8"15,-16 5 6-15,10 0-86 16,5-8-164-16</inkml:trace>
  <inkml:trace contextRef="#ctx0" brushRef="#br0" timeOffset="56594.59">14145 7821 753 0,'0'0'9'0,"73"-80"47"16,-43 43-48-16,-11 2 10 16,-8 1 20-16,-11 5-20 15,-15 5-17-15,-22 12-1 16,-17 7-5-16,-9 5 1 16,-2 20 2-16,2 15 0 0,14 13 0 15,13 12-11-15,15 11-1 16,12 8 11-16,9 3 0 15,6-6 0-15,19-11 1 16,8-15 1-16,-1-19 1 16,-7-9 4-16,-7-5-2 15,-11-3-1-15,-7 0-1 16,-3 3-4-16,-25 0-4 16,-11-1-34-16,-4-7-73 15,4-7-61-15,12-2-116 16</inkml:trace>
  <inkml:trace contextRef="#ctx0" brushRef="#br0" timeOffset="57610.62">14288 7978 186 0,'88'-43'129'15,"-16"10"48"-15,-23 14-61 16,-19 8-9-16,-18 7-5 16,-11 4-41-16,-1 0-61 15,0 0-16-15,-13 19 9 16,-5 8 7-16,-5 4 2 15,1 3 0-15,3-2-2 16,8-11-6-16,4-7-28 16,7-9 15-16,0-5 7 0,0 0 12 15,0 0 5 1,-3 0 33-16,-6-11-7 0,-3 0-30 16,-3 2 10-16,0 9-5 15,-2 0-6-15,3 19-3 16,-2 10-3-16,5 7 4 15,11 4-25-15,0 3-5 16,21-4-17-16,24-5-8 16,14-5 6-16,16-15-42 15,6-11-57-15,1-3-104 16,-2-20 98-16,-13-9 156 16,-15-7 75-16,-20-3 108 15,-17 1-18-15,-14 6 42 16,-1 4-74-16,-18 7-57 0,-12 5-47 15,2 9-22-15,4 7-7 16,6 0 0-16,9 21-2 16,3 11-3-16,6 7 3 15,0 6 0-15,2-1 2 16,23-8-2-16,5-10 4 16,6-12-2-16,-5-14 7 15,-6 0 0-15,-3-21 3 16,0-12-10-16,1-9-31 15,1-6-55-15,-4-3-111 16,-4 0 31-16,-5 3-147 16,0 2 218-16,2 6 95 15,6 4 225-15,5 5-65 0,3 8 10 16,0 0 4-16,-7 11-33 16,-6 5-71-16,-2 7-28 15,0 5-42-15,4 24-9 16,5 17 4-16,-3 24-1 15,-8 15 2-15,-7 13 4 16,-3 10 0-16,0-1 2 16,0 4 0-16,-1-2 3 15,-1-8-4-15,2-12 1 16,0-21-2-16,11-22-10 16,2-20-3-16,0-23 13 15,2-8 1-15,-1-36-1 16,2-21-9-16,-2-17-20 0,-9-13 10 15,-5-7 1-15,0-2-2 16,-14-3 10-16,-6 7 2 16,5 3-51-16,6 13-13 15,9 14-52-15,2 17 70 16,25 17 17-16,-2 13 37 16,4 12 86-16,-1 8 11 15,3 11-84-15,5 22 2 16,0 15 8-16,-6 7-14 15,-5 6-3-15,-7-7 0 16,-10-11-5-16,-8-11 3 16,-2-12 7-16,-26-6 24 0,-13-6-17 15,-20-4 20 1,-14-4-18-16,-4 0-8 0,11-10-3 16,21-2-4-16,25 2-1 15,22 7-4-15,26 1-153 16,32-4-300-16</inkml:trace>
  <inkml:trace contextRef="#ctx0" brushRef="#br0" timeOffset="58228.34">15872 8124 465 0,'0'0'4'0,"0"0"-4"16,0 0-6-16,0 0-11 16,0 0-13-16,0 0 30 15,71 7 16-15,-21-31-11 16,0-5-1-16,-7-6 2 15,-12-2 14-15,-15 5 33 0,-16 3 44 16,0 4-34-16,-28 7 4 16,-14 8-26-16,-3 7-25 15,0 3-9-15,9 10-7 16,10 19-1-16,13 7-12 16,13 15-4-16,4 7-17 15,37-2-31-15,27-11-61 16,29-20-279-16</inkml:trace>
  <inkml:trace contextRef="#ctx0" brushRef="#br0" timeOffset="58825.21">17240 7685 701 0,'0'0'1'0,"0"0"1"15,0 0 0-15,0 0 2 16,-93-39 5-16,77 38 55 16,-3 1-13-16,-3 0-32 15,-3 0-12-15,-3 16-2 16,1 16-5-16,8 10 1 16,8 13-1-16,11 11 0 15,0 6-1-15,21 3 1 16,10-5 0-16,7-14-19 0,-4-15 17 15,-7-15 2-15,-13-12 2 16,-10-9 0-16,-4-2-2 16,0-2-2-16,-30 4 2 15,-22-3 0-15,-19 1-2 16,-8-3-79-16,4 0-18 16,14-6 67-16,19-9 17 15,19-2 15-15,23-3 8 16,20 0 2-16,36-10-10 15,25-7 0-15,23-8 13 16,14-8-2-16,9-2 27 16,1-4-6-16,-7 0-5 15,-16 0 19-15,-23 0-5 0,-24-1 6 16,-22 4-4 0,-19 8 2-16,-12 6-4 0,-5 11-3 15,0 12-13-15,-4 9-18 16,-1 10-7-16,-11 6-13 15,-10 30-51-15,-13 29 53 16,-10 26 6-16,0 20-2 16,4 15-10-16,11-1-31 15,16-17-29-15,16-23-17 16,2-32-30-16,14-28-58 16,4-20 15-16</inkml:trace>
  <inkml:trace contextRef="#ctx0" brushRef="#br0" timeOffset="59459">17498 7881 627 0,'0'0'24'0,"89"-41"43"16,-17 21-20-16,15 0-8 16,5 2-9-16,2 2 5 15,-6 2-16-15,-16 6-15 16,-20 2 5-16,-25 5-9 15,-20 1 0-15,-7 0-7 16,-13 9-23-16,-28 17 9 16,-17 9 21-16,-12 2 5 0,4 5-1 15,10 0-3 1,17 0 0-16,17-4-2 0,19-4 0 16,3-9-3-16,34-11-1 15,18-11 5-15,9-3 9 16,2-20-6-16,-8-12 1 15,-11-4 1-15,-14 1 2 16,-13 2-4-16,-12 7 12 16,-5 6 2-16,0 5-10 15,-3 6 2-15,-3 4-1 16,0 5-8-16,0 0-2 16,1 15-6-16,-2 14 5 15,2 11 3-15,5 14-4 16,0 5 4-16,23-2 0 0,25-10-2 15,22-22-12-15,16-19 8 16,6-9 4-16,0-35-12 16,-7-16-2-16,-10-16 11 15,-9-8 3-15,-9-1-2 16,-14 2 3-16,-11 6 0 16,-19 4 1-16,-13 1 4 15,-21 5 16-15,-10 11 1 16,4 16 30-16,9 17 9 15,12 14-29-15,0 3-31 16,-3 30-60-16,-6 23 49 16,-1 22 10-16,3 16 1 15,8 12-1-15,5 5 1 0,24-6-14 16,24-13-25 0,18-19-28-16,3-31-58 0,-2-28-166 15</inkml:trace>
  <inkml:trace contextRef="#ctx0" brushRef="#br0" timeOffset="59774.39">19127 7922 351 0,'0'0'8'15,"0"0"136"-15,0 0-43 0,94-20 24 16,-65 3-38-1,0-1-49-15,-3 0-10 0,-5-1-4 16,-4 2-18-16,-8 1 2 16,-6 4 12-16,-3 1-11 15,0 1-6-15,-21 4-3 16,-8 6-3-16,-12 0 3 16,-4 27-6-16,-1 12 6 15,7 14-8-15,10 9-9 16,14 5 8-16,15-3-3 15,25-10-22-15,38-17 17 16,29-12-16-16,17-20-131 16,3-5-234-16</inkml:trace>
  <inkml:trace contextRef="#ctx0" brushRef="#br0" timeOffset="60124.75">19529 7840 741 0,'0'0'94'15,"0"0"-33"-15,0 0-61 16,0 0-6-16,0 0-6 16,0 0 9-16,-23 113 3 15,3-60 2-15,1-5 3 16,4-5-5-16,5-11-1 16,0-10-8-16,4-8-20 15,4-11-26-15,2-3-39 16,2-8 73-16,23-23-89 15,6-13-154-15</inkml:trace>
  <inkml:trace contextRef="#ctx0" brushRef="#br0" timeOffset="61056.17">19617 7920 122 0,'0'0'185'15,"0"0"-109"-15,0 0-3 0,0 0-63 16,0 0 5 0,0 0 19-16,62 75-5 0,-62-38-1 15,0-5-17-15,0-9-6 16,0-10-3-16,0-9 2 15,0-4-2-15,0 0 8 16,12-9 33-16,10-19-42 16,2-7-1-16,-4-1 0 15,-4 4 3-15,-9 7 23 16,-2 9 21-16,-4 9 53 16,0 6-47-16,3 1-53 15,1 7-8-15,3 18-9 0,1 10 17 16,4 8-1-16,2-1 1 15,6-7 0-15,5-9 0 16,5-15-2-16,5-11 2 16,2-1 6-16,4-23-1 15,9-9-2-15,0-11-2 16,2-2 2-16,-6 0-2 16,-16 4 0-16,-15 7 1 15,-16 8 6-15,0 10-1 16,-16 7-5-16,-11 10-2 15,-5 0-7-15,-2 22 7 16,0 10-2-16,9 11-1 16,8 11-2-16,7 1 1 0,10-1 4 15,9-10-8 1,31-16-7-16,21-17 13 0,14-11 2 16,1-3 3-16,-6-23 1 15,-10-2-4-15,-14-4 4 16,-16 6-3-16,-12 6 11 15,-14 7-7-15,-2 7-5 16,-2 6-2-16,0 0-9 16,-2 0-11-16,-10 17 2 15,-4 0 19-15,1 4 1 16,6-1-1-16,6-3-1 16,3-2-4-16,1-7-16 0,25-6 22 15,8-2 8 1,5-5-5-16,-2-13 0 0,-4-5 0 15,-8 0-1-15,-5 0 3 16,-8 4-5-16,-5 5-5 16,-1 8 3-16,1 3-1 15,3 3 0-15,7 0-5 16,10 9 6-16,13 7-2 16,7 1 4-16,7-3 0 15,-4-6-25-15,-6-8-17 16,-11 0 34-16,-7-19 8 15,-5-14 6-15,-3-9 2 16,-3-8-1-16,-6-3-3 16,-7-7 2-16,-2-4 44 15,0 3 3-15,0 6 16 0,-5 17 23 16,0 16-44 0,4 14-33-16,-1 8-15 0,2 8-16 15,0 28-42-15,0 20 57 16,0 17 0-16,-3 8 1 15,3 9 0-15,0-2 0 16,2-8-9-16,12-16-10 16,0-20-1-16,-2-13-13 15,1-16-23-15,-4-11-36 16,3-4-37-16,-1-24-100 16</inkml:trace>
  <inkml:trace contextRef="#ctx0" brushRef="#br0" timeOffset="61227.29">21257 7657 930 0,'0'0'17'15,"0"0"-7"-15,103-29-9 16,-39 28-1-16,7-1 3 16,4 2-3-16,-3 0-1 15,-4 0 0-15,-7 0-22 16,-11 0-63-16,-9-7-196 15</inkml:trace>
  <inkml:trace contextRef="#ctx0" brushRef="#br0" timeOffset="61805.81">19110 7616 416 0,'0'0'120'0,"0"0"14"0,0 0-31 16,0 0-84 0,0 0-17-16,0 0-2 0,52-60 0 15,-7 50 0-15,15 0 0 16,13-1 10-16,8 3-1 15,2 2-8-15,-1 3-1 16,-12 3-6-16,-13 0-30 16,-17 0-41-16,-20 0-39 15,-20 0-56-15,-17 0-207 16</inkml:trace>
  <inkml:trace contextRef="#ctx0" brushRef="#br0" timeOffset="63171.74">10546 8824 120 0,'0'0'314'16,"0"0"-296"-16,0 0-18 16,0 0-2-16,-97-23-6 0,77 23-13 15,3 0 14 1,6 0-5-16,10 0 12 0,1 0 20 16,6 0-2-16,23 0 0 15,22-2-13-15,21-3-3 16,20 2-1-16,26 0-1 15,19 0 0-15,15 0 1 16,15-1-1-16,12 0 3 16,9-2-1-16,14 1-1 15,5-2 11-15,6 0-6 16,3 1-3-16,-1-1 3 16,-3 0 0-16,1 2-6 0,-2 2 0 15,-6-2-1 1,0 4-10-16,-5-1-13 0,-8 2 17 15,-1 0 5-15,-11 0 2 16,-8 0 2-16,-9 0 9 16,-10 0 4-16,-9 0-1 15,-6 0-3-15,-5 0-3 16,2-6-4-16,-3-5-2 16,-5 1 1-16,-6 0 0 15,-14 0-2-15,-22 5-2 16,-22 0 2-16,-28 3-1 15,-18 2 0-15,-11 0 0 0,-6 0-40 16,0 0-10 0,-18 3 46-16,-12 8-1 15,-9 2-14-15,-2-4-127 0</inkml:trace>
  <inkml:trace contextRef="#ctx0" brushRef="#br0" timeOffset="63689.95">16849 8632 260 0,'0'0'33'0,"-97"-8"39"16,63 6-20-16,14 0 17 15,9 2-14-15,8 0 25 16,3 0-17-16,11-2-53 15,40-1 5-15,34 3-13 16,47 0 3-16,42 0-5 16,37 0 0-16,28 3-9 15,20 3-2-15,9 2 4 16,8-4 7-16,10-4 0 0,-4 0 3 16,-5-1-2-16,-11-12-1 15,-23 0 6-15,-26-3-6 16,-34-2 3-16,-38-1 3 15,-41-3 13-15,-38 4 38 16,-31 2 4-16,-19 3-5 16,-13 4-18-16,-3 1-38 15,0 8-10-15,-13 0-50 16,-12 3-119-16,-2 7-64 16</inkml:trace>
  <inkml:trace contextRef="#ctx0" brushRef="#br0" timeOffset="63838.91">20701 8517 381 0,'0'0'386'16,"0"0"-352"-16,0 0-19 16,0 0-15-16,0 0-83 15,-108 50-55-15,45-38-182 16</inkml:trace>
  <inkml:trace contextRef="#ctx0" brushRef="#br0" timeOffset="65867.98">5880 9206 671 0,'0'0'11'15,"-83"-8"-11"-15,20 28-4 16,-7 11-10-16,-2 6-6 16,5 1 8-16,14 5 12 15,12 1-1-15,20 2-1 0,14 0 1 16,7-2 1-1,34-6-1-15,27-11-2 0,26-15-3 16,29-12-22-16,23-19-20 16,7-25-25-16,3-18 44 15,-7-9 29-15,-18-7 6 16,-25-1 22-16,-30 4 37 16,-33 11 21-16,-25 14 20 15,-11 13 9-15,-20 13-36 16,-8 11-41-16,-5 13-20 15,-7 11-18-15,2 28-7 16,-2 20 4-16,8 10 2 0,12 3-8 16,17-4-7-1,3-8 1-15,12-10-2 0,13-11 1 16,5-11-22-16,6-13 5 16,1-10-5-16,2-5-2 15,-5-8-4-15,-4-13-16 16,-5-4 51-16,-11 0 9 15,-7 4 4-15,-7 7 44 16,0 5 33-16,0 8-28 16,0 1-53-16,3 0 0 15,3 10-10-15,6 9 9 16,9 0 0-16,12 1 1 16,9-5 0-16,10-5 0 15,3-8-8-15,3-2-22 16,0-15-12-16,-1-12 19 0,-7-9 17 15,-6-5 6-15,-13 0 0 16,-14 4 19-16,-13 6 41 16,-4 8-14-16,-16 7-17 15,-19 10-26-15,-6 6-1 16,0 14-2-16,8 15 0 16,10 9-7-16,12 4-3 15,11 3-5-15,8 1-9 16,31-6 8-16,18-4 9 15,21-12-4-15,13-15-3 16,11-9-37-16,8-26 3 16,-7-16 13-16,-12-6 35 0,-20-3 2 15,-24 3 10-15,-17 5 3 16,-16 9-2 0,-9 14-3-16,-2 6-8 0,-3 11 17 15,0 3 34-15,0 0-53 16,0 0-9-16,0 3-5 15,1 7 14-15,-1 3-2 16,0 0 1-16,0-3 1 16,0-1-4-16,-1-6 8 15,-5 0-4-15,-6 0 9 16,-3 1 0-16,-9 3-4 16,1-1-2-16,-1 8-3 15,6 6-3-15,3 5 3 0,6 6 1 16,7 2 6-1,2 2-4-15,14 0 4 0,20-1-1 16,9-6-2-16,14-14 0 16,7-14 0-16,5-11 2 15,2-31 1-15,-7-9-3 16,-10-11 0-16,-8-4-4 16,-13-4-6-16,-17 3 6 15,-16 0 3-15,-10 7 29 16,-21 9-7-16,-3 16 10 15,7 15-15-15,11 10 3 16,8 10-23-16,2 0-5 16,0 18-5-16,0 19 3 0,2 17 4 15,4 15 1-15,0 3 2 16,16-2 1-16,11-7 0 16,3-8-1-16,1-2 0 15,0-6-2-15,-1-6-16 16,0-11-39-16,-6-14-86 15,-11-16-169-15</inkml:trace>
  <inkml:trace contextRef="#ctx0" brushRef="#br0" timeOffset="66751.84">8511 8989 724 0,'0'0'51'0,"0"0"43"15,0 0-46-15,0 0-20 16,0 0-26-16,0 0-2 16,-25-8-18-16,-17 46 18 15,-19 16 2-15,-10 5 0 0,8 0 0 16,6-1 1-16,17-4-3 16,13-4-1-16,16-4 0 15,8-7-8-15,3-12-10 16,20-6 5-16,23-15 4 15,16-6 5-15,16-14-3 16,7-20-9-16,-4-5 10 16,-10-2 7-16,-15 3 1 15,-13 5-1-15,-13-2-2 16,-11 4-32-16,-4 0-9 16,-6 3-12-16,-2 3 40 15,0-1 15-15,-4 3 8 16,0-1 10-16,0-3 28 0,-8 1-6 15,-8-2 2-15,4 3-20 16,-4 8 2-16,0 5-13 16,5 7-10-16,2 2-1 15,3 1-3-15,3 0 1 16,1 2-1-16,2 0 0 16,0 0-6-16,0 0-1 15,0 8 4-15,0 10 5 16,3 7 1-16,6 5 0 15,4 9 1-15,1 11 1 16,1 9-1-16,-2 7 0 16,1 6 0-16,2-2 1 0,-2 1-2 15,2-7 1-15,5-9-1 16,-2-12-9-16,5-14-8 16,1-12 10-16,4-16 7 15,4-1 3-15,1-22 4 16,0-8 4-16,-7-2 14 15,-6 1-6-15,-9 7-3 16,1 5-12-16,-5 9 7 16,-8 7 11-16,3 3-4 15,-3 0-11-15,0 0-7 16,0 0-8-16,1 17-8 16,4 9 7-16,4 6 9 15,3 2-1-15,4 0-2 16,0-6-18-16,3-7-18 0,3-11-49 15,3-10-72-15,2-18-138 16</inkml:trace>
  <inkml:trace contextRef="#ctx0" brushRef="#br0" timeOffset="66899.06">9008 9089 949 0,'0'0'0'16,"0"0"-86"-16,0 0 45 16,106 56-102-16,-55-32-154 0</inkml:trace>
  <inkml:trace contextRef="#ctx0" brushRef="#br0" timeOffset="67399.75">9530 9168 330 0,'0'0'409'0,"0"0"-343"16,0 0-17-16,0 0-49 16,0 0-1-16,-94 81 1 15,73-28 2-15,6 5-1 16,8 4-1-16,7-2 1 16,0-3-1-16,0-9 2 15,7-17-1-15,-1-12 1 16,-5-10-1-16,-1-6 0 15,0-3 1-15,-5 0 20 0,-19 0-4 16,-10 0-18-16,-2 0 1 16,7-3-1-16,13 0 0 15,9 1 4-15,7-2-4 16,16-9-6-16,34-9-20 16,30-15 0-16,22-13 1 15,9-10 9-15,-4-9 9 16,-17 0 7-16,-23-4 5 15,-18 5 11-15,-23 3 28 16,-15 10-9-16,-11 7-10 16,0 13 5-16,-17 9-13 0,-3 12-17 15,1 11-3 1,-1 3-1-16,-1 14-9 0,-8 23-5 16,-1 18 9-16,0 19 8 15,2 10 1-15,5 5 1 16,9-3 0-16,8-7-1 15,6-12 0-15,0-14-16 16,11-17-34-16,8-22-66 16,6-14-106-16</inkml:trace>
  <inkml:trace contextRef="#ctx0" brushRef="#br0" timeOffset="67574.04">9767 9174 776 0,'0'0'143'0,"0"0"-143"0,110-27-9 16,-56 23 9-16,5-2 2 15,9-2-1-15,4 0 2 16,2 0-3-16,-10 1-25 16,-13 0-124-16,-17-7-139 15</inkml:trace>
  <inkml:trace contextRef="#ctx0" brushRef="#br0" timeOffset="68219.46">5732 10031 459 0,'0'0'19'0,"0"0"6"16,0 0-19-16,0 0 1 15,0 0 5-15,0 0 30 16,-67-32 9-16,70 30-6 16,30-1-14-16,28-4-2 15,42 5 12-15,39-2-25 16,56 1-5-16,48-2-7 0,48-3-4 16,32-6-2-16,15-1-47 15,5-6 9-15,-6 1 26 16,-19 3 10-16,-26-2 0 15,-29 2 8-15,-32 0-3 16,-31 0 2-16,-35-2 12 16,-41 4 14-16,-41 4-5 15,-38 3 0-15,-28 5-13 16,-18 3 15-16,-2 0-15 16,0 0-11-16,0 0-78 15,-16 13-48-15,-5 1 32 16,-1-7-255-16</inkml:trace>
  <inkml:trace contextRef="#ctx0" brushRef="#br0" timeOffset="68399.95">10107 9685 581 0,'0'0'396'16,"0"0"-396"-16,0 0-5 15,0 0-29-15,0 0-41 0,0 0-101 16,6 34-107 0,-21-30-42-16</inkml:trace>
  <inkml:trace contextRef="#ctx0" brushRef="#br0" timeOffset="72062.16">8461 10492 549 0,'0'0'128'0,"0"0"-22"16,0 0-35-16,0 0-46 15,0 0-25-15,0 0-18 16,0 0 17-16,-65 50 0 15,58-3-1-15,5 7-2 16,2 4 1-16,0 1 3 16,14-2-22-16,7-7-9 15,7-11-8-15,12-12 0 16,14-17 16-16,13-10 11 16,9-12 12-16,-3-20 1 15,-13-6 6-15,-18-1-4 0,-24-1 29 16,-18-1 39-16,-23-1-33 15,-26-2-23-15,-18 1-6 16,-12 10-1-16,-3 9-7 16,12 12 0-16,21 11-1 15,23 1 0-15,24 7-67 16,4 14-86-16,35-2-50 16</inkml:trace>
  <inkml:trace contextRef="#ctx0" brushRef="#br0" timeOffset="72829.75">9145 10268 879 0,'0'0'42'0,"0"0"-12"15,0 0 0-15,0 0-30 16,0 0-19-16,0 0 7 15,-22 72 12-15,23 3-2 16,1 8 2-16,-2 4 0 16,0-5 1-16,0-9-1 15,-6-14-14-15,1-22-13 16,5-15-6-16,0-16 0 16,0-6 13-16,8-25 15 15,14-20 5-15,6-11-69 0,-1 0 14 16,-4 6 32-16,-4 12 15 15,-1 12 8-15,0 9 20 16,-2 8 9-16,-1 9 23 16,1 0-46-16,3 11-4 15,1 21-2-15,1 14 13 16,-4 10-3-16,-10 8-2 16,-7-1-7-16,-3-6 5 15,-16-10 1-15,-2-13-5 16,0-14 4-16,1-8-3 15,0-7 1-15,-4-5 3 16,-1 0 3-16,0-10 1 0,0-9-11 16,4-3 0-1,8-7-26-15,11-3-12 0,2-3-27 16,23-5-85-16,20-2 57 16,14-3 54-16,10-1 31 15,3 0 8-15,-1 1 42 16,-6 6 15-16,-11 5 31 15,-15 9 12-15,-10 9 2 16,-13 8-40-16,-9 8-22 16,0 0-40-16,-1 16-9 15,2 20-6-15,0 21 8 16,-6 18 6-16,0 15 1 16,0 10 7-16,-10-2-5 15,-1-3-2-15,0-11 1 16,1-17 3-16,2-18-4 0,4-19 6 15,0-17-3-15,2-10-3 16,-1-3 24-16,-6-6 54 16,-3-18-33-16,-5-11-45 15,0-7-14-15,2-1-14 16,8 4-37-16,7-1-37 16,0 3-252-16</inkml:trace>
  <inkml:trace contextRef="#ctx0" brushRef="#br0" timeOffset="73562.36">10022 10735 604 0,'0'0'90'0,"0"0"25"16,0 0-52-16,60-90-26 15,-47 66-13-15,-4 3 3 16,-3 3-9-16,-6 1 9 16,0 5-22-16,-4 2-5 15,-13 6-6-15,-8 4-9 16,-5 6-3-16,-3 22-7 16,3 13-5-16,8 7-7 15,9 5 10-15,8 5-30 0,5-7-32 16,8-10 32-16,27-15-34 15,13-23 36-15,19-4 55 16,8-28 4-16,-1-11 10 16,-6-6 5-16,-15-5 35 15,-12-2-2-15,-12 5-4 16,-3 7 12-16,-11 11-6 16,-5 10-33-16,-4 9 0 15,-4 9-1-15,-1-1-20 16,-1 3 0-16,2 0-14 0,-2 0 6 15,0 9 3 1,0 5 0-16,0-1 0 0,-2 5 3 16,-20 9 2-16,-8 2 3 15,-1 7 1-15,-2 3 1 16,1 1-5-16,7 1 0 16,13-2-5-16,6 0-5 15,6-5-21-15,25-9-8 16,28-16-15-16,27-9 40 15,17-17 12-15,9-24-24 16,-8-8 23-16,-13-8 3 16,-17-6 10-16,-18 2 38 15,-12 3-3-15,-15 2-18 16,-11 5 2-16,-10 0 14 16,-2-2 13-16,-8 7-21 15,-9 12 2-15,5 15-10 16,5 14-17-16,2 5-10 0,-3 27-30 15,-7 24-31-15,-7 24 61 16,-6 17 1-16,-2 4-1 16,11-3 0-16,8-9-19 15,11-19-47-15,3-15-27 16,16-22-57-16,-4-21-84 16</inkml:trace>
  <inkml:trace contextRef="#ctx0" brushRef="#br0" timeOffset="73877.03">10981 10634 697 0,'0'0'26'0,"0"0"-18"15,0 0-5-15,113-33 5 16,-72 31-5-16,-2-3 0 16,-5 3 2-16,-11 0 2 15,-10 1-5-15,-9 1-2 16,-4 0-1-16,0 0-18 15,-1 0-56-15,-20 4 23 16,-6 10 48-16,-3 3-5 16,5-1 8-16,10 4-5 15,7-1 4-15,8 3 2 16,0 5 8-16,13 6 6 16,15-1 14-16,11 2-13 15,13-8-8-15,9-11 1 0,5-12-8 16,-8-3-10-1,-14-18 2-15,-14-16-103 0,-10-14-351 16</inkml:trace>
  <inkml:trace contextRef="#ctx0" brushRef="#br0" timeOffset="74043.46">11333 10199 998 0,'0'0'0'16,"0"0"-66"-16,0 0 28 0,47 102-1 16,-34-36-71-1,-4 0-80-15,2-13-289 0</inkml:trace>
  <inkml:trace contextRef="#ctx0" brushRef="#br0" timeOffset="74327.09">11550 10778 854 0,'0'0'0'16,"0"0"-37"-16,0 0 36 15,9 87 2-15,-3-63-2 16,4-3-13-16,0-9-16 16,5-12 25-16,2 0 5 0,2-19 12 15,6-16 17 1,7-11-21-16,1-8-8 0,4-3 3 15,-4 3-1-15,-3 9-2 16,-2 13-1-16,-7 11-1 16,-6 11-2-16,-2 7 1 15,-4 3-28-15,-4 0-49 16,-5 19-44-16,0 8-20 16,-4-1-20-16</inkml:trace>
  <inkml:trace contextRef="#ctx0" brushRef="#br0" timeOffset="74594.22">12001 10660 563 0,'0'0'88'0,"0"0"-36"15,96-68-32-15,-69 44 11 16,-11 4 7-16,-8 0 15 16,-5-1-18-16,-3 1-22 15,0 2 9-15,-9 5-11 16,-6 7 2-16,-7 6-13 15,-7 10-4-15,-4 20 0 16,5 9-1-16,8 10 0 16,12 2 1-16,8 4-2 15,24-2 4-15,32-10 2 16,25-9 1-16,23-12-1 16,8-14-12-16,-7-8-27 15,-11-1-127-15,-25-23-81 0</inkml:trace>
  <inkml:trace contextRef="#ctx0" brushRef="#br0" timeOffset="75118.97">9755 10143 777 0,'0'0'28'0,"0"0"32"15,0 0-25-15,0 0-35 16,0 0-23-16,0 0-182 15,20 6 62-15,-1 5-243 16</inkml:trace>
  <inkml:trace contextRef="#ctx0" brushRef="#br0" timeOffset="75741.76">12751 10503 731 0,'0'0'137'16,"0"0"-83"-16,0 0-54 16,0 0-1-16,0 0-15 15,0 0 16-15,79-10 0 16,-20 10 0-16,10-1 0 16,8-2 2-16,10 0-2 0,5 1-4 15,-6 2-28 1,-12 0-44-16,-28 0-48 0,-34 0-25 15,-21 6-213-15</inkml:trace>
  <inkml:trace contextRef="#ctx0" brushRef="#br0" timeOffset="77424.29">14199 10420 747 0,'0'0'117'0,"0"0"-45"0,0 0-72 16,0 0-4-16,0 0-6 15,0 0 9-15,6 102 1 16,1-51 1-16,-7 2-1 16,0-5-11-16,0-4-38 15,0-18-55-15,0-13-41 16,7-13 50-16,16-8 39 15,5-20-40-15,2-9 32 16,-6-4 64-16,-8 5 89 16,-8 8 34-16,-4 10 4 15,-1 8-7-15,4 10-55 16,6 0-62-16,7 4-3 16,6 19-1-16,6 1-1 15,2 6-2-15,0 2-18 16,-3-9-2-16,-3-6 10 0,2-11-44 15,5-6 38-15,2-16 8 16,6-18-26-16,-4-7-10 16,-5-3-27-16,-5-6 0 15,-9 1 30-15,-11 3 7 16,-7-3 38-16,-2-2 0 16,0 3 108-16,0 1 75 15,0 5-41-15,0 3-72 16,6 5 3-16,6 1-25 15,-3 6-23-15,0 3 0 16,-3 7-4-16,-3 9-10 16,-3 3-11-16,0 5 0 0,0 0-7 15,0 25-49 1,0 19-4-16,0 21 60 0,-9 17-1 16,-2 10 1-16,-2-5 0 15,4-8-2-15,6-14-11 16,3-14-7-16,3-15 9 15,18-13-6-15,4-16 10 16,1-7 7-16,5-10 1 16,7-19 5-16,-1-9-4 15,-2 1 5-15,-10 6-5 16,-11 7 15-16,-8 12 10 16,-3 7-6-16,-2 3-18 15,4 2-3-15,2 4-23 0,8 13 19 16,12 10-5-16,13 2 4 15,11 2-7-15,9 1 2 16,1-7-42-16,6-12-40 16,3-11 18-16,5-2 39 15,2-17 25-15,-6-11 10 16,-12-3 6-16,-16-1 9 16,-20 5 50-16,-16 1 33 15,-7 3-30-15,-21 2-46 16,-9 4-19-16,1 7 0 15,5 8-1-15,4 2-2 16,1 10-2-16,1 16-1 0,3 7 3 16,3 3-4-1,10 1-3-15,2-6-14 0,14-9-1 16,22-11-6-16,14-11 28 16,10-5 8-16,2-17 6 15,-3-7-12-15,-13 1 6 16,-11-2 1-16,-10 8 10 15,-16 4 10-15,-7 5 11 16,-2 1-9-16,0 5-28 16,0 4 0-16,-2 3-3 15,-2 0-5-15,-1 20-28 16,0 10 3-16,5 11 27 16,0 7-18-16,32-3 6 15,17-9-13-15,21-17-31 16,12-19-1-16,2-9 14 0,-4-29 42 15,-15-9 4-15,-12-11 6 16,-16-5-5-16,-11-4 21 16,-14-6-8-16,-12 0 32 15,0 1 10-15,-33 3-5 16,-16 10 2-16,-8 10-13 16,5 12-15-16,14 16-12 15,15 19-2-15,7 4-11 16,2 34-24-16,-3 20 14 15,-1 21 5-15,8 18 2 16,3 8-3-16,7-3-21 16,0-11-10-16,15-18 3 0,10-20-29 15,-4-16-27-15,-5-22-124 16</inkml:trace>
  <inkml:trace contextRef="#ctx0" brushRef="#br0" timeOffset="77608.8">15943 10160 908 0,'0'0'0'16,"0"0"-6"-16,95-11 5 16,-40 11 1-16,6 0 0 15,5 0 5-15,1 0-5 0,6 19 0 16,9-1-59-16,3-8-241 15</inkml:trace>
  <inkml:trace contextRef="#ctx0" brushRef="#br0" timeOffset="77809.67">16900 10694 978 0,'0'0'8'0,"0"0"-8"16,0 0-14-16,0 0-1 0,0 0 11 16,-14 80 3-16,3-49-1 15,-4 3-19-15,-9 5-24 16,-6-7-76-16,0-12-131 16</inkml:trace>
  <inkml:trace contextRef="#ctx0" brushRef="#br0" timeOffset="78339.98">17361 9987 863 0,'0'0'65'0,"0"0"-10"16,0 0-47-16,0 0-8 15,0 0-23-15,0 0 15 16,3 126 7-16,-9-44 1 16,1 8 0-16,-2-3 0 0,-2-9-11 15,-1-16-35-15,5-18-19 16,5-18-20-16,0-16-4 16,13-10 47-16,14-17 38 15,9-16-51-15,0-7 38 16,-6-2 17-16,-9 2 40 15,-7 9 40-15,-5 5 28 16,-4 10-48-16,-1 11-15 16,1 5-45-16,1 0-6 15,3 10-7-15,3 14-1 16,4 5 5-16,3 6-17 16,5 3-13-16,7-1-70 15,11-10-46-15,5-14-144 0</inkml:trace>
  <inkml:trace contextRef="#ctx0" brushRef="#br0" timeOffset="79005.09">17980 10353 511 0,'0'0'169'15,"0"0"-11"-15,0 0-83 16,0 0-48-16,0 0-27 16,0 0-38-16,-36 0 33 15,22 47 5-15,6 9-4 16,5 3 3-16,3-2-7 15,0-11 1-15,11-12 0 16,13-14 7-16,6-15 4 0,2-5 4 16,2-6 2-16,0-18-1 15,-1-6-9-15,-5-2-3 16,-7-4-18-16,-12 2-25 16,-9 5-18-16,0 3 26 15,-4 6 9-15,-5 8 26 16,6 2 3-16,3 5 12 15,0 0 31-15,6 2 5 16,16-1-21-16,11 1 3 16,3 3 6-16,0 0-19 15,-2 0-14-15,-6 12-1 16,-4 8-4-16,-6 3 1 16,-5 5-1-16,-7 6-1 0,-4 2-11 15,-2-2-20 1,0-9 1-16,0-9-8 0,0-14-7 15,0-2 48-15,5-9 26 16,8-16-1-16,-1-8-1 16,2-3 15-16,-3 3 2 15,-2 5-27-15,-3 11-8 16,0 10-6-16,-3 6-4 16,3 1-10-16,1 3-19 15,10 16 16-15,2 7 16 16,10 9 1-16,5 5 0 15,7 0-1-15,3-5 1 16,-1-10 1-16,-7-15 0 16,-2-10-1-16,-3-4 2 0,-1-24 6 15,-1-8 9-15,-4-6-6 16,-10-5-1-16,-10-1-10 16,-5-5 19-16,-11 3 7 15,-16 7 15-15,0 14-37 16,2 19-4-16,2 10-32 15,3 32-80-15,-1 20-34 16,7 1-77-16</inkml:trace>
  <inkml:trace contextRef="#ctx0" brushRef="#br0" timeOffset="82768.98">19305 10542 254 0,'0'0'356'15,"0"0"-295"-15,0 0 5 16,0 0-46-16,0 0-20 15,0 0-7-15,0 0-9 16,-14 9 16-16,26-9 4 16,9 0 5-16,6 0 19 15,5 0-10-15,4-17-2 16,1-6-13-16,-2-2 4 16,-13-1 8-16,-6 1 13 0,-8 4 7 15,-6 3-15 1,-2 5-5-16,0 6 9 0,0 3-20 15,-5 4-4-15,-7 0-6 16,-4 17-16-16,2 11 6 16,4 2-16-16,10 7 8 15,0 1 0-15,22-1 2 16,11-3-9-16,3-9-13 16,5-12-28-16,2-13-7 15,7-14 39-15,0-28-10 16,6-14-58-16,-5-7 48 15,-9-4 60-15,-13-3 40 16,-12 2 71-16,-14 2-24 16,-3 11 54-16,-15 12-42 0,-5 16-28 15,6 12-40-15,4 13-11 16,7 2-20-16,2 22-17 16,1 26 0-16,0 22 13 15,0 15 2-15,12 2 0 16,3 0-7-16,-3-7-34 15,-2-9-45-15,1-15-12 16,-5-21-100-16,0-29-248 16</inkml:trace>
  <inkml:trace contextRef="#ctx0" brushRef="#br0" timeOffset="82952.37">20084 10118 912 0,'0'0'0'16,"0"0"0"-16,118-29 0 16,-76 29 0-16,-6 0-4 15,-11 0-11-15,-5 0-25 16,-7 7-28-16,-7-4-83 16,-6-3-166-16</inkml:trace>
  <inkml:trace contextRef="#ctx0" brushRef="#br0" timeOffset="83120.21">19340 10037 797 0,'0'0'0'15,"0"0"-56"-15,0 0 51 16,122 81-31-16,-50-50-120 15,7-4-289-15</inkml:trace>
  <inkml:trace contextRef="#ctx0" brushRef="#br0" timeOffset="83651.1">20796 10322 940 0,'0'0'0'0,"0"0"-3"16,0 0-63-16,0 0 55 16,-27 86 4-16,9-54-20 15,8-3-16-15,7-11-8 16,3-5 1-16,10-8-8 16,20-5 36-16,6 0-38 15,7-16-13-15,2-13-68 16,-5-1 0-16,-7-3 141 15,-9 8 164-15,-8 8 20 16,-10 5-29-16,-1 9-40 16,-4 3-98-16,1 0-17 0,-1 4-22 15,1 13 17-15,6 8 3 16,0 3 1-16,1-2 1 16,0 1 0-16,1-11-1 15,-3-9-37-15,6-7 23 16,9-9 15-16,8-19 9 15,5-10-9-15,4-5-2 16,-7-4-9-16,-3 3 11 16,-6 9 12-16,-7 10 11 15,-5 9 28-15,-5 10-9 16,-3 5 8-16,-3 1-36 16,0 0-14-16,0 12-20 15,0 13-5-15,0 8 23 16,0 0-6-16,0-3-4 15,0-8-36-15,1-9-40 0,4-10 24 16,1-3-18-16,4-23-27 16</inkml:trace>
  <inkml:trace contextRef="#ctx0" brushRef="#br0" timeOffset="83803.62">21205 9927 927 0,'0'0'14'16,"0"0"-14"-16,0 0-44 0,0 0-26 16,-3 80 35-16,3-30-83 15,15-12-134-15</inkml:trace>
  <inkml:trace contextRef="#ctx0" brushRef="#br0" timeOffset="84007.12">21695 10043 922 0,'0'0'28'15,"0"0"19"-15,0 0-47 16,0 0-7-16,0 0-8 16,-18 96 12-16,11-39-7 15,1 4-9-15,5-2-18 16,1-11-36-16,9-16-51 0,20-20-25 15,11-12 31-15,4-14-12 16,9-27-131-16</inkml:trace>
  <inkml:trace contextRef="#ctx0" brushRef="#br0" timeOffset="84166.85">21991 10173 143 0,'0'0'236'0,"45"-102"-54"16,-41 64-16-16,-4 6-43 16,0 13-6-16,0 7-46 15,0 11-29-15,0 1-42 16,-6 13-30-16,-5 24-12 15,-8 18 36-15,-9 22 0 16,7 9-5-16,6-4-17 16,15-12-27-16,0-22-4 0,22-18-32 15,8-23-108-15</inkml:trace>
  <inkml:trace contextRef="#ctx0" brushRef="#br0" timeOffset="85000.45">22851 10075 699 0,'0'0'1'0,"0"0"52"15,0 0 2-15,0 0-49 16,0 0-6-16,0 0-6 0,-72-6 0 16,31 36 5-16,1 8 0 15,7 8-11-15,9 6-7 16,18-2-13-16,6-10-20 16,36-12 5-16,27-14 46 15,20-12-12-15,13-2-15 16,-1-19 4-16,-8-12 15 15,-18-3 9-15,-22-3 34 16,-20 2 63-16,-17 5 19 16,-10 3-37-16,0 3-39 15,-23 7-21-15,-6 5-19 16,-5 10-3-16,-1 2 0 16,3 12-2-16,-1 18-15 15,4 10 11-15,10 10-3 16,9-2 5-16,10-10 0 0,4-15-6 15,32-13 13-15,12-10 11 16,7-2-7-16,3-24 4 16,-6-11 0-16,-9-7-6 15,-8-3-4-15,-10 3 2 16,-7 7-4-16,-11 4-17 16,-2 8 16-16,-4 4 5 15,5 6 1-15,3 5-1 16,3 6-8-16,7 4-4 15,1 0 8-15,5 2 0 16,2 15 1-16,0 0 3 16,-5 5 0-16,-5 0 0 0,-7 6 0 15,-6 0-1-15,-4 2-1 16,0-2 2-16,0-7 0 16,0 0 1-16,0-6-1 15,0-5-33-15,0-10-83 16,0 0 6-16,10-20 90 15,13-16-226-15,4-5 32 16</inkml:trace>
  <inkml:trace contextRef="#ctx0" brushRef="#br0" timeOffset="85233.24">23757 10016 188 0,'0'0'64'0,"0"0"-16"16,91-51 12-16,-69 50-14 16,-4 1-26-16,0 0-10 15,-2 16-7-15,-1 4 8 0,1 6-1 16,-3 4 8-1,-10 0-3-15,-3 2-2 0,0 6 7 16,-13-1 29-16,-6 2-23 16,2-6-7-16,3-10-8 15,2-6-1-15,10-8-3 16,0-5 0-16,2-4 3 16,0 0 10-16,10-19-2 15,20-15-18-15,9-9-161 16,3-6 23-16,-6-1-124 15</inkml:trace>
  <inkml:trace contextRef="#ctx0" brushRef="#br0" timeOffset="85407.22">24086 9964 1 0,'0'0'455'0,"0"0"-296"0,0 0-10 15,0 0-52-15,0 0-85 16,0 0-12-16,-17-70-18 16,17 74-21-16,0 12 29 15,5 4 10-15,6 4 2 16,2 1-2-16,2 3 2 15,-4-5-2-15,-4-1 4 16,-3-7-4-16,-4 0-2 16,0-2-73-16,-11-6-97 15,-8-7-215-15</inkml:trace>
  <inkml:trace contextRef="#ctx0" brushRef="#br0" timeOffset="85982.85">23931 9789 609 0,'0'0'92'15,"11"-78"27"-15,-8 47-37 16,3 7-59-16,-1 9-3 16,-2 10-13-16,-1 5-7 15,1 0-5-15,2 10-27 0,4 21 7 16,1 20 23-1,-10 18 0-15,0 15 0 0,-21 10 1 16,-15 5-2-16,-3-4 2 16,7-10 2-16,12-13-3 15,13-20 3-15,7-17-1 16,0-18 1-16,0-10 0 16,9-7-1-16,20 0 8 15,22-19-8-15,15-10-37 16,9-10-170-16,-5-4-264 15</inkml:trace>
  <inkml:trace contextRef="#ctx0" brushRef="#br0" timeOffset="86197.44">23836 9917 382 0,'0'0'482'16,"0"0"-437"-16,0 0-34 15,0 0-11-15,0 0-2 16,91-43 2-16,-34 43 0 16,6 0 3-16,0 0 1 15,-5 0-8-15,-2 0 3 16,2 1-3-16,-1 5-52 16,-2-6-117-16,-6 0-176 0</inkml:trace>
  <inkml:trace contextRef="#ctx0" brushRef="#br0" timeOffset="86452.3">24601 10322 826 0,'0'0'98'0,"0"0"0"16,0 0-42-16,0 0-56 16,0 0-12-16,0 0-25 0,-34 67 23 15,-1-7 4 1,-5 6-13-16,1 4-12 0,0-6-35 16,-1-9-88-16,8-16-102 15</inkml:trace>
  <inkml:trace contextRef="#ctx0" brushRef="#br0" timeOffset="87147.68">23627 10040 143 0,'0'0'196'0,"0"0"-68"15,0 0 2-15,0 0-13 16,0 0-27-16,0 0-38 15,30-73-15-15,-29 62 2 16,1 5-24-16,-2 1 2 16,0 4-2-16,0 1-14 15,0 0-1-15,0 0-26 16,0 17-56-16,0 14 62 16,0 10 11-16,1 5-10 15,1 0-17-15,1-7 0 16,0-7 13-16,0-10 4 0,0-7 15 15,0-5 4 1,1-2 0-16,0 4 0 0,0-1 0 16,-1 2 1-16,1 1-1 15,-2-4 0-15,-2 3 0 16,0-7-3-16,0-1-14 16,0-2 10-16,-11-3 7 15,-10 0 4-15,-7 0 1 16,-5-12-1-16,-3-3-2 15,-3 1 4-15,5-1-6 16,4 5-35-16,12-2-128 16,14-4-116-16</inkml:trace>
  <inkml:trace contextRef="#ctx0" brushRef="#br0" timeOffset="87366.7">23633 10000 651 0,'0'0'125'16,"0"0"7"-16,0 0-72 15,0 0-42-15,0 0-18 16,0 0-18-16,-11 40 8 16,-9 16 10-16,-7 17-1 15,-2 9 0-15,0-3-37 0,-1-6-49 16,0-20-33-16,2-16-69 15,2-19-178-15</inkml:trace>
  <inkml:trace contextRef="#ctx0" brushRef="#br0" timeOffset="87529.9">23435 10464 406 0,'0'0'468'16,"0"0"-395"-16,0 0-2 15,0 0-32-15,0 0-39 16,0 0-1-16,7-20-103 0,-7 32-156 16,-2-1 7-1</inkml:trace>
  <inkml:trace contextRef="#ctx0" brushRef="#br0" timeOffset="88712.05">14407 11068 819 0,'0'0'56'0,"0"0"41"16,0 0-73-16,0 0-24 0,0 0-16 15,0 0 15-15,-19 144 1 16,0-49-2-16,-8 6-5 16,-5-3-24-16,-2-14-22 15,3-20-7-15,4-22 18 16,11-19 8-16,8-17 23 16,8-6 11-16,2-26 67 15,21-16-55-15,12-14-8 16,2-8 7-16,2-2 6 15,-2 3 6-15,-3 13 16 0,1 14-31 16,-1 17-8 0,-4 12-4-16,-3 7 1 0,0 8-4 15,-1 23-16-15,-2 6-26 16,-6 9-35-16,-3 3-20 16,-6-6 25-16,0-7-90 15,3-14-88-15</inkml:trace>
  <inkml:trace contextRef="#ctx0" brushRef="#br0" timeOffset="89397.26">14897 11389 508 0,'0'0'230'0,"0"0"-67"16,0 0-84-16,0 0-34 16,0 0-45-16,0 0-19 15,-14 9 3-15,10 43 9 0,4 4 5 16,6-2-2-1,20-4-4-15,9-10 0 0,4-11 3 16,1-18-4-16,6-11 8 16,8 0 1-16,7-28 2 15,-3-16 2-15,-10-5-4 16,-18-3-14-16,-22 2-38 16,-8 5-1-16,-25 11-76 15,-16 5-120-15,-3 9 25 16,7 8 213-16,13 3 11 0,17 5 98 15,5 3 17 1,2-2 14-16,9 0-49 0,22-1-25 16,16 2 6-16,8 1-18 15,0 1-30-15,-4 0-6 16,-11 0-3-16,-5 13-1 16,-7 2-3-16,-3 7 0 15,0 1-12-15,-1 4-36 16,-4 0-2-16,-2-3-9 15,-6-7-25-15,-6-5 44 16,1-7 27-16,-1-5 13 16,3 0 14-16,2-12 67 15,0-6-8-15,1 2 23 16,-2-1-36-16,-2 6-44 16,-1 7-13-16,1 4-3 0,2 0-4 15,5 10-6 1,9 9 1-16,8 6 0 0,5 0 4 15,3-4 1-15,-7-2-4 16,-7-9 6-16,-4-9 2 16,0-1 4-16,3-18 13 15,7-15 8-15,2-11-13 16,0-6 6-16,-5-3-11 16,-10 6 6-16,-12 4 26 15,-7 8 4-15,0 10-26 16,-19 4-17-16,-4 12-2 15,1 9-44-15,6 0-17 0,10 21-67 16,6 10-36 0,24 1-39-16</inkml:trace>
  <inkml:trace contextRef="#ctx0" brushRef="#br0" timeOffset="90344.74">16819 11179 911 0,'0'0'57'0,"0"0"22"16,0 0-79-16,0 0-3 15,0 0-23-15,0 0 22 16,-16 69 2-16,8-30-3 16,-2 1-5-16,4-8-1 15,3-6 0-15,3-10-10 0,0-7 2 16,0-8-10-1,8-1 17-15,14-18 4 0,8-17-14 16,9-5-8-16,-2-1 15 16,-6 7 15-16,-8 9 0 15,-7 9 14-15,-7 8 18 16,-4 8-16-16,0 0-16 16,0 0-3-16,1 10-1 15,1 8 0-15,2 6 4 16,0-1-5-16,-3 1-7 15,0-9-2-15,0-5-7 16,3-10-3-16,3 0 24 0,7-14 12 16,2-13 3-1,5-4-1-15,-4 3 2 0,-5 3-2 16,-7 6 27-16,-6 7 2 16,-2 4-20-16,-2 7 8 15,0 1-25-15,0 0-6 16,1 3-26-16,4 15-17 15,8 10 40-15,8 8-8 16,9 1-8-16,6-4-5 16,5-6-21-16,1-12-30 15,1-15 21-15,-1-3 54 16,-5-22 8-16,-7-8 20 16,-7 4 13-16,-10 2 17 0,-4 4-29 15,-6 6 10 1,-3 6-19-16,0 5-4 0,0 3-8 15,0 3-7-15,0 0-1 16,0 6-26-16,0 12 12 16,-2 3 12-16,2 4-3 15,0 4 0-15,20-4-3 16,10-4-10-16,6-11 12 16,7-8-3-16,-4-2 6 15,-6-8 3-15,-10-9 3 16,-8 1 8-16,-8 4 15 15,-3 3-25-15,-3 3 9 16,-1 4-3-16,0 2-7 16,2 0-3-16,1 0-12 0,8 2-9 15,4 11 19-15,9 1 5 16,5-3 0-16,-3-6 1 16,-1-5-1-16,-6 0 2 15,0-7 19-15,-4-8-9 16,1-2 9-16,-4 0-14 15,-5 4-4-15,-3 6-2 16,-1 4 1-16,-3 0 5 16,0 3-7-16,0 0-1 15,0 0-8-15,0 0-9 16,0 0-10-16,0 6 13 16,0 8 2-16,6 3 0 15,6 2-53-15,5-5-75 0,3-11-122 16</inkml:trace>
  <inkml:trace contextRef="#ctx0" brushRef="#br0" timeOffset="91209.61">18429 11104 546 0,'0'0'139'0,"0"0"-22"15,0 0-42 1,-26-76-34-16,3 70-31 0,-7 6-10 15,-6 0-4-15,-7 15 2 16,1 13-2-16,-2 8 3 16,3 6 0-16,4 5-12 15,4 1-19-15,10-1-2 16,19-4-6-16,4-10-10 16,30-15 4-16,24-12 16 15,19-6 30-15,13-24 3 16,11-13 7-16,6-10-1 15,-3-4 2-15,-11-4 6 16,-15-2-12-16,-21 0-2 16,-20 1 12-16,-15 5 34 0,-15 7-16 15,-3 13 5 1,0 11-29-16,0 14-9 0,-10 6 0 16,-7 7-14-16,-12 25-14 15,-6 15 23-15,-4 10 3 16,5 10 0-16,6 0 1 15,11-4 0-15,14-9 2 16,3-15-2-16,17-13 3 16,11-13-2-16,6-12 5 15,3-1-5-15,3-22 0 16,3-9-24-16,-2-5 1 16,-5 3 16-16,-9 1-1 15,-8 4 8-15,-8 9 14 0,-7 5 29 16,-2 8 19-16,-2 3-22 15,0 3-40-15,0 0-2 16,0 19-28-16,0 6 24 16,-2 7 6-16,2 1 0 15,9-4-3-15,23-2-1 16,13-4-22-16,11-5-14 16,8-11-49-16,6-7-143 15</inkml:trace>
  <inkml:trace contextRef="#ctx0" brushRef="#br0" timeOffset="91423.07">19953 10906 920 0,'0'0'32'16,"0"0"-3"-16,0 0-29 15,0 0-45-15,0 0 44 16,-43 106 1-16,23-45 1 15,3 5-1-15,5 4 0 16,7-3-1-16,5-6-3 16,2-9-12-16,16-10-27 15,4-13-11-15,-1-14-114 16,-6-15-99-16</inkml:trace>
  <inkml:trace contextRef="#ctx0" brushRef="#br0" timeOffset="91709.7">19676 11252 670 0,'0'0'46'0,"0"0"23"15,0 0-25-15,109-58-29 16,-47 41 1-16,11 0 3 16,0 0 3-16,6 0-10 15,-4 3-7-15,-14 3-4 16,-16 3-1-16,-24 5 2 15,-12 1-3-15,-9 2 6 16,0 0-10-16,0 0 1 0,0 0-1 16,0 16-5-16,-6 7 9 15,-2 7 1-15,1 3 1 16,4 0 0-16,3 1-2 16,3-6-1-16,22-19-117 15,5-9-242-15</inkml:trace>
  <inkml:trace contextRef="#ctx0" brushRef="#br0" timeOffset="91879.85">20310 10721 929 0,'0'0'0'0,"0"0"-35"16,0 0 22-16,59 75-2 15,-35-28-30-15,-4 4-50 0,-5 3-62 16,-3-8-107-16</inkml:trace>
  <inkml:trace contextRef="#ctx0" brushRef="#br0" timeOffset="92475.87">20447 11174 750 0,'0'0'133'0,"0"0"-85"16,0 0-39-16,0 0-9 15,0 0-4-15,0 0 3 16,3 37-1-16,0-27-23 0,0-2-13 16,0-5 3-1,-2 0 2-15,2-3 14 0,-1 0 19 16,1-2 13-16,3-8-13 16,3-1 5-16,2 5-3 15,2 1-1-15,4 4-1 16,3-1 1-16,-1 2-2 15,-4 0-1-15,-2 0 2 16,-5 0-4-16,-6 0 3 16,1 0 1-16,-2 0 0 15,-1 0 3-15,3 0 18 16,4 0 6-16,4-5-21 16,4-11-6-16,9 1-4 0,4-3-12 15,3 5-12 1,5 3 15-16,3 3 8 0,1 5-4 15,1 0 2-15,-1 2-9 16,-2 0-14-16,1-3 5 16,-1-6 23-16,-1-2 2 15,-8-5 3-15,-4-4 3 16,-1-1 12-16,-4-1-4 16,-5-2-12-16,-6-2-2 15,-9 4 0-15,-2 0 11 16,-20 5 13-16,-5 6 11 15,-3 11 8-15,-1 0-37 16,-3 15-6-16,1 12-4 16,5 6 1-16,6 7 0 0,12 1 0 15,10 2 0-15,13-2 3 16,31-2 5-16,20-4 0 16,20-6-5-16,14-8-21 15,14-11-72-15,5-10-382 16</inkml:trace>
  <inkml:trace contextRef="#ctx0" brushRef="#br0" timeOffset="92812.79">22026 11252 617 0,'0'0'123'0,"0"0"-25"16,0 0-15-16,0 0-40 0,0 0-27 16,0 0-12-16,17-41-4 15,-17 41-7-15,-12 1-70 16,-3 9-121-16,5-3-203 16</inkml:trace>
  <inkml:trace contextRef="#ctx0" brushRef="#br0" timeOffset="92945.41">22267 11187 649 0,'0'0'0'0,"0"0"-133"16,0 0 104-16,0 0-195 15</inkml:trace>
  <inkml:trace contextRef="#ctx0" brushRef="#br0" timeOffset="93127.35">23156 11093 755 0,'0'0'134'16,"0"0"-41"-16,0 0-7 15,0 0-39-15,0 0-45 16,0 0-2-16,13-51-87 15,-22 68-61-15,-15 0 12 16,-12-8-163-16</inkml:trace>
  <inkml:trace contextRef="#ctx0" brushRef="#br0" timeOffset="94140.77">20508 11085 461 0,'0'0'113'0,"0"0"66"15,0 0-96-15,0 0-48 16,0 0-35-16,0 0-20 15,2 8-4-15,-5 17 21 0,-8 4 0 16,-1 3 3 0,-1 0 1-16,1 0 1 0,1-6-2 15,3-3-12-15,6-8-12 16,-1-7-12-16,3-5-2 16,0-3 3-16,7-13 31 15,19-13 0-15,8-7-65 16,2-2 40-16,-2 3-9 15,-5 4 38-15,-10 4 24 16,-6 11 63-16,-8 4 11 16,-2 9-44-16,-3 0-54 15,0 2 0-15,0 17-12 16,0 6 11-16,0 1 1 16,0 1 2-16,-2-1-1 15,2-6-1-15,0-7-9 0,6-8-14 16,17-5 12-1,10-13-19-15,7-12-69 0,3-7-104 16,3-4-106-16</inkml:trace>
  <inkml:trace contextRef="#ctx0" brushRef="#br0" timeOffset="94279.75">20966 11039 200 0,'0'0'196'16,"0"0"-4"-16,0 0-70 16,0 0-84-16,0 0-38 15,0 0-15-15,21 66 15 16,-29-18 12-16,-10 5-1 15,-1-2-3-15,1-1 3 16,5-2-3-16,4-10-5 0,9-9-3 16,0-17-94-1,0-12-309-15</inkml:trace>
  <inkml:trace contextRef="#ctx0" brushRef="#br0" timeOffset="97182.85">16020 10464 211 0,'0'0'120'16,"0"0"-54"-16,0 0-14 15,0 0-6-15,0 0 5 16,0 0-1-16,0 0-15 15,-7-5 11-15,6 2-17 16,1 0 15-16,-1 0-8 16,-1 0-22-16,1 0-5 15,-4-2-7-15,-2 2-1 16,0 0-1-16,-2 0-1 16,-5 0-1-16,1-2 1 15,-1 1 1-15,-4 1 0 16,-2 1 0-16,-3 0 1 0,-2 2-1 15,-1 0 0-15,4 0 0 16,5 0 0-16,7 0 0 16,4 0-6-16,5 0-43 15,1 0-18-15,0 3-26 16,0 1-73-16,0-4-217 16</inkml:trace>
  <inkml:trace contextRef="#ctx0" brushRef="#br0" timeOffset="97339.61">15760 10461 397 0,'0'0'142'16,"0"0"-59"-16,0 0-52 15,0 0-31-15,0 0-370 16</inkml:trace>
  <inkml:trace contextRef="#ctx0" brushRef="#br0" timeOffset="103581.81">14470 11014 56 0,'0'0'359'15,"0"0"-255"-15,0 0-54 16,0 0-25-16,0 0-8 15,0 0-17-15,0 0 0 16,55-59 0-16,-46 59 0 16,-3-2 2-16,0 2 1 15,-1 0 1-15,-2 0-4 16,0 0-2-16,3 5-2 16,-2 9-1-16,-1 0-1 0,-3 5 5 15,0 1-6 1,0-1 7-16,-9 1 0 0,-8 1 1 15,-5-1 9-15,-5-2-2 16,-2 2 15-16,-3-3-3 16,-1-1-5-16,4-3-6 15,0-2-1-15,1-1 2 16,4 1-8-16,5-2-2 16,1 4-14-16,7-6-98 15,1-2-151-15</inkml:trace>
  <inkml:trace contextRef="#ctx0" brushRef="#br0" timeOffset="103754.25">14202 11298 187 0,'0'0'258'0,"0"0"-152"15,0 0-8-15,0 0 3 16,0 0-63-16,0 0-38 15,-32-12-4-15,32 12-224 16,2 0-89-16</inkml:trace>
  <inkml:trace contextRef="#ctx0" brushRef="#br0" timeOffset="105431.89">15396 11235 222 0,'0'0'52'15,"0"0"43"-15,0 0-49 16,0 0 13-16,0 0 7 16,0 0-4-16,0-35-15 15,0 32 0-15,0-1-24 16,0 1-3-16,0 0-4 16,2 1 20-16,-2 2 4 0,0-3-6 15,0 3-5-15,0 0-11 16,0 0-12-16,0 0-6 15,0 0-2-15,0 0-4 16,0 0 1-16,0 0-8 16,0 8-7-16,0 8 14 15,0 4-8-15,0 11-30 16,-8 1-60-16,-2-7-128 16</inkml:trace>
  <inkml:trace contextRef="#ctx0" brushRef="#br0" timeOffset="105552.99">15396 11235 446 0</inkml:trace>
  <inkml:trace contextRef="#ctx0" brushRef="#br0" timeOffset="105581.73">15396 11235 446 0,'-1'83'160'0,"7"-83"-160"0,-2 0-333 0</inkml:trace>
  <inkml:trace contextRef="#ctx0" brushRef="#br0" timeOffset="108567.09">9163 12375 472 0,'0'0'63'0,"0"0"51"16,0 0-21-16,-30-82-26 15,21 65-24-15,-1-2 2 16,-3 2-18-16,0 3 5 16,3 2-3-16,3 7 3 15,4 3-12-15,1 2-20 16,2 0-9-16,-1 23-37 15,-2 16 20-15,0 14 24 16,-2 13-2-16,-1 8 3 0,-4 6 0 16,-4 0-10-1,-2-5-15-15,-1-10-21 0,1-16-16 16,4-18-59-16,4-23-85 16,7-8-265-16</inkml:trace>
  <inkml:trace contextRef="#ctx0" brushRef="#br0" timeOffset="108909.89">8884 12185 518 0,'0'0'34'0,"0"0"56"15,0 0-13-15,0 0-52 0,0 0-21 16,107-53-2-16,-56 53 11 15,9 8 13-15,8 12-5 16,7 11 3-16,5 13-18 16,0 12-2-16,-9 11-2 15,-15 13-2-15,-22 5-2 16,-28 2 0-16,-11-3-3 16,-44-9 5-16,-17-14 0 15,-13-12-8-15,0-11-10 16,1-11 12-16,7-10 6 15,8-12 3-15,7-5 0 16,13 0 6-16,20-13-9 16,23-10-7-16,15-9-199 0</inkml:trace>
  <inkml:trace contextRef="#ctx0" brushRef="#br0" timeOffset="109742.13">9714 12671 592 0,'0'0'135'0,"0"0"-73"16,0 0-34-16,0 0-17 16,0 0-6-16,0 0-1 15,22-66-1-15,-16 61-1 16,0 1-1-16,-2-1 0 16,-1 0 0-16,-3-1 2 15,0-6 1-15,0-2-2 16,-1-2-2-16,-20 1-3 15,-7 6-1-15,-5 6 1 16,-3 3-2-16,3 5 1 0,6 19 0 16,8 12 4-16,10 3-2 15,9 5-5-15,6 1 7 16,22-6-4-16,10 0 0 16,8-10 4-16,4-7-9 15,4-13-16-15,3-9-16 16,4-9-11-16,3-28 13 15,4-18-8-15,0-15 0 16,-10-8 0-16,-15 0 47 16,-20 4 53-16,-22 8 66 15,-5 6 3-15,-31 5-44 16,-9 11-17-16,4 15 1 0,14 17-30 16,12 12-32-1,3 12 0-15,5 25-15 0,-2 22 12 16,8 17 3-16,0 16-3 15,25 8 0-15,15 0-3 16,13-8-26-16,4-19-12 16,10-20-9-16,-5-17-17 15,-2-16-48-15,-3-18 17 16,-3-4 21-16,-4-27 50 16,-9-13 30-16,-8-7 66 15,-13-1 101-15,-15-1-67 16,-5 6-30-16,-3 8-37 15,-11 11-8-15,3 14-3 16,9 8-10-16,2 4-12 16,0 0-9-16,0 20-4 0,7 6 11 15,5 2 2-15,2-2 1 16,0-4 0-16,0 0-1 16,7-5 0-16,9-5-30 15,11-10-11-15,12-2-15 16,0-16-156-16,-8-23-213 15</inkml:trace>
  <inkml:trace contextRef="#ctx0" brushRef="#br0" timeOffset="109879.69">10453 12190 857 0,'0'0'0'15,"80"31"-70"-15,-22-2-38 16,1 3-91-16</inkml:trace>
  <inkml:trace contextRef="#ctx0" brushRef="#br0" timeOffset="110175.45">10986 12668 928 0,'0'0'10'0,"0"0"-10"16,13 78 0-16,-1-37 0 15,4 2 2-15,0-4-1 16,3-10-1-16,-1-7-1 16,1-14-17-16,3-8 14 15,4-11 4-15,0-23 4 16,4-14-4-16,-2-5-19 15,-6-3-24-15,-10-2-6 16,-6 3 25-16,-6 10-27 16,0 12-49-16,0 16 33 15,-4 15 3-15,4 2-69 16,0 20-152-16</inkml:trace>
  <inkml:trace contextRef="#ctx0" brushRef="#br0" timeOffset="110457.11">11535 12698 320 0,'0'0'139'0,"0"0"-5"16,95-90-11-16,-77 56-28 16,-5-2-34-16,-8 3-13 15,-5 3-2-15,0 1-10 16,-9 6-22-16,-12 9-4 15,-1 7-10-15,-1 7 0 16,-3 9-6-16,3 21 3 16,-4 13-9-16,6 13 1 0,11 8-12 15,10 3-1-15,7-3 6 16,32-12-25-16,21-15-27 16,16-16 17-16,12-14-23 15,3-7-93-15</inkml:trace>
  <inkml:trace contextRef="#ctx0" brushRef="#br0" timeOffset="111706.63">11987 12484 825 0,'0'0'5'15,"0"0"-1"-15,86 37 6 16,-47-4 12-16,4 6-7 16,0 5-7-16,1 1 8 15,-9-6-9-15,-9-5-3 16,-14-9-4-16,-9-9-3 16,-3-7 1-16,0-5 2 15,0-2 0-15,-3-2 1 16,-5 0-1-16,-1-19 0 15,8-7-29-15,1-9-35 16,21-12-73-16,26-5-25 0,11-4-46 16,8 1 126-1,0 6 82-15,-3 5 170 0,-11 8 19 16,-15 10 8-16,-15 11-90 16,-14 8-37-16,-8 7-24 15,0 0-46-15,-12 11-18 16,-21 19 13-16,-13 15 4 15,-5 12 1-15,8 6-12 16,10-1-21-16,12-3-11 16,20-15-33-16,1-16 6 15,36-16 0-15,19-12 50 16,7-6 18-16,4-24 3 0,-3-10 37 16,-13-7 20-1,-12-2 25-15,-14 1-23 0,-11 5 10 16,-12 6-43-16,-1 10 8 15,0 7-10-15,-5 9-22 16,0 5-2-16,4 6-1 16,1 0-11-16,0 20-54 15,0 16 49-15,0 17 15 16,3 4-8-16,17 1-13 16,9-13-25-16,14-18-8 15,14-21 8-15,10-6 43 16,4-29-8-16,-7-15-25 15,-8-16 30-15,-13-5 2 16,-9-2 6-16,-7-2 5 16,-12 6 4-16,-15-3-5 0,-6 4 30 15,-29 1 51-15,-5 9-13 16,6 14-10-16,10 15 7 16,12 19-41-16,5 4-28 15,0 32-45-15,-4 18 24 16,-4 19 21-16,2 11 0 15,-2 4-3-15,3 0-13 16,7-3-11-16,5-11-7 16,0-17-6-16,17-20 8 15,11-25-6-15,11-8 5 0,6-30 12 16,5-17 14 0,-2-4 7-16,-3 5 20 0,-11 11 27 15,-7 13 10-15,-9 14-36 16,-3 6-7-16,1 2-12 15,-2 9-2-15,-1 17-5 16,-5 8-1-16,-6 10 3 16,-2 7 1-16,-14 5-1 15,-18-1 3-15,-5-7 8 16,-3-9-5-16,8-12-3 16,4-15-10-16,10-9 0 15,4-3 10-15,3 0 4 16,5-14-4-16,6-7-4 15,1-5-28-15,29-1-47 16,18-5-7-16,13-6-46 0,8-5 54 16,1-6 45-1,-4-6 33-15,-7 1 55 0,-8-4 33 16,-12 3 16-16,-11-4 29 16,-7-1-30-16,-9 4-40 15,-9 6-2-15,-3 16-33 16,0 16-13-16,0 11-15 15,0 7-5-15,-11 14-57 16,-10 25-9-16,-8 27 70 16,-8 17 1-16,0 13 0 15,8 12 0-15,5-5 0 16,18-13-21-16,6-15-67 0,3-25-25 16,16-19-41-1,-5-20-151-15</inkml:trace>
  <inkml:trace contextRef="#ctx0" brushRef="#br0" timeOffset="112256.11">13930 12553 927 0,'0'0'18'16,"0"0"-18"-16,0 0-3 15,114-78 2-15,-73 54-1 16,-2-1 2-16,-8 0 0 15,-7-1 2-15,-7-1 0 16,-8 1 0-16,-4 4-2 0,-5 1 0 16,0 6-9-16,-22 5 2 15,-10 8-1-15,-5 2 3 16,-4 12-2-16,4 15 5 16,-2 11 0-16,1 9 2 15,9 13-2-15,11 5 0 16,10 5 2-16,8-4-4 15,14-15-2-15,25-18-11 16,17-21-4-16,16-12 7 16,-1-18-27-16,0-21 0 15,-7-10-37-15,-9-7 34 16,-9-1-3-16,-10 1 29 16,-9 4 3-16,-9 9-105 0,-5 2-116 15,-7 5 236-15,2 4 34 16,-1 6 80-16,-2 8 37 15,0 9 9-15,0 6-63 16,1 3-79-16,1 11-18 16,4 15-4-16,-5 8 2 15,-6 7 2-15,0 2 5 16,0 1 20-16,-2 3-8 16,-9 1-9-16,-2 0 0 15,-1-5-2-15,0-8-6 16,0-10-8-16,-3-8-51 15,-2-9-18-15,-7-8-35 16,-4 0-65-16</inkml:trace>
  <inkml:trace contextRef="#ctx0" brushRef="#br0" timeOffset="112295.07">14310 12640 113 0,'0'0'13'0,"0"0"-13"16</inkml:trace>
  <inkml:trace contextRef="#ctx0" brushRef="#br0" timeOffset="113022.17">15204 12438 493 0,'0'0'66'16,"0"0"-25"-16,0 0-16 16,0 0 16-16,0 0-4 15,125-12 16-15,-50 0 0 16,10-1-17-16,7-5 5 16,7 3-22-16,-2 2-6 15,-6 4-9-15,-16 2-4 16,-18 5 2-16,-24 2-2 15,-19 0-5-15,-14 0-26 16,0 0-44-16,-34 9-46 0,-17 0 57 16,-12-3-214-16</inkml:trace>
  <inkml:trace contextRef="#ctx0" brushRef="#br0" timeOffset="113988.83">17234 12385 716 0,'0'0'101'0,"0"0"-88"0,0 0-13 16,0 0-6-16,0 0 6 15,0 0 0-15,-73 92 4 16,48-69-2-16,-1-5-1 16,1-1-1-16,4-5-22 15,0-6-56-15,10-6-14 16,11-8-22-16,0-19 45 15,8-6-25-15,10-1 85 16,3 4 9-16,-3 2 29 16,2 8 32-16,0 10 1 15,-1 5-39-15,-2 5 3 16,1 5-8-16,-5 17-8 0,0 7-5 16,0 10 8-16,-4 6-2 15,2 4-5-15,6-5-6 16,13-8-96-16,14-12-129 15</inkml:trace>
  <inkml:trace contextRef="#ctx0" brushRef="#br0" timeOffset="114238.79">18387 12426 511 0,'0'0'2'0,"0"0"-2"16,0 0 15-16,-63 88-4 15,35-62 2-15,3 0 1 16,2-5-4-16,5-4-5 16,5-8-1-16,1-5-4 15,6-4-5-15,5 0-39 16,1-17-90-16</inkml:trace>
  <inkml:trace contextRef="#ctx0" brushRef="#br0" timeOffset="114371.79">18299 12397 520 0,'0'0'139'0,"0"0"-131"16,0 0-2-16,82 75 7 0,-57-31-10 15,5 4 3-15,4 0-6 16,5-9-50-16,3-13-165 15</inkml:trace>
  <inkml:trace contextRef="#ctx0" brushRef="#br0" timeOffset="114755.74">19265 12505 560 0,'0'0'100'16,"0"0"-54"-16,0 0-46 15,0 0-5-15,0 0 5 16,0 0 15-16,-117 96-12 16,73-71 0-16,3-4 1 15,5-5-3-15,9-8-1 16,9-6-1-16,5-2-2 15,5-2 3-15,2-12 4 16,6-6-1-16,0-7-3 16,9-2-23-16,14 2-21 15,2 6 9-15,-2 6 35 16,-3 12 9-16,-2 3 12 0,-1 0-12 16,2 17-5-1,2 8-4-15,-3 5 0 0,-4 3 0 16,-3 1-9-16,-2-3-76 15,4-7-97-15</inkml:trace>
  <inkml:trace contextRef="#ctx0" brushRef="#br0" timeOffset="115130.59">20052 12477 353 0,'0'0'96'16,"0"0"-6"-16,0 0 1 16,0 0 1-16,0 0-33 15,0 0-55-15,13 3-4 0,-52 21 3 16,-6 2 9 0,-2 1-6-16,1-1-2 0,5-5-3 15,9-4 1-15,2-4-2 16,6-5-19-16,7-4-27 15,8-4-94-15,9 0-66 16,0-20-164-16</inkml:trace>
  <inkml:trace contextRef="#ctx0" brushRef="#br0" timeOffset="115273.9">19846 12458 153 0,'0'0'321'16,"0"0"-122"-16,0 0-61 15,0 0-109-15,0 0-29 16,0 0-4-16,44 46 4 15,-36-3 2-15,0 3-2 16,2 4 0-16,2-5-42 0,9-9-137 16,4-17-237-16</inkml:trace>
  <inkml:trace contextRef="#ctx0" brushRef="#br0" timeOffset="115430.4">20205 12612 771 0,'0'0'0'16,"0"0"-69"-16,0 0 25 15,0 0-10-15,0 0-26 16,0 0-5-16,-9 68-71 0</inkml:trace>
  <inkml:trace contextRef="#ctx0" brushRef="#br0" timeOffset="120448.82">21036 12247 167 0,'0'0'225'16,"0"0"-101"-16,0 0-30 16,0 0-67-16,0 0 23 15,0 0-11-15,0 0-33 0,-6-17-6 16,-14 39-8 0,-12 11 8-16,-16 14 3 0,-12 12 11 15,-10 12 0-15,-4 4-9 16,4-2 6-16,5-6-5 15,12-15-6-15,11-9-10 16,12-10-16-16,9-8 10 16,9-10-1-16,5-6 8 15,4-8-5-15,3-1-29 16,0-16 42-16,19-12-184 16,4-8-182-16</inkml:trace>
  <inkml:trace contextRef="#ctx0" brushRef="#br0" timeOffset="120782.08">20588 12179 722 0,'0'0'81'0,"0"0"-12"15,0 0-41-15,0 0-28 16,0 0-3-16,0 0-1 16,77 31 0-16,-61 13-3 15,-2 7 2-15,-8 10 5 16,2 6-2-16,-3 4 2 0,1 4 4 16,9-3-1-16,3-7 1 15,7-6-2-15,5-10-2 16,0-11-23-16,1-9-9 15,-1-10-28-15,-2-9 2 16,-6-8 0-16,-10-2-37 16,-7 0-65-16,-5-14-124 15</inkml:trace>
  <inkml:trace contextRef="#ctx0" brushRef="#br0" timeOffset="120943.1">20921 12818 573 0,'0'0'121'15,"0"0"6"-15,0 0-64 16,0 0-63-16,0 0-81 16,0 0-367-16</inkml:trace>
  <inkml:trace contextRef="#ctx0" brushRef="#br0" timeOffset="127808.74">8792 13452 630 0,'0'0'117'16,"0"0"-22"-16,0 0-36 0,0 0-15 15,0 0-20-15,0 0-7 16,0 0-1-16,0-51-14 16,0 51-2-16,0 10-11 15,0 21-4-15,0 18 10 16,1 21 5-16,-1 17 0 15,0 8 2-15,-12 1-2 16,-3-9 0-16,0-13-7 16,-2-12-14-16,7-9-13 15,3-12-27-15,4-15-61 16,3-25-93-16</inkml:trace>
  <inkml:trace contextRef="#ctx0" brushRef="#br0" timeOffset="128474.62">8802 13476 655 0,'0'0'60'0,"0"0"3"16,0 0-63-16,0 0 3 15,0 0 1-15,112 49 9 16,-66-10 7-16,-1 9-13 16,1 2 6-16,-9 4-8 15,-4-5-4-15,-9-9 3 16,-9-9-2-16,-3-15-2 15,-8-7-2-15,-2-7-12 16,-1-2 14-16,2-16 1 16,1-18-1-16,0-13-2 15,4-3 0-15,-3-1 1 16,1 7-2-16,3 5 3 0,9 2-11 16,6 7 3-1,2 6-5-15,2 8 13 0,-1 7 6 16,2 9 1-16,1 0-7 15,2 18 0-15,-3 13 2 16,-3 10 2-16,-3 12-4 16,-4 11 2-16,-5 1 1 15,-5-5-1-15,-1-12-2 16,-2-14-33-16,0-8-47 16,3-11-25-16,5-12-24 15,6-3-3-15,5-7-43 16,2-14 175-16,0-1 38 15,-3-3 52-15,-6 3 44 16,-6 7 11-16,-6 8-15 16,-6 4-26-16,0 3-96 0,0 0-8 15,0 11-12-15,0 9 8 16,4 5 4-16,2 3 3 16,5 0-3-16,2-4-15 15,-1-7-94-15,-3-12-84 16</inkml:trace>
  <inkml:trace contextRef="#ctx0" brushRef="#br0" timeOffset="128629.36">9711 13350 871 0,'0'0'30'0,"0"0"11"16,0 0-25-16,0 0-16 15,0 0-136-15,0 0 23 16,59 72-136-16</inkml:trace>
  <inkml:trace contextRef="#ctx0" brushRef="#br0" timeOffset="128959.43">9974 14086 541 0,'0'0'35'16,"0"0"46"-16,85-20 15 0,-38-7-44 16,3-11-24-16,7-8-14 15,-2-13-6-15,-7-12-7 16,-3-6 2-16,-16-4-3 16,-15 4 0-16,-14 7 1 15,-6 9 8-15,-27 11-3 16,-7 16 25-16,-2 14-1 15,9 20-8-15,7 5-22 16,6 31-8-16,4 18 6 16,10 18 1-16,6 18-1 15,10 9 2-15,26 2 2 16,12-8-2-16,7-14-12 0,1-12-20 16,6-14-11-16,-1-17-81 15,-3-22-118-15</inkml:trace>
  <inkml:trace contextRef="#ctx0" brushRef="#br0" timeOffset="129995.75">10759 13933 496 0,'0'0'11'15,"0"0"20"-15,94-19 10 16,-69 5 17-16,-5-6 15 15,-5-5-4-15,-3-1-2 16,-9-3-16-16,-3 1-18 0,-6 3-18 16,-23 4-13-16,-8 9-2 15,-6 12-1-15,1 2-4 16,9 23 5-16,7 10-13 16,18 6 0-16,8 8 6 15,0 7 6-15,24 3-1 16,15-1-1-16,11-6-16 15,13-11-5-15,10-19 16 16,10-19-10-16,5-6 5 16,-1-36 3-16,-9-12 4 15,-10-12 5-15,-12-2 1 16,-12-2 2-16,-14-2 3 16,-16-1 15-16,-10 7 4 0,-4 8-5 15,0 14-12-15,0 15-4 16,0 15-3-16,0 9 5 15,0 2-5-15,10 22-11 16,5 24-1-16,6 16 12 16,1 9 4-16,-2 6 6 15,-2-7 0-15,-8-9-3 16,-3-8-3-16,-4-11-2 16,-3-11 2-16,0-8-4 15,0-12 3-15,0-5-3 16,0-5 0-16,0-1 3 15,-6 0 7-15,-8-8 4 16,-7-13-14-16,1-1-14 0,5-2-1 16,11 2 0-16,4 0-5 15,21 4-39-15,15 2-6 16,9-3 39-16,4-1 21 16,-3-1 5-16,0-6 0 15,-7-2 9-15,-8-2 17 16,-8-1 32-16,-7-3-23 15,-6 1 0-15,-6 3-12 16,-4 8-7-16,0 4-11 16,0 6-5-16,-7 4-13 15,0 2 3-15,-3 7-20 16,4 0-24-16,0 12-40 0,2 9 14 16,4 1 40-1,0 2-4-15,0-7 29 0,0-7-3 16,0-7 10-16,4-3 8 15,2-4 67-15,3-16 1 16,-1-3-10-16,-2-3-2 16,-3 0-7-16,-3 4-11 15,0 2-14-15,0 3-5 16,0 3-17-16,-6 3-1 16,-2 0 1-16,0-1-1 15,2 4 1-15,3-1-1 16,0 4-1-16,1 0 4 0,2 1 4 15,0 3 2 1,0 0 0-16,0 1-5 16,0 0-5-16,0 14-8 0,0 22-2 15,-2 22 4-15,-4 17 3 16,-2 8 3-16,1 3 1 16,0-5 0-16,6-5 1 15,1-7-2-15,0-12-9 16,0-13-29-16,0-19-52 15,3-20-47-15,3-5-77 16</inkml:trace>
  <inkml:trace contextRef="#ctx0" brushRef="#br0" timeOffset="130388.78">11794 13844 449 0,'0'0'153'0,"0"0"-39"15,0 0-52-15,0 0-40 16,0 0-21-16,0 0-1 15,123-73 2-15,-64 61 7 16,7 0 10-16,4-5-4 16,-2 3-10-16,-3 2-5 15,-16 2 1-15,-15 7 0 16,-19 3-1-16,-10 0 0 16,-5 0-15-16,-3 10 7 15,-16 7 4-15,-8 12 4 16,-1 4 0-16,5 7 1 15,5 8-1-15,9 3 0 16,9 5 0-16,0-3 2 0,24-5 0 16,18-11-2-16,14-18 2 15,10-17 9-15,1-4 4 16,-3-27 9-16,-4-12-6 16,-8-5-4-16,-12-3-2 15,-17 3-1-15,-20 1-11 16,-3 8-1-16,-32 8-43 15,-11 5-49-15,-8 9-78 16,-1 5-87-16</inkml:trace>
  <inkml:trace contextRef="#ctx0" brushRef="#br0" timeOffset="130738.64">12465 13733 269 0,'0'0'222'16,"0"0"-144"-16,0 0 34 0,117-17-33 16,-71 17-22-16,6 10-30 15,0 8-12-15,-5 3-10 16,-6 5-4-16,-11 0 0 15,-10-2-1-15,-7-1-10 16,-10-7-24-16,-3-2-5 16,0-6-8-16,0-4 6 15,-9-4 39-15,-1 0-14 16,3-10 6-16,7-14 2 16,0-6-10-16,4-4-42 15,12-5 39-15,2 0 21 16,3 2 7-16,3 9 5 15,-1 6 40-15,0 13-13 0,-4 4 8 16,-2 5-22-16,-7 0-17 16,-2 17 2-16,-4 10 2 15,-2 7 0-15,-2 7 2 16,0 2-8-16,0-5 0 16,0-3-2-16,10-7-4 15,7-6-34-15,8-7-50 16,3-8-65-16,2-7-225 15</inkml:trace>
  <inkml:trace contextRef="#ctx0" brushRef="#br0" timeOffset="131240.34">13258 13874 639 0,'0'0'174'0,"0"0"-109"16,0 0-35 0,0 0-18-16,44-74-12 0,-13 53-1 15,5-8-2 1,5 0-1-16,-5-5 4 0,-5 0 1 15,-6 1 2-15,-7 1-1 16,-12 6 4-16,-6 5 9 16,-3 5-6-16,-19 3-9 15,-11 10-3-15,-3 3-1 16,-1 8-2-16,2 17 3 16,5 12 1-16,8 10-2 15,4 4 0-15,10 5 4 16,8-7-4-16,2-9-4 15,31-11-16-15,19-14 11 16,14-15 10-16,11-2-3 0,3-28-38 16,-5-11-21-16,-9-8-30 15,-11-8 76-15,-11 4 19 16,-8 2 33-16,-8 5 7 16,-4 9 24-16,-4 4-15 15,-3 8-7-15,-4 9 2 16,-4 9-7-16,-6 7-19 15,0 0-18-15,0 16-14 16,-1 16 9-16,-2 10 2 16,0 10 3-16,-11-1 1 15,-5-5-1-15,1-7-4 16,-6-10-3-16,-1-9 1 0,-8-5 0 16,-4-4 6-1,-5-4-27-15,1-4-6 0,7-3-15 16,9 0-41-16,10 0-35 15,9-17-179-15</inkml:trace>
  <inkml:trace contextRef="#ctx0" brushRef="#br0" timeOffset="131736.87">15146 13488 624 0,'0'0'147'16,"0"0"-49"-16,0 0-54 15,0 0-18-15,0 0-19 16,0 0-5-16,4-26-1 16,-4 26-2-16,0 0 0 0,5 0 0 15,11-3-7-15,19-1 5 16,18-4 3-16,18-4 2 15,18-4-2-15,7 1 2 16,-3 0-1-16,-8 1-1 16,-16 3 1-16,-24 2-1 15,-16 3 2-15,-15 3-2 16,-10 1 6-16,-4 2 2 16,0 0-4-16,0 0-4 15,-12 0-10-15,-18 11-33 0,-8 9-45 16,-4 2-89-1,6-6-158-15</inkml:trace>
  <inkml:trace contextRef="#ctx0" brushRef="#br0" timeOffset="131886.08">15742 13430 556 0,'0'0'178'0,"0"0"-59"15,0 0-40-15,0 0-38 16,0 0-16-16,0 0-25 15,2-30-1-15,-5 32-71 16,-8 12-72-16,-2-4-126 16</inkml:trace>
  <inkml:trace contextRef="#ctx0" brushRef="#br0" timeOffset="132640.3">17301 13247 325 0,'0'0'405'16,"0"0"-284"-16,-7-79-37 15,-1 66-38-15,4 9-23 16,0 4-17-16,0 0-6 16,-6 25-18-16,-7 20 12 15,-5 14 6-15,-5 16 0 16,-1 3 0-16,1 1-3 15,1-7-32-15,6-10-23 16,5-15-51-16,4-22-14 16,7-22-111-16</inkml:trace>
  <inkml:trace contextRef="#ctx0" brushRef="#br0" timeOffset="133485.84">17047 13121 505 0,'0'0'249'0,"0"0"-212"15,0 0-2-15,0 0-35 16,0 0-5-16,0 0 5 16,87 31 7-16,-38 10 0 15,1 10-2-15,-3 12 0 16,-11 2-4-16,-11 3 0 0,-16 1 0 15,-9-2-1-15,-15-6-6 16,-23-9-7 0,-11-11 0-16,-4-7 9 0,-2-15-8 15,-2-6-10-15,4-13-4 16,6 0-9-16,8-24 25 16,12-4 10-16,22-6 1 15,5-1-1-15,43 0-48 16,27 2-44-16,21 5-16 15,11 3 76-15,-2 3 32 16,-11 4 68-16,-23 4 15 16,-24 4 25-16,-20 4 5 15,-16 5-30-15,-6 1-27 16,0 0-56-16,-2 8-7 16,-16 16 2-16,-6 12 3 0,-1 3-5 15,3 5-10-15,10-5-19 16,9-2-1-16,3-12-37 15,18-10 7-15,19-15 31 16,6 0 5-16,5-23 31 16,-5-11 16-16,-5-4 28 15,-11 3 0-15,-10 2 29 16,-11 7 3-16,-6 4-21 16,0 8-8-16,-4 3-18 15,-6 6-23-15,-1 5-6 16,2 3-7-16,-1 19-29 15,2 9 20-15,4 9 1 16,4 6-9-16,7 2 4 0,25-3-11 16,11-13 8-16,10-12-60 15,3-18-3-15,2-4 38 16,5-35 35-16,-4-21 8 16,1-10 1-16,-8-9 4 15,-15 0 2-15,-14 6 27 16,-23 2 25-16,0 5 38 15,-32 8-20-15,-6 8 0 16,1 15-13-16,11 16-14 16,8 14-25-16,9 3-20 15,-2 37-24-15,0 23 17 16,0 22 6-16,6 12-4 0,5 9-9 16,3 0-10-1,20-10-25-15,13-11-14 0,9-25-105 16,8-25-163-16</inkml:trace>
  <inkml:trace contextRef="#ctx0" brushRef="#br0" timeOffset="133820.61">18477 13689 798 0,'0'0'0'0,"0"0"-1"15,0 0 1-15,0 0 4 16,0 0-1-16,86-56 2 0,-77 40-1 16,-4 2 3-16,-5-1-2 15,0 0 4-15,-8-2-6 16,-22 3-3-16,-10 3 0 16,-7 6-1-16,3 5 0 15,5 6 1-15,9 18 0 16,9 16-2-16,17 10-3 15,4 11 1-15,18 6 2 16,26-7 1-16,22-9-6 16,21-17-10-16,7-15 16 15,-2-18 1-15,-8-1-31 16,-16-17-13-16,-7-13-34 16,-10-7-53-16,-15-2-89 0</inkml:trace>
  <inkml:trace contextRef="#ctx0" brushRef="#br0" timeOffset="134035.42">17819 13349 722 0,'0'0'15'0,"125"-3"-13"0,-39-2 13 15,13 0 3 1,2 1-15-16,-1-2-3 0,2 4-3 16,-5-1-68-16,-9-6-116 15</inkml:trace>
  <inkml:trace contextRef="#ctx0" brushRef="#br0" timeOffset="134752.11">19012 13571 651 0,'0'0'197'0,"0"0"-102"0,0 0-88 15,0 0-7-15,0 0-10 16,0 0 10-16,7 88 0 16,4-46-2-16,4-2 4 15,1-5-4-15,7-6-16 16,-2-9-22-16,4-11-9 16,3-9-25-16,2-4 13 15,1-21-14-15,-5-9 15 16,1-2 60-16,-11 5 21 15,-7 3 38-15,-6 11 46 16,-2 9-11-16,-1 8-71 16,0 0-23-16,0 14-37 15,0 11 28-15,2 6 9 16,4-2-13-16,1 0-6 16,1-10-9-16,-2-5-14 0,-1-9 2 15,6-5 30-15,9-9-25 16,3-20 35-16,9-13 4 15,-2-8 3-15,-5 0 8 16,-9 6 16-16,-7 13 45 16,-4 13-10-16,-2 11-11 15,-2 7-55-15,1 9-10 16,1 24-26-16,1 12 34 16,3 7 2-16,4 5 0 15,5-4 0-15,-2-5-6 16,5-7-26-16,-1-14-89 15,0-17-40-15,3-10-192 16</inkml:trace>
  <inkml:trace contextRef="#ctx0" brushRef="#br0" timeOffset="134885.5">19506 13300 764 0,'0'0'0'15,"0"0"-98"-15,0 0 38 16,61 83-45-16,-18-44-154 16</inkml:trace>
  <inkml:trace contextRef="#ctx0" brushRef="#br0" timeOffset="135383.96">20168 13517 671 0,'0'0'71'0,"0"0"13"15,-89-36-38-15,51 36-45 16,0 5-1-16,3 20 0 16,7 15-3-16,5 12-6 15,4 5 8-15,8 1 1 16,7-2 0-16,4-8-1 16,0-7 1-16,12-7 4 15,-1-2 2-15,-5-6-4 0,-6-6-1 16,0-8-1-1,-6-4-24-15,-20-6-2 16,-4-2 9-16,-4-6-34 16,7-14 20-16,11-1 19 0,16 0 12 15,9 0 0-15,37-1-29 16,21 2-9-16,16-4 31 16,10 1 7-16,5-5 6 15,-4 1 20-15,-13 0 17 16,-26 1 10-16,-23 4 4 15,-19 4 17-15,-10 1-20 16,-3 1-11-16,-7 4-38 16,-19 6-5-16,-16 6-5 15,-10 3-6-15,-6 20-3 16,3 7 9-16,11 10 5 16,13 5-10-16,16 2-1 0,15-3 0 15,12-5 4-15,38-6-2 16,25-9 9-16,15-4 0 15,10-7-31-15,0-13-78 16,-8 0-117-16</inkml:trace>
  <inkml:trace contextRef="#ctx0" brushRef="#br0" timeOffset="135606.68">20930 13926 945 0,'0'0'30'16,"0"0"-2"-16,0 0-28 16,0 0 0-16,0 0-32 15,0 0-10-15,6-18-58 16,15 21-43-16,3-3-103 15</inkml:trace>
  <inkml:trace contextRef="#ctx0" brushRef="#br0" timeOffset="135767.46">21205 13852 864 0,'0'0'56'0,"0"0"-19"0,0 0-25 16,0 0-12-16,0 0-11 15,0 0-103-15,35 0-59 16,-3 0-197-16</inkml:trace>
  <inkml:trace contextRef="#ctx0" brushRef="#br0" timeOffset="135919.61">21667 13785 871 0,'0'0'42'0,"0"0"-14"15,0 0-28-15,0 0 0 16,0 0-33-16,0 0-12 0,0-13 33 16,0 13-20-16,-2 4-29 15,-3 2-34-15,0-5-138 16</inkml:trace>
  <inkml:trace contextRef="#ctx0" brushRef="#br0" timeOffset="146230.62">9551 13750 219 0,'0'0'54'0,"0"0"20"16,0 0-24-16,0 0 7 15,0 0-3-15,0 0-21 16,0 0 15-16,-9-40-29 16,7 36-11-16,2 2 0 15,-2 2 7-15,2 0 4 0,-1-3 4 16,0 3 2-1,1 0 10-15,0 0-3 0,0 0-28 16,0 0-4-16,0 0-8 16,0 3 1-16,7 17 7 15,2 4 0-15,1 8 0 16,-4 7-2-16,-2 3-1 16,-4 3 3-16,0 2 1 15,0 0 1-15,0-5 0 16,-6-5-2-16,0-7 3 15,3-7-1-15,1-9-2 16,2-4 1-16,0-4-1 16,0-2 1-16,0-2 1 15,0 0 0-15,0-1 0 16,0-1 3-16,0 2 9 16,0-2 2-16,0 2-8 15,0-2-8-15,0 2-23 0,0 1-90 16,0-3-102-16,0 0-128 15</inkml:trace>
  <inkml:trace contextRef="#ctx0" brushRef="#br0" timeOffset="147207.25">9578 14255 482 0,'0'0'38'0,"0"0"-27"16,0 0-2-16,0 0 3 15,0 0-3-15,0 0 0 16,83-67 9-16,-60 44 14 15,-1-5-8-15,-1-4 10 16,-6 0-1-16,-5-2 18 16,-7 1 8-16,-3-1-25 15,0 3-9-15,0 4-15 16,-9 2-2-16,-3 7-4 16,3 5-1-16,3 5-2 0,3 4-1 15,1 2 1-15,2 2-2 16,0 0-3-16,0 0-18 15,0 0-4-15,0 0 7 16,0 0 1-16,0 0 5 16,0 0 7-16,-2 0 4 15,2 0 0-15,0 0 2 16,-1 0 2-16,1 0 2 16,-3 0 2-16,3-2 16 15,-2-1 7-15,1 0-21 0,-2 1-2 16,1 0 0-1,2 0-2-15,-3 1-1 0,3 1-1 16,0 0-2-16,0 0-3 16,0 0-1-16,0 0-5 15,0 0 1-15,0 0 1 16,0 0 4-16,0 0 3 16,0 0-1-16,0 0 2 15,0 0-1-15,0 0 2 16,0 0-1-16,0 0 1 15,0 0 12-15,0-2 1 16,0 0-2-16,0 2-11 16,0 0-2-16,0 0-2 15,0 0-5-15,0 0-13 16,6 0 16-16,3 5 4 0,0 2 0 16,-3 0-3-16,-2-1 3 15,1 2-1-15,-1 3 0 16,2 5 0-16,-1 4 0 15,-2 4-5-15,1 2 4 16,-2 3 2-16,1-1 0 16,0 0 0-16,-1 2 0 15,3-4 1-15,1 0 0 16,0-2-1-16,0-5 0 16,1-4 0-16,4-3-1 15,-2-4-3-15,3-4-3 16,1-3 3-16,-1-1-2 0,4 0-3 15,0-4 4 1,-2-5-3-16,-2 0 3 0,-4-1 4 16,-1 2 2-16,-2 0-2 15,-2 2 1-15,-2 4-16 16,1 0-52-16,-2 2-44 16,0 0-27-16,0 0-61 15,-6 0-35-15</inkml:trace>
  <inkml:trace contextRef="#ctx0" brushRef="#br0" timeOffset="147388.93">9894 14137 252 0,'0'0'161'0,"0"0"-52"15,0 0-13-15,0 0-11 16,0 0-21-16,0 0-17 15,0-8-47-15,-3 8-57 16,-9 8-139-16,-4 0-129 16</inkml:trace>
  <inkml:trace contextRef="#ctx0" brushRef="#br0" timeOffset="173965.48">8715 14795 68 0,'0'0'42'16,"0"0"-7"-16,0 0-24 16,0 0-11-16,0 0-20 15,0 0-17-15,0 0-17 16</inkml:trace>
  <inkml:trace contextRef="#ctx0" brushRef="#br0" timeOffset="174042.27">8715 14795 23 0,'-101'-38'30'16,"95"35"8"-16,2 0-38 15,1 3-32-15,0-1 3 16</inkml:trace>
  <inkml:trace contextRef="#ctx0" brushRef="#br0" timeOffset="174378.88">8586 14743 62 0,'0'0'104'0,"0"0"-13"16,0 0 22-16,0 0-9 15,0 0-37-15,0 0 17 16,-42-36-39-16,39 33-4 0,-2 1-14 16,2 2-16-1,2 0-4-15,-2 0-3 0,3 0 4 16,0 0 0-16,0 0 1 16,0 0 3-16,0 0-8 15,0 0-4-15,15 0 0 16,19 0 0-16,20 0 5 15,22 0-1-15,24-9-2 16,11-2 3-16,6 0-1 16,-2-3-3-16,-13 0 1 15,-13 0 2-15,-10 1-3 16,-16 1 1-16,-13 6 1 16,-12 0-2-16,-13 5-1 15,-11 1 0-15,-8 0-39 16,-6 0-72-16,-5 7-23 0,-29 4 72 15,-14 0-222 1</inkml:trace>
  <inkml:trace contextRef="#ctx0" brushRef="#br0" timeOffset="174611.89">9145 14638 697 0,'0'0'86'0,"0"0"12"16,0 0-62-16,0 0-36 0,0 0-7 15,0 0 6 1,-12 123 1-16,9-54 1 0,2 3-1 16,1 2 3-16,0-2-3 15,0-4-3-15,-3-7-59 16,0-14-89-16,1-20-130 15</inkml:trace>
  <inkml:trace contextRef="#ctx0" brushRef="#br0" timeOffset="175260.25">9236 15080 588 0,'0'0'112'0,"0"0"-70"15,0 0-36-15,0 0-2 16,0 0-3-16,0 0 18 16,-3 27-4-16,18-22 4 15,10 0 1-15,8-5 0 16,13 0-3-16,5-1-11 16,3-17-2-16,1-1 0 15,-10-2-3-15,-4 0 0 16,-11 1 1-16,-13 4-2 0,-7 1 5 15,-10 2 17 1,0 1 5-16,-7-2-23 0,-13 5 3 16,-10 7-1-16,-2 2-6 15,-4 0-2-15,9 16 1 16,5 9-3-16,5 7-12 16,10 7 0-16,7 3 3 15,0 0-3-15,19-8-11 16,9-6-5-16,11-12-78 15,12-13 30-15,6-3-96 16,8-12-214-16</inkml:trace>
  <inkml:trace contextRef="#ctx0" brushRef="#br0" timeOffset="176045.26">10190 14923 235 0,'0'0'484'16,"-87"-39"-344"-16,42 30-66 15,3 9-21-15,10 2-42 16,3 22-11-16,8 11-1 0,6 6-3 16,9 9 3-16,6 3-3 15,5 2 3-15,19-3-1 16,7-12-30-16,15-16-9 16,13-16-9-16,18-8 11 15,15-22-28-15,7-22-8 16,-1-9 9-16,-11-8 18 15,-17-1 45-15,-22 3 3 16,-21 1 32-16,-24 4 72 16,-3 8 32-16,-22 12-50 15,-3 12-45-15,4 11-14 16,11 11-15-16,3 6-12 16,1 28-16-16,-2 18 11 15,0 13 5-15,7 4 0 16,1-3-8-16,0-4-2 0,8-8-11 15,4-8-10 1,8-13-16-16,1-13-7 0,2-13-6 16,4-7-8-16,3-14 51 15,8-19 2-15,-2-8-11 16,-6-1 26-16,-9 4 37 16,-10 7 21-16,-4 11 8 15,-6 9-12-15,1 6-10 16,-1 5-33-16,4 0-11 15,4 13-5-15,8 7 1 16,6 10 4-16,7 3 0 16,5 4 2-16,0 1-4 0,-2-5-27 15,-6-6-74 1,-4-13-155-16</inkml:trace>
  <inkml:trace contextRef="#ctx0" brushRef="#br0" timeOffset="176525.86">11347 14986 870 0,'0'0'26'0,"0"0"-26"16,0 0-6-16,0 0 5 16,46 92 1-16,-40-64 0 15,-2-2 5-15,3-4-5 0,-3-6 2 16,5-3-2-1,1-9-35-15,6-4 0 0,4-12 18 16,4-13-90-16,-2-5 4 16,-4 1 56-16,-5 4 29 15,-5 8 18-15,-3 5 28 16,-2 9 67-16,0 3-11 16,2 0-81-16,4 7 0 15,3 6 0-15,3 6 19 16,2 3-2-16,6 0-6 15,1-2-10-15,0-4 4 16,-3-7-4-16,-6-6-4 16,-1-3-37-16,2-6-3 15,2-13-4-15,0-5-26 0,-8 3 11 16,-8 5 57-16,-2 8 2 16,0 5 5-16,0 3 41 15,0 0 19-15,-2 3-56 16,1 17-8-16,1 4-1 15,0 4 3-15,3-3-1 16,11-1-2-16,3-6-7 16,1-9-88-16,-2-9-101 15</inkml:trace>
  <inkml:trace contextRef="#ctx0" brushRef="#br0" timeOffset="176682.66">11687 14711 738 0,'0'0'0'15,"0"0"-46"-15,0 0 24 16,106 103-71-16,-75-68-146 16</inkml:trace>
  <inkml:trace contextRef="#ctx0" brushRef="#br0" timeOffset="177411.72">12352 14907 650 0,'0'0'137'0,"0"0"-93"16,0 0-40-16,0 0 4 16,-98 34-7-16,75-10 6 15,5 4-5-15,5 4-2 16,7 1-1-16,6 2-5 15,12-4-44-15,30-5-50 16,26-14 7-16,25-11 44 16,20-1-89-16,5-12 131 15,-9-13 7-15,-21 0 30 16,-31 0 26-16,-25 3 57 16,-18 5 18-16,-13 2-26 15,-1 4-42-15,-11 0-20 16,-12 4-27-16,-7 5-13 15,2 2-5-15,2 4 2 0,3 15-5 16,2 7-6-16,2 0-8 16,5 3-5-16,8-7-15 15,6-10 9-15,8-8-13 16,23-4 34-16,12-15 9 16,3-10 8-16,-1-3 3 15,-9 4 9-15,-14 3 7 16,-8 9 0-16,-10 4 2 15,-2 2 9-15,-2 5-18 16,0 1-16-16,0 0-4 16,0 0-12-16,0 15-18 15,0 6 26-15,0 7-6 0,8-2-14 16,13-1-10-16,15-7-28 16,9-11 17-16,8-7-27 15,4-17 51-15,-3-17 14 16,-3-14 3-16,-8-7 4 15,-9-6 7-15,-6-7-7 16,-11-2 7-16,-14 5 26 16,-3 2 58-16,-8 10 6 15,-18 8-11-15,-6 8-23 16,-1 13-33-16,7 11-30 16,9 13 0-16,2 9-1 15,3 34-17-15,-6 24 17 16,5 25 0-16,6 14-1 15,7-2-5-15,11-4-3 0,22-13-8 16,6-10-18-16,4-13-5 16,-2-14-34-16,-9-24-129 15,-9-19-336-15</inkml:trace>
  <inkml:trace contextRef="#ctx0" brushRef="#br0" timeOffset="178374.88">14397 14682 429 0,'0'0'87'16,"0"0"26"-16,40-89 11 15,-40 55-55-15,0 0-17 0,-13 1-15 16,-14 9-21-1,-8 10-16-15,-3 14-2 0,0 0-15 16,4 29-14-16,6 11-7 16,6 15 13-16,8 12 5 15,10 10 4-15,4 1 6 16,4-1 5-16,20-13 4 16,4-18 1-16,-2-13 3 15,-6-9 23-15,-10-6-16 16,-10-4-10-16,0 1 3 15,-18-2 3-15,-15-2-6 16,-7-6-17-16,2-5-46 16,9 0-4-16,9-14 26 15,14-10 39-15,6-7-30 0,36-3-111 16,18-4-36-16,17 1 126 16,4 2 53-16,1 3 89 15,-5 3 63-15,-6 5-5 16,-15 6-55-16,-14 7-5 15,-15 5-21-15,-17 6 6 16,-4 0-9-16,0 0-47 16,0 8-16-16,-1 18-7 15,-18 14-2-15,-11 18 9 16,-5 16 1-16,-2 12 0 16,4 7 1-16,8 0 0 15,9-4-2-15,5-13 2 16,8-11-1-16,3-15-1 0,0-16-1 15,6-15-2 1,5-16-2-16,3-3 5 0,6-28 10 16,2-17-3-16,7-15-7 15,-7-10 4-15,-10-6-8 16,-9-6 4-16,-3-1-3 16,0 2-8-16,4 9-26 15,13 11-5-15,11 17-15 16,6 14 42-16,5 15 15 15,0 14 5-15,-5 1 1 16,-2 19 1-16,-7 10-5 16,-5 9 0-16,-6 5 6 15,-8 2-5-15,-6-4-3 0,0-6 3 16,-20-6-2-16,-12-10 0 16,-8-8 3-16,-17-8 7 15,-12-3-3-15,-9-6-8 16,3-15-20-16,11-1-6 15,25-1-61-15,27 3-181 16</inkml:trace>
  <inkml:trace contextRef="#ctx0" brushRef="#br0" timeOffset="179174.97">15065 15032 597 0,'0'0'92'15,"0"0"-72"-15,0 0-4 16,0 0 8-16,0 0 18 15,88-21 1-15,-81 4-6 16,-3-4-17-16,-4-5-12 16,0 0-4-16,-14-1-2 15,-11 5-4-15,-10 3-1 0,3 12-1 16,-2 7-10-16,8 3-8 16,7 23 12-16,13 8-12 15,6 10 8-15,1 3 5 16,26 1-7-16,13-6 2 15,18-12-14-15,12-15 22 16,5-15 6-16,-6 0 22 16,-11-23 4-16,-12-7-9 15,-6-7 2-15,-7-4-6 16,-9 2 6-16,-10-1-4 16,-5 7 5-16,-6 8-12 15,1 10-2-15,-3 9-2 16,-1 6-4-16,0 0-3 0,0 0-31 15,0 8 9-15,0 10 17 16,-5 7 6-16,-10 3 0 16,-9 3 3-16,-4 1-2 15,-5 0 2-15,-2 2-2 16,2-4-15-16,7-2-25 16,6 0-21-16,19-7-34 15,1-7-6-15,40-9-64 16,19-5-34-16,24-8 156 15,16-20 44-15,11-8 57 16,-5-7 92-16,-14-4-25 16,-23 1-10-16,-27 0 19 0,-17 3-3 15,-16 1-62-15,-8 6-4 16,0 7-27-16,-14 10-19 16,-2 8-18-16,4 11-2 15,1 0-9-15,-3 27-28 16,-2 14 14-16,-3 9 24 15,0 8-7-15,4 2-12 16,10-5-17-16,5-5-14 16,22-12-35-16,22-13 30 15,11-16 0-15,-5-9-44 16,-7-14-187-16</inkml:trace>
  <inkml:trace contextRef="#ctx0" brushRef="#br0" timeOffset="179331.75">15631 14364 905 0,'0'0'0'0,"0"0"-40"16,113 49 18-16,-66 4-96 15,1 4-134-15</inkml:trace>
  <inkml:trace contextRef="#ctx0" brushRef="#br0" timeOffset="179789.8">16472 14894 620 0,'0'0'26'15,"0"0"-26"-15,0 0 0 16,115-36-1-16,-78 15-6 0,-3-12 4 15,-4-8 0-15,-5-10 3 16,-10-2 0-16,-9 1 6 16,-6 0 52-16,-4 6 0 15,-17 9 2-15,0 9 0 16,5 11-22-16,2 8-19 16,5 9-4-16,-1 12-15 15,-5 30-17-15,-6 25 14 16,-1 26 3-16,1 16 1 15,5 8-1-15,11 2-30 16,5-6 7-16,0-13-41 16,0-14-42-16,-4-21-62 0,-9-23-137 15</inkml:trace>
  <inkml:trace contextRef="#ctx0" brushRef="#br0" timeOffset="180022.52">16493 14993 656 0,'0'0'3'16,"0"0"65"-16,59-80-30 16,-34 71-36-16,3 5-2 15,6 1 17-15,0 2 5 16,-1 1 12-16,-3 0-5 16,0 0-18-16,-11 4-9 15,-6 9-2-15,-7 7-3 0,-6 9-1 16,0 4-7-1,-17 9 6-15,-4 0 0 0,-5 2-35 16,4-6-45-16,7-12-42 16,5-12-72-16</inkml:trace>
  <inkml:trace contextRef="#ctx0" brushRef="#br0" timeOffset="180201.8">16973 14469 154 0,'0'0'685'15,"0"0"-685"-15,0 0-42 0,-4 101 39 16,-11-33 0 0,-3 7-93-16,3-5-83 0,9-17-275 15</inkml:trace>
  <inkml:trace contextRef="#ctx0" brushRef="#br0" timeOffset="180690.74">17110 14864 731 0,'0'0'99'16,"0"0"-45"-16,0 0-45 16,0 0-9-16,0 0 0 15,-63 89-1-15,59-51-3 16,4 3-20-16,8-2-14 15,28-4-36-15,24-12-11 16,20-17-1-16,11-6 43 0,1-9 31 16,-4-16 12-16,-13-3 20 15,-19 0 30-15,-15 3 34 16,-20 3-1-16,-13 3 23 16,-8 1-39-16,-7 2-25 15,-13 4-42-15,-3 7 0 16,-1 5 0-16,5 5-16 15,-1 20-14-15,1 5 7 16,5 7-11-16,4-4 10 16,10-5-19-16,0-11 13 15,16-13 7-15,17-4 23 16,10-3 33-16,10-17-23 0,-3-1 3 16,-5-1-4-16,-12 1 0 15,-12 6 18-15,-9 4 7 16,-8 4-16-16,-4 4-6 15,0 2-12-15,0 1-8 16,0 0-27-16,-4 10-17 16,-2 12 8-16,6 8-6 15,0 5-18-15,19 0-6 16,18-12-12-16,12-11-71 16,6-12-64-16</inkml:trace>
  <inkml:trace contextRef="#ctx0" brushRef="#br0" timeOffset="180888.31">18217 14998 87 0,'0'0'188'0,"70"-132"-119"15,-49 57 15-15,-15-1 32 16,-6 4 34-16,-10 8-20 16,-15 11-35-16,0 14-28 15,4 16-27-15,8 14-35 16,1 9-5-16,-4 35-22 16,-8 28-15-16,-6 27 37 15,-3 14-1-15,8 3-2 16,10-3-23-16,10-13-14 15,5-14-11-15,2-13-53 16,13-22-63-16,-2-27-151 16</inkml:trace>
  <inkml:trace contextRef="#ctx0" brushRef="#br0" timeOffset="181171.26">17847 14821 871 0,'0'0'0'16,"0"0"-6"-16,103-6 5 16,-48 5 1-16,6-6 5 15,8 0 19-15,3 1 10 16,2 6-13-16,-4 0-16 16,-12 0-4-16,-13 11-1 15,-13 1-4-15,-15 1-16 0,-8 6-2 16,-4 1-5-16,-5 2 16 15,0 5 4 1,0 5 5-16,-5-3-2 0,-5 4-2 16,1 2-14-16,0-6-54 15,7-5-40-15,2-9-109 16</inkml:trace>
  <inkml:trace contextRef="#ctx0" brushRef="#br0" timeOffset="181771.83">18682 14894 850 0,'0'0'96'15,"0"0"-96"1,0 0-4-16,0 0-5 0,0 79-5 16,0-41 3-16,0 2 4 15,0 2-2-15,0-2-3 16,0-8 3-16,14-13-1 15,-1-9 10-15,-1-10 3 16,3 0 7-16,2-17 13 16,0-7-8-16,0-8-1 15,-5-2-13-15,-9 1-1 16,-3 4-19-16,0 2-25 16,-19 6-24-16,-5 5-65 15,2 0-12-15,6 4-2 16,9 4 120-16,7 1 27 15,0 5 169-15,19-1-97 0,11 3 7 16,4 0 11-16,5 9-22 16,-3 8-30-16,0 6-17 15,-5 2-5-15,-4 3-13 16,-8 2 0-16,-13 0-3 16,-6-4 0-16,0-3-20 15,-12-6 2-15,0-7-17 16,5-7-27-16,7-3-27 15,0-8 80-15,10-18-75 16,16-11-9-16,2-9 93 16,2 0 46-16,-5 0 53 15,0 6-13-15,-2 10 27 0,-8 13-59 16,-5 11-39-16,-1 6-15 16,-5 6-6-16,-4 23 0 15,0 9-4-15,0 9 9 16,-11 1 1-16,0-2-2 15,3 0 0-15,6-3-18 16,2-5-35-16,0-10-91 16,0-16-92-16</inkml:trace>
  <inkml:trace contextRef="#ctx0" brushRef="#br0" timeOffset="181950.24">19222 15066 786 0,'0'0'48'0,"0"0"-25"0,0 0-23 16,0 0-3-16,0 0-5 16,90-69 4-16,-59 54-8 15,-1 0-20-15,-2 1-3 16,-8 0-6-16,-4-3-85 16,-7-5-53-16,-4-6-178 15</inkml:trace>
  <inkml:trace contextRef="#ctx0" brushRef="#br0" timeOffset="182153.78">19491 14788 238 0,'0'0'73'0,"0"0"25"0,6 99 11 15,-6-53-28 1,0 0-23-16,0 6-37 0,-12-4-15 16,1-6 0-16,1-5-6 15,-3-11 5-15,0-6-3 16,-1-5 0-16,-1-7-2 15,-3-2-4-15,-3-6-22 16,-9 0-27-16,-5 0-48 16,-5-14-77-16,-6-6-106 15</inkml:trace>
  <inkml:trace contextRef="#ctx0" brushRef="#br0" timeOffset="182387.39">18657 14478 874 0,'0'0'9'0,"0"0"-9"16,0 0-1-16,0 0-2 15,0 0-24-15,0 0-22 16,66 51-83-16,-66-41-173 16</inkml:trace>
  <inkml:trace contextRef="#ctx0" brushRef="#br0" timeOffset="183005.32">19998 14977 475 0,'0'0'73'0,"0"0"-18"16,0 0 20-16,0 0-5 15,0 0-10-15,0 0-26 16,-17-6-3-16,23 6-21 15,26 0-2-15,20 0 31 16,16-5-9-16,13 0-15 16,3 0-6-16,2 1-3 15,-1 2-4-15,-3-1 1 16,-10 1-5-16,-17 2 4 16,-21 0-2-16,-16 0 1 15,-12 0-1-15,-6 0-1 0,0 0-2 16,0 0-14-1,-24 0-4-15,-18 0-28 0,-16 2-112 16,0 1-257-16</inkml:trace>
  <inkml:trace contextRef="#ctx0" brushRef="#br0" timeOffset="185849.4">21382 15022 672 0,'0'0'132'16,"0"0"-66"-16,0 0-42 0,0 0-21 15,0 0-3 1,0 0 0-16,0 0-22 0,6-24-28 16,-1 24-51-16,1 0 18 15,4 0-2-15,-1 3-55 16,-1-3-166-16</inkml:trace>
  <inkml:trace contextRef="#ctx0" brushRef="#br0" timeOffset="186035.37">21922 15031 744 0,'0'0'81'0,"0"0"-33"0,0 0-27 16,0 0-9-16,0 0-12 16,0 0-25-16,1-26-189 15,16 26-147-15</inkml:trace>
  <inkml:trace contextRef="#ctx0" brushRef="#br0" timeOffset="186209.09">22757 15008 694 0,'0'0'119'0,"0"0"-72"16,0 0-26-16,0 0-21 16,0 0-86-16,0 0-160 15,-1-22-70-15</inkml:trace>
  <inkml:trace contextRef="#ctx0" brushRef="#br0" timeOffset="-167835.45">9719 15772 53 0,'0'0'20'16,"0"0"18"-16,0 0-17 0,0 0 76 15,0 0-63-15,0 0 24 16,0 0-8-16,0 0 20 15,0-38-44-15,0 38 1 16,0-2-15-16,0 2-3 16,0-1-4-16,0-1 1 15,0 2 7-15,0-2 0 16,0-3-6-16,0 1 1 16,0-2 11-16,0-1-8 15,0 0-9-15,2 0 17 16,-2-1-1-16,1 1 15 15,1 0-3-15,-1 0 4 16,-1 3 13-16,0-2-11 0,0 3-15 16,2 0-3-16,-2 2-3 15,0 1-5-15,0 0-6 16,0 0-4-16,0 0-3 16,0 0-5-16,0 20 0 15,0 10 5-15,-2 11 3 16,-7 13 3-16,-2 13 3 15,3 7 1-15,5 2 3 16,3-5-6-16,0-9-2 16,1-12 2-16,12-11-4 15,6-7 1-15,0-7-1 16,2-6 0-16,3-5 0 16,4-8 1-16,5-6-1 15,3 0 2-15,4-15-2 0,5-12-10 16,9-6-7-16,2-1-15 15,4 0-30-15,-3 4-34 16,-5 7-20-16,-8 3 21 16,-9 5-75-16,-11 5-43 15</inkml:trace>
  <inkml:trace contextRef="#ctx0" brushRef="#br0" timeOffset="-167672.32">10374 16048 251 0,'0'0'136'0,"0"0"26"16,0 0-14-16,0 0-36 15,0 0-56-15,0 0-22 16,-3-12-28-16,3 25-5 16,0 11 1-16,3 5 2 0,7 6-3 15,1 3-1-15,1-2 0 16,1 0-45-16,-2-6-50 16,4-12-62-16,-6-10-138 15</inkml:trace>
  <inkml:trace contextRef="#ctx0" brushRef="#br0" timeOffset="-167483.64">10495 15775 670 0,'0'0'212'0,"0"0"-165"16,0 0-47-16,0 0-1 15,0 0-72-15,0 0-14 16,21 24-1-16,-14 5-136 16</inkml:trace>
  <inkml:trace contextRef="#ctx0" brushRef="#br0" timeOffset="-166738.68">10760 16171 909 0,'0'0'74'0,"0"0"-61"16,0 0-13-16,0 0-7 15,0 0 7-15,0 0 0 16,51 42 0-16,-37-26-3 16,-2-2-19-16,-1-3-9 15,-4-5-8-15,-3-3 0 16,1-3 12-16,0-2 9 0,3-18-17 16,-2-5-50-1,3-4 85-15,-3 2 39 0,4 4 46 16,-2 7-25-1,-1 8-7-15,5 6-19 0,3 2-33 16,8 0-1-16,7 9-1 16,10 8 1-16,4 1 1 15,1 1-1-15,1-3-10 16,-10-7-27-16,-2-3 8 16,-5-6-3-16,-7 0 5 15,-7 0 1-15,0-11-31 16,-6-2 25-16,-3-1 6 15,-3-1 0-15,-3 4 26 16,0 4 15-16,0 4 58 16,0 3-3-16,1 0-43 0,6 0-27 15,3 6-6-15,3 7 5 16,12 2 0-16,7-3-9 16,9-5-5-16,3-4 8 15,-4-3-10-15,-7 0-4 16,-11-5 10-16,-7-5-5 15,-9 3 16-15,-6-4 2 16,0 2 12-16,0 1 8 16,0 0 2-16,-12 3-14 15,2 1 29-15,2 4-21 16,4 0-13-16,4 0-5 16,0 3-4-16,7 11 3 15,17 3 1-15,12 0 0 16,14-3-10-16,9-5-14 0,10-8-15 15,-4-1-65-15,-20-1-118 16</inkml:trace>
  <inkml:trace contextRef="#ctx0" brushRef="#br0" timeOffset="-166577.65">11772 15716 901 0,'0'0'51'16,"0"0"-51"-16,0 0-1 0,0 0-5 16,94 19-22-1,-66 4-34-15,-7-3-121 0,-10-3-132 16</inkml:trace>
  <inkml:trace contextRef="#ctx0" brushRef="#br0" timeOffset="-166328.99">12324 15584 1006 0,'0'0'44'0,"0"0"-35"15,0 0-9-15,0 0-17 16,0 0 9-16,21 116 2 15,-18-50-1-15,1 6-8 16,-1 4-11-16,0-1-16 16,-3-5-19-16,0-10-27 15,0-14-128-15,-3-17-243 16</inkml:trace>
  <inkml:trace contextRef="#ctx0" brushRef="#br0" timeOffset="-165922.25">12191 15911 897 0,'0'0'41'0,"0"0"-39"0,0 0-1 16,106-24 0-16,-52 14 2 16,-4077-5 1-16,8163-2-4 15,-4080-3 1-15,1 0-1 16,0 1-28-16,-4 1-39 15,-11 2-61-15,-19 2-41 16,-17 5 3-16,-10 1 95 16,-13 3-30-16,-18 5 92 15,-6 0 9-15,1 0 135 16,9 0 50-16,11 6-21 16,13 13-106-16,3 12-35 0,0 13 17 15,13 12-13 1,9 5-11-16,4-1-9 0,-1-8 4 15,2-10-9-15,-2-8 1 16,-1-7-1-16,-7-7-2 16,-9-3 4-16,-8-4-4 15,-14 0-7-15,-26 1-5 16,-13 1-43-16,-7-3-95 16,2-4-29-16,12-2-48 15</inkml:trace>
  <inkml:trace contextRef="#ctx0" brushRef="#br0" timeOffset="-165255.72">14069 16102 772 0,'0'0'103'16,"0"0"-87"-16,0 0-2 16,0 0 11-16,0 0-2 15,0 0 10-15,-15 0 9 16,8-3-4-16,-7-9-21 16,-5-10-10-16,-7-9-6 15,-9-11-1-15,-9-12-10 16,-6-7-26-16,-7 0 0 15,6 0-9-15,8 8-8 0,13 10 33 16,12 12 3-16,14 10 17 16,4 10 0-16,0 9 1 15,0 2 5-15,11 1-6 16,5 17-1-16,0 9-1 16,-6 6 1-16,-7 6 1 15,-3 5 0-15,-1 2-2 16,-21 4 2-16,-7-5 2 15,-5-4 0-15,-2-7-2 16,2-6 3-16,7-11-2 16,12-3 0-16,4-4 8 15,11-2-4-15,5-1-3 16,28 1-1-16,18-6 6 16,21-2-5-16,21 0-2 0,19-10-9 15,12-9-8 1,4-3-32-16,-4-7-92 0,-18-5-108 15</inkml:trace>
  <inkml:trace contextRef="#ctx0" brushRef="#br0" timeOffset="-164906.8">15148 15773 817 0,'0'0'25'15,"0"0"-22"-15,0 0 2 16,0 0 0-16,-99 107-3 15,82-59-2-15,6 3 0 16,6-3 4-16,5-2-1 16,0-3 3-16,15-5-3 15,12-5-3-15,13-9 0 16,18-10-31-16,15-12-42 16,11-2-9-16,4-16-93 15,-3-14-170-15</inkml:trace>
  <inkml:trace contextRef="#ctx0" brushRef="#br0" timeOffset="-164701.11">15101 15715 606 0,'0'0'45'0,"0"0"-34"15,0 0 1-15,0 0 4 16,122-15-6-16,-61 8 9 16,5 4-9-16,3 1-10 0,2 2-8 15,-2 0-128-15,-12 0-281 16</inkml:trace>
  <inkml:trace contextRef="#ctx0" brushRef="#br0" timeOffset="-162959.59">15044 16022 480 0,'0'0'425'15,"0"0"-423"-15,0 0 0 16,99 36 14-16,-20-26-5 16,16-3-10-16,12-3 3 0,-3-2-3 15,-11-1 0-15,-12 2-1 16,-21 3 5-16,-20 2 3 15,-12 5-3-15,-12 6-4 16,-11 8-1-16,-5 6 0 16,-13 5 2-16,-17 2 1 15,-4-4-3-15,-1-5-10 16,7-9-1-16,7-8 3 16,9-9 5-16,6-5-5 15,6 0 8-15,0-10 5 16,15-18-5-16,17-13-11 15,11-5-2-15,6-4-6 16,2 5 5-16,-5 7 14 0,-11 6 6 16,-9 15 7-1,-15 6 10-15,-8 8 12 0,-3 3-7 16,0 0-16-16,-7 0-9 16,-12 19-2-16,-1 7-1 15,-4 4 0-15,9 4 0 16,7 0-1-16,8 0-1 15,2-3-20-15,27-7-13 16,19-12-15-16,16-12 1 16,9 0 7-16,9-27 16 15,-2-13 18-15,-5-9 8 16,-6-7 0-16,-14-4 14 0,-14 4 14 16,-16 7 22-1,-10 13 0-15,-9 12-2 0,-5 15-9 16,1 6-23-16,2 3-16 15,4 3-11-15,7 16 11 16,0 5 0-16,4 5-2 16,-4-2 2-16,1-3 0 15,-7-7-1-15,-4-7-4 16,-4-6 0-16,-1-4-5 16,0 0 9-16,0 0 0 15,-3 0 0-15,-15-3 1 16,-6 2-1-16,-4 1 2 0,0 5-1 15,3 16 2 1,5 10-1-16,7 6-1 16,11 6 0-16,2 3 0 0,9 1 0 15,21-5-4-15,7-5-12 16,6-13 2-16,7-13-9 16,1-11-9-16,5-6 18 15,4-29 9-15,-4-12-6 16,-8-12 3-16,-12-7 8 15,-14-5 1-15,-16-4 13 16,-6-7 4-16,-11 2 12 16,-16 10-10-16,-3 14 26 15,7 22 18-15,7 17 0 16,10 15-37-16,3 5-27 16,-2 35-25-16,1 26 19 0,-2 26 6 15,6 10 1-15,0 1-1 16,12-14-40-16,16-14-6 15,8-14 5-15,8-13-11 16,11-17-14-16,11-15-20 16,15-14 28-16,9-9 28 15,-4-28 24-15,-13-9 6 16,-16-5 14-16,-20 1 58 16,-16 6-2-16,-12 13-21 15,-6 11-15-15,-3 12-14 16,0 7-1-16,0 1-19 15,0 3-5-15,0 17-2 0,0 7 7 16,0 3 0 0,0 4 0-16,0 0 0 15,5-4-14-15,8-6-19 0,3-11-6 16,5-12-12-16,6-1 19 16,5-25 17-16,2-7-3 15,-4-9 2-15,-8 2 5 16,-8 5 11-16,-7 6 25 15,-4 8 11-15,-1 9 29 16,2 8-18-16,-1 3-20 16,3 0-27-16,5 9-1 15,3 10 1-15,4 3 0 16,5-2 0-16,6 0 0 0,11-3-11 16,10-8-13-1,5-9-4-15,0-7 15 0,-4-20 5 16,-9-5-2-16,-7-9 7 15,-6-2 6-15,-12-3 0 16,-7 0 6-16,-7 10 0 16,-3 8 16-16,0 17 5 15,0 3-11-15,0 8-12 16,0 0-7-16,0 15-9 16,0 20 6-16,0 9 3 15,-11 12 3-15,-4 4 8 16,-2 1-4-16,0-2-4 15,2-9 0-15,0-13-1 16,5-16-2-16,2-12 1 16,-2-8 0-16,-1-1 0 0,-4 0 4 15,-1-14-5-15,0-6-13 16,4-3-9-16,9-2-26 16,3-1-9-16,12 2-27 15,25 1 37-15,14-3-17 16,10 1 64-16,12-4 47 15,1 0 15-15,1 1 24 16,-1 3-32-16,-8 3-21 16,-15 6-5-16,-17 6-5 15,-17 5 8-15,-9 3-11 16,-6 2-20-16,-2 0-5 16,0 24-1-16,-9 13 6 0,-10 10 0 15,-10 7 3-15,4 1-1 16,3-2-1-16,10-7-1 15,12-7 0-15,0-7-3 16,7-11-27-16,16-9-25 16,9-12-69-16,4-13-178 15</inkml:trace>
  <inkml:trace contextRef="#ctx0" brushRef="#br0" timeOffset="-162342.25">19003 16009 864 0,'0'0'0'15,"0"0"0"-15,-15 95 4 0,1-59-1 16,3-1-2-16,5-1 11 16,4-2-2-16,2-2-3 15,3-4 2-15,14-7-4 16,5-5 0-16,7-7-3 15,3-7 0-15,4 0 1 16,1-12-3-16,-7-13-6 16,-9-11-6-16,-9-2 3 15,-11-3-5-15,-1 1 9 16,-6 6 1-16,-13 1-1 16,1 6-8-16,6 5 0 0,3 9 13 15,6 4 16-15,3 7 18 16,0 2-3-16,0 0-29 15,2 7 0-15,11 12 3 16,6 6 10-16,1 6-5 16,1 5-1-16,3 3-5 15,1-2-1-15,3 1-1 16,-3-11-2-16,-5-8-9 16,-8-7-14-16,-5-7 3 15,-2-5-13-15,0-2 29 16,4-20 0-16,4-10-11 15,7-3 9-15,5-6 6 16,-1 4 9-16,-2 0 13 16,-4 8 9-16,-2 9 11 0,-4 11-9 15,-2 9-25-15,-2 0-8 16,0 15-5-16,-1 15 2 16,-4 8 3-16,-3 8 0 15,0 2 2-15,-1 5-2 16,-10-6 0-16,6-7-24 15,5-10-26-15,0-11-10 16,0-5-64-16,0-11-71 16,4-3-261-16</inkml:trace>
  <inkml:trace contextRef="#ctx0" brushRef="#br0" timeOffset="-161958.79">19582 16383 602 0,'0'0'208'0,"0"0"-115"15,0 0-18-15,0 0-28 16,0 0-18-16,74-90-12 15,-39 61-16-15,11-2-1 16,2-4 0-16,2-1 1 16,-8-3-1-16,-11 0-7 15,-8-4 0-15,-13 0-12 16,-4-3 3-16,-6 2-13 16,0 5 9-16,0 10 14 15,0 9-11-15,0 10 5 16,0 7 8-16,0 3 1 15,0 3-5-15,0 20 3 16,0 16 5-16,0 14 10 0,0 14 13 16,0 6-6-16,0 2-7 15,6-2-9-15,5-7 2 16,3-13-3-16,0-13 2 16,-2-17-1-16,-5-9 1 15,-4-9-2-15,-3-5 0 16,0 0 2-16,0-12-2 15,-17-7-9-15,-9-6-30 16,-7-4 22-16,-4-2-2 16,-12-1-52-16,-11 1-116 15,-10 0-234-15</inkml:trace>
  <inkml:trace contextRef="#ctx0" brushRef="#br0" timeOffset="-161738.79">19065 15550 842 0,'0'0'10'16,"-101"-66"15"-16,67 52 15 16,12 8-18-16,11 6-20 15,10 0-2-15,1 1-14 16,0 15-3-16,0 4 8 0,22 3-8 15,14 6-14-15,9-3-96 16,4-11-171-16</inkml:trace>
  <inkml:trace contextRef="#ctx0" brushRef="#br0" timeOffset="-161360.19">20585 16157 818 0,'0'0'6'0,"0"0"-6"15,0 0-15-15,0 0 6 16,0 0-5-16,0 0-5 15,25 80-41-15,0-71-45 0,0-9-100 16</inkml:trace>
  <inkml:trace contextRef="#ctx0" brushRef="#br0" timeOffset="-161221.74">20845 16143 821 0,'0'0'67'0,"0"0"-56"16,0 0-11-16,0 0-59 16,0 0-81-16,0 0-217 15</inkml:trace>
  <inkml:trace contextRef="#ctx0" brushRef="#br0" timeOffset="-161056.94">21598 16152 839 0,'0'0'94'0,"0"0"-45"16,0 0-21-16,0 0-28 15,0 0-1-15,0 0-33 16,-1 27-29-16,-11-10-40 16,-1-7-161-16</inkml:trace>
  <inkml:trace contextRef="#ctx0" brushRef="#br0" timeOffset="-158762.08">10699 16133 270 0,'0'0'127'0,"0"0"-21"16,0 0-12-16,0 0-35 16,0 0-34-16,0 0-17 0,-80-42-7 15,69 38 2-15,5 4-2 16,3 0 9-16,3 0 9 15,0 0-8-15,0 0-11 16,0 0 3-16,15 4-3 16,5 9 9-16,1 4 2 15,1 3 4-15,0 4-8 16,-1 2-2-16,0 3-2 16,-2-2 2-16,2-1-2 15,-6-5-2-15,0-4-1 16,-6-9-2-16,-3-5-12 15,-1-3 1-15,-2 0 13 0,2-14 1 16,-2-8-1-16,2-1-12 16,-1-3-6-16,1-3-26 15,1 0 3-15,4 0-11 16,1 3-5-16,4 6 38 16,0 7 19-16,0 4 33 15,-2 9 5-15,-1 0-9 16,1 9 26-16,2 11-29 15,3 2 1-15,-1 5 5 16,0 1-11-16,-1-3-14 16,-2-1-3-16,-4-7-1 15,1-7-3-15,-3-4-3 16,-4-6-30-16,2 0 24 0,0-14 6 16,3-13-12-1,-5-7-11-15,-1-4 0 0,-1-1 14 16,1-4 6-16,3 6 6 15,3 8 4-15,0 10 2 16,0 12 46-16,0 7-24 16,3 0-24-16,1 19-1 15,5 13 43-15,-3 9-12 16,0 7-1-16,1 3-12 16,-1 0-14-16,-1-6-2 15,-1-5-5-15,-3-9-3 16,0-9-50-16,1-13-92 15,-3-9-119-15</inkml:trace>
  <inkml:trace contextRef="#ctx0" brushRef="#br0" timeOffset="-157913.94">11570 16279 217 0,'0'0'26'15,"0"0"12"-15,0 0 11 16,0 0-7-16,0 0-12 16,0 0 17-16,-7 4 15 15,7-4-12-15,0 0-17 16,0 0 5-16,0 0 0 0,10-9 4 16,5-8-16-1,3-5-11-15,0-5 0 0,0-2 0 16,-5-2-6-16,-2 4 5 15,-4 2 16-15,-5 4-23 16,-2 2-3-16,0 1-1 16,0 6-1-16,0 2-2 15,-3 4-2-15,-3 3 0 16,6 2-2-16,-2 1 3 16,-1 0-9-16,-1 6 8 15,2 9 1-15,1 2 1 16,1 1 0-16,0 4 1 15,0 1 8-15,0 6-1 16,9 0 4-16,-2 4-6 0,2-4-1 16,2 1-4-16,1-4 0 15,0-7-1-15,2-6-23 16,3-12-22-16,4-1 1 16,7-5-47-16,-1-15-60 15,-5-5-116-15</inkml:trace>
  <inkml:trace contextRef="#ctx0" brushRef="#br0" timeOffset="-157740.99">11855 16194 710 0,'0'0'126'16,"0"0"-73"-16,0 0-31 0,0 0-22 15,0 0-32-15,0 0-93 16,-10 17-68-16</inkml:trace>
  <inkml:trace contextRef="#ctx0" brushRef="#br0" timeOffset="-156828.25">12718 15794 332 0,'0'0'133'0,"0"0"-42"15,0 0-74-15,0 0-5 16,0 0-3-16,0 0-8 16,5 0 6-16,-10 25 16 15,-14 9 38-15,-10 14-13 16,-1 6-14-16,0 3-15 15,5-5-10-15,7-4-7 0,7-8 1 16,4-2-3 0,7-6-3-16,0-4-38 0,0-5-41 15,0-10-47-15,9-6-206 16</inkml:trace>
  <inkml:trace contextRef="#ctx0" brushRef="#br0" timeOffset="-156681.73">12583 16198 653 0,'0'0'6'16,"0"0"-6"-16,0 0-145 0,0 0-177 16</inkml:trace>
  <inkml:trace contextRef="#ctx0" brushRef="#br0" timeOffset="-116986.88">10020 16827 1 0,'0'0'498'0,"0"0"-367"16,0 0-66-16,0 0-23 15,0 0-38-15,0 0 27 16,0 0-3-16,0 0-11 15,5-39 5-15,-5 39-10 16,0 0-3-16,0 0-9 16,0 0-1-16,0 1-6 0,0 18 2 15,0 14 5-15,-6 12 4 16,-10 15 17-16,-5 9-2 16,3 9-5-16,-1-2-10 15,5-6 0-15,1-7-1 16,4-20-2-16,1-9-1 15,3-16-1-15,2-9 1 16,3-9 1-16,0 0 1 16,0-23 14-16,0-17-13 15,5-21-3-15,4-14 1 16,0-7-1-16,3-1-2 16,-1 4-6-16,1 8 4 0,6 11 0 15,5 7-8-15,4 10 0 16,2 16 11-16,5 10 1 15,-3 10 2-15,0 7-2 16,-1 5 0-16,-6 17 0 16,-6 13-2-16,-15 12-2 15,-3 3 3-15,-22 1-6 16,-11-9-7-16,-3-12-2 16,2-10 14-16,-1-10 2 15,4-6 3-15,3-3 14 16,4-1 7-16,5 0-8 15,7 0-3-15,6 0-9 16,6 0-4-16,0 0-3 0,10 0-6 16,19 0 9-1,8 0 3-15,8 13-2 0,5 5 5 16,-2 8-3-16,-6 5 5 16,-2 7 1-16,-9 2-7 15,-12 2-1-15,-5 0 1 16,-8-3-2-16,-6-2-17 15,0-4-32-15,-6-11-76 16,-5-8-247-16</inkml:trace>
  <inkml:trace contextRef="#ctx0" brushRef="#br0" timeOffset="-116619.23">10420 17316 242 0,'0'0'373'16,"0"0"-323"-16,0 0 26 15,0 0 11-15,0 0-45 16,80-42-10-16,-63 29-13 16,3 0-12-16,-6-3-6 15,-1-1 2-15,-6-5 1 16,-7-2-4-16,0 1 0 15,-15 5-10-15,-10 5 1 16,-5 7 5-16,0 6 3 16,10 0 1-16,4 4 3 0,12 20-2 15,4 7 0-15,0 8-2 16,10 5 2-16,13-4 0 16,2 0-1-16,6-8-7 15,0-4-26-15,6-13-19 16,4-7-62-16,6-8-69 15,3-8-48-15</inkml:trace>
  <inkml:trace contextRef="#ctx0" brushRef="#br0" timeOffset="-116105.56">11212 17347 175 0,'0'0'510'16,"0"0"-345"-16,0 0-73 15,0 0-48-15,0 0-11 16,0 0-10-16,0-45-23 0,0 45-4 16,0 17-3-1,5 7 7-15,-2 3-3 0,1 2-8 16,0-5-26-16,-1-5-7 16,1-6-2-16,5-4-23 15,3-9-31-15,4 0 27 16,2-17-3-16,4-10-8 15,1-9 82-15,-1-1 2 16,-5-3 60-16,-3 6 29 16,-5 9 17-16,-1 4-27 15,-2 12-31-15,3 6-24 16,-2 3-16-16,5 0-8 0,4 14 1 16,1 6-1-16,1 5 2 15,3 3 2-15,0 3-2 16,-2-3 0-16,-5-9-2 15,-1-3-5-15,-7-8-41 16,-2-8-87-16,1 0-79 16</inkml:trace>
  <inkml:trace contextRef="#ctx0" brushRef="#br0" timeOffset="-115944.06">11620 16973 891 0,'0'0'65'0,"0"0"-31"16,0 0-34-16,0 0-31 0,0 0-10 15,0 0-14-15,34 111-115 16,-22-72-173-16</inkml:trace>
  <inkml:trace contextRef="#ctx0" brushRef="#br0" timeOffset="-115238.98">11876 17384 677 0,'0'0'206'15,"0"0"-142"-15,0 0-29 0,0 0-25 16,0 0-6 0,81-60-3-16,-62 38-1 0,-8-2 0 15,-6 4-2-15,-5 0-6 16,-5 6 0-16,-18 5-9 15,-8 4 14-15,-6 5 2 16,-1 0 0-16,4 17 1 16,6 5-3-16,14 3 3 15,14 5 0-15,0 2-2 16,26-3-1-16,17-5-15 16,9-10-24-16,7-11-38 15,9-3 2-15,7 0 44 16,6-17 25-16,3-9 5 15,-12-1-7-15,-20-2 11 16,-27 4 8-16,-17 4 10 0,-8 4 60 16,-18 0-12-1,-10 11-53-15,-2 3-7 0,7 3-2 16,8 0 16-16,12 17-18 16,3 6-1-16,8-1-1 15,20 2 0-15,7-5 0 16,3-9-8-16,-2-2 1 15,-2-8-5-15,1 0 5 16,-3 0-10-16,0-3-9 16,-12-4-13-16,-7 0 2 15,-10-1 2-15,-3 5 26 16,0 0 9-16,0 1 5 0,0 2 7 16,0 0 3-16,11 0-5 15,9 11 25-15,11 3-6 16,9-3-16-16,7-3 3 15,3-3-5-15,-3-5 2 16,0 0 6-16,-8 0-6 16,-6-12 2-16,-8-5 5 15,-4-6 2-15,-6-4 2 16,-3-7-4-16,-6-6 0 16,-6-4 3-16,0 0-6 15,-12 5-10-15,-15 7-7 16,-7 10-4-16,-8 10-4 15,0 8-34-15,-1 4-16 16,4 0-86-16,8 7-158 16</inkml:trace>
  <inkml:trace contextRef="#ctx0" brushRef="#br0" timeOffset="-113691.29">11127 17142 512 0,'0'0'116'0,"0"0"-34"0,0 0-23 15,0 0-26-15,0 0-4 16,0 0 11-16,7-46-25 15,-7 43 9-15,0-1-5 16,0 1-13-16,0-1 0 16,-2 1-1-16,-3 3-2 15,4-2-2-15,-2 2 2 16,0 0-3-16,1 0 0 16,1 0 1-16,-2 0-1 15,3 0 2-15,0 0-2 16,0 0 0-16,0-1 0 15,0 1 0-15,0 0 1 16,0 0 0-16,0 0 2 0,0 0 3 16,0 0-4-16,0 0-1 15,0 0-1-15,0 0 1 16,0 0-2-16,0 0-1 16,0 0-4-16,0 0 4 15,0 10-1-15,0 10 3 16,0 7 0-16,12 13-1 15,0 5 2-15,6 5 0 16,2 1 0-16,2-4 1 16,1 0-2-16,3-5 0 15,-2-8 0-15,-5-4-4 16,-1-10-6-16,-4-11 1 16,-4-1 7-16,-3-6-4 0,-2-2 6 15,1 0 0-15,1-4 5 16,-1-9-1-16,2-2-1 15,-2 4-2-15,-2-1-1 16,2 4 0-16,-5-1 3 16,-1 2-3-16,0 1 1 15,0 2 1-15,0-3 5 16,0 1-4-16,0-1-1 16,0 0 0-16,0-2-1 15,0-7-1-15,0-1 0 16,9-6 0-16,7-5 2 15,3-5-2-15,3-5 0 16,2-1 2-16,-3-5-2 0,-2 3 0 16,-7 7-1-16,-7 9-5 15,-5 14-16-15,-10 11-57 16,-30 0-272-16</inkml:trace>
  <inkml:trace contextRef="#ctx0" brushRef="#br0" timeOffset="-112492.5">13689 17152 349 0,'0'0'145'0,"0"0"-26"16,37-98 7-16,-33 77-20 15,-2 8-24-15,-2 9-27 16,0 4-34-16,0 0-21 15,-2 4-5-15,-11 19 5 16,0 8 0-16,3 7 0 16,3 4 0-16,7 2-2 15,0-4-13-15,15-6-18 16,6-9-7-16,3-11-30 16,3-9-22-16,2-5-13 0,0-8-29 15,-4-13 63-15,-3-8 35 16,-7 0 36-16,-4 2 23 15,-8 9 75-15,-3 7 44 16,0 7-11-16,0 4-79 16,1 0-52-16,4 18-4 15,5 2 4-15,5 0 1 16,5 2-1-16,6-3-1 16,4-4-17-16,2-5-23 15,-4-6 4-15,0-4-1 16,-3-4 27-16,-4-17 11 15,0-13-1-15,-1-6-8 16,-5-2 9-16,-1 9 0 16,-7 8 2-16,-3 13 9 15,-2 7 10-15,-2 5 8 0,1 0-16 16,2 10-3-16,0 12 21 16,-2 7-6-16,2 2-16 15,-1 4-7-15,-1-4 1 16,2-2-3-16,-1-10-29 15,2-13-74-15,1-6-109 16</inkml:trace>
  <inkml:trace contextRef="#ctx0" brushRef="#br0" timeOffset="-112351.61">14281 16646 496 0,'0'0'426'15,"0"0"-426"-15,0 0-12 16,120 80-53-16,-84-27-131 16,-9-5-243-16</inkml:trace>
  <inkml:trace contextRef="#ctx0" brushRef="#br0" timeOffset="-112142.25">14530 17006 905 0,'0'0'79'0,"0"0"-79"0,0 0-2 16,-3 81 2-16,6-39 0 15,7-2 0-15,2-5-18 16,0-7-19-16,4-8-12 16,0-4-33-16,1-12-29 15,-3-4-9-15,2-11-87 16</inkml:trace>
  <inkml:trace contextRef="#ctx0" brushRef="#br0" timeOffset="-111708.54">14691 17014 390 0,'0'0'240'0,"0"0"-43"15,0 0-104-15,0 0-62 16,0 0-31-16,0 0-2 16,-11 56 2-16,18-10 3 0,6-2 1 15,-1-3-3-15,-2-10 1 16,2-5-2-16,-1-11 0 15,0-5-19-15,0-10-2 16,0-1-14-16,8-27 28 16,0-14-20-16,-2-4 14 15,-7 5 13-15,-4 7 17 16,-6 15 3-16,0 9 13 16,0 10-2-16,0 0-31 15,4 10-1-15,4 12 1 16,3 9 0-16,5 3 1 15,0 2 1-15,4-4-1 16,0-4 1-16,4-5 1 0,2-7 1 16,4-8-3-1,7-8 1-15,0 0 2 0,4-14 1 16,0-9-4-16,-5-1-1 16,-2 5-2-16,-6 5-11 15,-5 7 6-15,-7 4 6 16,-7 3 0-16,-1 0 1 15,-4 0-1-15,-2 9-1 16,-2 5-1-16,0 4 0 16,-6 8-8-16,-21-3-62 15,-12-4-171-15</inkml:trace>
  <inkml:trace contextRef="#ctx0" brushRef="#br0" timeOffset="-111308.24">14339 17077 319 0,'0'0'510'15,"0"0"-446"-15,0 0-55 16,0 0-9-16,0 0-4 15,0 0-17-15,-64 10-2 16,67 6-3-16,25-4-4 16,15-1 16-16,15-4-12 15,11-5-18-15,6-2-26 16,-1 0-89-16,1-17-214 16</inkml:trace>
  <inkml:trace contextRef="#ctx0" brushRef="#br0" timeOffset="-110492.5">16279 16984 719 0,'0'0'8'0,"0"0"10"16,0 0 39-16,0 0-2 16,0 0-9-16,0 0-7 15,-74-55-13-15,60 72-19 0,-2 14-5 16,2 8-1-16,10 14-1 16,4 6 1-16,0 0-1 15,15-5-16-15,9-13-30 16,3-15-27-16,4-15-27 15,5-11 28-15,4-11 51 16,4-23 13-16,-1-13 8 16,-5-11 42-16,-14 1 11 15,-12 1 6-15,-12 9 16 16,0 11-8-16,-15 10-14 0,2 10-15 16,1 12-10-1,8 4-18-15,4 0-10 0,0 17-13 16,0 12 13-16,3 10-1 15,8 5 2-15,3 3-2 16,2-5-8-16,-4-6-24 16,-4-7 6-16,0-12-20 15,-2-10-13-15,4-7-18 16,3-2 51-16,2-18 23 16,1-6 0-16,-4 2 4 15,-6 4 40-15,-3 7-6 16,-1 7 15-16,1 1-22 15,10 5-23-15,8 0-4 0,4 0 0 16,9 8-2 0,2 3-4-16,-1-5-27 0,-4-3-15 15,-5-3-13-15,-3 0 0 16,-6-6 6-16,-1-16 38 16,-9-2 17-16,-2-5 26 15,-5 0 5-15,0 0 14 16,0 3 8-16,-19 3 0 15,-4 6-26-15,-3 7-1 16,3 9-21-16,1 1-4 16,2 14-1-16,2 19-1 15,3 9 1-15,3 13 0 16,9 3-2-16,3-4 1 16,7-9-4-16,15-13-6 0,9-10 0 15,5-10-2-15,11-7-3 16,9-5-5-16,1-3-55 15,-5-19-70-15,-18-7-415 16</inkml:trace>
  <inkml:trace contextRef="#ctx0" brushRef="#br0" timeOffset="-110259.14">16045 17006 516 0,'0'0'45'15,"0"0"-45"-15,0 0 4 0,0 0-2 16,0 0 1-16,0 0 7 16,107 37-4-16,-49-37-6 15,14 0-3-15,15-10-53 16,9-7-166-16</inkml:trace>
  <inkml:trace contextRef="#ctx0" brushRef="#br0" timeOffset="-109261.05">17823 16927 1013 0,'0'0'33'0,"0"0"14"16,-83-22-35-16,60 29-12 15,3 17-7-15,1 4 7 16,3 7-12-16,9 3-3 16,7 2-6-16,0 3-7 15,17-6-11-15,15-6-16 16,8-9-9-16,9-17-29 15,1-5-6-15,-3-13 30 0,-8-11 69 16,-9-2 4 0,-14 2 44-16,-10 5 44 0,-6 5 3 15,0 5-35 1,-1 2-42-16,-5 4-11 0,-1 3-7 16,0 0-1-16,4 14-4 15,0 5 3-15,3 7 2 16,0-1-8-16,3 2-10 15,15-4-9-15,0-9-18 16,8-7-5-16,2-7 13 16,2-4 22-16,-2-21 15 15,-3-6 0-15,-5 0 6 16,-4-3 14-16,-7 7 7 16,-3 10-2-16,-2 7-9 0,-2 6 7 15,1 4-11-15,3 0-12 16,3 5-4-16,3 14 2 15,1 3 2-15,4 4-23 16,2 0-15-16,11-3-20 16,15-6-14-16,9-8 16 15,7-9 21-15,-5 0-1 16,-11-15 15-16,-14-8 21 16,-11-1 9-16,-10-3 13 15,-7 7 50-15,-3 6 22 16,0 4 35-16,0 10-53 15,0 0-57-15,0 20-19 16,-8 18-2-16,-12 11 0 16,-8 9 4-16,-5 2 0 15,-3-11 0-15,3-5-1 0,8-13 3 16,8-17-2-16,7-5 0 16,2-9 13-16,-3 0 16 15,-1 0 5-15,-1-15-34 16,2-7-2-16,7-5-17 15,4-5-19-15,17-4-22 16,19-3-17-16,10-3-9 16,8-3 9-16,1 1 31 15,2 2 44-15,-6 2 1 16,-4 9 27-16,-3-1-1 0,-6 6 21 16,-5-2 1-1,-9 2 16-15,-8 2-17 0,-10 7 8 16,-6 5 1-16,0 10-27 15,0 2-22-15,0 0-8 16,-9 19-12-16,-14 25 5 16,-12 18 6-16,-4 14 1 15,-1 3 0-15,7-1 3 16,14-11-3-16,13-11-4 16,6-12-17-16,10-8-5 15,17-12-6-15,4-10-51 16,1-14-57-16,-1-2-337 15</inkml:trace>
  <inkml:trace contextRef="#ctx0" brushRef="#br0" timeOffset="-108346.09">18790 17084 793 0,'0'0'28'15,"0"0"-18"-15,0 0-10 16,0 0 0-16,0 0 0 15,0 0 12-15,41-10 0 16,-21 10 3-16,8 0-6 16,11 3-6-16,3 1-3 15,3-4-5-15,1 0-37 0,-7 0-31 16,-6 0 19 0,-5 0 17-16,-9 0 29 0,-8 0 8 15,-4-2 4-15,-7 2 32 16,0 0 15-16,0 5-40 15,0 14-11-15,0 10 0 16,-10 5 19-16,-1 5 1 16,0 4-2-16,6-1-5 15,5-1-3-15,0-3-7 16,3-8 0-16,18-9-1 16,2-8-1-16,4-9 6 15,-3-4-3-15,-6-4 4 16,0-16 2-16,-5-10 14 15,-1-6-14-15,-4-4-10 16,-5 1 0-16,-3-5-8 0,0 3-15 16,0 7 3-16,0 8 7 15,0 6 12-15,10 8 1 16,8 8 12-16,0 4-3 16,6 0 7-16,0 19-5 15,-2 8 4-15,-4 9-1 16,0 7 4-16,0 3-5 15,-3 4-2-15,1-3-2 16,-6-8-7-16,-5-10-2 16,-5-8-12-16,0-11-19 15,0-8-15-15,0-2 14 16,0 0-2-16,0-19-43 16,0-12-32-16,18-5 34 0,6-7 75 15,4-1 11-15,2 5-11 16,-3 7 4-16,-4 13 8 15,-2 9 10-15,-8 10 0 16,-4 0 6-16,-5 15-24 16,-4 11 26-16,0 8 27 15,-10 2-10-15,-9 1-21 16,-1-3-17-16,2-5-7 16,8-9 1-16,8-7-3 15,2-7-32-15,0-6-8 16,0 0-4-16,9-13 44 15,7-13 4-15,1-10-4 16,0-3 9-16,-1-6-8 16,-2 2 4-16,1 7 2 0,-3 10 13 15,-6 13 19-15,-1 11-4 16,-2 2-35-16,-3 14-1 16,0 13 1-16,0 12 9 15,0 0 6-15,-3 1-2 16,-3-6-4-16,6-4-5 15,0-4 0-15,13-6-4 16,14-1-7-16,4-7-42 16,2-8-120-16,0-4-198 15</inkml:trace>
  <inkml:trace contextRef="#ctx0" brushRef="#br0" timeOffset="-107997.27">20107 17350 866 0,'0'0'26'16,"0"0"-1"-16,0 0-21 16,0 0-4-16,0 0-10 15,0 0 10-15,37-23 1 16,-21 12 0-16,-2-1 4 16,-2-2-2-16,-2-6 2 15,-7-1-4-15,-3-4 1 16,-7 0-2-16,-16 4-1 15,0 5 0-15,0 8 1 16,5 8 1-16,-1 5-1 0,1 17 0 16,2 7-2-16,7 5 0 15,9 4-1-15,0 1 2 16,9-2 1-16,14-4 0 16,9-8 1-16,10-5-1 15,10-7-1-15,6-8-8 16,0-5-52-16,-7 0-112 15,-6-14-310-15</inkml:trace>
  <inkml:trace contextRef="#ctx0" brushRef="#br0" timeOffset="-107679.07">20588 17201 954 0,'0'0'0'0,"0"0"-4"16,0 0 4-16,-10 92 9 15,-8-54 2-15,-3-3 0 16,1-5-1-16,5-7-7 16,4-8 1-16,1-4-1 15,5-4-2-15,2-3-1 16,0-4-11-16,3 0 7 16,0-14 0-16,0-17-20 15,14-14-13-15,14-8 13 16,11-11 23-16,4-1 1 15,5 7 2-15,-2 11 5 16,0 18-1-16,-6 16-2 16,-4 12-4-16,-6 1-1 0,-8 14-17 15,-16 17-67-15,-6 8-64 16,-22 3-45-16</inkml:trace>
  <inkml:trace contextRef="#ctx0" brushRef="#br0" timeOffset="-107492.9">20961 17358 1006 0,'0'0'44'0,"0"0"-35"15,0 0-9-15,0 0-35 16,0 0-10-16,0 0 8 15,-10 5-37-15,10 2-85 16,0-3-142-16</inkml:trace>
  <inkml:trace contextRef="#ctx0" brushRef="#br0" timeOffset="-107356.2">21148 17341 383 0,'0'0'423'0,"0"0"-423"16,0 0-31-16,0 0-69 0,0 0-99 16</inkml:trace>
  <inkml:trace contextRef="#ctx0" brushRef="#br0" timeOffset="-107180.77">21561 17252 775 0,'0'0'232'16,"0"0"-185"-16,0 0-42 16,0 0-5-16,0 0-58 15,0 0-13-15,-3 35-15 16,-18-15-115-16,-7-6-255 0</inkml:trace>
  <inkml:trace contextRef="#ctx0" brushRef="#br0" timeOffset="-106471.79">20484 17029 420 0,'0'0'86'0,"0"0"5"15,0 0-56-15,0 0-14 16,0 0-3-16,0 0-18 16,-31-14-4-16,31 33 4 15,0 9 15-15,0 13 10 16,0 1-8-16,0 4-11 15,10 1-2-15,2-8-4 16,-1-5-9-16,-1-7-59 16,-4-10-60-16,-6-11-237 15</inkml:trace>
  <inkml:trace contextRef="#ctx0" brushRef="#br0" timeOffset="-106305.39">20530 17374 410 0,'0'0'568'16,"0"0"-533"-16,0 0-35 15,0 0-8-15,0 0-58 16,0 0-26-16,-4 42-96 16,4-35-267-16</inkml:trace>
  <inkml:trace contextRef="#ctx0" brushRef="#br0" timeOffset="-104590.75">9791 16824 99 0,'0'0'163'0,"0"0"-98"16,0 0-54-16,0 0 10 0,0 0 18 15,0 0 13-15,0 0-3 16,-28 0-22 0,25 0 10-16,3 0 2 0,0-1-37 15,0-3-2-15,8 0-14 16,13-3 1-16,8 0 4 16,2-3 9-16,2 2 0 15,1-3 1-15,-2 1 2 16,-4 1 2-16,-4 3-2 15,-9 3 0-15,-2 0-3 16,-7 3 0-16,-3 0-1 16,-3 0-37-16,0 0-125 15,0 4-196-15</inkml:trace>
  <inkml:trace contextRef="#ctx0" brushRef="#br0" timeOffset="-104453.59">10015 16808 344 0,'0'0'0'0,"0"0"-166"16</inkml:trace>
  <inkml:trace contextRef="#ctx0" brushRef="#br0" timeOffset="-102701.6">7297 11014 452 0,'0'0'34'16,"0"0"20"-16,0 0 45 15,0 0-32-15,0 0-15 16,-12-74-4-16,9 65-21 16,-1 1-6-16,1 2 13 15,1-1-5-15,1 3-3 16,-2 3-6-16,3 1-10 15,0 0-10-15,0 0-12 0,0 9-13 16,3 17 4-16,10 9 21 16,5 5-3-16,0-1-2 15,0-6-5-15,0-10-1 16,-6-11 4-16,-5-8 6 16,3-4 1-16,7-8 10 15,13-25 23-15,13-15-21 16,5-8-10-16,-2 1 0 15,-9 4-1-15,-14 12-1 16,-7 13-6-16,-12 10-18 16,-1 16-39-16,-3 2-189 15,0 24-254-15</inkml:trace>
  <inkml:trace contextRef="#ctx0" brushRef="#br0" timeOffset="-102117.34">7860 12455 643 0,'0'0'90'0,"0"0"28"0,0 0-78 16,0 0 0 0,-13-72-14-16,13 72-26 0,0 0-1 15,0 8-9-15,0 15-3 16,4 10 9-16,9 9 4 15,0 4 0-15,1 0-2 16,2-7-9-16,-2-13 5 16,5-8 2-16,6-16 1 15,8-2 3-15,15-27 4 16,14-16 4-16,7-10-3 16,-2-1-4-16,-8 8 2 15,-9 8-3-15,-14 9 0 16,-9 11-12-16,-12 11-47 15,-11 7-100-15,-4 7-152 16</inkml:trace>
  <inkml:trace contextRef="#ctx0" brushRef="#br0" timeOffset="-101634.58">7774 13500 586 0,'0'0'55'16,"0"0"51"-16,0 0-23 16,0 0-42-16,0 0-21 0,0 0-20 15,0-33-8 1,0 52 2-16,2 10 4 15,3 5 2-15,2 1 0 16,3-2 0-16,5-9-1 16,2-11-5-16,4-12-8 0,14-1 14 15,11-29 5-15,14-17-1 16,9-9-1-16,1-4 3 16,-6 9-6-16,-10 11-1 15,-10 17-39-15,-11 19-59 16,-16 3-65-16,-17 18-256 15</inkml:trace>
  <inkml:trace contextRef="#ctx0" brushRef="#br0" timeOffset="-101100.77">8043 14685 467 0,'0'0'85'0,"0"0"33"16,0 0 12-16,0 0-55 15,0 0-26-15,0 0-16 16,-45-48-33-16,45 56-9 15,5 18 6-15,11 8 3 16,5 8-2-16,4 2 2 16,-1 1 0-16,-1-9-6 15,-3-11-12-15,3-14 9 16,2-11 0-16,9-14 9 0,11-25 15 16,6-9-2-1,4-8-4-15,-3 6-7 0,-11 4-2 16,-12 11 0-16,-9 10-32 15,-14 13-45-15,-6 12-97 16,-20 0-114-16</inkml:trace>
  <inkml:trace contextRef="#ctx0" brushRef="#br0" timeOffset="-100501.25">7987 15911 574 0,'0'0'127'0,"0"0"-49"15,0 0-55-15,0 0-17 16,0 0-6-16,0 0 0 16,33 45 1-16,-25-8 2 15,-2-1 1-15,3-6 6 0,0-5-3 16,0-11-4-1,1-8 0-15,7-4 8 16,5-2-6-16,12-5 13 0,16-26-1 16,12-16-4-16,15-15-9 15,10-8-2-15,4-2 0 16,-3 1-1-16,-9 7 0 16,-9 12-1-16,-23 18 0 15,-22 15-1-15,-13 17 0 16,-12 2-47-16,-6 19-85 15,-18 11 31-15,-3 0-78 16</inkml:trace>
  <inkml:trace contextRef="#ctx0" brushRef="#br0" timeOffset="-100330.29">8812 15745 738 0,'0'0'110'0,"0"0"-27"15,0 0-30-15,0 0-25 16,0 0-28-16,0 0 0 16,0-33-63-16,6 33-49 15,8 0-61-15,2 0-82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03:06.597"/>
    </inkml:context>
    <inkml:brush xml:id="br0">
      <inkml:brushProperty name="width" value="0.05292" units="cm"/>
      <inkml:brushProperty name="height" value="0.05292" units="cm"/>
      <inkml:brushProperty name="color" value="#FF0000"/>
    </inkml:brush>
  </inkml:definitions>
  <inkml:trace contextRef="#ctx0" brushRef="#br0">4732 4761 51 0,'0'0'249'15,"0"0"-159"-15,0 0-10 16,0 0-5-16,0 0 3 15,0 0-7-15,0 0-34 16,0-56 19-16,1 47-15 16,3 1-12-16,-2-1-7 15,4 1-8-15,-2-1-6 16,1 1 4-16,4 0-8 16,6 4-4-16,7-1 0 0,4 1-5 15,5 4 5-15,2 0-2 16,2 13 0-16,-3 9 0 15,-4 9 1-15,-7 2-4 16,-11 10-7-16,-10 6-3 16,-22 11 7-16,-27 6 8 15,-15 7 0-15,-14-1 3 16,-4-5-1-16,-1-11-2 16,13-13-1-16,19-10 1 15,15-13 3-15,17-5-3 16,10-9 0-16,4-2 0 15,4-2 0-15,1-2 0 16,0 1-1-16,0-1-1 16,3 0-7-16,20 0 9 15,16 0 4-15,15-8 3 0,15-8-4 16,5-2 2-16,1 4-2 16,-2-1-1-16,-2 4-2 15,-6 5-11-15,-9 1-28 16,-15 3-72-16,-22-2-160 15</inkml:trace>
  <inkml:trace contextRef="#ctx0" brushRef="#br0" timeOffset="203.63">5286 5316 715 0,'0'0'167'16,"0"0"-66"-16,0 0-42 16,0 0-18-16,0 0-25 15,0 0-16-15,12-49 0 16,-12 49-61-16,0 14-104 16,-23 1-147-16</inkml:trace>
  <inkml:trace contextRef="#ctx0" brushRef="#br0" timeOffset="2481.58">6050 4567 521 0,'0'0'117'0,"0"0"-75"16,0 0 64-16,0 0-39 16,0 0-34-16,0 0-11 15,-3-55-13-15,3 55-9 16,-3 0 0-16,0 0-11 16,-4 19-2-16,-1 13 4 15,-8 22 7-15,-4 14 1 0,-3 10 1 16,-1 2 3-16,7-3-3 15,1-4 2-15,13-5 0 16,3-8-1-16,0-7-1 16,16-14 4-16,8-9-3 15,8-12 2-15,8-8 0 16,5-10-2-16,15-4 6 16,11-21-7-16,8-9-64 15,4-6-77-15,-6-3-99 16</inkml:trace>
  <inkml:trace contextRef="#ctx0" brushRef="#br0" timeOffset="2697.21">6101 4567 811 0,'0'0'13'0,"0"0"-12"15,80-60 1-15,-38 48 5 16,10 1-2-16,10 5-2 16,0 3-2-16,-1 3-2 15,-5 0-13-15,-9 0-53 16,-14 6-71-16,-21 1-102 16</inkml:trace>
  <inkml:trace contextRef="#ctx0" brushRef="#br0" timeOffset="4462.28">5924 4844 434 0,'0'0'54'15,"0"0"-6"-15,0 0 18 16,90 42 18-16,-30-41-6 16,16-1-33-16,14-10-7 15,8-14-26-15,10-5-5 16,6-7-7-16,0-3-2 15,-12-3-10-15,-18 9-10 16,-27 5 20-16,-29 12-12 16,-19 6 14-16,-9 1 14 15,-21 5-14-15,-22 3-6 0,-8 1-8 16,-1 0 7-16,15 19 6 16,14 13-6-16,11 10-8 15,5 10 6-15,4 7 4 16,0 3 5-16,3 3 12 15,0-4-2-15,0-5-2 16,10-6 19-16,1-13-14 16,-4-12-5-16,-2-12-7 15,-5-5 2-15,0-7 1 16,0-1 3-16,0 0 30 16,-14 0-2-16,-11-9-18 15,-3-8-14-15,5-7-3 0,20-5-8 16,12-13-14-1,45-5-77-15,25-9-20 0,18 0 95 16,6-4 0-16,-11 3 24 16,-14-2 12-16,-17 2 30 15,-19 9 27-15,-18 10-7 16,-13 9-1-16,-11 11-18 16,0 9 0-16,0 4-7 15,0 5-25-15,-4 8-11 16,-8 29-38-16,-1 22 28 0,-2 19 9 15,6 11 0 1,9 4-10-16,0-7-3 16,12-8-26-16,15-15 0 0,6-19 3 15,-2-19-16-15,6-14 20 16,0-11 20-16,5-12 13 16,4-23 4-16,0-13 3 15,-1-6 27-15,-7-3 27 16,-13 6-11-16,-13 4-2 15,-9 12-3-15,-3 13-18 16,0 9-12-16,0 12-15 16,0 1-3-16,-1 3-14 15,-1 23-41-15,-1 7 56 16,3 11 2-16,0-3-5 16,0-3-6-16,0-5 4 15,12-14-5-15,1-7 7 16,-5-12-4-16,5 0 9 0,2-15 33 15,1-14-21 1,-2 0 8-16,-6-1 4 0,-7 2 8 16,-1 8-19-16,0 7-5 15,0 6-7-15,0 5-1 16,0 2-6-16,0 3-31 16,6 19-24-16,15 12 57 15,13 5-1-15,11-3-3 16,7-10 1-16,3-18-9 15,-1-8 3-15,1-20 13 16,-2-22 3-16,-3-13-2 16,-5-10 2-16,-12-7-2 15,-17-5 2-15,-12-1-2 0,-4 6 9 16,-22 8 19-16,-11 16 6 16,1 16-7-16,8 16-27 15,7 9-1-15,11 7-1 16,2 11-10-16,1 29-14 15,1 28 25-15,2 13 0 16,5 7 0-16,17-4 0 16,9-11 0-16,2-10-3 15,-1-17 3-15,-9-15 0 16,-11-16 0-16,-1-12 0 16,2-3 0-16,11-20 9 15,10-13-9-15,2-5-9 0,-6 5-10 16,-9 11 19-16,-12 12 0 15,-5 7 13-15,-2 3 8 16,-2 0-21-16,1 6-10 16,1 16 0-16,-2 11 8 15,0 9 2-15,-8 4 0 16,-11-1 1-16,-2-11 0 16,-1-10 2-16,-2-8-2 15,-1-7 3-15,2-5-2 16,-4-4-1-16,3 0-1 15,4-4-1-15,6-12 1 16,12 0 0-16,2-8 0 0,19-2-12 16,22-7 2-1,13-5 5-15,7-1 5 16,5-6 3-16,-2-1-1 0,-8-2 5 16,-8-7 6-16,-13-2 6 15,-13-1-1-15,-11 0 15 16,-11 10 9-16,0 14-16 15,0 15-19-15,-2 13-7 16,-2 6-7-16,2 20-44 16,-4 26-25-16,0 26 72 15,0 20 3-15,3 7 0 16,3-5 1-16,12-11 0 16,18-13-2-16,6-17-15 0,1-19-19 15,-1-22 30 1,2-12 3-16,1-12 3 0,2-22 16 15,-1-9-11-15,-12-6-2 16,-10 3 1-16,-9 3 3 16,-9 9-1-16,0 9 19 15,0 9 2-15,0 9-9 16,0 7-9-16,-1 0-9 16,1 0-30-16,0 9-20 15,5 12 41-15,9 6 9 16,4 0 2-16,0 1-1 15,-2-7-1-15,-1-6-1 16,-2-6-1-16,-5-4 2 16,-3-5 0-16,-1 3 1 15,4 0-1-15,0 3-1 0,0 1-30 16,1 0-99 0,2-7-82-16,6 0-154 0</inkml:trace>
  <inkml:trace contextRef="#ctx0" brushRef="#br0" timeOffset="5362.48">9284 4483 908 0,'0'0'24'0,"0"0"-16"16,0 0-8-16,0 0-118 15,0 0 71-15,0 0-5 0,13 116 17 16,12-58-18-16,10-7-27 15,10-13 46-15,5-18 2 16,2-11 32-16,-10-9 0 16,-12 0 5-16,-19-3 17 15,-7-8 70-15,-4-1 53 16,0-3-67-16,-10 3-43 16,-5 6-10-16,0 3-23 15,0 3-2-15,2 9-10 16,0 20-1-16,0 11 3 15,3 7 3-15,5 10 5 16,5 7 13-16,0 0-3 16,11-5-1-16,4-13 1 0,-2-17 0 15,-8-15-6-15,-5-10 0 16,0-4 35-16,-6 0 30 16,-18-15-29-16,-6-7-39 15,5-7 0-15,10-5-1 16,15-7 0-16,19-7-22 15,40-6-22-15,24-4-16 16,8-2 25-16,1 4 28 16,-16 3 7-16,-19 3 4 15,-21 11 6-15,-15 7 20 16,-13 10 6-16,-8 10 1 16,0 5-9-16,0 7-15 15,0 0-13-15,-4 29-26 16,-15 19-3-16,-10 20 29 0,0 10 1 15,3 3 0-15,16-5-2 16,10-13-7-16,6-13-12 16,19-19 2-16,6-14-4 15,2-16-4-15,2-1 26 16,-3-22-1-16,-6-13 0 16,-3-5-3-16,-12 5-1 15,-4 5-25-15,-7 10 16 16,0 11 11-16,0 4 2 15,0 5 0-15,0 0-5 16,0 5-55-16,0 14 61 16,0 8 1-16,0 3-1 15,2 0-2-15,16-4-1 0,9-7-5 16,-1-13-19-16,0-6 27 16,-10 0 1-16,-1-15 21 15,-3-9 13-15,0-4-21 16,-2-2-5-16,-5 6 0 15,-2 7 24-15,0 6 51 16,-1 7-47-16,1 4-37 16,7 0-4-16,6 5-6 15,13 17 4-15,11 7 6 16,6 3-7-16,6-5-19 16,-2-6-16-16,-9-10-19 15,-13-11-66-15,-14 0 9 0,-11-28-139 16</inkml:trace>
  <inkml:trace contextRef="#ctx0" brushRef="#br0" timeOffset="5911.77">10391 4535 838 0,'0'0'45'16,"0"0"-22"-16,0 0-23 15,0 0 0-15,95 57-1 16,-48-11 1-16,0 2-5 15,-8-2-5-15,-9-10-9 16,-13-11-6-16,-9-9 5 16,-5-8 15-16,0-4-18 0,-1-4-18 15,1 0 23 1,4 0 18-16,5-7 2 0,3-2 1 16,-2-1 11-16,-4 6 62 15,-4 1-21-15,-1 3-5 16,-3 0-17-16,7 0-30 15,9 1 0-15,12 15-4 16,11 3 2-16,7 1-1 16,6-6 0-16,4-5 0 15,1-6 0-15,2-3 0 16,-6-3-4-16,-4-16 4 16,-2-4 0-16,-8-3-4 0,-5-1-27 15,-10 6-3 1,-12 2-8-16,-11 4 0 0,-2 6 19 15,0 4 6-15,-13 4 12 16,-6 1-9-16,-4 0 8 16,-4 0 6-16,3 1 13 15,0 17 28-15,-1 12-20 16,-4 18-14-16,-3 18-5 16,5 14 1-16,4 3 2 15,10-2-2-15,8-6 3 16,5-13-3-16,0-11 2 15,4-10 0-15,6-10-2 16,-3-10-3-16,-5-7-18 16,-2-9-106-16,-3-5-121 0</inkml:trace>
  <inkml:trace contextRef="#ctx0" brushRef="#br0" timeOffset="6446.28">7749 4702 453 0,'0'0'36'15,"0"0"-11"-15,0 0 8 16,0 0 51-16,0 0-15 15,0 0-36-15,-19-42-5 16,19 41-1-16,25 1-24 16,17 0-3-16,19 0 0 15,18 0-15-15,18 1-31 16,21-1-69-16,12 0-126 16</inkml:trace>
  <inkml:trace contextRef="#ctx0" brushRef="#br0" timeOffset="7326.68">11887 4659 800 0,'0'0'13'16,"0"0"65"-16,-3-75-12 15,3 70-25-15,0 5-18 16,0 0-23-16,1 20-11 16,21 19-22-16,5 16 31 15,1 11-1-15,-3 0-26 16,-5-5-15-16,0-11-1 16,-7-17-5-16,2-16 8 15,-4-15 21-15,2-2 21 0,3-27 19 16,1-15 7-16,1-13-6 15,-8-5 34-15,-6-3-25 16,-4 1 2-16,0 11 7 16,-4 16 17-16,0 15-27 15,2 19-23-15,2 2-5 16,0 29-54-16,18 16 28 16,12 13 26-16,6 7 0 15,0-2-2-15,-3-3 1 16,-5-10-25-16,-6-17 4 0,-7-15 12 15,-2-17 10 1,3-2 1-16,4-19 35 16,7-13-26-16,0-5-6 15,-3 2 12-15,-6 3-7 0,-5 9-5 16,-7 9 3-16,-1 8-7 16,-4 5 0-16,2 1-11 15,5 0-24-15,5 7 18 16,7 10 17-16,6 3-3 15,7-3-8-15,7-6 1 16,1-5 3-16,-4-6 5 16,-4 0 0-16,-6-13 2 15,-5-8 7-15,-3-4-1 16,-8-3 6-16,-8 0 14 16,-3-2-18-16,-11 3 14 0,-19 3 6 15,-7 12-28 1,0 12-2-16,3 3-14 0,4 28-10 15,11 13 3-15,8 9 3 16,9 7 20-16,2 1-13 16,27-10-7-16,17-10 16 15,8-16 2-15,3-10-3 16,-5-11-15-16,-12-4-103 16,-11-10-117-16</inkml:trace>
  <inkml:trace contextRef="#ctx0" brushRef="#br0" timeOffset="7528.02">11508 4718 673 0,'0'0'5'15,"82"11"-3"-15,-15-6-2 16,20-2 24-16,12-2-1 15,10 0-20-15,6 2-3 16,4 1-13-16,-4-4-124 16</inkml:trace>
  <inkml:trace contextRef="#ctx0" brushRef="#br0" timeOffset="8759.29">13945 4543 821 0,'0'0'5'0,"0"0"24"16,28-77-15-16,-23 70 6 15,-4 4-16-15,1 3-4 16,-1 0-5-16,-1 24-30 16,0 24 17-16,-15 23 18 0,-19 15 0 15,-8 7 2 1,-4 0 3-16,3-8 4 0,5-12-4 16,13-15-4-16,10-21 2 15,5-18 2-15,8-13 2 16,2-6 3-16,0-18 69 15,0-21-44-15,0-24-35 16,11-10-4-16,10-16-17 16,7-9-23-16,4 0 14 15,3 4-36-15,5 17-11 16,-2 23 25-16,-4 20 52 16,-6 17 12-16,-4 14 14 0,-4 3-20 15,-2 25-5 1,1 19-1-16,-4 15 2 0,-2 8 2 15,-7 5-3-15,-6-10 21 16,0-8-13-16,-13-15-2 16,-7-10 2-16,-2-8-5 15,-2-10 5-15,-1-6-2 16,-2-5 6-16,3-9-4 16,2-17 3-16,4-5-3 15,10-1-5-15,8 4-2 16,5 3-2-16,29 3-15 15,15 8-24-15,7 6 31 16,-1 8 2-16,-10 3 6 16,-8 21-2-16,-9 10 2 0,-7 7 1 15,-10 2 1-15,-8-1-2 16,-3-1 3-16,0-9-1 16,0-7-1-16,0-9 1 15,0-9 3-15,0-4-3 16,0-3 0-16,0-3 7 15,5-21 10-15,10-17-19 16,8-10-18-16,-1-5 5 16,-4 4 13-16,1 5 19 15,-1 11 19-15,3 10-24 16,-3 11-14-16,-6 12 3 16,-4 3-3-16,-1 4-8 15,-1 21 3-15,3 9 2 0,-6 10 1 16,-3 9 2-16,0 9 0 15,3-1 4-15,12 0-3 16,11-13 1-16,10-12-1 16,6-14 4-16,4-16 1 15,1-6-2-15,-1-11 3 16,-6-17-3-16,-10-11-4 16,-19-6-5-16,-11-7-28 15,-26-6-40-15,-28-5-37 16,-12-2 44-16,-3 2 66 15,9 12 40-15,20 14-7 16,16 16-11-16,16 12-19 16,8 6-2-16,14 3 6 0,32 0-7 15,23 0 1 1,19 0 17-16,12 10 9 0,-2 7 6 16,-1 6-8-16,-12 5-5 15,-17 3-8-15,-14 2-6 16,-21 2-6-16,-21 1-3 15,-12 8 3-15,-14 10 5 16,-26 10 7-16,-3 8 7 16,-5 6-1-16,8-2-5 15,9-6-12-15,10-11 4 16,13-13-4-16,8-16-1 16,0-11 1-16,0-11 2 0,0-8 1 15,5 0 6 1,1-23 11-16,1-11-21 0,-7-11-101 15,0-7-112-15</inkml:trace>
  <inkml:trace contextRef="#ctx0" brushRef="#br0" timeOffset="9043.51">15239 4887 675 0,'0'0'5'15,"0"0"-3"-15,0 0 13 0,96-46 5 16,-79 33 34 0,-1-4 34-16,-1-5-73 0,-2-1 7 15,-8-6-2-15,-2 4 1 16,-3 1-18-16,-5 4-3 16,-17 15-2-16,-3 5-21 15,-7 16 6-15,0 22-4 16,2 13 7-16,1 12 3 15,16 9-19-15,13 1-39 16,23-9-53-16,43-20-6 16,19-24 1-16,8-17-196 15</inkml:trace>
  <inkml:trace contextRef="#ctx0" brushRef="#br0" timeOffset="9475.1">15747 4738 764 0,'0'0'62'0,"0"0"-2"16,0 0-60-16,0 0-3 15,0 0 1-15,-83 76-2 16,66-29 2-16,8 5 2 16,6-6 0-16,3-2 4 15,4-13-4-15,18-12-1 16,16-13 1-16,12-6 6 15,11-22 3-15,10-17-5 16,-4-14 2-16,-6-5-2 0,-14-2-2 16,-12-4-2-16,-18-6 1 15,-16-3 4-15,-1 3-2 16,-18 12 3-16,-1 19 52 16,7 18-9-16,3 14-25 15,8 7-24-15,-4 3-16 16,-5 30-41-16,-5 26 52 15,-3 28 5-15,-4 18 0 16,8 8 0-16,13-6-2 16,1-19-15-16,22-23-5 15,2-24-1-15,-3-18 9 16,-8-17-15-16,-1-6-8 16,8-9 26-16,5-25-87 0,3-15-121 15,-7-14-102 1</inkml:trace>
  <inkml:trace contextRef="#ctx0" brushRef="#br0" timeOffset="9624.65">16106 4649 130 0,'0'0'515'16,"9"-79"-347"-16,27 54-101 15,13 6-55-15,16 5-12 16,6 3 1-16,1 5 14 16,-2-1-7-16,-9 3 0 15,-9 3-7-15,-10 1-1 16,-14 0-29-16,-10 0-112 15,-15-13-140-15</inkml:trace>
  <inkml:trace contextRef="#ctx0" brushRef="#br0" timeOffset="9786.96">15004 4146 915 0,'0'0'0'16,"0"0"-7"-16,119 45 2 16,-53-12-80-16,1-2-161 15</inkml:trace>
  <inkml:trace contextRef="#ctx0" brushRef="#br0" timeOffset="10256.29">17799 4405 590 0,'0'0'47'15,"0"0"93"-15,0 0-45 16,0 0-36-16,0 0-3 15,0 0-40-15,0-70-16 16,-1 99-19-16,-14 28 9 16,-8 34 10-16,-12 25 0 15,-4 7 1-15,2-7-1 16,10-24-2-16,11-22-11 16,9-26 7-16,7-21 4 15,0-15-4-15,0-8-1 16,0-8 7-16,0-27 0 0,7-18-74 15,13-16-136-15,9-12-57 16</inkml:trace>
  <inkml:trace contextRef="#ctx0" brushRef="#br0" timeOffset="10489.88">17805 4394 258 0,'0'0'156'16,"48"-114"-62"-16,-27 81-42 16,1 13 20-16,-4 11-16 15,2 9-36-15,2 12-20 16,8 28-1-16,3 12 1 15,1 14 9-15,-4 5 4 0,-12-2-4 16,-9-7-1-16,-9-10 0 16,-5-11 1-16,-22-9 4 15,-7-9 0-15,-7-7-1 16,0-9-5-16,4-7 2 16,2 0-4-16,8-15 6 15,4-4-11-15,11 0-24 16,8 2-116-16,4 2-176 15</inkml:trace>
  <inkml:trace contextRef="#ctx0" brushRef="#br0" timeOffset="10839.55">18147 4627 313 0,'0'0'90'16,"0"0"25"-16,100 21-70 16,-78 7 22-16,-1 11-15 15,-3 5-1-15,-6 6-21 0,-3-1-8 16,-3-7-9-16,-6-9-5 15,0-10-3-15,0-10 1 16,0-8-3-16,0-5 1 16,-3 0 0-16,-5-7 22 15,-1-18 10-15,3-11-34 16,6-7-2-16,0-9-38 16,17 2-8-16,14 2-72 15,11 3 38-15,4 12 53 16,2 11-48-16,-6 9 75 15,-12 13 7-15,-13 0 55 16,-8 9-31-16,-7 17-2 16,-2 13 6-16,0 9 17 15,-2 7-28-15,-8 1-11 0,6-5-9 16,4-5 0-16,4-9-4 16,14-18-104-16,3-19-139 15</inkml:trace>
  <inkml:trace contextRef="#ctx0" brushRef="#br0" timeOffset="10986.81">18409 4285 400 0,'0'0'0'15,"36"103"-24"-15,0-30-67 16,9 2-137-16</inkml:trace>
  <inkml:trace contextRef="#ctx0" brushRef="#br0" timeOffset="11556.12">19143 4766 660 0,'0'0'26'15,"0"0"59"-15,0 0-12 16,-106-44-67-16,78 71-6 15,0 15-4-15,2 10 4 16,12 5 0-16,11-1 0 0,3-9-1 16,26-11 0-16,9-12 1 15,-2-12 1-15,-5-12 9 16,-4 0 10-16,-4-26 7 16,-3-11-24-16,-1-5-3 15,-8-3-25-15,-4 4-26 16,-4 2-61-16,0 7-9 15,-9 6-14-15,2 5 135 16,4 7 6-16,3 8 95 16,0 6 1-16,13 0-86 15,9 15-13-15,5 12 33 16,5 6 11-16,-1 6-6 16,2 4-19-16,-2 3-7 15,-4-4-9-15,-2-4 0 0,-11-11-2 16,-7-10-4-16,-5-9-12 15,-2-8-45-15,0 0-13 16,0-17 68-16,0-18-115 16,0-8 7-16,0-7 45 15,0-4 65-15,0 6 49 16,0 7 107-16,0 16-38 16,12 14-46-16,6 11-71 15,4 0-1-15,2 23-8 16,0 10 4-16,-6 9 0 0,-7 9 4 15,-8 4 0 1,-3 1 3-16,0-6-3 16,-11-10 3-16,2-13-3 15,3-13-93-15,0-14-91 0,6-12-123 16</inkml:trace>
  <inkml:trace contextRef="#ctx0" brushRef="#br0" timeOffset="11705.86">19319 4257 826 0,'0'0'0'0,"0"0"-13"16,0 0-48-16,0 0 4 16,103 116-43-16,-71-64-152 0</inkml:trace>
  <inkml:trace contextRef="#ctx0" brushRef="#br0" timeOffset="11956.05">19928 4346 869 0,'0'0'52'0,"0"0"6"15,0 0-58-15,0 0-41 16,-12 97 40-16,2-2 1 15,-1 12 0-15,4 5 0 16,7-14-17-16,0-19-9 16,15-20 7-16,-5-16-21 0,-6-15-39 15,-4-14-3-15,0-13-39 16,-13-1 8-16,-9-31-232 16</inkml:trace>
  <inkml:trace contextRef="#ctx0" brushRef="#br0" timeOffset="12206.4">19700 4759 756 0,'0'0'16'0,"92"-32"8"16,-23 25 2-16,7 2 6 15,1-2-5-15,-5 2 13 16,-12 1-11-16,-10 3-8 16,-12 1-13-16,-10 0-5 15,-10 0-3-15,-8 0 0 0,-7 2-5 16,-3 8-19-16,0 7-13 15,-9 8 24-15,-13 6 6 16,-8 7 4-16,-3 5 3 16,5 6 0-16,9 4 0 15,19-4-27-15,13-6-39 16,33-16-47-16,16-17-53 16,-3-10-248-16</inkml:trace>
  <inkml:trace contextRef="#ctx0" brushRef="#br0" timeOffset="12721.59">20392 4902 366 0,'0'0'42'0,"0"0"6"16,0 0 89-16,0 0-28 16,82-3-34-16,-46-4-9 15,-1-4-32-15,0-3-10 16,-5-6-4-16,-4-3-4 15,-5-4-7-15,-10 2-9 16,-10-1 1-16,-1 2 0 16,-15 4-1-16,-12 6 0 15,-4 12-5-15,-4 2 0 16,0 30-20-16,-5 13 6 16,1 14 4-16,8 5 9 15,14-1-10-15,17-9-16 16,17-14 17-16,32-14 15 0,13-14 7 15,5-10 1-15,2-3 0 16,-5-21-8-16,-7-9 9 16,-3-6-8-16,-5-2 2 15,-6-2-3-15,-7-1 2 16,-6 3-4-16,-4 4 4 16,-6 13 3-16,-7 10 40 15,-3 10-24-15,-3 4-21 16,0 4-2-16,1 19-6 15,-4 14 5-15,-4 7 2 0,0 4 1 16,-4-1-2 0,-10-7 2-16,1-7 2 0,1-8-2 15,-1-10 1-15,-5-2 0 16,-9-7 1-16,-11-4-2 16,-9-2-12-16,-5-11-74 15,4-25-200-15</inkml:trace>
  <inkml:trace contextRef="#ctx0" brushRef="#br0" timeOffset="12896.18">20483 4143 840 0,'0'0'29'0,"0"0"22"0,0 0 8 16,0 0-51-16,0 0-8 15,0 0-58-15,-8 50 39 16,8 12-87-16,9-12-158 16</inkml:trace>
  <inkml:trace contextRef="#ctx0" brushRef="#br0" timeOffset="18366.64">8787 6067 548 0,'0'0'119'16,"0"0"-61"-16,0 0-42 16,0 0-8-16,0 0 44 15,3-84-16-15,-3 71-5 16,0 4 6-16,-5 6 1 16,3 1-4-16,-3 2-34 15,-14 5-9-15,-14 26-32 16,-8 19 34-16,-6 17 6 15,8 6-8-15,14 4-13 16,14-2 18-16,11-5-6 0,11-5-4 16,22-14-1-16,7-13-10 15,11-18 13-15,13-17-5 16,13-3 17-16,9-25-7 16,0-9 7-16,-13-4 1 15,-21 3 0-15,-19 3 9 16,-24 7 15-16,-9 5 16 15,-2 5-15-15,-26 6-13 16,-8 9-13-16,-5 0-5 16,5 22-10-16,6 7-1 15,16 8 2-15,11 2-7 16,3 1 21-16,6-2 0 16,14-7-1-16,2-8 2 0,4-9 2 15,0-14-2 1,6-2 11-16,10-27 12 0,7-12-8 15,-4-8-11-15,-7 2-5 16,-17 3 0-16,-18 5-8 16,-3 7-3-16,-27 5-21 15,-16 7-37-15,1 6-23 16,9 5 29-16,14 4 63 16,16 3 8-16,3 2 11 15,27-7-16-15,25-5-3 16,23-5 5-16,11-5-5 15,4 0 7-15,-9 0 5 16,-10 5-5-16,-16 4 1 16,-16 5 0-16,-15 3-2 0,-15 2-4 15,-8 3 5-15,-1 0 1 16,0 0-8-16,0 0-6 16,0 15-7-16,-3 18 9 15,-7 14 4-15,-5 16 17 16,1 4 14-16,3 3 17 15,3-8-23-15,2-12-3 16,3-12-12-16,-2-12 5 16,1-9-7-16,0-7-4 15,4-7-2-15,0-3 3 16,-3 0 6-16,-4-5 6 16,-4-14-17-16,-4-7-10 15,3-6-24-15,7-5-1 0,5-1 14 16,23 0-16-16,31 0-11 15,12 0 29-15,14-1-25 16,-3-4 11-16,1 2 6 16,-12-3 27-16,-8 0 16 15,-12 5 10-15,-14 2 7 16,-15 6 32-16,-9 6-4 16,-8 3-9-16,0 3 3 15,0 5-11-15,-8 3-5 16,2 9-3-16,0 2-18 15,-6 12-18-15,-7 27-40 16,-7 28 30-16,-2 21 8 0,3 14 0 16,7 1 0-16,8-13-2 15,10-17-19-15,4-20-1 16,17-20-8-16,-2-16 6 16,-7-14-7-16,-1-3-27 15,10-27 59-15,7-16-144 16,0-16-92-16</inkml:trace>
  <inkml:trace contextRef="#ctx0" brushRef="#br0" timeOffset="18549.59">9959 6043 692 0,'0'0'15'0,"0"0"-13"15,0 0 1-15,80-17 14 16,-16 12 29-16,16-4-2 0,10 0-12 15,1-2-12-15,-2 2-14 16,-1 4-6-16,3 2-8 16,-1 3-114-16,-16 0-140 15,-20 0-194-15</inkml:trace>
  <inkml:trace contextRef="#ctx0" brushRef="#br0" timeOffset="18814.95">10748 6517 748 0,'0'0'79'0,"0"0"26"16,0 0-10-16,0 0-58 15,0 0-37-15,0 0-13 16,-7 32-23-16,-6 14 36 16,-8 17-2-16,-1 17-6 15,-6 10-43-15,-5 2-35 16,-5-13-82-16,2-28-265 16</inkml:trace>
  <inkml:trace contextRef="#ctx0" brushRef="#br0" timeOffset="22278.11">11508 5819 493 0,'0'0'82'0,"0"-72"38"16,0 46-2-16,0 9-86 15,0 6 22-15,0 9-15 16,0 2-27-16,0 0-12 16,0 0-5-16,0 19-12 15,0 23-4-15,1 19 21 16,-1 10-4-16,0 9 2 16,-14 2 2-16,-9-3 0 15,-1-8 1-15,1-13-1 16,6-13 0-16,4-11-3 0,3-6-4 15,0-4-28-15,4-7-46 16,2-11-108-16,4-6-161 16</inkml:trace>
  <inkml:trace contextRef="#ctx0" brushRef="#br0" timeOffset="23293.25">11521 5819 355 0,'0'0'81'15,"0"0"25"-15,0 0 27 16,0 0-87-16,29-84-19 16,-10 62-25-16,3 2 1 15,5 1 6-15,3 4 5 16,0 2-11-16,3 6-2 16,1 5-1-16,-1 2-5 15,-3 0-36-15,-6 17-27 0,-14 7-33 16,-10 7-9-16,-3 3 17 15,-26 0 19-15,-8 2 57 16,-3-7 17-16,3 1 8 16,7-5 20-16,6-5 18 15,10-1 50-15,6 3-29 16,5 3-16-16,3 10-1 16,3 14-2-16,13 7-10 15,9 4-19-15,-2-1-16 16,-1-5 1-16,-3-6-4 15,-3-8 4-15,-6-11-1 16,-7-8-2-16,-3-8 1 0,0-4-2 16,0-4 2-16,-10 0-2 15,-10-1 8-15,-11-3 0 16,-9-1 2-16,-5 0-9 16,-1 0-1-16,7-9-3 15,10 1 3-15,14-1-1 16,15 0-7-16,18-4-31 15,33-4-120-15,19-4 108 16,18-6 40-16,6-3 2 16,-3 1 9-16,-12-1 9 15,-19 7 42-15,-23 4 43 16,-18 8 17-16,-10 5-23 16,-7 4-44-16,-2 2-29 15,0 0-15-15,0 0-10 16,0 4-14-16,0 11 24 0,0 4 4 15,6-4-3-15,3-1 1 16,4-6-2-16,-1-2 0 16,3-6 1-16,-1 0 5 15,0 0 6-15,-2 0 8 16,-1-7 7-16,-4 2-6 16,-5 0 0-16,-1 4 1 15,-1 1 0-15,0-2-9 16,0 1-12-16,0-1-1 15,0 2-3-15,0 0 3 0,0 0 0 16,0 0-2 0,0 0 1-16,0 0-4 0,0 0-3 15,0 0-5-15,0 0-2 16,0 0 7-16,0 0 7 16,0 0 1-16,0 0 2 15,0 0 1-15,-3-5 1 16,-5 1-4-16,-3-2-7 15,0 1-13-15,1 1-13 16,6 2-1-16,-4 2 0 16,1 0-18-16,-10 6-87 15,1 3-45-15</inkml:trace>
  <inkml:trace contextRef="#ctx0" brushRef="#br0" timeOffset="24225.66">11124 5772 331 0,'0'0'34'16,"0"0"10"-16,0 0 23 16,0 0-19-16,0 0-5 15,0 0-43-15,-25-29-1 16,19 53-13-16,-7 22 14 16,-8 27 8-16,-11 21 6 15,-6 16 2-15,-4 8 19 0,0 2-21 16,-1-6 18-16,6-10-21 15,1-12 4-15,3-10-10 16,3-11-1-16,3-9-2 16,4-11 0-16,4-11 0 15,6-10 1-15,4-12-3 16,3-2 1-16,3-3-1 16,1 0-26-16,2-2-79 15,2-9-66-15,14-2-126 16</inkml:trace>
  <inkml:trace contextRef="#ctx0" brushRef="#br0" timeOffset="26192.43">12037 6077 641 0,'0'0'126'16,"0"0"-25"-16,0 0-85 15,0 0-16-15,0 0-7 16,0 0 7-16,-4 74 1 16,4-23 1-16,0 4-2 15,0-3 3-15,0-4 0 16,4-13-3-16,4-13 0 0,2-11-2 16,2-8 2-1,9-3 2-15,13-22 9 0,5-10-6 16,2-8-2-16,-5-2 8 15,-13 4-3-15,-7 4-2 16,-10 5 11-16,-6 12 10 16,0 5-10-16,0 7 1 15,0 5-18-15,0 0-4 16,0 5-18-16,2 14-5 16,6 10 25-16,5 5 2 15,3 2 0-15,5 0 0 16,4-6-8-16,2-6-20 15,1-10-7-15,5-12-42 16,5-2 20-16,8-25 12 0,8-19-71 16,4-10-12-16,0-9-4 15,-6-5-80-15,-11-1 112 16,-15 1 100-16,-11-2 214 16,-13-1-7-16,-2 5-47 15,0 14 40-15,0 16-99 16,0 18-43-16,0 15-11 15,0 3-47-15,0 9-21 16,14 27-16-16,15 17 37 16,2 12 0-16,4 8 1 15,-1 0-1-15,-4-4 0 16,-3-8-3-16,-4-13 1 16,-9-14-7-16,-5-16 1 15,-6-11 1-15,-3-5-5 16,0-2 12-16,0 0 2 0,-16-14 30 15,-25-8-20-15,-14-1-11 16,-9 1-2-16,7 9 2 16,18 11-2-16,16 2 1 15,13 6-4-15,7 16-12 16,3 10 14-16,0 6 1 16,11-1-9-16,14-6-2 15,10-7 4-15,5-12 0 16,13-11 1-16,13-1 7 15,12-25-2-15,4-12-4 0,-3-10 5 16,-13-4-2 0,-16 1 1-16,-20 5 4 0,-20 8 2 15,-10 1 27-15,-14 3-15 16,-25 5-10-16,-10 7-4 16,1 14-2-16,8 7-2 15,14 8-2-15,10 21-3 16,4 14-3-16,11 8 3 15,1 4-11-15,13-4 10 16,23-7-23-16,9-18 12 16,8-15 4-16,-1-11 15 15,-11-3 1-15,-12-17 7 16,-9-4 18-16,-11-2 21 16,-6 1-37-16,-3 4 21 15,0 6-10-15,0 9-12 0,-5 6 0 16,-1 4-9-16,-7 30-19 15,-4 21 18-15,-3 20-1 16,-3 15-1-16,5 9 3 16,4 0 1-16,0-2 0 15,1-13-1-15,0-19 1 16,6-26 1-16,2-19-2 16,4-17 1-16,-2-3 41 15,-3-13 42-15,-4-19 10 16,-8-13-94-16,3-11-5 15,7 0-36-15,8 1-7 16,17 2-41-16,27 2 1 0,15 5-33 16,8 0-9-16,2 3 53 15,1 1 56-15,-6 1 21 16,-6 1 17-16,-9 0 15 16,-14 2 56-16,-13 4-55 15,-11 2 23-15,-7 8-14 16,-4 2-15-16,-4 3-1 15,-19 8-7-15,-7 7-11 16,2 4-8-16,-8 10-7 16,0 27-4-16,2 16 11 15,0 14 0-15,11 8 0 16,16 0-11-16,10-9-6 16,44-18-36-16,24-24-18 0,24-24 41 15,5-5 20-15,-5-28 10 16,-11-9 6-16,-17-8-5 15,-16-6 2 1,-14-8 0-16,-14-3 5 0,-14-3 0 16,-9-2 9-16,-9 1-14 15,-24 4 31-15,-5 9 22 16,7 19-37-16,10 17 24 16,12 20-19-16,6 3-24 15,-3 31-45-15,0 24 30 16,-1 19 15-16,-2 19 2 15,1 8-2-15,8-2 0 0,0-6 2 16,12-15-2 0,14-20-2-16,-4-20-17 0,-2-18-41 15,1-17-6-15,-2-4-61 16,2-26-165-16</inkml:trace>
  <inkml:trace contextRef="#ctx0" brushRef="#br0" timeOffset="26360.04">13879 6031 482 0,'0'0'3'16,"123"-9"19"-16,-47 4 27 0,2-1-22 16,8 2-1-1,3 4-19-15,2 0-7 0,0 0-75 16,-13-7-362-16</inkml:trace>
  <inkml:trace contextRef="#ctx0" brushRef="#br0" timeOffset="26576.12">14608 6554 859 0,'0'0'0'15,"0"0"-7"-15,0 0 7 16,0 94 4-16,0-55 2 0,-4 2-3 16,-8 10-2-1,-6 6 2-15,-10 6-3 0,-10 3-8 16,-3-11-150-16,5-18-217 16</inkml:trace>
  <inkml:trace contextRef="#ctx0" brushRef="#br0" timeOffset="29655.22">15119 5917 181 0,'0'0'58'0,"0"0"29"15,0 0 14-15,0 0-46 16,-30-72 101-16,14 57-84 15,4 1 12-15,0 6-41 16,6 4 4-16,4 2 1 0,0 2-32 16,2 0-16-16,0 0-1 15,0 0-6-15,0 0-6 16,19 0-14-16,30 0 27 16,31 0 2-16,25-3 21 15,17-14-13-15,2-8-9 16,-4 3 1-16,-12 3-2 15,-23 5-5-15,-32 5-18 16,-30 9-56-16,-23 0-103 16,-48 0-160-16</inkml:trace>
  <inkml:trace contextRef="#ctx0" brushRef="#br0" timeOffset="29845.25">15253 5917 609 0,'0'0'30'0,"0"0"-25"16,0 0 7-16,0 0 42 16,18 108-32-16,-9-61 27 15,-1 6-44-15,-1 10 1 16,-4 1-1-16,-3 3-2 16,0-5-3-16,0-9-70 15,0-15-93-15,3-18-138 16</inkml:trace>
  <inkml:trace contextRef="#ctx0" brushRef="#br0" timeOffset="30048.38">15684 6208 762 0,'0'0'16'16,"0"0"77"-16,0 0-21 15,0 0-68-15,0 0-4 16,0 0-16-16,7-5-5 15,12 34 20-15,1 5 2 16,-1 2-2-16,1-4-17 16,-1-2-44-16,-3-8-29 15,-6-14-116-15,-6-8-223 16</inkml:trace>
  <inkml:trace contextRef="#ctx0" brushRef="#br0" timeOffset="30222.35">15738 5835 872 0,'0'0'5'15,"0"0"28"-15,0 0-33 16,0 0-14-16,0 0-58 16,104 70-22-16,-64-12-100 15,-7-7-239-15</inkml:trace>
  <inkml:trace contextRef="#ctx0" brushRef="#br0" timeOffset="30904.77">16063 6300 926 0,'0'0'46'16,"0"0"-16"-16,0 0-30 15,0 0-17-15,0 0 17 16,37 89 0-16,-22-62 1 15,3-4-1-15,-6-8-25 16,-3-7 0-16,-3-3-4 16,-3-5 8-16,-1-1 21 15,4-20-4-15,0-10-39 16,-1-1 6-16,-3 0 23 16,-2 9 14-16,0 10 21 15,0 8 17-15,3 5-37 16,3 0-1-16,6 17-38 0,7 7 38 15,6 1 0-15,5-1 0 16,5-1-2-16,1-8 3 16,-4-7-1-16,-2-8 2 15,-5-3 3-15,2-23 17 16,0-12 2-16,-4-4-12 16,-6-1-9-16,-7 4 1 15,-7 6 1-15,-3 11 21 16,0 9-17-16,0 8-3 15,0 5-6-15,5 0-12 16,1 17-35-16,6 10 47 16,9 7 1-16,4 3-1 0,8-2 1 15,-1-3-1-15,3-10 0 16,4-11 0-16,3-11 2 16,4-4 0-16,3-24 5 15,-4-9-2-15,0-5-3 16,-8-5 7-16,-7 2-9 15,-9 3 5-15,-12 2-4 16,-9 8 15-16,0 6 4 16,-9 9-7-16,-4 9-13 15,1 8-3-15,-6 5-6 16,-3 22-15-16,-5 16 17 16,0 11 7-16,6 5 0 15,11 0 0-15,9-3 0 0,14-9-2 16,32-14 4-16,14-8-2 15,10-12 0-15,6-10-1 16,3-3-30-16,-5-15-101 16,-10-22-197-16</inkml:trace>
  <inkml:trace contextRef="#ctx0" brushRef="#br0" timeOffset="31153.37">17608 5591 806 0,'0'0'47'0,"0"0"39"15,0 0-74-15,0 0-12 16,0 0-10-16,17 142 8 16,-16-33 4-16,-1 17 0 15,0 7-2-15,-1 4 0 16,-7-5 0-16,1-14 0 15,-5-14 0-15,0-17-43 16,2-24-9-16,7-28-92 16,3-30-152-16</inkml:trace>
  <inkml:trace contextRef="#ctx0" brushRef="#br0" timeOffset="31488">17981 5975 802 0,'0'0'3'0,"27"-80"2"16,-18 56 1-16,-4 9-2 15,-4 6 2-15,-1 4 6 16,0 5-12-16,-10 0-1 16,-14 20-15-16,-11 26 13 15,-4 21 3-15,0 18 0 16,3 12-1-16,6 4-11 15,15-9-18-15,5-17 26 16,8-22-6-16,2-22 5 16,0-17 4-16,0-11 1 0,-9-3 126 15,-16 0-9-15,-19-13-111 16,-14 0-6-16,-2-1-20 16,13 3-26-16,15 6 6 15,20 1-21-15,12 0-61 16,26-1-90-16</inkml:trace>
  <inkml:trace contextRef="#ctx0" brushRef="#br0" timeOffset="31721.7">18450 6053 816 0,'0'0'6'0,"-80"-33"32"0,48 33 1 15,5 8-38-15,5 20-1 16,2 12-1-16,5 7 0 16,5 10 1-16,5 4 0 15,5-1 0-15,4-6-7 16,24-10-49-16,19-14-70 16,15-20-8-16,9-10 17 15,11-20-92-15,3-22 28 16</inkml:trace>
  <inkml:trace contextRef="#ctx0" brushRef="#br0" timeOffset="33033.95">18854 6146 269 0,'0'0'127'0,"9"-139"39"0,-36 78-13 16,-6 9-40-16,6 18 6 15,14 16-34-15,6 12-30 16,4 6-55-16,3 28-22 16,-3 19-6-16,-2 22 25 15,3 14 6-15,2 8-6 16,0-3-12-16,0-9-11 15,10-19-28-15,3-19 13 16,-5-18 7-16,-1-12 1 16,0-11 29-16,8-7 4 15,3-22 21-15,8-5-10 16,-6-2 7-16,-4 5 12 16,-6 8-20-16,-4 10-5 0,-3 8 9 15,-2 5-11 1,0 0-3-16,6 0-9 0,3 5 6 15,3 9 3-15,8 3-1 16,1 0-1-16,3-1-15 16,3-10-10-16,3-6 8 15,8 0 19-15,3-15-2 16,1-12 2-16,0-6-19 16,-8-4-5-16,-12-1 24 15,-12 1 6-15,-11 3 11 16,-8 6-3-16,-17 6 2 15,0 13 7-15,-2 9-13 16,0 11-10-16,-2 21-2 16,1 13 0-16,0 4 2 0,7 7-1 15,10-1 1-15,11-6-3 16,13-10-5-16,36-16-16 16,30-19 9-16,28-4 14 15,19-23-41-15,2-15 31 16,-11-10-158-16,-19-10-8 15,-25-3 146-15,-18-2-14 16,-16 0 45-16,-14 6 49 16,-13 2-16-16,-8 5 80 15,-4 7 84-15,0 11-66 16,0 12-31-16,0 14-53 0,0 6-47 16,0 23-63-1,0 21 28-15,-6 20 35 16,-2 14 0-16,0 3 0 15,8-5-2-15,0-15-15 0,12-15-6 16,5-17 12-16,-6-16 1 16,-5-6 9-16,-6-7 1 15,0-3 26-15,0-19 46 16,-6-9-72-16,-13-3 0 16,-3 4 1-16,5 12-1 15,5 8 0-15,3 10 0 16,-3 0-19-16,-5 22-11 15,-8 9 20-15,9 3 0 16,6 7-6-16,10-1-26 0,0-4 17 16,21-5 15-16,16-12 8 15,11-13 2-15,7-6 7 16,-6-6 1-16,-3-18 8 16,-8-7 8-16,-10-3 1 15,-7-3 9-15,-9 3-11 16,-8 6-7-16,-2 10-12 15,-2 9 3-15,0 6 4 16,0 3-11-16,0 0-9 16,1 0-7-16,2 3-7 15,4 11 20-15,4 1 2 16,1 2 2-16,3-2-1 16,-1-6 0-16,0-4 0 0,-2-5 3 15,-2 0 1-15,-2 0-1 16,-3-3 0-16,1-2-2 15,-3 1-2-15,1 2 0 16,2 0 0-16,0 0 1 16,6 2-7-16,9 0 2 15,9 0-13-15,7 3-28 16,10 1 11-16,6-3-53 16,2-1-14-16,0-6 28 15,-7-19 51-15,-12-6-4 16,-11-6 27-16,-14-9 45 15,-8-3 41-15,-3-6-10 0,-2-5 5 16,-13 6-16 0,0 8 1-16,5 17 5 0,5 15-29 15,4 11-42-15,1 3-2 16,0 20-39-16,0 21-4 16,0 20 45-16,0 16 1 15,9 5-1-15,7-3-5 16,7-7-26-16,-4-15-19 15,-1-13-8-15,-9-15-56 16,-9-13 23-16,0-14-54 16,-6-2-269-16</inkml:trace>
  <inkml:trace contextRef="#ctx0" brushRef="#br0" timeOffset="33335.64">20979 6224 882 0,'0'0'24'0,"0"0"-11"16,0 0-13-16,102-50 0 16,-72 37 2-16,-5-3-1 15,-8-1 4-15,-4 0-4 16,-6-2 0-16,-5 0 1 16,-2 1-2-16,0 2-7 15,-14 6-25-15,-14 7-9 16,-11 3-1-16,-9 13 5 15,-11 18 21-15,-6 8 7 16,1 6-1-16,8 6-5 0,17-1 10 16,24-1-1-16,15-6-9 15,35-8 4-15,32-6 11 16,24-10 7-16,13-7-7 16,-4-9-17-16,-12-3-145 15</inkml:trace>
  <inkml:trace contextRef="#ctx0" brushRef="#br0" timeOffset="33519.82">21433 6348 852 0,'0'0'0'0,"0"0"-24"0,-20 80 24 15,3-37 0 1,-5 6 1-16,-8 4 0 0,-5-2 2 15,-4 4-2-15,-6-4-1 16,-4 1-37-16,6-10-206 16</inkml:trace>
  <inkml:trace contextRef="#ctx0" brushRef="#br0" timeOffset="34866.94">21976 6007 166 0,'0'0'136'15,"0"0"-99"-15,0 0 39 16,0 0-33-16,0 0 10 0,0 0 4 16,46-60 4-1,-35 40 5-15,-3-4 2 0,-2 1-26 16,-3 2 0-1,-3 3-16-15,0 0-17 0,-25 6-9 16,-12 2-2-16,-15 8-4 16,-5 2 3-16,3 14-3 15,14 18 2-15,15 14-19 16,16 7 2-16,9 4 9 16,3 4 4-16,22-7-12 15,6-5 15-15,7-9 0 16,-1-7 2-16,-2-5 6 15,-13-5-5-15,-9-5 2 16,-13-1-2-16,0 0-8 0,-29-3 10 16,-17 1 1-16,-10-3 7 15,-4-3-3-15,5-4-1 16,9-2 1-16,13-3 5 16,14 0 6-16,8 0-14 15,11 0-2-15,15 0-52 16,37-2-103-16,28-18-237 15</inkml:trace>
  <inkml:trace contextRef="#ctx0" brushRef="#br0" timeOffset="35914.82">22332 6133 359 0,'0'0'182'0,"0"0"-78"15,0 0 49-15,0 0-135 16,0 0-18-16,0 0-6 15,-26 24 6-15,26-5 0 16,16 0 0-16,9-4 2 16,3-4 5-16,7-3-4 15,-1-8 0-15,-3 0 6 16,-7 0-3-16,-9-11 2 16,-7-2 15-16,-8-1-8 15,0-1 2-15,-28 1-14 16,-19 3-3-16,-14 6-3 15,-5 5 2-15,8 8-2 16,11 19 1-16,14 7-6 16,13 8 3-16,11 5 1 0,9 6-11 15,20 1 4-15,29-6-24 16,19-7-22-16,17-12-21 16,11-17-32-16,1-12 63 15,-2-10 31-15,-9-21 16 16,-16-5 11-16,-19-3 12 15,-16 1 2-15,-16 6 35 16,-17 1-24-16,-2 2 21 16,-26 2 4-16,-11 5-44 15,0 8 6-15,7 11-5 16,11 3-18-16,1 17-2 16,3 15-1-16,0 7 0 0,9 8-3 15,6 2 6-15,0-3 0 16,5-5 0-16,15-10-2 15,1-16 1-15,-1-12 1 16,5-3 13-16,-1-8 24 16,6-21 1-16,2-7-35 15,-2-6-3-15,-3-5-4 16,-9 1-14-16,-3 0-20 16,-5 0 13-16,-3 2 10 15,-4 8 15-15,4 9 8 16,-4 10 6-16,1 10 7 15,-2 5 6-15,1 2-27 16,1 0-9-16,2 16 4 0,3 9 4 16,-3 9-2-16,-4 7 0 15,-2 9 3-15,0 12 3 16,0 10-1-16,0 8 3 16,0 6 0-16,0 5-3 15,0 2 0-15,0-6-2 16,0-7 2-16,3-22-2 15,6-25-2-15,-1-17-3 16,-5-16 5-16,-1-3 11 16,1-30 18-16,0-23-29 15,0-17 0-15,-1-12-1 16,-1-6-6-16,2-4 4 0,4 2-3 16,1 2-2-16,2 9 5 15,5 13 0 1,9 15-25-16,8 13 4 0,6 12 2 15,-4 12 22-15,-5 13 5 16,-6 4 3-16,-6 19-8 16,-2 20-5-16,-6 8 5 15,-8 7 0-15,-1-1 2 16,-12-2-1-16,-13-6 1 16,-2-8-1-16,0-11 1 15,1-6-1-15,2-7 1 16,1-9 1-16,-1-4 3 15,1 0 0-15,2-6 6 16,6-8-12-16,10 5-30 16,5-3-103-16,24 2-271 0</inkml:trace>
  <inkml:trace contextRef="#ctx0" brushRef="#br0" timeOffset="36231.62">23534 6384 641 0,'0'0'55'16,"0"0"22"-16,0 0-40 16,0 0-11-16,87-60 1 15,-68 40-7-15,-1-1 2 16,-3-4 1-16,-6-4 6 16,-8-1-13-16,-1-3-10 15,-11 0-6-15,-12 10 0 0,-5 8 1 16,-2 12-1-16,-3 3-6 15,-3 28-5-15,2 14-5 16,6 13 7-16,10 8-2 16,15 4-3-16,6-6-15 15,42-13-7-15,24-15 22 16,11-13 14-16,0-14-1 16,-6-6 1-16,-7-4-52 15,3-21-66-15,-5-7-66 16,-8-11-110-16</inkml:trace>
  <inkml:trace contextRef="#ctx0" brushRef="#br0" timeOffset="36498.47">24138 5825 726 0,'0'0'28'16,"17"-106"69"-16,-11 72-23 15,-2 15-20-15,-2 13-24 16,-2 6-18-16,1 1-12 15,4 34-19-15,-3 26 11 16,0 32 5-16,-2 28 2 16,0 21 2-16,-14 6-2 15,-4-1 2-15,1-10-1 16,-2-6 1-16,-2-7 0 16,0-15 0-16,4-15-1 0,4-25-23 15,7-21-28-15,3-16-21 16,-1-18-82-16,4-14-105 15</inkml:trace>
  <inkml:trace contextRef="#ctx0" brushRef="#br0" timeOffset="37613.34">24374 6131 276 0,'0'0'119'0,"0"0"52"16,0 0-44-16,0 0-49 16,0 0-53-16,-13-74-25 15,-17 74-2-15,-6 0-3 16,-3 18 4-16,1 14 1 15,3 13-5-15,10 10-6 16,7 10-1-16,8 1 5 0,10-4 7 16,0-6 0-1,17-14-3-15,3-11 3 0,-8-11 2 16,-6-8 0-16,-3-8 4 16,-3-4-4-16,0 0 25 15,0 0 15-15,-15-1 11 16,-11-10-39-16,-3 0-13 15,2 0 1-15,8 2-2 16,7 4-8-16,8 3-22 16,4 2-22-16,16 0-88 15,24 0 34-15,15 0 89 16,7-2 9-16,3-3 8 0,-6-5 11 16,-12-2 23-16,-14 0 23 15,-14-3 58-15,-12 3-39 16,-5-1-19-16,-2 2-37 15,0 1 1-15,0 5-7 16,-3 3-9-16,-3 2-5 16,-5 5-3-16,-5 21-8 15,-8 16 10-15,-3 15-1 16,5 14 2-16,1 8-1 16,5 9 1-16,6-1 3 15,5-6-2-15,2-12 0 16,0-19 1-16,1-19-2 15,1-19-4-15,1-12-2 0,-2-1 6 16,2-31 39 0,0-19-39-16,0-20-15 0,0-10 11 15,0-7 3-15,0 2 0 16,0 6 0-16,0 9-4 16,12 9-3-16,9 14-5 15,9 14-7-15,4 16 6 16,5 11 1-16,0 7 8 15,-4 3 1-15,-9 20 3 16,-8 9 0-16,-15 5-5 16,-3-3-3-16,-8-1 0 15,-16-5 1-15,-4-5 8 16,-2-3 1-16,-1-6 2 16,0-1 2-16,-1-7-1 15,5 0-4-15,11-4-42 0,12-2-177 16,4-3-332-16</inkml:trace>
  <inkml:trace contextRef="#ctx0" brushRef="#br0" timeOffset="38462.66">24635 6541 460 0,'0'0'249'15,"0"0"-198"-15,0 0-13 16,0 0-28-16,0 0 4 15,0 0 2-15,8-15-3 16,3 9-10-16,2-3 0 0,-4-2 4 16,2 2 20-16,-6-1-10 15,-4 1-5-15,-1 3-10 16,0 1 0-16,0 3-2 16,0 2-5-16,-4 0-20 15,-9 13-31-15,2 8 44 16,3 8-10-16,7 0-20 15,1 1 13-15,9-4-3 16,19-12 4-16,5-11 27 16,5-3 1-16,-1-12 45 15,0-15 13-15,0-5-16 16,-1-6-22-16,0 1-5 16,-5 4-13-16,-7 2 9 0,-6 11-6 15,-10 8 0-15,-1 7 19 16,-7 5-10-16,0 0-14 15,0 0-7-15,0 4-9 16,0 12-8-16,0 3 19 16,0 1-1-16,-1-3 5 15,-5-6 1-15,1-5 3 16,2-4-3-16,3 0 0 16,0-2 0-16,-2 0-3 15,-5 0 3-15,-3 0 5 16,-4 0 2-16,-2 0-5 15,1 0-2-15,0 1-6 0,2 10-1 16,4 6 0 0,3 5-7-16,6 2 1 0,0 5-7 15,25-3 0 1,11-6 1-16,10-10 19 0,0-10 1 16,2 0 4-16,-6-13 5 15,-3-10 7-15,-5-2 6 16,0-2-7-16,-11 1 7 15,-4 1-15-15,-8 1-5 16,-7 5 1-16,-4 3-4 16,0 8 1-16,0 3 1 15,0 5-4-15,0 2-19 16,0 18-76-16,0 13 75 16,0 11 21-16,0 5 1 0,-3-1 0 15,-5-5 1-15,1-12 3 16,-1-13-1-16,2-9 17 15,2-6 16-15,-5-3 12 16,-10 0-11-16,-15 0-3 16,-11-5-31-16,0-6 5 15,11 0-4-15,14 5-4 16,8 3-19-16,12 2-72 16,0-6-222-16</inkml:trace>
  <inkml:trace contextRef="#ctx0" brushRef="#br0" timeOffset="39333.63">24667 6475 72 0,'0'0'236'0,"0"0"-125"15,0 0-48-15,0 0-10 16,0 0-8-16,0 0 6 16,-3-26-31-16,4 19-20 15,13-1 6-15,3 2-7 16,0-2 2-16,-4 2 4 16,-5 5-2-16,-7 1 4 15,-1 0-7-15,0 0-7 16,0 12-2-16,-9 8 1 15,-13 4 8-15,-9-1 2 16,-4 5 3-16,-1-2-5 0,4-4 1 16,6-2-1-16,7-7 3 15,4-3-3-15,0-4 1 16,-1-2-1-16,1-1-10 16,6-3-135-16,9 0-268 15</inkml:trace>
  <inkml:trace contextRef="#ctx0" brushRef="#br0" timeOffset="40526.78">24665 6462 57 0,'0'0'24'0,"0"0"-2"16,0 0 13-16,0 0-25 0,0 0 3 15,0 0-8 1,0 10 45-16,2-10-29 0,10 0 41 15,2 0 8-15,3 0 11 16,0-2-30-16,1-7-14 16,-1 0 15-16,-2-3 3 15,-5 2-30-15,0 0 5 16,-3 1-18-16,-4 2-7 16,-3 2-5-16,0 1 0 15,0 0-5-15,0-1 3 16,0 1-4-16,-6 1-6 15,-5 2-23-15,-4 1 26 0,-4 0-1 16,-5 1 10 0,1 11 0-16,0-1-2 0,2 1 2 15,2 2 0-15,7-2-1 16,1 1-2-16,4 3 2 16,4-1 1-16,3 1-2 15,0 4 4-15,0-4-3 16,3 2 1-16,15 2-2 15,4-2 2-15,6 1-49 16,4-9-72-16,-1-5-196 16</inkml:trace>
  <inkml:trace contextRef="#ctx0" brushRef="#br0" timeOffset="41225.39">25281 6863 563 0,'0'0'179'16,"0"0"-44"-16,0 0-72 0,0 0-14 15,0 0-34-15,0 0-15 16,3-18-6-16,-3 18-11 16,0 0-26-16,-3 13-76 15,-19 2-22-15,-4-8-74 16</inkml:trace>
  <inkml:trace contextRef="#ctx0" brushRef="#br0" timeOffset="43824.51">3303 6006 369 0,'0'0'28'0,"0"0"34"16,0 0 24-16,3-77-21 0,-3 65-17 16,0 0-13-1,-3 2-7-15,-8 1 15 0,-1 3-29 16,0 1 9-16,0 5-20 15,-11 9-3-15,-3 32-8 16,-20 31 7-16,-27 37 0 16,-21 31 1-16,-19 28-2 15,-20 25 2-15,-6 17 2 16,3 6 0-16,11-6-2 16,18-18 0-16,17-23 1 15,14-24 3-15,18-22-2 16,4-17-2-16,8-20 1 15,3-19-1-15,7-24 2 16,3-16-2-16,5-13 3 16,1-8 2-16,0-3-2 0,2-3-2 15,4 0-1 1,12-14-64-16,9-25-142 0</inkml:trace>
  <inkml:trace contextRef="#ctx0" brushRef="#br0" timeOffset="44723.5">3413 5849 239 0,'0'0'126'0,"0"0"-43"16,0 0 31-16,0 0 33 16,0 0-77-16,0 0-52 0,63-41-18 15,-20 97-5-15,14 29 4 16,10 33 1-16,12 27 12 16,13 20-7-16,9 14 4 15,9 3-6-15,-2-9-1 16,-5-12 0-16,-4-14 2 15,-8-21-4-15,-5-14 2 16,-7-13-1-16,-7-15 1 16,-8-9-1-16,-10-8 1 15,-12-10-2-15,-14-13-5 16,-7-8-23-16,-12-12-28 16,-6-9-3-16,-3-6-14 0,0-9-41 15,-18-3-150 1</inkml:trace>
  <inkml:trace contextRef="#ctx0" brushRef="#br0" timeOffset="45724.73">1719 8243 80 0,'0'0'248'0,"0"0"-187"16,0 0 9-16,0 0-28 16,0 0-1-16,0 0 9 15,0 0-32-15,-54-40 18 16,54 38 26-16,0 2-12 16,0 0-50-16,37 0-3 15,27 0 3-15,36-2 0 16,36-3 2-16,31-7-1 0,34-5 2 15,25-12-2-15,19-6 0 16,15-5-1-16,-11 1-11 16,-7 3 11-16,-21 3 0 15,-20 2 0-15,-19 3-3 16,-30 2 3-16,-33 5 0 16,-33 5 0-16,-33 6 1 15,-24 5 11-15,-18 2 4 16,-8 3 16-16,-3 0 4 15,0 0-18-15,0 0-5 16,0 0 7-16,0-2 2 16,-11 1-11-16,1-5-9 15,3 4-2-15,0 0 0 0,4 2-1 16,3 0 0-16,0 0-30 16,-5 0-73-16,-8 4-62 15,-14-1 15-15</inkml:trace>
  <inkml:trace contextRef="#ctx0" brushRef="#br0" timeOffset="46387.68">1642 6612 372 0,'0'0'102'16,"0"0"-13"-16,-108-27-25 15,67 27 8-15,-3 0-41 16,-1 10-11-16,-1 9 10 16,1 8-10-16,5 11-12 15,7 10-3-15,12 9-4 16,11 9 1-16,10 12-1 16,0 2 1-16,23-9 0 15,15-13-2-15,15-21 0 16,19-24-11-16,23-13-12 15,21-38 11-15,20-29-64 16,-1-18-195-16</inkml:trace>
  <inkml:trace contextRef="#ctx0" brushRef="#br0" timeOffset="47088.38">2608 8574 449 0,'0'0'3'16,"0"0"27"-16,119-12 54 0,-48-5-35 15,15-7 14-15,12-3-48 16,8-6 4-16,6 0-4 16,-5 2-10-16,-7 3-1 15,-16 4-2-15,-16 6-2 16,-23 5-9-16,-20 6-55 16,-25 6-90-16,-10 1-169 15</inkml:trace>
  <inkml:trace contextRef="#ctx0" brushRef="#br0" timeOffset="47247.28">3082 8511 321 0,'0'0'45'0,"0"0"85"0,9 74-39 16,6-37-54-16,3 6 11 16,6 7-18-16,4 7-21 15,5 6-5-15,1 5-2 16,-4 1-2-16,-5-12-87 15,-10-17-247-15</inkml:trace>
  <inkml:trace contextRef="#ctx0" brushRef="#br0" timeOffset="48968.17">4568 6382 332 0,'0'0'62'15,"0"0"-15"-15,0 0 38 0,43-75 17 16,-30 48-12-16,-2-2-74 16,-5 0 31-16,-6 5 10 15,0 0-33-15,-5 7-24 16,-20 6-1-16,-11 10-7 15,-9 1-2-15,-7 23 1 16,0 12 1-16,16 8-4 16,13 6-19-16,23 2-22 15,2 0 22-15,26-3 13 16,7-5 3-16,3-8 11 16,0-7 1-16,-4-6 3 15,-8-7 1-15,-4-4 2 0,-12-1-3 16,-8-1-1-16,-2-1-18 15,-9 4 19-15,-18 0 16 16,-12 1-3-16,-2-2 1 16,-1-3-6-16,0 0 5 15,9-4-3-15,5-2 11 16,14 1-17-16,7-3-4 16,7 0-16-16,3 0-87 15,25-17-150-15</inkml:trace>
  <inkml:trace contextRef="#ctx0" brushRef="#br0" timeOffset="52083.55">4866 6361 345 0,'0'0'116'0,"0"0"2"15,0 0 13-15,0 0-79 16,0 0 2-16,0 0-28 16,0 0-26-16,-36-17-3 0,29 40-2 15,2 14 5-15,2 11 2 16,3 3-2-16,0-1 0 16,4-4-5-16,11-10-21 15,-1-11-22-15,10-14 0 16,6-11 12-16,7 0 25 15,12-23 8-15,9-10-26 16,-1-4-36-16,-10-2 34 16,-12 5 31-16,-19 4 8 15,-16 8 11-15,0 2 70 16,-22 6-30-16,-2 6 3 16,3 8-32-16,3 0-17 15,6 14-13-15,-2 17-5 16,3 2 2-16,6 3 2 0,2-2 1 15,3-6-1-15,0-6 1 16,0-7 1-16,2-8-1 16,1-7 1-16,3 0 4 15,5-10 41-15,8-21 19 16,3-8-65-16,-2-4-16 16,-4 1-13-16,-13 4-5 15,-3 5-30-15,0 5 33 16,0 8-10-16,-3 3-4 15,0 3 45-15,3 2 3 16,0 4 16-16,0 3 1 16,6 3-3-16,6 2-17 15,4 0-2-15,1 0 1 0,1 15 0 16,-2 0 0-16,-1 9 1 16,-3 7-1-16,0 9 1 15,-3 13 0-15,-3 12 2 16,-3 12 5-16,-1 7 1 15,-2 3 10-15,0 6-11 16,0-4-2-16,-2-6-3 16,-1-11 1-16,3-21-1 15,0-21 0-15,0-16 2 16,0-14-2-16,0-5 54 0,-2-29 38 16,2-22-92-1,-1-19-2-15,1-11-12 0,0-5 12 16,0 0-1-16,-3 8 0 15,1 9-2-15,1 6-9 16,1 17-32-16,1 9-43 16,22 11 18-16,7 10 43 15,2 11 25-15,1 10 2 16,-3 0-2-16,4 17 5 16,1 14-3-16,-8 5-1 15,-1 3 0-15,-15 0 2 16,-8-5 3-16,-3-6-4 15,-5-8 3-15,-11-6 5 16,-8-6 2-16,-7-6 12 16,-3-2 17-16,2 0-16 0,2-12-11 15,8 0-7-15,10 3-6 16,12 1-4-16,0 1-126 16,27-8-303-16</inkml:trace>
  <inkml:trace contextRef="#ctx0" brushRef="#br0" timeOffset="52415.29">5810 6500 622 0,'0'0'49'0,"0"0"-5"15,0 0-30-15,0 0-14 16,0 0 2-16,0 0-1 0,58-61 7 15,-44 45 10-15,-4 1 27 16,-6-2 9-16,-4 1-15 16,0 2-30-16,-3 1 3 15,-17 8-10-15,-3 3-4 16,-2 2 1-16,-2 9-8 16,2 19-2-16,8 5-4 15,8 6 9-15,9 2-3 16,0 0 2-16,20-2-4 15,23-8-4-15,17-14 2 16,13-15 3-16,13-2-4 16,2-14-40-16,-10-19-125 15,-11-9-320-15</inkml:trace>
  <inkml:trace contextRef="#ctx0" brushRef="#br0" timeOffset="52700.36">6255 5920 583 0,'0'0'129'0,"0"0"9"15,0 0-66-15,0 0-64 0,0 0-8 16,0 0-15-16,0 122 15 15,-8-18 0-15,1 13 0 16,2 2 0-16,5-6 1 16,0-9 1-16,0-9 0 15,5-12-2-15,2-11-15 16,6-17-36-16,1-21-72 16,7-27-107-16</inkml:trace>
  <inkml:trace contextRef="#ctx0" brushRef="#br0" timeOffset="53499.36">6587 6113 509 0,'0'0'26'15,"0"0"22"-15,0 0-3 16,0 0 27-16,24-72-27 15,-24 72-45-15,-11 7-12 16,-13 22 8-16,-10 21 4 16,-2 16 1-16,4 10 0 15,9 5-2-15,13-3-11 16,10-6-13-16,0-12 12 16,10-11 7-16,4-15 5 15,1-15 1-15,-11-11 0 16,-4-7 0-16,0-1 83 0,-6 0 52 15,-18-13-80-15,-10-4-55 16,-5 0-3-16,2 2-1 16,7 1-13-16,11-3 7 15,16 2 0-15,4-5-13 16,35-3-61-16,19-5 8 16,14 0 38-16,3-2 16 15,3 0 0-15,-4 3 22 16,-13 3 1-16,-18 7 10 15,-19 5 29-15,-13 7 60 16,-8 3-3-16,0 1-46 16,0 1-34-16,0 0-17 15,-11 8-7-15,-10 21-2 0,-9 17 9 16,-5 16 0 0,0 11 0-16,4 11 0 0,1 1 0 15,12-2 1-15,7-6 0 16,7-13-1-16,3-14-2 15,1-23-7-15,0-14-4 16,0-13 0-16,0-15 13 16,0-31 7-16,10-18-7 15,2-15-11-15,-5-2 5 16,-7 3-5-16,0 6-2 16,0 7 10-16,0 14 2 15,0 10-2-15,20 12-34 0,2 8-30 16,8 9 26-16,2 7 36 15,-3 5 5-15,0 5-1 16,-7 17-3-16,0 6 1 16,-11 6-2-16,-4-2 5 15,-7 0 0-15,-3-6-6 16,-22 0 1-16,-11-5 5 16,-1-3 14-16,1-5-1 15,8-4-11-15,7-2-2 16,9-6-21-16,12-1-183 15</inkml:trace>
  <inkml:trace contextRef="#ctx0" brushRef="#br0" timeOffset="54079.81">6966 6486 150 0,'0'0'189'0,"0"0"-36"16,0 0 3-16,0 0-48 16,0 0-83-16,0 0 15 15,0 0-16-15,36-80 8 16,-36 65-10-16,0 3-21 16,-8 3-1-16,-6 6-3 15,0 3 0-15,-2 0-32 16,-2 15-3-16,0 11 12 0,6 2 12 15,9 3-29-15,3 0 9 16,3-1 24-16,19-4-7 16,9-9 3-16,10-10 4 15,5-7 10-15,5-15 6 16,-5-16 2-16,-7-3 7 16,-3-7 9-16,-8-3-12 15,-4 3-11-15,-8 3 3 16,-4 6 17-16,-7 8-1 15,1 7 29-15,-5 10-34 16,1 4 4-16,-1 3-19 0,-1 0-5 16,3 1-4-1,0 13-2-15,3 2 9 0,-6 6-2 16,0 0 1-16,0 2-2 16,-22 3 5-16,-4-1 3 15,-4-1 0-15,4 0 2 16,2-3-5-16,9-1-2 15,9 0-13-15,3 1-4 16,3-2 5-16,0-4 3 16,22-1-7-16,16-8 14 15,14-7 4-15,4 0-7 16,3-13-12-16,-7-11-43 16,-7-4-66-16,-11-4-301 15</inkml:trace>
  <inkml:trace contextRef="#ctx0" brushRef="#br0" timeOffset="54266.46">7558 6449 656 0,'0'0'131'16,"0"0"-40"-16,0 0-30 15,0 0-2-15,0 0-28 16,0 0-30-16,-3 0-1 15,3 1-8-15,0-1-36 16,0 0-75-16,7-5-394 16</inkml:trace>
  <inkml:trace contextRef="#ctx0" brushRef="#br0" timeOffset="57995.46">2673 7224 113 0,'0'0'103'16,"0"0"64"-16,0 0-55 15,-24-75 15-15,11 58-33 0,-2 7-14 16,-1 1-30-16,2 5-23 16,1 2-11-16,4 2-11 15,4 0-5-15,1 10-2 16,-6 19-2-16,5 15 4 16,-1 14 3-16,3 5-3 15,3 3 1-15,0-1 0 16,0-8-1-16,12-11 3 15,6-9-3-15,4-13 0 16,3-12-2-16,5-10 1 16,3-2 1-16,12-33 5 15,7-18-5-15,-4-12-19 16,-8-3-3-16,-17 1 17 16,-16 8 4-16,-7 1 1 0,-18 8 2 15,-16 8-2-15,-10 12-2 16,-5 18-2-16,-1 10-6 15,5 7-6-15,7 23 6 16,13 7 5-16,10 6 0 16,11 11 2-16,4 5 2 15,4 3 2-15,22-4-1 16,8-7 6-16,9-10-1 16,8-11-3-16,17-12 3 15,8-12 0-15,8-6-5 16,1-10-65-16,-13-26-249 15</inkml:trace>
  <inkml:trace contextRef="#ctx0" brushRef="#br0" timeOffset="59060.43">3002 7333 650 0,'0'0'131'16,"0"0"-62"-16,0 0-66 15,0 0-2-15,0 0-2 16,0 0 1-16,80 67 0 0,-55-43 0 16,0-1 2-16,-2-3-1 15,1-3 0-15,-2-4-1 16,-3-6 0-16,0-4-1 15,0-3-7-15,-1-1-14 16,-1-21-7-16,-3-6-14 16,-5-4 15-16,-9-1 28 15,0 3 0-15,-13 5 13 16,-4 5 45-16,2 8-47 16,6 7 38-16,6 5-32 15,3 0-17-15,0 17-17 16,11 10 16-16,14 4-2 15,8 2-4-15,6-5-2 0,2-7-22 16,3-8-28 0,-2-12 9-16,-2-1-36 0,-10-14-5 15,-4-11-9-15,-12-6-52 16,-4 5 135-16,-10 5 17 16,0 4 89-16,-7 5 29 15,-15 1-16-15,-4 6-38 16,5 1 21-16,8 4-5 15,6 0-38-15,7 4-42 16,0 16-1-16,0 2 1 16,14 2 0-16,3-4 3 15,1-3-1-15,-1-3 1 16,-7-7-1-16,0-4 1 16,3-3-2-16,-1-3 5 0,2-15 4 15,2-5-1-15,-4-2-1 16,-6 4 8-16,-6 7 0 15,0 4-3-15,-2 5-13 16,-9 5 0-16,0 0-5 16,1 9 1-16,5 11 1 15,4 1-5-15,1-1-1 16,0-3 4-16,18-3 0 16,5-7 2-16,-1-7 3 15,-2 0 0-15,-2-16 3 16,2-18 2-16,-3-15-4 15,-3 1-1-15,-5 0-5 16,-9 6 5-16,-4 4 0 0,-21 6 6 16,-3 11 11-16,0 11-14 15,4 10-3-15,5 14-3 16,4 18-5-16,10 10 8 16,5 3-3-16,0 6 3 15,14 1 0-15,11-3 0 16,11-6 1-16,8-10-1 15,1-11-1-15,3-10-2 16,-9-12 1-16,-9 0 1 16,-10-3 2-16,-11-14 1 15,-4-7 3-15,-5 1 0 16,0 0 18-16,-3 6-9 0,-9 9-14 16,-3 5 0-16,3 3-2 15,3 0-5-15,3 11 2 16,3 5-2-16,3 5 5 15,0 0 1-15,0 0 1 16,10-1-1-16,6-3-2 16,-4-3-9-16,1-4-28 15,-4-8-97-15,6-4-46 16,-3-28-296-16</inkml:trace>
  <inkml:trace contextRef="#ctx0" brushRef="#br0" timeOffset="59215.95">3734 7088 775 0,'0'0'17'15,"0"0"7"-15,0 0-24 16,0 0-68-16,0 0 45 16,62 105-32-16,-33-68-161 15,5-14-238-15</inkml:trace>
  <inkml:trace contextRef="#ctx0" brushRef="#br0" timeOffset="59741.67">3977 7204 592 0,'0'0'176'0,"0"0"-61"0,0 0-91 16,0 0-24-16,0 0 0 15,-9 98-1-15,27-60 3 16,0-1-2-16,4-3 0 15,0-6 0-15,4-9 0 16,-5-6-16-16,0-6-7 16,-4-7-4-16,-5 0 5 15,-4-9 15-15,-2-10-9 16,-6-3 5-16,0 1 11 16,-6 3 9-16,-14 4 7 15,3 9-8-15,6 5 24 16,2 0-20-16,8 11-12 15,1 11-3-15,0 4 3 16,8-1 1-16,12-5-1 0,10-7-2 16,8-5-3-16,0-8 5 15,-4 0 2-15,-10 0 2 16,-6-17 1-16,-5-7 3 16,-2 1-4-16,-5-1-2 15,-6 3-2-15,0 9 13 16,0 5 6-16,-3 7-8 15,-11 0-11-15,-5 19-7 16,-3 12 2-16,5 6 2 16,4 6 3-16,7 0-1 15,6 4 2-15,3 0-2 16,25-4 0-16,5-5 1 0,-3-8 0 16,-6-10-16-16,-12-7-30 15,-5-12-59-15,-7-1-53 16,0-24 93-16</inkml:trace>
  <inkml:trace contextRef="#ctx0" brushRef="#br0" timeOffset="59924.62">3934 7265 85 0,'0'0'422'16,"0"0"-382"-16,91-41 33 15,-45 27-12-15,3-1-25 0,3 3-27 16,2 6-9 0,-5 4-2-16,-3 1-65 0,-16-3-118 15</inkml:trace>
  <inkml:trace contextRef="#ctx0" brushRef="#br0" timeOffset="60274.54">2363 7925 441 0,'0'0'85'0,"0"0"76"16,0 0-79-16,0 0-15 15,0 0-22-15,0 0-45 16,57-75 1-16,14 58 6 16,18 1-7-16,7 3 2 15,9 4-1-15,8-3-2 16,8-2-2-16,7-1-1 16,9-4-14-16,-7-1-22 15,-8 3-2-15,-17 0-11 16,-19 4 12-16,-24 2-18 15,-18 5 16-15,-28 1-13 16,-16 4-24-16,-16 1-48 0</inkml:trace>
  <inkml:trace contextRef="#ctx0" brushRef="#br0" timeOffset="60438.56">3400 7722 618 0,'0'0'119'16,"0"0"-11"-16,0 0-42 16,0 0-27-16,0 0-38 15,0 0-1-15,19-27-63 16,-19 40-81-16,0 0-145 0</inkml:trace>
  <inkml:trace contextRef="#ctx0" brushRef="#br0" timeOffset="103249.35">9994 7856 106 0,'0'0'62'15,"0"0"56"-15,0 0-39 0,0 0 10 16,0 0-41-16,0 0 17 16,0-79-21-16,0 63 45 15,0 1-22-15,0 1-16 16,0 0-17-16,0 6-12 16,0 1-13-16,0 6 4 15,0 1-13-15,0 0-4 16,0 8-26-16,0 20-2 15,0 17 29-15,0 18 2 16,0 19-1-16,3 15-1 16,-3 7 3-16,0-2 4 15,0-10-3-15,-3-12-1 16,-4-13 0-16,-1-6 0 0,-2-15 1 16,1-5 0-16,-2-5-1 15,-1-4-1-15,-3 0-50 16,0-12-91-16,4-18-128 15</inkml:trace>
  <inkml:trace contextRef="#ctx0" brushRef="#br0" timeOffset="103751.32">9694 7679 474 0,'0'0'11'0,"103"-64"36"0,-37 35 11 15,5 2-11-15,2 4-10 16,3 8-10-16,-7 8-6 15,-5 7-19-15,-9 6 0 16,-11 22-2-16,-6 13-5 16,-17 13 0-16,-15 11-2 15,-6 10 7-15,-32 3 1 16,-18 0 0-16,-4-9 9 16,-4-13-5-16,6-13-4 15,10-14-1-15,6-9-3 16,8-3-14-16,4-3-49 15,9-2-77-15,5-8-166 0</inkml:trace>
  <inkml:trace contextRef="#ctx0" brushRef="#br0" timeOffset="104664.74">10446 8075 449 0,'0'0'98'16,"0"0"-9"-16,0 0-60 16,0 0-16-16,109 13 18 15,-76 23-2-15,-5 11-18 16,-6 3 25-16,-8 3-20 16,-7-2-7-16,-6-7-3 15,-1-10-2-15,0-10-4 16,0-12 4-16,0-6-1 0,0-4-2 15,0-2 13-15,0-2 64 16,0-21-11-16,0-11-67 16,0-9-39-16,8-3-16 15,14-1-16-15,11 3 7 16,8 6 2-16,2 6 26 16,-2 9 27-16,-6 9 9 15,-10 13 0-15,-8 1 7 16,-6 2-2-16,-5 18 7 15,-1 4 5-15,-2 7 9 16,-1 3-5-16,-2 2-7 16,1 3 0-16,2-3-1 15,4-2 0-15,3-2-8 0,8-9-1 16,7-6 5-16,12-9-3 16,6-8 20-16,5-9 8 15,0-18-27-15,-8-7 0 16,-8-2-5-16,-13-3 2 15,-12 0-2-15,-7-2-2 16,-7 3 3-16,-22 5-3 16,-7 5-6-16,-2 6-10 15,2 3-1-15,10 5 15 16,9 6 2-16,12 1 2 16,5 5-2-16,0 2 0 15,0 0-24-15,11 3-10 16,9 10 34-16,9 1 0 15,-1 1 1-15,0 2 2 0,-2 5 6 16,-4 5-5-16,-2 10-2 16,-6 10-1-16,-6 15 0 15,-8 14 15-15,0 9-4 16,-10 8-6-16,-7-2-5 16,-1-11 3-16,3-17-3 15,4-23 3-15,4-18-3 16,4-12 0-16,2-7 4 15,1-3 4-15,0-2 14 16,0-21-23-16,4-15-27 16,16-16-274-16</inkml:trace>
  <inkml:trace contextRef="#ctx0" brushRef="#br0" timeOffset="104964.4">11799 8232 469 0,'0'0'79'0,"0"0"43"16,0 0-42-16,0 0-32 16,0 0-9-16,0 0-24 0,0-31-15 15,-3 31-9 1,-12 2-9-16,-12 18-3 0,-11 7 10 15,4 8-11-15,6 0 5 16,10 1-4-16,7 1 19 16,10-6-6-16,1-2 1 15,9-7-2-15,24-10-12 16,17-10 0-16,22-2-5 16,12-21-75-16,1-17-95 15</inkml:trace>
  <inkml:trace contextRef="#ctx0" brushRef="#br0" timeOffset="105364.71">12103 8204 409 0,'0'0'113'15,"0"0"0"-15,0 0-98 0,0 0-14 16,0 0 4-16,0 0 6 16,-60 103 7-16,60-65 7 15,10 0-6-15,3-2-14 16,0-6 0-16,6-6-3 15,4-7 2-15,8-12-4 16,15-5 0-16,17-23 20 16,13-19-20-16,-1-10-68 15,-11-1 14-15,-18 0 54 16,-21 2 8-16,-20-2 68 16,-5-3-20-16,-15 1-27 15,-6 9 9-15,2 16 21 16,10 16-15-16,4 9-26 0,5 5-18 15,0 7-1-15,0 23-17 16,0 17 12-16,3 14 6 16,-1 10 1-16,-2 1-1 15,0 0 0-15,0-2 0 16,0-6-10-16,0-12 0 16,0-9-16-16,0-13-29 15,11-15-53-15,9-15-64 16,8-15-120-16</inkml:trace>
  <inkml:trace contextRef="#ctx0" brushRef="#br0" timeOffset="105515.54">12510 8135 634 0,'0'0'3'0,"0"0"32"0,76-88-28 16,-30 66 10-16,7 0 8 15,5 1-13-15,3 3-5 16,-1 4-7-16,-3 3-1 15,1 4-2-15,-3-3-95 16,-9-12-166-16</inkml:trace>
  <inkml:trace contextRef="#ctx0" brushRef="#br0" timeOffset="105692.01">11274 7788 534 0,'0'0'105'16,"0"0"-103"-16,144 0-4 15,-54 7 4-15,19 5-4 16,22 1-55-16,8-4-146 16</inkml:trace>
  <inkml:trace contextRef="#ctx0" brushRef="#br0" timeOffset="106880">11813 8269 306 0,'0'0'117'15,"0"0"-20"-15,0 0 3 0,0 0-42 16,0 0-29-16,0 0-18 15,4-16 3-15,-4 16-4 16,0 0-10-16,0 0-11 16,0 1-9-16,-7 19 8 15,-15 5 12-15,-5 6 5 16,-4 3 3-16,3-3-5 16,2-1-1-16,3-4-1 15,-2-4 3-15,-4-3-4 16,-5-5-38-16,4-6-97 15,3-8-37-15,4-7-204 16</inkml:trace>
  <inkml:trace contextRef="#ctx0" brushRef="#br0" timeOffset="107612.18">13959 7788 580 0,'0'0'66'0,"0"0"55"15,8-90-33-15,-3 75-47 16,-2 10-26-16,1 5-10 16,4 8-5-16,4 28-13 15,1 24 4-15,-4 23 9 0,-9 21 0 16,0 8 2-16,-4-2 0 16,-14-7 0-16,-3-19-2 15,0-23 1 1,9-23 0-16,2-23-1 0,8-13 1 15,2-2 11-15,-3-22 27 16,3-23-26-16,0-21-13 16,0-13-13-16,5-13-2 15,-1-3 9-15,-4 3-15 16,0 11-8-16,0 19-14 16,1 16-18-16,4 15 20 15,9 14 40-15,0 9 1 16,3 8 1-16,1 3-1 15,1 21-2-15,2 10-2 0,-2 8 1 16,-2 5 3-16,-5 6 12 16,-12-3-5-16,0-5-6 15,-8-6 4-15,-17-10-3 16,-5-2 11-16,-6-8-6 16,-4-2 0-16,1-5-7 15,0-5-53-15,8-7-178 16</inkml:trace>
  <inkml:trace contextRef="#ctx0" brushRef="#br0" timeOffset="108027.52">14320 8124 629 0,'0'0'123'0,"0"0"-112"16,0 0-11-16,0 0 0 15,0 0 2-15,0 0 22 16,11 111-2-16,-6-66-13 16,-2-2 0-16,-2-5-3 15,-1-10-4-15,0-11-1 16,0-9 0-16,0-2 2 16,0-6-2-16,0 0 9 15,0-3 34-15,0-19-1 16,0-9-43-16,21-12-75 0,15-1-82 15,13-2-112-15,5 5 46 16,1 5 202-16,-10 8 21 16,-8 9 81-16,-13 9 102 15,-11 6-26-15,-7 4-80 16,-3 2-77-16,1 18 0 16,-4 4 33-16,0 7-12 15,0 2-4-15,0 0-4 16,-9-2-5-16,-1-2-4 15,-1-3-4-15,-1-4-18 16,2-15-153-16,5-7-250 16</inkml:trace>
  <inkml:trace contextRef="#ctx0" brushRef="#br0" timeOffset="108177.76">14358 7796 875 0,'0'0'0'16,"0"0"-6"-16,0 0-38 16,0 0 35-16,105 107-65 15,-63-43-75-15,5-6-73 16</inkml:trace>
  <inkml:trace contextRef="#ctx0" brushRef="#br0" timeOffset="108761.16">14986 8176 797 0,'0'0'49'15,"0"0"10"-15,0 0-59 16,0 0-15-16,0 0 14 16,0 0-2-16,-15 110 3 15,15-61 2-15,3 2-2 16,18-5-2-16,9-8 2 15,4-14 3-15,-3-14 5 16,-6-8 0-16,-8-2 13 16,-3-9 15-16,-4-18 15 15,-2-7-40-15,-7-7-11 16,-1-1-20-16,-5 4-53 0,-14 8-20 16,1 5-13-1,4 3 61-15,1 7 44 0,7 6 1 16,2 5 43-16,4 4 40 15,0 0-83-15,13 5 0 16,11 12 1-16,9 8 20 16,6 1-9-16,3 4 3 15,1 6-6-15,0-3-6 16,-10 0-3-16,-6-6 0 16,-9-8-2-16,-9-10-35 15,-3-9-29-15,2-2 52 16,-1-22-7-16,5-8-19 0,-2-5 40 15,-2-3 37-15,2 2 6 16,2 4 1-16,1 9-25 16,1 8-10-16,2 7-9 15,-4082 10 0-15,8163 0-6 16,-4077 8 3-16,-4 16 2 16,1 12-1-16,-7 7-1 15,-5 8 2-15,-5 1 1 16,0-4 0-16,-2-10-5 15,-5-12-75-15,1-20-33 16,1-9-223-16</inkml:trace>
  <inkml:trace contextRef="#ctx0" brushRef="#br0" timeOffset="108919.46">15368 7749 727 0,'0'0'0'15,"0"0"-9"-15,0 0 8 16,0 0-9-16,0 0-9 16,98 62-30-16,-73-3-89 15,1-7-40-15</inkml:trace>
  <inkml:trace contextRef="#ctx0" brushRef="#br0" timeOffset="109460.13">15796 7928 722 0,'0'0'64'16,"0"0"76"-16,0 0-81 16,0 0-59-16,0 0-18 15,-13 92 17-15,13-30 1 16,15 4-2-16,4 0 0 16,5-3-29-16,1-8-17 15,1-12-11-15,3-18-35 16,7-17 28-16,7-8 57 15,-1-15 4-15,-6-13-2 16,-12-5 7-16,-14 0 52 16,-10 3 38-16,0 6-24 15,-1 8-9-15,-7 6-14 16,4 7-4-16,2 3-39 0,2 0-13 16,0 13-37-16,0 11 39 15,15 8 8-15,9 1 3 16,1 0-10-16,1-6-21 15,-5-10 4-15,0-6 11 16,1-11-4-16,1 0 20 16,0-18 5-16,-2-6 6 15,-6-1 25-15,-9 4-7 16,-5 6 0-16,-1 5 2 16,0 6-23-16,0 4-8 15,0 1-6-15,0 24-11 16,-4 16 17-16,-2 17-3 0,6 14 2 15,0 14 0 1,14 8 1-16,14 5 0 0,0-4 0 16,-4-5 0-16,-7-8-2 15,-8-15-28-15,-4-15-25 16,-3-22-12-16,-2-26-68 16,6-13 54-16,4-43 63 15</inkml:trace>
  <inkml:trace contextRef="#ctx0" brushRef="#br0" timeOffset="109666.23">15811 7937 491 0,'0'0'11'0,"85"-17"-1"16,-19 16 27-16,15-3 21 15,18-4 14-15,19-2-29 16,10 2-23-16,3 2-17 16,1 4-3-16,-7-4-57 15,-13-8-192-15</inkml:trace>
  <inkml:trace contextRef="#ctx0" brushRef="#br0" timeOffset="110908.43">17635 7800 753 0,'0'0'47'0,"0"0"-2"0,0 0-45 16,0 0-40-16,14 95 29 15,-19-18 3-15,-20 7 8 16,-2-4 3-16,0-13 1 15,8-20-2-15,10-15 3 16,4-18-3-16,5-10 8 16,0-4 70-16,0 0-23 15,0-17-9-15,17-14-48 16,8-13-27-16,11-8-7 16,-2-4-8-16,-3-1-28 15,-4 3 9-15,-10 10 43 16,-1 14 18-16,-8 14 0 0,-2 14 8 15,0 2-8-15,1 25-7 16,0 9 7-16,-1 6-2 16,1 3 2-16,1-7 0 15,2-4 2-15,3-6 0 16,3-8 2-16,2-11 9 16,5-5 13-16,5-2 2 15,2-20-3-15,-1-13-10 16,0-10-11-16,-7-8-1 15,-7-6-3-15,-5-2 0 16,-4 9 3-16,-4 14 10 16,1 18 22-16,-3 11-19 15,3 7-16-15,3 13-4 0,6 21-14 16,3 18 17-16,2 10 1 16,3 6-1-16,2 1-5 15,5-7-5-15,6-4-20 16,1-10-9-16,4-15-28 15,5-15 23-15,5-18 27 16,8 0 18-16,4-27 6 16,-6-9-1-16,-12-5 5 15,-16-1 34-15,-14 3 23 16,-12 6-16-16,0 11-22 16,0 8-12-16,-10 11 1 15,-1 3-18-15,-5 11-11 0,-6 17 9 16,4 7-2-16,3 1 0 15,4 1-5-15,10-2-4 16,1-9-7-16,0-6-1 16,19-11 11-16,6-9 10 15,4-1 9-15,1-21-1 16,-1-9 0-16,-9 1 18 16,-7-4-21-16,-12 2 26 15,-1 3-2-15,-8 6-11 16,-3 9-13-16,4 8-2 15,5 6-3-15,2 0-13 16,0 17-26-16,0 12 34 16,17 10 2-16,13 6-1 15,13 0 1-15,6-5 0 16,5-13-4-16,1-13-7 0,-1-14 14 16,-3-9 0-16,-1-20 0 15,-6-14-13-15,-7-6-5 16,-9-9-3-16,-11-4-2 15,-8-9 13-15,-9-2 7 16,-23 0 3-16,-23 5 4 16,4 14 11-16,6 16 31 15,14 19-8-15,14 16-5 16,4 3-33-16,4 23-39 16,0 23 13-16,0 27 26 15,0 17 0-15,0 16 0 16,7 0 1-16,16-7-1 0,11-14-32 15,4-15-14-15,0-16-31 16,-8-17-44-16,-8-19-66 16</inkml:trace>
  <inkml:trace contextRef="#ctx0" brushRef="#br0" timeOffset="111279.04">19310 8133 811 0,'0'0'31'0,"0"0"39"16,0 0-70-16,0 0-7 16,0 0 3-16,0 0 4 15,27 107-3-15,-27-58 3 0,0-5 1 16,0-4 0-16,0-8 2 16,0-9-3-16,0-7 3 15,0-9-3-15,0-5 0 16,0-2 0-16,18-21-3 15,10-13-1-15,8-11-29 16,1-2 10-16,1 1 11 16,-9 9 12-16,-4 8 0 15,-8 9 3-15,-8 11 3 16,-7 5 25-16,1 4-31 16,-3 4-1-16,0 19-10 15,0 12 6-15,0 7 2 0,-5 4 3 16,-5 4 1-16,-1 0-1 15,3-5 2-15,5-12-2 16,3-11-35-16,0-22-125 16,6-5-190-16</inkml:trace>
  <inkml:trace contextRef="#ctx0" brushRef="#br0" timeOffset="111431.97">19542 7781 447 0,'0'0'0'0,"32"91"-10"0,-17-20-24 15,5 1-90 1,20-6-155-16</inkml:trace>
  <inkml:trace contextRef="#ctx0" brushRef="#br0" timeOffset="111790.97">20396 8188 747 0,'0'0'83'0,"0"0"-47"16,0 0-36-16,-120 45 0 15,37-4 2-15,-5 3 0 16,9 2-2-16,11-4-2 16,5-6 0-16,11-8-2 15,16-12-4-15,18-10-28 16,15-6-28-16,3-7 54 0,12-21-93 15,16-15-86-15,7-7 65 16,-3-4-28-16,0 4 92 16,-5 5 60-16,-8 15 179 15,-3 13 32-15,-3 12-69 16,-2 5-94-16,1 10-47 16,3 18 5-16,-4 11 5 15,2 12 4-15,0 9 5 16,3 3-5-16,4 1-7 15,12-5-3-15,3-10 1 16,3-9-6-16,0-14-12 16,-8-10-73-16,-9-16-54 15,-4-4-138-15</inkml:trace>
  <inkml:trace contextRef="#ctx0" brushRef="#br0" timeOffset="112045.62">18460 7695 785 0,'0'0'1'0,"85"-17"-2"16,-18 17 2-1,12 0 10-15,9 0 6 0,7 5-5 16,6 8-8-16,5 6-4 16,4 4-8-16,-4-4-150 15,-11-11-276-15</inkml:trace>
  <inkml:trace contextRef="#ctx0" brushRef="#br0" timeOffset="112692.02">13557 8831 408 0,'0'0'38'15,"-80"-24"63"-15,59 16-17 16,8 3-31-16,10 5 32 16,3-2-32-16,0 2-21 15,0 0-5-15,3-3-27 16,36 1 2-16,30-3-2 16,40-2 3-16,42 3 1 0,41-2-3 15,44-1-1-15,38 2 3 16,19 1-3-16,2 1-24 15,-14 0-30-15,-25 1-39 16,-35 0 18-16,-37 1-32 16,-37 1 59-16,-40-3-18 15,-34-2-82-15,-34-6-62 16</inkml:trace>
  <inkml:trace contextRef="#ctx0" brushRef="#br0" timeOffset="112856.1">16985 8620 964 0,'0'0'3'16,"0"0"-3"-16,0 0 0 16,0 0-60-16,0 0-151 15,0 0 37-15,-49 12-220 16</inkml:trace>
  <inkml:trace contextRef="#ctx0" brushRef="#br0" timeOffset="116619.86">8781 9457 434 0,'0'0'40'0,"0"0"62"16,3-76 18-16,-3 58-66 15,0 2-25-15,-9 3 0 16,-7 3-8-16,-2 3-5 15,-5 7-2-15,-6 0-14 16,-13 19-5-16,-9 17 4 16,-11 11 1-16,2 9-1 15,8 8 2-15,13 7-2 0,12 1-1 16,14 1-2 0,10-4-29-16,3-8-8 0,10-10-10 15,23-15 8-15,21-14-25 16,19-17 19-16,16-5 28 15,10-17 2-15,-2-14 19 16,-11-3 1-16,-20 2 23 16,-23 2 47-16,-25 7 39 15,-18 6 10-15,0 6-64 16,0 7-49-16,-3 4-7 0,-8 0-10 16,-3 15-2-1,2 12-1-15,-1 6 10 0,11 0 2 16,2 0-1-1,0-5 2-15,0-3 1 0,15-5 1 16,1-8-1-16,5-5 4 16,-3-6-3-16,1-1 4 15,5-8 5-15,-2-18-5 16,2-5-2-16,-10-2-3 16,-5 3-1-16,-9 2-20 15,0 2-22-15,-15 4-40 16,-3 2 12-16,2 1 58 15,9 5 12-15,7 2 4 16,0 0 14-16,14 4-1 16,16 3-16-16,7 5 6 15,11 0 8-15,4 3-7 16,3 14-2-16,0 8-2 0,-4 5-2 16,-11 4-2-16,-14-2 0 15,-13-3-4-15,-7-5-20 16,-6-10-2-16,0-6 13 15,0-8 9-15,0 0 4 16,0-6 64-16,0-17-42 16,0-7-15-16,0-6 4 15,0 0-5-15,12 0 9 16,6 7-12-16,1 5-3 16,4 7-11-16,-3 10-2 15,-1 7 5-15,-3 0 4 16,-1 11-1-16,0 9 3 0,-5 6 0 15,1 6-2-15,-1 3 4 16,2 3 1-16,3-7 2 16,0-11-3-16,3-9 0 15,1-11 3-15,11 0 5 16,10-28 1-16,2-11-5 16,1-9-3-16,-6-7 4 15,-12-1-2-15,-9 3-3 16,-9 8 5-16,-5 14-5 15,-2 11 2-15,0 13 18 16,0 7-5-16,0 0-15 16,5 20-25-16,3 11 19 15,3 13 3-15,0 6-2 0,-2 3 5 16,-3-1 0 0,-4-7-3-16,-2-9 3 0,0-10 1 15,0-10-1-15,0-7 0 16,-2-3 0-16,-4-4 0 15,0-2 4-15,-4 0 10 16,0-5-6-16,-1-15-2 16,8-5-6-16,3-8-3 15,0-4-8-15,29-7-8 16,15-3-3-16,14-4 7 16,7 0 6-16,0-2 8 15,-2 1 1-15,-6 2 1 0,-8 7 0 16,-12 9 11-16,-12 5 29 15,-11 12 1-15,-11 10 5 16,-3 5-24-16,0 2-23 16,0 21-35-16,-8 22 10 15,-11 23 24-15,-1 16 1 16,3 6 0-16,8 4 2 16,9-11-1-16,0-12-1 15,15-16-6-15,6-14-42 16,2-16-20-16,1-15-42 15,-6-8-110-15</inkml:trace>
  <inkml:trace contextRef="#ctx0" brushRef="#br0" timeOffset="117717.58">10355 9597 777 0,'0'0'0'0,"0"0"-2"16,0 0-10-16,0 0 12 16,133 30 8-16,-57-17 25 15,9 3 0-15,0 5-15 16,-14 4-13-16,-9 4-3 16,-16 0-1-16,-17 0-2 15,-11-3 0-15,-13-3-3 16,-5-5-2-16,0-6-3 0,-7-5 9 15,-6-7 2-15,3 0 9 16,-5-16 4-16,0-8-7 16,5-8-7-16,10-2-1 15,0-3-11-15,21 1-48 16,19-1-14-16,14 2-28 16,7 1 28-16,2 5 40 15,-4 5 33-15,-5 5 12 16,-9 7 9-16,-14 7 25 15,-10 5-9-15,-10 0-20 16,-11 21-17-16,0 7 4 16,-11 10-4-16,-16 8 14 15,-7 2 0-15,-2 3 2 16,3-1-9-16,13-3-6 16,15-6 2-16,5-10-3 0,10-14-6 15,26-17 1-15,12 0 5 16,8-27 12-16,-1-11-5 15,-8-5 0-15,-10-2 19 16,-16 2 22-16,-11 5 11 16,-8 9-8-16,-2 7 8 15,0 9-25-15,0 7-14 16,0 6-20-16,-7 0-14 16,0 20-37-16,0 13 46 15,-1 9 3-15,8 5 2 16,0 0-9-16,6-4-2 15,14-5-9-15,1-13-5 0,3-13-5 16,1-12 30-16,6-5 2 16,5-22 4-16,1-9 1 15,-3-5 2-15,-4 2-5 16,-10 8 4-16,-8 9-3 16,-5 8 5-16,-5 6 5 15,-2 8-5-15,0 0-10 16,1 0-9-16,2 0-5 15,5 17 5-15,5 7 9 16,5 5 0-16,4 1 1 16,7-4-1-16,2-7-17 0,3-7-8 15,1-9 17 1,-1-3-3-16,-6 0 1 0,-5-12 10 16,-8-3 4-16,-5 1-2 15,-7 4 0-15,-2 5 1 16,-1 2-1-16,0 3-2 15,0 0-5-15,0 0-54 16,3 6 19-16,5 6 31 16,7 2 8-16,4 1 0 15,5-4-3-15,0-5-11 16,3-6-1-16,-7 0 16 16,-3-3 5-16,-2-11 3 15,-6-3 22-15,-3 0-7 16,-5 1 22-16,1 8-21 0,-2 4 9 15,2 4 3-15,2 0-36 16,6 6-25-16,7 14 25 16,7 4 2-16,5 2-2 15,1 1 0-15,2-8-7 16,-4-7-17-16,-4-6 11 16,-8-6-23-16,-7-1-65 15,-9-25-141-15</inkml:trace>
  <inkml:trace contextRef="#ctx0" brushRef="#br0" timeOffset="117896.01">11582 9347 836 0,'0'0'48'15,"0"0"-48"-15,0 0-6 16,96-3 5-16,-55 17-4 15,1 8-20-15,5 3-69 16,0-2-52-16,-6-4-138 16</inkml:trace>
  <inkml:trace contextRef="#ctx0" brushRef="#br0" timeOffset="118291.87">13198 9827 296 0,'0'0'163'16,"0"0"12"-16,0 0-23 15,0 0-79-15,0 0-22 16,0 0-42-16,-21-65-9 15,48 65-13-15,23 0 13 16,25 0 0-16,22 0-5 16,15 4-35-16,9-3-83 15,-2-1-155-15</inkml:trace>
  <inkml:trace contextRef="#ctx0" brushRef="#br0" timeOffset="118669.17">14039 9797 808 0,'0'0'1'16,"0"0"9"-16,0 0 10 16,102-52-6-16,-58 22-12 15,1-3-2-15,-2-1 0 16,-6-7 2-16,-11 1 2 15,-11-4-4-15,-10-1-5 16,-5 0 2-16,0 2 1 16,-11 6 2-16,-8 6 0 15,2 9 10-15,4 8 12 16,5 11-12-16,4 3-10 16,-1 24-34-16,-2 22 1 0,-4 26 32 15,1 18 1-15,1 14-1 16,0 9-1-16,2-1 2 15,5-6 0-15,-3-5-1 16,-4-6-106-16,-8-15-21 16,-10-18-36-16,-4-28-249 15</inkml:trace>
  <inkml:trace contextRef="#ctx0" brushRef="#br0" timeOffset="118901.17">13996 9888 758 0,'0'0'0'0,"106"-73"-40"0,-33 49 19 16,13 0 21-16,7 2 2 16,-2 0 2-16,-9 3 8 15,-13 6 30-15,-19 7-2 16,-16 6-17-16,-10 0-23 16,-9 0-3-16,-8 5 3 15,-5 9-16-15,-2 6 9 16,0 8 0-16,-13 6 7 15,-7 7 5-15,-2 1-4 16,3 1-1-16,8-5-91 16,10-16-85-16</inkml:trace>
  <inkml:trace contextRef="#ctx0" brushRef="#br0" timeOffset="119049.59">14774 9385 521 0,'0'0'0'0,"0"0"-202"15,39 87-22-15</inkml:trace>
  <inkml:trace contextRef="#ctx0" brushRef="#br0" timeOffset="119401.14">15268 9735 778 0,'0'0'61'0,"0"0"-25"0,0 0-36 16,0 0-12-16,0 0 12 15,-134 73 1-15,74-46-1 16,8-4-25-16,9-9-13 16,10-5 15-16,9-9 21 15,9 0-7-15,3-5 6 16,8-15-6-16,4-4 7 15,1-8-33-15,23-2-32 16,9 0-37-16,6 4 59 16,1 10 45-16,-3 8 65 15,-6 10 6-15,-1 2-16 0,0 9-33 16,1 16-6 0,-1 9 5-16,2 6-4 0,-7 5-13 15,-4 0 0-15,0-1-3 16,0-3-1-16,-3-2-33 15,1-10-55-15,-4-14-80 16,4-15-272-16</inkml:trace>
  <inkml:trace contextRef="#ctx0" brushRef="#br0" timeOffset="120048.64">15548 9851 48 0,'0'0'679'0,"0"0"-611"0,0 0-29 16,72-84-4-1,-51 62 4-15,-1 1-12 0,-3-4 8 16,1 3-7-16,-4-1-7 16,-4 4-18-16,-1 3-3 15,-6 4-2-15,-3 2 0 16,0 3-6-16,0 5 2 16,-5 2-14-16,-14 2-6 15,-6 20-23-15,-8 14 28 16,-1 7 15-16,-2 9 3 15,4 11-20-15,12-3 1 16,17-4 6-16,7-14-44 16,37-21 21-16,18-20 34 15,11-2 5-15,3-28 7 16,-1-12 10-16,-4-3 7 0,-11-8-2 16,-9 0 3-16,-9 0 6 15,-8-2-16-15,-5 3 4 16,-3 0 9-16,-1 3-22 15,-2 6 7-15,1 12-1 16,-2 10-12-16,-4 12-4 16,1 8 0-16,-3 5-5 15,-1 26-9-15,-2 13-10 16,-6 12 17-16,-4 4 7 16,0 1 2-16,0-10 0 15,-6-7-3-15,0-10-5 16,3-10 7-16,-1-10-1 0,3-8-8 15,-1-6 12 1,-2 0 0-16,-7-6 31 0,-4-16-27 16,-4-5-3-16,-2 1 2 15,-3-1 32-15,3 9 11 16,0 7-29-16,-1 9-17 16,-3 2-5-16,-5 10-3 15,0 18-3-15,2 4-2 16,9 6-4-16,15-1-10 15,4-1 1-15,20-7-8 16,24-5 13-16,13-13 12 16,8-10 2-16,3-1-57 15,-6-16-60-15,-2-18-179 16</inkml:trace>
  <inkml:trace contextRef="#ctx0" brushRef="#br0" timeOffset="121613.3">8753 10851 446 0,'0'0'110'16,"0"0"46"-16,0 0-67 16,0 0-43-16,0 0-29 15,0 0-17-15,0 0-3 16,-54-46-8-16,45 73 8 15,-4 10 1-15,2 12 1 16,4 8 1-16,1 5 0 16,3 6-1-16,3 0 2 15,0-6 0-15,12-8 0 16,13-8-2-16,12-20-13 16,14-11-7-16,16-15-10 0,11-12-29 15,7-28-62-15,-2-19-228 16</inkml:trace>
  <inkml:trace contextRef="#ctx0" brushRef="#br0" timeOffset="121798.11">8771 10626 613 0,'0'0'0'0,"0"0"0"15,91-41 0-15,-50 34 5 16,1-1-5-16,6 1 0 16,1 6 0-16,2 1-30 15,-2-4-137-15</inkml:trace>
  <inkml:trace contextRef="#ctx0" brushRef="#br0" timeOffset="124612.34">8863 10810 679 0,'0'0'167'15,"0"0"-167"-15,0 0-9 16,0 0 9-16,108 40 6 0,-49-32-4 16,4-2 3-16,4-6-5 15,3 0 2-15,-6 0-1 16,-13 0-1-16,-14 0-1 15,-19 4-11-15,-9 3-15 16,-2 1 3-16,-2 3 13 16,1 3 1-16,-3-2 9 15,2-1 1-15,-1 1 1 16,3-2 4-16,1-3-2 16,-2-5 1-16,0 0 4 15,-3-2 7-15,3 0 21 16,0 0 11-16,-2-6-28 0,1 3-15 15,-2 0-1-15,-3 3-3 16,0 0 0-16,0 0-7 16,0 0-10-16,0 10-6 15,1 5 23-15,4 0 0 16,-1-4 1-16,0 0-1 16,-3-7 0-16,1 0 0 15,-2-4 2-15,0 0 3 16,0 1-3-16,0 3-2 15,0-1 0-15,0 2 0 16,0 2 0-16,0-1 0 16,0 3 0-16,0 1 2 15,0-1-2-15,0 0 0 0,-6-4 0 16,2-2 0-16,3 1 0 16,1-4 3-16,0 0 14 15,0 0 13-15,0 0-14 16,0 0-10-16,0 0-3 15,-2 0 6-15,-2-10 0 16,-2-4-9-16,3-3-7 16,0-2-8-16,0 0 7 15,3-2 4-15,0-1-7 16,7 2 2-16,14 0-11 16,7-1 2-16,8 4-12 15,2 3 15-15,-3 4 12 0,-2 8 2 16,-1 2 1-1,0 2 0-15,5 22-1 0,1 5 1 16,-5 7-4-16,-4 3 2 16,-7-4 2-16,-5-6 0 15,-5-7 0-15,-4-11 0 16,-5-4 0-16,0-5 0 16,-3-2 0-16,0 0 3 15,1 0 3-15,5 0 6 16,12-22 6-16,9-9-18 15,13-8-18-15,4-4 5 16,2-1 5-16,-4 2 8 16,-8 7 2-16,-4 6-1 15,-8 10 4-15,-9 6-4 16,-5 9 5-16,-4 4-6 0,1 0-3 16,1 0-6-1,2 13 8-15,0 4-4 0,1 0 4 16,3 0 1-16,-3-4-1 15,-2-4 1-15,1-3 1 16,-2-4 0-16,-5-2 0 16,1 0 10-16,-2 0 39 15,0 0-1-15,0-3-31 16,0-5-17-16,0 4-1 16,0 2 0-16,-3 2-1 15,-2 0-1-15,5 0-4 16,-4 0-10-16,-2 5-22 0,-3 7 33 15,-2 5 4-15,6-3-1 16,-1 3 2-16,1-1-3 16,5 0 3-16,0-4-2 15,0 0-7-15,15-4-10 16,9-6-6-16,6-2 5 16,4-5-24-16,5-20-17 15,-2-8 2-15,0-6-9 16,-1-6 44-16,-9-3 24 15,-11 0 1-15,-14-2 26 16,-2-3 21-16,-19 2 13 16,-12 3-3-16,1 9 27 15,9 9-3-15,7 14-25 16,8 8-24-16,4 7-27 16,2 1-6-16,0 0-12 0,0 0-15 15,0 14-15-15,0 4 38 16,2 3 3-16,1-4-3 15,0-6-1-15,-1-5 0 16,-2-6 5-16,0 0 3 16,0 0 9-16,0 0 21 15,0 0 10-15,0-13-14 16,-5-5-29-16,-3 0 2 16,-2 6-2-16,4 4 0 15,3 5-2-15,2 2 2 0,1 1-3 16,-2 0-20-16,2 0-9 15,0 0 4-15,0 1-1 16,0 12 25-16,0 2 3 16,0 9 1-16,0 12 0 15,0 13-4-15,-2 12 3 16,-8 12 1-16,-6 5 0 16,-5 0 4-16,-4-7 0 15,1-4 0-15,0-12-3 16,5-14 0-16,8-13 1 15,6-13 2-15,5-9-3 16,0-4 0-16,0-2 11 16,0-3 55-16,0-19-9 15,7-8-58-15,8-4-2 16,2 1-8-16,6 3 0 0,-1 5-17 16,2 6 10-16,-2 8 7 15,-2 5 8-15,-5 5-1 16,4 1 0-16,1 1 1 15,-1 16 0-15,4 5-2 16,6 6 4-16,4 3-1 16,9-1 0-16,11-6-16 15,13-10-18-15,16-13 8 16,9-1-18-16,4-18-67 16,-5-15 15-16,-12-5 20 0,-19-6 23 15,-19 2 54 1,-17 1 54-16,-14 4 37 0,-9 4-4 15,-3 5 35-15,-18 6-63 16,2 10-20-16,4 10-31 16,-3 2-8-16,0 19-9 15,-2 15 3-15,0 10 3 16,3 6-1-16,5 1 3 16,9-2-6-16,3-4-5 15,7-9-23-15,18-15-10 16,9-19-14-16,8-3 43 15,3-28 16-15,1-11 7 16,-6-5 2-16,-10 0 17 16,-14 3 28-16,-12 4-15 15,-4 9-20-15,0 5 1 0,-7 10-3 16,-2 8 4 0,5 6-21-16,2 10-7 0,1 20-33 15,1 12 40-15,0 9 0 16,16 1-13-16,10-2-22 15,8-8-13-15,3-16-34 16,3-18-59-16,0-8 6 16,-1-25 66-16,-7-17 69 15,-4-4 58-15,-7-1 26 16,-6 0 48-16,-9 11-24 16,-3 9-39-16,-3 12 14 15,0 8-30-15,0 6-48 16,0 1-5-16,1 7-25 15,4 12 8-15,5 10 17 0,1 0 0 16,6 0 1-16,3 0-1 16,2-7-3-16,2-6-16 15,0-10-5-15,0-6 0 16,1-5 24-16,4-19 5 16,-1-6-1-16,-4-1-1 15,-8 1-2-15,-4 8 1 16,-6 9 6-16,-4 8 5 15,-1 5-13-15,1 0-1 16,1 3-15-16,7 15 5 16,7 7 11-16,9 7 0 15,12-3 2-15,12-1-2 16,8-6-2-16,7-14-9 0,0-8-10 16,-2-11 5-16,-6-19 16 15,-11-7 3-15,-9-4 3 16,-9 0 15-16,-8 4-9 15,-5 11-1-15,-12 4-9 16,-3 10 0-16,0 7-2 16,0 5 0-16,0 0-2 15,0 0-1-15,-6 3-9 16,-9 16 12-16,-3 7-1 16,-6 8-1-16,0 5 1 15,4 2 1-15,3 1 0 16,8-3 0-16,9-5 0 0,6-6-16 15,36-14-20-15,25-14 6 16,22 0 30-16,14-17-29 16,3-14-16-16,-6-10 42 15,-9-3-22-15,-15-5 18 16,-24 1 7-16,-20 4 20 16,-25 3 17-16,-7 7 12 15,-30 6-27-15,-12 7-18 16,-5 10 0-16,5 11 9 15,-1 0-12-15,2 22-1 16,4 13-3-16,7 9 1 16,10 6-1-16,15 4-1 15,5 0 2-15,36-5-1 16,23-13 3-16,22-13 4 16,11-11 0-16,4-12-4 0,-8 0-12 15,-13-18-127-15,-20-13-169 16</inkml:trace>
  <inkml:trace contextRef="#ctx0" brushRef="#br0" timeOffset="124947.46">13963 10955 848 0,'0'0'18'0,"0"0"23"16,0 0-16-16,0 0-21 15,0 0-4-15,0 0-6 16,16-37-3-16,44 36 9 16,26 1 0-16,19 0-9 15,13 0-23-15,6 0-37 16,-7-7-56-16,-8-9-49 0,-12-6-204 16</inkml:trace>
  <inkml:trace contextRef="#ctx0" brushRef="#br0" timeOffset="125893.73">15159 10718 539 0,'0'0'42'15,"0"0"-28"-15,0 0 16 16,-113 75 0-16,76-36-11 16,4 2-7-16,4 5-6 0,10 3 1 15,12 0-4 1,7-2 6-16,9-10-1 0,25-12 0 15,15-15 17 1,11-10 25-16,8-14-8 0,1-18-17 16,-11-2-19-16,-16-4-2 15,-17-1-4-15,-20 4-5 16,-5 0-17-16,-32 1-4 16,-18 5-2-16,-13 2 7 15,2 2 20-15,10 4-2 16,17 2 3-16,20 3 3 15,11 4-1-15,3 1 15 16,14 2-8-16,19-1-9 16,14 1 1-16,11 6 3 15,4 3 0-15,-1 0 0 0,-10 6-4 16,-10 18-1-16,-9 11-3 16,-13 15 0-16,-8 12-2 15,-9 12 6-15,-2 9 0 16,-9 9 0-16,-11 4 23 15,-4 1-15-15,3-7-2 16,4-14 2-16,4-19-5 16,7-25-2-16,3-18 1 15,3-13 4-15,0-1 62 16,0-22 56-16,0-25-106 16,5-22-18-16,5-12-24 15,0-8-14-15,-3 0-8 0,-3 3-16 16,0 7-18-1,7 4 3-15,5 11-38 0,11 11 58 16,12 12 57-16,1 14 45 16,2 14 9-16,-6 13-20 15,-6 2-30-15,0 26-4 16,-7 9-1-16,-7 5 1 16,-8 2 1-16,-8-5 1 15,0-5 0-15,-9-9 5 16,-9-8-1-16,-4-5 11 15,-6-5 11-15,-2-4 9 16,-1-3-14-16,1 0-6 16,5-7-9-16,11-13-6 15,14-6-2-15,28-9-63 16,36-8-103-16,21-7 73 0,14-3 19 16,-4 5 73-16,-7 1 1 15,-12 3 32-15,-16 6 13 16,-15 6 13-16,-15 8 5 15,-11 9-23-15,-12 8-12 16,-5 4 20-16,-2 3-23 16,0 3-25-16,0 23-50 15,-15 18 50-15,-4 15-1 16,-4 11 1-16,8 4 2 16,7-1 1-16,8-5 0 0,0-10-3 15,17-12 1-15,7-13-1 16,0-13-11-16,0-15-41 15,-5-5-37-15,-8-18-219 16</inkml:trace>
  <inkml:trace contextRef="#ctx0" brushRef="#br0" timeOffset="126160.08">15792 10816 565 0,'0'0'5'0,"91"0"0"15,-5 0-4-15,22 0 16 16,9 0 14-16,6-6 3 16,-10-5 12-16,-18-2-3 15,-20 2-25-15,-24 0 13 0,-21 3-26 16,-17 1-3-16,-9 5 1 16,-4 1 8-16,0 1-4 15,0 0-4-15,0 0-3 16,-4 8-11-16,-9 14 7 15,-7 12 2-15,2 7 2 16,2 5 0-16,8 1-17 16,8-9-87-16,0-19-78 15</inkml:trace>
  <inkml:trace contextRef="#ctx0" brushRef="#br0" timeOffset="126328.29">16646 10339 872 0,'0'0'21'0,"0"0"-21"15,0 0-91-15,0 0 3 16,0 0 33-16,82 71-52 16,-49-37-90-16</inkml:trace>
  <inkml:trace contextRef="#ctx0" brushRef="#br0" timeOffset="127059.67">17007 10793 768 0,'0'0'0'15,"0"0"0"-15,0 0 15 16,0 0 12-16,0 0-8 16,0 0-17-16,0 10-2 15,0-3 0-15,0 0-7 16,0 5 1-16,0 2 6 16,0 3 2-16,0-4-2 0,0 0-8 15,0-2-31 1,2-6 18-16,8-1-7 0,8-4 6 15,12 0 22-15,9-9 0 16,2-8-9-16,-3 1 3 16,-11 5 6-16,-5 5 5 15,-6 6 9-15,-2 0-14 16,-2 0-3-16,-3 4 1 16,-3 8-2-16,0 0 3 15,0 4-2-15,2 1-8 16,2 0-22-16,4-4-57 15,4-5 3-15,9-8 22 16,5 0 59-16,-1-6 6 16,2-15 18-16,-5-5 12 15,-3 1 21-15,-5 1-5 0,-7 7 28 16,-6 6-17 0,-3 7-7-16,-4 4-9 0,0 0-41 15,0 0-29-15,0 17-16 16,0 5 43-16,0 7 2 15,0-1-18-15,8-3-31 16,6-6-40-16,4-10 8 16,0-8 42-16,0-1 39 15,2-7 26-15,-3-17 63 16,-1-2-27-16,-2-4 27 16,-4 5-44-16,-2 5-23 15,-5 7 22-15,-3 8 0 0,1 3-17 16,-1 2-27-1,2 0-10-15,5 20-15 0,8 10 21 16,6 7 4-16,9 2 0 16,4-3-13-16,5-10-46 15,0-9-19-15,-4-14-24 16,-5-3-131-16</inkml:trace>
  <inkml:trace contextRef="#ctx0" brushRef="#br0" timeOffset="127226.53">17778 10369 847 0,'0'0'0'16,"0"0"-18"-16,0 0-112 0,0 0 69 16,52 112-45-16,-20-62-38 15</inkml:trace>
  <inkml:trace contextRef="#ctx0" brushRef="#br0" timeOffset="127725.02">18141 10839 575 0,'0'0'114'16,"0"0"-3"-16,0 0-47 16,97-66-51-16,-53 55-13 15,3 5-3-15,2 2-2 16,-9 4-10-16,-10 0-13 16,-12 0-29-16,-14 9-19 15,-4 5-23-15,-19 4 27 16,-18 5 72-16,-10 4 10 15,-3 3-3-15,4 0-4 16,13 3 10-16,8 0 4 16,11 4 3-16,6 5 13 15,8 6-17-15,0 2-7 0,1 2-4 16,11-2 2-16,1-4-5 16,-6-8-1-16,-2-9 1 15,-5-5 2-15,0-11-2 16,-11 0 5-16,-16-2 10 15,-11-5 18-15,-7 1-6 16,-1 0-3-16,7-2-8 16,9 2-11-16,12-1-5 15,8-1-2-15,7-1-5 16,3 0-59-16,6-2 0 16,26-2 25-16,24 0-9 15,21-17-50-15,11-16-287 0</inkml:trace>
  <inkml:trace contextRef="#ctx0" brushRef="#br0" timeOffset="128109.65">18515 11011 918 0,'0'0'0'0,"0"0"-56"15,96-3 6-15,-54 3 40 16,-2 0-28-16,-3-2 26 16,-4-3 12-16,-8-4 6 15,-2-1 23-15,-7 0 14 16,-2-2-26-16,-5-1-14 0,-5-3-3 16,-4-1-22-16,0 0-33 15,-20 0 24-15,-11 2-16 16,-6 8 37-16,-3 5 10 15,-3 2 2-15,2 7 13 16,-1 15-9-16,5 11-5 16,10 7 4-16,11 8-3 15,16 3-2-15,1-1 5 16,35-9-2-16,20-10 3 16,12-16 8-16,8-12 0 15,4-3-14-15,1-23-24 16,-8-12-92-16,-13-14-114 0</inkml:trace>
  <inkml:trace contextRef="#ctx0" brushRef="#br0" timeOffset="175611.96">16178 10611 106 0,'0'0'31'15,"0"0"-4"-15,0 0 4 16,0 0 15-16,0 0-23 16,0 0-2-16,0 0-10 15,0 0 35-15,0 0-16 16,0 0 1-16,-49-35 22 16,46 29-21-16,0 1 20 0,-1 2-32 15,2-1 0-15,0 1-6 16,0 3-7-16,1-2-5 15,1 2 2-15,-1 0-1 16,1 0 2-16,0 0-3 16,0 0 3-16,0 0 2 15,0 0 1-15,0 0-4 16,0 0-3-16,0 0-1 16,0 0 2-16,0 0-2 15,0 0 0-15,0 0 0 16,0 0-5-16,0 0-20 0,0 5 11 15,0 7 11 1,0 5 2-16,0 5 0 0,0 6-2 16,-5 6 0-1,-1 3 2-15,-1 2 1 0,-3 2 1 16,4-7-1-16,-2-3 0 16,0-1 1-16,0-3-1 15,5-2 2-15,-2-5-2 16,2 0 1-16,2-3-1 15,-1-4 0-15,2-3 0 16,0-2 1-16,0-3-1 16,0 0 0-16,0-2 1 15,0-2-1-15,0 1 1 16,0-2-1-16,0 0 3 16,0 1 1-16,-1 1 1 15,-1 3 0-15,1-1 0 0,-1 5-5 16,1 1 3-16,-3-2-3 15,2 1 0-15,2-3 1 16,-1-1-1-16,1-2 0 16,0 0 1-16,0-2 1 15,0-1-2-15,0 0 2 16,0 0-1-16,0 0 6 16,0 0 11-16,0 0 6 15,0 0-7-15,0 0-5 16,0 0 5-16,0 0 0 15,0 0 6-15,0 0-11 16,0 0-10-16,0 0 0 16,0 0 2-16,0 0-1 0,0 0 4 15,0 0 6-15,0 0 0 16,0 0-11-16,-2 2-2 16,0 3-8-16,-4 5-87 15,-4 5 62-15,-6 2-76 16,0-6-57-16</inkml:trace>
  <inkml:trace contextRef="#ctx0" brushRef="#br0" timeOffset="180941.58">9628 11972 551 0,'0'0'99'0,"0"0"23"15,0 0-44-15,0 0-39 16,0 0-39-16,0 0-19 15,0 0 4-15,-55 63 14 16,18-1 1-16,-8 9 1 16,-1-1-1-16,0-3 0 15,7-9 0-15,9-13 5 16,8-14-4-16,10-15-1 16,5-7 1-16,4-9 0 15,3 0 6-15,0-18 34 16,0-22-39-16,25-19-2 15,9-15-39-15,8-6-26 16,4-1 2-16,-1 3 20 16,-5 4 13-16,-3 7 30 0,-2 10 2 15,-5 13 3-15,-2 15 1 16,-3 13 9-16,-1 12-5 16,-3 4 1-16,-2 21-11 15,-1 20 0-15,-5 14 2 16,-2 11 10-16,-5 6-9 15,-5 2 3-15,-1-8-2 16,0-6 0-16,0-8-2 16,-3-11 0-16,-5-10-2 15,0-6-4-15,-1-9-43 16,-7-15-71-16,-4-1-128 16</inkml:trace>
  <inkml:trace contextRef="#ctx0" brushRef="#br0" timeOffset="181104.41">9455 12126 553 0,'0'0'50'15,"0"0"-44"-15,0 0 0 16,0 0-6-16,0 0 5 16,97 4 3-16,-49 3-4 15,3-1-4-15,4-2-21 16,-4-4-162-16</inkml:trace>
  <inkml:trace contextRef="#ctx0" brushRef="#br0" timeOffset="181471.93">10356 11939 602 0,'0'0'41'0,"0"0"39"16,0 0-49-16,0 0-20 15,0 0-3-15,0 0-6 16,-79 37 1-16,62-2 7 16,7 8-2-16,6 4-7 15,4 6 3-15,0 0 0 16,6-2-3-16,18-9-1 16,6-12-66-16,17-19-21 15,19-11-39-15,13-25-178 16</inkml:trace>
  <inkml:trace contextRef="#ctx0" brushRef="#br0" timeOffset="182604.14">10919 11952 664 0,'0'0'112'0,"0"0"-29"15,0 0-23-15,0 0-34 16,0 0-12-16,0 0-14 16,-24 4-6-16,-4 16 0 15,-14 14 6-15,-7 7 0 16,1 6-5-16,5 2-11 16,17 0-11-16,14-2 9 0,12-7-8 15,3-4 5-15,32-11-5 16,18-14 7-16,25-11 18 15,22-5 1-15,14-23 6 16,4-9 0-16,-9-2-2 16,-13-3 0-16,-22 0 16 15,-20 3 23-15,-21 8 14 16,-22 3 4-16,-11 3-12 16,0 5-9-16,-16 6-40 15,-14 5-6-15,-10 9-19 16,4 0 5-16,7 12 0 0,3 17-5 15,10 9 3 1,4 5 9-16,9 6 2 0,3-2 2 16,18-3-13-1,28-9-3-15,24-13 18 0,29-21 3 16,23-4 0-16,11-28 4 16,-8-10-1-16,-19-2 1 15,-35 5 4-15,-27 4 1 16,-25 6 29-16,-12 3 15 15,-7 3-8-15,0 5-28 16,-13 5-11-16,0 4-2 16,-2 8 0-16,1 0-2 15,-2 27-5-15,-4 19-4 16,-5 18 10-16,-2 13-3 16,-1 14 1-16,1 11-1 15,5 3 4-15,5-4 3 0,10-9-1 16,3-19-1-16,4-18-2 15,0-22 1-15,0-16-7 16,0-16-2-16,0-5 9 16,4-31 27-16,9-21-27 15,1-23 1-15,-2-18-2 16,-8-9 0-16,-4-1 1 16,5 12 1-16,9 16-1 15,15 15-3-15,10 11-48 16,7 12 10-16,3 10 26 15,-1 12 11-15,-6 13 4 16,-3 6 0-16,-2 11-1 16,-6 18 0-16,-5 9-1 0,-12 6-3 15,-14 1 4 1,0-1 2-16,-17-5-1 0,-13-10 1 16,-2-2 3-16,1-8 7 15,1-6-7-15,6-8-1 16,9-5-3-16,5 0-2 15,10-11-12-15,1-14-38 16,30-11-147-16,14-6 43 16,14-4 156-16,2-5 10 15,0-3 36-15,-1 1 29 16,-4-2 1-16,-1 1-18 16,-7 5-3-16,-6 5-14 0,-12 9-25 15,-12 9-3-15,-8 12-2 16,-9 11 9-16,-1 3-13 15,0 3-7-15,-8 27-32 16,-17 19 24-16,-8 17 8 16,-6 12 0-16,4 1 3 15,12-4-3-15,15-8 1 16,8-12 0-16,0-13-1 16,14-16-21-16,5-14-29 15,5-12 4-15,5-14-30 16,2-29-108-16</inkml:trace>
  <inkml:trace contextRef="#ctx0" brushRef="#br0" timeOffset="182788.36">12248 11802 664 0,'0'0'1'15,"0"0"5"-15,94 0 31 16,-41 2 20-16,11-2-4 15,13 1-27-15,19 2-17 16,15 0-9-16,20-3-20 16,2 0-197-16,-6-26-399 15</inkml:trace>
  <inkml:trace contextRef="#ctx0" brushRef="#br0" timeOffset="183371.26">14479 12187 268 0,'0'0'75'15,"0"0"30"-15,0 0 9 16,0 0-7-16,0 0-44 16,0 0-15-16,-9-14-16 15,11 11-2-15,23-4-13 16,12-1-15-16,16 1-1 16,11 2-1-16,4 3-16 15,1 1-41-15,-2-1-50 16,-13-1-46-16,-14-3-67 15</inkml:trace>
  <inkml:trace contextRef="#ctx0" brushRef="#br0" timeOffset="186816.23">16051 12015 224 0,'0'0'179'15,"0"0"-63"-15,0 0-4 16,0 0-26-16,0 0-43 15,0 0-19-15,-48-36-24 16,23 48-6-16,-3 12 5 0,1 9-4 16,3 4 1-16,10 4-1 15,10 0-14-15,4-1-29 16,8-3 0-16,20-8-8 16,11-9 12-16,11-13 21 15,7-7 17-15,7-18 6 16,0-18 19-16,-3-13 10 15,-9-5 32-15,-6-2-38 16,-14-2 20-16,-12 1-6 16,-11 1 12-16,-9 1 14 15,-2 8-26-15,-13 13 12 16,2 12-11-16,6 15-23 0,6 7-15 16,0 12-20-16,1 22-29 15,0 12 46-15,0 9 2 16,15 3 0-16,6 0 0 15,2-4-1-15,4-5-11 16,-4-9-22-16,-4-13 9 16,-7-10-16-16,-3-11 7 15,-6-6 27-15,0 0 8 16,-2-9 57-16,1-10-38 16,-2-3 1-16,0 0 16 15,0 8-6-15,0 7-5 16,0 5-15-16,0 2-10 15,11 5-35-15,15 15 8 16,19 8 23-16,16 5-18 16,14-1-16-16,10-7-7 0,4-9-57 15,-2-15-17-15,-9-1 26 16,-3-14 31-16,-9-14 62 16,-12-8 11-16,-15-1 51 15,-16-2 23-15,-17 1 54 16,-6 2-7-16,-6 2-71 15,-20 3-4-15,-4 8-31 16,4 9-17-16,8 9-9 16,5 5 0-16,5 13-22 15,1 16 5-15,0 14 11 0,7 3 1 16,0-2-13 0,0-2 1-16,14-9-13 0,3-11 9 15,5-8-7-15,4-13 11 16,8-1 17-16,0-10 6 15,-2-13 2-15,-8-1 12 16,-8-2 13-16,-9 3 2 16,-7 6-7-16,0 6 5 15,0 6-24-15,0 5-9 16,0 0-2-16,0 7-41 16,0 15 2-16,11 7 39 15,8 7-7-15,8-2-9 16,3-4 4-16,-3-8-24 15,2-11-35-15,-6-11 43 16,1 0 30-16,-3-10 4 0,-5-9 10 16,-3 0 40-16,-8-2-23 15,-5 3-12-15,0 2-10 16,0 3 0-16,-8 5-8 16,1 3-1-16,6 4 0 15,1 1 0-15,0 0-1 16,0 0-5-16,6 2 0 15,15 12 6-15,5 1 0 16,6 2 0-16,5-2 0 16,5-3-1-16,3-7 1 15,2-4 0-15,3-1-1 16,2 0-3-16,1-6-9 16,3-9 2-16,1-4-1 15,2 0-8-15,-5-2-41 0,-1 0 5 16,-7-1-27-16,-11 1-19 15,-14-1-28-15,-14 0-10 16,-7-3 140-16,-11 2 26 16,-11 2 172-16,0 6-29 15,6 3 22-15,6 8-90 16,0 4-48-16,-10 16-53 16,-6 25-9-16,-8 19 8 15,-2 19-1-15,6 13 2 16,8 11 0-16,13 6-1 15,9-5 2-15,3-10-2 16,23-24 0-16,2-24-19 16,1-17-3-16,-2-17 2 0,-6-12-35 15,-2-3-41-15,-8-29-107 16</inkml:trace>
  <inkml:trace contextRef="#ctx0" brushRef="#br0" timeOffset="187150.02">18558 12254 711 0,'0'0'0'0,"0"0"-15"16,0 0 15-16,115-19 0 0,-74 5 11 15,1-3-1-15,-1-3 3 16,-7-2 9-16,-5-2 23 15,-11 1-23-15,-6 0-5 16,-11-3-2-16,-1 2-15 16,-13 0 0-16,-18 2-3 15,-12 6-7-15,-2 8 7 16,1 8 1-16,5 4 2 16,6 23-2-16,7 12-4 15,8 12 1-15,12 8-1 16,6 7 2-16,27-2 2 15,22-5-1-15,21-11 2 16,12-12-34-16,5-18-88 0,-5-18-93 16</inkml:trace>
  <inkml:trace contextRef="#ctx0" brushRef="#br0" timeOffset="187629.85">19318 12388 582 0,'0'0'20'0,"0"0"-20"16,0 0-9-16,0 0-8 15,0 0 2-15,0 0 9 16,64-2 0-16,-30 2-17 15,8 0-23-15,3-1-127 16</inkml:trace>
  <inkml:trace contextRef="#ctx0" brushRef="#br0" timeOffset="187801.13">19989 12392 829 0,'0'0'33'0,"0"0"-11"16,0 0-22-16,0 0-6 16,0 0-48-16,0 0-49 15,88-9-42-15,-36 9-113 16</inkml:trace>
  <inkml:trace contextRef="#ctx0" brushRef="#br0" timeOffset="187974.43">20726 12347 859 0,'0'0'10'15,"0"0"30"-15,0 0-14 0,0 0-22 16,0 0-4-16,0 0-3 16,0-11-42-16,0 11-129 15,0 6 33-15,3-2-115 16</inkml:trace>
  <inkml:trace contextRef="#ctx0" brushRef="#br0" timeOffset="190448.88">10966 14671 233 0,'0'0'55'0,"0"0"9"15,0 0-29-15,0 0-22 16,0 0 0-16,0 0-13 16,77-62-77-16</inkml:trace>
  <inkml:trace contextRef="#ctx0" brushRef="#br0" timeOffset="193011.7">11080 13706 79 0,'0'0'119'16,"0"0"-68"-16,0 0 19 15,0 0 11-15,0 0-38 16,0 0-6-16,0 0-1 0,-7-10-13 16,7 10 3-16,0 0-5 15,0 0-21-15,11 0-1 16,13 0-4-16,12 0 5 16,16 1 0-16,23 6 3 15,23 0 0-15,28-2 10 16,34 0 20-16,30-5-2 15,23 0-10-15,19 0-16 16,14-5-1-16,13-5-2 16,8-5-2-16,-3 3-22 15,-12 1-3-15,-20 1 14 16,-31 3 9-16,-27 2-1 16,-35-1 3-16,-36 3 0 0,-36 3-1 15,-34 0 1-15,-21 0 0 16,-12 0-7-16,-36 9-25 15,-36 8 26-15,-33-4-163 16</inkml:trace>
  <inkml:trace contextRef="#ctx0" brushRef="#br0" timeOffset="193776.83">11162 13834 356 0,'0'0'18'0,"0"0"-18"16,0 0-6-16,6 80 6 15,-6-5 22-15,-15 25 22 16,-14 16-3-16,-6 19 0 15,-5 14-23-15,-1 21-14 16,1 14-1-16,2 7 7 16,6-1-10-16,15-22-38 15,11-15 5-15,6-22-8 0,12-17-19 16,11-13-94 0,-1-19 28-16,-4-14 51 0,-2-18 75 15,-9-17 46-15,-7-9 16 16,0-14-13-16,-1-3 33 15,-11-7 37-15,-3 0-62 16,2 0-57-16,0-22-265 16</inkml:trace>
  <inkml:trace contextRef="#ctx0" brushRef="#br0" timeOffset="194498.08">12047 13925 233 0,'0'0'63'15,"0"0"20"-15,0 0 1 16,0 0 11-16,0 0-95 16,0 0 0-16,4 14-6 15,-4 29 3-15,0 15 3 16,0 19 9-16,-5 15 19 15,-8 23 0-15,-9 25 23 16,-7 26-1-16,-1 18-8 16,4 2-20-16,9-9-15 15,14-24-5-15,3-22-2 0,11-26-3 16,11-19-15 0,-4-20-10-16,-5-15 7 0,-7-15-2 15,-3-13 6-15,-3-10 3 16,0-6 9-16,2-7-44 15,2-4-106-15</inkml:trace>
  <inkml:trace contextRef="#ctx0" brushRef="#br0" timeOffset="195279">13196 13868 248 0,'0'0'71'0,"0"0"-12"16,0 0-42-16,0 0-8 16,0 0 9-16,0 0 25 15,38-46 4-15,-38 54-44 16,-3 21 0-16,-12 20 3 15,-9 21 28-15,-3 19 11 16,-1 21-21-16,-1 18 5 16,4 17 9-16,7 20 1 15,4 8-12-15,10 4-18 0,4-5-6 16,0-23-3 0,10-20-54-16,6-26-22 0,-2-23-22 15,0-19-9 1,2-16 30-16,-5-15 3 0,-5-12 30 15,-6-12 22-15,0-6 22 16,0 0 16-16,-9-10-16 16,-2-17-150-16</inkml:trace>
  <inkml:trace contextRef="#ctx0" brushRef="#br0" timeOffset="195941.06">14547 13684 282 0,'0'0'116'16,"0"0"22"-16,0 0-26 16,0 0-98-16,0 0-14 0,0 0-19 15,4 131 19 1,-11-35 23-16,-10 23 19 0,-4 24-3 16,4 21 23-16,6 13-25 15,6 14-19-15,5 0-12 16,0-9-3-16,0-19-3 15,2-30-8-15,8-24-36 16,2-25-22-16,3-19 26 16,0-16 10-16,4-12-17 15,-5-14-25-15,-1-13-19 16,-3-10-267-16</inkml:trace>
  <inkml:trace contextRef="#ctx0" brushRef="#br0" timeOffset="196794.22">11312 14616 148 0,'0'0'39'0,"0"0"11"16,-91-17 28-16,59 14-11 0,2 0-13 16,6 1-2-16,9 0-24 15,9 2 33-15,6 0-7 16,0 0-53-16,4 0 3 16,22 0-2-16,23 0 8 15,30 7-1-15,36-2-2 16,38-2-2-16,38-3 0 15,30 0-5-15,18 0 0 16,16-8-30-16,11-5-5 16,1-2 8-16,1 1-4 15,-14-1 2-15,-13 1 13 16,-14 1-4-16,-23-2 20 16,-19 3 1-16,-37 0 7 0,-41 3 12 15,-42 2 26-15,-33 2 27 16,-23 1 14-16,-9 0 43 15,0-3-53-15,-11 0-63 16,-23 2-14-16,-23 5-12 16,-14 0-70-16,-8 16-97 15,3-6-184-15</inkml:trace>
  <inkml:trace contextRef="#ctx0" brushRef="#br0" timeOffset="197591.06">10907 15417 238 0,'0'0'60'0,"0"0"-5"16,0 0-46-16,0 0 10 16,0 0 16-16,133-31 28 15,-50 20-3-15,32 2 7 16,28 2-17-16,31 0-25 16,29 2-16-16,16-2-5 0,16 3-1 15,14 1-3-15,8 2-2 16,5-1 0-16,3 1 1 15,-11-1-9-15,-12 0-13 16,-24 0 2-16,-25 2-16 16,-24 0 21-16,-33 0 10 15,-32 0-13-15,-40 2 11 16,-38 5-2-16,-26 1-12 16,-41 1-53-16,-33-1 26 15,-17-3-347-15</inkml:trace>
  <inkml:trace contextRef="#ctx0" brushRef="#br0" timeOffset="198541.9">11144 16263 50 0,'0'0'254'15,"0"0"-216"-15,0 0 14 16,0 0 9-16,91-2-14 16,-64 1-24-16,11 0-2 15,13 1-12-15,19 0 8 16,18 0 15-16,23 0-20 16,26 0-6-16,23 0 1 15,25 0-6-15,17 0-1 16,15 0-14-16,10 0-9 15,5-5 23-15,4 0 1 16,-8-1-1-16,-5 0 0 0,-11 1 0 16,-13-1 2-16,-16 2-2 15,-26-2 1-15,-24-1 1 16,-32-1 14-16,-31-2 13 16,-27 4-4-16,-22 0 22 15,-15-2 41-15,-6 2-20 16,0-1-59-16,0 4-9 15,-6 3-4-15,-6 0-35 16,-4 0-32-16,-5 3-29 16,-4 4-33-16,-5-7-135 15</inkml:trace>
  <inkml:trace contextRef="#ctx0" brushRef="#br0" timeOffset="199220.69">11964 15650 217 0,'0'0'161'0,"0"0"-66"16,0 0-33-16,0 0-4 16,0 0-14-16,0 0-8 15,-25 96-6-15,23-56-15 16,-1 12-3-16,-2 18 2 15,0 15 23-15,2 9-13 16,2 7-13-16,1-6-8 0,3-11-3 16,13-12-52-16,2-18-40 15,4-19 2-15,-4-14 10 16,-3-13-11-16,0-8 39 16,-3 0 36-16,-2-15 2 15,4-13-163-15</inkml:trace>
  <inkml:trace contextRef="#ctx0" brushRef="#br0" timeOffset="199821.52">13135 15491 172 0,'0'0'39'0,"0"0"1"15,0 0 14-15,0 0 4 16,0 0-2-16,0 0-23 16,-34-4-10-16,34 4-3 15,0 11 11-15,7 11 3 16,-1 14-1-16,0 12 11 16,-4 14-6-16,2 13 2 0,2 15-19 15,9 12-5 1,6 2-8-16,7-1-3 0,8-8-2 15,3-15 0-15,-3-13-1 16,1-16 0-16,-3-19-4 16,0-10-7-16,-3-15-14 15,-2-7-43-15,-5-15-87 16,-3-23-271-16</inkml:trace>
  <inkml:trace contextRef="#ctx0" brushRef="#br0" timeOffset="200552.68">14569 15686 285 0,'0'0'118'0,"0"0"-25"16,0 0 1-16,0 0 4 16,0 0-46-16,0 0-25 15,0-8-5-15,0 8-2 16,-3 1-20-16,-3 20-5 16,0 11 5-16,-2 11 4 0,-1 7-2 15,3 5 0-15,0 5 2 16,0 0-2-16,2-6-2 15,-2-4 0-15,3-13 0 16,2-7-1-16,-1-7-27 16,2-9-24-16,0-6-68 15,0-8-11-15,0 0-236 16</inkml:trace>
  <inkml:trace contextRef="#ctx0" brushRef="#br0" timeOffset="200671.55">14460 16148 606 0,'0'0'167'0,"0"0"-60"16,0 0-39-16,0 0-45 0,0 0-23 16,0 0-83-16,4-20-60 15,7 20-144-15</inkml:trace>
  <inkml:trace contextRef="#ctx0" brushRef="#br0" timeOffset="201585.53">11772 13193 269 0,'0'0'44'0,"0"0"0"16,0 0 55-16,0 0-48 15,0 0 19-15,0 0-6 16,-56-75-21-16,40 66-3 16,-5 1-7-16,-3 2-12 15,0 4-5-15,-2 2-8 16,-1 0-6-16,2 16-2 15,2 7 0-15,5 7-6 16,5 12 2-16,7 11-1 16,6 11 5-16,0 4 2 15,15-1-1-15,17-14-2 16,15-17-29-16,20-22-12 16,18-14-26-16,11-18-59 15,3-27-336-15</inkml:trace>
  <inkml:trace contextRef="#ctx0" brushRef="#br0" timeOffset="201985.22">12172 13234 375 0,'0'0'124'0,"0"0"-9"16,0 0-37-16,0 0-30 16,0 0-36-16,91-52-9 15,-25 41 21-15,6 2-5 16,3-2-5-16,2 6-13 16,-2 2-1-16,-7 2-2 0,-15 1-44 15,-18 0-52-15,-19 0-50 16,-16 4-105-16</inkml:trace>
  <inkml:trace contextRef="#ctx0" brushRef="#br0" timeOffset="202157.12">12410 13244 357 0,'0'0'101'0,"0"0"-100"15,0 0 61-15,-6 88 10 16,6-54-26-16,0 1-18 15,0 3 6-15,3 2-17 16,6 6-10-16,3-3-7 0,-1 1-36 16,5-13-124-16</inkml:trace>
  <inkml:trace contextRef="#ctx0" brushRef="#br0" timeOffset="204570.5">13888 13096 48 0,'0'0'187'0,"0"0"-116"15,0 0 8-15,0 0-4 0,0 0-21 16,0 0-9 0,29-37-17-16,-29 32-2 0,0-3-4 15,0 2-12-15,0-1 22 16,-2-2-21-16,-5 4-2 15,-5 0-4-15,0-2-4 16,-4 4-1-16,-4 3-2 16,-2 0 1-16,-2 0 1 15,0 5-1-15,6 9-1 16,0 2 2-16,8 2-4 16,4 4 0-16,3 3 0 15,3 5-1-15,0 1 0 16,15 0 0-16,10-5-3 15,5-2-19-15,3-4 6 0,1-1-5 16,-3 0 8-16,-1-2 13 16,-6 0-1-16,0 0 5 15,-12 3-2-15,-9 1 0 16,-3-1-3-16,0-3-1 16,-9 0 7-16,-9 0 9 15,-7-5 5-15,-8-1 20 16,-2-3-8-16,0-5 5 15,-3-1 1-15,-2 0-11 16,1-2-2-16,-1 0 8 16,2 0-19-16,8 0-5 15,9 0-2-15,11 3-2 16,6 0-62-16,4-2-97 0,3-1-107 16</inkml:trace>
  <inkml:trace contextRef="#ctx0" brushRef="#br0" timeOffset="204720.79">13766 13475 274 0,'0'0'178'15,"0"0"-63"-15,0 0-13 16,0 0-21-16,0 0-37 16,0 0-44-16,-18-30-22 15,9 43-151-15,-1-2-11 16</inkml:trace>
  <inkml:trace contextRef="#ctx0" brushRef="#br0" timeOffset="206251.77">14184 13254 314 0,'0'0'102'15,"0"0"28"-15,0 0-28 16,7-73-9-16,-7 59-15 16,0 4-31-16,0 4-21 15,0 3-10-15,0 3 1 16,0 0-12-16,0 0-5 15,-6 24-17-15,-13 16 11 0,-8 16 6 16,-7 12 1-16,-1 4-1 16,2-3 1-16,7-5-1 15,3-12 0-15,8-11-3 16,6-16 2-16,5-13-1 16,3-10 2-16,1-2 2 15,0-5 30-15,0-20 18 16,1-11-50-16,14-7-1 15,7-4-3-15,-1 2-11 16,0 1 2-16,0 2-4 16,-3 3-11-16,-2 3-10 15,-1 3 7-15,1 6 2 16,1 2 21-16,2 7-1 0,1 8 6 16,-1 5-13-1,3 5 4-15,5 0-1 0,0 17 9 16,0 7 0-16,-7 0 1 15,-6 1 0-15,-8-1-1 16,-6-5-4-16,0-2 8 16,-23-5 8-16,-12 2 33 15,-7-4 2-15,-10 0-17 16,2-5-17-16,-3-2-1 16,2-1-6-16,11-2 1 15,5 0-1-15,16 0-2 16,9 0-10-16,9 5-69 0,1 5-118 15,3-2-6 1</inkml:trace>
  <inkml:trace contextRef="#ctx0" brushRef="#br0" timeOffset="206453.61">14362 13483 629 0,'0'0'146'16,"0"0"-48"-16,0 0-14 15,0 0-38-15,0 0-23 16,0 0-23-16,-19-17-88 16,9 30-136-16,-7-2-246 0</inkml:trace>
  <inkml:trace contextRef="#ctx0" brushRef="#br0" timeOffset="211327.81">8489 14142 440 0,'0'0'85'16,"0"0"-6"-16,0 0 21 0,0 0-52 15,0 0-14-15,0 0-24 16,-99-34-9-16,74 39 0 15,-2 11 3-15,-3 4-1 16,4 6 0-16,4 3 0 16,3 5-3-16,7 3 0 15,7 4 0-15,5 0 1 16,0-4-1-16,19-4-1 16,11-6-23-16,9-12-16 15,14-9-7-15,7-6 20 0,7-7 4 16,-3-15-3-1,-9-4-10-15,-16 2 36 0,-17 2 34 16,-14 5 41-16,-8 0 26 16,0 4-20-16,-3 6-38 15,-6 3-26-15,3 4-17 16,-2 0-4-16,1 17-3 16,1 7 4-16,5 5-3 15,1 2 4-15,0 0 0 16,16-1 0-16,2-5 1 15,4-5 1-15,3-6 0 16,2-8 0-16,0-6 1 16,0 0 1-16,3-17 4 15,-2-7-1-15,-3-6-5 16,-8 0-8-16,-14 1-9 0,-3 5-12 16,-20 4-65-1,-12 3-45-15,-1 2-45 0,5 2 139 16,7 5 45-16,13-1 11 15,8 2 89-15,0 3-41 16,17 0-30-16,8 4 11 16,4 0-5-16,9 8-19 15,1 10 2-15,3 5 0 16,-2 3-7-16,-7 5-4 16,-8-1-6-16,-7-3 5 15,-6-4-6-15,-8-8-11 16,-3-5-9-16,-1-6 2 0,0-4 6 15,0 0 12 1,0-7 15-16,-2-14-12 0,-3-4-3 16,5-4-15-16,0-3-14 15,0 3-13-15,12 5-7 16,1 4 5-16,-2 10 44 16,-3 7 37-16,-1 3-13 15,-1 1-21-15,3 12 0 16,2 3 15-16,-4 4 13 15,3 3-7-15,-1 2-14 16,-1 1-3-16,2-7-2 16,2-6-2-16,2-10-1 15,2-3 3-15,6-14 3 16,3-18 0-16,1-8-8 16,1-5-4-16,-5 0 4 0,-4 6 6 15,-4 6-6-15,2 10 0 16,-1 8-3-16,1 8 3 15,1 7 4-15,4 0 2 16,2 11-1-16,2 17 3 16,-2 9 4-16,-3 6-6 15,-11 3-2-15,-8-4-2 16,-1-6 5-16,0-11 0 16,-1-9-2-16,-2-7-3 15,1-9-2-15,1 0 1 16,1 0 4-16,0-12-5 15,0-12-6-15,0-5-38 0,0-1-6 16,0-3 28-16,0-1 13 16,3-1-12-16,6 1-50 15,2-3 48-15,2 4 23 16,-3 2 0-16,0 2 25 16,-3 7 55-16,-3 8 18 15,-4 4-2-15,0 10-47 16,0 0-45-16,3 11-4 15,0 22-12-15,4 13 7 16,-2 12 0-16,-5 5 5 16,0 0 4-16,0-7-3 15,3-9 0-15,2-10-1 16,2-7-26-16,-4-8-45 0,-3-11-83 16,0-11-48-1</inkml:trace>
  <inkml:trace contextRef="#ctx0" brushRef="#br0" timeOffset="212475.13">9506 14265 520 0,'0'0'100'16,"0"0"-89"-16,0 0 0 16,0 0 6-16,108 3 33 15,-74 9-29-15,7 4-3 16,0 1 31-16,-3 3-26 15,-6-1-18-15,-8 1-1 16,-11-1-4-16,-5-5 0 0,-7 1 0 16,-1-2-4-16,0-5-5 15,-4-1-2-15,-10-1-1 16,2-3 5-16,-1-1-16 16,4-2 1-16,4 0-2 15,5-1 24-15,0-10-52 16,5-5-60-16,16 1 62 15,1-3 35-15,5 3-23 16,2-2 21-16,-4 3 17 16,-1 2 0-16,-6 2 2 15,-2 5 0-15,-2 2 1 0,-4 3-3 16,-3 0 3 0,1 0 14-16,-3 0 9 0,2 0 8 15,-4 0 13-15,1 3-3 16,-4 2-25-16,2 0-5 15,-2 4-5-15,0-1-6 16,0 4 4-16,0 0-6 16,0 3 0-16,0-1 3 15,-3 1-4-15,-3-4 2 16,1 2 0-16,-1-3-1 16,3 2 2-16,2-5-3 15,1-2 0-15,0-3-3 0,0-2 1 16,10 0 2-1,7-8 6-15,4-10 0 0,1-5 2 16,-6 0 11-16,-4-2-4 16,-4 1 21-16,-8 5 28 15,0 4-16-15,0 6-16 16,0 9-1-16,0 0-31 16,0 0-7-16,-2 14-26 15,-1 8 33-15,3 2 0 16,0 3 0-16,0 0-1 15,15-3 1-15,7-3-2 16,2-9 1-16,2-7-9 16,2-5 4-16,1-9 6 15,0-16 3-15,0-5-2 16,-4-4 2-16,-4 2 1 0,-9 5-3 16,-6 6 2-1,-3 9-2-15,-3 6-1 0,0 2 3 16,0 4-3-16,2 0-8 15,1 2 0-15,5 9 3 16,3 5 4-16,4 1 1 16,5 0-1-16,4 0 1 15,2-3 0-15,0-6 0 16,-3-4-3-16,-5-4-21 16,-2 0-5-16,-2-12 29 15,-3-7 3-15,-2-1-2 16,-6 6 5-16,-3 1-4 0,0 3-2 15,0 2-4-15,0 6-16 16,0 1 17-16,0 1 1 16,0 0-6-16,0 0-5 15,0 0 2-15,8 6 10 16,7 2 1-16,0-3 1 16,1-1 0-16,-1-1 1 15,-3-1-2-15,0-2 2 16,-6 0 2-16,-4 0 15 15,5 0-4-15,-4 3-12 16,1 0-3-16,7 2 0 16,5 4 0-16,7-1 3 15,2 1-3-15,0-2 0 0,-1-1-8 16,-3-1-37 0,-5-4-13-16,-1-1-48 0,-6-3-38 15,-7-16-255-15</inkml:trace>
  <inkml:trace contextRef="#ctx0" brushRef="#br0" timeOffset="212619.56">10276 13953 796 0,'0'0'70'16,"0"0"-11"-16,0 0-59 15,0 0-26-15,0 0-60 16,0 0 21-16,20 92-33 15,3-50-154-15</inkml:trace>
  <inkml:trace contextRef="#ctx0" brushRef="#br0" timeOffset="213547.83">8237 14971 554 0,'0'0'142'0,"0"0"-34"16,0 0-91-16,0 0-17 16,0 0-12-16,0 0 6 15,-6 78 6-15,6-32 2 16,2 2 1-16,9-1 0 15,1 0 0-15,3-4 1 16,-4-5-4-16,5-9-10 16,5-7-51-16,6-12-40 15,10-10-25-15,11-4-101 16</inkml:trace>
  <inkml:trace contextRef="#ctx0" brushRef="#br0" timeOffset="213760.07">8310 14925 415 0,'0'0'90'16,"0"0"29"-16,0 0-70 15,0 0-44-15,0 0-4 16,0 0 0-16,128-35-1 0,-71 32-30 15,-2-1-79 1,-4 0-107-16</inkml:trace>
  <inkml:trace contextRef="#ctx0" brushRef="#br0" timeOffset="-213992.18">8228 15141 461 0,'0'0'248'15,"0"0"-248"-15,0 0 0 16,0 0 12-16,95 20 13 16,-38-18-6-16,5 0-12 15,-6-1-1-15,-1-1-6 16,-12 4-2-16,-12-2-14 16,-8 3 1-16,-11 5 1 0,-6-4-10 15,-5 1-5-15,-1 0 11 16,0-1 9-16,0 1 8 15,0-4 1-15,-3-2 0 16,3-1 3-16,0 0 0 16,0 0-3-16,6-11-5 15,7-2 5-15,1 0 24 16,-3 3 35-16,-1 5-12 16,-1 5-31-16,2 0-15 15,3 0-2-15,1 8-2 16,6 5 3-16,4 1 1 15,7 2-1-15,5-2-1 0,-1-3-12 16,-3-2-44-16,-8-9-17 16,-4 0-17-16,-5-7 24 15,2-19 33-15,0-11-90 16,2-7 0-16,-1-12 115 16,-7-2 9-16,-9-2 195 15,-3-2 18-15,0 5-50 16,-9 12-62-16,3 13-37 15,1 17 3-15,2 14-29 16,3 1-38-16,0 7-11 16,0 26-16-16,11 14 20 15,7 13 7-15,1 3 0 16,2-3 0-16,3-9-4 16,-3-9-6-16,-3-8-15 15,-2-11-5-15,-4-7 5 0,-1-9-12 16,-1-6 11-16,-1-1 8 15,0-5 18-15,6-15 7 16,-2-5 0-16,-1 3-1 16,-6 2 6-16,-3 8-3 15,-3 8 19-15,0 1-22 16,0 3-6-16,3 0-14 16,3 7-6-16,7 11 18 15,5 0 0-15,12 2-9 16,7-7 0-16,11-4-45 15,9-9-28-15,5-3-6 0,6-19-6 16,-4-10 32-16,-11-3 50 16,-14 0 14-16,-13 2 34 15,-19 4 26-15,-7 4 64 16,-4 3-8-16,-22 5-30 16,-2 8-36-16,2 9-48 15,0 0-2-15,3 16-6 16,3 11-2-16,7 4 3 15,4 2-7-15,9-2 2 16,0-4-3-16,0-7 2 16,14-1-4-16,4-7 0 15,0-9-18-15,7-3-6 0,2-11 32 16,-2-13 1-16,-4-3 0 16,-4 4 6-16,-8 1 13 15,-6 6 26-15,-3 7 14 16,0 4-22-16,0 4-2 15,0 1-22-15,0 0-7 16,0 3-17-16,1 9 13 16,8 4-1-16,0 0 4 15,8 0 0-15,6-4-1 16,4-3 2-16,2-7 0 16,-1-2-7-16,-6-2-4 15,-2-17 8-15,-3-3 3 16,-6 3-2-16,-2 4-3 15,-5 5-1-15,-4 5 6 0,0 4-2 16,0 1-6-16,0 0-13 16,0 1-28-16,0 11 42 15,0 0 4-15,5 3 2 16,2 0-3-16,10 1 3 16,-1-4-1-16,8 0 2 15,0-6 2-15,-8-1-2 16,-1-5-17-16,-8 0-9 15,-3 0 26-15,2-13-1 16,2-4-17-16,4-2 2 16,5 0-10-16,4 2 23 15,0 0-7-15,-1 5 10 16,-1 5 3-16,-3 1 22 0,-6 2 4 16,0 1-10-1,-7 0 9-15,0 2-7 0,-3-1 16 16,0 2-13-16,0-1-6 15,0-1 11-15,0-3-14 16,0 2-15-16,-3-1 0 16,2 2 1-16,-1-1-2 15,2 3 1-15,0 0-7 16,-2 0-15-16,0 8-7 16,1 3 26-16,1 4 3 15,0 2-1-15,0 2 1 16,0 3-2-16,10-2 2 15,2 0 0-15,4-3-1 16,4-6-7-16,4-9-17 0,12-2-1 16,8-13 15-16,3-20 11 15,-1-7 3-15,-6-3 24 16,-9-2 9-16,-8 3 4 16,-13 2-12-16,-8 8 4 15,-2 5-1-15,-3 10-14 16,-9 8-15-16,-3 9-2 15,-3 0-3-15,-2 20 0 16,-5 13-3-16,2 4 2 16,3 5 2-16,7-5-2 15,10 1 3-15,3-5-1 0,14-5 0 16,26-5-4 0,23-14 6-16,18-9 2 0,8 0-2 15,1-22-10-15,-14-5-37 16,-18-6-105-16,-27-6-263 15</inkml:trace>
  <inkml:trace contextRef="#ctx0" brushRef="#br0" timeOffset="-212975.97">8233 15859 534 0,'0'0'129'16,"0"0"-40"-16,0 0-49 15,0 0-40-15,0 0-8 16,-95 96 7-16,60-34 1 16,3-3 0-16,8-7 0 15,8-10 0-15,7-10 0 16,3-7-2-16,6-9 0 16,0-9 1-16,0-7-10 15,13-10 11-15,22-29-4 16,9-17-25-16,6-14 2 15,-3-5 6-15,-5-2 12 0,-3 4-4 16,-2 9 9-16,-7 13 4 16,-3 14 14-16,-8 12 39 15,-2 15-4-15,-7 10-21 16,1 5-28-16,-1 22-11 16,-4 14 9-16,-4 16-1 15,-2 13 3-15,-2 5 6 16,-13-1 0-16,2-5-6 15,-1-16-19-15,1-12-56 16,2-17-54-16,0-15-108 16</inkml:trace>
  <inkml:trace contextRef="#ctx0" brushRef="#br0" timeOffset="-212707.06">8268 15942 241 0,'0'0'251'15,"0"0"-224"-15,0 0-14 16,0 0 21-16,97-23 7 16,-69 23-13-16,-1 0-3 15,-5 0-6-15,-5 0 16 16,-5 1-11-16,-6 10-5 16,-3 0-14-16,0 3 0 15,-2 3-4-15,1 2 6 16,1 1-2-16,3 4-5 0,7-4 0 15,7-1-27 1,10-4-49-16,8-10-22 0,6-5-75 16,3 0-233-16</inkml:trace>
  <inkml:trace contextRef="#ctx0" brushRef="#br0" timeOffset="-212355.65">8981 15782 226 0,'0'0'175'16,"0"0"-70"-16,0 0-11 16,0 0-9-16,-91-7-31 15,61 19-10-15,1 8-19 16,3 4-7-16,4 4-13 16,5 4-3-16,10 2-2 15,7 0 0-15,0 5 0 16,4-5 0-16,18-1-11 15,11-7-35-15,11-11-59 0,11-9-51 16,6-6-107-16</inkml:trace>
  <inkml:trace contextRef="#ctx0" brushRef="#br0" timeOffset="-211242.57">9218 15944 421 0,'0'0'190'16,"0"0"-108"-16,0 0-73 16,0 0-8-16,0 0-1 15,0 0 0-15,-4-21-17 16,16 6-6-16,4-2 4 16,2-7 6-16,-5 4-3 15,-7 0 10-15,-6 6 6 16,0 3 35-16,-4 0-21 0,-11 7-1 15,-3 4 8-15,2 0-5 16,4 10-16-16,4 12 2 16,4 9-1-16,4 7 4 15,0 7 9-15,14 1-6 16,15 0-6-16,5-9 4 16,11-5-5-16,6-13 1 15,10-13-2-15,3-6-28 16,4-27-3-16,-3-17 4 15,-6-9 27-15,-9-5 1 16,-10 1 4-16,-13 8 14 16,-15 9 25-16,-11 7 11 15,-1 10 0-15,0 9-29 0,0 8-6 16,0 6-20-16,-3 0-2 16,-4 23-20-16,-8 21 19 15,-10 22 3-15,-10 16 0 16,-7 8 1-16,-2 2 7 15,7-6-4-15,8-8-4 16,12-8 1-16,9-11-1 16,3-16-23-16,2-18-10 15,3-17-31-15,0-8 30 16,0-11 34-16,2-26 0 16,16-13 0-16,5-16 0 15,2-5 5-15,-2-5-4 0,-5 0 9 16,-1 1-10-1,2 5 0-15,8 9-1 0,4 16-43 16,2 13 14-16,-3 14 30 16,-3 11 4-16,-6 7 14 15,-2 8-12-15,-6 22 4 16,-4 11 4-16,-9 13-4 16,0 5 7-16,-13 0-3 15,-13-6-2-15,0-12-8 16,0-14-2-16,8-10 0 15,6-11-2-15,5-6 2 16,0-6 9-16,2-19-6 16,5-10-5-16,0-12 0 15,15-6-6-15,18-7-40 16,6 4-22-16,8 2-5 16,1 4-2-16,1 7 32 15,1 3 39-15,-8 8 4 0,-7 8 60 16,-14 8 52-16,-12 9-4 15,-6 6 2-15,-3 1-60 16,1 0-46-16,0 5-4 16,2 18-10-16,-2 12 8 15,-1 14 2-15,0 7 3 16,-6 10 4-16,-6 1 2 16,-1 0-5-16,4-11-2 15,3-8-2-15,4-9-18 16,2-11-9-16,-3-14-83 0,3-14-151 15</inkml:trace>
  <inkml:trace contextRef="#ctx0" brushRef="#br0" timeOffset="-211073">10045 15702 847 0,'0'0'1'0,"0"0"3"15,82-22-6-15,-36 13 3 16,3-2-2-16,3 1 1 16,-3 0-22-16,-13-1-48 15,-15 2-51-15,-19-3-83 0</inkml:trace>
  <inkml:trace contextRef="#ctx0" brushRef="#br0" timeOffset="-210283.97">8724 15830 334 0,'0'0'132'0,"0"0"16"15,0 0-66-15,0 0 15 16,0 0-55-16,0 0-30 15,-47 13-12-15,26 18 0 16,-3 8-2-16,2 2 2 16,1 0-2-16,10-2 1 15,4-7-6-15,7-2-28 16,0-7-18-16,9-8-24 16,18-8-7-16,7-7-23 0,5-1-142 15</inkml:trace>
  <inkml:trace contextRef="#ctx0" brushRef="#br0" timeOffset="-210121.46">8680 16087 493 0,'0'0'118'15,"0"0"-97"-15,0 0-21 0,0 0-10 16,0 0-4-1,0 0-46-15,95-5-117 0</inkml:trace>
  <inkml:trace contextRef="#ctx0" brushRef="#br0" timeOffset="-200409.16">11576 14214 34 0,'0'0'5'0,"0"0"-1"16,0 0-2-16,0 0-2 15,0 0 4-15,0 0 3 16,0 0-2-16,17-37-4 16,-17 37-1-16,0 0-11 15,0 0-40-15</inkml:trace>
  <inkml:trace contextRef="#ctx0" brushRef="#br0" timeOffset="-196125.89">11708 14076 125 0,'0'0'106'0,"0"0"-44"16,0 0 2-16,0 0-38 15,0 0-11-15,0 0 21 16,0-29-8-16,0 24-9 0,0-4 9 15,0 2 12 1,-5-1 11-16,-2-1-9 0,2 1-13 16,-4-1-12-16,-1-1 1 15,-2 3-8-15,-3 2 1 16,0 0-6-16,-1 2-1 16,2 2-2-16,-4080 1-2 15,8163 0 0-15,-4082 0 0 16,4 0-2-16,-1 0-1 15,0 9 1-15,1 1-2 16,-1 5 3-16,-5 5 1 16,1 2 0-16,0 5-1 15,-2 5 2-15,3-1-1 0,1 7 0 16,2-3-1-16,1 1 1 16,3-2 1-16,6-3-1 15,0-2 1-15,0-5-1 16,13-4-4-16,4-6-16 15,7-5-8-15,2-5 10 16,4-4 4-16,3 0 8 16,0-3 6-16,3-12 0 15,-5-4 1-15,0-7 2 16,-2-1 0-16,-7-5 12 16,-1-1 18-16,-9-1 11 15,-5-1-7-15,-4 3-4 0,-3 0 3 16,0 5-25-1,0 3-4-15,0 7-5 0,-4 2-2 16,-4 3 0-16,-1 0-5 16,-1 1 5-16,-2 0-2 15,1 2 2-15,0 1 0 16,-1-1 0-16,2-1 0 16,-1 3 0-16,0 0 0 15,0 2 2-15,0 3-6 16,-1 2 3-16,-6 0-1 15,-4 6-4-15,-3 12 6 16,-1 6-2-16,-1 1 3 16,3 5-1-16,4 2 0 15,4-1 0-15,5 3-1 16,5-2 1-16,4-6-3 0,2 1 1 16,0-7 1-1,0-1 1-15,6-4 0 0,4-1 0 16,1-3 1-16,-2-2-3 15,4-1-12-15,-1 0-11 16,3-6-2-16,0 0-18 16,3-2 15-16,0 0 6 15,3-6 5-15,0-9-4 16,-2-7-5-16,-1-3 18 16,-4-2 10-16,-4-3 5 15,-7 1 17-15,-3 0 20 16,0 0-26-16,0 4 17 15,-2 4-16-15,-11 4-10 0,-2 6 2 16,-6 9-9-16,-1 2 0 16,-2 1-8-16,-2 16-15 15,6 0 6-15,-1 5 12 16,7 1 1-16,4 2 2 16,1 4-1-16,8 2 2 15,1 1 0-15,0-3 1 16,0-1-5-16,11-6-23 15,0-3-21-15,1-8-6 16,1-5 1-16,1-6-24 16,2 0 19-16,-2-7-42 15,2-12 9-15,-7-3 92 0,-5-2 75 16,-4 0 43-16,0 1-37 16,-16 2 11-16,-8 2-55 15,0 5-20-15,2 8 23 16,7 4 18-16,6 2-30 15,0 0-27-15,5 5-1 16,1 14-2-16,3 3-2 16,0 8 2-16,3 0 0 15,19 0-5-15,5-5-7 16,1-8-15-16,2-8-37 16,1-7 11-16,-3-2-4 15,-5-7 18-15,-2-13 14 16,-9-5 23-16,0-6 4 15,-9 0 19-15,-3 0 46 0,-6 4 7 16,-15 3-19 0,-6 5-17-16,-3 9-5 0,3 5-12 15,8 5-4-15,6 0-7 16,7 7-8-16,3 13-2 16,3 8 1-16,0 7-4 15,4 2 3-15,14-2 2 16,0-3 0-16,1-3-3 15,0-8-6-15,-2-4-12 16,-1-7-22-16,-2-9-3 16,1-1 8-16,-3-3 26 15,0-17 7-15,-2-4 5 16,-8-1 6-16,-2 0 13 0,-4 0 103 16,-19 4-52-16,-10 1-70 15,1 4 0-15,3 6 26 16,6 6-19-16,10 4 21 15,4 0-24-15,6 1-4 16,3 16-9-16,0 5 5 16,5 3-3-16,14 0 6 15,6 0-7-15,3-8-17 16,2-3 7-16,5-7-8 16,2-7-22-16,0 0 7 15,0-7-9-15,-9-12 8 16,-9-4 15-16,-10 0 27 0,-9-1 20 15,0-2 14 1,-6 1 6-16,-21 2 17 0,-10 5-31 16,-7 2-14-16,0 5-6 15,6 2 10-15,13 6 25 16,11 2 5-16,8 1-44 16,5 0-2-16,1 13-6 15,0 7 0-15,0 6-8 16,12 4 3-16,2 1-20 15,2-2-4-15,0-5-4 16,-2-9 11-16,-1-5-4 16,-1-6 11-16,-3-4 8 15,0 0 12-15,0-12 1 0,1-7 2 16,-4-3 7-16,-1-4 36 16,-5-1 2-16,0 3-1 15,-11 1-14-15,-11 2-18 16,-5 1 6-16,-1 6-18 15,1 3 5-15,9 6 5 16,5 4-4-16,4 1-5 16,3 0-3-16,0 2-6 15,-1 8 2-15,2 2-3 16,2 3 2-16,0 0 0 16,1 3 1-16,-1 0 0 15,2 1-1-15,-1 3 1 0,1-1 3 16,1 6 2-1,0-2-2-15,0-2 1 0,0-3-6 16,9-4-34-16,0-6-18 16,4-7 2-16,-1-3 22 15,4 0 24-15,1-17 6 16,-2-7 4-16,1-6 3 16,-4-6 7-16,-6 0 15 15,-3-2 32-15,-3 3-34 16,0 2 15-16,-9 7 11 15,-4 5-28-15,-2 4-5 16,3 7-11-16,3 4-1 16,-2 2 0-16,1 4-4 15,0 0-4-15,-2 0-5 16,-2 5-4-16,2 8 6 16,-2 4 5-16,-2 5 0 0,3 2-2 15,0 6 4-15,4 3-2 16,0-2-1-16,4 1 3 15,3-2 0-15,2-3-1 16,0-4-4-16,13-6-1 16,6-3-27-16,5-7-19 15,6-7 5-15,0 0-10 16,0-5 0-16,-5-11-6 16,-4-6 15-16,-6-5 30 15,-6-2 12-15,-9 0 6 16,0 0 29-16,-9 0 25 0,-14 4 1 15,-1 2-6 1,-3 3-22-16,-2 6-4 0,2 4-7 16,5 6 17-16,4 4-9 15,3 0-16-15,0 0-7 16,1 12-1-16,-2 5 0 16,3 4-3-16,3 5 2 15,3 4 0-15,4 4-3 16,3-1 1-16,0 2 0 15,0 1 2-15,10-5 1 16,3-6 0-16,1-6 0 16,3-7-12-16,4-5-14 15,0-7-3-15,7 0-6 0,-1-11 12 16,0-9-15 0,-5-7 26-16,-6-2 12 0,-5-4 0 15,-11 1 8-15,0 2 10 16,-2 1 16-16,-17 5 53 15,-5 0-76-15,3 7 9 16,-1 8-15-16,3 4 10 16,5 5 0-16,2 0-8 15,4 0-7-15,4 14-2 16,0 10-1-16,4 3-1 16,0 6 2-16,0 1 0 15,7-4-1-15,9-4-4 16,4-4-15-16,2-7 6 0,4-6-25 15,0-9-18-15,3 0 23 16,1-12-32-16,-1-10 11 16,-5-8 13-16,-4-5 44 15,-8 1 26-15,-12-2 22 16,0 4-1-16,-20 4 8 16,-7 4 1-16,-1 4-37 15,4 8 21-15,9 2 47 16,5 7-21-16,6 3-33 15,2 0-24-15,2 0-9 16,0 0 0-16,0 17-25 16,0 13 19-16,6 7-4 15,10 1-5-15,0-4-11 16,1-8-14-16,2-9-6 0,1-5 12 16,4-7-15-16,0-5 29 15,1-5 6-15,2-16 14 16,-5-6 0-16,-1-2 8 15,-10-2 12-15,-6 1 22 16,-5 2-7-16,-7 3-5 16,-14 2 5-16,-6 6-17 15,0 3 2-15,4 7 10 16,8 1 5-16,4 5-10 16,7 1-17-16,-1 0-8 15,-1 0-1-15,-3 8-2 16,-2 10 1-16,0 5-5 0,1 1-1 15,1 0 0 1,3-4-1-16,1-5-2 0,2-4 10 16,3-2 0-16,0 1 0 15,0-2-7-15,3 4-25 16,14-3-25-16,5-4-1 16,3-4-10-16,1-1 15 15,-4 0-19-15,-2-10 25 16,-7-7 14-16,-3-7 25 15,-5 0 9-15,-5-3 12 16,0 3 48-16,-19-1 8 16,-10 5-11-16,-7 3-20 15,-1 4-9-15,3 7 5 16,7 2-9-16,9 4 1 0,9 0-15 16,6 0-4-16,2 0-5 15,-1 1-2-15,2 13-1 16,0 6 0-16,0 5 1 15,0 8-1-15,3 2 1 16,3 2 2-16,1-1-2 16,4-7-27-16,2-5-10 15,4-9-35-15,-1-9 13 16,3-6-6-16,2 0 29 16,-3-17 14-16,0-11 23 15,-6-1 0-15,-7-3 13 16,-5-1 29-16,0 6-21 15,-20 0 24-15,-5 7 0 0,-5 3-15 16,2 6 12-16,5 5 1 16,8 3-10-16,5 3 13 15,2 0-42-15,4 1-4 16,-4 15-1-16,5 5-3 16,3 6 3-16,0 6-3 15,2-1 0-15,15-1-3 16,5-6-26-16,2-8-8 15,2-8-2-15,3-9 13 16,-2 0 21-16,-2-12 9 16,-2-9 0-16,-7-2 5 15,-11-6-2-15,-5 3 15 16,0-2 13-16,-21 5 1 0,-15 6-13 16,-10 4-9-16,-4 7-6 15,4 6-4-15,13 0 7 16,13 0 9-16,13 0-9 15,7 12-7-15,0 7-4 16,0 8 2-16,17 2 1 16,1 0 0-16,4-2 1 15,-1-5-4-15,4-6 3 16,-1-6-8-16,0-10-16 16,0 0 10-16,0-6 14 15,-3-17-3-15,-3-4-9 16,-5-4-4-16,-9-1 2 0,-4 6 7 15,-17 6 8-15,-21 8-30 16,-9 7 6-16,-3 3 15 16,9 2 9-16,14 0 16 15,13 0 50-15,10 10-46 16,4 9-19-16,0 5-2 16,3 8 2-16,17 1-2 15,5 1-3-15,3-4-63 16,2-7-28-16,-5-10-177 15</inkml:trace>
  <inkml:trace contextRef="#ctx0" brushRef="#br0" timeOffset="-185633.56">13915 15649 93 0,'0'0'130'0,"0"0"-29"15,0 0 10-15,0 0-57 16,0 0 2-16,0 0-20 16,0 0 4-16,30-48 12 0,-27 42-21 15,-1 1 9-15,-2-1-7 16,0 1 7-16,0 0-11 16,0 1-14-16,0 0-13 15,0 0-2-15,-8-1 0 16,-2 2-2-16,1 1 1 15,-3 0 1-15,-5-3-4 16,-2 5-4-16,-4 0 3 16,-2 0 5-16,0 0-4 15,0 0-1-15,-1 9 5 16,5 3-3-16,-1 1 3 16,4 4 0-16,2 0 0 15,2 4-1-15,2 3-1 16,2 1 2-16,1 1 0 15,5 6 0-15,-1 0-1 0,5 0 1 16,0 3 0-16,0-3 0 16,0-3 1-16,0-2-2 15,12-3 1-15,3-6-1 16,5-5-13-16,7-8 7 16,6-5 7-16,4-2 3 15,5-18-1-15,1-5-2 16,-2-3 3-16,-4 1 5 15,-5 0 1-15,-9 4 12 16,-3 0-2-16,-8 0 1 16,-3 1-10-16,-2 0-7 15,-6 1 0-15,-1 0-3 0,0 0 0 16,-1 0-1-16,-12-1-10 16,-4 2-1-16,-4 3 1 15,-1 1 5-15,0 2 3 16,-1 3 0-16,4 3 3 15,-2 2-2-15,3 1 2 16,2 2-1-16,-2 3 1 16,-3 0 0-16,-1 0-1 15,-1 8 1-15,-2 6-1 16,0 10 1-16,2 2-1 16,2 5-1-16,5 5-1 15,4 0 3-15,5 3 0 16,7 1 0-16,0 3 0 0,4-3 0 15,15-6-4 1,7-7-14-16,3-10-8 0,7-11 4 16,-1-6-2-16,8-3 2 15,-6-17-2-15,-1-4 3 16,-3-4 16-16,-8-3-3 16,-6 0 6-16,-7 0 2 15,-10 0 1-15,-2 0 21 16,-8 1 0-16,-17 0 0 15,-5 2-8-15,-3 5-2 16,2 4-5-16,4 8-1 16,8 5-6-16,2 6 0 0,3 0-2 15,0 6-9 1,-2 12-5-16,5 2 1 0,5 4 8 16,6 3-2-16,0-1-1 15,6 3-18-15,19-5 11 16,5-4-8-16,6-7-3 15,0-7-5-15,1-6-8 16,-2 0 4-16,-6-3 0 16,-6-9-11-16,-5-7 18 15,-6-3 2-15,-6-4-15 16,-2-2 43-16,-4 0 8 16,-9 1 43-16,-21 4-4 15,-13 5 14-15,-2 6-19 16,1 7-11-16,6 4 27 15,14 1-12-15,8 1-29 0,10 15-17 16,5 6-2-16,1 8 0 16,1 1 2-16,20 0-4 15,7-4 0-15,8-6-2 16,3-8-15-16,4-9-4 16,-3-4-24-16,-4 0 4 15,-6-8 9-15,-11-7-15 16,-8-2 37-16,-11 0 14 15,0-5 9-15,-6 1 56 16,-22 1-35-16,-13 4 24 16,-11 6-19-16,-3 7-14 15,7 1 13-15,14 2 13 0,19 0 19 16,12 0-37-16,3 11-29 16,0 12-1-16,15 8 0 15,10 1 0-15,5-6 0 16,3-4-2-16,-2-5-23 15,-1-7-7-15,-3-6 2 16,-3-4-24-16,-4 0-5 16,-3-3 1-16,-4-11 0 15,-7-2 44-15,-6-4 13 16,0 0 2-16,-13-1 12 16,-14 1 19-16,-4 3-16 15,-2 2 15-15,3 4 18 16,8 2 8-16,8 6 25 0,8 3-18 15,2 0-47 1,2 4-16-16,-1 15-4 0,-1 4 4 16,4 4 0-16,0-1 0 15,0-2-2-15,0-3-23 16,0-3-8-16,0-1-9 16,0-5-6-16,4-3 5 15,1-1-38-15,1-5 27 16,-2-3-53-16,4 0-66 15</inkml:trace>
  <inkml:trace contextRef="#ctx0" brushRef="#br0" timeOffset="-185417">13932 15758 85 0,'0'0'102'0,"0"0"11"16,-80-24-11-16,45 22-24 16,2 2-10-16,6 0 8 15,6 4-34-15,9 9-42 16,2 1 1-16,8 1-2 15,2 4 0-15,0 3-2 16,0 2 3-16,7 2-7 16,1 1-32-16,-1 0-31 15,0-5 16-15,-4-6-34 16,-3-5-24-16,0-8-16 16,3-3 12-16,-2 0 68 15</inkml:trace>
  <inkml:trace contextRef="#ctx0" brushRef="#br0" timeOffset="-184787.08">13755 15906 16 0,'0'0'45'0,"0"0"31"0,0 0 29 16,-14-85-32-16,2 68 9 16,-3 3-9-16,5 4 31 15,3 5-22-15,3 3-32 16,0 2-18-16,2 0-32 16,2 5-13-16,-1 14 10 15,1 4-3-15,0 5-8 16,0 1-14-16,0 2-7 15,0-5 5-15,0-2 0 16,1-7 6-16,12-6-37 0,4-8 3 16,2-3 3-1,3-6-1-15,-2-15 7 0,1-3 42 16,-3-3 7-16,-3-3 0 16,-2-1 6-16,-6 1 63 15,-7 3 13-15,0 3-7 16,-10 3-27-16,-12 4-10 15,-4 2-21-15,0 7-1 16,6 5 17-16,6 3 3 16,7 0-35-16,-1 13-1 15,3 5-2-15,5 4 2 16,0 2-10-16,0 1-2 16,0-1-4-16,13 0-14 15,1-5-5-15,2-7-14 16,1-4 2-16,3-8-18 15,4 0 7-15,3-11-42 16,0-7-3-16,0-2 51 0,-2-2-25 16,-6-1 73-16,-7 1 4 15,-7 2 84-15,-5 0 45 16,0 4-10-16,-18 1-26 16,-9 3-56-16,-6 4 3 15,0 5 7-15,2 3 29 16,6 0-23-16,6 14-46 15,8 3-7-15,6 6 0 16,5 0-4-16,0-2 2 16,6 1-21-16,14-5-32 0,4-2 3 15,7-7-12-15,2-4-25 16,0-4-11-16,-5 0-120 16</inkml:trace>
  <inkml:trace contextRef="#ctx0" brushRef="#br0" timeOffset="-184187.3">14005 15734 200 0,'0'0'136'0,"0"0"-58"16,-109-29-24-16,67 29-15 15,3 0 34-15,12 0 5 16,13 7-52-16,8 8-26 16,6 3-3-16,0 3 2 15,13 0-2-15,10 0-2 16,7-4-8-16,0-5-1 15,0-6-27-15,-3-6 2 0,0 0-12 16,-6 0-13-16,-6-10 3 16,-2-4-30-16,-8-3 43 15,-5-1 48-15,0 0 38 16,-6 1 50-16,-20-1-50 16,-12 2-5-16,-10 6 7 15,-10 3-20-15,0 4-3 16,9 3-3-16,16 0 69 15,16 0 13-15,12 0-45 16,5 7-51-16,0 12-3 16,16 4 3-16,8 2-1 15,10-1 1-15,2-1-2 0,4-6 0 16,-2-5-3-16,-2-5-1 16,-4-7-14-16,-7 0-5 15,-8 0 2-15,-4-12 17 16,-7-4 6-16,-5-3 0 15,-1 0 7-15,0-4 14 16,-10-2 7-16,-19 2 1 16,-9 1-12-16,-7 3-7 15,3 7-10-15,11 4 0 16,13 3 14-16,13 5 12 16,5 0-26-16,0 1-10 15,7 17 6-15,10 2 4 16,1 7 0-16,0-1 0 0,-3 1 3 15,-3-4-3-15,-3-1-23 16,0-2-14-16,0-5-32 16,0-8-59-16,-2-7-29 15,1 0-52-15,-1-5 53 16</inkml:trace>
  <inkml:trace contextRef="#ctx0" brushRef="#br0" timeOffset="-183155.78">13896 15770 19 0,'0'0'50'0,"0"0"19"16,-109-43-37-16,66 32 55 15,16 4 26-15,10 3 43 16,10 1 21-16,7 3-136 16,0 0-29-16,0 6-11 0,1 13-1 15,14 6 3 1,6 7 0-16,0 4-2 0,2-1 2 16,0-2-3-16,0-2-20 15,-4-10-48-15,4-9-17 16,-3-8-15-16,0-4-12 15,-2-2-6-15,-9-16 65 16,1-2 46-16,-4-5 7 16,-3-1 16-16,0-1-7 15,-3-1 33-15,0 2 24 16,0 4-21-16,-9-2 33 16,-3 7-12-16,3 1-24 15,-1 6 10-15,1 2-22 16,3 5-7-16,0 3-15 15,-2 0-8-15,-5 2-4 0,0 16 4 16,-4 5-5-16,1 6 5 16,1 5 0-16,0 1 2 15,3 2 1-15,5-5-3 16,4-3 0-16,3-7-7 16,0-8-42-16,0-4-37 15,3-10 16-15,4 0-35 16,2-3 37-16,-2-13 4 15,-4-6 17-15,-3 2 13 16,0-5 32-16,-6 4 2 16,-14 6 67-16,-10 5-35 0,3 4 12 15,3 6 51-15,3 0-11 16,6 0-22-16,6 5-6 16,3 6-33-16,5 3-4 15,1 2-10-15,3-2-1 16,22 3 6-16,10-6 12 15,12-7-11-15,10-4-6 16,1 0-7-16,-4-12-2 16,-7-5-23-16,-9 0-2 15,-4-8 12-15,-8-2 7 16,-3-3-5-16,-11 0 11 16,-9 1 7-16,-3 2 7 15,-12 5 0-15,-21 5-10 16,-16 7-4-16,-15 9-35 15,1 1 21-15,11 0 8 0,19 0 6 16,21 9 9-16,12 1-2 16,6 3-5-16,21 4 3 15,9 0 4-15,9-4-8 16,4-3 6-16,-1-6-3 16,-9-4-4-16,-5 0-19 15,-7 0-18-15,-9-3-36 16,-7-10 23-16,-6-1 14 15,-5-4 33-15,0-2 3 16,-19 2 3-16,-11 1 1 16,-16 5 0-16,-14 7-4 0,-4 3-31 15,2 2-41-15,16 0 72 16,23-1 76-16,14 1 72 16,9 0-50-16,0 0-98 15,17 4-2-15,13 11 2 16,11 0 9-16,5 1-2 15,3-4-7-15,-3-5-1 16,-7-4-42-16,-11-3-38 16,-5 0-12-16,-10-13 9 15,-8-2-17-15,-5 0 76 16,-6 0 25-16,-21 6 6 16,-14 5-6-16,-12 3-26 15,-11 1-126-15</inkml:trace>
  <inkml:trace contextRef="#ctx0" brushRef="#br0" timeOffset="-183060.25">13741 15640 64 0,'0'0'188'0,"0"0"-30"0,0 0-26 16,0 0-126-16,0 0-3 16,25 72 5-16,27-52-8 15,9-1-4-15,0-8-71 16,-10-7-81-16</inkml:trace>
  <inkml:trace contextRef="#ctx0" brushRef="#br0" timeOffset="-180274.44">12567 14825 122 0,'0'0'110'0,"0"0"26"15,0 0-68-15,0 0-2 16,0 0-12-16,0 0-14 16,-24-75-16-16,14 65 14 15,1 0-17-15,-5 3 1 16,-1 3-14-16,-1 3-7 15,-7 1-1-15,1 0-6 16,1 8 5-16,3 5 2 16,1 2-2-16,3-1 1 15,-2 4 0-15,4 0 0 0,-6 5 0 16,4 8 0 0,-2 8 1-16,4 2 1 0,-1 3-2 15,4 1 1-15,3-2-1 16,6-1 0-16,0-3-1 15,13-8-15-15,19-9-14 16,9-13-7-16,6-9 7 16,6 0 12-16,-1-19 6 15,2-5 1-15,-3-6 8 16,-5-2 3-16,-7 2 9 16,-11-3-7-16,-9 0 5 15,-13 0 3-15,-6 4 9 16,0-3 15-16,-4 5-13 0,-14 2 9 15,-4 2-16-15,-3 4 2 16,-3 3-11-16,-2 2 0 16,2 0-2-16,1 5-3 15,4 2 1-15,2 3 0 16,3 1-1-16,0-3 0 16,4 4 1-16,3-1 1 15,2 1-1-15,1 2 0 16,-4 0 0-16,2 0-1 15,-5 0-2-15,-8 14-1 16,-3 14 2-16,-3 8 1 16,2 14 3-16,5 8-2 15,12 3 0-15,10-1-2 0,0-10-10 16,22-6-43-16,13-13-35 16,8-14-15-16,4-13-142 15</inkml:trace>
  <inkml:trace contextRef="#ctx0" brushRef="#br0" timeOffset="-179850.95">12399 14844 232 0,'0'0'56'15,"0"0"-6"-15,0 0 10 0,0 0 9 16,-95 52-17-16,78-27-20 16,4 4-21-16,7 0 3 15,6 4-8-15,0 0-2 16,19 0-4-16,9-5-9 15,5-10-53-15,7-9-47 16,-3-9-55-16,0-4-30 16</inkml:trace>
  <inkml:trace contextRef="#ctx0" brushRef="#br0" timeOffset="-179242.7">12592 14894 26 0,'0'0'77'15,"0"0"-10"-15,-85-79 19 16,46 69-25-16,5 5 18 0,7 5 30 15,9 0-21 1,3 4-40-16,5 16-45 0,1 9-3 16,5 9 0-16,4 1 0 15,0 4-1-15,4-7 0 16,10-3-7-16,5-7-19 16,-6-7 1-16,1-9 11 15,0-6-4-15,-1-4 11 16,1 0-4-16,3-13 3 15,1-9-17-15,1-10-44 16,-4-4-75-16,-4 0 19 16,-7 0 126-16,-4 6 87 0,-3 6-11 15,-15 4 10-15,-6 5 15 16,-2 8-20-16,3 4-6 16,4 3-7-16,2 0-31 15,6 3-15-15,3 17-22 16,1 13-4-16,0 7 2 15,4 6 1-15,3 0 1 16,0-3 0-16,4-6 0 16,13-9 0-16,1-7-17 15,6-11-28-15,4-7-8 16,4-3 23-16,0-7-10 16,0-17-6-16,-5-4 11 15,-10-2 24-15,-9-1 11 16,-8 2 20-16,-11 0 6 15,-21 2 14-15,-10 1-12 0,-4 5-8 16,1 7 1-16,11 7 16 16,12 5 35-16,8 2-30 15,8 5-42-15,0 15 0 16,3 9-14-16,3 6 2 16,0 2-20-16,17-4-19 15,12-4 9-15,9-9-21 16,6-10-8-16,3-9-35 15,0-1-92-15,-3-6 67 16</inkml:trace>
  <inkml:trace contextRef="#ctx0" brushRef="#br0" timeOffset="-179040.53">12700 15008 19 0,'0'0'87'0,"0"0"21"0,-18-87 4 16,-15 62-29-16,-11 4-17 16,-5 7-25-16,3 3-4 15,12 8 41-15,10 3-16 16,9 0-21-16,6 17-41 15,4 9-1-15,5 6-2 16,0 7 0-16,0 0 0 16,16-2-20-16,12-4-15 15,3-8-24-15,8-12-5 16,4-6-21-16,1-7-25 16,-3 0-66-16,-6-18 73 15</inkml:trace>
  <inkml:trace contextRef="#ctx0" brushRef="#br0" timeOffset="-177060.4">12700 15008 68 0,'64'-29'102'0,"-64"-7"54"15,-9 0-90-15,-20 4-29 16,-17 7 25-16,-7 4-22 16,-1 8-12-16,5 6 22 15,16 5 53-15,11 2-39 16,12 0-44-16,4 5-20 16,2 16-3-16,4 12-1 15,0 8-1-15,0 4 1 16,16-2-3-16,8-4-34 15,8-8-34-15,5-12 7 16,7-10 1-16,1-9-3 16,1-3 10-16,-7-18 25 0,-9-7 35 15,-12-2 19-15,-9-2 34 16,-9 3 29-16,-3 0-28 16,-25 4-6-16,-15 4-6 15,-12 10-31-15,-7 5-7 16,7 3-2-16,10 3 4 15,19 0 33-15,15 0-8 16,6 17-30-16,5 10 0 16,0 7-2-16,0 5 1 15,9-2-1-15,11-2-2 16,2-8-27-16,2-5-22 16,1-8 14-16,4-12-39 15,-4-2 28-15,0 0-26 0,-5-11-15 16,-7-7-25-1,-4-8 77-15,-6-3 38 0,-3-2 4 16,-4 2 14-16,-26 5 46 16,-11 4-23-16,-8 6-34 15,6 6 4-15,12 3 82 16,10 5 26-16,13 0 31 16,4 2-113-16,4 15-37 15,0 11-2-15,0 8 1 16,7 4 1-16,13 0 0 15,7-7-21-15,4-5-29 16,5-9-13-16,-1-10-5 16,0-7-13-16,-2-2 8 15,-3-7 3-15,-8-14 53 0,-4-8 17 16,-6-3 52-16,-11 0-27 16,-1 2 40-16,-13 5 16 15,-21 5-42-15,-10 6-27 16,-2 4 0-16,6 7 32 15,10 3 42-15,12 0-69 16,11 8-17-16,2 11-1 16,5 4 1-16,0 5-2 15,2 1 1-15,14 1-3 16,8-6 0-16,6-9-37 16,4-8-4-16,5-7-2 15,-4 0-4-15,-4-11 27 16,-3-10 8-16,-10-1 5 0,-7-4 9 15,-9 2 2 1,-2 3 6-16,-15 4 17 0,-24 4-12 16,-17 10-11-16,-11 3 0 15,-1 0 0-15,10 0 0 16,21 0 63-16,17 3 42 16,10 9-84-16,6 7-21 15,4 8-3-15,0 6-2 16,16 1 2-16,14-4-16 15,7-4 0-15,5-9-21 16,3-7 2-16,-3-9 1 16,-2-1 2-16,-8-3-17 0,-5-12 26 15,-13-5 18-15,-6-4 8 16,-8 0 8-16,0-1 1 16,-16 3 22-16,-18 7 1 15,-15 4-28-15,-6 5-4 16,5 3 0-16,12 2 9 15,15 1 105-15,13 0-50 16,4 1-64-16,6 16 0 16,0 6-6-16,0 5 5 15,0 0 1-15,16 0-4 16,5-2-35-16,6-9-24 16,5-8-20-16,2-9 4 15,-1 0-23-15,-3-9-35 16,-7-12 104-16,-8-7 33 0,-9-1 60 15,-6-3-9-15,-1 3-8 16,-25 2 0-16,-11 5-43 16,-14 7-2-16,-4 2-48 15,7 7 50-15,11 3 35 16,15 3 112-16,10 0-51 16,9 0-87-16,3 6-9 15,0 13-3-15,0 6-1 16,13 6 4-16,11 1 0 15,7-2-1-15,7-6-6 16,2-9-33-16,4-8-8 0,-2-7 3 16,0 0-17-1,-6-17-36-15,-10-5-19 0,-6-7 65 16,-11-3 52 0,-7 1 26-16,-2 2 19 0,-14 5-13 15,-22 5-32-15,-17 8-27 16,-13 7-19-16,-1 4 2 15,7 0 44-15,16 0 198 16,21 0-21-16,11 0-78 16,9 9-70-16,3 8-29 15,0 6 0-15,11 7 1 16,13 2 4-16,7-3 0 16,5-5-4-16,4-7-1 15,2-8-14-15,0-8-7 16,-4-1-17-16,-7-1-1 0,-8-16 18 15,-8-4 21-15,-9-7 1 16,-6-5-1-16,0 1 1 16,-17 2-1-16,-23 5-1 15,-15 8-19-15,-10 9-12 16,-1 5-7-16,12 3 39 16,17 0 64-16,19 0 32 15,7 4-50-15,8 11-46 16,3 8-2-16,0 4 0 15,11 5 2-15,11 2 4 16,5 2 2-16,4-6-1 16,1-2-4-16,2-5-1 0,-1-8-34 15,0-10-27 1,-2-5-11-16,-4 0 34 0,-8-15 14 16,-8-7 24-16,-10-5 7 15,-1-5-2-15,0-2 9 16,-19-1-2-16,-16 6-1 15,-12 6-11-15,-5 7-12 16,7 5 12-16,10 7 26 16,13 2 105-16,13 2-22 15,6 0-79-15,3 11-30 16,0 14-9-16,0 9 9 16,10 6 0-16,6 4 2 15,4-3 1-15,1-7-1 16,0-6-2-16,-1-7-27 15,-1-8-9-15,1-9-33 0,0-4-21 16,1-3 32-16,-4-15 19 16,-6-6 7-16,-9-2 14 15,-2 0-49-15,-15-1-43 16,-18 2-28-16</inkml:trace>
  <inkml:trace contextRef="#ctx0" brushRef="#br0" timeOffset="-176902.12">12388 14995 309 0,'0'0'117'15,"0"0"-12"-15,0 0-55 16,0 0-35-16,0 0-14 16,0 0 1-16,-45 87 0 15,53-60-1-15,14 2 1 0,6-5-2 16,5-7-17-16,6-6-30 16,1-7-35-16,-4-4-6 15,-3-1-95-15</inkml:trace>
  <inkml:trace contextRef="#ctx0" brushRef="#br0" timeOffset="-176326.28">12373 14956 282 0,'0'0'184'16,"0"0"-67"-16,0 0-69 15,0 0-48-15,0 0-4 16,0 0 2-16,-21 93 2 0,43-64-1 15,7-3-9 1,5-6-29-16,8-9-8 0,0-6-16 16,1-5-51-16,0-3-19 15,-10-14 37-15,-8-6 88 16,-13-5 8-16,-9-4 15 16,-3 3-2-16,-6 3 58 15,-21 2 3-15,-10 2-29 16,-14 8-22-16,-5 4-10 15,6 5-5-15,7 2 58 16,17 3 61-16,11 0-21 16,11 0-66-16,3 8-40 15,1 13-8-15,0 4 4 0,5 3 4 16,11-2-1-16,6-1-23 16,4-5-29-16,2-9-5 15,0-10 12-15,1-1 8 16,-4-6 9-16,-7-12 16 15,-6-5 12-15,-8-4 1 16,-4 1 0-16,0 2 0 16,-19 2-1-16,-14 10 1 15,-12 6-12-15,-10 6 1 16,-5 0-3-16,3 0 7 16,13 2 7-16,17-1 63 15,17 4 5-15,10 8-36 16,0 6-30-16,16 9-2 15,9 3 3-15,6-1-1 0,1 1-2 16,-2-8-51-16,-6-4-7 16,0-6-27-16,-6-10-98 15</inkml:trace>
  <inkml:trace contextRef="#ctx0" brushRef="#br0" timeOffset="-175828.7">12597 14936 212 0,'0'0'51'0,"0"0"3"16,-93 0 1-16,58 0-25 16,5 6-18-16,4 4 7 15,4 0 9-15,2 4-10 16,4 0-16-16,6-1 4 16,2 1-5-16,7 1 2 15,1 2-2-15,0 3 3 16,12-2-4-16,13 1-1 15,6-7-24-15,4-7-48 16,2-5-72-16,-6 0-15 16,-2-16 104-16,-7-5 32 15</inkml:trace>
  <inkml:trace contextRef="#ctx0" brushRef="#br0" timeOffset="-175611.27">12597 14936 36 0,'-15'36'86'0,"-1"-58"36"16,-19 5-67-16,-7 7-17 15,-5 6-36-15,2 3 3 16,9 1 47-16,12 0 52 15,11 0-10-15,11 0-40 16,2 7-54-16,7 13-5 16,18 6 5-16,10 1 2 15,7 0 2-15,3-10-4 16,1-8-13-16,-4-6-1 16,-4-3 2-16,-6 0-3 15,-11-12 3-15,-6-5-2 16,-11 0-7-16,-4-3-6 15,-9 5-67-15,-28 3-75 0</inkml:trace>
  <inkml:trace contextRef="#ctx0" brushRef="#br0" timeOffset="-175523.2">12392 14993 72 0,'0'0'156'0,"0"0"-151"16,0 0 16-16,0 0-12 15,76 73-9-15,-43-59-35 16</inkml:trace>
  <inkml:trace contextRef="#ctx0" brushRef="#br0" timeOffset="-174030.43">16060 14557 617 0,'0'0'50'0,"0"0"-1"16,0 0-49-16,0 0-28 16,0 0 24-16,0 105 2 15,-3-41 4-15,-9 10 1 16,-5 3 22-16,-2-1 12 15,0-4-18-15,1-11-6 16,2-4-8-16,3-8 1 16,4-8-4-16,4-9 0 0,2-12-1 15,3-11-1 1,0-7 0-16,0-2 0 0,0-11 8 16,6-22 20-16,9-15-28 15,0-13 0-15,4-11 0 16,-4-6 4-16,0-7 1 15,-1 1 4-15,4 4 4 16,5 12-6-16,2 15-7 16,3 12-15-16,-2 14 4 15,-3 12 9-15,-7 11-1 16,-3 4 2-16,2 5-5 16,-1 17-2-16,-5 10 4 15,-5 5 3-15,-4 5 0 16,-1 4 1-16,-16 0 1 15,-5-4 0-15,-5-7 0 0,-2-6 4 16,-2-11-5-16,0-7 2 16,0-8 2-16,4-3-4 15,6 0 0-15,8-2-2 16,11-4-18-16,4-3-41 16,34-3-197-16,16-5-193 15</inkml:trace>
  <inkml:trace contextRef="#ctx0" brushRef="#br0" timeOffset="-173544.46">16615 14679 755 0,'0'0'114'15,"0"0"-42"-15,0 0-56 16,0 0-16-16,0 0-12 15,-31 71 9-15,19-10 4 16,0 5-2-16,-4-1 2 16,0-4-1-16,-3-10 2 15,0-5 0-15,-6-8-2 16,4-10-4-16,4-10-15 16,4-9 12-16,7-8 3 15,3-1 4-15,1-7 6 16,1-18-6-16,1-8-12 0,0-14-26 15,12-6 12 1,11-3 2-16,5-5-14 0,6 3-1 16,2 4 15-16,8 5-50 15,-2 13 23-15,-3 6 51 16,-1 10 9-16,-8 10 31 16,-4 7-3-16,-4 3-19 15,-3 0-16-15,-5 18-2 16,-6 5 0-16,-8 9 0 15,-5 6 2-15,-25 3 0 16,-9-2 3-16,-4-3 1 16,0-7 2-16,4-8-1 0,6-5 4 15,8-5-9-15,9-1-2 16,13-5-11-16,3-5-110 16,16 0-87-16</inkml:trace>
  <inkml:trace contextRef="#ctx0" brushRef="#br0" timeOffset="-173014.45">16991 14780 680 0,'0'0'163'15,"0"0"-123"-15,0 0-40 16,0 0-2-16,-34 95 2 16,5-45 7-16,3-2-2 15,2-6-2-15,9-9-3 16,7-12-2-16,6-8-10 15,2-8 3-15,0-5-5 0,2 0 14 16,12-22 6-16,6-11-1 16,4-9-3-16,-3-6 0 15,0-4-2-15,1 3-5 16,4 5-5-16,-1 13-14 16,2 16 17-16,-5 13 5 15,-2 2-2-15,-4 8 1 16,2 15-2-16,-2 5 5 15,4 5-1-15,4 1 2 16,-1-4-2-16,-1-6 2 16,-3-8-2-16,-7-5 0 15,-1-11-27-15,-1 0 24 0,-1-13 3 16,2-14 2-16,-1-9 4 16,0-7 14-16,-1 0-4 15,0 3-5-15,1 4-4 16,1 9-3-16,-4 8 10 15,-3 11 17-15,0 8-8 16,-3 0-22-16,2 11-9 16,-1 21 3-16,-2 15-3 15,0 15 9-15,0 12 0 16,-5 2 2-16,-4 3-2 16,5-4-6-16,1-3-60 15,-2-9-70-15,-1-15-212 16</inkml:trace>
  <inkml:trace contextRef="#ctx0" brushRef="#br0" timeOffset="-172697.2">15882 15599 525 0,'0'0'121'0,"0"0"-98"16,0 0-21-16,0 0-2 16,0 0-7-16,0 0 7 15,1 2 5-15,50 1 5 16,23-3 11-16,20 0-10 0,21 0-8 16,22-14-3-16,11-6-24 15,4-5 20-15,-8 2 0 16,-26 2 4-16,-24 4 29 15,-31 8-14-15,-29 4 3 16,-25 5-18-16,-9 0-37 16,-40 17-21-16,-27 4-30 15,-26 1-101-15</inkml:trace>
  <inkml:trace contextRef="#ctx0" brushRef="#br0" timeOffset="-172497.72">15898 15702 74 0,'0'0'405'0,"0"0"-388"0,0 0 13 16,0 0 39-16,97 25-14 16,-22-25-16-16,15 0-11 15,15-9-20-15,12-4-1 16,13-2 14-16,12-4-14 16,2-3-7-16,-8-2-7 15,-13 3-21-15,-22 1-18 16,-23 2-27-16,-26 2-34 15,-22-1-180-15</inkml:trace>
  <inkml:trace contextRef="#ctx0" brushRef="#br0" timeOffset="-172336.25">17292 15562 835 0,'0'0'75'0,"0"0"-39"16,0 0 1-16,0 0-26 15,0 0-11-15,0 0-1 16,0 0-5-16,8 0-44 16,2 0-59-16,-4 0-252 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08:04.890"/>
    </inkml:context>
    <inkml:brush xml:id="br0">
      <inkml:brushProperty name="width" value="0.05292" units="cm"/>
      <inkml:brushProperty name="height" value="0.05292" units="cm"/>
      <inkml:brushProperty name="color" value="#FF0000"/>
    </inkml:brush>
  </inkml:definitions>
  <inkml:trace contextRef="#ctx0" brushRef="#br0">12840 6585 119 0,'0'0'368'16,"0"0"-349"-16,0 0 20 16,0 0-16-16,0 0-9 15,0 0-10-15,0 0 0 16,0 0 2-16,0 0-5 16,0 0 3-16,0 0-4 15,0 0-9-15,3 10-13 16,0 13 14-16,1 12 4 15,1 11 0-15,-2 12 4 16,-1 9-5-16,5 6 8 16,1 5-3-16,3 0 2 15,3-4 6-15,0 1 2 0,0-2 27 16,-1-3-15 0,-1-7-7-16,1-7-5 0,-4-6-2 15,2-8-6-15,-6-5 2 16,5-7-1-16,-6-7 1 15,1-3-2-15,-2-4 0 16,1-3-2-16,4-2-10 16,-1-2-69-16,4-9-28 15,2 0-164-15</inkml:trace>
  <inkml:trace contextRef="#ctx0" brushRef="#br0" timeOffset="879.27">12940 6573 201 0,'0'0'53'15,"0"0"33"-15,0 0-74 16,94-27 6-16,-42 20 12 16,12-1 12-16,11-1-18 15,17 2-3-15,14 7 0 16,21 0 10-16,17 0-12 15,24 0-9-15,21 5 5 16,21 0-4-16,15-5 1 16,-4 0 0-16,-7 0 2 15,-19 0 4-15,-17-10 5 16,-16 0-10-16,-20-2 8 16,-19 5-9-16,-18-1-1 15,-23 4-4-15,-20 2-6 16,-17 2-1-16,-13 0 3 15,-13 0-5-15,-12 0 2 0,-5 0-2 16,-2 0-24-16,-9 4-12 16,-34 11 16-16,-27 3-36 15,-17-1-116-15</inkml:trace>
  <inkml:trace contextRef="#ctx0" brushRef="#br0" timeOffset="1830.61">13101 7769 427 0,'0'0'32'0,"0"0"11"16,0 0-6-16,0 0-2 16,0 0 7-16,0 0-8 15,-5-23-12-15,28 18-20 16,17-1 3-16,26-2-4 15,20-1 15-15,24 2 2 0,25 2 1 16,26-2 6-16,27-1-4 16,26 0-12-16,18-4 3 15,6 2-12-15,-4 1 1 16,-14 2-1-16,-20-3 0 16,-19 2-3-16,-14-1-4 15,-19-2 12-15,-19 3-7 16,-22 2 4-16,-22 2 3 15,-18 1-3-15,-19 2-1 16,-17-2 6-16,-14 0-5 16,-11 3 10-16,-5 0 11 15,-1 0 19-15,0 0-24 0,0 0-7 16,0 0-10-16,0 0-1 16,0 0 0-16,0 0-2 15,0 0-8-15,0 0-18 16,-6 0-19-16,-13 0-59 15,-4 0-102-15</inkml:trace>
  <inkml:trace contextRef="#ctx0" brushRef="#br0" timeOffset="2580.21">15995 6511 426 0,'0'0'42'0,"0"0"28"16,0 0-69-16,0 0 0 15,0 0-1-15,0 0 5 16,43 68-3-16,-36-28 23 16,-2 11 2-16,-2 12-8 15,-3 16-7-15,0 4 13 16,0 1-5-16,0 1-8 15,0-3 3-15,0 2-1 16,0-3-7-16,0-9-5 0,0-5 4 16,0-7-4-1,0-8 2-15,0-6-3 16,0-9 0-16,0-8 1 0,0-10 1 16,0-9-3-16,0-5 3 15,0-2-3-15,0-1 0 16,3-2-21-16,-2 0-30 15,5-3-47-15</inkml:trace>
  <inkml:trace contextRef="#ctx0" brushRef="#br0" timeOffset="2758.97">16157 7648 50 0,'0'0'661'15,"0"0"-536"-15,0 0-56 16,0 0-50-16,0 0-19 16,0 0-30-16,1-17-88 15,-1 29-98-15,-13-6 33 16</inkml:trace>
  <inkml:trace contextRef="#ctx0" brushRef="#br0" timeOffset="34613.06">12540 8333 174 0,'0'0'214'16,"0"0"-133"-16,0 0-15 15,0 0-41-15,0 0-17 16,0 0 27-16,0 0-8 15,12-76-6-15,-12 68-1 0,1 4-17 16,-1 2 11-16,0-1 15 16,2 3-7-16,-2 0-22 15,0 0-1-15,0 0-12 16,0 0-19-16,0 3 5 16,0 8 23-16,0 7 4 15,0 4 0-15,0 6 1 16,-6 8 1-16,1 1-2 15,-2 0 0-15,1-1 1 16,3-5-1-16,2-6-2 16,-1-2-9-16,2-5-4 15,0-2-5-15,0-4 5 16,0-2-6-16,0-6 12 16,0-1 2-16,0-1 7 15,0-2 0-15,0 0 28 0,0 0 23 16,12 0-32-1,10 0-18-15,7-8-2 0,-1 3 0 16,5 4 1-16,1-1 0 16,5 2-1-16,1 0-1 15,2 0 2-15,0 0 0 16,-2-2 0-16,-3 0 0 16,-2-2 2-16,-7 0-2 15,-4-3 0-15,-8 2 0 16,-8 3 2-16,-7-3-2 15,-1 2 11-15,0-2-11 16,-18 5-44-16,-13-1-93 0,-9-1-124 16</inkml:trace>
  <inkml:trace contextRef="#ctx0" brushRef="#br0" timeOffset="35144.99">12695 8285 131 0,'0'0'170'16,"0"0"-124"-16,0 0-12 15,0 0-23-15,0 0 23 16,0 0 23-16,56 0-27 16,-28 0-3-16,2 0-9 15,5 0-9-15,-2 0-6 16,3 0 2-16,1 0 0 15,2 0-5-15,-2-8 2 16,-10 0 2-16,-6 4-2 16,-12-1 2-16,-6 2 15 0,-2 0 6 15,-1 2-5-15,0 1-20 16,0 0-5-16,0 4 5 16,0 15 2-16,-1 8 0 15,-8 6-1-15,0 6-1 16,-2 5 1-16,-3-1 0 15,0-4 0-15,-1-3 0 16,5-8 1-16,4-7-1 16,-1-4-1-16,4-8-1 15,1-1-1-15,-1-2-28 16,1-6-74-16,2 0-196 16</inkml:trace>
  <inkml:trace contextRef="#ctx0" brushRef="#br0" timeOffset="35664.69">13256 8228 527 0,'0'0'112'0,"0"0"-35"0,0 0-61 16,0 0-4-16,0 0-2 15,0 0-8-15,0-10-2 16,0 10-9-16,0 3 2 16,3 9 7-16,-1 7 0 15,-1 3 0-15,-1 5 0 16,0 5 2-16,0 4 3 15,-6 0-5-15,-6 0 2 16,-3 0-1-16,3-7 5 16,3-4-6-16,2-6-11 15,4-5-7-15,3-6-27 16,0-4 30-16,0-3 7 16,4-1 8-16,14 0 0 15,7-2 7-15,4-8-1 16,1 1 15-16,4-2 0 0,3 2-13 15,5 1-7-15,0-2 0 16,-3 6-1-16,-7-3-1 16,-9 3-14-16,-3 0-8 15,-7 0-19-15,-7-2-32 16,0 0-2-16,-5 2-14 16,-1 0 40-16,0-1-65 15</inkml:trace>
  <inkml:trace contextRef="#ctx0" brushRef="#br0" timeOffset="36128.65">13248 8243 356 0,'0'0'79'16,"0"0"22"-16,0 0-62 16,0 0-31-16,0 0-8 15,0 0 0-15,11-14 9 16,30 14 34-16,11 0-8 16,7 0-9-16,1-1-18 15,-8-1-5-15,-7-1-1 0,-11-1-1 16,-13 1 10-1,-6 2 21-15,-11 0 23 0,-2 1-13 16,-2 0-4-16,0 0-15 16,0 0-14-16,0 0-9 15,0 0-3-15,-10 1 1 16,-3 10-1-16,1 10-2 16,-1 6-3-16,0 6 7 15,2 7 0-15,-5 1-4 16,2-2 3-16,2-4 0 0,5-8-12 15,4-5 1 1,1-9-2-16,2-3-11 0,0-4-29 16,-1-1-21-16,-1-2-47 15,1-3-51-15</inkml:trace>
  <inkml:trace contextRef="#ctx0" brushRef="#br0" timeOffset="36666.88">13824 8226 395 0,'0'0'113'16,"0"0"-48"-16,0 0 6 16,0 0-19-16,0 0 2 15,0 0 1-15,0-30-22 16,0 30-17-16,0 0-16 16,0 0-1-16,0 3-12 15,0 12 12-15,-1 9 0 0,-4 4 0 16,1 3 2-1,-4 4-1-15,1 1 0 0,-1 1 1 16,1-3-1 0,0-5 1-16,4-10-1 0,3-5-5 15,0-7-14-15,0-1 11 16,0-6-2-16,0 0 7 16,0 0 3-16,16 0 3 15,4 0-3-15,6-10-6 16,7 0-8-16,6-1-1 15,3 1 0-15,5 1 9 16,-2-2 2-16,-2-1 3 16,-6 1 2-16,-11 3-1 15,-11 0 3-15,-6 1 4 16,-6 5-1-16,-3-3-6 16,0 2-37-16,0-1-92 15,-9 0-132-15</inkml:trace>
  <inkml:trace contextRef="#ctx0" brushRef="#br0" timeOffset="37079.72">13905 8207 463 0,'0'0'39'0,"0"0"11"16,0 0 14-16,0 0-49 0,0 0-15 16,0 0-7-16,4-10 3 15,27 10 4-15,13 0 11 16,9 0-6-16,4 0 0 16,-6 0-5-16,-3-3 2 15,-12-1 0-15,-13 2-1 16,-11 0 31-16,-4 1 9 15,-8 1-12-15,0 0-22 16,0 0-7-16,0 8 0 16,-11 12 3-16,-1 5 0 15,-4 4 0-15,-2 7-2 16,-1 3 3-16,2-3 2 16,2-3-5-16,6-8 0 0,3-8 0 15,2-6-1-15,3-3-1 16,1-1-30-16,0-5-91 15,0-2-179-15</inkml:trace>
  <inkml:trace contextRef="#ctx0" brushRef="#br0" timeOffset="37927.65">14527 8158 475 0,'0'0'105'15,"0"0"-13"-15,0 0-34 16,0 0-49-16,0 0-9 15,0 0-10-15,-10 7 4 16,6 15 6-16,0 7-4 0,1 5 3 16,-1 5 1-16,-3-1 3 15,3-4-2-15,-1-3-1 16,2-11 3-16,3-2-2 16,0-6-1-16,0-5-2 15,0 0-14-15,0-6-4 16,0-1 14-16,0 0 6 15,0 0 11-15,2 0-4 16,5-6 1-16,3 0-5 16,1 2-2-16,1 2 1 15,3 2-2-15,5-3 0 16,3 3 0-16,6 0 0 16,5-3 0-16,7 1-2 15,8-1 1-15,6-1-8 16,3 0-8-16,-6-2-22 0,-4-1 18 15,-11 0-9-15,-11-1 17 16,-10 4 13-16,-12-2 0 16,-4 2 25-16,0 4 11 15,-17-2-36-15,-10 2-8 16,-9 0-19-16,-7 9-21 16,4 1-76-16,6-2-113 15</inkml:trace>
  <inkml:trace contextRef="#ctx0" brushRef="#br0" timeOffset="38339.2">14522 8245 233 0,'0'0'137'0,"0"0"-86"16,0 0 22-16,0 0-16 15,118-17-4-15,-76 15-26 16,2 2-9-16,-5-2-11 16,-3-1-1-16,-6 0-4 15,-6 0 0-15,-11 2 11 0,-2-2 19 16,-7 3 6-16,-4 0-19 15,0 0-19-15,2 0-3 16,-2 0-2-16,0 15 0 16,0 6 3-16,-12 12 2 15,-6 7 4-15,0 5 1 16,0 0 1-16,2-2-3 16,7-6-3-16,3-9-13 15,6-8 9-15,0-8-8 16,0-5-13-16,0-3-5 15,0-1-23-15,0-3-73 16,4 0-116-16</inkml:trace>
  <inkml:trace contextRef="#ctx0" brushRef="#br0" timeOffset="39009.23">15284 8194 532 0,'0'0'140'0,"0"0"-78"16,0 0-28-16,0 0-30 16,0 0-4-16,0 0-16 15,2 17 9-15,-2 15 6 16,0 7 1-16,-6 6 0 15,-6 3 1-15,2-4 3 16,2-6-4-16,5-12-1 16,3-6-4-16,0-7-9 15,6-8 7-15,18-5 0 16,12 0 6-16,7-10 0 16,8-6-16-16,-1-4-10 15,-6 3 19-15,-8 0 8 0,-9 4 1 16,-8 5 7-16,-9 2-2 15,-7 4 0-15,-1 2-2 16,-2 0-4-16,0 0-23 16,0 0-64-16,-2 0 43 15,-13 10 17-15,-5-5-104 16</inkml:trace>
  <inkml:trace contextRef="#ctx0" brushRef="#br0" timeOffset="39442.28">15268 8245 345 0,'0'0'92'0,"0"0"-17"16,0 0-39-16,0 0-10 15,0 0 7-15,92-13-4 16,-45 10-14-16,7 0-6 16,5-2 0-16,-2 0-7 15,-8 0-1-15,-9 0 0 16,-15 0-1-16,-9 1 2 16,-12 3 4-16,-3-1 43 0,-1 2 7 15,0 0-28 1,0 0-13-16,0 0-11 0,-4 0-4 15,-7 12 0-15,-3 8-4 16,-1 6 2-16,0 7 1 16,1 3 1-16,-2 1 0 15,7-5 0-15,1-7-21 16,7-9-13-16,1-5 17 16,0-2-5-16,0-2-23 15,0-1-59-15,0-6-16 16,0 0-273-16</inkml:trace>
  <inkml:trace contextRef="#ctx0" brushRef="#br0" timeOffset="40125.27">16154 8231 185 0,'0'0'136'0,"0"0"-4"16,0 0-43-16,0 0-56 0,0 0 2 16,0 0-16-16,-33-34-16 15,25 34-3-15,0 16-3 16,-3 6-1-16,-3 3 4 16,0 8 2-16,-4 4 3 15,0 2 0-15,-1 2-3 16,3-6 0-16,4-7-1 15,5-7 0-15,7-11-1 16,0-3-2-16,0-4-15 16,11-3-19-16,13 0 29 15,4-7-9-15,5-6 4 16,1 0 12-16,1 0 0 16,-3 2 0-16,0 1 8 0,-4 2 3 15,-1 2-7-15,-3 1 0 16,-2 1-2-16,-5 2-1 15,-4 0-1-15,-7 1 0 16,-4 1-4-16,-2 0-23 16,0 0-47-16,0 0-33 15,-14 0 15-15</inkml:trace>
  <inkml:trace contextRef="#ctx0" brushRef="#br0" timeOffset="40590.79">16138 8236 452 0,'0'0'41'15,"0"0"21"-15,0 0-62 16,0 0-1-16,0 0-5 15,0 0 6-15,9 0 5 16,16 4 28-16,11-4 6 16,7 0-20-16,2 0-14 15,1 0-3-15,-6-4 2 16,-10-4-2-16,-8 3-1 16,-12-3 8-16,-6 3 41 15,-4 1 43-15,0-1-59 0,0 1-4 16,-7 3-25-16,-6 1-5 15,-3 0-6-15,3 3 3 16,-2 13-2-16,3 7 2 16,2 6 0-16,-2 7 3 15,-1 2-3-15,0 3 3 16,1-4 0-16,3-8-2 16,2-7-7-16,4-10 1 15,1-4 2-15,1-3 3 16,-1-1-38-16,-2-4-47 15,2 0-62-15,1-4-306 16</inkml:trace>
  <inkml:trace contextRef="#ctx0" brushRef="#br0" timeOffset="41240.02">16687 8223 160 0,'0'0'221'0,"0"0"-63"0,0 0-35 16,0 0-31-1,0 0-65-15,0 0-27 0,-11-16-17 16,8 30 15-16,-2 8 1 16,0 1 1-16,-4 7 0 15,1 1 2-15,-3 3 0 16,3-3-2-16,-1-4 4 16,1-7-4-16,3-3-19 15,5-8-25-15,0-4-4 16,0-2 18-16,0-3 1 15,10 0-2-15,8 0 24 16,6 0 7-16,3-3 0 16,2-3 0-16,6-2 0 15,4-1 19-15,7-2-11 16,3 2 3-16,-3-1-10 0,-1 0 3 16,-11 1-4-16,-9 1 5 15,-10 3-4-15,-8 1 6 16,-6 1 12-16,-1 3-6 15,0 0-13-15,-15 0-77 16,-12 0-30-16,-7 0-81 16</inkml:trace>
  <inkml:trace contextRef="#ctx0" brushRef="#br0" timeOffset="41656.8">16600 8214 376 0,'0'0'67'15,"0"0"-22"-15,0 0-21 16,0 0 19-16,0 0 5 15,88-3-5-15,-43 0-14 16,4 2-14-16,5-2-8 16,2 0-3-16,-4 1-3 15,-11-3 3-15,-14 2-3 16,-14 2 15-16,-10-1 36 16,-3 2-1-16,0 0-25 15,0 0-15-15,0 0-11 0,0 2-1 16,-6 15-1-16,-6 5 2 15,-4 6 0-15,1 1 0 16,-1 3 1-16,2 3-1 16,1 0 0-16,5-9-7 15,5-4-5-15,2-5-33 16,1-6 1-16,0-5-73 16,0-4-90-16</inkml:trace>
  <inkml:trace contextRef="#ctx0" brushRef="#br0" timeOffset="41819.56">16925 8390 522 0,'0'0'150'0,"0"0"-17"16,0 0-77-16,0 0-56 16,0 0-2-16,0 0-59 15,1-2-12-15,-1 11 20 16,0-1-101-16,0-5-98 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10:44.732"/>
    </inkml:context>
    <inkml:brush xml:id="br0">
      <inkml:brushProperty name="width" value="0.05292" units="cm"/>
      <inkml:brushProperty name="height" value="0.05292" units="cm"/>
      <inkml:brushProperty name="color" value="#FF0000"/>
    </inkml:brush>
  </inkml:definitions>
  <inkml:trace contextRef="#ctx0" brushRef="#br0">14494 13477 306 0,'0'0'167'0,"0"0"-50"0,0 0-56 16,0 0-24-16,0 0-3 15,0 0-12-15,0 0-17 16,0 0-5-16,0-11-4 16,0 11-3-16,-7 9 6 15,-8 10 1-15,-5 9 8 16,-5 6-4-16,-5 10-3 15,-1 4 3-15,-1 0-3 16,2-3 0-16,5-7 0 16,7-7 2-16,6-7-3 15,6-6 0-15,3-6-2 16,2-5 2-16,1-6-1 0,0-1-17 16,0 0 13-16,0 0 5 15,7-6 15-15,3-6-3 16,0 0-4-16,-3 3 17 15,-4 5-7-15,-1 0 9 16,-2 4-10-16,0 0-17 16,0 0-6-16,3 0-10 15,0 7 3-15,7 5 13 16,2 5 0-16,3 2 0 16,6 1-4-16,1 2-7 15,2-3-12-15,4 0 3 16,2-4-29-16,0-3-10 0,2-2-42 15,-7-7-98-15</inkml:trace>
  <inkml:trace contextRef="#ctx0" brushRef="#br0" timeOffset="1480.16">23575 13409 461 0,'0'0'120'0,"0"0"8"0,0 0-40 15,0 0-32-15,0 0-23 16,0 0-12-16,0-60-6 16,0 60-4-16,0 0-3 15,0 0-8-15,-3 0-4 16,-8 14-8-16,-8 15 9 15,-11 14 2-15,-6 12 1 16,-5 9 3-16,0 0-2 16,5-5-2-16,5-7-3 0,7-17-11 15,9-11-6 1,5-12 15-16,9-7-8 0,1-5 9 16,0 0 5-16,16-19 0 15,9-6-5-15,5-6-9 16,-2 5 14-16,-8 9 4 15,-6 5-3-15,-7 7 0 16,-4 5-1-16,-2 0-1 16,0 0-2-16,3 7-1 15,-1 10 1-15,-2 5 3 16,1 3 0-16,-1 3 0 16,-1-1 2-16,4-1-2 15,1-4-10-15,5-8-62 16,10-9-84-16,14-5-7 15</inkml:trace>
  <inkml:trace contextRef="#ctx0" brushRef="#br0" timeOffset="2030.37">23988 13287 745 0,'0'0'67'15,"0"0"-1"-15,0 0-31 16,0 0-35-16,0 0-6 16,0 0-21-16,1 10 17 15,-7 27 9-15,-10 12 0 16,0 3 1-16,1 1-2 16,-1-7 2-16,5-4-6 0,6-9-18 15,2-13-9-15,3-11 5 16,0-7 5-16,-1-2 15 15,1 0 8-15,-2-6 12 16,-2-10-7-16,-3-4-4 16,-4 0 0-16,-1 0 9 15,-6 3 2-15,-1 4 4 16,1 3-7-16,2 4-3 16,8 3-4-16,2 3-2 15,1 0-1-15,2 0-6 16,-2 0 5-16,2 6-3 15,-2 1-4-15,2-1 0 0,0-3 2 16,2 0 4-16,-1-3 3 16,1 3 0-16,-1-3 0 15,-1 0 2-15,2 2 0 16,-1 0-1-16,2 5-1 16,0 3-7-16,0 5-2 15,15 5 2-15,17 1 6 16,15-1 0-16,13-4-8 15,7-7-13-15,-4-5-31 16,-7-4-21-16,-17 0-5 16,-23-13-326-16</inkml:trace>
  <inkml:trace contextRef="#ctx0" brushRef="#br0" timeOffset="11288.62">14833 15180 48 0,'0'0'40'0,"0"0"-29"0,0 0 3 16,0 0 46-16,0 0 31 16,0 0-19-16,0 0 2 15,19-45-4-15,-19 39-11 16,0 2-23-16,0-1 10 16,0 1-2-16,0 0-15 15,0 1-2-15,0 1 9 16,0-2-9-16,0-1-20 15,0 2 6-15,0-1-5 16,0 3 2-16,0-2-1 16,0 2-2-16,0-1-1 15,0 1-2-15,0 1 0 16,0 0-4-16,0 0-2 0,0 3-8 16,-5 15 1-16,-6 13 4 15,-8 11 5-15,-6 11 2 16,-5 5 3-16,1-2-2 15,2-3 0-15,4-9-2 16,8-7 1-16,2-8 0 16,7-10-2-16,5-6-1 15,-1-4-2-15,2-5 3 16,0-2-1-16,0 0 0 16,0-2-8-16,0 0 2 15,0 0 7-15,0 0 0 16,0 0-1-16,0 0-15 0,0-6-14 15,3 1-15 1,2-1 4-16,1 0-51 0,2 3 4 16,0-1-2-16,-2-2 10 15,-1-1-127-15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11:34.215"/>
    </inkml:context>
    <inkml:brush xml:id="br0">
      <inkml:brushProperty name="width" value="0.05292" units="cm"/>
      <inkml:brushProperty name="height" value="0.05292" units="cm"/>
      <inkml:brushProperty name="color" value="#FF0000"/>
    </inkml:brush>
  </inkml:definitions>
  <inkml:trace contextRef="#ctx0" brushRef="#br0">19971 4421 168 0,'0'0'98'0,"0"0"-25"15,0 0-24-15,0 0-17 16,0 0 11-16,0 0-6 0,0 0-11 16,0-29 37-1,0 25-20-15,0 2-12 0,0-3 22 16,0-1-27-16,0 1-6 15,0-1-1-15,0 1-2 16,-1 1-9-16,-1-1 11 16,1 2 3-16,-1-2-9 15,2 4 7-15,-1-2-7 16,1 3-4-16,-2 0 5 16,2 0-14-16,0 3-5 15,-1 20-9-15,-4 20 5 16,-3 23 4-16,-6 14 3 15,-4 12 1-15,-6 2 1 16,0 1 0-16,2-1 2 16,4-5-2-16,2-8 0 0,2-12 1 15,1-12 0-15,2-10-1 16,-1-15 0-16,6-11-4 16,3-9-24-16,2-7-23 15,1-5-4-15,7-10 26 16,20-27-296-16</inkml:trace>
  <inkml:trace contextRef="#ctx0" brushRef="#br0" timeOffset="334.57">19810 4299 419 0,'0'0'34'16,"85"-49"31"-16,-43 34 11 15,0 7-35-15,-2 7 5 16,-6 1-21-16,-4 15-17 16,-6 15-8-16,-8 15-5 15,-10 12 3-15,-6 12-2 16,-21 10 4-16,-19 0 6 15,-11-3-6-15,-2-14 7 16,2-18-4-16,9-13 7 16,8-11-9-16,9-10 0 15,5-5 4-15,4-5 1 0,-4 0-4 16,4 0-2-16,-2-4-200 16,6-7-256-16</inkml:trace>
  <inkml:trace contextRef="#ctx0" brushRef="#br0" timeOffset="1200.14">20172 4819 563 0,'0'0'140'0,"0"0"-60"16,0 0-80-16,0 0-8 15,0 0 8-15,32 81 2 16,-32-36 12-16,0 8-11 16,0-1 6-16,-6-4-2 15,-6-10-5-15,0-8 0 16,3-11-2-16,0-8 2 15,2-6-1-15,5-5 3 16,-6 0 9-16,-2-22-10 16,0-7-3-16,4-7-62 15,6-7 41-15,6 1 1 0,28 4-13 16,14 4-15-16,5 7 5 16,-2 6-12-16,-3 6 55 15,-9 5 0-15,-12 8 22 16,-7 2-2-16,-5 0 7 15,-4 0-17-15,-1 10 12 16,-1 7-6-16,0 4-2 16,-3 2-6-16,-1 8 2 15,-1 2-5-15,1 1 2 16,1 0-4-16,2-4-3 16,1-7 4-16,0-6-2 0,2-6 2 15,-4-6 0-15,-1-5 2 16,2 0 0-16,6-3 26 15,3-13-9-15,5-8-19 16,-1-5-3-16,-6 1-1 16,-3-6-3-16,-9 0-7 15,1-3 2-15,-4-4-14 16,0 2 12-16,-4 3-8 16,-6 3 5-16,4 5-34 15,2 5 24-15,4 6 16 16,0 3 4-16,10 8-2 15,10 6-6-15,3 0 10 16,1 12 0-16,-3 15-1 16,-4 7 2-16,-4 7 6 15,-9 8-6-15,-4 6 17 0,0 6 6 16,-6 2-5-16,-12 0 16 16,-6-4-14-16,0-5-4 15,-1-5-9-15,4-11 6 16,0-9-11-16,2-6 2 15,5-7-2-15,3-7 3 16,2-6-2-16,2-3-1 16,-7 0 2-16,-5 0-4 15,-3-7-36-15,0-3-67 16,12-4-103-16</inkml:trace>
  <inkml:trace contextRef="#ctx0" brushRef="#br0" timeOffset="1532.22">21027 4993 408 0,'0'0'0'15,"0"0"9"-15,0 0 7 16,0 0 45-16,0 0-16 15,81-24-11-15,-69 14-3 0,-5 4 14 16,-3-2 6 0,-4 3-7-16,0 1-32 0,0 1-12 15,-10 3-2-15,-6 0-10 16,-6 3 11-16,4 14 0 16,2 5 0-16,7 9-2 15,8 6 3-15,1 4 0 16,16 1-4-16,26-5-19 15,17-9-37-15,13-12-14 16,8-16-86-16,-1-3-195 16</inkml:trace>
  <inkml:trace contextRef="#ctx0" brushRef="#br0" timeOffset="1933.19">21406 4923 593 0,'0'0'125'15,"0"0"-49"-15,0 0-76 16,0 0-3-16,0 0 1 16,-64 109 2-16,64-71 0 15,0 1-1-15,21-7 1 16,15-2 3-16,13-8-3 16,7-14 0-16,7-8-16 15,1-7-7-15,-3-20-19 16,-8-6-31-16,-10-5 57 15,-16 3-1-15,-14-4 8 16,-13 0 9-16,-7-2 15 0,-22 1 7 16,1 5 13-1,7 11 84-15,8 9-41 0,8 11-18 16,4 4-35-16,1 0-25 16,-3 19-16-16,0 16 9 15,0 12 7-15,3 9 0 16,0 2 0-16,0-2 0 15,6-3 1-15,7-5 0 16,4-9-1-16,-3-7-10 16,1-8-24-16,5-10-25 15,2-12-86-15,8-6-76 16</inkml:trace>
  <inkml:trace contextRef="#ctx0" brushRef="#br0" timeOffset="2104.21">21889 4881 746 0,'0'0'42'16,"0"0"-10"-16,84-47-30 15,-29 37 1-15,13-3-3 16,9 7-4-16,0 0-7 16,4-2-41-16,-9-3-43 15,-13-6-87-15,-20-3-226 16</inkml:trace>
  <inkml:trace contextRef="#ctx0" brushRef="#br0" timeOffset="2299.31">21021 4400 592 0,'0'0'32'0,"0"0"11"16,0 0-43-16,0 0-5 16,0 0-8-16,82 20-60 15,-59-4-81-15</inkml:trace>
  <inkml:trace contextRef="#ctx0" brushRef="#br0" timeOffset="3064.25">21073 5084 126 0,'0'0'12'16,"0"0"60"-16,0 0-30 16,0 0-9-16,0 0 70 15,0 0-23-15,10 14-29 16,10-14 4-16,1-6-37 16,3-5 4-16,-3 0-4 15,-3 0-11-15,-3 0-1 16,-6-1-1-16,-2 2-5 15,-3 1-1-15,-4-2 1 16,0 0-11-16,0 2 8 16,-1-4 3-16,-14 1 0 0,-6 1 1 15,-4-2-1-15,-4 4 0 16,-1 1 5-16,7 7 24 16,0 1-18-16,3 0-8 15,3 6-3-15,-1 6-2 16,8 5-2-16,4 3 3 15,6 4-2-15,0 3 3 16,1 1-1-16,16-2 1 16,10-4 0-16,3-7-13 15,3-5-31-15,2-10-78 16,-6 0-318-16</inkml:trace>
  <inkml:trace contextRef="#ctx0" brushRef="#br0" timeOffset="3223.87">20957 5020 573 0,'0'0'101'0,"0"0"-101"16,0 0-11-16,0 0 3 16,0 0-8-16,0 0-75 15,17 72-196-15</inkml:trace>
  <inkml:trace contextRef="#ctx0" brushRef="#br0" timeOffset="3895.81">19410 5416 343 0,'0'0'83'0,"0"0"-53"0,0 0-14 15,0 0 3-15,135-17 21 16,-63 17-6-16,24 0 10 16,19 0-18-16,22 0-5 15,27 0 3-15,21 5-4 16,18 0-13-16,18 2-7 15,-4-3 0-15,-9-4-25 16,-20 0 6-16,-36 0 15 16,-36 0 8-16,-32-8 5 15,-30 0 9-15,-26 1 24 16,-10 0 35-16,-15 0-8 16,-3 2-27-16,0-3-42 0,0 4 0 15,-2-1-4-15,-17 5-31 16,-3 0-57-16,0 2-9 15,3 13-28-15,12-6-94 16</inkml:trace>
  <inkml:trace contextRef="#ctx0" brushRef="#br0" timeOffset="4054.8">21906 5423 714 0,'0'0'75'0,"0"0"-3"16,0 0-42-16,0 0-30 16,0 0-30-16,0 0-135 15,-17-4-51-15,11 10-98 0</inkml:trace>
  <inkml:trace contextRef="#ctx0" brushRef="#br0" timeOffset="11897.22">3109 4678 73 0,'0'0'61'0,"0"0"-22"15,0 0 4-15,0 0-4 16,0 0-1-16,0 0-7 16,0 0 2-16,0-57 2 15,0 46 3-15,0-3 1 16,0 2 14-16,0 0-6 16,0 2-23-16,0 1 1 15,-2 2-15-15,2 2 10 16,0 0-6-16,-1 0-7 15,1-1 8-15,0 1 0 16,-3-1 1-16,3 1 0 0,0 3 8 16,0 1-16-16,0-1 12 15,0 2-7-15,0 0-6 16,0 0-7-16,0 0-10 16,0 16-31-16,0 14 38 15,0 13 2-15,-9 10 1 16,-8 8 0-16,-8 6-1 15,-3 2 2-15,-2 1-1 16,3-8 0-16,6-5-2 16,6-11-2-16,6-9-6 15,3-9 3-15,1-8 1 16,5-6 3-16,0-4 2 16,0-3 0-16,0-2-3 15,0-3 1-15,0 1 2 0,0 0-1 16,0-2 2-16,19-1 2 15,6 0-1-15,9 0-1 16,5 0-1-16,6-3-13 16,-3-3-5-16,-5 1 10 15,-4 1 3-15,-9 1 5 16,-5 0 1-16,-8 3 1 16,-7 0 0-16,-2 0-1 15,-2 0 1-15,0 0-1 16,0 0-7-16,0 0-21 0,0 0-14 15,-12 3-33 1,4 1-75-16,-1-2-71 16</inkml:trace>
  <inkml:trace contextRef="#ctx0" brushRef="#br0" timeOffset="12207.57">3434 5049 426 0,'0'0'88'0,"0"0"-14"0,0 0-58 16,0 0-16-16,0 0 7 15,0 0 9-15,0 0 5 16,82-26-4-16,-61 23-5 16,1-2-8-16,3 0-4 15,-2 0 0-15,-1 0-30 16,-4-3-48-16,-1-1-28 16,-8-4-179-16</inkml:trace>
  <inkml:trace contextRef="#ctx0" brushRef="#br0" timeOffset="12620.84">3840 4567 344 0,'0'0'116'0,"0"0"25"16,0 0-42-1,0 0-36-15,0 0-63 0,0 0-10 16,0 6-1-16,0 24 8 15,0 9 1-15,0 7 2 16,-5 9 3-16,-7 7-2 16,-4 0 3-16,-6 7-3 15,3 1-1-15,3-1 2 16,4-3-1-16,6-11-1 16,6-9-4-16,0-9-56 15,0-9 21-15,0-8-63 16,2-12-36-16,8-8-170 15</inkml:trace>
  <inkml:trace contextRef="#ctx0" brushRef="#br0" timeOffset="12804.38">3764 5224 483 0,'0'0'106'16,"0"0"30"-16,0 0-41 15,0 0-54-15,0 0-41 16,0 0-8-16,4-21-105 16,5 21-64-16,-3 0-73 15</inkml:trace>
  <inkml:trace contextRef="#ctx0" brushRef="#br0" timeOffset="15784.54">2296 7657 154 0,'0'0'123'15,"0"0"-51"-15,0 0 2 16,0 0-22-16,0 0-19 15,0 0 19-15,0 0-33 0,13-58 4 16,-13 55 0-16,0 3-9 16,0 0 4-16,0 0-8 15,0 0-10-15,0 0-1 16,0 0-2-16,0 0-2 16,0 0-2-16,0 0 0 15,0 0 0-15,0 3 4 16,0 8-1-16,0 7 2 15,0 8-1-15,-13 10 3 16,-6 9 0-16,-4 6 3 16,-4 4-3-16,2 1 3 15,0 0-2-15,-1-3 3 16,7-6-4-16,-1-7 2 16,7-9-2-16,0-4 1 15,2-7-1-15,5-3 0 0,3-2 0 16,-1-4 2-16,4-1-4 15,0-3 2-15,0-5-2 16,0 1 0-16,0-3 2 16,0 0 0-16,0 0 4 15,0 0-2-15,0 0-2 16,0 0-6-16,13 0 6 16,11 0 3-16,12-1 0 15,4-6-2-15,3 0 0 16,2-1-1-16,1 2 0 15,-5-2 0-15,-4 3 2 16,-7 1-2-16,-5 1 1 16,-8 1-1-16,0 2 0 0,-6 0 0 15,-4 0 0 1,-1 0 0-16,-4 0-2 0,-2 0 1 16,0 0 2-16,0 0-1 15,0 0 1-15,0 0 7 16,0 0-8-16,-15 0-9 15,1 5-56-15,-2 4-21 16,4-2-37-16,9-6-172 16</inkml:trace>
  <inkml:trace contextRef="#ctx0" brushRef="#br0" timeOffset="16801.15">2749 7882 247 0,'0'0'96'16,"0"0"1"-16,0 0-44 16,0 0 33-16,0 0-42 0,0 0-1 15,-4-24-10 1,4 24-21-16,0 0-7 0,0 0-5 15,0 0-9-15,12 0 9 16,12-5 0-16,13 1 0 16,6-6 4-16,5-2 1 15,1-1-4-15,-7 2-1 16,-2 0 2-16,-9 2-2 16,-8 4 2-16,-8 1-2 15,-8 1 2-15,-5 0-2 16,-2 1 2-16,0 1-2 15,0 1 0-15,-3 0-6 0,-21 0-27 16,-5 7-77-16,-2 7-12 16,10-1-103-16</inkml:trace>
  <inkml:trace contextRef="#ctx0" brushRef="#br0" timeOffset="17447.58">3325 7660 255 0,'0'0'137'0,"0"0"-18"15,0 0-14-15,0-75-54 16,11 62-14-16,5 0-25 16,6 3-10-16,2 0-2 15,5 3 1-15,-1 3 3 16,-1 4-2-16,-5 0-2 15,-5 0-4-15,-4 17 0 16,-6 8-3-16,-5 9 4 0,-2 10 3 16,-14 11 1-1,-17 3-1-15,-11 5 0 0,-6 2-1 16,-1-1 1-16,3-4 1 16,4-5 0-16,10-12 0 15,5-11-1-15,4-12 1 16,7-6 0-16,2-5-2 15,3-5 2-15,3-3 2 16,5-1 3-16,3 0-4 16,0 0 8-16,0 0 5 15,0 0-7-15,0 0-3 16,0 0-4-16,9-3 6 16,13-6-4-16,10-5-3 0,5 0 4 15,-4-1-4-15,-3 3 0 16,-8 5 0-16,0 1 1 15,-5-1-2-15,-1 7 1 16,-5 0-8-16,-2 0-31 16,-2 0-2-16,-3 0 6 15,1 0-22-15,1 3-24 16,-2 4-40-16,0 0-94 16</inkml:trace>
  <inkml:trace contextRef="#ctx0" brushRef="#br0" timeOffset="17644.01">3428 8221 452 0,'0'0'138'16,"0"0"19"-16,0 0-53 16,0 0-48-16,0 0-16 15,0 0-20-15,0-22-17 16,0 22-3-16,0 0-27 15,0 0-54-15,0 0-153 16,0 7 22-16</inkml:trace>
  <inkml:trace contextRef="#ctx0" brushRef="#br0" timeOffset="23127.73">22816 6694 120 0,'0'0'136'15,"0"0"-3"-15,0 0-10 16,9-77-25-16,-8 58-5 16,-1 5-34-16,0 3 13 15,0 5-36-15,0 4-7 16,0 2-15-16,0 0-14 16,0 0-11-16,0 19-22 0,0 12 24 15,0 11 8 1,-13 11 1-16,-8 3 0 0,-2-4 0 15,-1-7 0-15,2-9 0 16,4-13 0-16,8-6 0 16,4-8 1-16,3-7-1 15,1-2 1-15,2 0 4 16,0 0 21-16,0-21 39 16,0-13-65-16,0-9-15 15,9-10-25-15,6-4 7 16,-1 5-16-16,2 5 26 15,-1 11-6-15,1 7 0 0,2 7 27 16,1 7 2 0,-2 3 7-16,2 6 6 0,-5 6-7 15,0 0-6-15,0 0-5 16,1 14 2-16,0 5 3 16,3 0-3-16,1 3 1 15,-1-2-7-15,1-6-14 16,0-5 0-16,-6-4 9 15,-4-5 14-15,-5 0 0 16,-1 0 12-16,-1-7 44 16,-1-3-55-16,4-3 4 15,-4 0-5-15,1 6 2 16,-1 2 1-16,1 3-2 16,-1 2-2-16,1 0 1 15,-1 0-6-15,2 0-12 0,3 7-10 16,6 2 26-16,0 5 2 15,1 3 0-15,2 2-2 16,-3 4 2-16,0 3-2 16,-6 0-4-16,-6 4 4 15,0-1 2-15,0 1 1 16,-4-2 0-16,-4-2-1 16,-4 1 0-16,2-1-10 15,-2 2-18-15,3 0-44 16,4-5-32-16,5-3-91 15</inkml:trace>
  <inkml:trace contextRef="#ctx0" brushRef="#br0" timeOffset="24543.21">23539 6710 489 0,'0'0'141'15,"0"0"-17"-15,0 0-52 16,0 0-54-16,0 0-18 16,-94-45-7-16,64 79 5 15,2 12-2-15,1 5 1 16,6-1-4-16,9-1-9 16,7-8-13-16,5-13-1 15,0-13 0-15,16-10 17 16,12-5 13-16,12-17 18 15,2-11-14-15,-5-5-4 0,-8-4 2 16,-15 0 0-16,-11-1 24 16,-3 6-2-16,0 10-3 15,-5 7 4-15,-1 11-16 16,3 4-9-16,0 0-8 16,0 17-20-16,0 9 24 15,3 6-2-15,0 0 2 16,0-1-1-16,20-2 2 15,10-8-18-15,11-10-9 16,7-10-16-16,4-1 12 16,-3-12-9-16,-7-12 9 15,-11-5 22-15,-9-3 12 16,-12-4 4-16,-8 0 11 16,-2-3 30-16,0 5 4 15,-9 8-4-15,3 9 35 0,3 10-26 16,3 7-30-16,0 0-24 15,0 24-58-15,0 18 53 16,-1 17 5-16,-4 8-4 16,-4 7 3-16,2 3 1 15,-5-4 0-15,-4-1 4 16,-2-8-2-16,0-12-1 16,-2-14 1-16,10-15 1 15,2-11-2-15,7-7 0 16,-3-5 17-16,1-3 51 0,0-20-52 15,-2-10-17 1,4-4-28-16,1-1-9 0,0 5 8 16,0 6-26-1,1 6-33-15,17 4 21 0,9 5-31 16,5-2-12-16,9-4 57 16,6 0 33-16,4-3 16 15,6-5 8-15,-3-2 16 16,-3-2-8-16,-11 1-11 15,-14 7 14-15,-12 5 40 16,-9 5 47-16,-5 7-23 16,0 5-31-16,0 0-48 15,-13 5-5-15,-7 18 5 16,-9 8-2-16,3 8-2 16,-1 3 2-16,4 2 2 0,8-2-1 15,8-5 1-15,7-7 3 16,0-6 2-16,4-8-1 15,7-6 6-15,1-7 5 16,1-3 12-16,8-2 18 16,6-17-5-16,0-7-32 15,-4-4-8-15,-9-1-4 16,-8-1 2-16,-6-2-4 16,-1-1 1-16,-21 0-14 15,-3 3-17-15,1 4 0 16,5 4-8-16,13 4 29 15,6 7 7-15,3 3 8 0,21 4 0 16,7 4 5 0,2 2 11-16,0 6 0 0,-3 16 6 15,0 6-4-15,-2 7-13 16,-3 2 6-16,0 3 5 16,-3-2-8-16,-6-5-5 15,-7-7-3-15,-6-6-1 16,-3-6 1-16,0-4 2 15,0-6 0-15,0-2-2 16,0-2-14-16,-8 0 10 16,-2-17-39-16,-2-10-10 15,8-5 9-15,4-5 36 16,0-3 8-16,6-5 29 16,16 4 6-16,6 3 24 15,8 8-19-15,0 7-32 0,-1 6-4 16,-3 7-1-16,-10 4-3 15,-5 5-1-15,-5 1-2 16,-4 0-26-16,-6 1-59 16,-2 13-25-16,-12-3-114 15</inkml:trace>
  <inkml:trace contextRef="#ctx0" brushRef="#br0" timeOffset="24769.66">23769 6261 755 0,'0'0'39'16,"0"0"-21"-16,0 0-3 15,0 0-15-15,0 0-35 16,0 0 30-16,56 52-22 15,-45-5-59-15,-8 4-34 16,-3-9-121-16</inkml:trace>
  <inkml:trace contextRef="#ctx0" brushRef="#br0" timeOffset="25504.56">22800 7634 359 0,'0'0'115'0,"0"0"-23"16,0 0 0-16,0 0-21 0,0 0-16 15,0 0-42 1,0-49-13-16,0 59-35 0,-4 16 28 16,-3 10 7-16,-5 9 0 15,-8 2 0-15,2 1 0 16,-2-2 0-16,6-8 0 16,8-8 0-16,2-10-8 15,4-12-43-15,0-8-8 16,9-6-18-16,22-28 3 15,13-12-403-15</inkml:trace>
  <inkml:trace contextRef="#ctx0" brushRef="#br0" timeOffset="25792.04">22890 7481 400 0,'0'0'113'0,"0"0"-113"16,0 0-21-16,0 0 21 15,15 72 3-15,3-29 8 16,-1 6-1-16,5 1 0 16,-6-1 4-16,-1-3-6 15,-4-5-3-15,-7-5 0 16,-4-6-3-16,0-7 0 16,-18-6 2-16,-18-2 0 15,-14-9 2-15,-12-6 1 16,-3 0-7-16,2-8 2 15,8-9-1-15,17 4 34 0,15 10-28 16,14 3-7-16,9 15-165 16,22 2-67-16</inkml:trace>
  <inkml:trace contextRef="#ctx0" brushRef="#br0" timeOffset="26557.03">23184 8006 563 0,'0'0'58'0,"0"0"38"0,0 0-66 16,0 0-24-16,0 0-5 15,0 0-1-15,99-74 1 16,-82 58 0-16,-2-1 0 16,-6-4-1-16,-4-4 3 15,-5 3-2-15,-2 1 13 16,-20 1-2-16,0 5-12 16,3 8 0-16,3 7 2 15,7 0-2-15,1 15-17 16,2 12 7-16,6 9 1 15,0 5 6-15,13 8-1 16,15-3-6-16,7-10-16 0,10-18-13 16,5-18 14-16,8-14 25 15,8-30 3-15,2-14 3 16,-3-6 2-16,-8-6-1 16,-14 2 5-16,-15 1 21 15,-18 3 12-15,-10 6-12 16,0 12 3-16,-15 16 6 15,2 16-20-15,2 14-22 16,1 7-27-16,-4 25-3 16,1 12 27-16,6 13 3 15,7 7-3-15,0 1 2 16,2-2 1-16,13-10 0 16,3-7-5-16,-1-13-22 0,4-11 10 15,-5-8 0 1,2-11 9-16,0-3 8 0,-5-10 5 15,-2-15-2-15,-1-3 5 16,-7-1 5-16,-3 6-5 16,0 6 5-16,0 9 13 15,0 5-13-15,0 3-13 16,0 0-16-16,3 5-33 16,5 11 48-16,5 5 1 15,-1 3 0-15,2 0 0 16,3 1 0-16,-3-6 0 15,2-5 1-15,-4-5 1 0,-3-5 2 16,-5-4-4-16,2 0-22 16,-1-11-40-16,-5-18-403 15</inkml:trace>
  <inkml:trace contextRef="#ctx0" brushRef="#br0" timeOffset="26734.33">23942 7444 755 0,'0'0'32'0,"0"0"-1"16,0 0-31-16,0 0-70 0,0 0 53 16,0 0-10-1,71 63-46-15,-71-22-72 0,0-10-217 16</inkml:trace>
  <inkml:trace contextRef="#ctx0" brushRef="#br0" timeOffset="27063.06">23942 7824 754 0,'0'0'58'16,"0"0"-28"-16,0 0-30 0,0 0-23 16,0 0 14-16,0 0 9 15,1 68 0-15,-1-27 1 16,0-2-1-16,0-5-1 16,0-11-30-16,11-12 0 15,13-11 2-15,14-4 29 16,10-29-4-16,3-9-58 15,-1-4 36-15,-15 1-6 16,-13 8 32-16,-9 14 5 16,-10 6-5-16,-3 14-8 15,0 3-71-15,0 3-275 16,-10 14 195-16</inkml:trace>
  <inkml:trace contextRef="#ctx0" brushRef="#br0" timeOffset="27406.72">24274 7965 356 0,'0'0'45'0,"0"0"81"16,0 0-36-16,58-79-21 15,-50 61-28-15,-3 0 13 16,0 4-26-16,-5-2-16 15,0 3-12-15,0 5 0 0,-1 4-5 16,-16 4-20-16,-5 0-29 16,-6 19-8-16,-5 11 32 15,2 7 16-15,4 7-11 16,9 5-5-16,13 2-17 16,5-5 39-16,20-6 6 15,27-12 2-15,16-11 6 16,12-8 16-16,4-9 5 15,-5 0-18-15,-3-5-9 16,-11-22-121-16</inkml:trace>
  <inkml:trace contextRef="#ctx0" brushRef="#br0" timeOffset="27706.46">24590 7836 586 0,'0'0'53'16,"0"0"60"-16,0 0-113 15,0 0-4-15,0 0-7 16,0 0 7-16,25 66 2 16,-24-29 1-16,-1-2 1 15,0-3 6-15,0-7-6 16,-3-9 2-16,-2-6 0 15,2-6-1-15,2-2 3 16,-1-2-1-16,2 0 14 0,0-16 12 16,6-11-29-16,15-11-40 15,9 1-27-15,10 3-27 16,8 2-75-16,2 9-106 16</inkml:trace>
  <inkml:trace contextRef="#ctx0" brushRef="#br0" timeOffset="28023.64">24910 7807 70 0,'0'0'155'16,"0"0"86"-16,0 0-138 15,0 0-24-15,0 0-79 16,0 0-13-16,4-4 3 16,-22 25 10-16,-4 1 0 15,-2 4 2-15,1 4 0 16,7 0 0-16,5-2-2 16,11-6 1-16,0-6-2 0,16-14 4 15,15-2 4 1,8-11 1-16,2-16-4 0,-5-4 2 15,-7-3 0-15,-14 2 38 16,-9 3 2-16,-6 6 16 16,0 5-26-16,0 6 0 15,-3 7-22-15,0 5-14 16,-3 0-9-16,-2 12-34 16,-7 18 18-16,2 11 18 15,4 9 1-15,9 1-21 16,4-4-26-16,26-9 26 15,8-10-14-15,-3-8-36 0,-2-14-105 16</inkml:trace>
  <inkml:trace contextRef="#ctx0" brushRef="#br0" timeOffset="28242.94">25102 7949 623 0,'0'0'114'0,"0"0"-17"16,0 0-93-16,0 0-4 16,0 0-32-16,0 0 20 15,111-29-9-15,-76 34-35 0,1-5-31 16,-6 0-96-16</inkml:trace>
  <inkml:trace contextRef="#ctx0" brushRef="#br0" timeOffset="29270.95">23170 8124 440 0,'0'0'137'16,"0"0"10"-16,0 0-35 15,0 0-64-15,0 0-46 16,0 0-2-16,8-7-16 15,-22 48 16-15,-9 14 1 0,-1 6-1 16,-3-3 2-16,3-7-2 16,8-14 0-16,5-13-5 15,8-12-11-15,3-9 2 16,0-3 10-16,23 0 4 16,18-8-5-16,18-12-51 15,2 0-80-15,-10 2 31 16,-14 3 52-16,-18 5 53 15,-11 6 26-15,-7 1 55 16,-1 3-21-16,0 4-60 16,-3 19-12-16,-15 8 12 15,-12 8 4-15,-5 2 2 16,0-3-5-16,4-5 2 16,9-13-1-16,10-7 1 15,7-9-3-15,1-4 4 0,4 0 17 16,-2-6 85-16,-1-16-98 15,0-3-8-15,0-1-7 16,2-1 3-16,1 7-10 16,0 1-51-16,22 5-6 15,10-2-36-15,9-1 42 16,1-1 55-16,0-1 10 16,4-4 10-16,0-5-1 15,3-5 5-15,-6-1 7 16,-4 0 42-16,-12 2 7 15,-10 3-3-15,-8 2 22 16,-5 7-35-16,-3 6-12 0,-1 8-19 16,0 6-23-16,0 3-13 15,0 20-68-15,0 11 81 16,-8 14 1-16,2 6-1 16,3 6 1-16,3 1-1 15,0-6 0-15,0-6-1 16,12-8-25-16,4-10-50 15,-1-7-10-15,-7-16-61 16,-4-8-283-16</inkml:trace>
  <inkml:trace contextRef="#ctx0" brushRef="#br0" timeOffset="29787.76">23738 8406 717 0,'0'0'68'0,"0"0"-36"16,0 0-32-16,0 0 0 16,0 0 0-16,0 0 0 15,83-30 3-15,-65 19 1 16,-6-2-2-16,-5-1 2 16,-5 1 6-16,-2-2-3 15,-2-1-7-15,-20 5-11 16,-10 7 2-16,-3 4-7 15,-1 4-2-15,3 19-28 0,5 4 9 16,7 8-10 0,6 3 25-16,10 0 12 0,5-1 3 15,2-7 3-15,28-10 2 16,12-8 2-16,10-8 11 16,7-4-5-16,-1-2-2 15,1-15-4-15,-6-8-14 16,-5-3-72-16,-3-3 7 15,-12-1 34-15,-12 5 45 16,-5 3 35-16,-8 7 24 16,-5 5 57-16,-2 7-35 15,1 5-1-15,0 0-80 16,0 9-15-16,1 16 4 16,-2 14 4-16,-1 5 4 15,0 1-1-15,0-1 4 0,0-9 1 16,-3-7 0-16,-5-4-1 15,-7-8 0-15,-12-1 0 16,-19-5 0-16,-22-7-49 16,-14-3-184-16</inkml:trace>
  <inkml:trace contextRef="#ctx0" brushRef="#br0" timeOffset="30288.24">22640 8442 305 0,'0'0'142'0,"0"0"-50"16,0 0-92-16,0 0 3 15,82 9-3-15,-45-4-2 0,9-2-7 16,-2 0-72 0,1-3-13-16,-4 0-184 0</inkml:trace>
  <inkml:trace contextRef="#ctx0" brushRef="#br0" timeOffset="36635.58">8250 7765 72 0,'0'0'67'16,"0"0"-46"-16,0 0-21 15,0 0 12-15,0 0 19 16,0 0-2-16,0 0-12 16,0 0-9-16,0 0-1 15,0 0 22-15,-4 0-23 16,-1 0 4-16,-4 0-10 15,-4 4-95-15,2 4-64 0</inkml:trace>
  <inkml:trace contextRef="#ctx0" brushRef="#br0" timeOffset="149937.08">4224 2699 206 0,'0'0'111'15,"0"0"-25"-15,0 0-14 16,0 0-33-16,0 0 16 15,0 0-7-15,0 0-19 0,20-73 15 16,-10 61 14-16,-1-3-37 16,2 1 4-16,-1 0 1 15,-4-2-12-15,3 3-1 16,-4 1-4-16,-2 2 1 16,-3 2 2-16,0 2 0 15,0 1-9-15,0-1-3 16,0 1-1-16,-3 1 0 15,-11 2-6-15,-4 2 1 16,-10 0-13-16,0 12-10 16,-7 7 7-16,0 8 17 15,5 2 0-15,0 6 1 16,6 3-2-16,8 2 3 16,11 0-5-16,5 0-7 0,3-6 6 15,18-5-2-15,4-6 3 16,4-5 6-16,0-3 2 15,-2-1 0-15,-6-2 0 16,-1 3 0-16,-9-1-1 16,-6 1-1-16,-5 2-8 15,0 1 2-15,-11 0 7 16,-14 6 1-16,-2-4 8 16,-6 3-5-16,0-5-1 15,1-2 0-15,2-3 0 16,0-6 0-16,2-4 6 15,1-1-3-15,6-2 0 0,6 0 3 16,8 0-1 0,7 0 4-16,0-4-11 0,7-1-78 15,24-5-105-15,7-7-55 16</inkml:trace>
  <inkml:trace contextRef="#ctx0" brushRef="#br0" timeOffset="150621.55">4555 2609 394 0,'0'0'153'15,"0"0"-19"-15,0 0-37 16,0 0-80-16,0 0-17 16,0 0-19-16,0 31 18 15,2 3 1-15,2 4 0 16,-2 2 1-16,-1-4 0 16,1-5 0-16,-2-8 1 15,0-6 1-15,0-8-3 16,0-6 1-16,0-3 0 15,0 0 26-15,-5-12 44 16,-8-8-71-16,1-6-3 0,3-2-18 16,2 2-9-16,7 2 3 15,0 5 0-15,0 5 5 16,16 3-8-16,6 4 17 16,1 0 7-16,4 7 2 15,-2 0 4-15,-1 0 0 16,-2 8-3-16,-3 3 2 15,-2-1 1-15,-5-3-1 16,-4-2-6-16,-4-4-21 16,-4-1 28-16,0 0 11 15,0-14 65-15,-7-9-70 16,-6-4-5-16,3-1 3 16,-1 2 6-16,7 1-9 0,3 3-1 15,1 7 3 1,0 7-3-16,0 4 9 0,0 4-9 15,10 0-9-15,6 1 5 16,4 16 1-16,3 9 1 16,-3 9-1-16,-2 10 3 15,0 0 0-15,-3 3 0 16,-5-4 1-16,-5-5-1 16,-2-7-27-16,-3-6-15 15,0-2-16-15,-3-4-23 16,-9-10-93-16</inkml:trace>
  <inkml:trace contextRef="#ctx0" brushRef="#br0" timeOffset="150918.76">4936 2562 168 0,'0'0'357'0,"0"0"-282"16,0 0-75-16,0 0-34 16,0 0 31-16,0 0 3 15,49 55 10-15,-21-35 12 16,7 3-3-16,4 2-4 16,8 0-6-16,6 3-4 15,0-4 3-15,-2-5-8 0,-8-2 5 16,-7-9-5-16,-6-4-1 15,-5-4-6-15,-4 0-71 16,1-2 46-16,-4-17-106 16,-6-3-228-16</inkml:trace>
  <inkml:trace contextRef="#ctx0" brushRef="#br0" timeOffset="151153.61">5079 2561 331 0,'0'0'70'0,"0"0"24"16,0 0-42-16,0 0-19 16,0 0-13-16,0 0-17 15,55-58 1-15,-32 50-4 16,5-1 0-16,5-1-1 15,1-2-9-15,5 1-51 16,-2-3-72-16,-10-2-269 16</inkml:trace>
  <inkml:trace contextRef="#ctx0" brushRef="#br0" timeOffset="151351.51">4954 2724 26 0,'0'0'402'0,"0"0"-390"16,0 0 54-16,0 0 0 15,125-19 0-15,-61 1-42 16,5-2-11-16,5-1-13 16,-5 4-1-16,-8-2-98 15,-20 6-190-15</inkml:trace>
  <inkml:trace contextRef="#ctx0" brushRef="#br0" timeOffset="152399.28">5019 2588 150 0,'0'0'129'16,"0"0"-36"-16,0 0-64 16,0 0 53-16,0 0-40 15,0 0 9-15,-20-39 7 16,18 32-8-16,2 0-30 0,-1 2 34 15,-1 0-27-15,1-2-4 16,-2 3-7-16,3 0-9 16,0 3 15-16,0 1-2 15,0 0-16-15,0 0-4 16,0 4-15-16,0 14 4 16,0 10 8-16,7 11 2 15,1 6 0-15,-1 4 2 16,0-1 0-16,2-4 1 15,2-6-2-15,4-7 1 0,-2-7 0 16,2-6-1 0,-3-2 1-16,1-6 0 0,-4-3 0 15,-5-4-1-15,0-3 0 16,-1 3 0-16,-3-3 2 16,6 0-2-16,-3 0-4 15,4 0-2-15,7 0 5 16,8 0-1-16,11-13 1 15,14-10 1-15,10-6-3 16,4-5 3-16,-1-1 0 16,-8 4 2-16,-7 6-1 15,-14 5 0-15,-14 8 1 16,-5 5-2-16,-9 3 5 16,-3 4-5-16,0-2 0 15,0 2 0-15,-2 0-5 0,-16 6-17 16,-7 12-38-16,-5 6-30 15,9-2-49-15,5-6-36 16,11-5-185-16</inkml:trace>
  <inkml:trace contextRef="#ctx0" brushRef="#br0" timeOffset="152550.82">5528 2764 339 0,'0'0'161'0,"0"0"-45"15,0 0-5-15,0 0-67 16,0 0-21-16,0 0-23 0,-48-14-56 16,36 36-73-16,-4 2-44 15</inkml:trace>
  <inkml:trace contextRef="#ctx0" brushRef="#br0" timeOffset="153086.17">3587 3456 321 0,'0'0'92'15,"0"0"-12"-15,0 0-32 16,0 0-19-16,0 0 21 15,0 0-7-15,3 0-41 0,36-2 4 16,32-10-5-16,39-7 12 16,33-6-8-16,29-6 1 15,17-3-6-15,3-5 0 16,-5 0 1-16,-11 0-1 16,-9 2 0-16,-13 3-1 15,-14 5 2-15,-16 6 5 16,-23 3-5-16,-22 6-1 15,-28 5 3-15,-23 1 1 16,-19 4 7-16,-6 3 64 16,-3-2 0-16,0 2-36 15,0-2-24-15,0 1-15 16,0 2-7-16,0 0-91 16,-6 14-127-16,0 0 46 15</inkml:trace>
  <inkml:trace contextRef="#ctx0" brushRef="#br0" timeOffset="153252.34">5893 3103 527 0,'0'0'140'16,"0"0"-42"-16,0 0-33 15,0 0-41-15,0 0-24 16,0 0-15-16,-31-27-237 15,28 35 12-15</inkml:trace>
  <inkml:trace contextRef="#ctx0" brushRef="#br0" timeOffset="196742.31">768 10033 173 0,'0'0'37'16,"0"0"20"-16,0 0-24 15,0 0-22-15,0 0-9 16,0 0 0-16,0 0 3 16,0 0 7-16,-4-24 26 15,1 18-4-15,0 0 23 16,-2 1-30-16,4-2-10 16,-2 2 12-16,2-2-5 15,-1 2 6-15,-1 1 0 0,3 0-18 16,0 0 24-16,0-2-7 15,0 0-16-15,0-2 0 16,0 3-10-16,0-2 2 16,0 0-1-16,0 2 3 15,0 1-2-15,0 3 0 16,0 1-1-16,0 0-4 16,0 0-6-16,0 5-2 15,0 17 6-15,0 9-5 16,0 11 7-16,-9 8 1 0,-12 8 0 15,-4 3 4 1,1 3-5-16,0 1 3 0,2-7-3 16,4-7 1-16,3-12-1 15,5-9 0-15,2-8 2 16,2-5-2-16,3-5 0 16,3-4 0-16,-3-1 0 15,3 2 0-15,0-2 0 16,0 1-3-16,3-1 3 15,11 0 1-15,7-1-1 16,7-3 2-16,6-3-1 16,8 0 1-16,9-6 1 15,2-8 0-15,2 0-2 16,-7 0 1-16,-6 5-1 16,-11 4-2-16,-8 5-1 15,-10 0-8-15,-2 0-74 0,-11 5-51 16,-5 2-69-16</inkml:trace>
  <inkml:trace contextRef="#ctx0" brushRef="#br0" timeOffset="196975.69">1058 10256 644 0,'0'0'51'16,"0"0"10"0,0 0-54-16,0 0-3 0,0 0-4 15,0 0 8-15,94-51-6 16,-54 42 1-16,0 3-3 16,6-1-7-16,-1 2-78 15,-7-7-104-15</inkml:trace>
  <inkml:trace contextRef="#ctx0" brushRef="#br0" timeOffset="197792.41">1526 10021 343 0,'0'0'54'0,"0"0"32"15,0 0-40-15,112-94 15 16,-61 65-8-16,-3 6-2 15,-5 6-15-15,-12 6-14 16,-7 8-20-16,-9 3-2 16,0 3 0-16,-12 16-4 15,-3 8 0-15,-18 5 2 16,-18 8-2-16,-9 2-5 16,-4 1-12-16,9-6 8 15,13-4 2-15,19-6-5 16,8-6 5-16,0-3 7 15,20-1 4-15,7-1 0 0,1 0 1 16,2-2 0 0,1 0 0-16,-2 3 3 0,-3 2 0 15,-4 4 1-15,-6 1-1 16,-10-1-1-16,-6 1-3 16,0-2 2-16,-18 0 8 15,-14 2 7-15,-8 2-7 16,-3-5 2-16,1-4-8 15,11 0-3-15,1-8 2 16,9 5-3-16,4-1-10 16,13-6-109-16,4-5-145 15</inkml:trace>
  <inkml:trace contextRef="#ctx0" brushRef="#br0" timeOffset="197948.29">1898 10551 462 0,'0'0'84'0,"0"0"29"16,0 0-42-16,0 0-46 15,0 0-25-15,0 0-61 16,-82 10-93-16,79-6-200 16</inkml:trace>
  <inkml:trace contextRef="#ctx0" brushRef="#br0" timeOffset="201142.4">22533 7592 95 0,'0'0'46'15,"0"0"-28"-15,0 0 2 16,0 0-1-16,0 0 22 15,0 0-3-15,0 0-4 16,13-22 2-16,-13 17-24 16,0 2 17-16,0 0-1 15,0 2-7-15,0-1-13 16,0 2-3-16,0 0 0 0,0 0 1 16,0 0 0-16,0 0-3 15,1 0 1-15,4-3 7 16,0 3-5-16,1-4 2 15,3 0 4-15,-1 1-3 16,4 0-2-16,1 0-3 16,1-1-3-16,7 0 1 15,-2 0-2-15,5 0 1 16,-2-2 0-16,2 2-1 16,-4 0 4-16,-4-1-4 15,-2 4 4-15,-1 0 8 16,-2-1-2-16,2 2-10 15,-3 0 0-15,0 0 0 16,-1 0-1-16,-3 0 2 0,1 0 1 16,0 2 0-16,-4 2 1 15,-1 0-3-15,0 1 1 16,1 3 0-16,-1-1-1 16,-1 2 1-16,1 0-1 15,-2-1 0-15,0-1-11 16,0 0-33-16,0-2-4 15,0-1-15-15,0-4-76 16,0 0-81-16</inkml:trace>
  <inkml:trace contextRef="#ctx0" brushRef="#br0" timeOffset="201285.48">22854 7595 228 0,'0'0'86'0,"0"0"-38"0,0 0 5 15,0 0-23-15,0 0-30 16,0 0 0-16,-43 36-22 16,21-27-103-16</inkml:trace>
  <inkml:trace contextRef="#ctx0" brushRef="#br0" timeOffset="-207328.75">9681 10998 26 0,'0'0'19'0,"0"0"-16"0,0 0 8 15,0 0-8-15,0 0 2 16,0 0 4-16,0 0-4 15,0 0-1-15,22-20 0 16,-22 20 8-16,0 0-1 16,0 0-11-16,0 0-9 15,0 0-5-15,0 0 10 16,0 0-8-16,0 0 8 16,0 0 4-16,0 0-1 15,0 0 2-15,0 0 2 16,0 0 6-16,0 0 13 15,0 0-2-15,0 0-1 16,0 0-2-16,0 0-12 0,0 0-1 16,0 0 2-16,0 0 0 15,0 0-5-15,-1 0-1 16,-1 0-1-16,-1 0-3 16,1 0-4-16,1 0 0 15,-2 0-1-15,0 0 5 16,-1 1 4-16,-2 1 0 15,3-2 0-15,-2 1 0 16,-1 1 0-16,0-1 0 16,-4 3-12-16,-1-1-61 15</inkml:trace>
  <inkml:trace contextRef="#ctx0" brushRef="#br0" timeOffset="-143225.04">20996 10819 38 0,'0'0'12'0,"0"0"8"16,0 0 3-16,0 0-12 15,0 0-11-15,0 0-23 16,0 0-47-16</inkml:trace>
  <inkml:trace contextRef="#ctx0" brushRef="#br0" timeOffset="-134684.57">17665 12752 213 0,'0'0'15'16,"0"0"18"-16,0 0-2 15,0 0 8-15,0 0 8 16,0 0-16-16,0 0 16 15,-18-56-20-15,17 45 12 0,1 2 7 16,0-3 8-16,-2 2-25 16,1-4 6-16,-2 3-6 15,2 0-10-15,1 0 4 16,0 0-3-16,0 2 6 16,0 1-10-16,0 0-9 15,0 4 3-15,0 1 8 16,0 1-16-16,0 2-2 15,0-2-1-15,0 2-1 16,0 0-3-16,0 4-5 16,1 18 1-16,2 10-1 15,-3 12 0-15,-3 12 4 16,-14 12 6-16,-2 5 0 16,1 2 0-16,0-2 2 0,5-7-1 15,1-7-1-15,4-10 0 16,4-7 3-16,2-10-3 15,1-7 1-15,1-10-1 16,0-6 0-16,0-5 1 16,0-4 1-16,0 1 3 15,0-1 2-15,3 0-2 16,9 0 5-16,9 0 0 16,2-7-6-16,4 0-1 15,2 2-3-15,-2 0 2 16,2 0-1-16,-2 5-1 15,2-3-1-15,-1 1-1 16,-1 1-1-16,0-2-20 0,-2 0-25 16,-1-1-29-16,-2 0-52 15,-2-5-31-15,-8-5-241 16</inkml:trace>
  <inkml:trace contextRef="#ctx0" brushRef="#br0" timeOffset="-134436.93">18003 12983 663 0,'0'0'29'15,"0"0"67"-15,0 0-51 16,0 0-45-16,0 0-3 15,0 0 3-15,80-27 0 16,-34 25 1-16,0 2-1 16,1 0-28-16,-4 4-60 15,-9 4-50-15,-12-5-156 16</inkml:trace>
  <inkml:trace contextRef="#ctx0" brushRef="#br0" timeOffset="-133853.5">18541 12512 754 0,'0'0'42'0,"0"0"15"15,0 0-57-15,0 0-1 16,0 0-7-16,0 0 4 16,-5 72 3-16,-4-22 1 15,-6 3 1-15,-1 3 1 16,-3 4 0-16,0-4-2 0,0-4 0 16,2-5 0-1,6-8 0-15,3-7 0 0,7-4-17 16,1-7-13-16,0-6-29 15,22-4 8-15,12-7 8 16,10-4-33-16,3 0-20 16,0 0 25-16,-5-7 46 15,-6-5 23-15,-7-2 2 16,-6-2 21-16,-6-2 33 16,-7-1 33-16,-3-3-12 15,-3-2 4-15,-4 2-23 16,0 2-15-16,0 6-20 15,-4 2-10-15,-3 5-9 16,-1 4-4-16,2 3 2 0,0 0-6 16,-4 5 3-16,1 14-3 15,-1 7 6-15,-3 10 0 16,4 6 2-16,1 7 2 16,-1 4-1-16,3-2 3 15,-1 4-5-15,6-6 1 16,1 0 2-16,0-6-3 15,0-5-1-15,0-11-51 16,1-17-132-16</inkml:trace>
  <inkml:trace contextRef="#ctx0" brushRef="#br0" timeOffset="-133087.04">19880 12777 820 0,'0'0'70'0,"0"0"-4"16,0 0-60-16,0 0-6 15,0 0-13-15,0 0 10 16,-6 31 2-16,15 11 1 0,6 4 0 16,3 2 0-1,-3-6 0-15,-2-6-9 0,-1-10-19 16,-3-7-5-16,-1-10 11 15,-2-4-1-15,2-5 11 16,2 0 12-16,4-11 6 16,-3-9-3-16,-1-1 0 15,-4 8 1-15,-3 3 17 16,-1 7-5-16,1 3-16 16,3 1-1-16,4 18-24 15,6 4 24-15,7 6-3 16,1 0 4-16,0-5 0 0,-1-5 0 15,-5-7-1-15,-4-4 1 16,-1-8-2-16,8 0 2 16,6-15 0-16,7-16-9 15,1-9-25-15,-6-7 26 16,-8-4 8-16,-12-4 8 16,-9 3 27-16,0 6-3 15,-4 12-22-15,-7 13-8 16,1 8-2-16,5 10-3 15,4 3-43-15,1 7-164 16,0 16 110-16,6 6 22 16,13-2-70-16</inkml:trace>
  <inkml:trace contextRef="#ctx0" brushRef="#br0" timeOffset="-132138.94">20759 12845 648 0,'0'0'144'0,"0"0"-66"16,0 0-71-16,0 0-7 16,0 0-13-16,0 0 11 15,-20 66 1-15,7-26 0 16,4-2 2-16,4-3-1 16,5-8 1-16,0-6-1 15,3-11 0-15,6-3 1 16,5-7 0-16,1 0 9 15,4-11 6-15,0-9-14 0,-5-4-2 16,-13-1-28-16,-1-1-44 16,-15 2-61-16,-10-1-43 15,0 2 27-15,7 3 43 16,10 3 106-16,8 1 21 16,2 5 154-16,20 5-99 15,6 3-18-15,7 3 5 16,-1 0-9-16,4 9-15 15,-1 10-15-15,0 6-10 16,-1 0 9-16,-3 3-12 16,-5-3-3-16,-11-4-5 15,-6-2-3-15,-6-5-3 16,-5-1 0-16,0-3 3 0,0-1-3 16,-12-3 0-1,-2-5-1-15,-3-1-19 0,0-5-19 16,4-18-14-16,10-7-10 15,3-10 11-15,13-8 55 16,21-6 14-16,14 1 7 16,8 4-8-16,3 5-10 15,1 4-3-15,-5 3-8 16,-6 2 7-16,-7 5 1 16,-12 4 30-16,-11 11 51 15,-10 7 5-15,-7 8-12 16,-2 0-73-16,0 15-1 15,-13 21-16-15,-9 11 9 16,-8 15 6-16,-2 11 1 0,0 2 4 16,5 0-2-16,8-3-2 15,9-9 3-15,7-10-2 16,3-12 2-16,0-11-1 16,0-12 1-16,6-10-2 15,10-8 2-15,8-2 2 16,19-27-5-16,14-15-48 15,2-9-90-15,-6-5-1 16,-10 4 44-16,-13 6 95 16,-12 9 1-16,-4 14 81 15,-7 9 27-15,-4 9-20 16,-3 7 10-16,0 0-87 16,0 0-12-16,-2 9-17 0,-15 14 10 15,-3 8 6-15,-7 6 0 16,-1 1 0-16,-2-1 2 15,4-1 1-15,4-6-1 16,5-2-1-16,8-7 0 16,5-4-1-16,4-4 2 15,3-4 0-15,20-4-1 16,14-3 6-16,15-2-6 16,12 0-25-16,9-2-99 15,-4-10-147-15</inkml:trace>
  <inkml:trace contextRef="#ctx0" brushRef="#br0" timeOffset="-131704.78">22397 12632 740 0,'0'0'31'0,"0"0"-31"0,0 0-8 16,0 0-3-16,0 0-11 15,0 0-1-15,71 53 23 16,-86 5 0-16,-7 12 11 16,-4 5 5-16,-5-2 0 15,-2-5 3-15,6-8-9 16,0-15-6-16,10-12 0 16,8-13 0-16,4-11-2 15,5-9 3-15,0 0 66 16,0-14 23-16,0-20-94 15,0-13-10-15,0-11-31 16,5-5-10-16,-2 1-72 0,4 2-77 16,6 5-119-16</inkml:trace>
  <inkml:trace contextRef="#ctx0" brushRef="#br0" timeOffset="-131538.82">22397 12632 365 0,'72'77'35'15,"-63"-55"4"-15,1 6 15 16,-4 3-6-16,-1 3-16 15,-5-3-15-15,0-3-5 16,0-6-12-16,-15-2 12 16,-11-1-5-16,-12-4 15 15,-12-2-5-15,-10-2-17 16,3-5-26-16,11-6-150 0</inkml:trace>
  <inkml:trace contextRef="#ctx0" brushRef="#br0" timeOffset="-130940.25">22726 12968 415 0,'0'0'64'16,"0"0"-23"-16,0 0-41 16,0 0 1-1,0 0 3-15,0 0 2 0,-85 75 9 16,67-40-13-16,2 0 6 15,4-1-5-15,6-5-3 16,6-9 4-16,4-8-4 16,17-10 0-16,12-2 7 15,6-3-1-15,4-19-6 16,-7-1-4-16,-6-5 4 16,-11 3 3-16,-10 3 32 15,-2 2-1-15,-5 7 15 16,-2 5-11-16,0 8-27 15,0 0-11-15,0 0-67 16,0 17-1-16,0 10 56 0,0 6-11 16,4 3-46-16,14-4-75 15,12-13-192-15</inkml:trace>
  <inkml:trace contextRef="#ctx0" brushRef="#br0" timeOffset="-129788.87">23253 12950 635 0,'0'0'24'0,"0"0"25"15,0 0-49-15,0 0-6 0,0 0 3 16,0 0-3 0,22 22 2-16,-22-10 4 0,0 1 0 15,0-6 4 1,0-2-3-16,0-2-1 0,0-1 0 15,0-2 8-15,0 0 4 16,0 0 6-16,0 0 7 16,0-7-13-16,-4 0-12 15,-1 0 3-15,0 4 23 16,-3 3-10-16,-1 0-16 16,-6 17-9-16,-6 12 1 15,0 7 0-15,4 4 6 16,6 7-6-16,6 1-7 15,5-1-24-15,5-10 3 0,23-12-35 16,15-17 6-16,10-8 36 16,10-24-28-16,3-15-7 15,1-10 20-15,-7-9 44 16,-8-4 33-16,-15-4 1 16,-13-1 0-16,-15-3 7 15,-9 3 24-15,0 7 28 16,-6 14 39-16,0 20-45 15,2 13-37-15,3 13-42 16,-1 0-8-16,-4 19-43 16,-2 17 30-16,-6 18 13 15,-1 14-3-15,-2 8 3 16,7 1 1-16,4-3 0 0,3-10-2 16,3-13-7-16,0-15-19 15,0-14 5-15,0-12-6 16,0-10-3-16,19-6 31 15,20-25 0-15,7-11-8 16,6-10-86-16,-8 0 28 16,-14 0 46-16,-13 6-7 15,-12 8-19-15,-5 11 46 16,0 12 30-16,0 8 68 16,0 7-32-16,0 0-66 15,-9 9-7-15,-4 16 1 16,-3 9 5-16,-1 4 1 0,5 3 1 15,2 5-1 1,8-5 0-16,2-4 0 0,6-6-1 16,15-11-1-16,13-11-3 15,14-9 5-15,8-6-2 16,10-22-6-16,-2-11 4 16,-9-3-11-16,-13-2 15 15,-12 5 18-15,-13 2 1 16,-10 8-6-16,-7 5-7 15,0 7-3-15,0 9 24 16,-2 8 4-16,-7 0-31 16,-7 11-15-16,-9 14 8 15,-8 8 5-15,-3 8 2 16,-1 0 1-16,14-5-1 0,14-5-6 16,9-12-25-16,14-8 2 15,19-6 29-15,10-5 4 16,2-2 5-16,1-16 4 15,-9-6-5-15,-10-3 14 16,-10-1 21-16,-12 1-10 16,-5 2-1-16,0 6-27 15,0 5 1-15,0 7-4 16,-3 7-4-16,-2 0-1 16,-3 0-21-16,-4 17 11 15,-4 4 11-15,1 6-3 16,0 2 4-16,9-3-1 15,4-1-1-15,2-3-1 0,0-3-1 16,6-2 5 0,11 0 1-16,2-5-1 0,4-3 0 15,0-4 8-15,3-5-8 16,-2 0-33-16,6-5-66 16,-2-19-205-16</inkml:trace>
  <inkml:trace contextRef="#ctx0" brushRef="#br0" timeOffset="-129224.75">24656 12953 848 0,'0'0'70'0,"0"0"-13"16,0 0-38-16,0 0-18 15,0 0-1-15,18-73 0 16,-18 72-6-16,-1 1-3 15,-26 2-24-15,-7 20-5 16,-13 9 38-16,-4 6-7 16,8 6-5-16,5-2-30 15,10 2 4-15,14-6-10 16,12-4-7-16,2-10-36 16,15-12 44-16,12-8 19 15,1-3 8-15,-2-7 20 16,-6-12 25-16,-6-1 29 0,-7-4 34 15,-1 4-4 1,-4 4-19-16,-2 6-22 0,0 5-25 16,0 5-13-16,0 0-5 15,0 0-14-15,-9 24-12 16,-11 11 23-16,-6 15-2 16,-4 11 5-16,-5 6 0 15,-1 6 0-15,1 0 6 16,2-1-3-16,6-6-2 15,5-11 3-15,6-11-1 16,6-19-3-16,4-13 2 16,5-6 1-16,1-6-1 15,0 0 15-15,0-3 35 16,0-18 3-16,0-12-43 16,-4-6-11-16,2 0 1 0,1 5-2 15,1 10 0-15,0 4-16 16,0 3-35-16,22 1-21 15,10 1-39-15,15-1-22 16,4-1-99-16</inkml:trace>
  <inkml:trace contextRef="#ctx0" brushRef="#br0" timeOffset="-128873.85">24683 13260 682 0,'0'0'54'15,"0"0"41"-15,0 0-56 0,0 0-19 16,43-78-20 0,-16 58 0-16,4-4 3 0,4-1-3 15,-4 1 6-15,-4 2-3 16,-8-2 2-16,-4 3 1 16,-6 1-1-16,-3 2-5 15,-6 6 4-15,0 5-4 16,0 5-2-16,0 2 0 15,-22 0-13-15,-14 20-8 16,-13 13 11-16,-5 8 12 16,8 3-16-16,6 2-9 15,15-4-26-15,15-5 7 16,10-9 8-16,15-11-10 16,22-10 23-16,12-7 12 0,11-1 4 15,3-18-39-15,-1-5-22 16,-5-2-50-16,-9-3-110 15</inkml:trace>
  <inkml:trace contextRef="#ctx0" brushRef="#br0" timeOffset="-128659.16">25165 13043 236 0,'0'0'152'15,"0"0"-1"-15,0 0 2 16,0 0-52-16,0 0-72 16,0 0-29-16,22-14-25 15,-26 43 17-15,-16 5 7 16,-2 6 1-16,-8-3 0 0,-2-2 0 15,1-9 0-15,4-2 5 16,4-10-3-16,0-2-2 16,-3 1 1-16,-9-2-3 15,-7-1-14-15,-8 2-56 16,-2-4-58-16,-1-4-71 16</inkml:trace>
  <inkml:trace contextRef="#ctx0" brushRef="#br0" timeOffset="-127993.42">20299 13629 333 0,'0'0'108'16,"0"0"-87"-16,0 0-21 16,0 0 13-16,117-12 10 15,-37 12 23-15,18 0-9 0,25 3 6 16,24 8-4 0,28 4 1-16,26 1-5 15,30 2-24-15,28 3-7 0,21-6 11 16,5-1-8-16,-2-4-7 15,-12-7-6-15,-22-3 2 16,-27 0 2-16,-34-10 2 16,-43-5 12-16,-40 1 7 15,-41 0 18-15,-28 4 2 16,-18 3-15-16,-13 5-5 16,-5-1-19-16,0 2 4 15,-3-1-8-15,-26 2-37 16,-17 0-58-16,-24 12-87 0,-11 2-16 15</inkml:trace>
  <inkml:trace contextRef="#ctx0" brushRef="#br0" timeOffset="-120433.19">10050 12359 409 0,'0'0'61'16,"0"0"29"-16,0 0-6 16,0 0-31-16,0 0-28 15,0 0-25-15,0 0 0 16,6-24-13-16,-3 30 6 15,0 9 6-15,2 5 1 16,-3 5 1-16,2 2 0 16,1 0 0-16,-1-2 1 15,0-4-1-15,4-4 0 16,2-7 0-16,13-9 4 16,14-1 2-16,24-28 5 15,23-13-3-15,13-10-5 16,2-3-4-16,-8 4 12 15,-11 5 3-15,-16 8 1 16,-12 11-12-16,-21 11-4 0,-13 12 0 16,-18 3-40-16,-21 25-188 15,-35 11 91-15</inkml:trace>
  <inkml:trace contextRef="#ctx0" brushRef="#br0" timeOffset="-119668.74">10156 14337 567 0,'0'0'127'0,"0"0"-24"16,0 0-41-16,0 0-37 15,0 0-25-15,0 0-3 16,7-29-16-16,-4 46 10 15,4 8 6-15,-4 2 3 16,1 4 0-16,2-2 2 16,-2 0-2-16,3-8 1 15,0-2 0-15,-1-8-1 16,2-3 0-16,1-7 3 16,7-1-3-16,12-7 5 15,16-20 3-15,14-11-6 16,16-8-2-16,5-5 0 15,5 1-1-15,-5 6-1 16,-12 6 2-16,-22 13 2 0,-20 12 0 16,-16 9-2-16,-9 4-8 15,-7 12-111-15,-29 22-47 16,-19 7 55-16,-14 2-285 16</inkml:trace>
  <inkml:trace contextRef="#ctx0" brushRef="#br0" timeOffset="-118601.89">10036 16107 467 0,'0'0'148'0,"0"0"-21"16,0 0-78-16,0 0-39 16,0 0-10-16,0 0-8 15,0-20-2-15,0 23 2 16,0 9 5-16,0 6 3 0,0 5-1 16,0 1 1-16,0 0 2 15,3 0 0-15,0-4-1 16,1-5 0-16,3-5-1 15,0-4 0-15,5-6-12 16,6 0 12-16,12-9 0 16,9-18 8-16,12-9-2 15,4-10 1-15,0-6 2 16,-1-4 1-16,1-1 19 16,-3 4-12-16,-5 4 3 15,-4 13-13-15,-15 12-7 0,-13 11-6 16,-9 10-48-1,-6 3-105-15,0 0-192 16</inkml:trace>
  <inkml:trace contextRef="#ctx0" brushRef="#br0" timeOffset="-118442.76">10638 15894 544 0,'0'0'128'0,"0"0"-39"16,0 0-50-16,0 0-22 16,0 0-17-16,0 0-42 15,0-17-170-15,0 14-156 0</inkml:trace>
  <inkml:trace contextRef="#ctx0" brushRef="#br0" timeOffset="-97639.45">15976 12993 347 0,'0'0'60'0,"0"0"33"0,0 0-13 16,0 0-16-16,0 0-49 16,27-82 1-16,-24 68 27 15,-1 0-13-15,-2 2 2 16,0 0 13-16,0 3-5 15,0 3-16-15,0 1-4 16,0 4-11-16,0 1-2 16,0 0-7-16,0 0-1 15,0 0-5-15,0 0-6 16,1 9-11-16,3 8 21 16,3 3 0-16,1 1-3 15,-3-4 0-15,1-5 0 16,-2-5 1-16,-2-3 0 15,3-4 2-15,5 0 2 16,8-6 2-16,12-17 11 0,7-10-10 16,2 0-3-16,-5 4 2 15,-9 7-1-15,-8 9-1 16,-8 10-6-16,-5 3-67 16,-4 13-156-16,-14 16 76 15,-22 8-23-15</inkml:trace>
  <inkml:trace contextRef="#ctx0" brushRef="#br0" timeOffset="-96722.91">16017 14916 12 0,'0'0'50'15,"0"0"30"-15,0 0 23 16,0 0-31-16,0 0-11 16,0-75 27-16,0 61-7 15,0 2 0-15,0 1-6 16,0 1 1-16,0 4-30 0,0 1-18 15,0 2-18 1,0 3-1-16,0 0-4 0,0 0-5 16,0 0-3-16,0 6-15 15,0 5 8-15,8 7 9 16,0 3-2-16,-2 1-1 16,0-5-3-16,0-2 5 15,-1-6 0-15,2-4 1 16,-1-2-7-16,2-3 8 15,2 0 0-15,9-5 1 16,11-18 7-16,9-13-1 16,9-5-7-16,0-4-4 0,2 1 3 15,1 7 1 1,-9 8-11-16,-5 8-12 0,-13 10-9 16,-11 7 8-16,-8 4 2 15,-4 0-72-15,-1 2 3 16,0 14 42-16,-6 3-11 15,-15 3-51-15,-2-3-201 16</inkml:trace>
  <inkml:trace contextRef="#ctx0" brushRef="#br0" timeOffset="-92961.28">16100 16603 280 0,'0'0'109'0,"0"0"-33"16,0 0-21-16,0 0-21 15,0 0-21-15,0 0 24 16,0 0 2-16,2-51 14 15,-2 48-18-15,0 3 11 0,0 0-7 16,0 0-27-16,0 0-12 16,0 0-6-16,0 5 1 15,0 9 5-15,1 4-3 16,1 6 3-16,-1 0 3 16,2 0-1-16,-1-3-2 15,2-4 1-15,0-6-1 16,3-2 0-16,-3-9 0 15,5 0-3-15,6 0 3 16,9-17 4-16,8-16 1 16,10-10-4-16,9-10 3 0,3-2-2 15,3 2 8 1,2 3 0-16,-5 5-3 0,-8 11 1 16,-9 9-3-16,-14 11 1 15,-8 8-6-15,-8 6-2 16,-5 0-19-16,-2 3-22 15,0 13-24-15,-2 4-2 16,-11-1-28-16,-4 0-82 16</inkml:trace>
  <inkml:trace contextRef="#ctx0" brushRef="#br0" timeOffset="-92812.9">16594 16399 424 0,'0'0'127'15,"0"0"-36"-15,0 0-22 16,0 0-30-16,0 0-32 16,0 0-7-16,0 1-84 15,0 5-60-15,0 0-89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19:15.579"/>
    </inkml:context>
    <inkml:brush xml:id="br0">
      <inkml:brushProperty name="width" value="0.05292" units="cm"/>
      <inkml:brushProperty name="height" value="0.05292" units="cm"/>
      <inkml:brushProperty name="color" value="#FF0000"/>
    </inkml:brush>
  </inkml:definitions>
  <inkml:trace contextRef="#ctx0" brushRef="#br0">8751 13520 172 0,'0'0'127'0,"0"0"-51"0,0 0-23 16,0 0-9-1,0 0-10-15,0 0 18 0,0 0-14 16,0 0-7 0,0 0 13-16,0 0-12 0,0 0-9 15,0-44 15-15,0 44-24 16,0 0-9-16,0 0-2 16,0 0-3-16,0 0 0 15,0 0-2-15,0 0-1 16,0 0 2-16,0 0-2 15,0 0-5-15,0 0-1 16,0 12 3-16,-3 5 4 16,-4 4 0-16,-2 9 2 15,-2 9 0-15,-2 6 0 16,-1 4 0-16,0-1 0 0,3-3 3 16,1-8-2-16,1-6-1 15,5-7 1-15,2-6-1 16,2-5 0-16,0-4 0 15,0-1-1-15,0-3 1 16,0-1 2-16,5 1-2 16,5-2 0-16,0-3 4 15,8 0-4-15,3 0 1 16,8 0-1-16,5 0-16 16,4-8-36-16,6 1-16 15,3-3-25-15,-2 1-15 16,-5-2-69-16</inkml:trace>
  <inkml:trace contextRef="#ctx0" brushRef="#br0" timeOffset="223.46">9104 13662 320 0,'0'0'181'16,"0"0"-156"-16,0 0-22 15,0 0-3-15,98-44-7 16,-66 38-8-16,6-3-29 16,1-1-62-16,-4-4-163 0</inkml:trace>
  <inkml:trace contextRef="#ctx0" brushRef="#br0" timeOffset="664.35">9357 13442 615 0,'0'0'117'0,"0"0"-89"16,0 0-25-16,84-23-2 15,-50 22 2-15,-2 1-2 0,1 0-2 16,-3 1-2 0,-9 13-34-16,-8-2-20 0,-13 2-24 15,0 3-6-15,-19 0 79 16,-11 1 8-16,1-3 4 16,2-2-3-16,10-1 5 15,6-1 13-15,6 2 10 16,5 5-16-16,0 7 13 15,0 5-7-15,7 4-2 16,7 0-2-16,2-2-8 16,1-1 14-16,-3-7-10 15,-6-5-1-15,-5-2-8 16,-3-4 1-16,0 1 3 0,-8 0 0 16,-12 3 0-16,-6 0-3 15,-1-2 2-15,2-3-2 16,10-3-3-16,8-6-11 15,7-3-63-15,19-3-72 16,23-21-123-16</inkml:trace>
  <inkml:trace contextRef="#ctx0" brushRef="#br0" timeOffset="1130.81">10045 13626 447 0,'0'0'161'16,"0"0"-50"-16,0 0-58 15,0 0-53-15,0 0-7 16,0 0 2-16,-39 63 5 0,31-31 0 16,2-5 1-16,4-1-2 15,2-4-1-15,0-8 1 16,10-7-10-16,12-7-19 16,6 0 1-16,7-17-9 15,-1-7-12-15,-6-2-8 16,-9 0-4-16,-6 3 62 15,-6 6 19-15,-5 6 72 16,-1 6 29-16,-1 5-44 16,0 0-76-16,3 4 0 15,9 13-5-15,8 7 4 16,11 6 2-16,10-1-2 16,3-1 2-16,0-8-1 15,-7-6 1-15,-3-7 2 0,-8-7-1 16,1 0-1-16,0-16 3 15,-1-18 2-15,1-7-3 16,-5-10-3-16,-11-2 0 16,-6 2 0-16,-5 4 1 15,-9 7 9-15,-7 11-3 16,0 9 4-16,3 13-5 16,9 5-6-16,2 2-5 15,2 0-89-15,0 5-97 16,20 4 104-16,13-3-129 15</inkml:trace>
  <inkml:trace contextRef="#ctx0" brushRef="#br0" timeOffset="1598.16">10887 13443 513 0,'0'0'142'0,"0"0"-20"15,0 0-48-15,0 0-63 16,0 0-11-16,0 0-6 15,-26 71 4-15,24-17 2 16,-1 13 1-16,2 7 1 16,-3-3 0-16,-2-5 0 15,-2-12-1-15,-1-13 0 0,3-14 2 16,3-13-3 0,0-9 3-16,0-5 10 0,3-16 61 15,-2-19-38-15,-2-16-36 16,-2-12-13-16,-6-7 3 15,-3-2-9-15,1 4 10 16,7 7-4-16,7 13-22 16,0 11 2-16,4 10 11 15,13 11 13-15,1 7 6 16,3 8 2-16,1 1 1 16,2 1 1-16,0 18-1 15,3 3-1-15,-7 0 0 16,-8-1 1-16,-5-2-5 0,-7-4 5 15,0 1 3-15,-14 0 0 16,-13-1 0-16,-9-1 0 16,-7-4 1-16,-3-1-4 15,9-1-7-15,7 1-38 16,15 2-58-16,15-1-156 16</inkml:trace>
  <inkml:trace contextRef="#ctx0" brushRef="#br0" timeOffset="2082.37">10971 13964 192 0,'0'0'180'16,"0"0"-90"-16,0 0-26 15,0 0 13-15,0 0-34 16,0 0 5-16,-5-17-32 16,12 1-11-16,16-6-1 15,10-7-1-15,9-9-1 16,5-4-4-16,1-3-5 16,-2-3-8-16,-2 0-16 15,-3 4-2-15,-6 7-17 16,-14 10 29-16,-6 8 21 15,-11 9 4-15,-4 6 3 0,0 1 38 16,0 3-28 0,0 0-17-16,-15 7 0 0,-4 16-2 15,-5 7 2-15,5 9-4 16,2 4 2-16,4 4 1 16,2-1 0-16,5-5 1 15,2-2 6-15,2-8-2 16,2-6 2-16,-1-5-1 15,-1-2 1-15,-2-6 1 16,4-2-6-16,-6-1 2 16,-3 1 2-16,-6 6-1 15,-12 3 1-15,-10 6-5 0,-6 0-76 16,-8-1-118 0</inkml:trace>
  <inkml:trace contextRef="#ctx0" brushRef="#br0" timeOffset="2495.84">8981 14431 398 0,'0'0'133'0,"0"0"-65"16,0 0-45-16,0 0-6 15,0 0-8-15,0 0 2 16,48 0 4-16,8 0 6 16,25 0 5-16,34-6-1 15,40-6 0-15,30 0-8 16,24 0-7-16,16-3-2 15,2-2-5-15,-4-2-1 16,-21 2-1-16,-28 1-2 16,-34 3 2-16,-35 4-1 15,-28-2 2-15,-27 5 1 16,-23 0 4-16,-17 4-6 16,-10 2-1-16,0 0-25 15,-26 0-101-15,-17 10-80 0</inkml:trace>
  <inkml:trace contextRef="#ctx0" brushRef="#br0" timeOffset="2666.93">11624 14330 847 0,'0'0'30'16,"0"0"-2"-16,0 0-28 15,0 0-7-15,0 0-96 0,0 0-78 16,-54-25 0 0,30 19-238-16</inkml:trace>
  <inkml:trace contextRef="#ctx0" brushRef="#br0" timeOffset="73826.55">10641 15337 135 0,'0'0'102'15,"0"0"-47"-15,0 0-20 16,0 0-6-16,0 0-3 16,0 0-2-16,0 0-4 15,0 0 7-15,3-5-8 16,-3 5 15-16,0 0 12 16,0 0-4-16,0-2-6 15,0 2 6-15,0 0-17 16,0 0-11-16,0-1 4 15,0-1 9-15,2-2-5 16,1-1-14-16,1-2-7 16,3-2-1-16,1-2 0 0,3-1 1 15,0-5-1-15,0-1 1 16,0-3-1-16,3-3 2 16,-5-2-2-16,-2-2 1 15,1 0-1-15,-7-2-5 16,-1 2-7-16,0 1-29 15,-3 3 31-15,-14 3 8 16,-9 7 2-16,-8 7-6 16,-9 7-2-16,-8 0-1 15,-1 7 9-15,7 10-2 0,5 1 1 16,10 3 0 0,7 4 0-16,6 1-1 0,5 3 0 15,4 6 0 1,7 0 1-16,1 5-1 0,6-4-3 15,15 0 4-15,10-4-4 16,8-4 3-16,4-4 1 16,3-5 0-16,1-4 1 15,-3 0 0-15,-5-3 0 16,-8 2 2-16,-5 1 4 16,-11 4 8-16,-6 6 8 15,-7 3-10-15,-2 6 2 16,-2 3 0-16,-16 1-4 15,-5-4-5-15,-2-2-3 16,2-10 3-16,1-5-5 0,3-10 4 16,4-3 0-16,0-4-1 15,0 0 3-15,-1-17-2 16,2-9-4-16,-1-5 0 16,6-5 0-16,3-3-5 15,6 2 0-15,0-2 4 16,0 6 1-16,20-1-5 15,7 0 2-15,6 2-8 16,7-1-2-16,-3 0-18 16,0 3-21-16,-4 2-32 15,-4 0-58-15,-9 2-166 16</inkml:trace>
  <inkml:trace contextRef="#ctx0" brushRef="#br0" timeOffset="74261.17">11057 14679 623 0,'0'0'52'0,"0"0"62"16,0 0-53-16,0 0-59 16,0 0-2-16,0 0-5 15,9 99 5-15,-9-10 0 16,0 21 13-16,-9 14 7 15,-7 2-7-15,1 1-4 16,0-6-3-16,5-9-3 16,2-12-1-16,6-12 0 15,2-11 0-15,0-9-2 16,2-7 2-16,6-13-2 16,-1-13-1-16,1-12-16 0,2-12-27 15,4-11-27-15,5-2-60 16,4-29-101-16</inkml:trace>
  <inkml:trace contextRef="#ctx0" brushRef="#br0" timeOffset="75159.5">11459 15254 448 0,'0'0'38'0,"0"0"28"16,29-96-26-16,-24 63-11 16,-4 1 5-16,-1-2-2 15,-1 4-9-15,-16 6-6 16,-10 7-12-16,-2 11-4 15,-10 6-1-15,-4 0-2 16,2 22-2-16,0 11 0 16,6 9 3-16,8 12 0 15,6 9-1-15,8 4 2 16,9 3 0-16,4-3 0 0,0-6 0 16,10-7 4-1,11-4-2-15,0-10 13 0,0-5 12 16,-6-10 3-16,-3-9-10 15,-8-6-1-15,-2-6-8 16,-2-1 2-16,0-3 9 16,0 0 5-16,-12 0-10 15,-10 0-15-15,-3 0-2 16,-5 0 0-16,-2-8-4 16,1-4-10-16,-1-4 6 15,7 0 2-15,4 0 1 16,10-1-3-16,11-1 6 15,0-4-10-15,19-6 0 16,10-5 7-16,9-2-4 16,2-4-3-16,3 1-11 0,2-1-17 15,-2 3 9-15,1 2-5 16,-3 6-15-16,-4 3 3 16,-2 3-1-16,-7 5 5 15,-6 0 3-15,-6 1 10 16,-3 3 23-16,-4 3 8 15,-3 1 27-15,-5 4 65 16,1 5 4-16,-2-3-25 16,0 3-15-16,0 0-43 15,0 6-13-15,0 15-3 16,0 9 3-16,0 13 20 16,0 5 5-16,0 5-13 0,0 3-3 15,11-5-2 1,11-2-2-16,12-13-4 0,0-13 3 15,8-15-3-15,7-8-1 16,8-17 7-16,1-22-6 16,-4-10 0-16,-10-2 2 15,-14-2-2-15,-16 3-1 16,-14-1 0-16,-9 4-3 16,-36 5 1-16,-24 6-6 15,-17 8 2-15,-13 12 1 16,5 13-2-16,17 3-28 15,29 8-14-15,27 14-41 16,21 9-39-16,19 1-6 16</inkml:trace>
  <inkml:trace contextRef="#ctx0" brushRef="#br0" timeOffset="76873.4">12658 14869 597 0,'0'0'45'16,"0"0"43"-16,0 0-33 15,0 0-55-15,0 0 0 16,0 0-1-16,-28 53 1 15,19 1 9-15,1 10 9 16,-1 5 1-16,-1 4 2 16,1-3-12-16,0-7-3 0,-3-12 0 15,3-12 0-15,1-15-4 16,4-12 1-16,1-8-2 16,3-4 5-16,0 0 29 15,0-23 25-15,0-16-60 16,4-15-3-16,11-12-16 15,6-4-18-15,4 1-11 16,2 4-4-16,6 7-9 16,0 9-54-16,1 10 14 15,1 13 71-15,-7 14 30 16,-4 9 13-16,-6 3 18 16,-5 10-14-16,-5 15-3 0,-8 6 2 15,0 4-2-15,-12 0 4 16,-12-3 7-16,-4-4-13 15,-2-5-3-15,-2-5-3 16,-2-3 1-16,1-6 2 16,2-5 4-16,4-3-3 15,8-1-4-15,10 0-1 16,9 0 1-16,0 0-6 16,9 0-16-16,19 0 16 15,6 0 6-15,5 0-4 16,0 15 9-16,-5 4-2 15,-4 5-3-15,-2 4-1 16,-2 0-5-16,-4 0 3 0,2-5-3 16,0-6 1-1,-3-7-1-15,-3-8 0 0,1-2 0 16,2-10 1-16,-2-16 5 16,2-8-4-16,-3-4 4 15,-2-3 2-15,-4-1 12 16,-4 5 10-16,-5 8 6 15,-3 12-2-15,0 8 3 16,0 8-21-16,0 1-16 16,0 0-2-16,0 0-7 15,4 0 4-15,-1 9 4 16,2 2 1-16,-1 0-2 16,-1 0 2-16,3-3 0 15,-1 2 3-15,-1-2-3 0,-1-1 0 16,-1-4 1-16,-1 0 0 15,-1-3-1-15,0 0 0 16,0 3-1-16,0-3 1 16,0 0 2-16,0 0 0 15,0 0 7-15,0 0-1 16,0 0 6-16,0 0-6 16,0 0-7-16,0 0-1 15,0 0 0-15,0 0 0 16,0 0 1-16,0 0-1 15,0 0 1-15,0 0-1 16,0 0 1-16,0 0-1 16,0 0 0-16,-1 0 1 0,-2 0 0 15,0 0-1-15,3 0 1 16,0 0-1-16,0 0-3 16,0 0 0-16,0 0-3 15,0 5-4-15,0 11 6 16,0 4 4-16,0 1 0 15,1 1-8-15,11-5-8 16,7-3-5-16,5-6 3 16,5-5-1-16,2-3 5 15,2-6 2-15,-2-13 1 0,-3-10 4 16,-5 0 7 0,-7-3 3-16,-10 1 9 0,-6 2 9 15,0 4 3 1,-1 1-10-16,-13 8 5 0,1 3-2 15,2 6 4-15,7 4-14 16,2 3-7-16,2 0-5 16,0 6-5-16,0 13 4 15,0 12 6-15,2 5-1 16,8 1 1-16,8-2 0 16,1-4-1-16,7-9-10 15,4-8-1-15,3-10-4 16,-1-4 9-16,2-17 6 15,-2-16-1-15,1-13-5 16,-6-8-9-16,-5-1 10 0,-13 1 5 16,-9-1 1-16,-4 2 0 15,-23-1-1-15,-4 5 1 16,-1 4 3-16,7 9 19 16,5 15 10-16,10 11 3 15,6 7-14-15,4 3-21 16,0 10-2-16,0 22-13 15,14 18 15-15,7 13 0 16,0 9-2-16,5 1 4 16,2-9-3-16,-1-5 1 15,6-10 0-15,-2-8-5 16,3-9-7-16,1-13-11 0,-4-12-5 16,2-7-16-1,-5 0-85-15,-6-29-227 0</inkml:trace>
  <inkml:trace contextRef="#ctx0" brushRef="#br0" timeOffset="77207.53">13942 14984 409 0,'0'0'4'15,"0"0"-4"-15,0 0 2 16,0 0 2-16,0 0 32 15,0 0-3-15,85-7-10 16,-68-9 13-16,-7-4 7 16,-1-2-9-16,-9 2-2 0,0-2 5 15,0 3-15-15,-22 2-4 16,-7 6-10-16,-2 7-8 16,3 4-1-16,5 1-2 15,8 22-1-15,5 9 0 16,1 11 2-16,3 8 2 15,3 7 0-15,3 3 3 16,0-2-2-16,25-9 1 16,16-11-2-16,17-14-6 15,6-13 5-15,10-10-28 16,-4-2-55-16,-5-17-170 16</inkml:trace>
  <inkml:trace contextRef="#ctx0" brushRef="#br0" timeOffset="77622.97">12622 15704 596 0,'0'0'107'16,"0"0"-79"-16,0 0-20 16,0 0-8-16,104-9 11 15,-20 1 23-15,31-5 3 16,28-5-10-16,23-6-7 15,11-4-16-15,-1-3 5 16,-6-2-9-16,-13 2 5 16,-18 2-5-16,-10 3-3 15,-23 5-7-15,-18 7-1 16,-25 6-14-16,-29 4-28 0,-32 2-24 16,-16 2-40-16,-44 0 1 15,-27 0-309-15</inkml:trace>
  <inkml:trace contextRef="#ctx0" brushRef="#br0" timeOffset="78347.56">12449 15037 53 0,'0'0'58'16,"0"0"-21"-16,0 0 12 15,0 0-1-15,88-20 6 16,-64 11-4-16,1 1-7 16,1-1 4-16,-6 4-6 15,0-2-16-15,-4 5-18 16,-4 2-7-16,0 0-14 16,-9 0-81-16,-3-4-152 15</inkml:trace>
  <inkml:trace contextRef="#ctx0" brushRef="#br0" timeOffset="78527.32">12637 14997 417 0,'0'0'76'16,"0"0"-22"-16,0 0-54 15,0 0-29-15,0 0-129 0,0 0-143 16</inkml:trace>
  <inkml:trace contextRef="#ctx0" brushRef="#br0" timeOffset="80004.73">12465 15041 94 0,'0'0'45'16,"0"0"-10"-16,0 0 14 15,0 0-24-15,0 0-2 16,0 0-2-16,36-33-7 15,-31 26 3-15,2 0 0 16,-1 1-2-16,-1 0 1 16,0 0 2-16,0 1-4 15,1-4-10-15,1 5-2 16,1-2-1-16,0 1-1 0,3-1 3 16,1 1-3-16,6-2 0 15,2 1 1-15,3 1-1 16,6 0 0-16,-1-1 1 15,0 0 0-15,2 1 2 16,-5-1-1-16,1 2-2 16,-7 1 1-16,-1 2-1 15,-6 1 0-15,-4 0-5 16,2 0-8-16,-9 9-13 16,-1 7-28-16,0 2-8 15,-16 0-25-15,-3 1-22 16</inkml:trace>
  <inkml:trace contextRef="#ctx0" brushRef="#br0" timeOffset="105414.26">10437 16109 421 0,'0'0'118'0,"0"0"-44"0,0 0-38 15,0 0-4-15,0 0 1 16,0 0 10-16,0 0 1 15,0 0-16-15,0-22-4 16,0 22-8-16,0-2-5 16,0 2-1-16,-2 0-6 15,-2 0-2-15,2 0-2 16,-4 2-2-16,-5 12 0 16,-3 6 2-16,-5 10 0 15,-2 9 0-15,0 6 1 16,-1 0 3-16,5-1-4 15,4-5-1-15,2-8-11 0,4-9-8 16,0-9-16 0,7-6-3-16,0-7-42 0,0-11 73 15,5-20-10-15,10-10-58 16,1-4 76-16,-5-2 14 16,-2 6 15-16,-2 0 8 15,-2 5-31-15,-2 4-4 16,1 2-1-16,-2 5 1 15,1 6 2-15,-2 5 6 16,4 3 8-16,2 6-3 16,1 3-13-16,2 2-2 15,3 0 0-15,0 0-1 16,0 4 0-16,0 7 1 16,-2 3 1-16,-1 1 12 0,-4 4 7 15,0 0-7-15,-1 3-7 16,-2 0-2-16,0 2-2 15,-3 0-2-15,0 3-42 16,-2-6-84-16,-12-8-266 16</inkml:trace>
  <inkml:trace contextRef="#ctx0" brushRef="#br0" timeOffset="106211.15">9598 16823 802 0,'0'0'63'16,"0"0"-42"-16,0 0-18 16,0 0-3-16,0 0 2 15,2 94-1-15,4-58 0 16,0-2 2-16,0-7-3 16,-1-5 2-16,-3-10-2 15,0-4 0-15,-2-5-2 16,0-3-4-16,0-6 6 15,0-18 0-15,0-11-39 0,-6-3-27 16,2 4 36-16,2 6 13 16,2 8 16-16,0 7 1 15,3 4 2-15,12-1-1 16,3 6 3-16,4 2 9 16,2 1 5-16,4 1-1 15,-1 0 3-15,-2 0-11 16,-4 6-5-16,-3 2-2 15,-6-2-1-15,-3 0 0 16,-4-5-1-16,-5 1 0 16,0-2-10-16,0 0-3 15,0-3 7-15,0-16-65 16,-3-4 26-16,1-2 26 0,2 0 19 16,0 8 9-1,0 8 48-15,0 4 10 0,0 5-38 16,5 0-28-16,7 0 0 15,7 10 3-15,-1 10-2 16,4 3 1-16,1 5-3 16,-2 0 4-16,0-3-4 15,-5-3-20-15,-4-4-76 16,-3-8-48-16,-5-8-114 16</inkml:trace>
  <inkml:trace contextRef="#ctx0" brushRef="#br0" timeOffset="106397.6">10036 16796 673 0,'0'0'167'0,"0"0"-142"15,0 0-24-15,0 0-1 16,0 0 0-16,0 0 2 16,74 75-2-16,-59-55 1 15,-3-4-1-15,-2-3-6 16,-4 0-53-16,-6-5-43 15,0-5-31-15,0-3-122 16</inkml:trace>
  <inkml:trace contextRef="#ctx0" brushRef="#br0" timeOffset="106561.95">10053 16557 760 0,'0'0'121'15,"0"0"-69"-15,0 0-52 16,0 0-14-16,0 0-62 16,0 0-17-16,-5 29-25 15,12-3-97-15</inkml:trace>
  <inkml:trace contextRef="#ctx0" brushRef="#br0" timeOffset="106950.85">10386 16892 798 0,'0'0'98'16,"0"0"-98"-16,0 0 0 16,0 0 0-16,0 0 0 15,0 0 2-15,4 78 1 16,-4-65-3-16,0-9-12 15,0-1-4-15,0-3-9 16,0 0 15-16,0-3-2 16,5-21-18-16,1-5-97 15,-3 2 111-15,-1 3 16 16,-1 10 37-16,-1 6 35 0,2 4-17 16,3 4-28-16,1 0-27 15,5 4-2-15,7 7 2 16,-2 3 5-16,5 2 1 15,3 1 0-15,1-2-1 16,-2-1-1-16,-2-1-1 16,-6-1-3-16,-4-2-11 15,-8-3-84-15,-3-7-117 16,0 0-231-16</inkml:trace>
  <inkml:trace contextRef="#ctx0" brushRef="#br0" timeOffset="107168.92">10847 16939 580 0,'0'0'239'15,"0"0"-149"-15,0 0-60 16,0 0-20-16,0 0-6 15,0 0-4-15,-13-23-25 16,13 23-73-16,0 4-77 16,0 3-163-16</inkml:trace>
  <inkml:trace contextRef="#ctx0" brushRef="#br0" timeOffset="108062.17">11794 15805 544 0,'0'0'125'0,"0"0"9"15,0 0-75-15,0 0-31 0,0 0-28 16,0 0-2 0,0-22-9-16,5 50 4 0,-1 14 5 15,1 19 2-15,2 8 1 16,-3 4 2-16,-1-3-1 15,1-11 1-15,-4-12-3 16,0-10-11-16,0-12-19 16,0-11-42-16,0-14-28 15,0-11-102-15</inkml:trace>
  <inkml:trace contextRef="#ctx0" brushRef="#br0" timeOffset="108392.66">11744 15773 732 0,'0'0'29'0,"0"0"13"16,-87 37-29-16,66 3-11 15,5 10-2-15,7-1 2 16,4-8-1-16,5-9-1 16,0-14-2-16,5-12-24 15,5-6 5-15,3-2 11 16,1-30 9-16,2-8-22 15,-4-7-28-15,2-1 20 16,-8 11 12-16,4 8 17 16,-2 15 4-16,2 8-2 15,1 6 0-15,0 2 0 16,7 18 0-16,0 11 7 0,0 12 11 16,1 12-1-1,-2 12-2-15,2 6-7 0,-5-1-1 16,-1-4-7-16,-8-13-75 15,-5-16-299-15</inkml:trace>
  <inkml:trace contextRef="#ctx0" brushRef="#br0" timeOffset="109060.86">11781 16752 860 0,'0'0'101'16,"0"0"-100"-16,0 0-1 16,0 0-10-16,0 0 10 15,10 85-1-15,-1-60-9 16,-1-4-16-16,0-7 2 16,-3-8-13-16,0-4 11 0,-5-2 22 15,3-2 4-15,-2-18 5 16,2-11-5-16,-1-10-26 15,-2 1-24-15,0 2 30 16,0 12 16-16,0 9 4 16,3 9 18-16,2 6 19 15,4 2-37-15,3 2-6 16,6 12 5-16,1 6 1 16,3-3 0-16,1-1 1 15,1-3 0-15,-4-4-1 16,-3-6 0-16,-4-3-3 15,-5 0 3-15,-3-3-1 0,-5-15 1 16,0-4-33-16,0-5-12 16,0-2 21-16,-9 0 18 15,-6 4 6-15,4 8 39 16,5 8 56-16,4 4-33 16,2 5-60-16,2 0-2 15,18 10-1-15,13 7 0 16,8 3 2-16,4 1-2 15,6-3 0-15,-3-4-32 16,-4-2-16-16,-6-7-20 16,-8-5-20-16,-10 0-104 15,-6-5-157-15</inkml:trace>
  <inkml:trace contextRef="#ctx0" brushRef="#br0" timeOffset="109261.63">12401 16515 681 0,'0'0'182'0,"0"0"-100"16,0 0-82-16,0 0-5 16,0 0 3-16,0 0 2 15,-28 71 1-15,26-40-1 16,2-3-2-16,0-3-3 16,0-5-22-16,0-4-17 15,6-9-40-15,9-7-13 16,0 0-3-16,5-17-26 0,-1-6-216 15</inkml:trace>
  <inkml:trace contextRef="#ctx0" brushRef="#br0" timeOffset="109408.27">12472 16607 86 0,'0'0'328'0,"0"0"-146"0,0 0-37 15,0 0-32-15,0 0-68 16,0 0-41-16,-27-9-4 16,27 31-1-16,4 3-5 15,19 0-4-15,8-2-23 16,10-4-2-16,6-10-35 15,5-7-23-15,3-2-73 16,-2-7-141-16</inkml:trace>
  <inkml:trace contextRef="#ctx0" brushRef="#br0" timeOffset="109741.71">12961 16504 569 0,'0'0'192'15,"0"0"-60"-15,0 0-50 16,0 0-70-16,0 0-12 15,0 0 0-15,-94 77 0 16,78-46 0-16,3-6-2 16,4-8-14-16,2-6-3 15,2-6-1-15,2-5 0 16,-2 0 4-16,3-8 6 16,1-17-47-16,1-6-13 15,0-4 9-15,0 4 54 16,0 8 7-16,0 6 51 0,0 8 17 15,0 9 3-15,0 0-60 16,11 0-11-16,7 10-1 16,5 9 1-16,0 5 1 15,0 0-1-15,-2 1 0 16,0 2 0-16,7-3 0 16,6-2-15-16,4-8-14 15,-7-14-169-15,-16 0-341 16</inkml:trace>
  <inkml:trace contextRef="#ctx0" brushRef="#br0" timeOffset="110506.12">11787 15707 282 0,'0'0'108'16,"0"0"-29"-16,0 0 21 15,0 0-7-15,0 0-15 16,0 0-26-16,-5-6-38 15,5 6-10-15,0 0-4 0,0 0-6 16,0 11 0-16,5 6 5 16,8 2 0-16,6 2 1 15,7-3-1-15,6-1-13 16,8-5-33-16,0-3 1 16,3-3 2-16,-7 1-3 15,-6 0 2-15,-11 1-25 16,-9 1-35-16,-10-2-112 15</inkml:trace>
  <inkml:trace contextRef="#ctx0" brushRef="#br0" timeOffset="110726.43">12025 15872 360 0,'0'0'114'16,"0"0"-33"-16,0 0-20 15,0 0-40-15,0 0-14 16,0 0 4-16,-74 3 8 15,43 10-13-15,-5 5-1 16,-9 1-5-16,-6 6 0 16,-4-2-28-16,-6 2-4 15,3-3-30-15,7-6 44 16,15-6 11-16,23-2 0 16,13-8-50-16,13 0-155 15</inkml:trace>
  <inkml:trace contextRef="#ctx0" brushRef="#br0" timeOffset="111813.26">10348 16031 218 0,'0'0'103'0,"0"0"-67"16,0 0-17-16,0 0-13 16,-38 75-6-16,38-57-12 15,-1-4-224-15</inkml:trace>
  <inkml:trace contextRef="#ctx0" brushRef="#br0" timeOffset="113170.98">7655 16392 410 0,'0'0'60'16,"0"0"-21"-16,0 0-20 16,12-90-8-16,-6 65 4 15,-3 0 17-15,-3 2-3 16,0 3 7-16,0 2-3 0,-12 6 4 16,-7 7-21-16,-2 5-16 15,-15 5-23-15,-3 18-18 16,0 8 7-16,5 7 16 15,13 2 11-15,15 2 3 16,6 4 4-16,8 0 3 16,17 3 12-16,8-1 6 15,2-3 9-15,7-3-1 16,-1-6-7-16,-7-9-3 16,-10-9-3-16,-15-7-4 15,-3-6-6-15,-6-4 8 16,0-1 19-16,-8 0 20 15,-14 0-19-15,-5 0-31 0,0-4 3 16,0-10-5-16,5-5 0 16,4-3-2-16,11-5-8 15,7-6-7-15,0-1-6 16,14-3 7-16,6 1 14 16,5-3 1-16,2 2 0 15,-1-3-1-15,3-1-15 16,-5 2-15-16,-3 3-35 15,0 2-9-15,-6 4-20 16,-2 4-57-16,-5 2-120 16</inkml:trace>
  <inkml:trace contextRef="#ctx0" brushRef="#br0" timeOffset="113538.16">7840 16094 608 0,'0'0'128'15,"0"0"-79"-15,0 0-26 16,0 0-9-16,0 71 2 16,6-37-2-16,3 0-3 15,4-1-4-15,2-2-3 16,3-6 0-16,-3-2 0 16,0-10-4-16,-6-2 0 15,-3-7-23-15,-3-4-27 16,3 0-4-16,-3-1 8 15,-3-15 10-15,0 1-7 0,0 3 43 16,0 7 42-16,-3 1 23 16,3 4-15-16,0 0-50 15,0 13-6-15,6 6 4 16,10 2 2-16,10 1 4 16,5 2 2-16,8-7-2 15,-2-4-4-15,-7-4 4 16,-9-6-4-16,-8-3-32 15,-5 0-29-15,-4-6-49 16,-4-16-227-16</inkml:trace>
  <inkml:trace contextRef="#ctx0" brushRef="#br0" timeOffset="114053.37">8224 16247 657 0,'0'0'85'0,"0"0"-70"15,0 0 12-15,0 0 14 16,0 0-20-16,49 99-12 16,-32-70-2-16,0-2-3 15,2-7 0-15,-1-3-2 16,-3-7 1-16,-6-4-3 16,-1-6-2-16,-4 0-9 15,-1-2 9-15,0-15-1 16,-2-10-27-16,-1 0-6 0,0 0 9 15,-4 1 8-15,-6 2 19 16,4 2 4-16,2 5 1 16,4-2 3-16,0 2 6 15,0-2-11-15,7-2-3 16,9-4 2-16,0-3-2 16,8-3 5-16,0 0 3 15,0 5-8-15,-6 6 4 16,-12 11-2-16,0 6 20 15,-6 3-15-15,0 0-7 16,0 0-4-16,0 0 1 16,0 12 0-16,0 12 3 15,0 8 3-15,0 7 13 0,3 5-1 16,3 1-3 0,1 2-2-16,6-2-1 0,1-3-3 15,2-3 0-15,-1-9-5 16,0-7 0-16,-4-4 1 15,-2-8-2-15,-2-1-3 16,-1-7-26-16,-3 2-19 16,-3-1-92-16,-6-2-133 15</inkml:trace>
  <inkml:trace contextRef="#ctx0" brushRef="#br0" timeOffset="114320.95">7987 16782 496 0,'0'0'6'16,"0"0"46"-16,0 0-4 15,0 0 10-15,113 19-2 16,-66-24-12-16,9-17 5 16,11-4-15-16,3-3-4 15,1 2-10-15,-4 3-10 16,-6 2-4-16,-4 5-2 15,-7 3-4-15,-6 7-2 16,-11 7-7-16,-12 0-36 16,-14 7-73-16,-7 12-69 15,-10 3-7-15</inkml:trace>
  <inkml:trace contextRef="#ctx0" brushRef="#br0" timeOffset="119416.75">14027 16352 378 0,'0'0'141'16,"0"0"-81"-16,0 0-33 15,0 0-2-15,0 0 17 16,0 0 4-16,1-82 0 16,-11 69 3-16,-3 2-19 15,1-2-13-15,-6 3-4 16,-4 0-3-16,-4 3-8 0,-5 6-2 16,-5 1-3-16,0 0 1 15,3 4 0-15,5 9-3 16,9 2 4-16,13 5 0 15,4 6-8-15,2 8 7 16,0 7-2-16,14 1 4 16,4 3 2-16,2-3 0 15,0-2 0-15,-1-3-1 16,-1-6 3-16,-3-2-2 16,-6-7-2-16,-3-6 2 15,-6-5-1-15,0-2-1 16,0-4 0-16,-12 1-1 0,-9-3 1 15,-3-3 0-15,-6 0-4 16,0 0-2-16,1-17 0 16,4-3 3-16,10-1 0 15,13-2 1-15,2-1-19 16,24 1-19-16,13-1-9 16,11 0 32-16,4 1 6 15,0-1 11-15,2 0 1 16,-8 1 2-16,-9 2 1 15,-10 2 8-15,-12 5 13 16,-9 5-1-16,-3 4 21 16,-3 2-8-16,0 3-33 15,0 0 0-15,-7 0-4 16,-1 3-3-16,0 12 2 0,3 6 0 16,3 4 1-16,2 5-2 15,0 1 2-15,2 1 0 16,11-4 0-16,7-2 0 15,2-6-8-15,7-11-10 16,2-6 7-16,-1-3-3 16,-2-14 6-16,-6-9 8 15,-7-7 0-15,-6-3 13 16,-9 2 10-16,0 3-6 16,-21 1-12-16,-16 5-5 15,-18 4-1-15,-14 7-6 16,-14 6-2-16,8 5-19 15,17 0-28-15,28 11 17 16,28 4-65-16,2 0-215 16</inkml:trace>
  <inkml:trace contextRef="#ctx0" brushRef="#br0" timeOffset="119815.32">14296 16096 681 0,'0'0'137'15,"0"0"-43"-15,0 0-47 16,0 0-47-16,0 0-5 16,0 0 2-16,10 61 3 15,-3-14 0-15,1 6 1 16,1 2-1-16,-2-1-4 0,-2-6-42 15,-4-13-27 1,1-11-16-16,-1-11-2 0,1-10-10 16,2-3 12-16,2-5-18 15,2-14-204-15</inkml:trace>
  <inkml:trace contextRef="#ctx0" brushRef="#br0" timeOffset="119966.24">14385 16375 86 0,'0'0'284'0,"0"0"-40"15,0 0-73-15,0 0-88 16,0 0-71-16,0 0-12 15,60-50-2-15,-38 62 1 16,2 6-1-16,0-1 2 16,-2-1 0-16,-2 0-4 15,-4-1-21-15,-6-3-29 16,-4-4-72-16,-6-5-14 16,0-3-260-16</inkml:trace>
  <inkml:trace contextRef="#ctx0" brushRef="#br0" timeOffset="120497.22">14589 16283 817 0,'0'0'94'16,"0"0"-90"-16,0 0-4 16,0 0-3-16,0 0 3 15,38 78 0-15,-28-54 1 0,-5-5 2 16,-1-4-3-1,-1-8 0-15,-1-2-4 0,-1-3 0 16,-1-2-6 0,0 0 10-16,0-4 0 0,0-9-23 15,0-3-18-15,-3-1-9 16,0 3 37-16,2 0 13 16,1 0 1-16,0 5 19 15,1-3-16-15,10 0 0 16,3 1-2-16,0 0 0 15,4-2 0-15,0 1 0 16,4-3-1-16,2-2-2 16,-3 1 3-16,-5-1-2 15,-7 5 4-15,-5 3 4 16,-4 4 10-16,0 2 4 16,0 1 2-16,0 2-2 0,0 0-13 15,0 0-9-15,0 0-5 16,0 19 0-16,0 12 1 15,3 8 4-15,5 7 0 16,2-2 0-16,5-5 3 16,-1-6-3-16,-2-11 0 15,-6-7 0-15,-3-6 0 16,-3-1 0-16,0 2 0 16,-9 3-16-16,-21 5-18 15,-7-1-75-15,-5 0-156 16</inkml:trace>
  <inkml:trace contextRef="#ctx0" brushRef="#br0" timeOffset="120825.36">13839 16898 677 0,'0'0'162'15,"0"0"-117"-15,0 0-45 16,0 0-4-16,0 0 1 16,0 0 3-16,109 0 2 0,-36-3 7 15,11-14-7-15,7-4-4 16,6-4 5-16,-2-5-3 15,0 0 0-15,-12 2-10 16,-9 3 2-16,-13 2-6 16,-17 7-20-16,-16 9-23 15,-16 2-42-15,-12 5-34 16,-4 0-203-16</inkml:trace>
  <inkml:trace contextRef="#ctx0" brushRef="#br0" timeOffset="121004.37">15113 16712 563 0,'0'0'238'16,"0"0"-146"-16,0 0-84 15,0 0-8-15,0 0-80 16,0 0-123-16,-45-36-245 15</inkml:trace>
  <inkml:trace contextRef="#ctx0" brushRef="#br0" timeOffset="122944.08">4869 16612 496 0,'0'0'204'0,"0"0"-76"0,0 0-60 16,0 0-34-16,0 0-23 15,0 0-11-15,-12-21-3 16,12 38-6-16,0 12 9 16,10 9 0-16,-2 10 6 15,-1 6 0-15,1 2-5 16,-1 0 4-16,2-1-5 15,-1-2 0-15,0-5-11 16,3-7-31-16,1-12-21 16,6-12-69-16,4-17-18 15,-1-16-111-15</inkml:trace>
  <inkml:trace contextRef="#ctx0" brushRef="#br0" timeOffset="123378.38">5124 16721 635 0,'0'0'193'0,"0"0"-119"16,0 0-66-16,0 0-8 16,0 0-11-16,0 0 8 15,-4 37 3-15,27-14 0 16,4-2-2-16,6-4 2 16,1-8-12-16,0-5-5 15,1-4 5-15,0 0-4 16,0-12-30-16,-11-2-8 15,-5 2 13-15,-10 3 41 0,-9 3 0 16,0-1 51-16,0 6 41 16,0-1-43-16,0 2-11 15,0 0-38-15,0 3-4 16,10 11 1-16,12 5 1 16,9-4 1-16,12 0-10 15,3-9 2-15,0-6 5 16,-7 0-2-16,-7-8 4 15,-10-7 2-15,-9-4 4 16,-2-6-4-16,-11-2-5 16,0-4-3-16,-3 2 8 15,-24 1-1-15,-6 5 1 0,-5 4-1 16,6 6-6-16,7 7-28 16,19 1-3-16,6 3-5 15,13 2-158-15,18 0 31 16,7-1-190-16</inkml:trace>
  <inkml:trace contextRef="#ctx0" brushRef="#br0" timeOffset="123843.45">5870 16544 182 0,'0'0'193'0,"0"0"-41"16,0 0-17-16,0 0-29 16,0 0-29-16,0 0-26 15,-23 30-27-15,19-1-16 16,2 6-3-16,2 6 3 0,0 1-8 15,0-1 5-15,2-2-4 16,5-8 1-16,-4-11 0 16,-1-10-2-16,-2-6-2 15,0-4-14-15,0-4 15 16,0-21-6-16,0-11-81 16,-3-7-59-16,-3-2 13 15,-2 2 18-15,-5 5 52 16,4 7 64-16,3 8 3 15,3 7 166-15,3 6-35 16,0 9-45-16,3 1-64 16,10 0-25-16,7 17 7 15,2 3 9-15,6 7 15 0,2 4-20 16,0 2 0-16,0 1-2 16,-3-3-4-16,-6-3-2 15,-8-6-2-15,-7-5-1 16,-6 0-2-16,0 0 2 15,-16 0 4-15,-11 0 0 16,-10-1 0-16,-5-2-3 16,-3-1-1-16,9-4-7 15,8 1-7-15,14-4-19 16,14-2-64-16,0-4-67 16,20 0-78-16</inkml:trace>
  <inkml:trace contextRef="#ctx0" brushRef="#br0" timeOffset="124277.73">6287 16709 154 0,'0'0'337'16,"0"0"-247"-16,0 0 58 15,0 0-69-15,0 0-56 16,0 0-23-16,8 0-2 16,17-2 0-16,9-1 1 15,4-2-24-15,-1-1-11 16,-4 3-40-16,-6 0-7 0,-10 3-2 15,-15 0-36-15,-2 6-68 16</inkml:trace>
  <inkml:trace contextRef="#ctx0" brushRef="#br0" timeOffset="124460.47">6216 16964 413 0,'0'0'119'0,"0"0"-36"16,0 0-47-16,91-6-3 16,-51-6-18-16,2-4-11 15,3 2-4-15,1-2-24 16,-6-1-90-16,-4-4-200 16</inkml:trace>
  <inkml:trace contextRef="#ctx0" brushRef="#br0" timeOffset="125805.14">15189 16668 203 0,'0'0'46'0,"108"-23"-46"16,-53 12-45-16,-3-2-54 15</inkml:trace>
  <inkml:trace contextRef="#ctx0" brushRef="#br0" timeOffset="126285.16">15038 16506 610 0,'0'0'124'0,"0"0"-72"16,0 0-52-16,0 0-3 15,0 0 3-15,0 0 2 16,118-9 1-16,-61 3 0 15,2-3-3-15,-2 4-34 16,-3-2-92-16,-8-1-85 16</inkml:trace>
  <inkml:trace contextRef="#ctx0" brushRef="#br0" timeOffset="126525.4">15693 16225 695 0,'0'0'162'0,"0"0"-95"16,0 0-60-16,0 0-7 16,0 0-3-16,0 0 2 0,-12 86 1 15,27-44-2 1,1 4-4-16,4-4-58 0,1-9-105 15,-2-7-286 1</inkml:trace>
  <inkml:trace contextRef="#ctx0" brushRef="#br0" timeOffset="126736.12">15912 16337 872 0,'0'0'90'0,"0"0"-90"16,0 0-1-16,0 0-2 16,11 92-5-16,-4-54-23 0,4-5-10 15,1-8-21-15,5-6-22 16,8-9 3 0,5-3 7-16,2-7-30 0,0 0-38 15,-8-9-26-15</inkml:trace>
  <inkml:trace contextRef="#ctx0" brushRef="#br0" timeOffset="126874.41">16166 16399 239 0,'0'0'219'0,"0"0"-46"16,-66-99-32-16,33 76-60 15,7 7 3-15,6 7-36 16,12 6-21-16,3 3-27 16,2 3-37-16,3 18-32 15,0 8 10-15,1-1-111 0,23-6-150 16</inkml:trace>
  <inkml:trace contextRef="#ctx0" brushRef="#br0" timeOffset="127306.27">16505 16356 120 0,'0'0'796'15,"0"0"-719"-15,0 0-69 16,0 0-8-16,0 0-9 15,0 0 1-15,-12 29-6 16,12-17-16-16,0-4-7 16,6-4 0-16,13-4 9 15,4 0 2-15,1 0-23 16,-1-9-2-16,-6-1 11 0,-7 3 40 16,-3 4 9-16,-4 1 26 15,1 2 28-15,0 0-41 16,5 0-18-16,4 12 0 15,7 0 8-15,-1 2-6 16,2-2-2-16,0-2-1 16,2-3 0-16,0-3-3 15,1-4 3-15,-4 0 0 16,-1-4-1-16,-3-8 3 16,-1-10-1-16,-5-2 13 15,-4-5 5-15,-4-2-5 16,-2-1-5-16,0 3-1 0,-5 6-8 15,-4 5-3 1,4 6-8-16,3 7-54 0,2 3-24 16,12 1-227-16</inkml:trace>
  <inkml:trace contextRef="#ctx0" brushRef="#br0" timeOffset="127509.95">17348 16175 205 0,'0'0'444'16,"0"0"-316"-16,0 0-31 16,0 0-46-16,0 0-41 15,-84 38-10-15,67-5 2 16,3 4-2-16,3 5 1 0,3 0-2 16,1 0-6-16,6 1-32 15,1-4 2-15,0-10-49 16,1-9-100-16,10-13-70 15</inkml:trace>
  <inkml:trace contextRef="#ctx0" brushRef="#br0" timeOffset="128124.88">17270 16155 427 0,'0'0'188'0,"0"0"-34"0,0 0-59 16,0 0-78-16,0 0-17 15,0 0-3-15,7-10 0 16,4 40 2-16,-4 10 1 16,-1 5 16-16,-2 6-5 15,-4 1-9-15,0-4 1 16,0-4 2-16,0-6-5 16,0-4 2-16,-4-7 0 15,3-5-1-15,-2-7-1 16,1-6-4-16,-1-5-1 15,-3-2-11-15,-2-2 6 16,-3 0 9-16,-1 0 2 16,1-8-1-16,4-2 2 15,3 5 3-15,2 0-1 0,2 0-4 16,0 2 0-16,3-2-26 16,18-4-22-1,6-2 24-15,5-6-9 0,7-3-5 16,2-2 8-16,-1-5 21 15,-3 1 3-15,-7-5 6 16,-3 1 0-16,-6 2 3 16,-3-1-2-16,-7 5 3 15,-3 7 3-15,-5 6-4 16,-3 5 15-16,0 5-16 16,0 1 0-16,0 0-2 0,0 4-4 15,0 13 2 1,-2 6 2-16,-1 4 4 0,-2 4 10 15,0-1 1-15,-1 1 17 16,3-5-12-16,-1-1 2 16,-1-6-3-16,2-4-6 15,-1-2 4-15,-4 1-11 16,2 2 0-16,-4-1-2 16,-8 2-4-16,-6-1-23 15,-7-4-74-15,-3-4-129 16</inkml:trace>
  <inkml:trace contextRef="#ctx0" brushRef="#br0" timeOffset="128472.71">16193 16922 641 0,'0'0'96'0,"0"0"-75"16,0 0-21-16,0 0-2 16,0 0 2-16,0 0 15 15,70 8-8-15,-10-8-1 16,22-11-2-16,15-5-4 15,10-4-8-15,5 1-1 0,-7-1-13 16,-9 3 14-16,-11 5 8 16,-18 0 5-16,-12 3-5 15,-14 4 0-15,-14 2-27 16,-15 2-28-16,-12 1-53 16,-6 0-97-16</inkml:trace>
  <inkml:trace contextRef="#ctx0" brushRef="#br0" timeOffset="128724.14">16119 17140 45 0,'0'0'369'16,"0"0"-284"-16,114-8-2 15,-53-8-14-15,17-1-9 16,15-3-18-16,9-5 13 16,7-3-29-16,-1-1-15 15,-1-1 1-15,-4 0-12 16,-10 2-9-16,-10 5-64 16,-22 1-27-16,-25 2-172 15</inkml:trace>
  <inkml:trace contextRef="#ctx0" brushRef="#br0" timeOffset="128887.3">17209 16845 544 0,'0'0'145'0,"0"0"-56"15,0 0-43-15,0 0-46 16,0 0-13-16,0 0-103 15,8 0-109-15</inkml:trace>
  <inkml:trace contextRef="#ctx0" brushRef="#br0" timeOffset="130306.54">16479 16121 225 0,'0'0'113'0,"0"0"3"15,0 0-42-15,0 0 14 16,0 0-11-16,0 0-38 16,2-34-27-16,-2 34 17 15,0 0-10-15,0-2-7 16,0 2 6-16,0 0-2 16,0 0-3-16,0 0-8 15,0 0-5-15,0 10-3 16,0 11 2-16,0 8 1 15,0 10 2-15,0 3 0 0,0 5 1 16,0-1-1-16,0 0-1 16,12-5 0-16,-2-5-1 15,5-8-1-15,-2-7-9 16,5-6-11-16,2-7-7 16,4-7 9-16,2-1-19 15,3-1-22-15,-2-16-13 16,-7-3 6-16,-5 1 52 15,-7-1 15-15,-3 1 4 16,-5 0 16-16,0 2 10 16,0 3 21-16,0 3 9 15,0 8 4-15,0 0-36 0,0 3-2 16,0 0-26-16,0 0-8 16,0 3-5-16,11 8 13 15,1 6 1-15,3 0 0 16,2 2 0-16,0-2-1 15,5 2-1-15,4-4 1 16,7-3 0-16,6-3 3 16,0-6-3-16,-4-3 0 15,-2 0-4-15,-6-18 1 16,-6-8 3-16,-6-3 4 16,-5-4 17-16,-8 0 8 15,-2-2-9-15,0 1 1 16,-18-2-10-16,-4 1 10 0,-3 5 2 15,5 10-6-15,2 5-17 16,3 13 0-16,0 2-66 16,-2 17-87-16,-2 6-60 15</inkml:trace>
  <inkml:trace contextRef="#ctx0" brushRef="#br0" timeOffset="131274.12">16009 16257 214 0,'0'0'60'0,"0"0"13"16,0 0-32-16,0 0-31 16,0 0 9-16,0 0 14 15,-4 23 2-15,2-8-1 16,1 1-9-16,1 0 19 0,0 4-2 15,-2 3-16-15,0-1-13 16,0-2-11-16,2-1-2 16,0-8-5-16,7-4-31 15,16-6-18-15,11-1 2 16,6 0-44-16,5-9-64 16,0-6 58-16,-8 0 102 15,-4 1 58-15,-9 2 23 16,-9 2-36-16,-5 0 7 15,-7 1 16-15,-3-2 23 16,0-2 28-16,-13 1-82 16,-5-1-2-16,-6 0-3 0,-1 0-25 15,-4 1-5 1,4 0 1-16,1 1 1 0,2 2 0 16,3 1 5-16,8 4 2 15,2 2-10-15,3 2-1 16,0 0-28-16,2 9-46 15,0 3-79-15,3 1-89 16</inkml:trace>
  <inkml:trace contextRef="#ctx0" brushRef="#br0" timeOffset="131379.29">16009 16257 630 0</inkml:trace>
  <inkml:trace contextRef="#ctx0" brushRef="#br0" timeOffset="131461.19">16009 16257 630 0,'106'78'156'0,"-106"-81"-87"0,0 1-8 0,0-1-18 16,0 3-23-16,0 0-20 15,0 0-30-15,0 6-106 16,8 7-49-16,-5-4-334 16</inkml:trace>
  <inkml:trace contextRef="#ctx0" brushRef="#br0" timeOffset="131986.19">16080 16300 495 0,'0'0'116'15,"0"0"-84"-15,0 0 4 16,0 0-31-16,0 0-5 16,0 0 0-16,-50 0 1 15,43 15 0-15,1 3 9 16,1 5 0-16,4 4-9 0,1-1 0 15,0 3 2-15,10 0 2 16,11-2-2-16,7-3 1 16,7-5-4-16,2-9-35 15,3-6-44-15,-1-4 12 16,-3-3 6-16,-5-14 17 16,-2-6 16-16,-7-3 28 15,-8 0 21-15,-5 1 41 16,-9 0-13-16,0 1 19 15,-3 0 12-15,-19 1-25 16,-6-1 6-16,-8 4-24 16,-5 3-9-16,3 6-2 15,2 8-11-15,5 3-15 16,3 6 0-16,-1 14-31 0,6 7-39 16,6 1-61-16,5-3-39 15,9-6-140-15</inkml:trace>
  <inkml:trace contextRef="#ctx0" brushRef="#br0" timeOffset="132168.37">16161 16411 599 0,'0'0'125'0,"0"0"-18"0,0 0-33 16,0 0-53-1,0 0-21-15,0 0-6 0,-19-25-113 16,19 31-123-16,-1 2-317 16</inkml:trace>
  <inkml:trace contextRef="#ctx0" brushRef="#br0" timeOffset="132953.39">15711 16220 287 0,'0'0'148'16,"0"0"-29"-16,0 0-38 15,0 0-26-15,0 0-9 16,0 0 6-16,-9-32-12 16,9 32-33-16,0 0-7 15,0 0-10-15,0 10-1 16,9 14 11-16,7 11 0 16,1 10 0-16,-1 6 2 15,-1 4-1-15,0-2 1 16,-3-3 1-16,-3-9-1 15,0-3-2-15,-2-7-2 0,-2-7-17 16,1-7-11-16,-3-6-27 16,0-4 20-16,-1-4-10 15,-2-3-13-15,0 0-73 16,0-4-165-16</inkml:trace>
  <inkml:trace contextRef="#ctx0" brushRef="#br0" timeOffset="133118.74">15839 16540 193 0,'0'0'387'0,"0"0"-281"16,0 0-19-16,0 0-49 16,0 0-38-16,0 0-88 15,-1-6-35-15,2 6-53 16</inkml:trace>
  <inkml:trace contextRef="#ctx0" brushRef="#br0" timeOffset="140943.33">4051 16685 328 0,'0'0'138'16,"0"0"-45"-16,0 0-31 15,0 0-45-15,0 0-5 16,0 0-2-16,0 0-3 16,0 0-1-16,0-5-4 15,0 5 0-15,2 10 3 16,1 6 6-16,0 1-5 15,3 5 1-15,1 5-2 16,1-1 0-16,-2-4-2 0,4-1 1 16,-1-7-2-1,5-3-1-15,-1-8 2 0,3-3-2 16,8-3 2-16,6-22 4 16,10-17 1-16,5-8-4 15,0-6-1-15,-4 3 4 16,-6 3 19-16,-7 9 10 15,-8 9-22-15,-6 8-12 16,-6 8 0-16,-5 9-2 16,-3 6-20-16,0 1-58 15,0 4-125-15,-3 12-10 16</inkml:trace>
  <inkml:trace contextRef="#ctx0" brushRef="#br0" timeOffset="141115.91">4363 16676 295 0,'0'0'311'0,"0"0"-188"16,0 0-38-16,0 0-53 16,0 0-32-16,0 0-116 15,-4 6-125-15,4 8-135 16</inkml:trace>
  <inkml:trace contextRef="#ctx0" brushRef="#br0" timeOffset="144543.3">7873 16131 61 0,'0'0'86'15,"0"0"-38"-15,0 0-21 16,0 0 21-16,0 0 6 15,0 0 9-15,0-8 4 16,0 6 13-16,0 0 3 16,0-1-3-16,-3 2-50 15,0-1 19-15,1 2 3 0,2 0-28 16,0 0-16-16,0 0-5 16,0 0-3-16,0 0 0 15,0 0-3-15,0 0 3 16,0 0-1-16,0 0-2 15,0 0 1-15,0 0-1 16,0 5-3-16,0 10 3 16,0 6 0-16,0 4 3 15,2 5 1-15,4 2 1 16,1 6-1-16,2-2 1 16,-3 1 0-16,3-3-2 15,0-1 1-15,3-4 1 16,0-3-1-16,2-2 0 0,3-4-1 15,1-3 0 1,-3-4 0-16,-5-4-4 0,-1-1 3 16,-3-3-2-16,-4-5 3 15,-1 0 0-15,-1 0 0 16,0 0 1-16,0 0 1 16,0 0 2-16,0 0 1 15,0 0 0-15,0 0-3 16,0 0-1-16,0 0 0 15,0 0-1-15,0 0 0 16,0 0-1-16,0 0-2 16,0 0-3-16,0 0 3 0,0 0 2 15,0 0 1 1,0 0 0-16,0 0 0 0,0 0 0 16,0 0 0-16,0 0 0 15,0 0 1-15,0 0-1 16,0-5-4-16,0-3-9 15,0 2 13-15,0-3-7 16,0 2-4-16,0-4-3 16,0-2-5-16,0-4 0 15,0-5-20-15,2-2 19 16,6-3-1-16,0 1 5 16,-3 6 9-16,1 6 4 15,-3 5 3-15,-2 4 13 16,-1 5 18-16,2 0-13 15,-1 0-18-15,4 0-5 0,3 14 5 16,2 3 20-16,3 7 2 16,2 2 6-16,3 4-4 15,0-1 2-15,2-1-9 16,-3 1-8-16,-3-5-5 16,-3-6-1-16,-3-4-1 15,-1-4 0-15,-3-5-2 16,0-3 1-16,-3-2 2 15,-1 0-3-15,0 0-34 16,0 0-51-16,0 0-36 16,0-2-259-16</inkml:trace>
  <inkml:trace contextRef="#ctx0" brushRef="#br0" timeOffset="145307.29">8186 16277 172 0,'0'0'220'0,"0"0"-100"16,0 0 12-16,0 0-94 15,0 0 17-15,0 0-27 16,-9-54-16-16,12 49-5 16,12 2-7-16,4 1 2 15,2 2 4-15,3 0-1 16,-1 14 0-16,0 9 9 16,3 7 4-16,-4 3 0 15,1 6-2-15,-4-1-9 16,-3-3 1-16,-4-4-7 15,-3-7 4-15,0-7-3 0,-6-6 0 16,-3-8-2-16,0-3 0 16,0 0 1-16,0 0 5 15,0 0 3-15,-15-17-9 16,2-4-2-16,-4-4-6 16,5-4 1-16,5-3-4 15,4-3-5-15,3-4-9 16,4 0-14-16,13 2-10 15,2-1-26-15,-1 7 25 16,3 1-8-16,-3 7 25 16,3 2-50-16,-3 6 1 15,-8 9-39-15</inkml:trace>
  <inkml:trace contextRef="#ctx0" brushRef="#br0" timeOffset="145938.43">8715 16079 455 0,'0'0'97'0,"0"0"-29"16,0 0-29-16,0 0-26 15,0 0-13-15,0 0 1 16,-86-6 1-16,64 12 25 15,-2 6-3-15,-1 1-3 16,1 4-4-16,3 5-8 16,3 0-5-16,6 4-2 0,6 5-2 15,6 1 0 1,0 2 0-16,9 0 0 0,15-4-1 16,5-7 1-16,6-6-3 15,2-4-8-15,-2-2 11 16,-9-6 0-16,-4 0 1 15,-9 0-1-15,-6 0 2 16,-3 0-2-16,-4 2 0 16,0 3 0-16,0 2 1 15,0 2 4-15,-8-1-1 16,0-2-2-16,2-4-1 16,0-2 0-16,-4-2 2 15,-1-2 0-15,1-1 2 16,-3 0-2-16,0 0-1 15,-1-9 2-15,-1-2-3 0,0 0-1 16,7-2-29-16,5-2-44 16,3 2-78-16,0-1-112 15</inkml:trace>
  <inkml:trace contextRef="#ctx0" brushRef="#br0" timeOffset="146206.08">8641 16174 142 0,'0'0'363'0,"0"0"-184"0,0 0-47 16,0 0-45 0,0 0-49-16,0 0-37 0,-25-14-1 15,25 36-4-15,0 11 4 16,0 8 0-16,0 6 1 15,0 6-1-15,-2-1 2 16,-4-2-1-16,2-2-2 16,1-6 1-16,3-4-31 15,0-4-34-15,0-8-53 16,-2-7-131-16</inkml:trace>
  <inkml:trace contextRef="#ctx0" brushRef="#br0" timeOffset="146374.07">8594 16595 650 0,'0'0'183'0,"0"0"-109"16,0 0-36-16,0 0-20 16,0 0-18-16,0 0-6 15,-17-14-72-15,26 14-116 16,4 0-106-16</inkml:trace>
  <inkml:trace contextRef="#ctx0" brushRef="#br0" timeOffset="153498.49">17358 16235 79 0,'0'0'179'0,"0"0"-73"16,0 0-66-16,0 0 2 16,0 0 0-16,0 0-27 15,0 0 6-15,-11-19 8 16,11 18-15-16,0-3 23 16,0 2 2-16,0 1-27 15,0-1 7-15,0 1-7 16,0 1-4-16,0 0-3 15,0-1-4-15,0 1-1 16,11 0 0-16,4 0 1 16,0 0-1-16,5 0 0 0,1 0 5 15,0 0 0-15,2 0 1 16,-1 0 2-16,0 0-4 16,-2 0-2-16,-1 2-1 15,-1 3-1-15,-3 0 0 16,-3 1 0-16,-3 1-1 15,-3 1 1-15,-3-1 0 16,0 5 0-16,-3 2 1 16,0 6 0-16,0 1 3 15,-8 4 0-15,-2 2-3 16,-1 2 1-16,-1 4-1 0,-4-3 0 16,3-3 0-1,-4-1 1-15,1-7-2 16,-2-1 1-16,-3-2-1 15,-4-4 5-15,1-1 0 0,-3-4-1 16,1 0 0-16,3-1 1 16,3-3-2-16,6 0-3 15,3-3 0-15,4 2 2 16,4-2-2-16,3 0 0 16,0 3-30-16,0-1-67 15,5-1-28-15,11-1-95 16</inkml:trace>
  <inkml:trace contextRef="#ctx0" brushRef="#br0" timeOffset="154097.99">17474 16654 520 0,'0'0'166'15,"0"0"-135"-15,0 0-30 16,0 0 2-16,0 0-2 16,0 0 0-16,9-36-1 15,4 21-1-15,8-7 1 16,0-2 3-16,6-3-1 0,0-3 2 15,0-3-3-15,0-1 4 16,-3 1 2-16,-2 3-5 16,-4 5-2-16,-3 7 0 15,-6 7-7-15,-3 6-22 16,-2 2 15-16,-4 3 0 16,0 0-23-16,0 0-16 15,0 5 19-15,0 9 34 16,0 3 0-16,-1 0 1 15,-2 2 0-15,1 3 0 16,1 1 13-16,1 0-2 16,-2-1-2-16,2-1 6 0,-1-1 3 15,-1-4-5-15,-2-1 0 16,-1-1 8-16,1 0-5 16,-1-3-7-16,1-1-3 15,4 2 3-15,-3 0-7 16,0-1 1-16,-2-1-4 15,0-1 4-15,-1-1-2 16,-2-2-2-16,-3 1 3 16,-5 2 0-16,0-1 0 15,1-1-2-15,3-4-1 16,1 1-2-16,7 1-12 16,4-3-82-16,0-2-131 15</inkml:trace>
  <inkml:trace contextRef="#ctx0" brushRef="#br0" timeOffset="154293.74">17684 16697 478 0,'0'0'87'0,"0"0"-14"16,0 0 8-16,0 0 6 15,0 0-16-15,0 0 1 16,-26 0-30-16,24 0-28 15,2 0-14-15,0 0-54 16,0 0-63-16,5 0-78 16,-1 0-178-16</inkml:trace>
  <inkml:trace contextRef="#ctx0" brushRef="#br0" timeOffset="157093.04">18500 16677 130 0,'0'0'401'0,"0"0"-293"16,0 0 6-16,0 0-45 16,0 0-47-16,0 0 12 15,-3-39-4-15,3 38-11 16,-1 0-13-16,1 1 0 15,0 0 4-15,0 0-7 16,0 0-3-16,-3 0 0 16,3 0-3-16,0 0-17 15,0 0-30-15,0 4-9 16,0 7-28-16,6-3-53 16,7-4-103-16</inkml:trace>
  <inkml:trace contextRef="#ctx0" brushRef="#br0" timeOffset="157394.02">19055 16623 634 0,'0'0'110'0,"0"0"-43"16,0 0-67-16,0 0-3 16,0 0-49-16,0 0-2 15,0-3 31-15,0 12-19 16,0-1-34-16,0-1-30 15,0-3-110-15</inkml:trace>
  <inkml:trace contextRef="#ctx0" brushRef="#br0" timeOffset="157580.58">19467 16610 548 0,'0'0'129'16,"0"0"-89"-16,0 0-40 15,0 0-75-15,0 0-93 16,0 0-51-16</inkml:trace>
  <inkml:trace contextRef="#ctx0" brushRef="#br0" timeOffset="157758.37">19997 16603 577 0,'0'0'25'15,"0"0"-25"-15,0 0-114 16,0 0-29-16,0 0-49 15</inkml:trace>
  <inkml:trace contextRef="#ctx0" brushRef="#br0" timeOffset="157967.45">20447 16595 538 0,'0'0'180'0,"0"0"-85"16,0 0-22-16,0 0-38 16,0 0-23-16,0 0-12 15,0-16-23-15,0 16-56 16,0 0-95-16,0 5 31 16,0-1-205-16</inkml:trace>
  <inkml:trace contextRef="#ctx0" brushRef="#br0" timeOffset="158140.29">20659 16612 579 0,'0'0'154'0,"0"0"-49"16,0 0-49-16,0 0-29 15,0 0-27-15,0 0-10 16,9-17-71-16,-6 17-166 15,2 0 8-15</inkml:trace>
  <inkml:trace contextRef="#ctx0" brushRef="#br0" timeOffset="158329.78">21379 16600 586 0,'0'0'179'16,"0"0"-92"-16,0 0-73 16,0 0-14-16,0 0-3 15,0 0-63-15,5-19-103 16,-5 19-90-16</inkml:trace>
  <inkml:trace contextRef="#ctx0" brushRef="#br0" timeOffset="158494.21">21685 16554 358 0,'0'0'124'16,"0"0"-27"-16,0 0-97 15,0 0-5-15,0 0-201 16</inkml:trace>
  <inkml:trace contextRef="#ctx0" brushRef="#br0" timeOffset="158674.11">21994 16564 600 0,'0'0'176'16,"0"0"-78"-16,0 0-31 15,0 0-40-15,0 0-27 0,0 0-20 16,0-10-71-16,-14 18-56 16,-5 3-41-16</inkml:trace>
  <inkml:trace contextRef="#ctx0" brushRef="#br0" timeOffset="176442.3">19649 16540 31 0,'0'0'11'16,"0"0"3"-16,0 0 33 15,0 0-2-15,0 0 14 16,0 0 19-16,0 0-42 16,0 0-2-16,0-17 34 15,0 14-23-15,0 3-30 16,0 0-12-16,0-2-3 15,0 2 0-15,0-1-7 16,0 1-3-16,0 0 0 16,0 0 7-16,1 0 3 0,-1-2 3 15,2-1 8-15,-1 2 5 16,1-4 17-16,-1-1-25 16,0 3 9-16,1-3 11 15,1 2 4-15,-1-1-21 16,-1 2-1-16,1 0 3 15,-2 0 14-15,0 0-19 16,0 2-8-16,0-1 1 16,0 2 0-16,0 0-1 15,0 0 0-15,0 0 2 16,0 0-2-16,0 0 0 0,0 0 0 16,0 0-5-1,0 5 5-15,-2 7-3 0,-7 7-1 16,-3 2 3-16,-1 4 1 15,-1 2 0-15,-2 3 3 16,0 0 1-16,-4-1-2 16,1 2-2-16,0-6 1 15,2-1 3-15,4-4-4 16,-1-3 0-16,5-5 0 16,2-3 0-16,2-1 0 15,1-4-5-15,1 0 4 16,2-1-6-16,-1 0 1 15,1-1-60-15,1-1 40 16,-2-1-27-16,2 0-16 16,0 0-5-16,0 0-52 0,0 0-20 15</inkml:trace>
  <inkml:trace contextRef="#ctx0" brushRef="#br0" timeOffset="176959.08">19480 16530 170 0,'0'0'91'15,"0"0"-3"-15,0 0-14 16,0 0-28-16,0 0 20 16,0 0 9-16,0-22-19 15,0 22-28-15,0 0-27 16,2 0-1-16,2 3-13 15,5 16 11-15,0 2 2 16,3 6 5-16,1 1 2 16,3 3-3-16,0 2-3 15,-1-1 1-15,6-1-1 0,-5-2 1 16,-2-3-2-16,-5-6 2 16,1-6 0-16,-3-4-1 15,-1-4-1-15,0-2 0 16,-4-1 1-16,1-3 8 15,0 0 10-15,-3 0 12 16,0 0 19-16,0 0-19 16,0 0-11-16,0 0-20 15,1 0 0-15,-1 0-37 16,2 0-116-16,-2 0-38 16</inkml:trace>
  <inkml:trace contextRef="#ctx0" brushRef="#br0" timeOffset="177154.02">19640 16855 210 0,'0'0'334'16,"0"0"-212"-16,0 0-26 15,0 0-5-15,0 0-61 16,0 0-30-16,-10 0-54 15,10 7-95-15,0 0-13 16,0-2-301-16</inkml:trace>
  <inkml:trace contextRef="#ctx0" brushRef="#br0" timeOffset="180766.05">18539 16929 35 0,'0'0'227'0,"0"0"-108"15,0 0-48-15,0 0 12 16,0 0 5-16,0 0-7 16,0 0-27-16,0-5-2 15,0 3-8-15,0-1-6 16,0 0-9-16,-1 2-8 0,1-1-12 16,-2 2-8-16,2 0-1 15,0 0-17-15,-1 0-22 16,-1 0-54-16,-1 4-86 15,0 3-23-15</inkml:trace>
  <inkml:trace contextRef="#ctx0" brushRef="#br0" timeOffset="182194.08">22056 17001 359 0,'0'0'56'0,"0"0"-9"15,0 0-9-15,0 0 4 0,0 0 5 16,0 0-6-16,0-3-14 16,0 3 9-16,0-1 9 15,0 1 11-15,0-5-13 16,0 0-16-16,0 5-10 15,0-4-8-15,0 4 7 16,0 0-16-16,0 0-3 16,0 0-49-16,0 4-122 15,0 3-29-15,-1 1-174 16</inkml:trace>
  <inkml:trace contextRef="#ctx0" brushRef="#br0" timeOffset="192745.77">20894 16523 104 0,'0'0'109'0,"0"0"-52"16,0 0-20-16,0 0 18 15,0 0-34-15,0 0 13 16,0 0-17-16,-16-30 3 16,10 28 14-16,1-2-31 15,0 3 11-15,3-1 8 16,2 2 6-16,0 0-7 15,0 0-9-15,0 0 8 16,0-2 6-16,0 2-2 0,0 0-1 16,0 0-10-1,0 0-7-15,-2 0-6 0,-2 0-6 16,-3 15 4-16,-8 6 2 16,-2 5 1-16,-5 3 2 15,-2 2-2-15,-3 2 2 16,-1-2-2-16,1 0-1 15,-1-3 2-15,0 0-1 16,7-4-1-16,4-5 0 16,4-4-1-16,8-5-2 15,1-6-1-15,1 1-5 16,3-5 9-16,0 0-7 16,0 0-7-16,0 0-44 15,10-8-9-15,5-8-83 16,-3-7-177-16</inkml:trace>
  <inkml:trace contextRef="#ctx0" brushRef="#br0" timeOffset="193309.97">20690 16537 151 0,'0'0'138'0,"0"0"-21"15,0 0-36-15,0 0 9 16,0 0-29-16,0 0-5 16,0 0-12-16,0-25-6 15,0 25 0-15,0 0-23 16,0 0-15-16,0 0-5 15,3 18 2-15,5 6 3 0,3 8 0 16,-2 3 1-16,-1 3 1 16,1 0-1-16,1 1-1 15,2-6 1-15,4 0-1 16,-1-3 0-16,2-8-4 16,-1-2-7-16,1-3 3 15,-4-5-8-15,0-3-8 16,-3-2 14-16,-3-2-7 15,-3-5 0-15,-2 0-5 16,-2 0 22-16,0 0-7 16,0 0 7-16,0-8-102 15,0-5-69-15</inkml:trace>
  <inkml:trace contextRef="#ctx0" brushRef="#br0" timeOffset="193512.2">20848 16838 595 0,'0'0'159'0,"0"0"-59"0,0 0-60 16,0 0-24-1,0 0-15-15,0 0-1 0,-3-5-95 16,8 5-72-16,2 3-133 15</inkml:trace>
  <inkml:trace contextRef="#ctx0" brushRef="#br0" timeOffset="195456.99">20709 16549 105 0,'0'0'39'0,"0"0"8"15,0 0-33-15,0 0 0 16,0 0 18-16,0 0-26 15,-13-31 20-15,10 27-17 16,3 1 12-16,-3-2 16 16,2 0-15-16,-3 2-15 0,0 0 9 15,1 1 9 1,-4 0-4-16,4-2 10 0,-2 1-1 16,2 0-14-16,-1 2 1 15,-4-2-6-15,-2-1 2 16,-2 0 9-16,0-3-4 15,-1 4 6-15,5 0 3 16,3-1 13-16,2 1-16 16,2-1-7-16,-3 2-1 15,4 0 9-15,0 0 9 16,0-1-7-16,0 3-14 16,0 0 1-16,0 0-10 0,0 0-4 15,0 0-4 1,11 9-19-16,6 15 20 0,5 5 0 15,-2 8-7-15,-4-1-15 16,-1 3-10-16,-3-3-7 16,0-2-5-16,-5-4-24 15,-1-2 18-15,-1-4-20 16,-5-7-103-16</inkml:trace>
  <inkml:trace contextRef="#ctx0" brushRef="#br0" timeOffset="199875.81">18502 16588 186 0,'0'0'50'0,"0"0"26"16,0 0-44-16,0 0-6 15,0 0 6-15,0 0-21 16,0 0 3-16,-9-18 5 16,9 14 26-16,0 2-27 15,0 0-14-15,0 1 12 16,0 1-5-16,0-4-9 0,0 4 0 16,3 0-2-1,-2 0-6-15,4 0-14 0,-2 0 3 16,1 0-1-16,1 0 16 15,-2-1 2-15,1-1 1 16,1-1 6-16,-1-3 19 16,1 1-2-16,-1-1 11 15,1-1-21-15,0 0 8 16,-2 1-16-16,2 0-5 16,-1 1 0-16,-2 0 1 15,0 4 1-15,-2-1 9 16,0 2 4-16,0 0 4 15,0 0-5-15,0 0-15 16,0 0 0-16,0 0-7 16,0 6 7-16,-2 8 11 0,-9 3 5 15,-5 3 1 1,3 1-11-16,-4 1-2 0,4 1-3 16,4-3 3-16,2-4-1 15,0-2-3-15,3-3 1 16,-1-3 2-16,2-2-2 15,-1 0-1-15,0-3 2 16,-1-1-2-16,1 0 0 16,-2-1 0-16,0 1-1 15,-1-1-7-15,2-1-8 16,2 0 1-16,0 0-29 16,1 0-5-16,2 0-4 15,0 0-48-15,0-4-29 16,0-3 40-16,2 1-35 0</inkml:trace>
  <inkml:trace contextRef="#ctx0" brushRef="#br0" timeOffset="200289.17">18414 16548 198 0,'0'0'103'0,"0"0"-14"0,0 0-7 16,0 0-29-1,0 0-5-15,0 0-21 0,-3-30-9 16,3 29-4-16,0 1 5 16,0 0 3-16,0 0-9 15,0 0-7-15,9 3 19 16,4 14-2-16,-1 2 5 15,1 6-12-15,-2 4-6 16,-2 4 0-16,0-3-3 16,3 3 0-16,-3-6-4 15,4-2 2-15,-1-4-4 16,4-2 0-16,0-6 2 16,1-2-1-16,-2-5-4 0,1-1-1 15,-3-2-15-15,-4-2 0 16,-2-1-14-16,-3 0-16 15,-2 0-5-15,-2 0-45 16,0 0-46-16,-3 0-251 16</inkml:trace>
  <inkml:trace contextRef="#ctx0" brushRef="#br0" timeOffset="200452.34">18561 16769 398 0,'0'0'141'16,"0"0"-31"-16,0 0-52 15,0 0 8-15,0 0-25 16,0 0-7-16,-8-16-19 16,8 16-15-16,0 0-23 0,0 0-30 15,10 9-28-15,-2 0-111 16</inkml:trace>
  <inkml:trace contextRef="#ctx0" brushRef="#br0" timeOffset="205831.97">22134 16495 174 0,'0'0'194'0,"0"0"-173"16,0 0-20-16,0 0 0 0,0 0 5 15,0 0 14-15,0 0 15 16,-85 25-11-16,67-11 2 16,1 1 10-16,-1 4-15 15,-2 1-5-15,3 2 1 16,0 0-6-16,1 0-7 15,3-1-1-15,4 0 0 16,3-7-3-16,2 0-2 16,1-5-7-16,1-1-7 15,-2-4-35-15,-1-1-5 16,4-3-47-16,1 0-130 16</inkml:trace>
  <inkml:trace contextRef="#ctx0" brushRef="#br0" timeOffset="206073.81">21871 16448 582 0,'0'0'172'0,"0"0"-105"16,0 0-67-16,0 0-5 15,0 0 5-15,0 0 3 16,87 89-1-16,-56-55-1 15,3 2 2-15,4-2-3 16,-3-2-1-16,1-3-10 16,-9-5-38-16,-3-2-15 15,-6-2 3-15,-9-3-56 0,-6-8-111 16</inkml:trace>
  <inkml:trace contextRef="#ctx0" brushRef="#br0" timeOffset="206254.13">22098 16699 621 0,'0'0'118'16,"0"0"-36"-16,0 0-77 15,0 0-5-15,0 0-110 0,0 0-60 16,13 14-334-16</inkml:trace>
  <inkml:trace contextRef="#ctx0" brushRef="#br0" timeOffset="207316.39">19058 17099 122 0,'0'0'100'0,"98"-10"-1"16,-40 5-31-16,3 3-40 15,7 1 3-15,2 1-6 16,5 0-20-16,4 0-5 16,11 0-8-16,9 0 8 15,7 0 0-15,3 0-7 16,9 5-3-16,0-2 6 16,0-2 3-16,1-1 2 15,0 0 9-15,-1 0-6 16,6 0 8-16,0 0 0 15,-1 0-7-15,1 0 6 16,5 0-8-16,0 3-1 16,-1-3 2-16,1 0-4 0,-10 0 6 15,-9 0-2-15,-11 0 29 16,-11 0-9-16,-15-2 26 16,-13-2-21-16,-12-1 5 15,-11-1-8-15,-14 0-2 16,-6 1-1-16,-8 2-4 15,-5 3 5-15,-4-2-15 16,0 2 0-16,0 0-9 16,0 0-21-16,0 2-111 15,-11 8 0-15,-3-3-114 16</inkml:trace>
  <inkml:trace contextRef="#ctx0" brushRef="#br0" timeOffset="207497.25">22322 17103 608 0,'0'0'159'0,"0"0"-71"15,0 0-19-15,0 0-25 16,0 0-7-16,0 0-37 16,0-17 0-16,0 17-58 15,0 17-42-15,0-2-58 16,0-4-356-16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24:48.820"/>
    </inkml:context>
    <inkml:brush xml:id="br0">
      <inkml:brushProperty name="width" value="0.05292" units="cm"/>
      <inkml:brushProperty name="height" value="0.05292" units="cm"/>
      <inkml:brushProperty name="color" value="#FF0000"/>
    </inkml:brush>
  </inkml:definitions>
  <inkml:trace contextRef="#ctx0" brushRef="#br0">14537 10272 81 0,'0'0'80'16,"0"0"-13"-16,0 0-6 15,0 0 29-15,0 0-35 16,0 0 12-16,0 0-8 15,0-32-15-15,0 25 25 16,0 1-11-16,0 1-39 16,0 2 7-16,0 2-11 0,0-1-8 15,0 1 5-15,0-2-5 16,0 1-3-16,0-3-3 16,0 2 4-16,0 0 1 15,0 2-1-15,0-1 8 16,0 1-4-16,0-1-6 15,0 2 5-15,0 0-4 16,0 0 3-16,0 0-5 16,0 0-2-16,0 0-2 15,0 0-5-15,0 9-8 16,0 15 8-16,0 8 4 16,0 11-1-16,-1 6 3 15,-13 7 0-15,-3 5 1 0,-3-4 0 16,-1-5 1-1,5-9 0-15,4-10 1 0,6-9-2 16,3-10 0-16,1-5 2 16,2-5 1-16,0-3 0 15,0-1 11-15,0 0 2 16,2 0-16-16,10-10-7 16,1 1-18-16,-1 3-61 15,-1 3-60-15,-8-1-100 16</inkml:trace>
  <inkml:trace contextRef="#ctx0" brushRef="#br0" timeOffset="281.38">14690 10519 350 0,'0'0'97'0,"0"0"-32"16,0 0-2-16,0 0 42 15,0 0-21-15,0 0-18 16,4 0-27-16,-4 0-31 16,0 0-8-16,0 0-7 0,1 0-37 15,1 3-59-15,-1 3 2 16,-1 1-51-16,0-3-189 15</inkml:trace>
  <inkml:trace contextRef="#ctx0" brushRef="#br0" timeOffset="1065.36">14914 10360 170 0,'0'0'195'0,"0"0"-90"0,0 0-9 16,0 0-17-16,0 0-17 15,0 0-52-15,-5-12-10 16,5 12-5-16,-1 0-4 16,0 5 5-16,-5 8 0 15,0 5 4-15,-3 6 4 16,-4 3 0-16,-2 5 7 16,0 3-2-16,0 2-5 15,-1 0 1-15,2 1-1 16,2-1-4-16,3-2 2 15,5-7 0-15,4-5-2 16,0-6 1-16,13-4 0 0,9-6 4 16,12-5-3-16,6-2 10 15,3 0-8-15,3-12 2 16,-1-6-4-16,-2-1 2 16,-6-2-3-16,-7 0 4 15,-8 1-1-15,-6 0 7 16,-6 1 0-16,-4-1 0 15,-3-1-2-15,-3 1-8 16,0 0 0-16,0-6 8 16,-16 0-9-16,-3-3 8 15,-4-3-8-15,-3-2 3 16,3 2 0-16,0-1 0 16,5 2 1-16,4 6 9 15,1 6-9-15,6 10-4 16,4 4 0-16,0 4-1 0,2 1-5 15,-4 1-28-15,-2 20-11 16,-4 11 5-16,-7 7-32 16,2-3-106-16,-3-8-229 15</inkml:trace>
  <inkml:trace contextRef="#ctx0" brushRef="#br0" timeOffset="1251.99">14998 10397 695 0,'0'0'147'0,"0"0"-78"16,0 0-43-16,0 0-26 16,0 0-32-16,0 0-142 15,0 14 29-15,-15 8-37 16</inkml:trace>
  <inkml:trace contextRef="#ctx0" brushRef="#br0" timeOffset="15276.41">9846 13651 39 0,'0'0'14'0,"0"0"-14"15,0 0-22-15</inkml:trace>
  <inkml:trace contextRef="#ctx0" brushRef="#br0" timeOffset="18267.42">9452 15135 82 0,'0'0'40'0,"0"0"-33"16,0 0-7-1,0 0-20-15,0 0 3 0,0 0 7 16,0 0-16-16,0 0-12 15</inkml:trace>
  <inkml:trace contextRef="#ctx0" brushRef="#br0" timeOffset="21012.26">11617 13496 230 0,'0'0'119'0,"0"0"0"16,0 0-41-16,0 0 1 15,0 0-24-15,0 0 9 16,0 0-16-16,3-63-6 15,-3 60-8-15,1 1-10 16,-1 2-5-16,0 0-8 16,0 0-11-16,0 0-1 15,0 0-2-15,0 0-4 16,0 8 1-16,0 6-1 16,0 8 5-16,-6 4 2 15,-3 8 1-15,2 7 0 16,-4 4-1-16,4 0 2 15,2-2-2-15,2-8-1 0,3-5-6 16,0-5-13 0,0-11 12-16,6-5-9 0,8-8 6 15,4-1 2-15,5-10 9 16,4-14 0-16,-4-5 1 16,-1-2-1-16,-7 2 2 15,-5 5-2-15,-3 9 4 16,-4 5-1-16,-2 5-2 15,2 5-1-15,0 0-4 16,7 0-1-16,1 3 1 16,5 9 4-16,5 1 0 15,3 0 0-15,3 4 0 0,1-4 1 16,-1-1-1 0,-3-3-1-16,-5-4 1 0,-2-2-1 15,-7-3 1-15,-2 0 0 16,0-5 4-16,0-15-1 15,-2-8-1-15,-3-8 2 16,-3-6 2-16,0 1 13 16,0 4-1-16,-8 8-6 15,1 10-4-15,1 9-6 16,2 6-2-16,4 4-3 16,0 0-18-16,0 0-19 15,0 0-97-15,0 12-1 16,2 0 8-16,10-3-194 15</inkml:trace>
  <inkml:trace contextRef="#ctx0" brushRef="#br0" timeOffset="21510.08">12242 13440 456 0,'0'0'124'0,"0"0"41"16,0 0-82-16,0 0-78 15,0 0-5-15,0 0-2 16,-2 75 2-16,-5-28 2 16,2 6 2-16,2 3-2 15,2-3 1-15,-1-5-2 16,1-10-1-16,-2-9 1 0,0-9 0 16,0-8-1-16,1-8 2 15,2-4-2-15,0 0 14 16,0-12 54-16,0-18-41 15,0-12-27-15,0-9-18 16,0-7-17-16,0-1 1 16,11 4-23-16,3 12-25 15,5 7 14-15,4 6-49 16,3 10 54-16,0 6 63 16,-3 5 5-16,1 7 23 15,-3 2 13-15,-2 0-10 16,1 4-10-16,-4 8-8 15,-6 3-2-15,-4-2-4 0,-6 1 3 16,0-2-4 0,0 4 9-16,-19-4 1 0,-7 4 8 15,-8-2-1-15,-9 0-12 16,-2 1-3-16,1-3-4 16,0 2-3-16,4 4-1 15,6 5-7-15,4-2-86 16,9-8-174-16</inkml:trace>
  <inkml:trace contextRef="#ctx0" brushRef="#br0" timeOffset="21696.58">12254 13743 521 0,'0'0'88'0,"0"0"35"15,0 0-50-15,0 0-54 16,0 0-19-16,0 0-53 16,-17 14-60-16,2 3-59 15,-1-3-279-15</inkml:trace>
  <inkml:trace contextRef="#ctx0" brushRef="#br0" timeOffset="23392.52">11612 15014 149 0,'0'0'79'16,"0"0"-31"-16,0 0 13 15,0 0 18-15,0 0 7 16,0 0 5-16,0 0-21 16,2-6-11-16,-2 3 15 0,0 3-32 15,0 0-20-15,0 0-22 16,0 0-5-16,-6 13-3 16,-3 10 8-16,-3 7 1 15,-2 6 3-15,3 1-2 16,3-1 0-16,4-3-1 15,4-2 1-15,0-9-2 16,0-5-2-16,15-6-13 16,7-10-6-16,5-1 18 15,5-7 2-15,4-13-16 0,-3-5-3 16,-6-2 20 0,-9 1 0-16,-8 2 7 0,-5 6 9 15,-4 4 10-15,-1 6-2 16,0 6-8-16,0 2-15 15,0 0-1-15,0 0-6 16,2 0-1-16,4 13 7 16,3 1 0-16,3 3 0 15,5-1 0-15,8 0 0 16,5-3 0-16,6-2-1 16,5-3-2-16,2-7-7 15,-4-1-4-15,-6 0-7 16,-8-10 17-16,-10-4 4 15,-3-3 0-15,-9-5 6 16,-2-3 2-16,-1-3 8 0,0-3-5 16,-1-4 6-1,-12 2-8-15,-1-2 2 0,-1 4 0 16,3 8-4-16,6 10-6 16,2 10-1-16,2 3-10 15,1 9-104-15,-7 14-12 16,-2 3-85-16</inkml:trace>
  <inkml:trace contextRef="#ctx0" brushRef="#br0" timeOffset="24922.35">12334 14916 176 0,'0'0'101'0,"0"0"-13"16,0 0-46-16,0 0-9 0,0 0-12 15,0 0 32-15,12-58-7 16,-12 58-7-16,0 0-1 16,0 0-29-16,2 0-9 15,1 14-3-15,1 6 3 16,0 7 10-16,-4 7 3 15,0 8 1-15,0 7-4 16,-7 4-7-16,-2 8 3 16,-3 4-5-16,2 0 1 15,2-2-1-15,2-7 3 16,3-18-2-16,2-10-2 16,1-17 1-16,0-4-1 0,0-7 4 15,0-4 14-15,0-20 43 16,9-14-59-16,3-12-2 15,0-6-8-15,-6-4 8 16,-5 1 0-16,-1 3-3 16,0 5-5-16,0 5-13 15,0 4-25-15,0 9 7 16,0 4 19-16,0 8 16 16,8 7 3-16,5 5 1 15,0 6 5-15,4 3-4 16,-2 0-1-16,3 11-1 15,0 7 1-15,2 0 0 16,4 1 0-16,0-2 1 0,-4 1-1 16,-4-1 0-1,-7-3-1-15,-6-1-3 0,-3-3 0 16,0 0 4-16,-14-1 13 16,-11 3 31-16,-6 1-6 15,-5 0-17-15,-3 2-7 16,5-1-7-16,3 2-7 15,1 1 0-15,8 3-12 16,3 2-75-16,7-8-93 16</inkml:trace>
  <inkml:trace contextRef="#ctx0" brushRef="#br0" timeOffset="25103.07">12486 15179 674 0,'0'0'99'16,"0"0"-30"-16,0 0-55 15,0 0-14-15,0 0-34 16,0 0-117-16,0-13-46 16,0 13-274-16</inkml:trace>
  <inkml:trace contextRef="#ctx0" brushRef="#br0" timeOffset="35895.02">13222 12748 151 0,'0'0'54'16,"0"0"-3"-16,0 0-14 15,0 0 4-15,0 0-5 16,0 0 7-16,0 0-4 0,0-72 29 16,0 60-47-16,0 2 17 15,-2 1 3-15,1 4-15 16,1 2 6-16,0 0-22 16,-2 3-10-16,2-2 0 15,0 2-2-15,0 0-19 16,0 8-37-16,0 20 26 15,0 11 31-15,-5 12 1 16,-9 13 1-16,-4 15-1 16,-6 9 5-16,-1 7-4 15,2 6 1-15,4 2 1 16,3 0 6-16,5 3-5 0,6 6 1 16,4 0 11-16,1 0-13 15,0 3 9-15,0-1-4 16,-9 1-3-16,0-3-2 15,-3-8-3-15,3-7 0 16,6-5 0-16,3-4 4 16,0-1-4-16,15-5 2 15,0-3 1-15,0-6 0 16,-6-10-2-16,-3-8-1 16,-3-6-9-16,-3-10-2 15,0-4 10-15,0-5 0 16,0-4 0-16,-6 2 1 15,-2 1 10-15,-2 3 3 0,0-1-8 16,1 2-2-16,0-4-1 16,-2-2-1-16,5-2 1 15,-1-2 0-15,5-2-1 16,1 1 0-16,-1 1-2 16,2 3-5-16,0 0-1 15,0 1 2-15,0-1-4 16,0-4 6-16,0-2 1 15,0-5-3-15,0-5 5 16,0-3 0-16,0-4 1 16,0-3-1-16,0 1 0 15,0-1 2-15,2 1 1 0,-2-1-1 16,1 0 4 0,-1 0 3-16,0 0 10 0,0 0-7 15,2 0-12-15,1-11-35 16,1-10-119-16,-4-11-351 15</inkml:trace>
  <inkml:trace contextRef="#ctx0" brushRef="#br0" timeOffset="37190.22">13173 13634 61 0,'0'0'34'15,"0"0"9"-15,0 0 37 16,0 0-4-16,0 0-8 16,0 0-21-16,-60-19-28 15,57 18-12-15,3 1-3 16,-2-2 5-16,2 2 11 15,0 0 5-15,0-3-9 16,0 3 3-16,0 0-5 16,0 0-14-16,0 0-1 15,0 0 0-15,0 0-1 16,0 0 2-16,0 0 0 0,0 0 1 16,0 0 1-16,0 0-2 15,0 0 0-15,0 5 0 16,11-2 1-16,8 3 1 15,10-3 3-15,9 0-1 16,11-3 2-16,7 2 1 16,2-2-6-16,3 0 1 15,-3 0-2-15,-3 0 0 16,-8 0 0-16,-10 0-2 16,-7 0 0-16,-8-5-2 15,-4 0 1-15,-2 1 3 16,2-1-6-16,-1 2-19 15,-1-1 14-15,-5 2 8 0,-5 2-11 16,-2 0-25-16,-4 0-53 16,0 0 10-16,0 0-62 15</inkml:trace>
  <inkml:trace contextRef="#ctx0" brushRef="#br0" timeOffset="37793.97">13797 13328 506 0,'0'0'39'0,"0"0"79"16,0 0-43-16,0 0-37 15,0 0-5-15,0 0-33 16,-19-31-14-16,19 46-1 16,0 14 14-16,0 9 1 15,0 9 0-15,2 10 2 16,-2 5-2-16,0 5 2 16,0 0 0-16,0-3-1 15,0-7 0-15,0-10-1 16,-9-8 1-16,1-6 0 15,0-5 3-15,0-3-4 16,2-5 2-16,1-6-1 0,2-4-1 16,3-3 0-16,0-2 0 15,0 0 0-15,6 1-3 16,19 0 3-16,17-4 0 16,21-2 2-16,16 0 0 15,12 0-2-15,11-7 0 16,8-3 1-16,5-2-1 15,1-2-7-15,-7 2-4 16,-6 1 0-16,-11 1-1 16,-13 3-3-16,-13 1-4 15,-9-1-1-15,-13 3-5 16,-11 1 12-16,-15 2 4 0,-9-1-8 16,-8 2-2-16,-1 0 5 15,0-2 4-15,0 1-7 16,-7 1-42-16,-2 0 38 15,-1 0-11-15,-4 0-59 16,-2-2-137-16</inkml:trace>
  <inkml:trace contextRef="#ctx0" brushRef="#br0" timeOffset="38459.12">13969 13311 63 0,'0'0'54'0,"0"0"-20"0,0 0 50 15,104 41-36-15,-47-38 1 16,18-3-5-16,23 0-26 15,11-3-10-15,10-8-8 16,1-2 0-16,-7 1-25 16,-15 3 12-16,-11-1 13 15,-15 1 5-15,-11 1 16 16,-8 2-1-16,-8 3-3 16,-8 3-14-16,-8 0 1 15,-15 0-4-15,-7 0 0 16,-3 0 1-16,-4 0-1 15,0 0 25-15,0 0-25 16,0 0 0-16,-3 12 0 0,-9 7 18 16,-7 4 5-16,-1 2-5 15,-4 4 2-15,2 1 1 16,3 3-6-16,2 4-5 16,7 4 7-16,1 7 4 15,6 10-5-15,2 7 1 16,1 3-7-16,0-2-3 15,-3-8-1-15,3-11-3 16,0-12 0-16,0-13 0 16,0-9-2-16,0-9 3 15,0-4-4-15,-2 0-5 16,-13-6-47-16</inkml:trace>
  <inkml:trace contextRef="#ctx0" brushRef="#br0" timeOffset="39126.83">14015 13559 299 0,'0'0'25'0,"0"0"-17"15,0 0 24-15,0 0 18 0,0 0 17 16,0 0-19-16,3 96-12 16,-3-55-12-16,0 1-7 15,0 0-12-15,0-3-1 16,0-7-1-16,0-7-3 16,0-5-16-16,3-4-51 15,-1-9-52-15,-2-4-194 16</inkml:trace>
  <inkml:trace contextRef="#ctx0" brushRef="#br0" timeOffset="39395.33">14035 13545 117 0,'0'0'255'15,"0"0"-172"-15,0 0-39 16,0 0-8-16,0 0-27 16,0 0-9-16,90-40 0 15,-64 35-13-15,-2 2-31 16,0 0-34-16,-7 3-48 0,-7 0-83 15</inkml:trace>
  <inkml:trace contextRef="#ctx0" brushRef="#br0" timeOffset="39607.92">14017 13643 311 0,'0'0'49'16,"0"0"-37"-16,0 0 11 15,0 0 3-15,0 0-8 16,0 0 1-16,33 39 3 16,-16-37-4-16,1-2-8 15,5 0-3-15,2 0-7 16,3-9-41-16,1-8-61 16,-4-3-131-16</inkml:trace>
  <inkml:trace contextRef="#ctx0" brushRef="#br0" timeOffset="39906.15">14457 13541 469 0,'0'0'213'16,"0"0"-98"-16,0 0-77 16,0 0-38-16,0 0-19 15,0 0 16-15,0 17 1 16,-4 17 2-16,-3 8 0 16,-2 4 1-16,2 3 0 15,-2-7-1-15,0-8 0 16,4-7-44-16,4-8-25 15,1-11-41-15,0-8-67 16</inkml:trace>
  <inkml:trace contextRef="#ctx0" brushRef="#br0" timeOffset="40440.54">14382 13505 173 0,'0'0'367'15,"0"0"-304"-15,0 0 26 16,0 0-79-16,0 0-10 16,0 0 0-16,63-22-3 15,-35 22 1-15,4 0 1 16,-3 7 1-16,-3 4 0 0,-6 3-3 15,-8 2-5 1,-7 2-8-16,-5 4 12 0,-1 4-2 16,-25 3-4-16,-5 3-5 15,-3-3-24-15,2-3-3 16,8-9 13-16,12-6 21 16,6-4 8-16,5-3 0 15,1 3 0-15,0 2 6 16,6 2 14-16,10 1-1 15,4 5-8-15,2 0-7 16,1 0 1-16,-3 0 1 16,-2-1 0-16,-7-3 4 15,-8-4-9-15,-3-1 3 0,0 1-2 16,-2-2 9-16,-19 2 9 16,-8 2-3-16,-2-2-10 15,-2-4 0-15,5-2-5 16,3-3-1-16,4 0-1 15,6-3-2-15,5-4-13 16,8 2-40-16,2-2-26 16,2-2-268-16</inkml:trace>
  <inkml:trace contextRef="#ctx0" brushRef="#br0" timeOffset="40890.55">14808 13670 233 0,'0'0'203'16,"0"0"-130"-16,0 0-44 16,0 0-2-16,0 0-15 15,0 0-6-15,29-56-3 16,-23 49 14-16,0-2-4 15,-2 3 8-15,-2-4-5 16,-2 3-10-16,0 0-6 16,0 3-2-16,-17 4-2 15,-2 0-11-15,-5 0 9 16,3 4 4-16,8 10 0 0,3 5-6 16,8 6-2-16,2 4 8 15,0 5 2-15,9 0 1 16,7-2 4-16,-2-2 9 15,-4-7-5-15,-2-4 0 16,-6-5-2-16,0-3-2 16,-2-2 4-16,0-2 8 15,-13 3 9-15,-13 1 0 16,-5 0-20-16,-6 0-2 16,1-1-4-16,3-5-36 15,9-1-11-15,10-1-19 16,9-3-50-16,5 0-97 15</inkml:trace>
  <inkml:trace contextRef="#ctx0" brushRef="#br0" timeOffset="41055.22">14718 13984 327 0,'0'0'145'16,"0"0"-145"-16,0 0-49 16,0 0-221-16</inkml:trace>
  <inkml:trace contextRef="#ctx0" brushRef="#br0" timeOffset="43055.74">13080 15729 170 0,'0'0'126'15,"0"0"-6"-15,0 0-23 16,0 0-20-16,0 0-1 15,0 0-30-15,0 0-27 16,-24 0-10-16,21 0-3 0,0 0-4 16,2 0-1-16,1-2 3 15,-2 2 0-15,2 0 0 16,0 0-3-16,0 0 0 16,0 0-1-16,0 0-6 15,0 0 1-15,13-3-15 16,19-3 15-16,13 0 4 15,16-8 2-15,12-3-1 16,8 1 2-16,10-1-4 16,1 1 4-16,1 0-1 0,-9 3 1 15,-9-2-2 1,-17 6 0-16,-16 4-1 0,-15 2 1 16,-15 3-12-16,-11-2 12 15,-1-1 7-15,0-4 14 16,-12 1-21-16,-10 1-2 15,-7 2-3-15,-3 3-24 16,-1 0-78-16,5-2-121 16</inkml:trace>
  <inkml:trace contextRef="#ctx0" brushRef="#br0" timeOffset="43445.24">13878 14869 518 0,'0'0'79'16,"0"0"41"-16,0 0-27 15,0 0-93-15,0 0-12 16,0 0 1-16,1 64 10 16,8-7-1-16,-1 14 1 15,-4 11 1-15,1 5 2 0,1 5-2 16,-3-2 1 0,1-4 0-16,4-5-1 0,3-6 4 15,3-13-3-15,2-8-1 16,-1-11 1-16,-4-13-1 15,-2-12-5-15,-6-9-21 16,1-4 6-16,-2-5-10 16,-1 0 11-16,-1-6-9 15,0-16-259-15</inkml:trace>
  <inkml:trace contextRef="#ctx0" brushRef="#br0" timeOffset="44088.67">13964 14870 187 0,'0'0'77'0,"0"0"-41"16,0 0-6-16,0 0-3 15,114-9 13-15,-57 1 9 16,20-2 11-16,15 0-19 0,19-2-8 15,20-1-14 1,10-1-14-16,3-2-2 16,-1 2 0-16,-2-1-3 0,-10-2 1 15,-11 0-1-15,-12 0 2 16,-17 3 7-16,-17 2 15 16,-13 7-7-16,-17 2-10 15,-14 3-7-15,-12 0-5 16,-8 0-24-16,-8 0-26 15,-2 0 27-15,0 1 1 16,-8 6 27-16,-11 3 9 16,-3 6-9-16,-3 3-11 15,2 1-105-15,0 0-164 0</inkml:trace>
  <inkml:trace contextRef="#ctx0" brushRef="#br0" timeOffset="44670.45">14386 15911 1 0,'0'0'87'16,"0"0"3"-16,0 0-12 15,0 0 36-15,0 0-4 16,0 0 17-16,-53-39-52 15,46 34-24-15,5 3-29 16,1 2-21-16,-1 0 0 16,2 0-2-16,0 0 1 15,0 0-4-15,0 0-16 16,0 0-16-16,12 0 7 0,17 0 26 16,18 0 3-1,17-7 0-15,20-1 1 0,19-4 0 16,15-2 3-16,17-5-2 15,7-2-2-15,3-1-8 16,-5 1 3-16,-9 1-4 16,-19 1-11-16,-23 3 19 15,-25 1-1-15,-23 4 2 16,-20 1 1-16,-14 0 14 16,-5 0 48-16,-2 0-33 15,0 2-27-15,0 1-3 16,-6 3-16-16,1-1-29 0,1 3-47 15,4 2 42-15,0-1-70 16,0-2-122 0</inkml:trace>
  <inkml:trace contextRef="#ctx0" brushRef="#br0" timeOffset="45088.29">16011 14648 312 0,'0'0'130'0,"0"0"11"16,0 0 13-16,0 0-82 16,0 0-44-16,0 0-28 15,1-14-11-15,-1 38-10 16,0 16 16-16,-1 20 1 16,-10 16 3-16,-6 13 1 15,-1 8 1-15,-2 4-1 16,1-3 5-16,2-6-5 15,0-12 0-15,0-13-8 0,7-13-28 16,2-10-28-16,5-13 5 16,0-10-47-16,2-9-40 15,-5-12-179-15</inkml:trace>
  <inkml:trace contextRef="#ctx0" brushRef="#br0" timeOffset="45886.22">14370 15236 480 0,'0'0'108'16,"0"0"19"-16,0 0-110 0,0 0-17 16,0 0-20-16,0 0 20 15,-39 98 4-15,31-49 7 16,1-2-4-16,1-2-3 16,0-9-3-16,-2-8 0 15,3-10 0-15,2-8 2 16,1-8-3-16,2-2 28 15,0-13 83-15,0-21-70 16,0-13-41-16,8-9-5 16,4-1-3-16,-5 7 4 15,0 4-10-15,-1 6-29 0,1 6-29 16,5 1-24 0,5 9 46-16,7 4 12 0,5 5 38 15,2 6 19-15,2 8-3 16,0 1 1-16,-5 13-14 15,-2 16-3-15,-7 4 0 16,-10 6-3-16,-9 1-7 16,0-4-3-16,-18-3 0 15,-12-9 0-15,-4-6 10 16,-3-4 2-16,-1-6 1 16,-2-6 3-16,4-2 8 15,1 0 4-15,9 0-1 0,11 0-7 16,9 0-2-1,6 0-3-15,0-1-2 0,5 1-21 16,17 0 21-16,8 0 9 16,6 5 9-16,7 6-4 15,5 3 3-15,5 3 5 16,4 6-12-16,0 4-4 16,0 2-5-16,-6 1-1 15,-11-2-61-15,-10-11-90 16</inkml:trace>
  <inkml:trace contextRef="#ctx0" brushRef="#br0" timeOffset="46205.54">14911 15151 648 0,'0'0'84'15,"0"0"-71"-15,0 0-13 16,0 0-1-16,0 0-1 16,0 0 2-16,42 100 8 15,-37-66 4-15,0 0-3 16,-4-2-1-16,2 0 0 0,-2-4-1 15,0-6-4 1,1-7 1-16,1-5-1 0,-3-7-3 16,2-3-46-16,4 0 13 15,3-27-15-15,1-7-586 16</inkml:trace>
  <inkml:trace contextRef="#ctx0" brushRef="#br0" timeOffset="46702.13">14872 15117 379 0,'0'0'82'0,"0"0"4"15,0 0-38-15,0 0-35 16,0 0-6-16,0 0 14 15,39-77 0-15,-17 66 0 16,3 2 7-16,-1 7-17 16,-1 2-11-16,-3 0 0 15,-4 10-5-15,-8 10-4 16,-5 5-22-16,-3 5 17 16,-9 5-1-16,-15 3 6 15,-3-2-12-15,3-7-10 16,5-7 24-16,4-5 7 15,11-3-1-15,4-3 1 16,0 3-1-16,4-3-3 0,11 1 0 16,9 0 2-16,-2 0-2 15,4 5 4-15,-3 0 3 16,-5 2 0-16,-7 0-2 16,-11 1 1-16,0-3 0 15,-6-8 11-15,-14 1 14 16,1-6 34-16,-5-4-2 15,-1 0-3-15,1 0-29 16,3-3-11-16,6-5-14 16,7-2-2-16,8-4-86 15,2-2-105-15</inkml:trace>
  <inkml:trace contextRef="#ctx0" brushRef="#br0" timeOffset="47135.27">15457 15213 446 0,'0'0'72'16,"0"0"-9"-16,0 0 1 16,0 0-23-16,0 0-8 15,0 0-10-15,11-31 19 16,-6 19-15-16,2-1-9 0,2-4-11 15,0-5-1-15,-3 1 2 16,-3-3-6-16,-3-1-2 16,-2 2-8-16,-23 1-35 15,-8 6-25-15,-1 6-2 16,1 9-19-16,11 1 67 16,10 0 15-16,6 17-7 15,6 5 5-15,0 5 5 16,0 6 2-16,15 4 2 15,2 1 20-15,1 2 5 16,-1-1 13-16,-5-6-7 16,-3-1-11-16,-8-7-10 15,-1-3-4-15,0-6-1 0,0-4-4 16,0-3 4-16,0-4-5 16,0-2-19-16,0-2-29 15,0-1-13-15,0 0 1 16,-10 0-190-16</inkml:trace>
  <inkml:trace contextRef="#ctx0" brushRef="#br0" timeOffset="47300.49">15405 15359 450 0,'0'0'181'0,"0"0"-45"16,0 0-42-16,0 0-34 15,0 0-6-15,0 0-26 16,0-14-22-16,0 14-6 15,0 0-18-15,0 0-31 0,0 0-34 16,0 0-127-16,0-7-204 16</inkml:trace>
  <inkml:trace contextRef="#ctx0" brushRef="#br0" timeOffset="49148.6">15344 13433 340 0,'0'0'106'15,"0"0"24"-15,0 0-22 16,0 0-28-16,0 0-39 15,0 0-41-15,0-17-8 16,0 17-6-16,3 10 9 16,-1 11 2-16,-2 8 1 15,0 7 1-15,-2 8 0 16,-15 3 1-16,1 4 6 16,-3-4-6-16,7-1-17 15,1-8-37-15,3-6-25 16,4-10-37-16,3-11-203 0</inkml:trace>
  <inkml:trace contextRef="#ctx0" brushRef="#br0" timeOffset="49340.16">15495 13590 157 0,'0'0'344'0,"0"0"-293"15,0 0-2-15,0 0-22 16,0 0-13-16,0 0-12 16,9-14-2-16,-6 14-23 15,0 0-4-15,2 0-64 0,-3 2-60 16,-2-2-170 0</inkml:trace>
  <inkml:trace contextRef="#ctx0" brushRef="#br0" timeOffset="49765.18">15647 13401 677 0,'0'0'94'15,"0"0"21"-15,0 0-68 16,0 0-47-16,0 0-17 15,0 0 13-15,7 29 4 0,3 5-1 16,0 5-1-16,-3-1 1 16,3 0-11-16,3-2-14 15,2-3-11-15,4-8-25 16,5-7-6-16,6-8 32 16,4-10 12-16,-1 0-42 15,-9-10 14-15,-5-6 52 16,-12-1 2-16,-7 0 79 15,0 2 5-15,0 3-20 16,-4 5-13-16,0 5-13 16,1 2-40-16,0 4-17 15,-2 13 7-15,2 12 8 16,-1 3-2-16,3 5 2 0,0-2-13 16,1-1-5-1,0-2-37-15,0-2-4 0,0-5-49 16,0-8-64-16</inkml:trace>
  <inkml:trace contextRef="#ctx0" brushRef="#br0" timeOffset="49934.09">15986 13765 651 0,'0'0'127'16,"0"0"-46"-16,0 0-54 0,0 0-27 15,0 0-29-15,0 0-64 16,17-15-1-16,-9 24-38 16,-6-7-161-16</inkml:trace>
  <inkml:trace contextRef="#ctx0" brushRef="#br0" timeOffset="50182.05">16300 13479 363 0,'0'0'399'0,"0"0"-287"16,0 0-65-16,0 0-47 16,0 0-9-16,0 0 6 0,-26 60 3 15,15-6 0-15,4 10 0 16,3 6 0-16,4 3-16 15,2 3-18-15,13 3-52 16,4-2-42-16,-7-11-93 16</inkml:trace>
  <inkml:trace contextRef="#ctx0" brushRef="#br0" timeOffset="51413.13">14725 15896 238 0,'0'0'145'16,"0"0"-12"-16,0 0-35 15,0 0-15-15,0 0 16 16,0 0-21-16,0 0-28 15,0-41-11-15,0 38-5 16,0 3-18-16,0 0-13 16,0 0-3-16,0 0-6 15,0 0-7-15,0 14-5 16,0 11 11-16,0 9 4 16,0 4 1-16,-6 4-6 15,3-2-15-15,2-3-6 16,1-3-18-16,0-7-21 0,3-5-50 15,7-10-80 1</inkml:trace>
  <inkml:trace contextRef="#ctx0" brushRef="#br0" timeOffset="51696.57">14959 15963 641 0,'0'0'170'0,"0"0"-61"16,0 0-39-16,0 0-46 15,0 0-24-15,0 0-7 16,0-36-19-16,0 40-35 16,2 15-26-16,-2 0-40 15,0 0-92-15</inkml:trace>
  <inkml:trace contextRef="#ctx0" brushRef="#br0" timeOffset="52279.37">15150 15782 465 0,'0'0'188'0,"0"0"-39"0,0 0-69 16,0 0-50-16,0 0-30 15,0 0-9-15,0 8 6 16,2 12 1-16,5 3 2 15,1 5 0-15,2 2 1 16,0-1-1-16,4-2-37 16,1-5-44-16,1-10-23 15,7-7 8-15,2-5 7 16,5-13-48-16,0-11-10 16,-7-5 43-16,-6-3 104 15,-4 2 99-15,-7 3 42 16,-6 1 26-16,0 5-3 0,0 7-12 15,0 5-72 1,-1 3-15-16,1 6-45 0,-2 0-20 16,2 0-28-16,-1 15-6 15,-1 8 31-15,-2 7 3 16,1 4-8-16,2 0-1 16,-1 2-29-16,2-5-10 15,0-1-29-15,0-3-7 16,0-8-70-16,0-7-231 15</inkml:trace>
  <inkml:trace contextRef="#ctx0" brushRef="#br0" timeOffset="52453.13">15540 15900 826 0,'0'0'62'15,"0"0"-10"-15,0 0-52 16,0 0-24-16,0 0-63 16,0 0 16-16,38-19-49 15,-29 26-88-15,-3-4-188 16</inkml:trace>
  <inkml:trace contextRef="#ctx0" brushRef="#br0" timeOffset="52845.48">15742 15722 666 0,'0'0'40'0,"0"0"-20"16,0 0-14-16,0 0 2 16,90-14-1-16,-72 27-7 15,-3 7-2-15,-2 9-2 16,-8 5 3-16,-5 6-3 15,0 0 2-15,-8 1-13 16,-7-4 5-16,-1-7-14 16,4-6-2-16,4-11-16 0,4-6 6 15,4-5 36 1,0-2 4-16,0 0 35 0,0 0 31 16,0 0-43-1,0 0-23-15,1-1-4 0,14-7 0 16,8-2 4-16,3-3-3 15,6 2 0-15,4-1 4 16,1-2 3-16,3 1-5 16,0 4-1-16,-4 3-2 15,-4 5-5-15,-7 1-95 16,-8-3-88-16,-4 2-237 16</inkml:trace>
  <inkml:trace contextRef="#ctx0" brushRef="#br0" timeOffset="53006.54">16112 15928 732 0,'0'0'120'16,"0"0"-46"-16,0 0-74 16,0 0-16-16,0 0-59 15,0 0 32-15,12 23-105 16,-12-13-124-16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25:58.417"/>
    </inkml:context>
    <inkml:brush xml:id="br0">
      <inkml:brushProperty name="width" value="0.05292" units="cm"/>
      <inkml:brushProperty name="height" value="0.05292" units="cm"/>
      <inkml:brushProperty name="color" value="#FF0000"/>
    </inkml:brush>
  </inkml:definitions>
  <inkml:trace contextRef="#ctx0" brushRef="#br0">8960 16930 137 0,'0'0'83'15,"0"0"36"-15,0 0-90 16,0 0 18-16,0 0-27 16,0 0 25-16,0 0-22 15,-5-28 9-15,5 24-1 16,0 4 19-16,0-1-24 16,0 1 5-16,0 0-17 0,0 0-14 15,0 0-2-15,0 0 1 16,0 0 1-16,0 0 0 15,0 0 1-15,0 0-1 16,0 0-3-16,0 0-5 16,0 0-3-16,0 0 6 15,13 0 5-15,0 1 0 16,6-1 0-16,10 2 1 16,7 0-1-16,10-2 0 15,12 0 1-15,6 0-1 16,9 0 0-16,8 0 0 15,3 0 2-15,2 0-2 16,5-5 0-16,-1 2 1 0,0-2 0 16,-3 4-1-16,-2-1 0 15,-2 2 1-15,-2 0 0 16,-1 0-2-16,-4 0 1 16,-2 0 0-16,-7 0 0 15,3 0-2-15,-2 0 3 16,-2 0-1-16,-5 2 0 15,-4-2 0-15,-3 0 2 16,-2 0-2-16,-3 1 0 16,-4 1 0-16,2-2 3 15,-4 1-5-15,1 1 2 16,-7 1 0-16,-1-2 5 0,-3 1 1 16,-3 1-6-16,0-1 1 15,-5 1-1-15,-1-3 1 16,-5 0 0-16,-2 0-1 15,-7 0 1-15,-1 0 5 16,-3 0 17-16,3 0-11 16,3 0-6-16,9 0-2 15,4 0 4-15,5 0-1 16,3 0-2-16,-2 0 3 16,2 0-1-16,-2-3 2 15,-4-2 0-15,-6 3 11 16,-3 1-4-16,-6-1-7 15,0 1-6-15,-5 1 0 0,0-2 2 16,-1 2 0-16,-3 0-2 16,-1-1 8-16,0 1 12 15,-2 0 8-15,0 0-9 16,0 0-7-16,0-2-7 16,0 2-6-16,0 0 2 15,0 0-4-15,0 0 2 16,0 0-2-16,0 0 0 15,0 0 0-15,0 0-1 16,0 0 0-16,0 0-7 16,0 0-23-16,0 6-26 15,-5 12 7-15,-16 5-21 0,-9-1-83 16,-7-12-441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24:06.110"/>
    </inkml:context>
    <inkml:brush xml:id="br0">
      <inkml:brushProperty name="width" value="0.05292" units="cm"/>
      <inkml:brushProperty name="height" value="0.05292" units="cm"/>
      <inkml:brushProperty name="color" value="#FF0000"/>
    </inkml:brush>
  </inkml:definitions>
  <inkml:trace contextRef="#ctx0" brushRef="#br0">4396 2495 98 0,'0'0'43'16,"0"0"9"-16,0 0-7 16,0 0-26-16,0 0 39 15,0 0-22-15,0 0-22 16,0 0-13-16,-9-3-1 15,6 3-7-15,3-2 0 0,0 2 2 16,0 0 5-16,-3 0 2 16,3 0-1-16,0 0 1 15,0 0-2-15,0 0-48 16,-3 0-33-16,-2 0 62 16,-1 8-36-16,2-3 9 15,-2 1 24-15,2-1 0 16,-4-1 13-16,0 0 9 15,1-3 12-15,1 1 1 16,2-2 5-16,1 0 7 16,1 0 50-16,1 0-17 15,1 0-20-15,0 0-6 0,0 0 13 16,0 0-4 0,0 0-5-16,0 0-12 0,0 0-12 15,0 0-4-15,0 0-6 16,7 0 5-16,9 0 15 15,12-2-13-15,6-1-9 16,5 3 1-16,1 0 0 16,5 0-1-16,4 0-1 15,3 0 1-15,-2 3 1 16,-3 0-1-16,-2-1 0 16,-3 1 2-16,-5-3 1 15,-1 0-2-15,-2 0-1 16,-1 0 5-16,4 0-1 0,2 0-4 15,4 0 1 1,9 0-4-16,5 0 3 0,3 0-2 16,-2 0 2-16,-1 0-1 15,4 0-9-15,-3 0 10 16,0 0 0-16,-6-3-2 16,-1 3 2-16,-6 0 0 15,-5 0-5-15,0 0 5 16,1 0-2-16,2 0 2 15,5 6 0-15,4-1 0 16,2-2-1-16,2-3 1 16,4 0-1-16,-5 0-2 0,-6 0 0 15,-3 0 3 1,-4 0-6-16,-3 0 3 0,3 0-2 16,0 0-2-16,2 0-10 15,-2 0 16-15,3 0 0 16,-1 0-1-16,7 2 1 15,3-2-6-15,4 0 5 16,6 0 2-16,2 0 1 16,-4 0-1-16,-1 0-3 15,-2 0-23-15,-4 0 1 16,0 0 0-16,-1 4 22 16,1-1 0-16,0-2 3 15,-2-1 1-15,-1 0-1 16,0 0 4-16,1 0 12 15,3 0-13-15,4 0-2 0,-2 0-1 16,-2 0 0-16,-4 0 2 16,-4 0-2-16,0 0-1 15,-2 0 1-15,0 0 2 16,-1 0 9-16,0 0 1 16,-2 0-11-16,6 0 3 15,5 0 9-15,3 0-13 16,2 0-4-16,2 0-20 15,-1 0 24-15,0 0-1 16,-6 0 4-16,-4 2-3 16,-6-2 0-16,-1 0 10 15,-6 0 0-15,-1 0 0 0,-5 0 0 16,1 0 10 0,1 0-17-16,0 0 6 0,3 0-8 15,-1 0 0-15,1 0 4 16,-2 0-4-16,9-5 1 15,3-5 6-15,5-1-3 16,4 0-5-16,-4 3-1 16,-3 0 1-16,-8 5-1 15,-9-2 4-15,-2 2-4 16,-7 2 1-16,-2 0-1 16,-4 1 1-16,2 0 2 15,-6 0 2-15,-3 0-1 16,1 0 0-16,-3 0 0 15,-3 0-2-15,2 0 4 16,-2-2 7-16,-2-3 19 0,3 0 23 16,0-2-8-16,-1 0-24 15,-2 1 13-15,-1 3-9 16,-1 2-13-16,0 1-13 16,0 0-12-16,0 0-55 15,0 0-20-15,0 0 7 16,0 12 55-16,0 5-36 15,0-3-35-15,-3-6-111 16</inkml:trace>
  <inkml:trace contextRef="#ctx0" brushRef="#br0" timeOffset="10939.93">7504 7645 160 0,'0'0'129'16,"0"0"-59"-16,0 0-10 15,0 0 6-15,0 0-13 16,0 0 6-16,0 0-11 15,0 0-23-15,-15-37 6 16,14 33 7-16,1-1-23 16,0 5 15-16,-1-3-9 0,1 3-20 15,0-1-1 1,0 1 2-16,0 0-2 0,0 0-3 16,0 0-7-16,0-2 0 15,16-1 10-15,11-1 1 16,16 0 2-16,11-2-3 15,10 3 0-15,8 0 0 16,9 0 0-16,15 1-1 16,13-3-2-16,14 1 2 15,12 4 0-15,5 0-7 16,-6 0-27-16,-5 0-11 16,-7 0 16-16,-10 0 2 15,-11 0 9-15,-10 2-2 0,-11-2 14 16,-7 0 14-16,-5 0-6 15,1 0 4-15,-2 0-1 16,2 0 5-16,3 0-8 16,-1-2 0-16,-4-1 0 15,-8 0 2-15,-8 1-3 16,-12 0 3-16,-14 1-3 16,-9-1 6-16,-9 2 3 15,-5-1 11-15,-2 1-12 16,0 0 7-16,0 0 22 15,0 0 0-15,0 0-20 16,0 0-1-16,0 0-8 0,0 0-5 16,0 0-3-1,0 0-2-15,0 1-33 0,-6 15-118 16,-5 4 128-16,2-3-127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26:24.809"/>
    </inkml:context>
    <inkml:brush xml:id="br0">
      <inkml:brushProperty name="width" value="0.05292" units="cm"/>
      <inkml:brushProperty name="height" value="0.05292" units="cm"/>
      <inkml:brushProperty name="color" value="#FF0000"/>
    </inkml:brush>
  </inkml:definitions>
  <inkml:trace contextRef="#ctx0" brushRef="#br0">6706 6181 9 0,'0'0'11'0,"0"0"-9"15,0 0 0-15,0 0-4 16,18 76 4-16,12-58-4 16,9-1 6-16,7-2-6 0,11-1 2 15,7 1-2-15,9-4 2 16,6-3 2-16,3 1 6 16,2-3 9-16,-8-2 0 15,-6-3-1-15,-5 2-9 16,-6 0 3-16,-4 0-5 15,-9 0 9-15,-3 1-3 16,-5-1-9-16,-5-2 1 16,-7-1-1-16,-4 0 0 15,-8 0-1-15,-4 0-1 16,-5 0 2-16,-5 0 43 16,0 0-3-16,0 0-42 15,-19 0-122-15</inkml:trace>
  <inkml:trace contextRef="#ctx0" brushRef="#br0" timeOffset="16299.19">5076 12130 105 0,'0'0'39'16,"0"0"68"-16,0 0-51 15,0 0-11-15,0 0-7 16,0 0-4-16,0 0 24 15,0 0-18-15,-57-58-16 16,54 52 11-16,0-1 18 16,-1 3-22-16,1 0-15 0,2 1-5 15,-1 3-1-15,2-2 0 16,-1 1-4-16,-1 0 1 16,2-1 2-16,0 2 11 15,0 0-5-15,0 0-6 16,0 0-7-16,0 0-2 15,0 0-2-15,0 0-23 16,12 0-24-16,18 0 46 16,16 0 2-16,23 0 2 15,24 0 1-15,33 0-1 16,20 0-1-16,21-3 3 16,9 3-3-16,-4 0-3 15,2 0-13-15,-5 0-8 0,-7 0 5 16,-8 0 13-16,-14-4-5 15,-18 3 11-15,-22-2 7 16,-21 1 4-16,-22 1 8 16,-15-1 19-16,-15 1-7 15,-14 1 10-15,-8 0-6 16,-4 0-5-16,-1 0-6 16,0 0-6-16,0 0-12 15,0 0-5-15,0 0-1 16,0 0-18-16,-7 14-88 15,-10-2-38-15,-5-1-15 16</inkml:trace>
  <inkml:trace contextRef="#ctx0" brushRef="#br0" timeOffset="16452.54">7412 12017 635 0,'0'0'106'0,"0"0"-106"16,0 0-40-16,0 0-100 16,0 0 47-16,0 0 15 15,-2 22-101-15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28:35.833"/>
    </inkml:context>
    <inkml:brush xml:id="br0">
      <inkml:brushProperty name="width" value="0.05292" units="cm"/>
      <inkml:brushProperty name="height" value="0.05292" units="cm"/>
      <inkml:brushProperty name="color" value="#FF0000"/>
    </inkml:brush>
  </inkml:definitions>
  <inkml:trace contextRef="#ctx0" brushRef="#br0">8539 5400 10 0,'0'0'427'0,"0"0"-403"0,0 0 15 16,0 0-4-1,0 0-18-15,0 0 10 0,0 0-4 16,0-11 12-16,0 9 7 15,0 2-4-15,0-1-15 16,0 1 5-16,0 0-7 16,0 0-5-16,0-1-1 15,0 1-1-15,0 0-8 16,0 0-6-16,0 0-1 16,0 0-7-16,5-2 2 15,17-1 3-15,14-2 6 16,18-1-3-16,11 0 0 15,13 1 1-15,16 0-1 16,12 1 0-16,10 1-1 16,5-4-3-16,4 0 1 0,4 2 1 15,-2-2-3 1,-4 7 3-16,0 0-2 0,3 0-4 16,3 0 6-16,5-2 1 15,9 0-6-15,8-3 7 16,4-1 0-16,2 5 0 15,-8 1 0-15,-16 0 0 16,-13 0 0-16,-11 0 0 16,-16 1 0-16,-13 2 0 15,-14-3-2-15,-20 0 2 16,-7 0-1-16,-10 0 2 16,-7 0 6-16,-3-4 6 0,-4 0-8 15,-3 1-3 1,-6 2-2-16,0-1 0 0,-2 1 1 15,0-1 0-15,-1 2 1 16,-1-3-1-16,-2 3-1 16,0-2 3-16,0 2-3 15,0 0-2-15,0 0-6 16,0 0-47-16,0 0-40 16,0 0 14-16,0 0 55 15,0 5-28-15,0 1 7 16,0 0-147-16,0-4 2 15</inkml:trace>
  <inkml:trace contextRef="#ctx0" brushRef="#br0" timeOffset="31995.63">12865 9819 88 0,'0'0'49'0,"0"0"-25"0,0 0 37 16,0 0-48-1,0 0 32-15,0 0-19 0,0 0 1 16,-5-26 25-16,4 22-23 15,1 1 3-15,-1 3 7 16,1-1-11-16,0-1 13 16,0 1-26-16,0 1-8 15,0 0-3-15,0 0-4 16,0 0-4-16,0 0-19 16,1 0-11-16,10 0 31 15,0 0-4-15,5 0 7 16,4 0-1-16,4 0 2 15,6 0-1-15,10 0 0 16,12 0 2-16,16 0-2 0,9 1 0 16,7 1-2-1,4 2-14-15,-3-2 16 0,-2 3-11 16,-8-1 2-16,-4 0-3 16,-4-2 6-16,-2 0 4 15,5 0 2-15,3-2 1 16,-1 1-1-16,-1 1 0 15,-2-2 0-15,-2 2 1 16,-3-2-1-16,0 0 0 16,0 2 1-16,-2-2-2 15,-4 0 2-15,-2 0-1 16,-2 0 0-16,-2 0 0 16,-3 0 0-16,-1 0 2 0,-3 0-2 15,-5 0 0 1,2 0 0-16,-5 0 0 0,1 0 0 15,3 0 0-15,0 0 0 16,2 0 1-16,3 0-1 16,-1 0 1-16,2 0-1 15,-3 0 2-15,0 0 1 16,1 0-3-16,1 0 0 16,2 0 0-16,2 0 0 15,2 0 1-15,-1 0-1 16,-1 0 0-16,-2 0 1 15,1 0-1-15,-1 0 0 0,-2-2 0 16,-1 0 0 0,0 0 1-16,1-1-1 0,0-1 0 15,2 0 0-15,-1 0 0 16,0-1 0-16,-2 0 0 16,1 2 0-16,6 0 1 15,1-1-1-15,3 2 0 16,-2 0 0-16,-2-1-1 15,-7 0 1-15,-2 2 0 16,0-1 0-16,5 2 1 16,0 0 2-16,7 0-2 15,0 0-1-15,0 0 0 16,1 0 1-16,-1-1 0 16,0-1 0-16,-2-1 1 15,1-1 0-15,-1 1 0 0,-2 0 2 16,-2 2-2-16,-4 0-1 15,-2 1-1-15,-4 0 2 16,2 0-1-16,0 0-1 16,1 0 1-16,7 0-1 15,1 0 0-15,5-2 1 16,5-3 6-16,4 2-1 16,7 0 6-16,1 2-4 15,0 1 3-15,-1 0-7 16,-6 0-2-16,-2 0-1 15,-8-2 0-15,-6 1-1 16,-4-1 1-16,-9 0 1 0,-6-1 4 16,-12 0 22-1,-8 0 25-15,-8 2 15 0,-2-1 19 16,0 2-57-16,0 0-30 16,0 0-35-16,0 0-98 15,-15 11-52-15,-6 2 102 16,-3-3-204-16</inkml:trace>
  <inkml:trace contextRef="#ctx0" brushRef="#br0" timeOffset="32145.12">18613 9765 642 0,'0'0'32'0,"0"0"-14"0,0 0-18 15,0 0-178-15,0 0-5 16</inkml:trace>
  <inkml:trace contextRef="#ctx0" brushRef="#br0" timeOffset="53733.21">4071 14166 107 0,'0'0'50'16,"0"0"15"-16,0 0-2 15,0 0-28-15,0 0 28 16,0 0-48-16,0 0-7 15,0 0 10-15,0 0 23 16,-85-15 3-16,76 13-9 16,3-2 2-16,-3-1 10 15,3 2-8-15,0 0-3 16,0-1-20-16,2 3-2 16,2-1 0-16,-1 2-6 0,2 0-6 15,1 0-1 1,0 0-1-16,0-1 0 0,0 1-3 15,0 0-2-15,0 0-12 16,0 0-24-16,0 0 13 16,10 3 19-16,11 5-5 15,7-3 14-15,7-1 0 16,9-1 0-16,6-3-4 16,6 0 4-16,5 0 1 15,4 0-1-15,-2 0-1 16,-1 0-2-16,2 0 0 15,-6 0 3-15,-1 0-3 16,-2 1 3-16,3 5 0 16,-3 0-4-16,0-2-7 15,-2 1 1-15,-3-1 4 0,-2-2 4 16,-3-2 2-16,-1 0 1 16,0 0 2-16,-2 0-3 15,2 0 4-15,0 0-3 16,5 0 2-16,-2 0-2 15,7 0-2-15,0 0 3 16,6 0-2-16,-2 0 0 16,-2 0-1-16,1 0 0 15,-5 0 1-15,2 0 0 16,-2 0 0-16,-1 0 0 16,1 0 0-16,1 0 2 15,0 2-1-15,-2-1 2 0,1 2-1 16,-1-2-2-16,-2 2 1 15,2 0-1-15,-2 0 1 16,-4-1 0-16,2 0-2 16,-5 1 4-16,-1-1 4 15,3 1-5-15,0-1-1 16,3 0 0-16,1-2-2 16,3 0 2-16,-1 0 4 15,-2 0-3-15,1 0 2 16,-1 0-1-16,-2 0 1 15,2 0 3-15,4 0-5 16,2 0-1-16,3 0-1 16,-2 0 0-16,-2 0 0 0,-5 3 0 15,0-3-1-15,-5 2 2 16,3 0-1-16,0 1 3 16,7 0-5-16,0 0 5 15,0-2-3-15,5 2 0 16,-6-3-1-16,0 0 1 15,-2 0 0-15,0 0 1 16,1 0 1-16,4 0-1 16,-4 0 0-16,6 0-1 15,-2 0 2-15,-2 0 2 16,-2 0-4-16,-3 0 0 16,-5 0-1-16,0 0 2 15,-7 2-1-15,-3-1 2 0,-2 1 0 16,-5-1 2-16,-1 0 2 15,-5-1-5-15,-5 0-1 16,-1 0 4-16,-2 0-3 16,-4 0 0-16,-2 0 1 15,4 0 1-15,-6 0-2 16,2 0-1-16,-4 0 0 16,1 0 0-16,2 0 0 15,-1 0 0-15,2 0 0 16,-3 2 1-16,-2-2 1 15,1 0 1-15,-2 0 9 16,0 0 12-16,1 0 12 0,-1 0-18 16,0 0-12-1,0 0 0-15,0 0-4 0,0 0-1 16,0 0-1-16,0 0 2 16,0 0 2-16,0 0-3 15,0 0 2-15,0 0 1 16,0 0-4-16,0 0 1 15,0 0 1-15,0 0 0 16,0 0 2-16,0 0-1 16,0 0-2-16,0 0 0 15,0 0-1-15,0 0 0 16,0 0-2-16,0 1-26 16,0 1-80-16,3 5-34 15,0-2 55-15,2-5-162 0</inkml:trace>
  <inkml:trace contextRef="#ctx0" brushRef="#br0" timeOffset="57554.3">11325 2128 181 0,'0'0'87'16,"0"0"1"-16,0 0-50 15,0 0 46-15,0 0-21 16,0 0 32-16,4-72-44 16,-4 59 1-16,0-3-5 15,-4 3 3-15,-2 2-17 16,1 1-10-16,2 6 18 15,1 3-14-15,2 1-14 16,0 0-13-16,-1 0-2 0,-1 19-15 16,-1 14 14-16,-5 12 1 15,2 10 2-15,0 4 2 16,0 5 1-16,6-5-3 16,0-1-1-16,0-15-4 15,7-13-2-15,1-14-2 16,-3-14 5-16,3-2 4 15,9-29 20-15,11-14-8 16,9-8-12-16,-1-3 0 16,-8 9-2-16,-5 9-11 15,-10 5-2-15,-6 12 7 16,-2 8 7-16,0 5 0 0,2 6-1 16,3 0-15-1,4 9 13-15,6 8-2 0,3 7 5 16,-1 4 0-16,3 2 0 15,4-1-3-15,-2-2 3 16,-2-5 1-16,-1-6-3 16,-3-8-5-16,-2-8 4 15,4-3 4-15,1-20 3 16,4-10-3-16,-4-1-2 16,-3-2-3-16,-12 0-3 15,-9 2 0-15,0 0-1 16,-5 3-2-16,-4 6 2 15,3 6 8-15,6 7-11 16,2 2-48-16,23 1-65 0,8-2-62 16,9-2 9-16,4-2 39 15</inkml:trace>
  <inkml:trace contextRef="#ctx0" brushRef="#br0" timeOffset="58169.72">12148 1944 17 0,'0'0'178'0,"0"0"17"15,0 0-97-15,0 0-6 16,0 0-41-16,0 0-5 15,-42 24 4-15,24 0 11 16,-1 6-31-16,-1 7-11 0,5 3-6 16,6 4-2-1,4 1-9-15,5-3 4 16,0-4-4-16,0-9 0 16,0-10-1-16,1-8 0 0,2-7 3 15,-3-4-4-15,1 0 11 16,2-5 4-16,3-16-8 15,5-10-7-15,1-2-26 16,0-6 2-16,-4-3 15 16,3-2 7-16,-4 2-2 15,1-1 3-15,4 5 2 16,0 4 0-16,7 2-1 16,4 8-8-16,5 5 7 15,2 4-4-15,0 7 5 16,-2 7 0-16,-5 1 0 0,-2 4-4 15,-5 18 1 1,-13 4 0-16,-3 4-5 0,-6 4-8 16,-24-1 0-16,-5 0 0 15,0-3-22-15,1-4-12 16,8-5-8-16,7-5 18 16,8-5 23-16,7-5 4 15,4-1 8-15,0 0 5 16,3 0 4-16,10 2 14 15,6 3 21-15,0-1-11 16,-3 3 0-16,-4 0-12 16,-5 1-4-16,-6 1-2 15,-1-1-8-15,0 4 8 16,-14 2-1-16,-10 1 5 0,-7-2-11 16,-2-1 3-1,2-2-5-15,2-8 1 0,10-1 1 16,4-6-3-16,9 0-2 15,6 0-8-15,3-7-40 16,27-10-181-16,10-5-198 16</inkml:trace>
  <inkml:trace contextRef="#ctx0" brushRef="#br0" timeOffset="58619.8">12670 2060 42 0,'0'0'399'16,"0"0"-288"-16,0 0-24 16,0 0-11-16,0 0-62 15,46-84 5-15,-18 61 28 16,-2-2-37-16,-1 3 4 15,-7 2-7-15,-8 6 1 16,-7 6-2-16,-3 5-1 16,0 2-5-16,0 1-6 15,0 0-7-15,0 0-25 0,-9 12 4 16,-2 10 28 0,-1 6-9-16,4 6 13 0,2 3-3 15,6 4 4-15,0 2 0 16,0-4 1-16,12-4 1 15,-1-9 3-15,-4-7-3 16,0-8-1-16,-7-5 0 16,0 0 0-16,0 2-1 15,-7 0 1-15,-19 3 7 16,-14 6-7-16,-8-2-10 16,-8 3-68-16,1-1-39 15,13-4-32-15,17-8-173 16</inkml:trace>
  <inkml:trace contextRef="#ctx0" brushRef="#br0" timeOffset="58879.65">13007 2171 526 0,'0'0'144'0,"0"0"-74"0,0 0-10 15,0 0-29 1,0 0-25-16,0 0 0 0,69-29-3 16,-28 18-5-16,2-1 2 15,7-1-15-15,-4 1-74 16,2-5-83-16,-10-6-318 15</inkml:trace>
  <inkml:trace contextRef="#ctx0" brushRef="#br0" timeOffset="60378.07">13704 1953 602 0,'0'0'114'0,"0"0"-43"0,0 0-65 15,0 0-6-15,0 0-10 16,0 0 8-16,5 30 2 15,0-12 4-15,5 1-4 16,0 1 1-16,4-1-1 16,-1-5 0-16,-2-5-13 15,-2-4-6-15,-3-5-4 16,-3 0 23-16,-2-2 7 16,2-11-7-16,0-2-11 15,-1 4 2-15,1 2 8 16,-1 3-4-16,4 2 3 0,-1 4-4 15,1 0-1 1,0 0-3-16,1 0 8 0,4 7 1 16,3 2 1-16,-1-1-2 15,8-3 4-15,7-5-2 16,2 0 0-16,3-10 4 16,0-11 0-16,-2-7 4 15,0-8-7-15,-5 0-1 16,-9-5-14-16,-11-5 12 15,-6 2 2-15,-4-2 3 16,-12 5-1-16,1 7 58 16,3 13-7-16,6 10-27 15,6 7-19-15,-2 4 3 16,2 0-10-16,0 5-13 0,0 19 1 16,0 12 11-1,6 8 1-15,18 2-1 0,8 2-4 16,8-4-16-16,6-10-23 15,-6-6 10-15,-10-10 5 16,-9-9 21-16,-12-6 2 16,-7-3 6-16,1 0 6 15,1-8 25-15,-3-7-29 16,1-1-2-16,-2 4 4 16,1 4-1-16,1 4-3 15,1 3 8-15,3 1-7 16,7 0-1-16,10 1-3 15,10 13 1-15,10 3-12 0,8 2-16 16,7-2-38 0,6-8-2-16,1-8-25 0,1-1 3 15,-2-3 1-15,-7-16 65 16,-12-1 10-16,-13 0-49 16,-15 2 65-16,-14 2 8 15,-3 0 34-15,-11 0 10 16,-10 6 25-16,-1 0 23 15,5 8 46-15,3 2-30 16,2 0-97-16,-5 12-19 16,1 8 0-16,0 4-3 15,5 3 1-15,8-2 1 0,3-2-15 16,3-6-5-16,15-7 4 16,9-8 17-16,1-2 7 15,2-7 18-15,0-8 2 16,-6-4-7-16,-4 2-17 15,-7 2 6-15,-7 2 3 16,-3 5 13-16,-3 3-11 16,0 5-2-16,0 0-12 15,0 0-6-15,0 0-32 16,0 13 10-16,0 4 24 16,1 6 3-16,14-1 0 15,9 0 0-15,8-6-8 16,13-11 4-16,9-5 0 15,0-2 5-15,-2-18 1 16,-7-7 1-16,-8-6 6 0,-7-3-4 16,-6-4-4-16,-9-5-1 15,-14-2-2-15,-1-1 0 16,-19 0 3-16,-16-2 6 16,-2 4 48-16,4 11 13 15,14 11 0-15,7 12-30 16,9 10-19-16,1 2-18 15,1 2-15-15,1 24-33 16,0 12 44-16,0 12 3 16,8 6 0-16,14 1 0 15,5-2 1-15,1-5-2 16,-1-11 2-16,-5-6-5 0,-7-9-5 16,-3-7-10-16,-3-7-11 15,-5-4-18-15,1-6-39 16,-4 0-126-16,-1-20-239 15</inkml:trace>
  <inkml:trace contextRef="#ctx0" brushRef="#br0" timeOffset="60566.18">15278 1692 535 0,'0'0'73'0,"0"0"-1"16,0 0-62-16,0 0-8 15,0 0 5-15,104-19 6 0,-63 19 15 16,7 0-22-16,9 0-6 16,1 0 0-16,-2 0-77 15,-8-2-94-15,-17-7-242 16</inkml:trace>
  <inkml:trace contextRef="#ctx0" brushRef="#br0" timeOffset="63164.4">13122 2772 13 0,'0'0'176'0,"0"0"-104"15,0 0 27-15,0 0 11 16,0 0-36-16,0 0-3 16,0 0-8-16,-9 0-18 15,9 0-1-15,0 0-6 0,0 0-15 16,0 0-15 0,0 0-8-16,0 0-2 0,7 0-22 15,16-3 14-15,12-3 6 16,9-2 5-16,6 2-1 15,3-5 0-15,0 2-2 16,-2-2 2-16,-8 0-1 16,-8 1 1-16,-15 7 2 15,-9 0 4-15,-7 3 3 16,-4 0 8-16,0 0-5 16,0 0-5-16,-16 0-7 15,-7-2-2-15,-2 2-3 16,6 0-9-16,3 0-2 15,8 7-44-15,6 7-41 16,2-3-43-16,13-6-181 0</inkml:trace>
  <inkml:trace contextRef="#ctx0" brushRef="#br0" timeOffset="64548.56">13970 2603 397 0,'0'0'155'16,"0"0"-38"-16,0 0 26 0,0 0-112 16,0 0-31-1,0 0-10-15,5 31 8 0,10 8 1 16,6 1 2 0,1 6 3-16,0-5-4 0,2-5 0 15,-1-13-4-15,-10-8-7 16,-2-11 2-16,-2-4 9 15,-3-4 11-15,5-17 9 16,0-9-17-16,-2-4-2 16,-6 4 1-16,-3 3 0 15,0 7-2-15,0 9 3 16,0 6-1-16,4 5-2 16,3 0-11-16,3 1-23 15,10 14 32-15,7-1-1 16,3 2 0-16,6-3-2 15,3-4-3-15,1-9 4 16,3 0 0-16,-2-9 4 0,-4-14 6 16,-3-7-6-16,-3-9 2 15,-5-1-2-15,-4-4-22 16,-10-3 9-16,-11-1 0 16,-1-2 13-16,-8 2 1 15,-4 10 22-15,1 12 0 16,4 14 6-16,6 7-16 15,1 5-4-15,0 0-9 16,0 16-18-16,0 12 10 16,1 12 7-16,10 6 1 0,6 3-2 15,9 1 2 1,1-6 0-16,3-5 1 0,-1-12-1 16,-8-6 1-16,-5-9-1 15,-5-5-4-15,-8-4-3 16,3-3 7-16,0 0 3 15,2-16 3-15,4-2-6 16,-4-1-1-16,-3 6 1 16,-5 6 3-16,1 2 6 15,3 5-9-15,7 0-7 16,5 0 4-16,8 10 0 16,9 5 1-16,8 4-7 15,9-1-16-15,6-4-22 16,4-7-23-16,0-7 12 15,-10 0 9-15,-5-12-3 16,-10-8 49-16,-11-3 3 0,-8-4 2 16,-7 4 10-16,-9-5 35 15,0 4 35-15,-15 4-39 16,0 6-6-16,2 6 56 16,7 5-24-16,4 3-69 15,2 3-8-15,0 17-25 16,0 6 27-16,0 8 6 15,9 2 0-15,12-4 0 16,6-5-4-16,4-8 3 16,2-12-4-16,3-7 5 15,-2 0 7-15,-1-19-5 0,-4-5 7 16,-8-1-4 0,-2 0-1-16,-10 0 8 0,-9 0-7 15,0 2 11-15,-24 5-16 16,-17 6 0-16,-8 12-22 15,-6 0-21-15,6 22-66 16,8 6-32-16,6 2-150 16</inkml:trace>
  <inkml:trace contextRef="#ctx0" brushRef="#br0" timeOffset="64930.67">13900 3128 548 0,'0'0'35'16,"0"0"13"-16,0 0-13 15,0 0-30-15,0 0-2 16,0 0-3-16,-1-12 3 16,47 12 9-16,24 0 30 15,27 0 0-15,30-7-24 16,18-6 9-16,15 1-12 0,3-5-12 16,-15 2-1-16,-21 2-4 15,-26 2 4-15,-25 1-2 16,-28 4 2-16,-23 0-2 15,-19 4-1-15,-9 2-40 16,-40 0 12-16,-30 2-70 16,-34 12-36-16,-28-1-218 15</inkml:trace>
  <inkml:trace contextRef="#ctx0" brushRef="#br0" timeOffset="65146.15">14020 3239 0 0,'0'0'248'0,"0"0"-150"15,134-1 10-15,-59-8-33 16,19-6-2-16,17 0-12 16,12-4-30-16,5 2 1 15,-5 2-32-15,-9 2 8 16,-17 3-8-16,-12 3-55 15,-13-2-82-15,-16-4-105 16</inkml:trace>
  <inkml:trace contextRef="#ctx0" brushRef="#br0" timeOffset="65315.71">15203 3094 559 0,'0'0'135'0,"0"0"-43"16,0 0-52-16,0 0-40 16,0 0-49-16,0 0-77 15,-6 13-29-15,15-7-188 16</inkml:trace>
  <inkml:trace contextRef="#ctx0" brushRef="#br0" timeOffset="66567.92">16109 4020 70 0,'0'0'173'0,"0"0"-173"0,0 0-51 16,0 0 45-16,0 0-1 15,0 0-62-15,-46 50-18 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30:21.623"/>
    </inkml:context>
    <inkml:brush xml:id="br0">
      <inkml:brushProperty name="width" value="0.05292" units="cm"/>
      <inkml:brushProperty name="height" value="0.05292" units="cm"/>
      <inkml:brushProperty name="color" value="#FF0000"/>
    </inkml:brush>
  </inkml:definitions>
  <inkml:trace contextRef="#ctx0" brushRef="#br0">8238 9782 130 0,'0'0'78'16,"0"0"-3"-16,0 0-34 15,0 0-13-15,0 0-4 16,0 0-10-16,0 0 3 16,0 0 26-16,-1-20-1 15,-3 15 2-15,2 3 1 16,0-1-10-16,1 0-16 16,1 0-12-16,0 0 2 15,0 3 7-15,0-3 4 0,0 3-7 16,0-2-5-16,0 2-8 15,0 0-4-15,0-2-16 16,18 2 20-16,12-1 2 16,6-2-1-16,11 2 0 15,10-2-1-15,10 3 1 16,14 0-1-16,12 0 0 16,14 0 0-16,12 0 0 15,1 0 0-15,3 0-4 16,-4-2-2-16,-7-6-1 15,-5 2 2-15,-5 1 5 16,-5 2 4-16,-3 1-4 16,-2 2 0-16,-5 0 1 15,-3 0-1-15,-4 0-2 0,-6 0-1 16,-8-1 0-16,-8-1 1 16,-12 0 2-16,-10-4 0 15,-7 0 4-15,-9 3 9 16,-5-3 7-16,-6 3-4 15,-3-2-2-15,-4 5-6 16,1 0 3-16,-3-3 1 16,0 3 9-16,0 0 1 15,0 0-5-15,0 0-6 16,0 0-4-16,0 0-7 16,0 0 1-16,0 0-2 15,0 0 1-15,0 0-3 16,0 0-13-16,0 0-18 0,0 0-49 15,-3 6-13-15,-7 5 32 16,0-2-49-16,4-3-207 16</inkml:trace>
  <inkml:trace contextRef="#ctx0" brushRef="#br0" timeOffset="5961.07">14184 10882 188 0,'0'0'120'0,"0"0"-39"15,0 0 17-15,0 0-26 16,0 0-29-16,0 0 3 0,0 0-16 15,-42-72-5-15,42 64 2 16,0-1 5-16,0 2-9 16,0 0-7-16,0 2-7 15,0-1 0-15,0 2-3 16,0 0-6-16,3 2 0 16,6 0-1-16,4 0-3 15,11 2 3-15,11 0 0 16,14 0-1-16,12 0-1 15,12 0 3-15,12 0 0 16,10 0-1-16,11 2-6 16,7 0-3-16,10 1-8 0,11 0 2 15,1-3 1-15,5 0-1 16,0 0 10-16,1 0 3 16,0 0-1-16,-5 0 3 15,-2 0 2-15,-6-2 1 16,-1 1 0-16,-2-2 3 15,-2 2-4-15,3-2 1 16,0-2-1-16,-3 0-1 16,1 1 0-16,-2-1 1 15,-6 0-1-15,-6 3 0 16,-7 0 1-16,-4-3 1 16,-3 2-2-16,-2-1 0 15,-3 1 0-15,-5 2-1 0,-2 1 0 16,0 0 0-16,2 0 1 15,1 0 0-15,-1 0 0 16,-1 0 0-16,-1 0-1 16,-2 0 1-16,-3 0 1 15,-5 0 0-15,-2 0 0 16,-4 0-1-16,-5 0 0 16,-6 0 1-16,-2 0-1 15,-4 0 0-15,2 0 2 16,4 0-1-16,0 0-1 15,4 0 0-15,-2 0 1 16,-2 0-1-16,-4 0 0 0,-4 0 1 16,-6 0-1-1,-4 0 2-15,-5-3 9 0,-6 0 0 16,-1 0 4-16,-5 0 0 16,1-1-4-16,-5 2-3 15,-3-1 4-15,-2-1 0 16,-2 0 5-16,-1-3 1 15,0 2 2-15,-2 0-2 16,0-2-2-16,-4 5-11 16,1-1 1-16,-4 2-1 15,-1-1 3-15,0 2-7 16,0 0-1-16,0 0-1 16,0 0-10-16,0 5-53 15,-7 15-15-15,-9 9 20 16,-3-2-82-16,-3-8-146 0</inkml:trace>
  <inkml:trace contextRef="#ctx0" brushRef="#br0" timeOffset="42854.2">10873 12867 74 0,'0'0'68'16,"0"0"-4"-16,0 0-25 0,0 0 11 15,0 0-14-15,0 0 18 16,0 0 2-16,0 0-44 15,0-49 20-15,0 42-10 16,0-1 11-16,0-1-5 16,0 1 6-16,-1-1-6 15,-2 0 2-15,-2 0-3 16,0 1-13-16,1 3-6 16,0-3-1-16,0 2 1 15,0 0-3-15,3 2 8 0,-2-2-7 16,3 2 6-1,-2 1-1-15,0-4 12 0,2 3-11 16,0-1 1-16,-1 2 1 16,1 1 0-16,0-1-10 15,-2 3-2-15,2 0-2 16,0 0-2-16,0 7-23 16,2 15-22-16,6 15 45 15,0 13 1-15,-5 15 0 16,-3 10-1-16,0 7 2 15,-3-4 3-15,-6-5 0 16,0-10-3-16,3-9 1 16,2-7 2-16,1-8-2 0,-3-7 0 15,4-6-1 1,-2-5 0-16,1-7 1 0,0-5 1 16,0-2-1-16,1-4 2 15,1-1 1-15,-2 1-3 16,3-3-1-16,-2 0-8 15,2 0-43-15,0 0-148 16</inkml:trace>
  <inkml:trace contextRef="#ctx0" brushRef="#br0" timeOffset="44025.38">10890 12556 103 0,'0'0'146'16,"0"0"-59"-16,0 0 27 15,0 0-10-15,0 0-47 16,-29-72 3-16,26 68-37 15,1-1-15-15,2 5 1 16,0-3 6-16,0 3-12 16,0 0-3-16,6 0-6 0,18 0-11 15,12 0 17 1,14 0 0-16,13 0-2 0,12 0 2 16,18 0 4-16,23 0 4 15,20 0 7-15,21-7-8 16,15-3-5-16,-2-2-2 15,-2 0-2-15,-13 3-10 16,-17 1-12-16,-16 0 10 16,-19 3 11-16,-18-1 3 15,-20 3 0-15,-20 0 1 16,-13 2 0-16,-16-1-1 16,-7 1 0-16,-4 1 0 15,-5 0-7-15,0 0-2 16,0 0 9-16,0 0 2 0,0 0-1 15,0 0 9-15,0 0 3 16,0 0-2-16,0 0-9 16,0 0-1-16,0 0-1 15,0 0 0-15,0 0 0 16,0 0-1-16,0 0 0 16,0 0-4-16,3 0-6 15,4 12 10-15,5 13 2 16,4 13-1-16,0 13 2 15,4 11 2-15,-6 10 7 16,-3 5 10-16,-2 12 0 16,-4 8 6-16,-1 9-3 15,1-2-6-15,-3-3-8 0,3-6-5 16,0-8 1-16,-4-7-6 16,2-7 3-16,-1-7-3 15,1-11 1-15,-2-12 1 16,2-13-2-16,-1-12 2 15,-1-8 0-15,-1-7-1 16,0-3 3-16,3 0 2 16,0 0-6-16,4-24-42 15,1-13-179-15</inkml:trace>
  <inkml:trace contextRef="#ctx0" brushRef="#br0" timeOffset="45622.19">10759 13439 95 0,'0'0'23'0,"0"0"13"0,0 0 66 16,0 0-32-16,0 0 11 15,0 0-40-15,11-40 14 16,-11 32-6-16,0 3 2 15,0 0-4-15,0 3-34 16,0 2 11-16,0 0-12 16,0 0-12-16,0 2-11 15,1 17 7-15,2 9 4 16,1 8 1-16,-4 8 4 16,0 2 0-16,0 4-3 15,2 0 0-15,1-3-1 16,1-4 1-16,1-5-1 0,4-7-1 15,-3-7 0-15,-2-7 1 16,-2-5-1-16,-2-6 0 16,0-3 0-16,0-2 0 15,0-1 4-15,0 0 0 16,0 0 3-16,0 0-3 16,0 0-2-16,0 0 0 15,0 0-2-15,0 0-1 16,6 0-13-16,10 0-23 15,16-2 13-15,14-4 0 16,13 1 10-16,16 0 14 16,13 2-4-16,18-1 2 15,11 2 2-15,16-5 1 0,15 2 1 16,7-2 9 0,5-1-4-16,2 2-1 0,-8-2 2 15,-11 5 1-15,-7-2-1 16,-9 1 0-16,-11-1 6 15,-14-3-3-15,-17 1 6 16,-17-1 7-16,-14-1 3 16,-15 0-8-16,-14 2 12 15,-12 2-4-15,-7 0-7 16,-4 5-6-16,-2-3 3 16,0-1-5-16,0-1-5 15,0-3-7-15,-4 2-1 0,-7 3 1 16,-6 3-4-1,-2 0-38-15,-5 6-37 0,5 7-58 16,4-6-109-16</inkml:trace>
  <inkml:trace contextRef="#ctx0" brushRef="#br0" timeOffset="45777.75">13178 13759 777 0,'0'0'40'16,"0"0"-1"-16,0 0-2 16,0 0-37-16,0 0-22 15,0 0-101-15,-27-2-22 16,11 6-225-16</inkml:trace>
  <inkml:trace contextRef="#ctx0" brushRef="#br0" timeOffset="46789.59">11107 12861 404 0,'0'0'68'0,"0"0"53"16,0 0-43-16,0 0-54 15,0 0-24-15,0 0-7 16,-6 0 7-16,6 22 0 16,0 11 11-16,1 9 6 15,-1 6-7-15,0 4-5 16,0 0 0-16,-1-3-2 0,-7-1-1 15,4-9 1-15,4-10-2 16,0-7 1-16,0-7-2 16,16-8 0-16,8-7 0 15,7 0-31-15,7-10-26 16,-1-12-117-16,-1-7-260 16</inkml:trace>
  <inkml:trace contextRef="#ctx0" brushRef="#br0" timeOffset="47025.36">11038 12847 622 0,'0'0'41'16,"0"0"25"-16,0 0-59 15,0 0-7-15,0 0-10 16,82-33-2-16,-46 33-18 16,1 0-26-16,2 0-38 15,0 0-48-15,-5 0-199 16</inkml:trace>
  <inkml:trace contextRef="#ctx0" brushRef="#br0" timeOffset="48651.92">11108 13022 467 0,'0'0'178'0,"0"0"-174"16,0 0 41-16,101 21-7 16,-63-14-5-16,-1 0-12 15,-7 1-11-15,-3-1-8 16,-10 5-2-16,-6-1 0 15,-3 3-3-15,-8 2-19 16,0 1-4-16,0-2 2 16,-6 0 16-16,-7 0 3 15,-1-3 4-15,5-3 1 16,-1 0-3-16,5-5 0 0,5-3 1 16,0 0-2-16,0-1 3 15,0 0 1-15,0 0 16 16,0 0 18-16,0 0-11 15,0 0-5-15,0 0-7 16,0 2-1-16,0-1-4 16,2 3-4-16,1 2-1 15,-1 2 0-15,0 2-1 16,-2 0 1-16,0 1-1 16,0 1 2-16,0 1-2 15,-4-2 3-15,-2 0-2 16,-1-3 1-16,3 0-1 0,2-3 0 15,1-2-1-15,1-3 2 16,0 0 1-16,0 0 5 16,0-3 9-16,9-19-7 15,16-6-10-15,5-8-25 16,1 2-11-16,-4 2 17 16,-5 3 3-16,0 2-9 15,-3 5 0-15,-1 4 9 16,-6 4 16-16,-3 5 1 15,-5 7 10-15,-2 2 11 16,2 0-22-16,0 5-5 16,1 10 5-16,1 5 0 15,0 4 1-15,-1 1 3 0,6 4 2 16,3 1-4 0,7-7-2-16,9-3 1 0,7-10 3 15,10-10-4-15,4 0 0 16,3-17-8-16,-5-10-8 15,-8-2 7-15,-9-2 9 16,-11-2 2-16,-7 0 5 16,-9 0 0-16,-5 2 25 15,-5 3-13-15,-13 5 1 16,-6 6-6-16,6 7-6 16,8 7-7-16,2 3-1 15,2 3-9-15,-3 18 7 0,5 6-1 16,4 6-6-1,0-1-7-15,3-5 2 0,17-8 4 16,12-7-2-16,7-10 8 16,8-2 4-16,-1-4 2 15,-8-11 0-15,-14 1 6 16,-11-1 17-16,-10 4 16 16,-3-1 2-16,0 4-20 15,0 1-6-15,-7 4-3 16,1 3-14-16,-2 0-2 15,2 24-6-15,-1 13 2 16,2 18 4-16,5 11 2 16,0 6 1-16,0 6 2 15,8-6 1-15,-2-7 1 16,-2-9-2-16,-2-12-1 0,-2-15 0 16,0-13-2-16,0-13 1 15,0-3 2-15,0 0 24 16,-6-20 41-16,-15-13-52 15,-11-9-16-15,0-1-18 16,4 0-14-16,17 6 2 16,11 1-13-16,18 2-33 15,24-4-48-15,10 1 17 16,13-3 28-16,6-2 29 16,4-2 43-16,-6 1 7 15,-8 2 22-15,-14 0 20 16,-13 9 3-16,-13 4 3 0,-9 8-10 15,-8 8 26-15,-2 8-18 16,-2 1-32-16,0 3-11 16,0 0-3-16,-15 12-8 15,-3 13 5-15,-4 11 0 16,2 2 3-16,2 5 0 16,5-2 0-16,7-7 0 15,6-5-1-15,0-11-3 16,18-7-14-16,0-11 15 15,3 0 3-15,-2 0 1 16,-4-15-1-16,-3-3 0 16,-5-2-1-16,-5-2-1 15,-2 6 2-15,0 1 5 0,0 3 17 16,0 6 6 0,0 5 1-16,0 1 2 0,0 0-31 15,0 9-4-15,0 16-4 16,9 13 7-16,5 10 1 15,5 10 3-15,0 4 4 16,-2-3-3-16,-4-5 1 16,-4-8-4-16,-6-15 0 15,0-11 1-15,-3-8-2 16,0-10 0-16,0-2 8 16,0 0 30-16,0 0 15 15,-15-15-3-15,-6-9-41 16,-6-7-9-16,0 0-1 15,8 4 1-15,6 4-3 0,5 6-4 16,6 6-14-16,2 3-14 16,0 2-13-16,17 1-83 15,11-6-79-15,12-6-189 16</inkml:trace>
  <inkml:trace contextRef="#ctx0" brushRef="#br0" timeOffset="48808.38">12916 13199 528 0,'0'0'107'15,"0"0"-18"-15,0 0 15 16,0 0-85-16,0 0-19 0,0 0-93 16,0 31-11-16,-2-17-139 15</inkml:trace>
  <inkml:trace contextRef="#ctx0" brushRef="#br0" timeOffset="55213.21">11947 14059 116 0,'0'0'62'0,"0"0"8"15,0 0-19-15,0 0-32 16,0 0 1-16,0 0-5 16,0 0 7-16,-7-34 5 15,4 30-10-15,0-1-6 0,-1 3 24 16,1-1-18-16,-1 0-8 16,1-1 3-16,-2 4-7 15,2-3 0-15,0 2 9 16,1-1 4-16,1-1-9 15,-1 2 14-15,2-2 21 16,0 1-23-16,0 2 10 16,-1-2-1-16,1 2-10 15,0-3 3-15,-2 3-8 16,2-3 12-16,0 0-2 16,0 2-9-16,0-1-3 15,0-2 7-15,-2 0-4 16,2-2-10-16,-3 0 4 0,3-2-2 15,0 0-2-15,0 0-3 16,0 3 1-16,0 1-2 16,0 3 3-16,-2 1-3 15,2 0-2-15,0 0-2 16,-1 0 0-16,1 0-2 16,0 0-6-16,0 8 2 15,0 10 7-15,0 7-2 16,0 11 2-16,0 10 0 15,0 12-1-15,-2 10 2 16,-5 0 1-16,-1 0 0 16,-2-5-1-16,2-6 4 0,2-8-4 15,0-9 0-15,2-8 0 16,-2-5-2-16,0 0-2 16,0-8-17-16,-3-1-43 15,0-7-42-15,2-8-91 16,1-3-277-16</inkml:trace>
  <inkml:trace contextRef="#ctx0" brushRef="#br0" timeOffset="55366.18">11812 14550 535 0,'0'0'75'15,"0"0"32"-15,0 0-31 0,0 0-50 16,0 0-26-16,0 0-33 15,5-13-69-15,2 26 12 16,-5-6-110-16</inkml:trace>
  <inkml:trace contextRef="#ctx0" brushRef="#br0" timeOffset="57110.65">9818 14800 79 0,'0'0'47'0,"0"0"-5"0,0 0 9 16,0 0-14-16,0 0-8 16,0 0 16-16,-76-36-25 15,71 30 12-15,-1 2 59 16,3 0-55-16,2 0 7 15,-1 2 2-15,1 2-14 16,1 0-27-16,0 0-4 16,0 0-1-16,0 0-23 15,0 0-9-15,13 0 27 16,11 0 6-16,12 0 2 16,13 0 0-16,14 6 0 15,20 1-1-15,22 0-1 0,17-3-2 16,23-2-29-1,17-2-15-15,14 0 26 0,17 0 20 16,14-6 2-16,13 0 11 16,12-3-3-16,8 0 0 15,5 1 5-15,-4-4 31 16,0 3-1-16,-9-1 1 16,-8 0-5-16,-6 4-14 15,-12 0 5-15,-9 2-20 16,-2 1-1-16,-9 2-10 15,-1 1 0-15,-4-1-1 16,-9 1-1-16,-6-2-3 16,-16 1 2-16,-15 1 1 15,-18 0 1-15,-19-3 0 0,-21 1 1 16,-23-1 1-16,-24 1-1 16,-18 0 3-16,-10-1 10 15,-2 1 27-15,0-3-41 16,-11 3-5-16,-14 2-54 15,-17 0-75-15,-3 0-69 16</inkml:trace>
  <inkml:trace contextRef="#ctx0" brushRef="#br0" timeOffset="57269.79">15158 14702 286 0,'0'0'256'0,"0"0"-199"16,0 0-57-16,0 0-88 15,0 0-256-15</inkml:trace>
  <inkml:trace contextRef="#ctx0" brushRef="#br0" timeOffset="58276.45">9651 14916 201 0,'0'0'98'0,"0"0"25"16,0 0-21-16,0 0-40 16,0 0-9-16,0 0-10 15,9-50-11-15,-9 50-14 0,0 0-18 16,0 22-3-16,0 12 3 16,0 16 7-16,-5 9 21 15,-12 8-6-15,2 5-10 16,-2-1-1-16,5-1-6 15,-1-7-3-15,7-8 1 16,4-9-3-16,2-9-13 16,0-10-30-16,12-7-24 15,7-14-54-15,4-6-82 16</inkml:trace>
  <inkml:trace contextRef="#ctx0" brushRef="#br0" timeOffset="59008.75">9094 15545 131 0,'0'0'93'16,"0"0"-21"-16,0 0-18 15,-95-30-17-15,64 24-3 16,2 1 6-16,1 2-16 16,7 0-8-16,5 0 14 15,2 2-8-15,7-1 13 16,2 1 15-16,4 1-35 15,-1 0-12-15,2 0-3 16,0 0-5-16,2 0-7 16,25 0 12-16,19 0 3 0,27 1 18 15,30-1 3-15,34 0 18 16,29 0 2 0,22-1-21-16,14-6-15 0,7 0-1 15,-7-2-7-15,-4 2-13 16,-19-3-7-16,-25 3 10 15,-26-1-44-15,-34 5 7 16,-31 3 15-16,-38 0-76 16,-25 0-101-16</inkml:trace>
  <inkml:trace contextRef="#ctx0" brushRef="#br0" timeOffset="59959.52">8889 15586 475 0,'0'0'87'16,"0"0"43"-16,0 0-43 15,0 0-56-15,0 0-31 16,0 0-4-16,-57 46 4 16,53 8 5-16,-6 9-2 15,-3 8 2-15,-2 3-4 16,0-2 1-16,4-2 0 15,6-8-1-15,3-10 0 16,2-11-1-16,0-12 0 16,3-9-2-16,8-10 2 15,1-4 0-15,3-5 0 16,5-1 0-16,9 0 4 0,8 0-4 16,8-7 2-16,7-2-2 15,6 1 1-15,10 2-3 16,9 2 0-16,11 3-3 15,12 1 0-15,13 0 1 16,10 0-13-16,7 0-4 16,6 0-21-16,3 0-28 15,-2-2 9-15,-5-7 19 16,-7 3 26-16,-11-4 16 16,-11 0 15-16,-11 2-5 15,-16-2 57-15,-20 3-21 0,-15-1 10 16,-17 4-2-1,-5 1-36-15,-10 3-9 0,-3 0-8 16,-3 0 0-16,-1-2-2 16,-2 2-8-16,0 0-11 15,0 0 2-15,0 0-2 16,0-2 8-16,1-1 5 16,6 1-30-16,4-3-17 15,1 2-34-15,-1-5-79 16</inkml:trace>
  <inkml:trace contextRef="#ctx0" brushRef="#br0" timeOffset="60275.55">10864 15509 472 0,'0'0'109'16,"0"0"9"-16,0 0-11 15,0 0-56-15,0 0-31 16,0 0-15-16,-30-51-5 16,30 56-3-16,0 16 3 15,8 11 1-15,0 18 3 16,0 12 9-16,-5 14-2 0,-3 10-3 15,0 5-7-15,-10 0 0 16,-9-9-1-16,0-10-45 16,-2-17-27-16,3-14-65 15,1-17-77-15</inkml:trace>
  <inkml:trace contextRef="#ctx0" brushRef="#br0" timeOffset="61056.11">9126 15746 508 0,'0'0'149'0,"0"0"-12"0,0 0-65 16,0 0-40-16,0 0-11 16,0 0-20-1,-41-11-1-15,22 31-1 16,4 3 0-16,5 4 0 0,8 5-1 16,2 0-3-16,12 2-11 15,12-4-13-15,15-9-11 16,6-6-30-16,10-15 12 15,7 0 20-15,1-22 17 16,-3-8-29-16,-10 1 7 16,-12 4 43-16,-13 5 22 15,-10 4 40-15,-10 5 42 16,-5 3 2-16,0 4-51 16,-5 0-40-16,-2 4-5 15,-1 0-10-15,6 0-1 16,0 5-4-16,2 10 3 0,0 1 1 15,0-2-7-15,10 1-4 16,4-3-15-16,2-6 7 16,8-6-3-16,-1 0-24 15,0 0-26-15,-5-13-14 16,-6-2-31-16,-5 1 7 16,-7 0 8-16,0 0-155 15</inkml:trace>
  <inkml:trace contextRef="#ctx0" brushRef="#br0" timeOffset="61272.68">9504 15609 456 0,'0'0'259'0,"0"0"-138"16,0 0-73-16,0 0-48 15,0 0-20-15,0 0-13 16,-23-39 6-16,23 48 10 16,3 8-25-16,6 3-3 15,1-2-97-15,-6 0-311 16</inkml:trace>
  <inkml:trace contextRef="#ctx0" brushRef="#br0" timeOffset="61694.35">9831 15810 762 0,'0'0'120'0,"0"0"-73"15,0 0-36-15,0 0-11 16,0 0-2-16,0 0-5 15,0-6 6-15,3 23-1 16,9 2 2-16,2 0-4 0,0-1-38 16,5-1-1-16,3-7-32 15,2-3-7-15,1-7-8 16,0 0 12-16,-7-8 10 16,-3-8 10-16,-7-1 58 15,1 0 10-15,-9 2 48 16,3 2 40-16,-3 7 64 15,0 0-40-15,0 6-79 16,1 0-31-16,4 0-12 16,2 0-7-16,3 0 5 15,7 0 1-15,1 3 0 16,4 4-8-16,3-3-7 16,-5 0-46-16,-4 1-40 0,-11-5-33 15,-5 0-269 1</inkml:trace>
  <inkml:trace contextRef="#ctx0" brushRef="#br0" timeOffset="61941.08">10034 15526 711 0,'0'0'158'0,"0"0"-82"15,0 0-46-15,0 0-30 16,0 0-45-16,0 0-3 16,21 10 17-16,9 21-78 15,-2 0-109-15</inkml:trace>
  <inkml:trace contextRef="#ctx0" brushRef="#br0" timeOffset="62272.33">10379 16027 516 0,'0'0'119'0,"0"0"-64"0,0 0-4 16,0 0-32-16,52-87-16 15,-30 51 3-15,-2-2 18 16,1-3 3-16,-3-1-17 16,-4 0-6-16,-7 1-2 15,-7 3 1-15,0 6 1 16,-19 9-3-16,-1 4 15 16,-1 10 5-16,4 7-14 15,5 2-3-15,2 5-4 16,5 18-6-16,2 12 3 15,3 8 3-15,0 9 0 16,20 4 0-16,12 3-2 0,11-3-9 16,16-7-53-1,11-16-68-15,12-21-114 0</inkml:trace>
  <inkml:trace contextRef="#ctx0" brushRef="#br0" timeOffset="62906.8">12764 14837 455 0,'0'0'151'16,"0"0"-19"-16,0 0-30 16,0 0-73-16,-36-74 12 15,34 68-5-15,2 3-15 0,0 3-7 16,0 0-14-1,0 19-15-15,0 23-12 0,2 15 23 16,2 18 0-16,-4 9-14 16,0 0-34-16,0-3-52 15,-6-12-83-15,-10-15-224 16</inkml:trace>
  <inkml:trace contextRef="#ctx0" brushRef="#br0" timeOffset="63256.71">11954 15504 498 0,'0'0'137'15,"0"0"-1"-15,0 0-60 16,0 0-42-16,0 0-18 15,0 0-10-15,-44-10-6 16,58 10-10-16,34 0 3 16,29 0 7-16,35-2 4 15,25-6-4-15,18 1 0 16,10-6-1-16,-6-4-11 16,-1 0-2-16,-13 2 10 15,-11 2-16-15,-13 5 15 16,-18 1-66-16,-20 3 69 0,-26 0-40 15,-26 3 34-15,-28 1-10 16,-12 0-31-16,-47 2-59 16,-28 10-224-16</inkml:trace>
  <inkml:trace contextRef="#ctx0" brushRef="#br0" timeOffset="63922.02">11933 15552 404 0,'0'0'109'0,"0"0"49"16,-87-29-49-16,77 28-67 16,9 1-25-16,1 0-17 15,0 23-10-15,0 11 10 0,10 15 15 16,3 9-8-1,4 5-1-15,-5 9 2 0,0 1-3 16,-4-1-4-16,-3-7-1 16,-2-11-5-16,-1-13-15 15,-2-10-6-15,3-9-8 16,1-11-21-16,1-5 21 16,5-3-8-16,3-3 32 15,10 0 10-15,8 0 1 16,14 0 2-16,9-8-1 15,11 4 5-15,13-1 7 16,8-2 0-16,9 0 3 16,13 1 1-16,12-5-1 15,6 0 0-15,10-5-9 0,-2-1-6 16,3 0-2-16,-2-3-1 16,-9 4 0-16,-14-2-9 15,-11-2-21-15,-15-1-10 16,-18-2 18-16,-17 1-1 15,-15 2-27-15,-17 6 9 16,-13 4 22-16,-6 4 20 16,0 6 0-16,-3 0-15 15,-10 0-55-15,-5 3-52 16,0 5-101-16</inkml:trace>
  <inkml:trace contextRef="#ctx0" brushRef="#br0" timeOffset="64187.77">13667 15494 805 0,'0'0'65'0,"0"0"8"16,0 0-4-16,0 0-47 15,0 0-22-15,0 0-2 0,-38-44-8 16,38 55 0 0,10 19 7-16,4 15 3 0,2 12 0 15,-5 9 0-15,-4 9-18 16,-7 4-22-16,0 2-28 16,-9-6-75-16,-13-12-161 15</inkml:trace>
  <inkml:trace contextRef="#ctx0" brushRef="#br0" timeOffset="64889.77">12423 15741 625 0,'0'0'176'15,"0"0"-88"-15,0 0-57 16,0 0-31-16,0 0-5 0,0 0 5 16,-25 82 1-1,16-42-1-15,4 8 1 0,2-1-1 16,3-3-8-16,0-8-20 16,0-12-16-16,0-11-32 15,3-13 3-15,4 0 7 16,0-22 59-16,4-15-61 15,-1-10 26-15,-1 1 42 16,-4 3 3-16,-2 10 79 16,0 11 32-16,-3 10 13 15,3 9-70-15,1 3-45 16,5 0-12-16,5 1-4 16,11 12 2-16,3 4 1 0,6-3-4 15,2 0-24 1,-1-4 4-16,-5-5 5 0,-10-5-9 15,-4 0 19-15,-9-4 10 16,-3-13 10-16,-1-6 1 16,-3-4 13-16,0 2-4 15,0 3-1-15,0 5 23 16,0 9-7-16,0 3-15 16,0 5-18-16,0 0-2 15,6 10-10-15,9 12 4 16,3 7 5-16,6 2 1 15,3 3-1-15,1 0-11 16,0-5-16-16,-3-2-15 16,-8-6-42-16,-5-8-106 0,-9-9-101 15</inkml:trace>
  <inkml:trace contextRef="#ctx0" brushRef="#br0" timeOffset="65219.93">12983 15920 24 0,'0'0'322'0,"0"0"-229"15,0 0-26-15,80-43-21 16,-63 29-15-16,-2-2 13 16,-5-1-13-16,-2 0 29 15,-7-1-6-15,-1 5 3 0,0-1-21 16,-10 2-19-16,-11 5-3 15,0 7-14-15,-3 0 0 16,5 6-3-16,1 12 0 16,8 6-13-16,5 4 4 15,5 0 0-15,0 3-14 16,22 1 4-16,11-8-4 16,5-6-1-16,5-10-40 15,3-8-27-15,-2-8-39 16,-2-14-40-16,-9-3-103 15</inkml:trace>
  <inkml:trace contextRef="#ctx0" brushRef="#br0" timeOffset="65721.83">13326 15827 69 0,'0'0'200'16,"0"0"-37"-1,0 0-36-15,0 0 33 0,0 0-26 16,0 0-77-16,-55-34-57 16,53 48-2-16,2 6 1 15,0 3-1-15,3 2 2 16,12 0-7-16,6-5-5 15,1-3-23-15,0-9-4 16,3-8 5-16,0 0 3 16,3-20 11-16,-1-11 9 15,-1-6 11-15,-2-7 9 16,-5 6 16-16,-8 1 26 16,-7 7-14-16,-4 3 9 15,0 9-13-15,-3 7 23 16,0 7-2-16,0 4-44 0,3 0-10 15,-2 12-16-15,1 15 12 16,1 7 3-16,0 3 1 16,1-1 0-16,14-2-13 15,2-4-15-15,-1-9-14 16,-4-6 11-16,0-9-24 16,-5-6 10-16,-2 0-30 15,1-9 69-15,-5-10-4 16,-1-3 10-16,0 2 15 15,0 3 13-15,-6 8 10 0,2 5-4 16,2 1-9 0,2 3-11-16,0 0-14 0,0 0-10 15,2 11 6-15,10 5 4 16,7 1 0-16,6 1 0 16,7-2 1-16,3-3-1 15,5-5-25-15,0-7-52 16,-3-1-129-16</inkml:trace>
  <inkml:trace contextRef="#ctx0" brushRef="#br0" timeOffset="66456.87">15289 14797 526 0,'0'0'175'0,"0"0"-84"16,0 0-83-16,0 0-8 0,0 0-6 15,0 0 6-15,-5 87 0 16,5-38 4-16,-4 12 7 16,-4 14-6-16,-2 11-1 15,-3 7-4-15,-7-3-93 16,-5-12-107-16</inkml:trace>
  <inkml:trace contextRef="#ctx0" brushRef="#br0" timeOffset="66901.71">14580 15744 573 0,'0'0'120'0,"0"0"-44"0,0 0-54 16,0 0-12-16,0 0-10 15,0 0-6-15,9-22-5 16,42 22 10-16,30-1 1 16,29-2 0-16,35-3 3 15,25-2-1-15,19-5-2 16,10-2-2-16,-3-2-9 15,-6 1 7-15,-17 3 4 16,-22 3 4-16,-22 6-4 16,-29 1-6-16,-31 3-52 15,-34 0-16-15,-35 0-173 16</inkml:trace>
  <inkml:trace contextRef="#ctx0" brushRef="#br0" timeOffset="67768.65">14592 15741 496 0,'0'0'167'0,"0"0"-42"16,0 0-67-16,0 0-29 16,0 0-11-16,0 0-18 15,-10-22-9-15,1 58 7 16,-4 14 2-16,-3 19 2 16,-4 8 3-16,1 3-5 15,0-2 1-15,2-10-1 16,5-10 0-16,7-10-6 15,5-11-12-15,0-5 12 16,12-12-11-16,19-9-32 0,18-9 15 16,15-2-23-1,19-2-22-15,12-9-19 0,5 0 30 16,5 3 42-16,8 7 26 16,5 1 8-16,6 0 13 15,3 0 23-15,-4 0-10 16,-2 3-7-16,-3 0 0 15,-5 0 53-15,0-3-21 16,-5 0-16-16,-1 0-20 16,-2 0-23-16,-7-5 2 15,-12-6-2-15,-16-5-58 16,-17-1 57-16,-17 3 1 16,-8 2 9-16,-7 6 2 15,-5 0-7-15,-5 3-2 16,-5 2-4-16,-3 1 2 0,-3 0 0 15,0 0-13-15,0 0-10 16,0 0 1-16,-5-1-30 16,-7-2-40-16,-1-2-37 15</inkml:trace>
  <inkml:trace contextRef="#ctx0" brushRef="#br0" timeOffset="68050.97">16691 15632 608 0,'0'0'66'16,"0"0"7"-16,0 0-12 16,0 0-43-16,0 0-16 15,-79-38-2-15,70 59-2 16,0 16 2-16,2 15 4 15,-1 13 0-15,2 16-1 16,3 7-2-16,0 1 0 16,0-5-1-16,-3-16-8 15,0-7-54-15,-5-15-17 16,-3-10-51-16,-5-12-166 16</inkml:trace>
  <inkml:trace contextRef="#ctx0" brushRef="#br0" timeOffset="68630.93">14955 15899 423 0,'0'0'71'15,"0"0"-12"-15,0 0-38 16,0 0-8-16,0 0 39 16,-47 74-6-16,47-40-6 15,0 5-10-15,0 2-1 16,6 3-15-16,8-1-8 15,2-2-6-15,-1-7-36 16,5-7-61-16,0-12-30 16,5-9-41-16,3-6-164 0</inkml:trace>
  <inkml:trace contextRef="#ctx0" brushRef="#br0" timeOffset="68864.29">14964 15886 614 0,'0'0'101'0,"0"0"-11"15,0 0-75-15,0 0-15 16,0 0-8-16,104-33-11 0,-63 30-14 15,5 0-42-15,-8 0-44 16,-5-1-135-16</inkml:trace>
  <inkml:trace contextRef="#ctx0" brushRef="#br0" timeOffset="69217.71">14900 16054 427 0,'0'0'42'0,"0"0"21"0,0 0-21 16,0 0-10-1,101 47-17-15,-56-47-8 0,5 0-7 16,0-16-1-16,1-7-27 16,-9-10 28-16,-3-1-7 15,-9-7 1-15,-10 3 6 16,-8 6 11-16,-12 7 42 15,0 9 50-15,0 4-14 16,-10 5-40-16,5 7-4 16,0 0-14-16,4 3-31 15,-1 20-7-15,2 14 7 16,0 13 0-16,0 6 1 16,17 4-1-16,5-6 0 15,5-7-25-15,-2-10-40 16,-2-12-42-16,-1-11-97 0,-7-12-295 15</inkml:trace>
  <inkml:trace contextRef="#ctx0" brushRef="#br0" timeOffset="69931.9">15557 16084 162 0,'0'0'60'0,"0"0"-15"15,0 0 52-15,0 0-27 0,0 0-19 16,0 0-24 0,49-28-15-16,-38 15 16 0,-3-1 9 15,-7-6 6-15,-1 1-16 16,0 1 6-16,-6 2-15 16,-9 7 11-16,-3 4-11 15,1 5-8-15,3 0-10 16,5 20-2-16,6 4-2 15,3 2 4-15,3 3-15 16,17 0-8-16,9-3-28 16,6-10-17-16,9-9 22 15,1-7-10-15,3-4 35 16,-5-17 19-16,-6-7 2 16,-6-1 3-16,-11-3-3 15,-6 3 42-15,-6 4 15 0,-5 4 24 16,-3 8-47-1,0 4 11-15,0 5 2 0,0 4-29 16,0 0-13-16,-9 0-4 16,-5 9-1-16,-5 9 0 15,-1 7 1-15,0 5 4 16,-1 6-2-16,-1 1 0 16,3 3-1-16,5-1 0 15,7-3-1-15,7-5-2 16,0-9-3-16,22-8-27 15,19-9 5-15,16-5 19 16,7-5-8-16,4-18-14 0,-4-10 21 16,-7-7 2-1,-12-4 6-15,-12-1 2 0,-14-1 8 16,-15 2 12-16,-4-2 31 16,-9 3-6-16,-18 9-3 15,-2 4 0-15,2 11-18 16,9 11-7-16,7 8-14 15,4 0-5-15,-1 18-6 16,-3 18 4-16,-2 11 0 16,3 10 2-16,-2 4-3 15,4 0-7-15,4-1-23 16,1-7-20-16,3-9-71 16,0-13-69-16,0-19-256 0</inkml:trace>
  <inkml:trace contextRef="#ctx0" brushRef="#br0" timeOffset="70153.44">16132 16054 573 0,'0'0'98'0,"0"0"-46"16,0 0-26-16,0 0-8 16,80 10 1-16,-71 17 8 15,-6 2-4-15,-3 2-2 16,0-1-5-16,0-5-9 15,-3-2-3-15,-4-6 0 0,1-2-4 16,4-3-9 0,2-8-61-16,0-4-39 0,6 0-19 15,11-16-63-15,3-8-131 16</inkml:trace>
  <inkml:trace contextRef="#ctx0" brushRef="#br0" timeOffset="70297.97">16343 16101 220 0,'0'0'178'0,"0"0"-45"16,52-76-39-16,-42 68-68 15,-4 8-22-15,-3 0-4 16,-3 12 0-16,0 10 9 16,0 6 24-16,0 2-20 15,-9-2-7-15,-1-5-6 16,-1-4-5-16,5-4-71 16,0-11-125-16</inkml:trace>
  <inkml:trace contextRef="#ctx0" brushRef="#br0" timeOffset="70490.84">16428 15827 762 0,'0'0'43'16,"0"0"-43"-16,0 0-1 15,0 0 0-15,20 84-2 16,-4-45-39-16,2-3-27 15,5-5 10-15,0-7-76 16,1-9-21-16,-6-9-61 0</inkml:trace>
  <inkml:trace contextRef="#ctx0" brushRef="#br0" timeOffset="71032.19">16588 16065 73 0,'0'0'269'0,"0"0"-108"16,0 0-41-16,0 0-28 16,0 0-20-16,-91 0-43 15,76 14-15-15,2 5-11 16,5-1-3-16,7-1 0 15,1 0-2-15,0-2-13 16,12-5-24-16,7-4-4 16,8-6 20-16,-1 0-4 15,6-10-20-15,-6-11 2 16,-4-3 33-16,-6-3 12 16,-8 3 30-16,-5 3 47 15,-3 3-1-15,0 4-3 16,0 4-25-16,0 5-3 0,-2 4-14 15,2 1-30-15,0 0-1 16,0 3-8-16,0 13 5 16,0 4 3-16,0 3-1 15,2 1-10-15,4-3-14 16,1-3 8-16,5-4-14 16,0-8-21-16,3-6 10 15,2 0 27-15,3-14 9 16,4-11-11-16,1-5-16 15,0-4 4-15,-3-4 8 16,-2 0-11-16,-6 2-10 16,-6 1 20-16,-8 8 22 0,0 3 14 15,0 7 113-15,-9 4-3 16,4 6-36-16,1 7-28 16,0 0-49-16,-3 20-11 15,-6 24-3-15,-1 12 3 16,-4 9 3-16,5 2-3 15,3-1 0-15,8-3-18 16,2-8-24-16,8-10-16 16,16-12-58-16,7-19-55 15,3-14-371-15</inkml:trace>
  <inkml:trace contextRef="#ctx0" brushRef="#br0" timeOffset="71698.74">16624 15707 235 0,'0'0'227'16,"0"0"-119"-16,0 0-53 15,0 0-41-15,0 0-14 16,0 0 7-16,64-9 3 15,-18 9-6-15,9 0 2 16,5 0-1-16,4 0-3 16,-1-3 12-16,-11-5 9 15,-13 0 15-15,-12 0 28 16,-14 5-15-16,-8 3-15 16,-4 0-28-16,-1 0-8 15,0 18-6-15,0 8 1 0,-10 10 5 16,-10 6 1-16,1 8 1 15,0 9 4 1,2 5-4-16,5 5-1 0,3 1 6 16,3-5-6-16,1-6 2 15,5-5 0-15,0-10 0 16,0-12-2-16,0-13-1 16,7-9 0-16,-6-8 0 15,-1-2 1-15,0 0-1 16,0 0 9-16,0-12 2 15,0-7-1-15,-5-5-5 0,-11 2 0 16,-6 2-5 0,-11 6 0-16,-13 8-6 0,-17 6-11 15,-7 0-8-15,2 16 10 16,5 0-30-16,10 1 2 16,13 1-10-16,9 1-23 15,10-3-88-15,13-5-268 16</inkml:trace>
  <inkml:trace contextRef="#ctx0" brushRef="#br0" timeOffset="71862.63">16619 16387 592 0,'0'0'155'0,"0"0"-48"15,0 0-32-15,0 0-53 0,0 0-22 16,0 0-59-1,-22-20-141-15,16 22-77 0</inkml:trace>
  <inkml:trace contextRef="#ctx0" brushRef="#br0" timeOffset="80789.87">9719 16332 50 0,'0'0'11'16,"0"0"-10"-16,0 0 1 15,0 0 3-15,0 0 12 16,0 0 17-16,0 0 10 16,0 0 12-16,0 0 17 15,0 0-15-15,0 0-3 16,-1 0-13-16,-1 0-17 0,0-3-2 15,2-1-11-15,-3-1-6 16,0 2-1-16,3 1 7 16,-2-1 17-16,1 2-6 15,-1 0-7-15,2 1-8 16,0 0-7-16,0 0 0 16,0 0-1-16,0 0 0 15,0 0 1-15,0-2 6 16,-1 1 17-16,-1-3 8 15,-1 1-15-15,3-2 10 0,0 3 23 16,-2-1-32 0,2 1 6-16,0 2-5 0,0 0-9 15,0 0-10-15,0 2-3 16,0 16-3-16,2 15 3 16,3 11 1-16,-4 7 2 15,-1 8 3-15,0 0-1 16,0-3-2-16,0-7 2 15,2-9 0-15,-1-6-2 16,4-10-3-16,-2-12 3 16,1-4-3-16,3-8-21 15,4-5-37-15,2-22-23 16,-1-9-389-16</inkml:trace>
  <inkml:trace contextRef="#ctx0" brushRef="#br0" timeOffset="82071.43">8088 16781 49 0,'0'0'49'15,"-102"0"26"-15,51 0 18 16,7 1-21-16,0-1-28 15,7 0 2-15,1 0-6 16,5 0 10-16,1 0-32 16,6 0 12-16,2 0-22 15,5 0-3-15,9 0 1 16,3 0 8-16,5 0-14 16,0 0-2-16,0 3-14 15,13 3-5-15,15 2 21 0,10-1-5 16,4-2 5-16,10 2 0 15,8-3-1-15,10-1 1 16,21-1 1-16,15-2 13 16,9 0 10-16,13 0-8 15,-1 0-1-15,0-2-1 16,3 0 5-16,-1-2-12 16,4 0 0-16,6 0-4 15,1-5 4-15,1 1 9 16,-2 2-1-16,-6 0-8 15,-12 1 0-15,-8 2-3 16,-6 3-1-16,-8 0-3 0,-5 0 0 16,-3 0 5-16,-5 0-5 15,-5 0 2-15,-5 0 0 16,-2 0 4-16,-8 0-2 16,-6 0 1-16,-7 0-5 15,-9 0 3-15,-7 0-1 16,-5 0-2-16,-4 0 0 15,0 0 0-15,4 0 0 16,1 0-2-16,4 0 0 16,-3 0-1-16,-4 0 3 15,-3 0 0-15,-10 0 0 16,-4 0 0-16,-6-2 12 16,-3 1 33-16,-2-1-13 15,5 2-32-15,6 0 1 16,3 0-1-16,7 0 1 0,3 0-1 15,2 0-2-15,3 2 0 16,-2 1-2-16,-4 0 3 16,-2-1 1-16,-10-2 0 15,-6 0 0-15,-5 3 0 16,-2 6-16-16,-22 6-67 16,-23 1-6-16,-22-3-415 15</inkml:trace>
  <inkml:trace contextRef="#ctx0" brushRef="#br0" timeOffset="82985.73">7747 16862 445 0,'0'0'154'0,"0"0"-57"0,0 0-5 16,0 0-41 0,0 0-39-16,0 0-11 0,-28-30-1 15,28 35-8-15,2 19 3 16,7 7 5-16,0 10 1 16,-2 6-1-16,-3 6-1 15,-1 3 0-15,-3-3-33 16,0-4-28-16,0-9-11 15,0-10-41-15,0-6-86 16</inkml:trace>
  <inkml:trace contextRef="#ctx0" brushRef="#br0" timeOffset="83752.65">9889 16929 186 0,'0'0'222'16,"0"0"-20"-16,0 0-138 0,0 0 37 15,0 0-39-15,0 0-45 16,0-41-8-16,0 41-9 16,0 0-1-16,0 7-5 15,0 13 0-15,5 12 4 16,2 11 2-16,-2 10 3 15,1 7-3-15,-2-6-57 16,2-4-42-16,0-13-47 16,3-9-24-16</inkml:trace>
  <inkml:trace contextRef="#ctx0" brushRef="#br0" timeOffset="84420.15">11491 16832 446 0,'0'0'217'0,"0"0"-75"16,0 0-110-16,0 0-32 15,0 0-7-15,0 0 5 0,-7 73 2 16,2-32 3 0,4 7 2-16,1 1-5 0,0 3-1 15,0-2-47-15,3-7-21 16,3-7-57-16,-3-11-135 16</inkml:trace>
  <inkml:trace contextRef="#ctx0" brushRef="#br0" timeOffset="84607.59">11484 17195 307 0,'0'0'571'0,"0"0"-555"0,0 0-16 16,0 0-69-1,0 0-75-15,0 0-28 0,0 0-337 16</inkml:trace>
  <inkml:trace contextRef="#ctx0" brushRef="#br0" timeOffset="92692.51">7197 17349 161 0,'0'0'59'0,"0"0"8"16,0 0-8-16,0 0-13 16,0 0 25-16,0 0 21 0,0 0-25 15,-79 3-38-15,79-3 10 16,0-2 24-16,0 0-32 15,0-1-23-15,12 1-7 16,6-1-1-16,6 1 0 16,3 2 0-16,8 0 0 15,4 0 0-15,9 0-1 16,4 0 2-16,11 0-1 16,13 0 0-16,12 0 1 15,10-2-3-15,1-6-14 16,-5 1 0-16,-9-1-5 15,-9-1 5-15,-9 4 7 0,-17 3 9 16,-17-2 0-16,-16 4 1 16,-7 0-2-16,-10 0-2 15,0 0 3-15,-17 11 0 16,-10 6 0-16,-9 3-27 16,-9-1-70-16,-4-5-106 15</inkml:trace>
  <inkml:trace contextRef="#ctx0" brushRef="#br0" timeOffset="93408.77">7048 17461 286 0,'0'0'93'0,"0"0"73"0,0 0-73 16,0 0-24-16,0 0 18 15,0 0-50-15,-15-33 3 16,14 33-27-16,-3 5-13 16,-3 16-1-16,-2 15 1 15,-3 13 6-15,-1 4 3 16,1 0-2-16,4-2-5 15,5-6-1-15,3-6-1 16,0-7 1-16,0-4-2 16,3-5 2-16,7-6-2 15,0-6 1-15,-3-3-6 16,-1-5 4-16,0-3-1 0,0 0 3 16,3 0 2-16,6 0-2 15,6 0 0-15,6 0 2 16,7 3-2-16,11-2 1 15,10 4 0-15,11-1-1 16,5-4 0-16,-1 0 0 16,1 0-7-16,0 0 7 15,2-6 0-15,0-4-3 16,-3-1 2-16,-10 1 2 16,-15 1 0-16,-12 3 1 15,-14 1-4-15,-8 3 2 16,-6 1-1-16,-5-1 0 15,0 1 0-15,0-1-4 16,-8 2-13-16,-8-1-24 16,0 1-6-16,1 0-21 0,2-5-25 15,6-4-59-15,6-2-168 16</inkml:trace>
  <inkml:trace contextRef="#ctx0" brushRef="#br0" timeOffset="93708.75">8150 17437 445 0,'0'0'120'16,"0"0"3"-16,0 0-2 16,0 0-64-16,0 0-17 0,0 0-6 15,0-51-15-15,0 51-7 16,0 0-12-16,0 0-4 15,-1 14 1-15,-1 9 1 16,-1 10 2-16,0 9 1 16,-4 8-1-16,-2 1 3 15,1 4-3-15,-2-5-4 16,0-7-11-16,5-4 8 16,4-9-12-16,1-5-42 15,0-5-15-15,3-11-66 16,6-9-142-16</inkml:trace>
  <inkml:trace contextRef="#ctx0" brushRef="#br0" timeOffset="94408.53">9461 17386 244 0,'0'0'156'0,"0"0"-88"16,0 0 23-16,0 0-18 15,0 0-27-15,0 0-3 16,-55-25-20-16,54 25 18 16,1-1-13-16,0 1-20 15,1 0-1-15,26 0-5 0,18 0 7 16,20-3 13 0,15-4-12-16,15 1-3 0,5-5-5 15,1 2-2-15,-1-1-8 16,-6 0-35-16,-9 3-8 15,-7 0 19-15,-14 2-11 16,-14 2 17-16,-17-1-14 16,-19 4-9-16,-14 0-41 15,-9 4-59-15,-28 4-175 16</inkml:trace>
  <inkml:trace contextRef="#ctx0" brushRef="#br0" timeOffset="95151.37">9185 17423 413 0,'0'0'138'0,"0"0"69"16,0 0-129-16,0 0-12 15,0 0-33-15,0 0 0 16,0-29-33-16,0 41-8 16,0 20 4-16,0 13 4 15,0 11 2-15,0 0-2 16,0 0-2-16,0-3-18 15,0-10-10-15,0-4 1 16,0-6 13-16,0-11 16 16,5-5 0-16,5-5-9 0,-1-4 1 15,3-3 3-15,3-2 0 16,5-3-3-16,5 0 2 16,8 0 6-16,10-8 0 15,6-1 6-15,9-2 4 16,4-1 2-16,3 1-8 15,1 0 0-15,-2-2-4 16,0 1 3-16,-3-1-3 16,0 4-14-16,0-2 14 15,-4 2-2-15,-6-2-28 0,-2 2-8 16,-8-1 18 0,-7 3 1-16,0 2 14 0,-16 1 5 15,-2 2 0-15,-11 1 0 16,-5 1 0-16,0 0 15 15,0-2 10-15,0 2-5 16,0 0-15-16,0-1-5 16,0 0-8-16,0-4-49 15,0-3-31-15,0-4-193 16</inkml:trace>
  <inkml:trace contextRef="#ctx0" brushRef="#br0" timeOffset="95457.82">10459 17319 662 0,'0'0'123'15,"0"0"-78"-15,0 0-40 16,0 0-5-16,0 0 0 15,0 0 0-15,-45 51-1 16,45-25 1-16,0 8-1 16,0 8 2-16,0 9 0 15,0 4 0-15,-2 1-1 16,-9-2-7-16,-1-5-42 0,-1-6 1 16,2-7 46-16,5-8-1 15,6-11-47-15,0-8-58 16,0-9-57-16</inkml:trace>
  <inkml:trace contextRef="#ctx0" brushRef="#br0" timeOffset="96189.68">11036 17374 495 0,'0'0'133'0,"0"0"-102"16,0 0-20-16,0 0 3 16,-34 80 3-16,26-39 1 15,-3 4-12-15,1 2 0 16,-3 0-4-16,-2-7-2 16,5-5 4-16,1-4-4 15,5-8 1-15,2-6-1 16,2-6 0-16,0-3 0 15,0-7-4-15,15-1 4 16,6 0 16-16,6 0-3 0,3 0-3 16,7 0 9-16,6 2 8 15,4 1-3-15,6 2-11 16,10-4 1-16,11 1-1 16,10-2 6-16,3 0-11 15,-1 0-3-15,-4 0-1 16,-9-8-1-16,-3-2 0 15,-9 1-2-15,-11 0 0 16,-16 1 0-16,-14 5-1 16,-12 1 2-16,-8 1-4 15,0-1 0-15,-18 2-22 16,-10 0-17-16,-5 0-24 16,2 0-41-16,1 0-38 0,2 0-195 15</inkml:trace>
  <inkml:trace contextRef="#ctx0" brushRef="#br0" timeOffset="96755.4">11094 17324 362 0,'0'0'53'16,"0"0"120"-16,0 0-171 15,0 0 29-15,0 0-10 16,0 0 25-16,13-41-10 15,4 41-21-15,3 0 3 16,10 0-2-16,10 5-2 16,11 6-9-16,14 0-3 15,15-2 5-15,12-9-6 16,8 0-1-16,-2 0 0 0,-4 0-6 16,-12-6-1-16,-13 0 5 15,-10 1-1 1,-12 0-2-16,-10-2-11 0,-10 4 7 15,-14 1 5-15,-7 2 4 16,-6 0 0-16,0 0 33 16,0 0 13-16,0 0-19 15,-6 8-27-15,-11 15 1 16,-3 11 5-16,-4 10-4 16,2 4 1-16,4 5-1 15,3 1 0-15,4-1-2 16,5-5 2-16,3-4-4 15,3-8 2-15,0-6-16 16,0-7-24-16,3-6-18 0,2-5-62 16,-1-8-91-16</inkml:trace>
  <inkml:trace contextRef="#ctx0" brushRef="#br0" timeOffset="96929.32">12028 17684 840 0,'0'0'84'16,"0"0"-40"-16,0 0-44 15,0 0 0-15,0 0-46 16,0 0-2-16,-11-10-64 0,15 10-81 16,0 0-356-16</inkml:trace>
  <inkml:trace contextRef="#ctx0" brushRef="#br0" timeOffset="97905.93">13459 16157 345 0,'0'0'114'16,"0"0"14"-16,0 0-60 16,0 0-4-16,0 0-59 15,0 0-5-15,0 11 0 16,0 19 3-16,-2 9 9 15,-5 7 6-15,-3 10-4 16,2 7 4-16,-1 0-12 16,3 4-4-16,0-4-2 0,2-2-39 15,0-5-60-15,2-13-110 16</inkml:trace>
  <inkml:trace contextRef="#ctx0" brushRef="#br0" timeOffset="98737.61">12780 16847 243 0,'0'0'212'0,"0"0"-93"16,0 0-28-16,0 0-25 16,0 0-42-16,0 0-8 15,-51-34-1-15,51 34 3 16,5-2-5-16,26-1-12 15,18 0 3-15,18-4 5 16,18 0-2-16,20 2-2 16,16-2-4-16,17 0-1 0,1-2 0 15,-6-2-40-15,-16 2 4 16,-16-1-22-16,-21 3 10 16,-18 0 29-16,-24 1 19 15,-20 5-2-15,-18 1 3 16,-6 0-2-16,-28 7-25 15,-18 7-64-15,-11 1-321 16</inkml:trace>
  <inkml:trace contextRef="#ctx0" brushRef="#br0" timeOffset="99268.52">12905 16920 400 0,'0'0'95'16,"0"0"24"-16,0 0-56 0,0 0-16 16,0 0 0-1,0 0-38-15,-1-4-4 0,-6 27-1 16,1 8 18-16,3 14-7 15,3 5-11-15,0 5-3 16,0-2-1-16,16-4-23 16,-3-8-58-16,0-11-107 15,-2-10-262-15</inkml:trace>
  <inkml:trace contextRef="#ctx0" brushRef="#br0" timeOffset="99635.78">12706 17377 521 0,'0'0'154'0,"0"0"-91"16,0 0-21-16,0 0-38 16,0 0-4-16,0 0 0 15,26-27-1-15,2 26 1 0,9-1 0 16,10-2 0 0,7-3 0-16,9 2 1 0,5-3-1 15,-1-2 1-15,-3-1-2 16,-7 2-5-16,-9 1-20 15,-8 1-7-15,-15 3 0 16,-13 3-15-16,-12 1-41 16,-4 0 14-16,-26 0-128 15</inkml:trace>
  <inkml:trace contextRef="#ctx0" brushRef="#br0" timeOffset="100119.32">12531 17397 566 0,'0'0'194'0,"0"0"-97"16,0 0-54-16,0 0-31 15,0 0-11-15,0 0 13 16,36 52 2-16,-29-20-13 15,-1 7 2-15,-4 0-3 16,-2 3-2-16,0-2 0 16,0-2-11-16,-3-4-28 15,3-7 9-15,-2-8 3 16,2-5 5-16,0-6-7 0,0-3 11 16,11-5 9-16,8 0 9 15,11 0 4-15,6-3-1 16,7-9-2-16,5 0-1 15,1 0-1-15,-3 0-6 16,-1 0 6-16,-5 2-1 16,-1 2 1-16,-5-1 1 15,-2 3 4-15,-5 0-4 16,-5-1 1-16,-6 4-1 16,-4-1-6-16,-4-1-19 15,-4-2-43-15,-2-3 13 16,-1-2 7-16,2-1-4 15,0-3-34-15,1-1 16 16,1 0-63-16,-2 2-69 16</inkml:trace>
  <inkml:trace contextRef="#ctx0" brushRef="#br0" timeOffset="100318.53">13168 17397 384 0,'0'0'179'0,"0"0"-2"16,0 0-73-16,0 0-35 15,0 0-20-15,0 0-31 16,-28-34-18-16,28 45-6 16,0 12 5-16,0 13 1 15,0 6 0-15,0 3 1 16,0-1-1-16,0-2-28 16,0-3-28-16,0-7-78 0,0-10-122 15</inkml:trace>
  <inkml:trace contextRef="#ctx0" brushRef="#br0" timeOffset="100818.38">13830 16832 242 0,'0'0'103'0,"0"0"24"15,0 0-4-15,0 0-23 0,0 0-7 16,0 0-27-16,2-58-18 15,-1 53-22-15,2 5-16 16,3 0-10-16,4 8-3 16,0 17 0-16,-6 14 0 15,-4 9 3-15,0 10-3 16,-7 6-20-16,-14 2-33 16,0-3-83-16,-5-13-119 15</inkml:trace>
  <inkml:trace contextRef="#ctx0" brushRef="#br0" timeOffset="101083.99">13633 17231 428 0,'0'0'12'0,"0"0"-10"16,0 0 10-16,0 0 2 15,0 0 30-15,0 0-21 16,11 34 10-16,5-31-13 16,7-2 19-16,8-1-22 15,5 0 4-15,7 0-7 0,9-1-1 16,5-12-4 0,4 2-3-16,3 1-6 0,-7 0-19 15,-6 1-70-15,-13 1-52 16,-15 0-170-16</inkml:trace>
  <inkml:trace contextRef="#ctx0" brushRef="#br0" timeOffset="101885.36">13578 17331 143 0,'0'0'379'15,"0"0"-214"-15,0 0-97 16,0 0-47-16,0 0-13 15,0 0-6-15,-4 39 1 16,3-9 13-16,-4 4-1 16,-3 7-6-16,-1 3-4 15,-1-5-2-15,-2 1-3 16,4-7-1-16,4-3-25 16,4-7-12-16,0-8-34 15,3-6 20-15,15-8-24 0,10-1 45 16,4-3-15-16,8-15 29 15,-1-3 17-15,1-1 3 16,1-3 77-16,-3 6-4 16,-1 3-23-16,-2 4-16 15,-1 3-8-15,3 3 10 16,-3-1-21-16,-5 4-5 16,-4-3 8-16,-7 3-11 15,-5-2 6-15,-1 0-1 16,-3 2-15-16,0 0 2 15,-4 0-2-15,-2 2 0 0,3 1-15 16,-3-4-3 0,1 4 5-16,1-5 2 0,-4 0 11 15,-1-5 0-15,0-2 1 16,0-5-1-16,0-5 1 16,0-2 0-16,0-2 0 15,-3-3 0-15,-4 0 7 16,1 1 10-16,0 3-11 15,-3 0 8-15,4 8 0 16,-1 3-8-16,3 4-6 16,2 5 0-16,1 3 0 15,0 2-1-15,0 0 0 16,0 5-5-16,0 12 1 16,3 9 4-16,-2 7 0 0,-1 3 5 15,0 0-1-15,0 1 0 16,0-3-3-16,0-2 0 15,0-6-1-15,0-3-15 16,0-7-35-16,-1-5-70 16,1-8-97-16</inkml:trace>
  <inkml:trace contextRef="#ctx0" brushRef="#br0" timeOffset="102052.64">14090 17403 863 0,'0'0'94'0,"0"0"-59"0,0 0-35 16,0 0-31-16,0 0-10 15,0 0-19-15,9 3-71 16,1-1-146-16</inkml:trace>
  <inkml:trace contextRef="#ctx0" brushRef="#br0" timeOffset="102833.88">16317 16530 212 0,'0'0'126'15,"0"0"27"-15,0 0-56 16,0 0-8-16,0 0-24 15,0 0-1-15,-8-43-34 16,8 37 0-16,0 4-4 0,0 2 11 16,0 0-26-16,0 0-11 15,0 10-10-15,0 18 5 16,0 16 5-16,0 10-1 16,0 10-6-16,-13 4-33 15,-1 4-69-15,-2-5-93 16,2-12 12-16</inkml:trace>
  <inkml:trace contextRef="#ctx0" brushRef="#br0" timeOffset="103315.41">15544 17129 129 0,'0'0'119'0,"0"0"-48"16,0 0 2-16,0 0-23 15,0 0 27-15,0 0-17 16,-53-14 0-16,53 11-17 0,7-3-26 16,15-2-9-16,14-3-4 15,13-2 11-15,17-2 8 16,16-2 4-16,21-1-3 16,21 3 6-16,19 3-18 15,16-2-6-15,10 1-4 16,4 4-2-16,-3-4-2 15,-10 2 0-15,-10 1-2 16,-12 2-7-16,-16 2-1 16,-19 1 12-16,-18 2 0 15,-24 1-9-15,-19 1-25 16,-19 1-16-16,-17 0 16 0,-6 0-36 16,-20 0 7-16,-21 0-122 15</inkml:trace>
  <inkml:trace contextRef="#ctx0" brushRef="#br0" timeOffset="103961.77">15396 17208 334 0,'0'0'29'0,"0"0"14"0,0 0 42 16,0 0-7 0,0 0-18-16,0 0 1 0,65-1-9 15,-60 12-13-15,0 9 1 16,-2 3-24-16,-1 10-8 16,-1 6-3-16,1 5-5 15,-1 2-21-15,3-5-83 16,3-7-54-16,6-8-124 15</inkml:trace>
  <inkml:trace contextRef="#ctx0" brushRef="#br0" timeOffset="104565.78">17561 16875 376 0,'0'0'70'0,"0"0"16"16,0 0-4-16,0 0-18 0,0 0 11 15,0 0-15-15,1-42-38 16,-1 46-22-16,0 20 0 15,0 9 0-15,0 12 13 16,0 14-2-16,0 10-7 16,-1 1-4-16,-1-3 0 15,2-10-28-15,0-7-38 16,0-6-18-16,0-8 66 16,3-8-39-16,2-11-138 15,-3-11-110-15</inkml:trace>
  <inkml:trace contextRef="#ctx0" brushRef="#br0" timeOffset="106246.1">15210 17531 198 0,'0'0'110'16,"0"0"-33"-16,0 0-1 15,0 0-11-15,0 0 2 16,0 0-3-16,-72-8-7 16,72 5 4-16,0-2-36 15,21-1-22-15,10-1-2 0,8 3 1 16,9 1 2-1,1 3-4-15,5 0 3 0,3 0-3 16,2 0-2 0,1 0 2-16,0 0 2 0,-4 0-1 15,-7-3-1-15,-8 1 2 16,-15 1-4-16,-15 0 0 16,-11-1-5-16,0-1 6 15,-19 1-7-15,-4-1-12 16,-8 0 11-16,-6 1-10 15,-4 2-21-15,-11 0-47 16,-4 0-58-16,-11 0-251 16</inkml:trace>
  <inkml:trace contextRef="#ctx0" brushRef="#br0" timeOffset="106945.07">15076 17506 323 0,'0'0'142'0,"0"0"-1"16,0 0-43-16,0 0-41 15,0 0-34-15,0 0-7 16,-27 26 6-16,27 0 7 16,0 3-12-16,0 1-11 15,0 4-1-15,-2-1-2 16,-1 1-3-16,-2-5-7 16,1 0-7-16,3-6 1 15,1-6-2-15,0-3 6 16,0-3-12-16,0-2-7 0,10-4-7 15,5-2 16 1,-1-3 17-16,-1 0 4 0,5 0-2 16,1 0 1-1,4 0 4-15,5-2-1 0,8-1-4 16,4-1 1-16,7 4 0 16,6 0 0-16,7 0 1 15,9 0 8-15,2 0-8 16,-1 0-2-16,-1 0 0 15,-9 0-14-15,-8 0 10 16,-14 0 4-16,-11 0 0 16,-11 0 1-16,-9 0 7 15,-4 0 30-15,0 0-15 16,-2 0-21-16,-1-5 5 0,0 0-4 16,0-2-3-1,0-3-23-15,-1-2-17 0,-7-4-2 16,0-4-38-16,3-2 14 15,2-4 23-15,3-1 18 16,0 2 1-16,0-1 24 16,0 4 7-16,8 2 9 15,2 4 8-15,-3 4 27 16,-1-1 6-16,0 6 14 16,-3-2 17-16,-2 5-32 15,-1 3-7-15,0-1-8 16,0 2-10-16,1 0-31 15,-1 6-3-15,0 14-4 16,0 10 7-16,0 6 1 16,0 4 1-16,-2 2 1 0,-1-2-3 15,-1-5 0-15,4-2-14 16,0-2-26-16,0-4-35 16,16-7-72-16,5-6-110 15</inkml:trace>
  <inkml:trace contextRef="#ctx0" brushRef="#br0" timeOffset="107561.41">17207 17399 370 0,'0'0'80'0,"0"0"-22"15,0 0-13-15,0 0-32 16,0 0-12-16,0 0 9 0,0 21 26 16,37-13 8-16,11-2-7 15,15-3-25-15,6-3-4 16,5 0 0-16,4 0-4 15,2 0 3-15,2-9 2 16,-7 0-5-16,-11 1-1 16,-19 0-3-16,-20 2 3 15,-19 5-3-15,-6 1-4 16,-21 0-36-16,-19 7-44 16,-12 6-34-16,-10 1-127 15</inkml:trace>
  <inkml:trace contextRef="#ctx0" brushRef="#br0" timeOffset="108227.69">16885 17665 222 0,'0'0'74'0,"0"0"-5"0,0 0-15 15,0 0 16-15,0 0 1 16,6-83-7-16,-6 71 7 15,0 4 1-15,0 4-18 16,0 0-13-16,0 3-14 16,0 1-27-16,0 0 0 15,0 8-6-15,0 13 3 16,0 8 3-16,-2 5 1 16,-2 0 0-16,1 3 1 15,1-1 0-15,2-2-2 16,0-5 0-16,0-5-5 15,0-5-10-15,3-5 5 16,3-6-8-16,1-2-1 0,7-2 9 16,2-4 1-16,9 0 2 15,3 0-7-15,8 0-16 16,6 0 12-16,8 0 18 16,10-2 5-16,15 1 11 15,7 1 9-15,10-1-14 16,7 1-2-16,8-1-6 15,3-2 0-15,-4-1-3 16,-4 0 1-16,-9 0-1 16,-15-1 5-16,-15 1 2 15,-23-1-5-15,-15 1 4 16,-16 1 1-16,-9-2 41 0,0 0-28 16,-10-1-20-16,-6 3-13 15,-2 3-35-15,-1 0-60 16,-1 0-59-16,0 0-193 15</inkml:trace>
  <inkml:trace contextRef="#ctx0" brushRef="#br0" timeOffset="108561.19">18114 17411 655 0,'0'0'71'0,"0"0"-26"0,0 0-32 15,0 0-12-15,0 0 0 16,0 0 1-16,39-17-1 16,-30 17-1-16,0 17 2 15,-2 10 7-15,-2 10 0 16,-5 7 4-16,0 5 5 15,-5 0 1-15,-7 2-8 16,2-4-7-16,1-2 0 16,3-6-3-16,1-5 1 15,2-6-2-15,3-7-17 16,0-6-19-16,0-7-78 16,0-8-53-16,-3 0-368 0</inkml:trace>
  <inkml:trace contextRef="#ctx0" brushRef="#br0" timeOffset="109317.65">16875 17519 160 0,'0'0'111'0,"0"0"-49"16,0 0-26-16,0 0 22 16,0 0 6-16,0 0-15 0,58-19 7 15,-31 14-17-15,4-2-24 16,8 0 14-16,4-1 6 16,7 5-10-16,3 2-12 15,2-2-2-15,2 3-5 16,2 0 3-16,-2-2-4 15,-8-1-4-15,-4 1 2 16,-8-1-3-16,-8 1-2 16,-7 0 0-16,-10 1-17 15,-6 1 2-15,-6 0-8 16,0-2 19-16,0 2-24 16,-7 0-54-16,-4 0 26 0,-1 0-73 15,6 0-268-15</inkml:trace>
  <inkml:trace contextRef="#ctx0" brushRef="#br0" timeOffset="109497.55">17583 17433 606 0,'0'0'196'15,"0"0"-92"-15,0 0-31 16,0 0-34-16,0 0-33 15,0 0-6-15,0-19-41 16,0 21-17-16,0 5-45 0,0 0-168 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32:40.103"/>
    </inkml:context>
    <inkml:brush xml:id="br0">
      <inkml:brushProperty name="width" value="0.05292" units="cm"/>
      <inkml:brushProperty name="height" value="0.05292" units="cm"/>
      <inkml:brushProperty name="color" value="#FF0000"/>
    </inkml:brush>
  </inkml:definitions>
  <inkml:trace contextRef="#ctx0" brushRef="#br0">14816 7009 422 0,'0'0'20'15,"0"0"3"-15,0 0-18 16,0 0-3-16,0 0 0 16,0 0 5-16,0 0 5 15,0 0-3-15,0 0 8 0,0 0 9 16,0 0-4-16,0 0-7 16,0 0-14-16,0 0-1 15,0 2-8-15,0 8 5 16,-4 7-1-16,0 6 3 15,0 1 1-15,3 3 2 16,-1 1-2-16,1-2 1 16,1-2-1-16,0-4 3 15,0-6-2-15,12-9 1 16,12-5 2-16,16-5 22 16,12-23 16-16,15-9-25 15,7-9-7-15,1-3-1 16,-2 2 6-16,-10 0 7 0,-8 5-16 15,-10 4 5-15,-8 6 26 16,-5 3-31-16,-8 8-4 16,-6 4 0-16,-4 5-1 15,-4 2-1-15,-5 4 0 16,-5 3 1-16,0 2-1 16,0 1-3-16,0-2 2 15,0 2-3-15,0 0 2 16,0 0-36-16,-13 10-109 15,-7 9 60-15,-2-2-251 0</inkml:trace>
  <inkml:trace contextRef="#ctx0" brushRef="#br0" timeOffset="176.97">15520 6815 436 0,'0'0'71'0,"0"0"3"15,0 0-74-15,0 0-123 16,0 0-7-16</inkml:trace>
  <inkml:trace contextRef="#ctx0" brushRef="#br0" timeOffset="6127.18">16165 6396 435 0,'0'0'35'0,"0"0"43"15,0 0-17-15,0 0 48 16,0 0-66-16,0 0 29 16,0 0-39-16,3-32-7 15,-3 32-17-15,0 0-4 16,0 0-4-16,0 0-1 15,0 0-7-15,0 13-20 16,0 14-2-16,-2 14 25 16,-16 10 3-16,-6 11 0 15,-6 1 1-15,-1 2 4 0,3-6-4 16,5-10 0-16,6-8-3 16,5-8-11-16,9-12 7 15,-1-10-6-15,4-5-20 16,0-6-51-16,0-2 69 15,11-24 0-15,10-13-457 16</inkml:trace>
  <inkml:trace contextRef="#ctx0" brushRef="#br0" timeOffset="6644.49">16180 6367 642 0,'0'0'23'16,"0"0"70"-16,0 0-62 16,0 0-31-16,0 0-22 15,0 0 2-15,17 42 20 16,-11-6 0-16,-3 2 1 15,-1 1 3-15,2-2-2 16,-2-4 2-16,-2-6-4 0,0-8 7 16,0-5-3-1,0-9-2-15,0-4 0 0,3-1 3 16,-2 0 12-16,2-8 26 16,3-18 1-16,2-10-44 15,3-5-13-15,3 2-21 16,4 5 3-16,0 5 13 15,6 7-19-15,-1 3-9 16,1 7 16-16,-4 4 19 16,-4 3 6-16,-5 5 5 15,-1 0-2-15,-6 8-19 16,1 14 19-16,-5 8 2 16,0 6 9-16,0 9 0 15,-6 6-3-15,-4 2 1 16,-1 0 1-16,0-1-1 0,0-4-7 15,5-3-4-15,0-6-38 16,3-10-84-16,1-15-111 16</inkml:trace>
  <inkml:trace contextRef="#ctx0" brushRef="#br0" timeOffset="7226.91">16731 6520 730 0,'0'0'82'16,"0"0"11"-16,0 0-73 16,0 0-20-16,0 0-19 15,0 0 15-15,-58 77 3 16,39-36-7-16,4 3-4 15,-2-2-17-15,7-4-19 16,8-12-39-16,2-11-2 16,2-10 9-16,16-5 48 15,7-9 24-15,1-13-31 16,-1-6-55-16,-10 2 94 16,-6-1 15-16,-9 4 113 15,0 2 7-15,-5 3-84 16,0 5 46-16,0 9-6 15,2 4-68-15,0 2-23 0,0 20-76 16,1 7 73-16,2 4-19 16,0-1-23-16,5-4 2 15,17-5 23-15,2-12-1 16,5-9 0-16,-2-2 21 16,-2-13 7-16,5-11 1 15,-2-8-5-15,-3-2 2 16,-8 0-3-16,-1 0 9 15,-11 3 35-15,-5 4-24 16,0 6 48-16,0 9-17 16,0 7-41-16,0 5-12 15,0 0-13-15,0 14-56 0,0 11 58 16,0 8-10-16,6 9 12 16,11-2-32-16,12-6-29 15,7-11-47-15,1-12-152 16</inkml:trace>
  <inkml:trace contextRef="#ctx0" brushRef="#br0" timeOffset="7397.84">17032 6293 795 0,'0'0'26'0,"0"0"-26"15,0 0-117-15,0 0 102 16,0 0-25-16,30 106-51 16,-15-66-102-16</inkml:trace>
  <inkml:trace contextRef="#ctx0" brushRef="#br0" timeOffset="7743.67">17195 6674 615 0,'0'0'181'16,"0"0"-181"-16,0 0-2 0,0 0-3 15,0 0 5-15,0 0 3 16,-3 83-1-16,2-73-1 16,-2 0-1-16,3-7-8 15,0-1-25-15,0-2 20 16,0 0 13-16,0-13 0 15,0-11-20-15,13-5-36 16,9 1-5-16,2 5 61 16,-4 8 11-16,-2 6 16 15,-5 6-6-15,-1 3-20 16,-1 0-1-16,-5 10-2 16,0 7-7-16,-6 5 7 15,0 6 0-15,0 2 2 16,-11 5-11-16,3-2-66 15,5-8-103-15</inkml:trace>
  <inkml:trace contextRef="#ctx0" brushRef="#br0" timeOffset="7998.61">17832 6456 800 0,'0'0'89'16,"0"0"-4"-16,0 0-85 16,0 0-6-16,0 0-11 15,0 0 16-15,-76 118 1 0,54-60 0 16,11 1 0-16,11-3-2 16,0-4-3-16,7-9-2 15,3-10-20-15,-1-11-4 16,0-12-10-16,5-10-18 15,7-7-37-15,5-28-167 16</inkml:trace>
  <inkml:trace contextRef="#ctx0" brushRef="#br0" timeOffset="8310.36">17866 6317 583 0,'0'0'44'0,"0"0"-15"0,0 0 36 15,0 0-65-15,0 0-19 16,0 0 19-16,23 67 0 16,-5-17 8-16,7 7 9 15,7 3 1-15,-1 3 13 16,0-4-22-16,-9-3-2 16,-5-8-7-16,-13-4 2 15,-4-9-2-15,-3-9 0 16,-16-6 1-16,-11-6-1 15,-9-6-6-15,-10-3-2 16,-11-5-4-16,-9 0-3 16,3-2 15-16,6-5-1 0,12 7-20 15,25 0-131-15,15 0-224 16</inkml:trace>
  <inkml:trace contextRef="#ctx0" brushRef="#br0" timeOffset="9008.6">18162 6849 503 0,'0'0'110'15,"0"0"-23"-15,0 0-27 0,100-95-23 16,-70 70-3-1,-4 3-14-15,-5 1-9 0,-8 0 4 16,-8 2 0-16,-5 2-4 16,0 3-5-16,-16 6-5 15,-13 8-2-15,-5 0-11 16,-8 22-11-16,1 14-3 16,-1 12-8-16,6 9-18 15,9 5-17-15,18-8-6 16,9-11 1-16,36-14 10 15,27-20 64-15,13-9 15 16,6-14 3-16,0-19-6 16,0-12-2-16,-9-8-4 15,-8-2 0-15,-17 3-2 0,-13 0 0 16,-16 1 10-16,-18 0 30 16,-1-1 25-16,-17 7-17 15,-5 11 9-15,3 13 8 16,7 15-39-16,-2 6-30 15,-2 19-77-15,-6 18 65 16,-2 16 11-16,2 9 0 16,10 5-2-16,10 3-8 15,2-4-24-15,21-11 22 16,10-12 1-16,4-14 10 16,-4-13 2-16,-1-14 3 15,-2-2-1-15,1-8 7 16,2-18-5-16,-1-6 0 0,-3 0-4 15,-2 2-5 1,-8 5-52-16,-9 6 6 0,-1 7 9 16,-3 4 42-16,-4 7 2 15,0 1-2-15,0 0 0 16,0 11-8-16,3 9 7 16,0 11-1-16,3 10 2 15,6 2 0-15,10 1 0 16,11-10-33-16,5-10-17 15,1-15-51-15,-1-9-33 16,-2 0-22-16</inkml:trace>
  <inkml:trace contextRef="#ctx0" brushRef="#br0" timeOffset="9183.18">19035 6348 635 0,'0'0'0'16,"0"0"-103"-16,0 0 80 15,8 77-1-15,-3-41-8 16,-1-1-34-16,-1 0-145 16</inkml:trace>
  <inkml:trace contextRef="#ctx0" brushRef="#br0" timeOffset="9524.22">19326 6720 802 0,'0'0'45'0,"0"0"-45"16,0 0-28-16,0 0 19 15,0 0 9-15,0 0 0 16,-4 100 1-16,4-71-1 16,0-3-2-16,9-6 2 15,9-12 2-15,3-8 1 0,3 0 4 16,3-14 0-16,4-10-1 16,-1-3-6-16,-3-1 0 15,-5 1-16-15,-5 4 6 16,-6 6-2-16,-5 9-6 15,-4 5-42-15,-2 3-20 16,0 0-206-16,0 6-36 16</inkml:trace>
  <inkml:trace contextRef="#ctx0" brushRef="#br0" timeOffset="9823.72">19724 6724 609 0,'0'0'145'16,"0"0"-55"-16,0 0-75 16,47-84-1-16,-39 70-12 15,-2 2 0-15,-4 2-1 16,-2 5 0-16,0 3-1 16,0 2-5-16,-8 1-39 15,-15 18-33-15,-6 2 63 16,2 8-17-16,6 0 9 15,3 4 13-15,10 1-5 16,8 5-1-16,3-5-2 16,26-2 16-16,11-10 1 0,12-6 1 15,8-10 0 1,-2-2-1-16,-5-4-67 0,-11-4-209 16</inkml:trace>
  <inkml:trace contextRef="#ctx0" brushRef="#br0" timeOffset="11122.81">20047 6611 25 0,'0'0'711'0,"0"0"-639"0,0 0-72 16,0 0 3-1,0 0-6-15,0 0 6 0,42 68 2 16,-36-24 0-16,4 2 1 16,-1 2-3-16,2-4 0 15,1-10-2-15,-6-9 3 16,-2-9-4-16,-2-8-9 16,-2-7-3-16,0-1 12 15,0-3 4-15,0-22-4 16,0-14-11-16,0-5-37 15,0-4-8-15,0 7 25 16,0 9-2-16,14 6-28 16,15 9-38-16,3 3 53 15,4 6 46-15,-4 0 11 0,-5 6 60 16,-11 2-9-16,-1 0 7 16,-6 0-26-16,-5 0-8 15,1 12-24-15,-5 3-4 16,0 4 0-16,-6 5-4 15,-11 0 5-15,-6 3 0 16,0-2-2-16,4-4-2 16,7-2 0-16,6-7-4 15,4-6-2-15,2-3-20 16,0-3 22-16,2 0 3 16,16-17 22-16,6-8-20 15,1-4-2-15,-6 4 6 0,-7 1 13 16,-4 6 4-16,-2 6 12 15,-5 7-13-15,1 5-16 16,-1 0-9-16,1 1-29 16,4 18 3-16,4 8 24 15,7 3-10-15,3 3-1 16,7-6-10-16,9-12 5 16,-1-8 16-16,6-7 2 15,1-5 2-15,-3-19-1 16,-3-6-1-16,-7-6-1 15,-5-5-1-15,-9-4-2 0,-9-5-24 16,-6-3 21 0,-2-4 7-16,-11 2 16 15,1 10 75-15,3 11-19 0,6 15-27 16,2 14-25-16,-1 5-20 16,1 0-16-16,-1 20-41 15,-2 19 48-15,-5 14 9 16,-3 11 1-16,4 2-1 15,7-6-1-15,1-9-1 16,1-14 2-16,13-8 0 16,1-12 2-16,-2-6-2 15,2-11 2-15,3 0 0 16,5-14 5-16,5-10-6 16,0-3-1-16,-3 2-5 15,-5 5 2-15,-5 6 3 16,-8 6 2-16,-4 8-2 15,-1 0 0-15,-2 0-4 0,0 12-17 16,0 15 14-16,-12 7 5 16,-6 7 0-16,3 2 2 15,2-4-3-15,4-5 0 16,3-12 1-16,3-10 0 16,0-7-1-16,3-5-3 15,-2 0 6-15,-4 0 18 16,0-13 9-16,-1-6-25 15,1-3 0-15,3 3-2 16,3 4-2-16,0 4-18 16,4 3-5-16,17-4-13 15,10-1-6-15,8-5 11 0,9-2 18 16,6-2 12 0,2-4 3-16,-2-2 0 0,-6-4 3 15,-5-5 15-15,-10-4 13 16,-5-6 12-16,-10 0-12 15,-3 5 18-15,-9 8-10 16,-3 12-8-16,-1 13-18 16,-2 7-13-16,0 2-18 15,0 12-47-15,0 18 63 16,0 12 2-16,-5 11 1 16,4 5-1-16,1 1-3 15,0-1-30-15,4-5-16 0,7-3-27 16,-1-11-52-16,-3-12-58 15</inkml:trace>
  <inkml:trace contextRef="#ctx0" brushRef="#br0" timeOffset="11457.03">21390 6771 723 0,'0'0'21'16,"0"0"-1"-16,0 0-16 15,0 0-1-15,113-46-2 0,-77 37-1 16,-5 0 3 0,-7-3 2-16,-7 1 11 0,-6-2 5 15,-5-1-2 1,-4 0-12-16,-2 0-5 0,0 0 3 16,-6 3 0-16,-17 6-1 15,-8 5-4-15,-8 0-7 16,-8 20-2-16,6 4-8 15,4 6-3-15,7 4 0 16,11 5-6-16,13 6-2 16,6 0-31-16,15-3 35 15,23-8 21-15,7-10-29 16,3-7-12-16,-3-9-33 16,-11-8-177-16</inkml:trace>
  <inkml:trace contextRef="#ctx0" brushRef="#br0" timeOffset="12317.73">20387 6679 305 0,'0'0'45'0,"0"0"-18"16,0 0-20-16,0 0-2 16,0 0 9-16,0 0 7 0,-67 42 4 15,54-23-6 1,2 1-6-16,4 3 2 0,4-3-5 16,3 1-4-16,0-6-2 15,0-5-2-15,9-4 2 16,1-5-1-16,5-1 8 15,-1 0-5-15,0-11-3 16,-3 0-3-16,-2-3-37 16,-3 1-22-16,-3 0 4 15,-3 2 33-15,0 2 21 16,0 1 1-16,0 4 6 16,0 1 9-16,0 1 81 0,0-1 32 15,0 3 1-15,0 0-57 16,0 0-72-1,3 0-26-15,9 13 22 0,1 2 4 16,-1-1 2-16,-1-5 0 16,-1 1-1-16,-4-3 1 15,-2 3-1-15,-2-4-1 16,2 2-27-16,-4-4-123 16,0-4-160-16</inkml:trace>
  <inkml:trace contextRef="#ctx0" brushRef="#br0" timeOffset="12475.27">20458 6762 566 0,'0'0'131'0,"0"0"1"16,0 0-84-16,0 0-48 15,0 0-183-15,0 0 90 16,-22 35-166-16</inkml:trace>
  <inkml:trace contextRef="#ctx0" brushRef="#br0" timeOffset="19215.95">18781 8671 155 0,'0'0'56'16,"0"0"54"-16,0 0-50 16,0 0-37-16,0 0 21 15,0 0 2-15,0 0-32 16,-8-11 20-16,8 8-17 16,0-2-10-16,0 2 15 15,0 3-9-15,0-3-7 0,0 1-6 16,0 0 1-1,0 0 0-15,0 1 0 0,0-1-1 16,0 1 0-16,0 1 0 16,0-1 3-16,0 1-2 15,0-3-1-15,0 3 0 16,0 0-3-16,0 0 2 16,0 0 1-16,0 0 1 15,0 0 2-15,0 0 14 16,0-2 2-16,0-1-16 15,0 2 1-15,0-1 8 16,0 2-3-16,0 0-3 16,0 0-6-16,3 0-9 0,17 0 9 15,11 0 3-15,11 0-3 16,10 0 1-16,8 3-1 16,2 2 2-16,0 0-2 15,0 0 0-15,1-3-1 16,1 1 1-16,5-1 0 15,5 1-7-15,2-1-18 16,-3-2-14-16,-12 0 4 16,-13 0 13-16,-16 0-3 15,-10 0 6-15,-14-2 14 16,-8-1 4-16,0-4 0 16,-4 0-44-16,-19-1-58 0,-7 1-39 15,-5-6 24 1,3 2 116-16,-1 0 2 0,3 0 16 15,5 1 20-15,9 3-35 16,6 3 39-16,9 2-5 16,1 2 20-16,0 0-55 15,11 0 3-15,12 0 33 16,7 3 15-16,4 8-13 16,2 3 10-16,1 1-20 15,-5 3-1-15,-4-1-5 16,-4-2 2-16,-6 1-5 15,-4 0 1-15,-4-6-2 16,-9 0-16-16,-1-1-1 16,0-1-1-16,-20 1 9 15,-8-1 0-15,-10 0-1 0,-5-2-7 16,0 3-1-16,3-1-16 16,10 2-51-16,13-3-38 15,15-3-135-15</inkml:trace>
  <inkml:trace contextRef="#ctx0" brushRef="#br0" timeOffset="19848.87">20162 8470 753 0,'0'0'45'16,"0"0"55"-16,0 0-71 16,0 0-29-16,0 0-12 15,0 0 9-15,-3 77 2 16,-7-32-1-16,-1 0 2 16,-1-6 0-16,3-8 4 15,1-11-4-15,7-8 0 16,0-8 0-16,1-4 0 15,0 0 6-15,0 0 8 0,0-13 32 16,1-10-46 0,14-10 0-16,6-2-23 0,4-1-7 15,5 3-10-15,3 3-19 16,-2 6 7-16,-4 7 50 16,-7 5 2-16,-4 7 2 15,-5 5 0-15,-3 0-2 16,1 0-5-16,-3 8 1 15,2 6-1-15,-2 2 2 16,-2 0 1-16,-2-5-1 16,2-5 3-16,-4-3-5 15,2-3 5-15,-2 0 15 16,0-8 47-16,3-12-49 16,0-9-8-16,1-5-4 15,5-1 0-15,-1 2 6 16,1 7 1-16,-2 7 7 0,0 9 2 15,-1 9-17-15,2 1-1 16,7 4-13-16,0 19 6 16,4 4 1-16,-4 10 3 15,-2 3 3-15,-1 5-2 16,-2 0-9-16,-2 2-26 16,-2-2-27-16,-3-6-39 15,-1-8-60-15,-2-14-54 16</inkml:trace>
  <inkml:trace contextRef="#ctx0" brushRef="#br0" timeOffset="21065.99">20866 8467 748 0,'0'0'126'16,"0"0"-65"-16,0 0-48 15,0 0-13-15,0 0-36 16,0 0-52-16,-16 11 85 15,-4 19 2-15,-4 2-13 16,4 0-4-16,6-5-12 16,3-6-13-16,10-11-1 15,1-5 12-15,0-5 30 16,12 0 2-16,9-15 33 16,3-6-8-16,-6-3 17 15,-9 2 52-15,-5 3-27 0,-2 5-22 16,-2 5-18-16,0 9-20 15,0 0-7-15,4 0-29 16,4 12-54-16,8 10 82 16,11 7-3-16,9 0-3 15,5-5-3-15,-1-5-9 16,0-11-9-16,-2-8 15 16,1 0 13-16,0-14 1 15,-4-11-1-15,-1-5-7 16,-11-2-12-16,-7 0 19 15,-9 5 21-15,-7 3 25 0,0 5-17 16,0 7 0 0,0 6-7-16,-5 6-12 0,-1 6-10 15,-4 20-29 1,-2 17 23-16,-1 17 4 0,6 9-3 16,6 10 5-16,1 4 2 15,0-5 0-15,0-8 0 16,0-14-1-16,1-20 0 15,2-19 0-15,-1-13-1 16,-2-4 7-16,0-2 26 16,0-20 28-16,-6-14-61 15,-11-7-10-15,-6 1-23 16,-3 1 11-16,9 5-4 16,9 5-4-16,8 4-24 0,15 4-37 15,19 2-29-15,9 1 5 16,8 0 17-16,9 0 22 15,5 0 61-15,6-1 15 16,-3-1 30-16,-12 1-9 16,-15 3 36-16,-17 1 25 15,-12 5 15-15,-8 0-8 16,-2 3-18-16,-2 3-15 16,0 2-25-16,0 1-18 15,-2 3-11-15,-5 0-2 16,-6 6-7-16,-2 17 1 15,-5 8 3-15,5 7 1 16,2 2 2-16,10-3 1 16,3-4 1-16,0-11-2 15,15-9 1-15,-1-9 0 0,6-4 10 16,4-1 2-16,7-20 5 16,6-5-14-16,-1-6-4 15,-7 0-12-15,-12 1-8 16,-15 0-10-16,-2 0-3 15,-21 1-1-15,-12 4-23 16,0 6 25-16,7 5 7 16,8 6 6-16,10 7 13 15,7 2-2-15,1 0-70 16,0 2 51-16,19 15 27 16,9 2 21-16,11 3 29 15,13 7 5-15,8 1-4 0,3 3-19 16,-9-4-12-16,-5-2-6 15,-13-4 3-15,-11-3-8 16,-10-6-5-16,-11-1 0 16,-4-4-3-16,0-4 2 15,-4 0 0-15,-16-3-2 16,-2-2-1-16,-5 0-6 16,-2 0-27-16,0-9 9 15,7-5 12-15,4-1 12 16,9-4 7-16,7-3 4 15,2-2-2-15,9-3 8 16,25-3-5-16,16 1-12 16,9 1 0-16,9-2-29 0,-1 5-2 15,-6 4-20 1,-7 0 18-16,-12 5-36 0,-14 1-78 16</inkml:trace>
  <inkml:trace contextRef="#ctx0" brushRef="#br0" timeOffset="21266.72">21318 7949 817 0,'0'0'0'0,"0"0"-95"16,0 0-158-16,0 0 46 16</inkml:trace>
  <inkml:trace contextRef="#ctx0" brushRef="#br0" timeOffset="22061.93">20936 8472 288 0,'0'0'152'0,"0"0"-27"16,0 0-46-16,0 0-29 16,0 0-3-16,0 0-43 0,-21-10-4 15,6 15-7-15,-7 11 1 16,-2 7 1-16,2 2 4 16,5 4-1-16,4 3-5 15,8 2 2-15,5-3-7 16,0-6-31-16,17-8-29 15,13-9 52-15,6-8 15 16,5 0 5-16,-4-11 3 16,-7-6 1-16,-6-2 10 15,-14-1 43-15,-5 2-6 16,-5-1 7-16,0 0-17 16,-6 2-1-16,-9 3-13 0,6 4-1 15,3 5-16-15,2 5-10 16,2 0-7-16,-1 7-35 15,0 10 34-15,-1 9-1 16,4 1 1-16,0 1 1 16,0-3-8-16,10-3-15 15,7-5 9-15,8-2-38 16,2-8-40-16,-6-7-235 16</inkml:trace>
  <inkml:trace contextRef="#ctx0" brushRef="#br0" timeOffset="22557.7">20244 8964 667 0,'0'0'74'0,"0"0"37"16,0 0-79-16,0 0-30 15,0 0-2-15,0 0-52 16,-24 17 47-16,8 31 1 15,-3 12 4-15,-4 8 1 16,-1 0 0-16,2 0 2 16,1-10-3-16,4-10-8 0,7-11-62 15,3-12-19-15,4-17-43 16,3-8-116-16</inkml:trace>
  <inkml:trace contextRef="#ctx0" brushRef="#br0" timeOffset="22863.11">20153 8903 680 0,'0'0'15'0,"0"0"34"16,0 0-6-16,0 0-43 16,0 0-4-16,0 0 0 0,104 34 4 15,-81 5 0 1,2 10 5-16,-1 8-2 0,-5 6 1 15,-4-1 0-15,-6-6 1 16,-9-9-2-16,0-7 2 16,0-7-3-16,-15-5-2 15,-2-4-2-15,-3-7-20 16,-7-8 0-16,-4-6 4 16,-3-3 9-16,-4 0 8 15,4-6 2-15,12 0-1 16,7 6 0-16,13 0-110 15,2 0-291-15</inkml:trace>
  <inkml:trace contextRef="#ctx0" brushRef="#br0" timeOffset="23546.6">20659 9368 686 0,'0'0'105'15,"0"0"-45"-15,0 0-41 16,0 0-17-16,0 0-1 16,0 0 0-16,42-61 6 15,-32 47 8-15,-6-3 6 16,-2 2 1-16,-2 3-10 16,0 3-10-16,0 4-2 15,0 5 0-15,-2 0-4 0,-12 9-37 16,0 15 19-16,2 5-5 15,2 4-8-15,10 2 5 16,0-1 7-16,14-2 7 16,12-1-3-16,5-7-10 15,8-12 7-15,7-11 16 16,7-1 6-16,5-25 6 16,0-14-6-16,-2-13 3 15,-2-7-3-15,-12-5 6 16,-14-7 14-16,-16-1 61 15,-12 6-21-15,-6 9-10 16,-14 20 9-16,1 19-32 16,2 18-27-16,0 1-16 0,-4 31-39 15,-1 15 44 1,4 12 7-16,6 8 2 0,9 1-4 16,3-6-7-16,12-8-2 15,11-10-6-15,7-6 8 16,2-11-5-16,-3-10-11 15,1-12 17-15,-1-5 12 16,-4-7 3-16,-2-15 20 16,-5-6 25-16,-6 2-10 15,-6 2-16-15,-5 5-12 16,-1 9-10-16,0 3-1 16,0 7-2-16,0 0-8 0,0 7-34 15,3 13 38-15,9 8 7 16,9 6 0-16,10 0 0 15,12-2 0-15,4-6-1 16,2-9-3-16,-3-10-8 16,-3-7-3-16,-10-2-82 15,-15-24-171-15</inkml:trace>
  <inkml:trace contextRef="#ctx0" brushRef="#br0" timeOffset="23711.7">21228 8942 854 0,'0'0'19'0,"0"0"-19"16,0 0-20-16,0 0-6 16,96 83-56-16,-72-40-43 15,-3-4-135-15</inkml:trace>
  <inkml:trace contextRef="#ctx0" brushRef="#br0" timeOffset="24295.13">21507 9313 549 0,'0'0'286'0,"0"0"-286"16,0 0-10-16,14 79 10 15,-4-40 0-15,3 2 0 16,4-4 0-16,0-7-4 16,2-12-7-16,-1-10 10 15,4-8 1-15,4-1 7 16,5-24 6-16,2-8-4 16,-2-4-2-16,-4-1-5 15,-8 1 14-15,-8 7 0 16,-5 5-13-16,-3 10-3 15,-3 5-11-15,0 9-16 16,1 1-22-16,3 3-164 16,1 14 129-16,-1 3-22 0,3 4-29 15,-3-2 13-15,5-3 81 16,-3-6 41-16,-2-2 4 16,2-9-2-16,0-2 18 15,5-1 236-15,1-14-156 16,0-5 38-16,1-3-27 15,-2-2-25-15,-1-5-28 16,-4-1-15-16,-3 0 4 16,-3 3-22-16,0 6-5 15,0 10-4-15,-6 5-16 16,-3 7-5-16,-5 5-27 16,-5 23-18-16,-8 9 35 0,5 8-4 15,1 5-8 1,10 2 1-16,11-3-24 0,2-6-4 15,31-9-2-15,13-15 34 16,9-9 14-16,0-10-37 16,-7 0-79-16,-6-18-262 15</inkml:trace>
  <inkml:trace contextRef="#ctx0" brushRef="#br0" timeOffset="25492.67">22173 9243 736 0,'0'0'121'0,"0"0"-77"16,0 0-44-16,0 0-13 15,0 0 11-15,0 0-2 0,26 86 4 16,-15-50 0-16,-2-1 1 16,1-2 0-16,-5-8-1 15,-2-5 4-15,-3-6-2 16,0-7-2-16,0-3-19 15,0-4-9-15,0 0 28 16,0-8 13-16,3-13-13 16,3-11-25-16,7-4 8 15,4 0 9-15,8 5-2 16,6 5-7-16,4 6-63 16,1 6-8-16,-11 4 46 0,-9 2 42 15,-8 7 39-15,-7 1 9 16,-1 0-30-16,0 0-18 15,0 9-3-15,-10 12 3 16,-11 6 4-16,-1 2-1 16,2 0 1-16,5-2-4 15,11-1 0-15,4-9-5 16,0-4-3-16,17-7-1 16,10-6 9-16,4-4 2 15,2-17 1-15,-4-4 4 16,-7-4 28-16,-5 2 35 15,-7 2-19-15,-4 3 7 16,-2 7-19-16,-4 7-18 16,0 3-4-16,0 5-17 0,0 0-7 15,0 5-47-15,-1 14 22 16,-11 5 32-16,3 6-4 16,3 3 2-16,6 1-10 15,0-2-10-15,14-10-23 16,11-9 27-16,6-13 18 15,4 0-2-15,0-17 1 16,5-13-3-16,0-4 0 16,-3-8-7-16,-4-4 5 15,-10-1 5-15,-7-2 0 16,-11-5 2-16,-5 4 32 16,0 3 34-16,-9 11-3 0,2 15 0 15,2 11-34 1,2 10-30-16,-3 0-16 0,-2 24-54 15,-8 19 63-15,-4 12 7 16,1 7 3-16,2 0-3 16,6-9 0-16,8-8-8 15,3-12-8-15,6-11 6 16,11-13 6-16,5-7 4 16,3-2 0-16,4-11 4 15,1-12-3-15,-4-1 1 16,-6 4 3-16,-5 5 6 15,-8 8 5-15,-4 4-5 16,-3 3-11-16,0 0 0 16,0 0-11-16,0 10-15 15,0 10 22-15,-4 4 4 0,-12 6-2 16,-1-2 2-16,-2-1-2 16,4-7-10-16,1-6-13 15,7-7-1-15,2-3 3 16,2-4 13-16,2 0 9 15,-1-2 1-15,2-13 0 16,0-7-13-16,13 0-9 16,12-2-24-16,3-2 6 15,3-1-7-15,1 1 19 16,1-3 11-16,-4 1 14 16,-2 0 3-16,-2-3 22 15,-5 1 38-15,-2-1 2 0,-6 3 45 16,-5 5-45-16,-4 9-30 15,-3 9 0-15,0 5-32 16,0 0-10-16,0 21-64 16,0 14 45-16,-13 13 29 15,-2 8 0-15,0 5-2 16,4 1 4-16,4 1-2 16,5-5 0-16,2-7-19 15,5-10-10-15,13-10 5 16,1-13-91-16,-1-11-53 15,-1-7-178-15</inkml:trace>
  <inkml:trace contextRef="#ctx0" brushRef="#br0" timeOffset="25988.66">23220 9515 695 0,'0'0'61'16,"0"0"30"-16,0 0-46 15,0 0-36-15,0 0-5 16,0 0-3-16,31-77 0 15,-18 61-1-15,0 0 1 16,-2-2 0-16,-3-2-1 16,-5 1 2-16,-3 3-2 15,0 5-1-15,0 6 0 16,0 5-7-16,-12 0-24 16,-12 10-18-16,-3 13 25 0,-1 4-1 15,3 7-4-15,8 0 10 16,7 7-4-16,10-4-4 15,0-4 11-15,23-11 5 16,9-10-3-16,5-12 15 16,0 0 1-16,-1-7 5 15,-5-15-4-15,1-4 1 16,-7-6 11-16,-4 1 18 16,-3-1 17-16,-6 8 18 15,-3 7-27-15,-6 8-21 16,0 5 0-16,-3 4-19 15,0 0-4-15,0 6-37 16,0 13 9-16,-3 9 27 16,-14 5 1-16,-6 6 4 15,-6-3 1-15,0-2 2 0,3-5-1 16,4-10-1-16,5-7-1 16,5-2-7-16,2-7-10 15,3-1 2-15,1-2-16 16,1 0-13-16,2 0-13 15,3-2-119-15</inkml:trace>
  <inkml:trace contextRef="#ctx0" brushRef="#br0" timeOffset="26148.83">23260 9605 768 0,'0'0'69'0,"0"0"-69"16,0 0-148-16,0 0-48 16,0 0 3-16</inkml:trace>
  <inkml:trace contextRef="#ctx0" brushRef="#br0" timeOffset="53014.37">19662 10275 185 0,'0'0'85'0,"0"0"-11"16,0 0-1-16,0 0-17 16,0 0-26-16,-86-65 3 15,75 58-4-15,1 0 23 16,-2 1-19-16,6 1-3 0,0 1 13 16,2 2-5-16,4 2-7 15,0 0-14-15,0 0-13 16,0 0-4-16,0 0-1 15,0 0-6-15,15 0 5 16,19 0 1-16,20 0 2 16,11 4 9-16,10-2-7 15,-1-2 0-15,1 1 0 16,-5-1-3-16,2 0 2 16,1 0-1-16,-5-3-1 15,-5-7-4-15,-11-3 1 16,-15-3 3-16,-13 1-5 15,-12-1 4-15,-9 1 0 0,-3 1-6 16,0 1-21-16,-21 2-30 16,-13 5-4-16,-2 0-38 15,3 5-4-15,10-1 37 16,11 0 27-16,10 2 26 16,2-3 7-16,3 0-8 15,16 0 15-15,3-3 27 16,3-1 33-16,0 2 10 15,-1 0-18-15,1 3-19 16,-4 0-10-16,-1 2-1 16,-5 0 11-16,-6 0-18 15,-4 13-11-15,-5 7-3 16,0 5-1-16,-10 5 17 0,-16 4-11 16,-3 1 0-16,-3 0 0 15,-1-2-4-15,2-5 1 16,1-3 0-16,4-5-3 15,-1-1 0-15,9-4-55 16,7-8-80-16,11-7-134 16</inkml:trace>
  <inkml:trace contextRef="#ctx0" brushRef="#br0" timeOffset="54215.28">20897 10146 141 0,'0'0'92'16,"0"0"7"-16,0 0-31 0,0 0-18 15,81-33-2-15,-62 21-19 16,2-3 11-16,-3-4-7 16,0 0 6-16,-6-1 7 15,0 1-24-15,-7-3-5 16,-3 2-9-16,-2-2-4 16,0 4 2-16,-6 1 0 15,-13 4-6-15,-9 5 1 16,-2 4-2-16,0 4 0 15,2 0-1-15,5 17-5 16,2 8 0-16,2 8 2 16,5 6 4-16,5 5 1 15,5 0-2-15,4 4 1 0,0-2 0 16,13-5-1-16,7-2 2 16,-1-6-1-16,2-6 1 15,-6-6 0-15,-5-3 0 16,-7-6 0-16,-3-4-1 15,0-4-1-15,-4-2-2 16,-15 1 4-16,-2-3 4 16,-7 0 3-16,-1 2 0 15,4-2-4-15,4 0-2 16,10 0-1-16,5 0 0 16,6 0-9-16,0 0-41 15,15 0-78-15,15 0-130 0</inkml:trace>
  <inkml:trace contextRef="#ctx0" brushRef="#br0" timeOffset="54560.87">21419 9956 570 0,'0'0'109'15,"0"0"-19"1,0 0-39-16,0 0-49 0,0 0-2 16,0 0-12-16,14 2 10 15,-14 27-1-15,0 10 0 16,-11 4 1-16,-11 8-4 15,-2 10 6-15,-1-2 3 16,4-2 2-16,4-12-5 16,4-13-1-16,4-9-29 15,2-9-38-15,5-8-28 16,2-6-72-16,0-14-170 16</inkml:trace>
  <inkml:trace contextRef="#ctx0" brushRef="#br0" timeOffset="54930.89">21338 9911 352 0,'0'0'19'0,"0"0"50"16,0 0-13-16,101 4-14 15,-79 17 13-15,1 7-11 16,-4 7-19-16,-8 9-9 16,-1 11-7-16,-10 6-3 15,0 4-3-15,-6 1 5 0,-12-8-6 16,-6-6-2 0,-1-10 0-16,0-8 0 0,2-5 1 15,-3-8 2-15,3-4-3 16,-3-4 0-16,0-6 4 15,-4-2 3-15,-2-5-2 16,-3 0 1-16,-4 0-1 16,0-3-5-16,8 1-21 15,10 1-112-15,15-3-217 16</inkml:trace>
  <inkml:trace contextRef="#ctx0" brushRef="#br0" timeOffset="55115.64">21449 10490 285 0,'0'0'419'16,"0"0"-298"-16,0 0-43 16,0 0-61-16,0 0-17 15,0 0-14-15,2-9-67 16,-2 15-59-16,-2 4 30 15,-4-5-186-15</inkml:trace>
  <inkml:trace contextRef="#ctx0" brushRef="#br0" timeOffset="60208.54">20635 11960 270 0,'0'0'68'0,"0"0"-16"16,0 0-22-16,0 0-4 15,0 0 0-15,0 0 8 16,0 0 9-16,0 0 8 16,0 0-6-16,0 0 4 15,1 0-17-15,8 0-27 0,6-1-3 16,12 1-2 0,7 0 1-16,11 0-1 0,6 0 2 15,2 0-2-15,4-2-2 16,-5 2 1-16,-4-1-5 15,-6 0-3-15,-10-2 0 16,-6 1 2-16,-7-1-1 16,-2-1-4-16,-7 0-38 15,-4 0-6-15,-6-1 42 16,0-3-39-16,-1-1-14 16,-17-1-96-16,-6-4-19 15</inkml:trace>
  <inkml:trace contextRef="#ctx0" brushRef="#br0" timeOffset="60424.66">21049 11841 68 0,'0'0'124'15,"0"0"2"-15,0 0-47 16,0 0-28-16,0 0-34 16,0 0-16-16,8-20 8 15,11 20 1-15,1 0 17 16,-3 10-7-16,0 3-4 16,-5 6-5-16,-1 1-8 15,-1 2 0-15,-6 3 0 16,-1-2-2-16,-3-1 2 15,0-3 0-15,-20-2-3 16,-7-2 8-16,-6 0-2 16,-2-2-6-16,2-1-2 15,5 1-37-15,6-4-40 16,8-4-120-16</inkml:trace>
  <inkml:trace contextRef="#ctx0" brushRef="#br0" timeOffset="61242.24">21478 11844 195 0,'0'0'41'0,"0"0"19"16,0 0 3-16,0 0-6 15,0 0-18-15,0 0 1 0,53-43-7 16,-42 22 7-1,-5 2-6-15,-2-2-14 0,-4 3 7 16,0 1 1-16,-12 2-27 16,-12 4-1-16,-4 4-7 15,-3 6-39-15,3 1 31 16,5 0 7-16,5 15 8 16,7 9-41-16,4 9 27 15,6 4 6-15,1 8 5 16,1-1 3-16,20 3-1 15,9-4 1-15,3-5-4 16,4-6 4-16,-8-5 5 16,-10-7-5-16,-12-8 0 15,-7-3-4-15,0-4 3 16,-18 0 1-16,-15-2 38 0,-11 1-20 16,-7-1-11-16,3 0-2 15,5-1-2-15,13-1-2 16,14 2-1-16,16-3-69 15,3 0-224-15</inkml:trace>
  <inkml:trace contextRef="#ctx0" brushRef="#br0" timeOffset="62955.84">21749 11748 144 0,'0'0'82'0,"0"0"-12"16,0 0-8-16,0 0 21 15,0 0 1-15,0 0-39 16,0 0 13-16,-6-34-15 15,6 30-5-15,0-1-5 16,0 1 5-16,0-1-12 16,0-2-5-16,0 3 0 15,0 0 1-15,0 2-12 16,0 2-6-16,0 0-4 16,0 0-4-16,0 0-24 15,1 14-31-15,6 9 58 16,-4 7-2-16,-3 4 1 0,0 9-2 15,-2 3 2-15,-12-1-2 16,-2-4-11-16,4-9-8 16,2-7-6-16,5-6 3 15,4-6 6-15,-1-6-24 16,2 0-55-16,0-7-44 16,0 0-171-16</inkml:trace>
  <inkml:trace contextRef="#ctx0" brushRef="#br0" timeOffset="63488.59">21730 11693 263 0,'0'0'4'16,"0"0"-4"-16,80 17 14 16,-39-8 24-16,3-1 1 15,3 4 12-15,0 3-14 16,0 4-2-16,-1 2-10 16,-3 8-4-16,-6 3-14 15,-10 2-7-15,-9-1 0 16,-12 1-6-16,-6-1 6 15,0-7 0-15,-6-4 7 16,-14-5 0-16,-4-5 9 16,-7 0 26-16,-7-5 13 15,-4 0-24-15,-7-3-15 16,-2-2-8-16,-6-2-4 0,4 0 0 16,3 2-1-16,10-2-6 15,10 1-40-15,9 2-60 16,11-2-85-16,7-1-166 15</inkml:trace>
  <inkml:trace contextRef="#ctx0" brushRef="#br0" timeOffset="63673.35">21934 12167 513 0,'0'0'91'15,"0"0"1"-15,0 0-32 16,0 0-38-16,0 0-22 16,0 0-76-16,-22 3-73 15,14 0-41-15,4-1-173 16</inkml:trace>
  <inkml:trace contextRef="#ctx0" brushRef="#br0" timeOffset="66003">16541 13740 19 0,'0'0'332'0,"0"0"-238"15,0 0-18-15,0 0-9 16,0 0-19-16,0 0-4 16,-39-53-3-16,37 50 3 15,1 3-9-15,1 0-7 16,0 0-11-16,0 0-2 16,0 0-9-16,0 0-6 15,0 0-11-15,15 0 2 16,19 0 8-16,15 0 1 0,17 0 0 15,17 0 0-15,16-5-1 16,10 1 1-16,-3 1-15 16,-5 2 12-16,-14-2-6 15,-11 0 1-15,-14 0 0 16,-11-1 2-16,-14-1 6 16,-10-2 0-16,-11 4-3 15,-10-3-10-15,-6 0 1 16,0 1-11-16,-13 0-37 15,-17 1-90-15,-10-1-63 16</inkml:trace>
  <inkml:trace contextRef="#ctx0" brushRef="#br0" timeOffset="66252.09">17322 13455 295 0,'0'0'101'0,"0"0"6"16,82-22-27-16,-51 22-33 15,2 0-22-15,3 17 2 16,-2 6-9-16,1 7 4 16,-7 9-14-16,-7 6-8 15,-8 9 0-15,-9-1-1 16,-4 0 1-16,-8-7 0 16,-20-9 2-16,-4-4-1 15,-5-7-2-15,-5-3-3 0,-3-6-27 16,-1-5-43-1,3-5-56-15,9-7-214 0</inkml:trace>
  <inkml:trace contextRef="#ctx0" brushRef="#br0" timeOffset="68035.89">18111 13418 377 0,'0'0'58'0,"0"0"3"16,0 0-3-16,0 0-32 15,67-92 5-15,-50 68 22 0,-5 0-29 16,-1 0-4-16,-3-1-12 16,-5 1-2-16,-3 1-1 15,0 5 12-15,-18 4-15 16,-10 6-2-16,-8 6-2 16,-1 2-9-16,-2 3-5 15,7 19 10-15,9 9 1 16,10 7-5-16,9 8 3 15,4 6 4-15,0 3-2 16,17 1 3-16,6-2 2 16,7-2 1-16,1-5-1 0,0-9 0 15,-3-9 2 1,-10-8 1-16,-8-9-2 0,-7-4 0 16,-3-6-1-16,0-2 2 15,-19 1 12-15,-13-1 2 16,-10 0-10-16,-2 0-2 15,4 0-4-15,7 2 0 16,9-1-28-16,8 3-23 16,10 0-93-16,6-4-223 15</inkml:trace>
  <inkml:trace contextRef="#ctx0" brushRef="#br0" timeOffset="69183.01">18342 13433 566 0,'0'0'72'16,"0"0"11"-16,0 0-79 15,0 0-4-15,0 0-22 16,0 0 19-16,0 26 0 16,0-6 1-16,0 2 2 15,0 2 0-15,0 0 0 0,-3 0 0 16,-2 0 0 0,1-1 1-16,3-2 0 0,1-3-1 15,0-2 0-15,0-4-4 16,1 0-4-16,10-4-8 15,0-2 10-15,4-1 6 16,2-2-1-16,4 0 4 16,3 0-2-16,1-1-1 15,1-1-1-15,-6-1 0 16,-3 0 1-16,-4 0 2 16,-5 0 3-16,-2-1 13 15,1-12 32-15,-3-2-12 0,2-7-4 16,-1 0-8-16,-2-6-6 15,-1 2 7-15,-2-1-6 16,0 2-18-16,0 3 4 16,0 4-4-16,-5 5-3 15,2 6 0-15,0 5 0 16,3 2-1-16,0 0 0 16,0 0-10-16,0 9-19 15,0 13 26-15,0 9 2 16,0 5 1-16,0 6 1 15,8 1 0-15,5-4 1 16,2-3-1-16,9-9 1 16,4-12-2-16,5-8 3 15,4-7 1-15,11-13-3 16,1-18-8-16,6-10-25 0,2-7-15 16,-9-1-16-16,-10-1 2 15,-12 1 12-15,-20 4 23 16,-6 1 18-16,-15 1 9 15,-15 1 12-15,-1 3 13 16,3 5 51-16,9 10 18 16,6 10-5-16,8 10-41 15,4 4-46-15,1 3-2 16,-1 25-22-16,-1 15 19 16,1 12 3-16,1 9-1 0,0 7-1 15,0 0 2 1,9-3 1-16,7-6-1 0,-2-12 1 15,2-15-1-15,-4-15-7 16,-3-11-7-16,1-9-11 16,2 0 25-16,6-26-7 15,6-12 2-15,2-9-21 16,-6 1 11-16,-4 3 15 16,-2 11 0-16,-1 10 2 15,-4 8 3-15,-3 8 14 16,-1 6 6-16,-1 0-25 15,6 6-7-15,1 15 6 16,-2 8-1-16,0 13-2 16,-3 5 4-16,-3 4 0 15,-3-2 4-15,0-13-4 0,0-9 0 16,-2-11 0 0,-7-5-6-16,-1-6 6 0,-4-5 1 15,-2 0 6-15,0 0 2 16,-5-12-4-16,3-1-5 15,-1-4 0-15,5 4-1 16,5 2-18-16,6 4-7 16,3 2-40-16,0 1-101 15,5 1-20-15,12 0-1 16,2-1 40-16</inkml:trace>
  <inkml:trace contextRef="#ctx0" brushRef="#br0" timeOffset="70648.41">19485 13280 404 0,'0'0'141'0,"0"0"-13"0,0 0-18 15,0 0-49 1,0 0-14-16,0 0-20 0,0-62-27 15,0 62-11-15,12 16 6 16,6 16 3-16,-1 9 2 16,3 10 0-16,-7 7 0 15,-2 1 1-15,0-2-1 16,-3-6 0-16,-6-10-9 16,2-14-5-16,-4-13 1 15,2-8 11-15,-2-6 2 16,0 0 0-16,0-4 16 15,0-17 12-15,-2-4-26 16,-14 0-2-16,-7 4 2 16,-3 2-1-16,0 8 4 15,7 5-4-15,2 6-1 0,7 0-3 16,0 17-3 0,2 6-1-16,5 7 1 0,3 1-8 15,0 0-4-15,0-5-15 16,11-5-4-16,6-9-23 15,9-9 25-15,6-3 31 16,9 0-36-16,2-22-79 16,-1-5-67-16</inkml:trace>
  <inkml:trace contextRef="#ctx0" brushRef="#br0" timeOffset="71313.64">19755 13562 357 0,'0'0'196'15,"0"0"-103"-15,0 0-57 0,0 0-36 16,0 0-5-16,0 0 5 16,30-3 4-16,-13 3 3 15,3-5 6-15,1-8 0 16,-2-3-1-16,-5-1-1 16,-7 0 2-16,-4 2-2 15,-3-2-3-15,0 1 7 16,-10 3-13-16,-5 2 5 15,0 6 11-15,3 5-8 16,3 0-10-16,0 16-10 16,5 6 3-16,2 7 1 15,2 5 5-15,7 5-4 16,19 0-8-16,5-3-17 0,3-6 15 16,2-12-10-16,1-15 0 15,4-3 7-15,-2-22 14 16,2-13 2-16,-5-6 4 15,-5-4 8-15,-8 2 24 16,-10 1-3-16,-9-1 42 16,-4 6-33-16,0 8-1 15,-7 10 9-15,1 9 8 16,5 10-51-16,-1 0-5 16,1 18-52-16,1 17 39 15,0 12 9-15,0 8-5 16,16 8-3-16,11 8-4 0,9-2-23 15,1-8-11-15,5-14-43 16,0-19 7-16,-1-19 1 16,1-9 27-16,0-14 51 15,0-18 7-15,-7-6 55 16,-9-8 36-16,-11 0 13 16,-11 1 0-16,-4 3-59 15,0 13-11-15,-4 12-13 16,-1 7 3-16,4 10-24 15,-1 0-2-15,2 3-36 16,0 18-9-16,0 11 44 16,0 4-12-16,0 3-44 15,2-5-8-15,14-7-30 0,7-11-25 16,5-16-85-16</inkml:trace>
  <inkml:trace contextRef="#ctx0" brushRef="#br0" timeOffset="71485.13">20456 13070 892 0,'0'0'0'0,"0"0"-10"15,0 0-52-15,83 59 11 0,-44-12-37 16,4 9-39-1,1-1-48-15</inkml:trace>
  <inkml:trace contextRef="#ctx0" brushRef="#br0" timeOffset="71996.47">20935 13693 938 0,'0'0'20'0,"0"0"-20"16,0 0-26-16,0 0-3 16,0 0 28-16,0 0-8 15,31 21-18-15,-19-9 0 16,-3-3-12-16,0-1-1 0,-3-1 3 16,4-5-5-16,-4 1 38 15,-2-3 4-15,1 0 0 16,0 0 0-16,-1 0 7 15,3-7-3-15,-2-4 46 16,-2-3-7-16,0-3 13 16,-2-2-27-16,1-3-3 15,0 3 2-15,-1 6-11 16,1 4-3-16,-2 5-5 16,0 2-9-16,0 2 0 15,0-1-2-15,0 1-14 16,0 0-6-16,0 0 9 0,0 0-1 15,0 0 0-15,3 0 1 16,-3 0 10-16,0 0 3 16,0 0 0-16,0 0 0 15,0 0 1-15,0 0 3 16,1-2 0-16,2-1 4 16,-2 0-5-16,1 1-2 15,-2 0-2-15,0 2-2 16,0 0-20-16,-3 9-135 15,-18 3-55-15,-6-1-273 0</inkml:trace>
  <inkml:trace contextRef="#ctx0" brushRef="#br0" timeOffset="72432.45">20817 13559 516 0,'0'0'25'0,"0"0"-10"16,0 0 70-16,0 0-30 15,0 0 26-15,0 0-25 16,-9-25-25-16,9 25-16 16,0 0-15-16,0 0 0 15,3 3-6-15,13 11 6 16,4 13 0-16,5 4 0 15,2 3 1-15,3 0 0 0,-5-1-1 16,0-10 0-16,-2-4-21 16,-1-7 9-16,-1-7 1 15,-4-5 10-15,3 0 1 16,-1-12 5-16,0-12 0 16,-2-8 2-16,-1-4 12 15,-6-5 4-15,-4-1-11 16,-3 2 4-16,-2 6 5 15,-1 10-13-15,0 7-8 16,0 9-5-16,0 4-23 16,0 4-5-16,0 0-105 15,0 15-95-15,-6 6 103 0,-1 3-135 16</inkml:trace>
  <inkml:trace contextRef="#ctx0" brushRef="#br0" timeOffset="72728.61">21267 13691 560 0,'0'0'200'15,"0"0"-112"-15,0 0-42 16,21-91-5-16,-16 62-10 16,-4 2-7-16,1-2-21 15,-2 4-3-15,0 2 0 16,-2 6 0-16,-13 3-3 0,2 8-1 15,1 2-9-15,-5 4-10 16,2 7-22-16,-2 15 1 16,0 9 23-16,7 8-8 15,8 14 6-15,2 3 3 16,9 1-6-16,21-8-22 16,12-13-43-16,7-16 7 15,5-8 19-15,0-12-39 16,2 0-95-16</inkml:trace>
  <inkml:trace contextRef="#ctx0" brushRef="#br0" timeOffset="73994.15">21433 13416 777 0,'0'0'23'16,"0"0"-23"-16,0 0-13 15,0 0 9-15,0 0 1 16,57 109 3-16,-34-58 12 16,1 7-4-16,4-1 1 15,5 0-8-15,0-12 3 16,0-11-1-16,-9-10-3 16,-11-11-21-16,-4-11-3 15,-4-2 8-15,1-8 16 16,-2-16 6-16,-2-10 3 15,-2-5-2-15,0-8-2 0,0-2 6 16,0 4 6-16,0 4-15 16,11 10-2-16,5 8-12 15,1 7-31-15,0 8 2 16,-5 4 36-16,-6 4 5 16,0 0 0-16,-3 11-4 15,0 9 2-15,-2 10 2 16,-1 5 3-16,0 5-3 15,-1-1 0-15,-7-4 2 16,2-7 3-16,3-8-5 16,3-7 0-16,0-5-1 15,0-5-14-15,0-3 15 16,5-7 4-16,11-15 23 0,7-7-26 16,-4-8 23-16,-7-1 21 15,-3 4 0-15,0 7 12 16,-7 13-7-16,0 7-21 15,0 7-29-15,2 0-13 16,2 11-48-16,7 14 50 16,0 10 4-16,1 5-20 15,-3-2-2-15,-2-5-26 16,4-11-13-16,2-10 34 16,6-10 20-16,1-2 14 15,2-11 8-15,0-17 10 16,3-11-8-16,0-8-6 0,-3-7-3 15,-4-1 1-15,-6 4 4 16,-8 1-1-16,-3 3 17 16,-1-1 10-16,-2 4 19 15,0 4-2-15,0 8-4 16,0 11 23-16,0 8-19 16,0 10-45-16,0 3-4 15,-2 23-59-15,-11 19 50 16,-7 16 8-16,-4 9 1 15,-1 11 0-15,7 0 0 16,9-6-10-16,9-13-9 16,0-17 7-16,6-17-4 0,13-14 3 15,5-11 11 1,9 0 2-16,6-21 3 0,3-13 0 16,-3-7 2-16,-7 1-4 15,-9 6 3-15,-4 11 12 16,-9 11-1-16,-2 8-13 15,-3 4-2-15,-2 0-13 16,1 14-4-16,-4 14 7 16,0 11 7-16,0 6 0 15,-17 0-3-15,2-2-15 16,1-9 13-16,3-10-20 16,5-11 8-16,-1-7 8 15,7-6 8-15,-3 0 4 16,-3-6 45-16,1-16-33 15,0-3 8-15,5-3-7 0,0 2-7 16,11-2-6-16,18 4-13 16,10-2-19-16,2 1 10 15,5-3 3-15,-1 1 10 16,-5 1 6-16,-7-1 3 16,-7-1 24-16,-10 0 16 15,-4-1 15-15,-5-5 0 16,-4 1-12-16,-3 0-12 15,0 8-2-15,0 10-20 16,0 5-9-16,0 10-1 16,0 0-24-16,-7 14-38 0,-3 21 16 15,-5 19 46-15,-2 13-3 16,2 17 0-16,5 3-18 16,5-7-9-16,5-10-55 15,2-22 20-15,17-14 32 16,7-10 28-16,-1-15-133 15,0-9-200-15</inkml:trace>
  <inkml:trace contextRef="#ctx0" brushRef="#br0" timeOffset="74493.71">22849 13691 836 0,'0'0'61'0,"0"0"-9"16,0 0-17-16,0 0-34 0,25-79-1 15,-15 64-2-15,2-2-2 16,-1-1 4-16,-4 0-1 16,-4-4 1-16,-3 3-5 15,0-1-7-15,0 3-9 16,-10 3-6-16,-7 2-2 16,-3 10-1-16,-2 2-3 15,-1 0 0-15,-3 18 13 16,2 9-4-16,6 12 10 15,8 7 3-15,10 4-1 0,1 2-29 16,26-9-1 0,9-13-21-16,2-14 36 0,3-10 27 15,-8-6 5-15,-3-3 17 16,-5-18 20-16,1-4 4 16,-4-1 9-16,-1-1-28 15,-6 2-2-15,1 1-3 16,-4 6-20-16,-3 6-2 15,-2 6-1-15,-4 4 1 16,-3 2-3-16,0 0-13 16,0 14-8-16,0 16 20 15,-6 9 4-15,-16 8 8 16,-6 1 0-16,-7-4-2 16,-1-5-2-16,-4-7-4 15,-2-6-6-15,-5-7-32 16,-11-7-49-16,-9-5-46 0,-8-7-144 15</inkml:trace>
  <inkml:trace contextRef="#ctx0" brushRef="#br0" timeOffset="75393.59">21470 13525 281 0,'0'0'171'0,"0"0"-43"16,0 0-30-16,0 0-55 16,0 0-43-16,0 0-9 15,20 3 8-15,-1 20 1 16,2 9-1-16,-3 8 1 15,-1 2 4-15,0 2-2 16,-1-1 1-16,-3-4 10 16,-3-5-4-16,-6-7-4 15,-4-8-5-15,0-7 4 16,0-6-1-16,-3-3 4 16,-8-3 9-16,-2 0 17 15,0-4 6-15,-3-13 1 0,-2-7-26 16,1-7-1-16,7-5-8 15,0-3-3-15,10-1 3 16,0-4-5-16,25 2-1 16,10-2-15-16,13 2-5 15,0 2 0-15,3 3 4 16,-4 6 12-16,-6 4-2 16,-8 5 3-16,-9 8 4 15,-10 5 1-15,-9 3 0 16,-5 6-1-16,0 0-2 15,0 0-130-15,-20 12-84 16,-11 10 170-16,-5 1-207 16</inkml:trace>
  <inkml:trace contextRef="#ctx0" brushRef="#br0" timeOffset="76374.78">18426 14241 24 0,'0'0'54'0,"0"0"-25"16,0 0 1-16,0 0 20 16,0 0 6-16,0 0 24 15,-14-51-21-15,10 41-5 16,-1 1-4-16,2 1 10 15,2 1-16-15,1 1-6 16,0 2 12-16,0-2-13 16,18 0-21-16,15 2-14 15,10 1-1-15,19 3 4 16,15 0-2-16,21 0 0 0,32 5-1 16,19 8-1-16,23-1-1 15,14-3-1-15,3-4 1 16,-4-5-1-16,-13 0 0 15,-14 0 0-15,-21-9 2 16,-23-4 4-16,-27-2 8 16,-27 1 18-16,-25 3 13 15,-16 0 11-15,-12 4-1 16,-6 3-19-16,1 1-20 16,-2 3-3-16,0 0-9 15,0 0-3-15,0 0-25 16,0 0-57-16,0 14-89 0,-7 3 85 15,-2-5-164 1</inkml:trace>
  <inkml:trace contextRef="#ctx0" brushRef="#br0" timeOffset="76528.55">20791 14045 686 0,'0'0'60'16,"0"0"-60"-16,0 0-129 16,0 0 1-16,0 0-24 15</inkml:trace>
  <inkml:trace contextRef="#ctx0" brushRef="#br0" timeOffset="77748.3">20280 13212 394 0,'0'0'102'16,"0"0"11"-16,0 0-40 16,0 0-41-16,0 0 9 15,0 0-13-15,10-30-10 16,-10 30-14-16,0 0-1 15,0 0-3-15,0 6-15 16,0 18-11-16,0 15 22 0,-4 14 2 16,-16 10 2-1,-2 8 1-15,1 3 1 0,0 2 1 16,4-4-1-16,7-11 1 16,7-13-3-16,3-15-1 15,0-10-6-15,0-6-12 16,0-4-26-16,0-2-32 15,-1-11-91-15,-4 0-151 16</inkml:trace>
  <inkml:trace contextRef="#ctx0" brushRef="#br0" timeOffset="77940.67">20202 13803 383 0,'0'0'178'0,"0"0"-40"16,0 0-39-16,0 0-54 16,0 0-45-16,0 0-3 15,-17 16-150-15,-6 1 20 16,-10-3-145-16</inkml:trace>
  <inkml:trace contextRef="#ctx0" brushRef="#br0" timeOffset="90914.18">9096 13900 82 0,'0'0'37'0,"0"0"-37"16,0 0-18-16,0 0-13 15,0 0-39-15</inkml:trace>
  <inkml:trace contextRef="#ctx0" brushRef="#br0" timeOffset="91942.7">9145 13914 124 0,'0'0'76'15,"0"0"-33"-15,0 0-1 16,0 0 22-16,0 0-37 16,0 0 19-16,0-12-1 15,0 12 10-15,0 0 9 0,0 0-7 16,0 0-6 0,0 0-11-16,0 0-10 0,0 0 2 15,0 0-3-15,-3 0-8 16,3 0 1-16,0 0-2 15,0 0-3-15,0 0-2 16,0 0-6-16,0 0-9 16,0 0-1-16,0 0-10 15,0 0-41-15,0 0-71 16,0 3 25-16,9 4-25 16,2-2-71-16</inkml:trace>
  <inkml:trace contextRef="#ctx0" brushRef="#br0" timeOffset="92659.02">11132 14202 147 0,'0'0'289'0,"0"0"-153"15,0 0-51-15,0 0-26 16,0 0-22-16,0 0-5 16,-8-1-12-16,8 1-3 15,-1 0-3-15,1 0-3 16,0 0 5-16,0 0 0 16,0 0-4-16,0 0-4 0,0 0-6 15,0 0-2-15,0 0-3 16,0 0-9-16,0 0-31 15,0 0-45-15,0 0 15 16,0 1-21-16,7-1-54 16,4 0-107-16</inkml:trace>
  <inkml:trace contextRef="#ctx0" brushRef="#br0" timeOffset="93659.49">12706 14188 296 0,'0'0'87'16,"0"0"-16"-16,0 0-34 0,0 0-6 16,0 0-7-16,0 0-16 15,6-5 1-15,-6 5 10 16,0 0 13-16,0 0 0 16,0 0-8-16,0 0-13 15,0 0-10-15,0 0-1 16,0 0-12-16,0 0-35 15,0 0-9-15,0 0 47 16,0 0-28-16,1 0 11 16,1 4-34-16,-1 1-45 0,1-2-97 15</inkml:trace>
  <inkml:trace contextRef="#ctx0" brushRef="#br0" timeOffset="95099.65">15217 14145 363 0,'0'0'155'0,"0"0"-50"16,0 0-44-16,0 0-45 15,0 0-8-15,0 0 2 16,0 0-5-16,0 0 6 0,0 0 15 15,0 0 11 1,0 0-3-16,0 0-10 0,0 0 1 16,0 0-6-16,0 0-6 15,0 0-3-15,0 0-8 16,0 0-1-16,0 0-1 16,0 0-8-16,0 0-53 15,0 5-100-15,-3 5-5 16,-11-4-87-16</inkml:trace>
  <inkml:trace contextRef="#ctx0" brushRef="#br0" timeOffset="100321.05">7446 15534 130 0,'0'0'46'0,"0"0"10"16,0 0 7-16,0 0-18 0,0 0 10 15,0 0 8-15,0 0-22 16,0-37 0-16,0 32-14 16,0 3 3-16,0-1-9 15,-1-1 11-15,-1 1 7 16,2-2-18-16,0 0 11 16,0 3 3-16,0-1-23 15,0 2 7-15,0 0-8 16,0 1-9-16,0-2 2 15,0 2 1-15,0 0-5 16,-1 0 3-16,1 0-3 16,0 0 0-16,0 0-5 15,0 0-2-15,3 9 5 0,9 5 0 16,1 6 2-16,2 0 0 16,0 1 0-16,1-1 0 15,1-3 0-15,0-4-7 16,1-3-9-16,-1-4 7 15,4-5 3-15,1-1 5 16,8-8 1-16,7-19 1 16,8-11 3-16,6-7-3 15,4-5-1-15,0 4 1 16,-5 3-1-16,2 7 1 16,-5 5-2-16,-9 5 0 15,-7 8 1-15,-12 6 2 16,-8 3-2-16,-5 5 1 0,-6 1 4 15,0 3-3 1,0 0 7-16,0 0-3 0,0 0-1 16,0 0-5-16,0 0-2 15,-5 0-41-15,-8 7-77 16,-4 6-34-16,1-4-179 16</inkml:trace>
  <inkml:trace contextRef="#ctx0" brushRef="#br0" timeOffset="100477.42">8132 15355 460 0,'0'0'56'0,"0"0"15"0,0 0-9 16,0 0-55-16,0 0-7 15,0 0-52-15,-21 37-77 16,11-27-161-16</inkml:trace>
  <inkml:trace contextRef="#ctx0" brushRef="#br0" timeOffset="123615.7">4930 15288 359 0,'0'0'76'0,"0"0"-49"16,0 0 10-16,0 0-9 15,0 0-11-15,0 0-12 16,0 0 6-16,0 0 17 16,0 0 25-16,0 0-1 0,0 0-9 15,0 0-1-15,0 0-16 16,3 0-2-16,-3 0 0 15,1 0-1-15,-1 0-1 16,0 0-8-16,2-8-7 16,1-2-6-16,3-2 2 15,-1-3-3-15,0-1 2 16,0-1-2-16,-1 0 1 16,-2 0 0-16,-2 0-1 15,0 2-4-15,-2 0-6 16,-10 2-4-16,-10 1-5 15,-5 5 4-15,-4 5 2 16,-8 2 5-16,-3 0-1 16,2 9 2-16,12 4 7 15,10-1-3-15,16 4-2 0,2 7-8 16,18 5 9-16,18 5-2 16,13 0 6-16,5 0 0 15,6-5 4-15,-2-4-3 16,-6-5 0-16,-6-2 0 15,-13-2-1-15,-15 2 0 16,-9 2-1-16,-9 8 0 16,-16 3 1-16,-17 3 1 15,-8 2 1-15,-5-3 2 16,6-7-1-16,7-7 0 16,3-7 5-16,9-6 16 15,5-5 0-15,4 0 5 0,6-7-1 16,3-16-14-16,3-13-4 15,3-11-10-15,22-6-1 16,5-4-4-16,3-1 0 16,3 7 0-16,-5 2-6 15,-4 7-6-15,-5 8-4 16,-8 9 8-16,-5 7 1 16,-7 8-19-16,-2 5-22 15,0 5-31-15,-4 0-58 16,-5 3-101-16,1 9 14 15</inkml:trace>
  <inkml:trace contextRef="#ctx0" brushRef="#br0" timeOffset="123914.16">5248 14832 630 0,'0'0'108'15,"0"0"-13"-15,0 0-95 16,0 0-11-16,-8 107 11 16,11-38 3-16,2 13 2 15,-3 7 2-15,3 1-1 16,1-1-3-16,0-6 1 0,3-8-4 15,3-7 0-15,0-7-15 16,-3-8-32-16,1-10-24 16,-2-7-53-16,-1-14-60 15</inkml:trace>
  <inkml:trace contextRef="#ctx0" brushRef="#br0" timeOffset="124431.72">5579 15333 447 0,'0'0'114'0,"0"0"-32"16,0 0-47-16,23-79-25 15,-13 51 8-15,0-4-9 16,-4 3 5-16,-5-2-9 16,-1 1 6-16,-3 4-4 15,-21 2 8-15,-4 4-11 16,0 8-2-16,1 7 0 16,6 5-2-16,8 0-3 15,5 15-11-15,7 14-2 16,1 11 13-16,0 10 1 15,12 6 2-15,7 3-1 0,5-2-1 16,-1-8 2-16,0-8 0 16,1-6 3-16,-3-8-2 15,-6-7-1-15,-6-4 0 16,-2-7 2-16,-5-3-2 16,-2-2 1-16,0-1 3 15,-15 0 1-15,-6-2 0 16,-1-1-5-16,-4 0-3 15,-3-3-15-15,8-12-2 16,1-6 9-16,8-7-8 16,12-4-21-16,2-2-19 15,28-7-32-15,14 1 11 16,6-1-51-16,3 3-77 0</inkml:trace>
  <inkml:trace contextRef="#ctx0" brushRef="#br0" timeOffset="124747.17">5885 15112 60 0,'0'0'145'0,"0"0"-4"15,0 0-5-15,0 0-3 16,0 0-66-16,0 0-16 16,14-21-27-16,-24 36-20 15,1 8-2-15,2 9 12 16,-1 6 3-16,-1 3-7 16,5 1-2-16,4-1-3 0,0-5-3 15,0-6-2 1,16-7 0-16,8-11-2 0,8-12-14 15,8 0 11-15,5-24-4 16,-4-7-11-16,-5-9 5 16,-12-1 15-16,-14 3 1 15,-10 1 3-15,0 4 1 16,-19 6 1-16,-20 3-6 16,-6 4-1-16,1 8-1 15,14 8 2-15,13 4-1 16,13 0-54-16,4 13-136 15,0 4 43-15</inkml:trace>
  <inkml:trace contextRef="#ctx0" brushRef="#br0" timeOffset="125843.53">6444 14815 731 0,'0'0'81'0,"0"0"12"16,0 0-46-16,0 0-47 15,0 0-13-15,0 0 13 16,-24 128-1-16,15-56 1 16,-7 6 1-16,4 5 1 15,-3 0 0-15,6-6-2 0,5-15 2 16,4-19-2-1,0-20-16-15,0-14-4 0,0-9 20 16,0-12 12-16,2-24-5 16,4-17-6-16,2-11-1 15,2-7 1-15,-2-3-1 16,1 4 0-16,1 4-11 16,2 4-5-16,10 5-10 15,-2 12 0-15,5 12 15 16,-6 15 10-16,-3 13-1 15,-5 5 2-15,-2 7-8 16,-1 18 1-16,-2 5 1 16,1 2 4-16,-7-3 2 15,0 0 4-15,0-2 11 16,-10-1 0-16,-7-1 0 0,-3 0-5 16,-1-1-1-16,-2-2-5 15,5-1 0-15,3 0-3 16,4-3 0-16,3-2-1 15,8 1-13-15,0 2-4 16,5-1 7-16,12-1-5 16,3 0 4-16,10-4 2 15,1-7 2-15,2-6 7 16,7 0 1-16,-4-21-1 16,-2-6 5-16,-4-7 3 0,-5-3 10 15,-8-1 14 1,-8 4 9-16,-6 4-11 0,-3 5-6 15,0 9-9-15,0 5-1 16,-3 7-9-16,3 4-5 16,0 0-8-16,0 13-15 15,0 8 21-15,6 1-2 16,13 3 0-16,5 0-2 16,9-5-8-16,2-5-3 15,0-8-19-15,-2-7 13 16,-1-1 18-16,1-20 4 15,-4-10 1-15,-7 0 1 16,-7-3 0-16,-12-1 5 16,-3 5 18-16,0 3-1 15,-6 5 0-15,-6 8-1 16,5 7 1-16,4 6-22 0,3 1-1 16,0 8-14-16,0 12 13 15,4 6-5-15,15 6-7 16,8-1-1-16,5-2-16 15,5-5-19-15,9-7-28 16,2-9 38-16,-2-8 32 16,-4-13-78-16,-12-23 58 15,-8-15 26-15,-8-11 1 16,-7-7 17-16,-7 2 47 16,0 8 40-16,-24 8-41 15,-9 11-24-15,0 11 0 0,5 11 3 16,13 11-26-1,9 7-14-15,6 6-2 0,0 24-17 16,2 17 16-16,15 15-1 16,6 9 2-16,4 3 0 15,-2-3-8-15,-1-5-18 16,1-7-17-16,2-8-33 16,3-10-17-16,0-16-124 15,-6-22-243-15</inkml:trace>
  <inkml:trace contextRef="#ctx0" brushRef="#br0" timeOffset="126176.53">7767 14880 548 0,'0'0'68'0,"0"0"-9"16,0 0-41-16,0 0-16 15,0 0 2-15,0 0-4 16,60-44 1-16,-46 32-1 15,-4-3 1-15,0-1 1 16,-7-1-1-16,-3-2 2 16,-4 2 1-16,-16 3 16 15,-7 5 14-15,-1 4-5 16,1 5-3-16,3 3-7 16,3 22-19-16,-3 15 0 0,-1 10-1 15,4 8 1 1,6 1 0-16,11-5-7 0,4-8-13 15,13-14-26-15,17-13 2 16,12-11 18-16,2-8-2 16,0-3-31-16,-1-20-68 15,-4-8-279-15</inkml:trace>
  <inkml:trace contextRef="#ctx0" brushRef="#br0" timeOffset="127626.15">6383 14858 150 0,'0'0'62'16,"0"0"24"-16,0 0-35 15,0 0-24-15,0 0 3 16,0 0-7-16,-33-9-16 16,27 9 4-16,3-2 10 15,2 1 10-15,-1-1 9 16,2-1-7-16,0-2-18 16,0 1-13-16,12-2-2 15,9 1 0-15,10-1-1 16,6 0-4-16,2 1-13 0,2-2-34 15,0 4-31-15,-5 0-61 16</inkml:trace>
  <inkml:trace contextRef="#ctx0" brushRef="#br0" timeOffset="128526.22">7874 14780 149 0,'0'0'64'0,"0"0"54"16,0 0-54-16,0 0-13 16,0 0-18-16,0 0-19 15,-53 3-4-15,36 14 1 16,1 4 0-16,-3-1-8 15,3 3-3-15,0-1 3 16,0-3-3-16,1-2-16 16,-2-6-65-16,1-6-105 15</inkml:trace>
  <inkml:trace contextRef="#ctx0" brushRef="#br0" timeOffset="128707.39">7749 14875 304 0,'0'0'60'15,"0"0"10"-15,0 0 11 16,0 0-41-16,0 0-34 16,0 0-6-16,-31 47-67 15,26-39-182-15</inkml:trace>
  <inkml:trace contextRef="#ctx0" brushRef="#br0" timeOffset="129556.45">4178 16303 365 0,'0'0'65'0,"0"0"7"16,0 0-11-16,0 0-37 16,0 0-11-16,0 0-2 15,97-44 5-15,-37 31 1 16,16-4 4-16,19-6-1 15,20-1-5-15,23-7-11 16,25-4 0-16,19-6-4 16,18-5 3-16,14 0-3 15,2 0 0-15,-3 3 0 16,-4 2 0-16,-8 4 3 16,-13-2-3-16,-10 3 0 15,-25 3 0-15,-23 4 1 0,-29 4-1 16,-32 8 8-1,-31 8 2-15,-23 4-1 0,-15 5 7 16,-5 0 50-16,-31 0-66 16,-20 17-14-16,-18 8-65 15,-12 0-80-15,-2-3-327 16</inkml:trace>
  <inkml:trace contextRef="#ctx0" brushRef="#br0" timeOffset="140514.52">1084 2609 181 0,'0'0'63'15,"0"0"-11"-15,0 0 21 16,0 0-22-16,0 0-16 15,0 0 30-15,0 0 8 0,-44-60-15 16,39 56-23-16,1 1-3 16,0 0-2-16,-1-1-23 15,2 1-5-15,0 3 13 16,0-1-1-16,3 1-9 16,0 0-3-16,0 0 0 15,0 0 1-15,0 0-3 16,0 0-3-16,0 0-7 15,0 0-23-15,0 0-8 16,3 3 38-16,12 5 2 16,3-1-2-16,7 0 3 15,5-1 5-15,10 1 0 0,8-3 2 16,3 1-5-16,9-4 1 16,1-1-3-16,4 0 1 15,2 0 1-15,5-1 0 16,5-6-2-16,3-2 2 15,0 2-2-15,2 0 0 16,-4 3 1-16,2 2 1 16,-2-1-2-16,4 3 0 15,-3 0 1-15,-4 0-4 16,-1 0 5-16,-4 0-6 16,-4 0 3-16,-8 3-3 15,-4-1 2-15,-5-2 1 16,-3 0 2-16,-1 0-1 0,3 0 1 15,4-2-1 1,2-5 1-16,-1 0-1 0,1 2-2 16,-3 0-2-16,-5 5-1 15,-3 0-2-15,-4 0-1 16,-2 0 6-16,1 0-1 16,0 0 2-16,1 4 0 15,3-1 0-15,1-2 2 16,0 0-1-16,0-1 0 15,-2 0 0-15,1 0 2 16,-1 0-2-16,-5 0 5 16,0 0 4-16,-9 0 0 15,-11-1 12-15,-7 0 4 16,-6-1 4-16,-3 1 10 0,0 1 1 16,0 0-8-16,0 0-10 15,0-2-14-15,0 2-8 16,0 0-6-16,-10 0-14 15,-5 0-61-15,-10 15-31 16,6 4-28-16,-6-2-76 16</inkml:trace>
  <inkml:trace contextRef="#ctx0" brushRef="#br0" timeOffset="194227.91">6551 13576 82 0,'0'0'21'0,"-86"111"-21"15,35-34-9-15,-10 9-4 16,-9 5-43-16</inkml:trace>
  <inkml:trace contextRef="#ctx0" brushRef="#br0" timeOffset="194389.76">4889 14918 20 0,'-86'18'36'0,"15"-9"-10"15,13-2-15-15,14-3-11 16,11-1-2-16,8-3-51 16</inkml:trace>
  <inkml:trace contextRef="#ctx0" brushRef="#br0" timeOffset="195470.82">11241 15607 37 0,'0'0'35'0,"142"-24"-18"0,-74 15-17 16</inkml:trace>
  <inkml:trace contextRef="#ctx0" brushRef="#br0" timeOffset="197271.83">11843 15751 17 0,'0'0'20'0,"0"0"-3"16,0 0-17-16,0 0-9 16,0 0-36-16</inkml:trace>
  <inkml:trace contextRef="#ctx0" brushRef="#br0" timeOffset="198091.84">11709 15795 11 0,'0'0'34'16,"0"0"-11"-16,0 0 10 16,0 0-20-16,0 0-11 15,0 0-1-15,10-11 0 16,-10 10 0-16,0 0 4 16,2-3 0-16,-2 3 0 15,0-1-1-15,0-1 5 0,1 0 0 16,-1 0 14-16,0 0 11 15,0 3-11-15,0-1 2 16,0 0-12-16,0 1-11 16,2-3 2-16,-2 0-4 15,1 2 0-15,0-2 0 16,-1 0 3-16,2 0 12 16,0-1-1-16,-1 1-3 15,1 0-3-15,1-1 6 16,0 0 1-16,-1-1 4 15,1 1-6-15,-2 1 1 16,2-4-4-16,0 3-4 16,0-2 0-16,0 1 5 0,-2-1 0 15,4 0-2 1,-2 3-5-16,-3-4-4 0,3 4 3 16,-2-2-2-16,1 4-1 15,-2-1-1-15,1 1 1 16,-1 1 0-16,0 0 0 15,0 0-4-15,0 0-10 16,0 0-21-16,2 0 7 16,-2 0 20-16,1 0-11 15,1 1-5-15,1 2-3 16,1 0 7-16,2-1-3 16,2-1-28-16,-1 0 8 0,2-1-14 15,-2 0-14 1</inkml:trace>
  <inkml:trace contextRef="#ctx0" brushRef="#br0" timeOffset="201153.37">2795 14812 351 0,'0'0'88'0,"0"0"8"16,0 0-1-16,0 0 1 16,0 0-20-16,0 0-24 15,-82-75-4-15,80 72-7 0,1 3-7 16,1 0-18-1,-1 0-16-15,1 0-1 0,0 0-7 16,0 15-7-16,0 13 12 16,9 12 3-16,10 15 0 15,-5 6 1-15,2-1 0 16,-2-4-1-16,-2-10-6 16,-2-9-6-16,-4-12 3 15,3-7-3-15,-2-9 3 16,-2-3 0-16,-3-6-4 15,2 0 7-15,3-22 6 16,5-14 0-16,0-14-1 16,-1-5 1-16,-8 4 2 0,2 8 3 15,-5 17 8 1,0 11 4-16,5 14-17 0,5 1 0 16,11 6-21-16,9 13 10 15,12 1-1-15,7-1 5 16,-1-3-5-16,1-4 2 15,-7-5 3-15,-8-3 6 16,-7-3 0-16,-9-1 1 16,-8 0 0-16,-5-2 2 15,-1-16 2-15,-4-14 8 16,0-9-7-16,0-6 5 16,-7 3 13-16,-7 3-15 0,-6 8-2 15,-1 7-6-15,6 8-6 16,5 10-11-16,6 5-17 15,4 3-38-15,14 0-214 16,14 0 134-16,14-6-133 16</inkml:trace>
  <inkml:trace contextRef="#ctx0" brushRef="#br0" timeOffset="202219.05">3470 14662 143 0,'0'0'283'0,"0"0"-167"16,0 0 20-16,0 0-57 15,0 0-39-15,-73 72-29 16,69-46-11-16,4 7 1 16,0-2 0-16,4 0 0 15,12 0 0-15,3-10 0 0,4-7 0 16,5-13-1-16,3-1 3 16,-1-18 7-16,-4-11 3 15,-6-5-2-15,-12 1-6 16,-5 3 2-16,-3 3-7 15,-14 3 0-15,-18 5-6 16,-5 4-14-16,-1 6-6 16,5 4 4-16,14 1 22 15,10 3 0-15,9 1 0 16,0 0-3-16,8 0-87 0,15 1 90 16,9 13-2-1,5 1 2-15,3 3 6 0,2 0 9 16,0 0 3-16,2 4-10 15,-3-2-7-15,-3 4 1 16,-6-4 1-16,-8-2-3 16,-8-5 0-16,-9-6 0 15,-3-5-14-15,-4-2-4 16,0 0 18-16,-5-1 15 16,-14-16-8-16,-1-8-7 15,-2-2 0-15,5-7-1 16,6 0-5-16,11-5 5 15,0-3-11-15,3 0 2 16,16-2 2-16,0 1-9 16,-1 2 15-16,0 7 2 0,-7 4 13 15,-4 9 35-15,-2 5 19 16,-5 10-32-16,0 2-10 16,5 4-7-16,1 0-18 15,5 19-11-15,5 11 10 16,2 10 0-16,0 9 0 15,-2 2 1-15,1 2 1 16,2-4 0-16,-2-4-1 16,-1-7 1-16,-1-3 1 15,-2-9-2-15,-1-4 0 16,-1-9-8-16,-4-4-22 16,-2-5-21-16,-4-4-27 15,-1 0 64-15,0-13 6 16,0-7 7-16,0 1 1 0,0-1 8 15,-3 5 37-15,0 6 13 16,2 4-10-16,1 3-31 16,0 2-14-16,0 0-3 15,0 0-6-15,0 0-1 16,0 0 4-16,0 0 1 16,0 0 4-16,0 2-5 15,0-2 0-15,1 2-8 16,-1-2-3-16,2 0 1 15,-1 0 13-15,4-14-2 16,1-15-16-16,4-8-28 0,-1-6 14 16,-3-1 23-1,-6 5 9-15,0 6 7 0,0 10 3 16,0 7 34-16,0 9 1 16,0 7-10-16,0-3-23 15,0 3-12-15,0 0-8 16,0 10-5-16,0 9 13 15,0 9 0-15,0 3-1 16,0 2 1-16,3 2 0 16,6-3 0-16,3-2 0 15,1-5 0-15,4-5-8 16,-4-5-30-16,5-5-10 0,0-5-7 16,7-5-4-1,5-9-27-15,3-15-186 16</inkml:trace>
  <inkml:trace contextRef="#ctx0" brushRef="#br0" timeOffset="202686.08">4641 14369 577 0,'0'0'160'0,"0"0"-50"16,0 0-67-16,0 0-22 15,0 0-12-15,0 0-9 16,0-48-5-16,0 65-17 16,0 12 17-16,-6 15 5 0,1 9 1 15,3 6-1-15,2 0 0 16,0-3 2-16,4-10-1 16,2-17 0-16,-2-15-1 15,0-9 1-15,-4-5 4 16,2-12 28-16,-1-19-8 15,4-13-25-15,-1-9-10 16,1-3 3-16,-5 0 2 16,0 4-18-16,0 6-10 15,3 5-2-15,5 10 13 16,3 8 5-16,1 11 17 16,0 7 0-16,-3 5 0 15,2 2-3-15,2 20-6 16,-1 8-1-16,-1 3 5 0,-10-1 4 15,-1-1-3-15,0-3 4 16,-15-1 5-16,-6 0 5 16,-6-3-3-16,-2 0-5 15,3-4-2-15,5-7-67 16,12-9-117-16,9-4-199 16</inkml:trace>
  <inkml:trace contextRef="#ctx0" brushRef="#br0" timeOffset="204596.19">4930 14408 674 0,'0'0'81'15,"0"0"-18"-15,0 0-54 0,0 0-9 16,0 0 0-16,0 0 0 16,-48 87 0-16,41-59 0 15,4-3 0-15,3-6 0 16,0-5-2-16,9-11-17 15,13-3-4-15,9-5 19 16,4-20-19-16,-5-4-11 16,-7-3-3-16,-12 5 37 15,-11 7 1-15,0 4 21 16,0 6 23-16,0 6-7 0,0 2-9 16,0 2-29-1,0 0-7-15,0 6-39 0,6 13 43 16,15 1-16-1,7 0-19-15,11-6 13 0,7-5 0 16,1-9 4-16,0 0 19 16,-5-23 2-16,-8-6 7 15,-8-5-2-15,-7-5 21 16,-7 3 10-16,-5 3-4 16,-4 7 21-16,-1 7-32 15,-2 8 12-15,0 5-15 16,0 5 6-16,0 1-22 15,0 0-2-15,0 0-13 16,0 13-2-16,0 11 14 16,0 4 1-16,0 4 0 0,4 5 0 15,-1-2 0-15,5-1 0 16,3-7-34-16,6-10-14 16,10-9-38-16,6-8 42 15,6-20-16-15,4-14-54 16,-6-12-41-16,-6-4 66 15,-13 1 89-15,-13 1 68 16,-5 0 16-16,-8 3 8 16,-17 3-21-16,-5 3 40 15,0 7 15-15,6 11-24 16,8 10-28-16,10 7-29 16,6 4-45-16,0 8-24 15,0 23-8-15,16 12 31 0,11 10-5 16,6 2 4-16,4-1-18 15,3-4-6-15,-1-8-2 16,-3-10 8-16,-5-10-17 16,-2-9 13-16,-10-9 23 15,-4-4 1-15,-4 0 11 16,-5-15 28-16,2-8-33 16,-1-3-2-16,0-3-4 15,-4 4-1-15,2 2-5 16,-5 6 6-16,0 6 2 15,0 1 9-15,0 6 11 16,0 3 5-16,0 1-4 16,0 0-19-16,0 0-4 0,0 0-2 15,0 0-6-15,0 0 0 16,0 0-2-16,0 0 9 16,0 0 1-16,0 0-1 15,0 1 1-15,0-1 0 16,0 0 1-16,0 0 0 15,0 0 0-15,0 0 3 16,0 0 1-16,-2 0-3 16,-4 0-2-16,-3-1-1 15,1-1 0-15,1 2 0 16,4 0 0-16,0 0-6 16,0 6 5-16,-3 8-1 15,3 4 3-15,-3 3-1 0,2 1 0 16,1 0 1-16,1-2-1 15,2-1 1-15,0-4-2 16,0-6-12-16,0-3-10 16,9-6-10-16,17 0-10 15,12-16 26-15,6-14-28 16,3-4-1-16,-8 0 9 16,-8 2 38-16,-10 3 10 15,-9 1 26-15,-4 7 19 16,-5 4 26-16,-3 5-15 15,1 6-29-15,-1 3-22 16,0 1-15-16,0 2-4 16,3 0-42-16,6 0-19 0,5 5 35 15,6 1 7 1,6-3-4-16,5-3-13 0,5 0 26 16,0-15 13-16,-5-2 1 15,-9-2 5-15,-11-1 16 16,-8 3 62-16,-3 1-24 15,0 0-30-15,-9 5-1 16,-1 3-11-16,-4 4-15 16,-2 4-2-16,-2 0-6 15,-5 4 5-15,4 15-3 16,-2 6-2-16,6 6-1 16,2 4 2-16,5 2 5 15,5 2-6-15,3-5 4 16,0-7-8-16,6-10-11 0,12-10 4 15,3-7 10-15,6-3 7 16,0-18 8-16,1-7-4 16,-5-5 1-16,-7-2 3 15,-3 6 9-15,-13 1 9 16,0 8 2-16,0 2-12 16,-3 6-7-16,-7 4-8 15,4 4 0-15,4 4-2 16,2 0 0-16,0 0-10 15,0 3-31-15,0 11 25 16,0 9 9-16,11 0 2 16,10 1-15-16,4-9-18 15,5-8 0-15,6-7 25 0,8-5 13 16,2-19 1-16,-1-5 1 16,-7-5-1-16,-12 0 3 15,-9 4 9-15,-7 1 8 16,-8 1 12-16,-2 4-9 15,-8 1 2-15,-11 3-7 16,-2 5-9-16,1 5 9 16,9 6-13-16,2 4-5 15,4 0-5-15,0 22-16 16,2 17 6-16,1 11 12 16,2 15 3-16,0 5 0 15,3 2-3-15,12-1 4 0,1-6-1 16,4-7 0-16,0-12 0 15,-4-9 0-15,-5-13 0 16,-3-11 1-16,-4-9 0 16,-1-2 0-16,-3-2 4 15,0 0 2-15,0 0 6 16,0 0 1-16,0-5-14 16,0-2-2-16,-4 2-26 15,-2 3-67-15,3 0-105 16,1-1-241-16</inkml:trace>
  <inkml:trace contextRef="#ctx0" brushRef="#br0" timeOffset="205334.07">6693 13972 459 0,'0'0'127'0,"0"0"-29"15,0 0-30-15,0 0-52 16,0 0-16-16,0 0-12 16,3-12-20-16,13 27 31 15,7 4 0-15,10-1-5 16,5 0-1-16,3-9-15 15,2-9 6-15,0 0 5 16,-4-13 11-16,-6-12 0 16,-6 1 4-16,-11-5 6 15,-4 2 10-15,-9 1 15 16,-3 2 7-16,0 3-16 0,-12 1-6 16,-9 3-4-1,-6 6-2-15,-4 7-14 0,1 4-1 16,3 1-7-16,5 22 7 15,4 11-5-15,6 12 1 16,2 10 0-16,7 5 3 16,3-1 0-16,13-7-3 15,21-17-7-15,11-14-15 16,6-17 11-16,2-5 15 16,-1-11-47-16,1-19-71 15,-11-9-137-15</inkml:trace>
  <inkml:trace contextRef="#ctx0" brushRef="#br0" timeOffset="206164.64">2758 15412 460 0,'0'0'46'0,"0"0"9"16,0 0-23-16,0 0-24 16,0 0 7-16,0 0-8 15,-22-10-7-15,22 8 0 16,12-1-26-16,25-5 26 0,34-4 4 16,37-11 17-1,43-8-2-15,41-13-4 0,39-9 2 16,30-10-8-16,26-5-5 15,14-7-3-15,14-3-1 16,5-3-5-16,1 0-14 16,-3 6-26-16,-15 6-13 15,-26 6 17-15,-31 7 5 16,-29 7 36-16,-40 6 0 16,-37 7 26-16,-38 6 11 15,-35 8-8-15,-28 5 32 16,-22 5 6-16,-12 6 40 15,-5 4-63-15,0-1-44 16,-3 3-7-16,-11 0-27 16,-8 2-52-16,-6 15-26 0,-4 2 2 15,-3 1-89-15</inkml:trace>
  <inkml:trace contextRef="#ctx0" brushRef="#br0" timeOffset="207529.58">2909 13709 547 0,'0'0'83'0,"0"0"29"16,-45-92-52-16,27 72-14 16,-1 7-25-16,-7 7-12 15,-2 4-9-15,-2 2 2 16,-3 4-4-16,2 19-3 16,7 14 3-16,12 13-6 15,12 12-12-15,8 8 3 16,22 0 3-16,16-4 4 15,11-8-5-15,5-12-3 16,1-8 9-16,-6-13 2 0,-11-8 7 16,-15-3 2-1,-16-4-2-15,-11-1 0 0,-4-2-7 16,-2 3 7-16,-24 0 8 16,-6 3 5-16,2-6-5 15,4-4 3-15,5-3 6 16,5 0 4-16,10-7-9 15,6-11-11-15,0-9-1 16,8-7-23-16,18 0 8 16,4-1 9-16,0 2-4 15,3 5-4-15,-3 3 14 16,-8 5 1-16,-6 6 10 16,-4 7-1-16,-6 5 1 15,-1 2-11-15,3 0 0 0,0 2-9 16,9 10 2-16,0 8-9 15,1 5-1-15,-1 1-29 16,-1 2-25-16,-7-6-55 16,-1-8-106-16</inkml:trace>
  <inkml:trace contextRef="#ctx0" brushRef="#br0" timeOffset="207696.12">3115 13587 838 0,'0'0'30'0,"0"0"14"16,0 0-44-16,0 0-94 15,0 0-9 1,0 0 47-16,88 78-47 0,-49-22-49 16,-8-1-105-16</inkml:trace>
  <inkml:trace contextRef="#ctx0" brushRef="#br0" timeOffset="208115.12">3392 13871 748 0,'0'0'116'0,"0"0"-40"16,0 0-69-16,0 0-7 16,0 0-27-16,0 0 19 0,46 12-3 15,-31 9-17 1,2 0-2-16,-7-2-11 0,-2-2-5 15,-2-3-8-15,-2-5 1 16,-4 1-10-16,0-3 19 16,0-2 41-16,0-2 3 15,0 0 41-15,0 0 44 16,0 0-46-16,0 2-27 16,0 5 5-16,0 7 0 15,0 7-2-15,4 6-9 16,8 0-1-16,2-7-2 15,-8-3-1-15,1-7 0 16,-4-6 0-16,-3-3 4 16,0-3-6-16,0-1 2 0,0 0 2 15,0 0 4-15,0 0 5 16,-3 0-1-16,-9 0-12 16,1-4 3-16,3 3-3 15,8 1-2-15,0 0-90 16,0 0-88-16,9 5 41 15,6-2-55-15</inkml:trace>
  <inkml:trace contextRef="#ctx0" brushRef="#br0" timeOffset="208479.24">3700 13880 665 0,'0'0'54'0,"0"0"-17"15,0 0-37-15,0 0 1 16,0 0 0-16,0 0 2 16,0 0 8-16,23-58 5 15,-23 48 1-15,0 0-3 16,0-1 20-16,-4 5-22 15,-8 0-12-15,-3 6-4 16,1 0-1-16,6 1 1 0,5 18-9 16,3 2-46-16,11 6 51 15,19 0 0-15,11-1 4 16,15-5-6-16,10-11-14 16,4-10-7-16,0 0-5 15,-9-14-78-15,-14-7-104 16</inkml:trace>
  <inkml:trace contextRef="#ctx0" brushRef="#br0" timeOffset="209096.75">4250 13566 764 0,'0'0'73'0,"0"0"-62"0,0 0-11 15,0 0-17-15,0 0 16 16,0 0 1-16,17 67 3 16,-15-50-3-16,-2-5 2 15,2-3-1-15,-1-5 0 16,-1-3-1-16,3-1 1 16,-1 0-1-16,11-16 0 15,2-13-29-15,6-9-34 16,1-9 26-16,-4 2 2 15,-3 0 16-15,-9 3 19 0,0 3 1 16,-3 3 16-16,0 5 5 16,3 8 6-16,1 9-20 15,1 9 1-15,4 5-9 16,6 0-8-16,2 14 2 16,8 18-1-16,1 14 7 15,7 14 7-15,-3 13 11 16,-3 11-4-16,-1 9-10 15,0 4 5-15,-1-3-3 16,5-3-3-16,-2-15 1 16,1-11 0-16,-6-14-3 15,-4-17 3-15,-9-15-4 16,-1-14 3-16,-3-5-3 16,4-25 24-16,1-24 7 15,-3-15-28-15,-9-9 0 0,-2-2 3 16,-12 3 17-16,-16 4 6 15,1 7-16-15,-5 11-6 16,4 13-7-16,10 9 0 16,11 9-6-16,7 1-21 15,1-1-15-15,23-1-23 16,9 1 6-16,7-1 24 16,2 1-1-16,7 2-5 15,-1 0-51-15,-8-4-148 16</inkml:trace>
  <inkml:trace contextRef="#ctx0" brushRef="#br0" timeOffset="210826.3">3317 13965 235 0,'0'0'134'16,"0"0"-60"-16,0 0-1 15,0 0-22-15,0 0-14 16,0 0-14-16,0 0-16 16,-4-41 19-16,4 31 6 15,0 4-8-15,4-5 0 0,4 3-9 16,4-1-10-16,6 1-5 15,1 2-2-15,2 4-1 16,0 2 2-16,3 0-12 16,-6 0-9-16,-2 10-4 15,-7 4-1-15,-6 3 6 16,-3 4 14-16,0 3 7 16,-12 3 0-16,-6 0 4 15,2-1 10-15,3-2-12 16,8-2-2-16,5-2 0 15,0-4-1-15,10-1 0 16,5 0-4-16,-1-3 5 0,2 0 0 16,-4 4 2-16,0 0 0 15,-3 4-2-15,-3 3-2 16,-4 6 2-16,-2 1 0 16,0-3 3-16,-5-4-2 15,-6-9 1-15,-3-2 3 16,-3-4 11-16,-1-1 1 15,-1-5 2-15,4-2-5 16,4 0 11-16,0 0-5 16,3-10 11-16,4-6-13 15,4-4-18-15,4-5-12 16,23-5-45-16,9-4-38 16,1 0-82-16,0-5-200 0</inkml:trace>
  <inkml:trace contextRef="#ctx0" brushRef="#br0" timeOffset="211509.9">4163 13623 366 0,'0'0'95'0,"0"0"-50"15,0 0-45-15,0 0-11 16,0 0 11-16,0 0 6 16,17 30 5-16,-6-12-2 15,0-2-1-15,3 1 4 16,3-7-9-16,0-3 4 15,2-5-4-15,-1-2 1 16,0 0-3-16,0-10 14 0,-4-9 21 16,-1-2 4-1,-6 2-5-15,-5 0 19 0,-2 2-1 16,0 2-17-16,-12 0-16 16,-9 6-17-16,-4 5-3 15,1 4 0-15,1 0-11 16,4 8-33-16,0 14-48 15,8 8-4-15,0 3-53 16,6-5-215-16</inkml:trace>
  <inkml:trace contextRef="#ctx0" brushRef="#br0" timeOffset="211684.89">4235 13716 506 0,'0'0'144'0,"0"0"-16"15,0 0-128-15,0 0-10 16,0 0-230-16,0 0 67 16</inkml:trace>
  <inkml:trace contextRef="#ctx0" brushRef="#br0" timeOffset="212407.99">3755 13934 269 0,'0'0'107'0,"0"0"-1"16,0 0-85-16,0 0-21 15,0 0 0-15,0 0-14 16,0 0 14-16,17 0 7 16,0-7 38-16,5-6-26 15,-1-6-4-15,-1-2 4 16,-6-3-9-16,-6 1 8 15,-2 1-12-15,-6 3 2 16,0 2 9-16,0 5-13 16,-15 2 5-16,-6 3-8 15,-4 7 9-15,4 0-9 16,0 0 1-16,5 12-2 16,5 7-3-16,5 6 0 0,6 6-2 15,0 8 5 1,24 4 1-16,13 3 0 0,11-1 1 15,12-13-2-15,7-13-9 16,-1-13-28-16,-1-6-20 16,-5-3-33-16,-15-18-248 15</inkml:trace>
  <inkml:trace contextRef="#ctx0" brushRef="#br0" timeOffset="212600.77">4046 13961 224 0,'0'0'355'15,"0"0"-347"-15,0 0-6 16,0 0-2-16,0 0 20 16,0 0 2-16,0 0-11 15,47 6-11-15,-32 2-56 16,-9-2-212-16</inkml:trace>
  <inkml:trace contextRef="#ctx0" brushRef="#br0" timeOffset="-212592.38">2849 16254 470 0,'0'0'132'0,"0"0"7"15,0 0-53-15,0 0-33 16,0 0-7-16,0 0-27 16,-17-38-19-16,17 40-10 15,0 20-6-15,0 14 15 0,0 15 1 16,0 8 0-16,4 3 1 15,0-4-1-15,-1-10-3 16,-1-14-19-16,-1-12 0 16,1-11 7-16,1-8-3 15,-3-3 18-15,4 0 8 16,-1-12 31-16,3-19-27 16,3-10-12-16,-1-8-10 15,5-1-15-15,-1 1-11 16,3 6-43-16,1 5-16 15,2 10 81-15,0 11 4 16,0 11 10-16,1 6-2 0,1 0-1 16,-1 1 2-16,5 11-1 15,-6 1 2-15,1-1-1 16,-5 0-1-16,-5-6-1 16,-2 0-9-16,-4-6 10 15,0 0 2-15,-3 0 10 16,0-19 61-16,0-7-54 15,0-5-14-15,0-2 6 16,2 4 21-16,1 7 12 16,0 8 0-16,-2 6-4 15,6 8-24-15,4 0-14 16,8 3-9-16,7 16 5 16,2 10 1-16,-1 6 1 15,-3 8 0-15,-7 0-2 16,-6 0 3-16,-3-6-20 0,-4-4-9 15,-2-6-30-15,-2-3-18 16,0-6-17-16,0-9-64 16</inkml:trace>
  <inkml:trace contextRef="#ctx0" brushRef="#br0" timeOffset="-212420.64">3440 16256 677 0,'0'0'96'0,"0"0"-4"15,0 0-92-15,0 0-6 0,0 0-22 16,0 0 24 0,0 0 4-16,9 79 0 0,-9-53 0 15,1 0-7-15,-1-4-35 16,2-3-41-16,-2-4-30 16,0-6-88-16,0-9-143 15</inkml:trace>
  <inkml:trace contextRef="#ctx0" brushRef="#br0" timeOffset="-212244.38">3425 15869 891 0,'0'0'18'0,"0"0"-18"0,0 0-66 16,0 0-78-16,0 0 75 15,61 78-92-15,-40-39-173 16</inkml:trace>
  <inkml:trace contextRef="#ctx0" brushRef="#br0" timeOffset="-211893.62">3703 16312 467 0,'0'0'399'0,"0"0"-399"16,0 0-14-16,0 0 13 0,0 0 2 16,0 0 1-16,80 70-2 15,-65-62-7-15,-6-3-52 16,-5-3 12-16,-4-2 5 16,2 0 22-16,-1-6 18 15,2-16-27-15,0-6-59 16,0-3 54-16,-1 2 34 15,2 5 53-15,-1 7 32 16,5 7-2-16,-1 6-54 16,6 4-29-16,1 0 0 15,8 0-3-15,5 4 1 16,3 10 2-16,3 1-2 16,-3 2 4-16,0-3-4 15,-8 1 1-15,-7-3-93 0,-9-2-62 16,-6-8-161-16</inkml:trace>
  <inkml:trace contextRef="#ctx0" brushRef="#br0" timeOffset="-211642.3">3832 16048 572 0,'0'0'28'16,"0"0"-28"-1,0 0-4-15,0 0 3 16,124-10 1-16,-66-12 4 16,12-13 6-16,9-8 32 0,2-4-19 15,7 0-16-15,0-2-7 16,-5 2-22-16,-9-1-43 16,-13 6-3-16,-17 2-54 15,-17 6-33-15,-19 9-66 16</inkml:trace>
  <inkml:trace contextRef="#ctx0" brushRef="#br0" timeOffset="-211442.71">4621 15528 103 0,'0'0'134'0,"-98"0"-25"16,64 0-21-16,13 0 22 15,15 8-88-15,6 6-22 16,0 5-3-16,13 2 3 16,9 0 0-16,4-2 7 15,6-1 19-15,-3-6 13 0,-2-1 4 16,-3-3-11-16,-7-4 0 15,-9-1-2-15,-5-2-25 16,-3 5-5-16,0 3-1 16,-9 10-2-16,-17 6-7 15,-8 4-53-15,-10 0-77 16,-3-9-341-16</inkml:trace>
  <inkml:trace contextRef="#ctx0" brushRef="#br0" timeOffset="-211279.9">4627 15891 785 0,'0'0'42'16,"0"0"-42"-16,0 0-209 15,0 0 76-15,0 0-311 16</inkml:trace>
  <inkml:trace contextRef="#ctx0" brushRef="#br0" timeOffset="-208913.13">3941 16796 315 0,'0'0'79'0,"0"0"-53"16,0 0 8-16,0 0 6 16,0 0 8-16,0 0 16 15,24-38 4-15,-21 28-17 16,0 0 10-16,-3-1-41 16,0 0 16-16,0 4-22 15,0-3-8-15,0 4 2 0,0 0 3 16,-6-1-11-16,-8 2-4 15,-2 3 1-15,-1 2-5 16,0 0 7-16,6 0-2 16,-2 2-3-16,10 13 0 15,3 2-6-15,0 7 3 16,3 3 5-16,21 1 1 16,1 1 1-16,5-3 0 15,-2-1 0-15,-1-5-1 16,1-1 2-16,-5-4 1 15,-2-2 0-15,-9-2 0 16,-2-4 0-16,-4 0 0 0,-3-4-1 16,-3-1-2-16,0-1-1 15,0 2 4-15,-9 0 18 16,-7 0 3-16,-2 2-9 16,-2-3 2-16,4-2 3 15,1 0-7-15,9 0 0 16,-3 0-4-16,3-7-2 15,5-8-4-15,1-6-4 16,0-7-12-16,13-6-1 16,10-3 4-16,2 1 2 15,0 0-1-15,-4 3-11 16,0 2-3-16,-5 4-21 16,-5 1-29-16,-8 4-44 0,-3 1-326 15</inkml:trace>
  <inkml:trace contextRef="#ctx0" brushRef="#br0" timeOffset="-208547.37">4287 16459 754 0,'0'0'83'15,"0"0"-21"-15,0 0-62 16,0 0-1-16,0 0-5 15,0 0 6-15,12 107 1 0,-4-69 0 16,2 1-1 0,-3-6-21-16,1-5-21 0,1-11-13 15,0-5-17-15,-3-4 7 16,0-8-20-16,-1 0-27 16,1-5 76-16,-3-15-59 15,-1 1 95-15,-2 2 41 16,0 7 98-16,0 5 26 15,0 5-44-15,3 0-121 16,8 0-20-16,2 5 7 16,5 10 13-16,3-1-2 15,1 3-6-15,-1 0-15 16,-2-2-13-16,-7-1-40 16,-3-7-17-16,-9-7-165 15</inkml:trace>
  <inkml:trace contextRef="#ctx0" brushRef="#br0" timeOffset="-207996.94">4496 16573 796 0,'0'0'31'0,"0"0"-31"16,0 0-5-16,0 0 4 15,0 0 0-15,85 95 1 16,-72-67 0-16,-2-5 2 0,-5-2 0 15,-3-8 0 1,1-4 0-16,-4-8-1 0,0-1 0 16,0 0 3-16,0-1 8 15,0-20-12-15,0-4-17 16,-4-9-21-16,1 1 9 16,3-1 15-16,0 6 14 15,0 2 0-15,0 2-6 16,3 4-5-16,10 1-5 15,-2 2-17-15,3 3 23 16,-6 2 10-16,-2 2 2 16,0 1 11-16,-6 1 37 15,0 1-14-15,0 2 12 16,0 0-18-16,0 2-9 16,0 0-5-16,0 3-12 0,0 0-4 15,-1 0-1-15,-4 6-4 16,-4 14 0-16,0 11 4 15,2 8-4-15,4 8 2 16,3 0 2-16,0-2-1 16,17-6 2-16,0-6 0 15,0-9 0-15,-1-7 2 16,-4-5-2-16,-5-3-1 16,-5 2 1-16,-2 0 0 15,0 4-13-15,-17 6-10 16,-7-1-59-16,-10 0-55 15,-6-3-72-15</inkml:trace>
  <inkml:trace contextRef="#ctx0" brushRef="#br0" timeOffset="-207760.65">4136 17123 493 0,'0'0'158'16,"0"0"-91"-16,0 0-67 15,0 0-7-15,0 0 7 16,0 0 13-16,44 0 24 16,-13-14-17-16,8 0 0 15,4-4-2-15,5-2-4 16,4-1-5-16,0 3-7 16,-5 2 0-16,-6 8-2 15,-11 1-25-15,-12 7-59 0,-15 0-74 16,-3 10-98-16,-16 9-67 15</inkml:trace>
  <inkml:trace contextRef="#ctx0" brushRef="#br0" timeOffset="-207542.19">4172 17287 307 0,'0'0'19'15,"0"0"18"-15,0 0-10 16,0 0 13-16,0 0 50 0,0 0 0 15,99 4-45 1,-47-27-28-16,6-7 11 0,5-4 4 16,-2-1-16-16,-2 1 0 15,-2 2-8-15,-7 5-8 16,-12 7-3-16,-8 9-63 16,-15 6-101-16,-15 5-224 15</inkml:trace>
  <inkml:trace contextRef="#ctx0" brushRef="#br0" timeOffset="-207378.94">4627 17132 554 0,'0'0'149'0,"0"0"-49"0,0 0-50 15,0 0-50 1,0 0-13-16,0 0-125 0,17-17-10 15,-7 14-162-15</inkml:trace>
  <inkml:trace contextRef="#ctx0" brushRef="#br0" timeOffset="-206262.08">4894 16706 573 0,'0'0'105'0,"0"0"21"16,0 0-91-16,0 0-26 15,0 0-6-15,0 0-3 16,0-13-4-16,0 13 1 16,14 0 2-16,2 0-2 15,2 0-24-15,4 0-30 0,2 0-17 16,-3-1-39-16,-6-4-92 15</inkml:trace>
  <inkml:trace contextRef="#ctx0" brushRef="#br0" timeOffset="-205682.97">4918 16832 545 0,'0'0'2'0,"0"0"-2"0,0 0 7 15,106-13 4 1,-67-3-11-16,-2-4-13 0,-1-1-32 16,-8-5-30-1,-8 3-29-15,-4 0 2 0,-12 3 102 16,-4 4 55-16,0 5 53 16,0 2 16-16,-3 4-16 15,0 5 16-15,2 0-39 16,1 0-85-16,0 3-8 15,6 11 0-15,15 5 8 16,3 1 4-16,6 1-2 16,-2-4-2-16,2-4 4 15,-5-4-2-15,-4-3-2 16,-8-6-1-16,-1 0 0 16,-3-3 1-16,-4-12 7 15,2-2-5-15,-4-3 1 0,-3 4 0 16,0 6 11-16,0 3 7 15,0 5-7-15,0 2-13 16,0 0-1-16,9 0-35 16,6 5 24-16,7 5 11 15,8 1 2-15,3-2-1 16,1-3 0-16,-2-2-1 16,-10-4 0-16,-8 0 1 15,-4 0 2-15,-4-19 3 16,-2-5-1-16,-1-3-3 15,-3-5-1-15,0 2 0 0,-10 1 3 16,-11 4 6-16,2 5-4 16,1 6-6-16,3 8 0 15,7 6-36-15,8 0-51 16,0 13-145-16,0 2 27 16</inkml:trace>
  <inkml:trace contextRef="#ctx0" brushRef="#br0" timeOffset="-204816.84">5835 16449 585 0,'0'0'176'16,"0"0"-55"-16,0 0-70 16,0 0-43-16,0 0-8 0,0 0-10 15,0 0 8 1,35 46 0-16,-28-10 2 0,-4 3-2 15,-3-6 2-15,0-5-6 16,0-8-23-16,0-9 7 16,0-8-10-16,0-3-39 15,-4-3 46-15,1-18-101 16,1-8-118-16,1-2 11 16,-1-3 157-16,-4-1 15 15,-3 3 61-15,3-3 110 16,5 4 6-16,1 4 22 15,0 6 14-15,0 8 2 16,1 6-97-16,11 7-29 0,5 0-28 16,6 0 0-16,2 12 1 15,1 5 11-15,1 5 9 16,-3 2-2-16,1 3-9 16,-4 1-3-16,-4-3-3 15,-3 1 0-15,-9-5-3 16,-5-1 0-16,0-2 1 15,-19 0 1-15,-11 1-1 16,-3-1-2-16,-6-3-18 16,-4 2-28-16,0 0-15 15,-2-3-8-15,3-2-123 16</inkml:trace>
  <inkml:trace contextRef="#ctx0" brushRef="#br0" timeOffset="-204133.97">5097 16564 198 0,'0'0'89'16,"0"0"73"-16,0 0-72 16,0 0-28-16,0 0-31 15,0 0 34-15,-4-24-23 16,4 24-12-16,0 0-4 15,0 0-15-15,0 0-11 0,0 2 0 16,1 17-3 0,14 1 3-16,0 11 3 0,6 3 4 15,1 7 1-15,1-1-4 16,5-1-1-16,-3 0-1 16,-4-7-2-16,0-7-14 15,-8-4-24-15,-5-7-22 16,-3-4-30-16,-5-6-91 15</inkml:trace>
  <inkml:trace contextRef="#ctx0" brushRef="#br0" timeOffset="-203959.91">5261 16866 744 0,'0'0'108'16,"0"0"-67"-16,0 0-9 15,0 0-12-15,0 0-19 16,0 0-1-16,-3 8-63 16,6 1-27-16,0-1-127 15,-3-2-285-15</inkml:trace>
  <inkml:trace contextRef="#ctx0" brushRef="#br0" timeOffset="-202653.51">6235 15596 274 0,'0'0'143'16,"0"0"2"-16,0 0-61 0,0 0 12 15,0 0-36 1,0 0-16-16,-5-30-38 0,5 35-6 15,5 22-9-15,13 17 9 16,1 12 0-16,-1 12 0 16,-4 10 0-16,0-2 0 15,2-3-9-15,0-10-6 16,2-15-4-16,3-14 6 16,1-10 5-16,1-12-3 15,3-9 8-15,4-3 2 16,2-10 1-16,2-12 8 15,6-5-8-15,-3 0 0 0,5 1 0 16,3 2-22-16,1 5-36 16,0 0 14-16,-4 4-12 15,-6 5 37-15,-11 2 6 16,-8 7 5-16,-12 1-4 16,-3 0-6-16,-2 0-42 15,-3 0 2-15,-18 0-84 16</inkml:trace>
  <inkml:trace contextRef="#ctx0" brushRef="#br0" timeOffset="-202236.84">6181 15640 637 0,'0'0'85'0,"0"0"18"16,0 0-92-16,0 0-11 15,0 0-9-15,0 0 6 16,24 39 3-16,-13-13 2 16,2-4-2-16,-2-8 0 15,-5-7-5-15,-2-6-31 16,1-1-4-16,-1-1 37 15,0-18 2-15,2-8-63 16,-1-4-4-16,-5 0 19 0,0 2 47 16,0 5 2-16,0 7 28 15,0 6 6-15,0 9-9 16,6 2-25-16,7 0-2 16,7 14-3-16,7 8 4 15,4 5 1-15,9 7 0 16,2 0-1-16,4 2-28 15,0-5-69-15,-1-8-138 16</inkml:trace>
  <inkml:trace contextRef="#ctx0" brushRef="#br0" timeOffset="-201037.16">7218 16134 865 0,'0'0'70'15,"0"0"-38"-15,0 0-32 16,0 0-10-16,0 0 9 16,0 0-1-16,-4 98-6 15,-1-76-9-15,-1-5-7 16,6-5-2-16,-2-9 2 15,2-3 14-15,0 0 10 0,0-16 5 16,0-11-5-16,0-8-13 16,0-3 10-16,0-1 3 15,0 3 2-15,0 7-1 16,2 9 7-16,6 8 8 16,1 7-16-16,5 3 0 15,0 2-2-15,5 0-1 16,-1 4 2-16,2 9 0 15,-3 1 0-15,-2-2 1 16,-3-1 0-16,-6-5-2 16,-4-1-5-16,-2-5 3 15,0 0 4-15,0 0 19 16,-15-16-12-16,1-4 2 16,-2-4 7-16,3 4-6 15,5 6 8-15,5 5 16 0,0 6-21 16,3 3-13-16,0 0-13 15,18 14 6-15,8 5 7 16,6 3 0-16,4 1 0 16,0-2-11-16,4 0-13 15,-7-6-5-15,-9-3-5 16,-6-5-16-16,-9-7-4 16,-4 0-2-16,-3-7 54 15,-2-17 1-15,0-6-9 16,0-1 10-16,0 0 9 15,-10 2 37-15,-5 7 28 16,0 3-4-16,6 8 7 0,3 6-33 16,6 5-42-16,0 2-2 15,0 15-27-15,7 5 25 16,10 4 2-16,0-1-6 16,1-4-6-16,-1-3 3 15,-4-5-11-15,-4-7 5 16,-4-3-3-16,-4-3 11 15,2 0 7-15,-1-16 8 16,2-7-8-16,-4 0 3 16,0-1 10-16,0 7 10 15,-7 5-2-15,2 5 2 16,2 6-20-16,3 1-3 16,0 8-30-16,2 13 14 0,16 6 3 15,8-1-6-15,10-1-25 16,11-6-11-16,6-5-41 15,4-11 8-15,1-3-32 16,-6-9-28-16,-7-18-36 16,-12-5 91-16,-11-6 93 15,-14 2 145-15,-8 7 62 16,0 4-67-16,-18 8 5 16,-17 7-53-16,-6 8-40 15,-1 2-19-15,0 5-16 16,14 19-17-16,8 2 0 15,6 1-2-15,8 2-4 0,4-4-14 16,2-6-5 0,0-7-3-16,0-5-37 0,0-7 32 15,3-5 33-15,-1-16 15 16,2-11-15-16,-2-4 2 16,-2 0-4-16,0 0 4 15,0 6-2-15,-9 6 3 16,4 7 45-16,1 8 40 15,4 9-41-15,0 0-47 16,0 9-12-16,19 22 5 16,10 8 7-16,3 11 0 15,8 3 0-15,2 1-22 16,6-5-28-16,4-10-29 16,2-12-90-16,-11-15-8 15</inkml:trace>
  <inkml:trace contextRef="#ctx0" brushRef="#br0" timeOffset="-197740.69">6790 16823 491 0,'0'0'131'0,"0"0"-24"16,0 0-53-16,0 0-15 16,0 0-1-16,0 0-24 15,0 0 8-15,8-52 1 16,-3 34-16-16,-2 1 0 16,-2 0 1-16,-1 2-7 15,0 1 4-15,-11 1-5 16,-10 6 0-16,-7 2-2 15,-7 5-6-15,-8 0-3 0,0 11 4 16,7 10 4 0,14 6-3-16,14 6-2 0,8 4-22 15,21 4 19-15,11-1 3 16,6 0 3-16,-2-5 2 16,1-2-2-16,-7-7 5 15,-7-2-1-15,-7-9 0 16,-10-6 1-16,-3-4-2 15,-3-5 2-15,0 0 0 16,0 0 7-16,0 0 18 16,-12 0-2-16,-1-9-21 15,-1-7-1-15,2-2-1 16,6-4-5-16,6-8-28 16,0-4-36-16,15-1-65 15,12 3 32-15,3 1 69 0,-3 4 33 16,-5 8 2-16,-11 7 27 15,-1 4 24-15,-7 5 12 16,-3 3 35-16,0 0-45 16,0 0-44-16,0 0-11 15,0 6-6-15,3 8 6 16,3 5 0-16,1-1 1 16,4 1-1-16,2 0 1 15,1-8-1-15,2-2-7 16,-4-4-5-16,4-5-1 15,-1 0 7-15,0-12 6 16,0-10 0-16,-2-5 1 0,-5-4 3 16,-5 2 4-1,-3 0 8-15,0 3 10 0,-11 6 20 16,-7 3-17-16,-1 5 3 16,0 7-25-16,-4 5-7 15,-2 6-12-15,3 19-53 16,4 4-33-16,5 6-21 15,11-5-42-15,2-12-243 16</inkml:trace>
  <inkml:trace contextRef="#ctx0" brushRef="#br0" timeOffset="-197357.38">7285 16489 721 0,'0'0'192'0,"0"0"-113"16,0 0-73-16,0 0-6 15,0 0-7-15,0 0 6 16,7 84 2-16,4-50-2 16,-2-3 1-16,3-1-18 15,-5-8-22-15,-1-6-4 16,-1-6-2-16,-2-7-28 15,0-3-34-15,-2 0 77 0,-1-10 23 16,2-12-7 0,-2-6 9-16,0 6 6 0,0 5 57 15,0 7 39-15,0 6-4 16,4 4-51-16,5 0-41 16,3 0-8-16,9 9 8 15,3 5-1-15,1 5-1 16,5 3-14-16,0 0-13 15,-3-1-36-15,-8-4-30 16,-7-6-105-16,-12-7-229 16</inkml:trace>
  <inkml:trace contextRef="#ctx0" brushRef="#br0" timeOffset="-196858.06">7534 16570 635 0,'0'0'140'0,"0"0"-98"15,0 0-42-15,0 0-4 16,0 0-1-16,0 0 3 16,55 61 2-16,-47-38 2 15,-5-1 1-15,1-5 2 16,-2-4-3-16,-1-7 0 16,2-5-1-16,-1-1 0 15,-1 0 6-15,2-7 4 16,-1-16-5-16,7-6-6 15,-2-5-7-15,-2 0 7 16,-1 2 1-16,1 1 1 0,2 2-2 16,0 2-3-16,3 5-25 15,1 3-12-15,-2 7-4 16,-3 4 24-16,-1 6 7 16,-4 2 11-16,-1 0-1 15,0 0-2-15,0 0 5 16,0 5 3-16,0 8 29 15,-6 3 28-15,-6 2-10 16,-2 6-20-16,0 4-11 16,-1 4-14-16,2-1 1 0,8 2-5 15,2-3 0 1,3-2-2-16,0-3 2 0,11-3-1 16,2-7 0-16,0-3-2 15,-2-1-8-15,-3-5-6 16,-6 1-16-16,-2-2-12 15,0 4-22-15,-7 2 20 16,-18 2-157-16</inkml:trace>
  <inkml:trace contextRef="#ctx0" brushRef="#br0" timeOffset="-196591.01">7107 17081 658 0,'0'0'120'0,"0"0"-74"16,0 0-17-16,0 0-27 15,0 0-2-15,0 0-9 16,5 0 2-16,35-9 7 16,19-11 1-16,14-9 4 15,10-7-4-15,4-4 0 16,2-2-1-16,1-1 0 15,-2 1-11-15,-9 7-30 16,-8 5-54-16,-17 8-18 16,-24 8-116-16</inkml:trace>
  <inkml:trace contextRef="#ctx0" brushRef="#br0" timeOffset="-195507.01">7804 16520 428 0,'0'0'54'0,"0"0"27"15,0 0-33-15,0 0 31 16,0 0-23-16,0 0-40 0,23-33-16 16,-23 33-2-1,0 0-4-15,0 0 2 0,0 0 3 16,-2 0 1-16,-8 7 13 15,-8 0-2-15,1 0-1 16,3-1 0-16,3-2 2 16,7-2-12-16,4 5-1 15,0 0-27-15,0 3-10 16,15 0 6-16,4 1-11 16,0-2-2-16,2 1 19 15,-3 1 2-15,-4 2 4 16,-1-1 16-16,-6 0 1 0,-3 1 0 15,0-2 3 1,-3 1 16-16,1-3 0 0,-2 1 3 16,0-1 1-16,0 1 5 15,0 0 4-15,-11-2-5 16,-1-1-5-16,-6 0-7 16,1-1-1-16,0-2-3 15,2-3-3-15,6-1-1 16,6 2-4-16,3-2-93 15,0 0-265-15</inkml:trace>
  <inkml:trace contextRef="#ctx0" brushRef="#br0" timeOffset="-194859.74">7974 17016 505 0,'0'0'109'0,"0"0"38"16,0 0-69-16,0 0-18 15,0 0-33-15,0 0 0 16,-15-55-13-16,14 55-9 16,-1 0-5-16,2 6-10 15,0 14 4-15,2 7 6 16,8 7 0-16,-1 7-6 0,0-4-37 15,-3-1-29 1,0-11-98-16,2-8-100 0</inkml:trace>
  <inkml:trace contextRef="#ctx0" brushRef="#br0" timeOffset="-194509.03">8159 16963 719 0,'0'0'141'16,"0"0"-119"-16,0 0-22 16,0 0-13-16,0 0 13 15,0 0-1-15,44 85-12 16,-30-63-8-16,0-3-15 0,-2-5-18 16,-3-11 16-16,4-1-5 15,-5-2 25 1,-1-2 11-16,-1-15-11 0,-2-7-3 15,-2-4 21-15,-2-3 32 16,0 3 47-16,-16 1-47 16,-8 5 36-16,1 5-26 15,2 5 6-15,5 7-38 16,10 5-4-16,6 0-6 16,0 2-81-16,0 13 17 15,19 4-17-15,7-2-80 16,3-7-173-16</inkml:trace>
  <inkml:trace contextRef="#ctx0" brushRef="#br0" timeOffset="-193743.9">8409 16936 746 0,'0'0'118'0,"0"0"-82"15,0 0-36-15,0 0-11 16,0 0 10-16,0 0-1 15,41 22-5-15,-30-17 0 16,-1-1-2-16,-1-4-4 16,-3 0-13-16,0 0 13 15,0-11 10-15,3-8-8 16,-5-1-5-16,1 1 16 0,-4 4 2 16,-1 9 16-1,0 0 10-15,0 6 6 0,5 0-34 16,2 0-16-16,5 0 6 15,3 8 3-15,3 2-27 16,4-1 11-16,-1 0-14 16,2-3-12-16,0-2-4 15,-1-2-14-15,-3-2-20 16,-3 0-22-16,-7-8-67 16,-1-9 126-16,-1-6 50 15,0-3 61-15,-1 0 76 16,-1 1-12-16,-3 5-30 15,0 8 20-15,-2 5 2 16,0 7-67-16,2 0-41 0,-2 0-9 16,3 0-12-16,1 11 1 15,-1 8 10-15,0 1 1 16,0 0 1-16,-3 4 1 16,1-4-2-16,1 0-8 15,-2-4-20-15,0-6-42 16,0-8-35-16,0-2 38 15,0 0 60-15,0-17 4 16,2-6-17-16,-1-5 20 16,1-1 33-16,-1 0 22 15,-1 0-15-15,0 0-15 16,2 3-14-16,-1 4-5 16,2 3 17-16,3 7-16 0,1 6-1 15,1 4-3 1,1 2-3-16,3 0-9 0,-2 13 5 15,3 11-2-15,1 6 6 16,0 9 4-16,-1 5 11 16,-1 2-2-16,-4 1-5 15,-4-6-2-15,-3-7-4 16,-1-11 3-16,0-11-2 16,0-5 1-16,-13-6 7 15,-2-1 8-15,-4 0 4 16,-1 0-9-16,1-8-8 15,1-1-6-15,7-8-84 16,10-2-136-16</inkml:trace>
  <inkml:trace contextRef="#ctx0" brushRef="#br0" timeOffset="-192235.44">6988 16891 59 0,'0'0'32'15,"0"0"5"-15,0 0-23 16,0 0-7-16,0 0-7 15,0 0-17-15,-11-5-36 16,9 5 17-16,-4 0 22 16</inkml:trace>
  <inkml:trace contextRef="#ctx0" brushRef="#br0" timeOffset="-191900.91">6646 16958 57 0,'0'0'100'0,"0"0"-46"16,0 0-41-16,0 0 6 15,0 0-11-15,0 0-7 16,56 0-1-16,-46 0-1 16,-5 3-24-16,-1 3-38 15,-4-3 18-15,0 4 0 16,0-6-17-16</inkml:trace>
  <inkml:trace contextRef="#ctx0" brushRef="#br0" timeOffset="-191394.83">6646 16958 244 0,'114'0'119'0,"-114"-4"14"15,0 3-83-15,0-2 39 16,0 1-17-16,0 0-35 16,0 0-14-16,0 2-6 15,0 0-7-15,2-3-7 16,4 3-3-16,2-2-4 16,3 0-2-16,1 1 3 0,0 1-1 15,-2 0 3-15,2 0 0 16,0 0 1-16,2 0 0 15,0 0-2-15,6 0 1 16,-2 5 1-16,4 2-2 16,0 1 2-16,-2 0-2 15,-2 1-4-15,-9 1-3 16,-4 1-16-16,-5 2 5 16,0 4 20-16,-7 1 1 15,-9 0 4-15,-2 1 1 16,-1-4-6-16,4-3 3 15,-2-3-2-15,4-1 12 0,-2-2-7 16,3 0-3-16,1-1 2 16,0-2-5-16,3-1 4 15,4-1-2-15,-1-1 0 16,5 0 4-16,-3 0-6 16,3 0-8-16,0-6-73 15,0-6-133-15,3 0-140 16</inkml:trace>
  <inkml:trace contextRef="#ctx0" brushRef="#br0" timeOffset="-191247.78">6854 17103 372 0,'0'0'123'0,"0"0"-57"16,0 0 12 0,0 0 0-16,0 0-28 0,0 0-8 15,2 0-11-15,-1 0-31 16,6 5-16-16,-1 2-126 15,0-2-42-15</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35:26.807"/>
    </inkml:context>
    <inkml:brush xml:id="br0">
      <inkml:brushProperty name="width" value="0.05292" units="cm"/>
      <inkml:brushProperty name="height" value="0.05292" units="cm"/>
      <inkml:brushProperty name="color" value="#FF0000"/>
    </inkml:brush>
  </inkml:definitions>
  <inkml:trace contextRef="#ctx0" brushRef="#br0">20580 2588 147 0,'0'0'69'15,"0"0"8"-15,0 0-32 16,0 0 11-16,0 0-13 16,0 0-8-16,0 0 5 15,-81-61-10-15,78 59 22 16,0-3-11-16,3 3-7 16,0 1-11-16,-3-1-4 0,3 2-13 15,0 0-6-15,0 0 1 16,0 0-1-16,0 0-2 15,0 0 2-15,0 0-5 16,0 0 2-16,0 0-2 16,24 0 5-16,25 2 4 15,24 4 7-15,30-1 2 16,24 1 2-16,19-3-8 16,11-3 0-16,9 0-2 15,-3 0 1-15,0 0 0 16,-3-9-4-16,-11-1-1 15,-8 0-1-15,-17-2 0 16,-22 2 1-16,-17 3 1 0,-23 0-1 16,-17 4-2-1,-18 1 2-15,-15 2-2 0,-9 0 1 16,-3 0-23-16,-24 0-25 16,-27 4-65-16,-27 3-96 15</inkml:trace>
  <inkml:trace contextRef="#ctx0" brushRef="#br0" timeOffset="1099.02">20550 2660 332 0,'0'0'131'0,"0"0"-17"15,0 0-92-15,0 0-22 16,0 0-22-16,0 0 22 16,0 92 6-16,0-34 15 15,0 10 12-15,0 9 4 16,0 6-15-16,-6 3-9 16,1 4-1-16,-1 5-10 15,2-3 1-15,-2-4-2 16,3-9 2-16,0-15-2 15,3-16 0-15,0-15-1 16,0-8 4-16,0-14-4 0,0-4 0 16,0-6 0-16,0-1 25 15,-1 0 56-15,1 0-12 16,-3-11-20-16,-3-8-41 16,1-3-8-16,-1 2 0 15,0 3 1-15,5 6 0 16,-1 6 0-16,2 3-1 15,0 2-3-15,0 0-8 16,0 0-11-16,0 0-2 16,0 2 19-16,13 8 4 15,11 0 1-15,9 0 0 16,14 1 0-16,18 0 0 0,22-2 1 16,26 2 0-1,28-5-1-15,24-1 1 0,20-5-1 16,1 0-1-16,-2 0-13 15,-13-5-5-15,-19-7 10 16,-19-1 9-16,-22 1 1 16,-20 1 3-16,-21 1 8 15,-17 2 3-15,-17 1-3 16,-12 2-1-16,-8 2-2 16,-8 2-3-16,-7-1-5 15,1 1 5-15,-2 1-1 16,0-2 5-16,0 1-7 15,0-3-3-15,0 1-9 16,0 0-14-16,0-1-7 16,-3 0-37-16,1-5-69 0,2-2-13 15,0-9-173-15</inkml:trace>
  <inkml:trace contextRef="#ctx0" brushRef="#br0" timeOffset="1566.1">22653 2555 308 0,'0'0'56'0,"0"0"72"15,0 0-40-15,0 0 14 16,0 0-15-16,30-74-44 16,-30 72 22-16,0 1-39 15,0 1-1-15,0 0-25 16,0 0-4-16,1 15-7 0,1 20 3 15,-1 25 8-15,-1 23 0 16,0 18 5 0,0 15 6-16,-6 2-6 0,-9-1-4 15,0-8 2-15,4-7-3 16,3-16 1-16,8-14 0 16,0-18-1-16,0-16 0 15,0-10 0-15,0-12 1 16,3-6-1-16,0-5-14 15,0-5-21-15,3 0 3 16,0-5-44-16,3-9-166 16</inkml:trace>
  <inkml:trace contextRef="#ctx0" brushRef="#br0" timeOffset="2464.64">23536 3523 408 0,'0'0'97'15,"0"0"6"-15,0 0-25 16,0 0-24-16,-87-70-23 16,55 70-21-16,-3 22-10 15,-3 9 2-15,0 9-2 16,2 9 1-16,4 1 1 16,9 5-1-16,14 0-1 0,9-5 0 15,21-12-15-15,23-12-2 16,18-13 16-16,11-13-13 15,9 0-10-15,6-15-30 16,-4-9-33-16,-11-3-30 16,-13-1 4-16,-16-4-22 15,-19 3 38-15,-14 3 97 16,-11 1 76-16,0 1 74 16,0 6 25-16,-9 2 26 15,2 10-73-15,1 6-61 16,-3 0-60-16,-11 26-7 15,-6 16-1-15,-4 16 1 0,4 4 0 16,7 5-1-16,10-8-1 16,9-12-1-1,0-16 1-15,0-12 1 0,9-14 1 16,8-5 1-16,6-10 6 16,9-16-6-16,4-10-1 15,-1-6-10-15,-5-6-10 16,-9-4 5-16,-5-5 10 15,-4 0 3-15,-2 3 2 16,1 6 14-16,-1 12 6 16,4 11-9-16,-4 8-4 15,-1 10-7-15,5 7 0 16,-4 1-8-16,6 22 1 0,1 10 6 16,1 9 0-16,0-2-1 15,3 4 2-15,-4-2-1 16,-4 0-1-16,-4 2 2 15,-1-2 0-15,-6-3-4 16,-2-6-39-16,0-4-42 16,-7-7-33-16,-12-10-63 15,-3-12-198-15</inkml:trace>
  <inkml:trace contextRef="#ctx0" brushRef="#br0" timeOffset="2654.63">23857 3802 617 0,'0'0'17'0,"0"0"56"16,0 0-44-16,0 0-29 15,0 0 0-15,0 0 1 16,91 3 26-16,-45 3 1 16,5 0-12-16,-2-1-11 15,-2-2-5-15,-8-3-19 16,-4 0-65-16,-5-1-108 15</inkml:trace>
  <inkml:trace contextRef="#ctx0" brushRef="#br0" timeOffset="4461.24">20742 2946 230 0,'0'0'33'15,"0"0"23"-15,0 0-10 16,0 0-15-16,0 0-17 16,0 0 31-16,-28-37-4 15,26 35 26-15,1 0-27 16,-1 2 19-16,2-3 6 15,0 3-13-15,0 0-23 0,0 0-28 16,-1 0-1-16,-2 7-25 16,-3 15 25-16,0 11 0 15,-2 8 0-15,1 6 0 16,0 1 2-16,1-2-2 16,2-4-3-16,4-11-25 15,0-11 2-15,0-10 12 16,0-8 11-16,0-2 3 15,7-7 57-15,12-16-28 16,5-6-29-16,-4-3-4 16,-1 2-2-16,-9 1-6 15,-1 5 9-15,-6 6 3 16,1 6 3-16,0 4 18 16,-1 7 2-16,7 1-23 0,5 0-12 15,7 15-3-15,6 6 6 16,2 5 4-16,0 2-1 15,-3-1-3-15,-3-2 1 16,-6-5-10-16,-8-7 3 16,-5-7 8-16,-1-4 7 15,0-2 5-15,3-5 76 16,2-16-53-16,0-6-28 16,-1-3-5-16,-6-2-1 15,-2 0-2-15,0 1 6 16,-10 5 2-16,2 6 4 15,3 7-1-15,5 7-3 0,0 6-4 16,5 0-83-16,16 6-35 16,9 10 21-16,1 1-56 15,0-1-118-15</inkml:trace>
  <inkml:trace contextRef="#ctx0" brushRef="#br0" timeOffset="5361.62">21227 3057 319 0,'0'0'187'0,"0"0"-16"15,0 0-162-15,0 0-9 16,0 0 0-16,-22 75 1 0,22-41-1 16,0-2 2-16,8-8-1 15,12-4 5-15,1-10 5 16,4-7 16-16,2-3 20 15,2-4-1-15,-1-16-9 16,-1-4-17-16,-5-1-11 16,-10-2-9-16,-6 2 0 15,-6 1-22-15,0 2-9 16,-8 2-21-16,-4 6 22 16,8 6 4-16,1 5 26 15,3 3 2-15,0 0-2 16,0 0-61-16,3 11 34 0,10 3 27 15,4 3 2-15,1 2 10 16,6 1 5-16,-4 2 0 16,2 4 0-16,-6 1-10 15,-6-3-3-15,-1-4-3 16,-3-4 0-16,-3-5-1 16,0-5-1-16,-3-4-15 15,0-2 16-15,0-3 1 16,0-20 25-16,3-6-21 15,1-11-2-15,4-4 1 16,2-4-3-16,-1-4 8 16,5 1 19-16,-1 5 10 15,-1 8-14-15,1 8-7 16,-3 10-6-16,-3 9-4 0,2 10-7 16,-3 1 0-16,0 1-10 15,0 24-8-15,-3 9 12 16,-3 12 5-16,0 2-2 15,0 5 3-15,0-5 3 16,0-3-3-16,0-8 0 16,0-5 0-16,0-8 0 15,0-7-2-15,0-7 0 16,0-8-7-16,0-2-7 16,1 0 16-16,17-14 0 15,6-11-3-15,3-8-56 16,-2 1 19-16,-5-1 40 15,-4 3 11-15,-7 4 11 16,-4 6 21-16,-4 4 4 0,1 8-26 16,-2 5-5-16,0 0-13 15,0 3-3-15,0 0-21 16,0 3-33-16,-3 11 35 16,-10 4 19-16,0 0 0 15,0 1-1-15,5-4 1 16,-1 1 0-16,5-6 0 15,4 2-2-15,0-2 0 16,0-2 2-16,18 0-2 16,4-5 1-16,11-3-2 15,4 0-9-15,4 0-52 16,6-12-75-16,-2-3-112 0</inkml:trace>
  <inkml:trace contextRef="#ctx0" brushRef="#br0" timeOffset="7510.15">22044 2945 542 0,'0'0'81'0,"0"0"17"15,0 0-98-15,0 0-6 16,0 0-14-16,0 0 19 15,-1 44 1-15,2-10 0 16,1 5 7-16,-2 5 6 16,0 1 2-16,0-3-11 0,-5-4-1 15,-5-6-1-15,4-13 0 16,3-5-1-16,3-9 0 16,0-5 3-16,0 0 30 15,9-19 40-15,15-12-74 16,7-8-25-16,0-8 5 15,-5-5 19-15,-7-1-6 16,-8-1 7-16,-2 8 4 16,1 5 11-16,2 13 1 15,-1 11-16-15,0 11 0 0,-3 6-6 16,-2 0-5 0,-5 16-16-16,-1 12 15 0,-4 8 3 15,-16 5 9-15,-1 0 0 16,-1-7 1-16,4-5-1 15,5-5 0-15,1-4 0 16,0-5 3-16,0-4-2 16,6-3-1-16,-1-4-23 15,4-4-19-15,3 0 19 16,1-4 9-16,23-8-162 16,7-5-10-16,2 2 3 15,-3 1 128-15,-6 2 55 16,-9 1 62-16,-5 5 104 15,-5-1-16-15,-5 4 7 16,0 2-14-16,0 1-64 0,0 0-33 16,0 0-33-16,-3 0-13 15,-12 7-6-15,0 9 3 16,-1 4 2-16,3-1 1 16,7-2-1-16,6-1 0 15,0-5-4-15,1-5 0 16,14-3-1-16,2-3 6 15,3 0 6-15,4-17 0 16,-2-3-2-16,-7-1-3 16,-5 1-1-16,-7 4 1 15,-3 2 2-15,0 5 0 16,0 7 2-16,0 2-5 0,0 0-7 16,0 0-53-1,0 12 11-15,0 7 38 0,6 1-6 16,9-1-5-16,6-2-10 15,6-10 3-15,4-5 20 16,-1-2 9-16,-3-6 9 16,-3-9 23-16,-5-4 9 15,-2 3-2-15,-9-2-7 16,-4 6-3-16,-3 4-5 16,-1 4-13-16,0 4-11 15,0 0-6-15,-5 0-4 16,-8 7-7-16,-6 9 14 15,1 4-3-15,-2 2 4 0,3 5 0 16,4 2-2-16,9-1-21 16,4-6-17-16,11-6 3 15,20-12 19 1,9-4 4-16,6-6 14 0,1-16-13 16,2-8-4-16,-2-7 7 15,-8-5 12-15,-9-5 2 16,-18 1 1-16,-12-4-1 15,-7 3 23-15,-19 4-8 16,-3 7 44-16,6 9 30 16,7 15-43-16,8 12-32 15,-1 0-16-15,-6 17-43 16,0 17 41-16,-2 13 1 16,9 6-4-16,8 8 4 0,3 1-4 15,24-1-7-15,4-7-20 16,0-12-18-16,2-12 4 15,-6-12 26-15,-2-14 17 16,-2-4 3-16,1-11 1 16,-2-16 9-16,-5-5-2 15,-6-9 2-15,-11 1 5 16,0 2 3-16,-13 4-16 16,-3 11 10-16,2 11 37 15,8 8-18-15,2 4-31 16,-2 0-5-16,-2 16-9 15,-3 8 11-15,5 8 0 16,6 3-2-16,0 2-13 0,4-2 2 16,19-9-13-1,7-7-3-15,8-11 21 0,8-8 11 16,2 0 2-16,4-15-1 16,-6-7 2-16,-7-5 3 15,-12-2-1-15,-18 0 10 16,-9-2 13-16,-4 5-9 15,-16 3-18-15,-2 9 16 16,7 6 11-16,0 8-25 16,3 0-3-16,0 6-16 15,-1 9 1-15,4 6 0 16,6 2 11-16,3 0-2 16,0-1 1-16,12-6 1 15,13-8 0-15,8-6 4 0,3-2 2 16,0-2 1-16,-1-12 1 15,-7-3 4-15,-6-1-3 16,-8 1 3-16,-8-2 6 16,-6 4 12-16,0 1-13 15,0 5-7-15,-3 6 6 16,-1 3-12-16,-3 0-2 16,-2 0-42-16,-4 19 21 15,2 5-5-15,9 3-29 16,2 1 13-16,23-5-61 0,21-9 36 15,6-7 25 1,-1-7 22-16,-8 0 22 0,-9-12 8 16,-11-6 46-16,-8-3 37 15,-6-3-7-15,-5 1-10 16,-2 3-20-16,0 5 0 16,0 4-19-16,0 6-1 15,0 5-19-15,0 0-15 16,0 17-17-16,0 23-2 15,-4 15 19-15,-7 16 0 16,-4 8 2-16,-6 0-1 16,2-4-1-16,5-14 0 15,3-24 0-15,6-17 1 16,2-15-1-16,2-5 2 16,-3 0 9-16,2-5 40 0,-6-16-30 15,2-8-15-15,3-6-4 16,3-1-2-16,11-1-1 15,20-1-23-15,12 0-14 16,11 0 9-16,3-1-5 16,-3 4 11-16,-7 2 3 15,-11 0 14-15,-9 5 6 16,-5 1 1-16,-11 6 6 16,-8-1 16-16,-3 0 16 15,0 3-15-15,-14 2-6 16,3 8 0-16,0 7-15 0,3 2-3 15,-2 11-21-15,-5 19 6 16,4 11 11-16,11 9 1 16,2 8 1-16,35 0-1 15,17-5 0-15,15-9-30 16,1-16-16-16,0-11-29 16,-9-13 1-16,-13-4-62 15,-10-18-276-15</inkml:trace>
  <inkml:trace contextRef="#ctx0" brushRef="#br0" timeOffset="7935.51">23457 3037 199 0,'0'0'126'15,"0"0"4"-15,0 0-13 16,0 0-11-16,0 0-84 16,0 0 22-16,0-25-12 15,-11 25-32-15,-2 0-7 16,2 13 0-16,4 7-2 15,7 5-56-15,2 3-7 16,29-1-59-16,12-6-135 16</inkml:trace>
  <inkml:trace contextRef="#ctx0" brushRef="#br0" timeOffset="9292.76">20838 3473 390 0,'0'0'149'0,"0"0"-28"15,0 0 13-15,0 0-80 16,0 0-18-16,0 0-36 16,-3-17-4-16,3 28-8 15,0 5 6-15,-3 4 6 16,3 6 1-16,-2 2-1 15,1-1 2-15,-1 1-2 16,2-6 0-16,0-4-5 16,0-6-18-16,0-5 10 15,2-2 7-15,1-4 5 16,0-1 1-16,1 0 8 16,2-7 11-16,3-8-17 0,1-2-1 15,0 0 0-15,-4 5 3 16,-2 4-2-16,0 2 7 15,-2 3 1-15,-1 3 0 16,-1 0-10-16,3 0-1 16,5 0-12-16,4 4 3 15,9 6 6-15,5 2 0 16,4-2-5-16,5-3 4 16,-1-4-2-16,-3-3-6 15,-5 0 4-15,-6-3 9 16,-4-8 2-16,-6-4 1 15,-4-2 5-15,-3 0 6 16,-3-1-9-16,0 3 2 0,0 0 3 16,-9 5 7-16,3 0 8 15,2 8 0-15,4-1-20 16,-2 3-2-16,2 0-3 16,0-2 0-16,0 2-2 15,0 0 0-15,0 0-1 16,0 0 3-16,0 0 1 15,0 0 0-15,0-2 4 16,0-1 3-16,0 0 11 16,0-2-9-16,0-2-8 15,0 0 2-15,0-2 1 16,-1 4-2-16,-1-1-1 0,0 3-2 16,1 2 0-16,1 1-1 15,0 0-1-15,0 0 1 16,-2 0-2-16,2 0-3 15,0 0 0-15,0 0-6 16,0 0 4-16,0 0-5 16,0 0 4-16,0 0 5 15,0 0 2-15,0 0-9 16,0 0-13-16,0 0 1 16,0 0 5-16,0 0 14 15,0 5-6-15,-3 8-15 16,-6 5-32-16,-7 0-75 15,-5-8-130-15</inkml:trace>
  <inkml:trace contextRef="#ctx0" brushRef="#br0" timeOffset="10024.01">21348 3338 492 0,'0'0'152'16,"0"0"-13"-16,0 0-51 15,0 0-48-15,0 0-11 16,0 0-15-16,0-47-14 16,0 50-14-16,0 17 1 0,0 11 12 15,0 8 2-15,-2 7-2 16,-1-3 1-16,2 1-13 15,-2-6-12-15,2-11 0 16,1-5-33-16,0-10 10 16,0-7-3-16,0-5 5 15,0 0 46-15,8-5 27 16,3-13-17-16,-1-3-8 16,-1 1 21-16,-4 5 23 15,-4 4 14-15,1 9-27 16,2 2-33-16,4 0-11 15,6 10-15-15,3 7 6 0,4 2 2 16,5 1 7-16,1 0 8 16,2-4-2-16,0-6-9 15,-3-8-1-15,-4-2 11 16,-1 0 4-16,-6-11 3 16,-3-5 2-16,-3-4 1 15,-6-1 10-15,-3-3 6 16,0 3 5-16,0 1 3 15,-2 8-2-15,-2 6-5 16,3 6-16-16,1 0-7 16,0 8-53-16,0 14 43 15,0 6 8-15,5 4 2 16,13 4-1-16,8-2 0 0,3-5-3 16,1-9-5-16,2-8-12 15,-1-12 17-15,-1 0 4 16,-2-8 7-16,-2-15 7 15,-5-2-1-15,-5-6-3 16,-10 0 2-16,-6-4 11 16,-6 0-5-16,-26 2-14 15,-12 8-4-15,-1 12-1 16,5 13-24-16,12 10-10 16,10 19-61-16,7 12 0 15,8 0-75-15,3 2-170 16</inkml:trace>
  <inkml:trace contextRef="#ctx0" brushRef="#br0" timeOffset="11451.83">20529 2955 207 0,'0'0'144'15,"0"0"-29"-15,0 0 16 0,0 0-16 16,0 0-108-16,0 0-7 16,-30-7-5-16,15 22 5 15,2 2 2-15,0-3-1 16,3-2 0-16,4-3-1 16,3-3 1-16,2-4-1 15,1-2 0-15,0 0 0 16,0 0-2-16,-2 0 2 15,1 0-5-15,-3-11-26 16,-1-4-5-16,4 2 36 16,1 4 4-16,0 1 0 15,0 5 9-15,0 3 29 16,0 0-14-16,0 0-28 0,0 0-9 16,10 0 6-1,2 11 3-15,1 1-1 0,2 1 0 16,0 0 1-16,3-3 0 15,0 1 0-15,-5-3-10 16,-2 2-51-16,-11-3-42 16,0-2-62-16,-19-2-175 15</inkml:trace>
  <inkml:trace contextRef="#ctx0" brushRef="#br0" timeOffset="12148.52">20557 3468 465 0,'0'0'120'16,"0"0"-2"-16,0 0-68 16,0 0-25-16,0 0-25 15,0 0-6-15,-41 59 6 16,25-27 1-16,0 1 1 15,3-4-1-15,1-5-1 0,6-10-3 16,3-7-21-16,3-5 0 16,0-2 24-16,0 0 12 15,0-13 12-15,0-11-24 16,0-1 0-16,4 1 0 16,-2 2 1-16,0 2 4 15,-2 5 13-15,1 4 2 16,-1 7-6-16,1 3-4 15,2 1-10-15,2 0 0 16,4 1-25-16,3 16 24 16,4 4-1-16,3 4 2 15,-3 0-10-15,3-5-13 16,-3-3 5-16,-1-4 0 0,-4-6-24 16,-5-5-16-16,-3-2-19 15,-3 0 8-15,0-2-22 16,0-8-262-16</inkml:trace>
  <inkml:trace contextRef="#ctx0" brushRef="#br0" timeOffset="12286.02">20538 3595 321 0,'0'0'180'15,"0"0"-37"-15,0 0-12 16,0 0-67-16,0 0-43 16,0 0-21-16,-5-13-4 15,5 15-55-15,9 10 9 16,14 4-41-16,2-10-64 0,-5-6-230 15</inkml:trace>
  <inkml:trace contextRef="#ctx0" brushRef="#br0" timeOffset="16731.31">22572 2479 180 0,'0'0'89'0,"0"0"-37"16,0 0-14-16,0 0 35 15,0 0-29-15,0 0 33 16,10-23-37-16,-9 20-18 15,3 1 2-15,-4 1-13 0,2-1 1 16,-2 1-7-16,0 1 0 16,3 0-5-16,6 0-1 15,8 0-3-15,8 0-3 16,13 0 2-16,6 0 1 16,9 4 2-16,8 1 2 15,10 0 0-15,17 1 0 16,14-1 0-16,18 1 2 15,11 0-2-15,3-4 0 16,-2 1-3-16,-7 1-4 16,-5 1-30-16,-12-2 15 15,-14 4 3-15,-15-3-9 16,-25 1 27-16,-23-2-1 0,-14 0 2 16,-13-1 3-16,-4-2-3 15,0 0 26-15,0 0 1 16,0 0-26-16,0 1 2 15,-4 0-3-15,-1 2 0 16,0-1 1-16,5 0-1 16,0-2-1-16,0 1 1 15,0-1 1-15,0 0-1 16,0 4-1-16,0-1-1 16,0 3 2-16,0 0 2 15,3 1-1-15,4 0 0 16,-1 3-1-16,1 2 0 0,-1 10 0 15,0 9 0-15,1 14 0 16,1 14 0-16,-2 13 0 16,-5 9 1-16,-1 11 6 15,-7 3 2-15,-13 3 3 16,-3 3-4-16,0 1-2 16,5-2-6-16,2-8 0 15,5-10 4-15,4-14-3 16,1-13-2-16,2-10 2 15,1-17-2-15,0-14 3 16,-1-6-2-16,4-8 3 16,-2 0 82-16,1 0 15 15,0 0-31-15,-2-7-40 16,-2-7-27-16,0-3-1 16,-1 0 0-16,6 3-1 0,-2 3 0 15,1 4-2-15,-1 2 2 16,1 2-1-16,-2 3 1 15,3 0 0-15,0 0-8 16,0 0-8-16,0 0-7 16,0 0-3-16,0 0 3 15,0 0 3-15,0 0 2 16,0 0 5-16,0 0 6 16,0 0 2-16,0 0 2 15,-5 0 3-15,-7 0-1 16,-9 0-2-16,-16 0 1 15,-17 0 1-15,-14 0-10 0,-17 0 5 16,-21 0 12-16,-18 0-17 16,-14 3 11-16,-6 2-5 15,4-4 5-15,13-1 3 16,17 0-1-16,17 0 3 16,16-1-3-16,14-8 25 15,14-1 4-15,16-1-1 16,9 0-11-16,8 0-1 15,4 0 7-15,6 3-20 16,1 3 9-16,5 1-12 16,0 1-1-16,0 3 0 15,0 0-1-15,0 0 1 16,0 0-1-16,0 0 0 0,0 0 0 16,0 0 2-16,-1 0-3 15,-1-2 1-15,1 2-5 16,-2-1-3-16,3 1 1 15,0 0 3-15,0 0-1 16,0 0 1-16,0 0-4 16,0 0-19-16,0 0-28 15,0 0-36-15,-2 10 8 16,-2-2-36-16,-2-6-205 16</inkml:trace>
  <inkml:trace contextRef="#ctx0" brushRef="#br0" timeOffset="16919.17">22410 3725 507 0,'0'0'45'0,"0"0"30"16,0 0 16-16,0 0-14 15,0 0-43-15,0 0-34 16,-35-35-27-16,35 46-152 15,0 5 63-15,3-6-136 16</inkml:trace>
  <inkml:trace contextRef="#ctx0" brushRef="#br0" timeOffset="140678.68">12938 3377 238 0,'0'0'70'0,"0"0"-9"16,0 0 6-16,0 0-7 16,0 0 5-16,0 0-11 15,0 0-13-15,0 0-22 16,6-67 9-16,-6 64 0 15,0 0 10-15,0 0-13 16,0-1-1-16,0 3-18 16,0-1 7-16,0 2-6 15,0 0-3-15,0 0-4 16,0 0-4-16,0 0-3 0,-10 7-1 16,-8 13 5-16,-4 11-1 15,-7 13 2-15,-2 10 3 16,-3 6-1-16,1 7 3 15,1-3-1-15,9-3 0 16,4-1-2-16,11-9 0 16,8-9-14-16,0-11-7 15,22-11 11-15,9-5 10 16,8-8 0-16,7-5 1 16,6-2 4-16,3-5 1 15,4-14 0-15,-4-5-2 16,-1-8 1-16,-5-4 12 0,-9-4 1 15,-5 0 8-15,-9-4-7 16,-10-1-2-16,-11-2-5 16,-5-1-1-16,-17 0-11 15,-18 2 2-15,-15 7-2 16,-9 6 0-16,0 6-2 16,9 8-1-16,16 8 3 15,13 5-1-15,12 6 0 16,2 0-23-16,-5 12-26 15,-4 19-8-15,4 3-99 16,5-7-262-16</inkml:trace>
  <inkml:trace contextRef="#ctx0" brushRef="#br0" timeOffset="141171.31">13489 3323 456 0,'0'0'121'0,"0"0"27"15,0 0-59-15,0 0-57 16,0 0-32-16,0 0-7 16,0 18 1-16,-14 33 4 15,-4 16 1-15,-9 8 1 16,-2 0 1-16,2-13 3 0,3-8-2 16,9-12-1-16,2-7-1 15,7-6-1-15,0-5-5 16,1-4-36-16,2-3-37 15,1-9-91-15,1-8-214 16</inkml:trace>
  <inkml:trace contextRef="#ctx0" brushRef="#br0" timeOffset="141927.57">13420 3380 323 0,'0'0'73'0,"0"0"39"16,0 0 2-16,0 0-99 16,0 0-15-16,109-67 0 15,-58 61 5-15,-5 3-5 16,-3 3 4-16,-9 0-7 16,-7 0 6-16,-7 0-6 15,-7 13 1-15,-8 5-26 0,-5 5 4 16,-7 7 7-1,-20 2 12-15,-10 4 5 0,-9 0 5 16,1-5-4-16,4-4-1 16,9-6 2-16,14-3-2 15,8-2 0-15,7-3-1 16,3 3 1-16,0-1 5 16,1-1-2-16,17 3 9 15,6-1 1-15,3 6-12 16,4 2 8-16,-1 2-9 15,-7 3 0-15,-8-4 0 16,-12-1-1-16,-3-7-7 16,-3 0 8-16,-24-1 1 15,-11 0-1-15,-9-3 5 16,-5-1-2-16,-4-4 0 0,-4-3 1 16,4-2-4-16,11-3 1 15,16 0 9-15,15-3 26 16,14-6 4-16,3-4-40 15,31-2-67-15,18-6-102 16,10-5-205-16</inkml:trace>
  <inkml:trace contextRef="#ctx0" brushRef="#br0" timeOffset="142478.24">14105 3513 466 0,'0'0'103'0,"0"0"3"16,59-83-79-16,-41 56 21 16,-4 2-5-16,-5 2-27 15,-2 1-9-15,-7 2 2 0,0 3 0 16,0 3-9 0,-21 4 0-16,-7 4-12 0,-7 6-23 15,0 0 15-15,2 18 18 16,6 11-7-16,5 15 2 15,1 12 5-15,6 11-4 16,9 1 1-16,6-4-36 16,18-10 6-16,19-7 20 15,4-8 15-15,-1-6 0 16,-10-2 4-16,-10-9-3 16,-9-4-1-16,-11-5 0 15,0 0-18-15,-11 0 18 0,-19-2 13 16,-4 6-5-1,-9-3-3-15,-6-1-5 0,-5-2 5 16,-3-2-4-16,-1 0 0 16,2 1-1-16,2 1 0 15,8 3-12-15,13-3-122 16,10-4-268-16</inkml:trace>
  <inkml:trace contextRef="#ctx0" brushRef="#br0" timeOffset="142959.87">12361 4342 311 0,'0'0'51'0,"0"0"28"16,0 0-78-16,0 0 19 0,0 0 16 15,0 0 10 1,131 4 10-16,-56-4-3 0,28 0-16 15,27 0 0-15,29 0-8 16,19-4-10-16,4-8-18 16,-6 0 3-16,-20-3-3 15,-14 0 4-15,-18-2-5 16,-18 1 0-16,-17 2 1 16,-17-1-3-16,-21 2 8 15,-20 4-3-15,-15 1 8 16,-12 1 50-16,-4 3-16 15,0-1-37-15,0 3-8 16,0 2-11-16,-4 0-59 16,-6 2-119-16,2 1-50 15</inkml:trace>
  <inkml:trace contextRef="#ctx0" brushRef="#br0" timeOffset="143128.31">14734 4178 679 0,'0'0'51'15,"0"0"53"-15,0 0-59 16,0 0-45-16,0 0-6 16,0 0-61-16,-1-11-172 15,-11 11-104-15</inkml:trace>
  <inkml:trace contextRef="#ctx0" brushRef="#br0" timeOffset="154101.57">7746 7403 194 0,'0'0'57'15,"0"0"43"-15,0 0-43 16,0 0-13-16,0 0-8 0,0 0-5 16,0 0-8-16,-10-3-5 15,8 3-8-15,2 0-1 16,-1 0-3-16,1 0-3 15,0 0-1-15,-3 0 0 16,3 0 1-16,0 0-3 16,0 0 0-16,0 0 0 15,0 0 0-15,0 0-1 16,0 0 0-16,0 0 1 16,0 0 0-16,0 0 0 0,0 0 1 15,0 0-2 1,3-2-5-16,8 1 6 0,0-1 7 15,8 1-7 1,-2 1 1-16,3-1 0 0,-3 1-1 16,2-2 0-16,1 1 5 15,-1-3-4-15,4 1 7 16,0 1 3-16,4-2-8 16,3 1 1-16,1-2-2 15,4-1-1-15,-2 0 3 16,-2 1-3-16,2 0 0 15,-3 0 0-15,0 1 0 16,-1 1 2-16,1 1-2 16,-3 0-1-16,-2-1 0 15,-1 3-1-15,0 0 2 0,1 0-1 16,-1 0 1-16,4 0-1 16,4 0 0-16,-1 7 0 15,2-4 1-15,1-1 0 16,-1 1 1-16,2-1 1 15,-4 0 3-15,0 0-1 16,-2-2 5-16,-3 0-5 16,0 1-1-16,-3 1-1 15,-1-1-1-15,4 0-2 16,-1-1 1-16,1 3 0 16,1-3 3-16,-5 1-3 15,3 1 3-15,-2-2-1 16,-5 0 1-16,-2 0-4 0,1 1 2 15,-2-1 0-15,-1 0-1 16,2 0 4-16,1 0-2 16,1 0 2-16,-3 0-3 15,0 0-1-15,0 0 0 16,-1 0 0-16,0 0 1 16,0 0 0-16,-1 0-2 15,-2 0 2-15,2 2-2 16,-1-1 3-16,2 1 1 15,3-2 4-15,2 0 9 16,1 0 1-16,-1 0-4 16,-3 0-3-16,-6 0 0 0,-3 0 6 15,-4 0-2 1,-1-2 4-16,-2 1-6 0,0 1-2 16,1 0-6-16,-1 0-4 15,0 0-1-15,2 0 0 16,-1 0 0-16,2 0 0 15,0 0 0-15,0 0 0 16,-2 0-1-16,-1 0 2 16,1 0-1-16,-1-2 1 15,0 2 0-15,2 0 2 16,0-1-1-16,1-2-1 16,2 2 0-16,-1-2 0 0,0 2 0 15,-2-1-1 1,-2 2 1-16,0 0 2 0,0 0-3 15,0 0-2-15,0 0 2 16,0 0-2-16,0 0-7 16,0 0-38-16,0 0-44 15,0 7 5-15,-7 2-34 16,-10-6-158-16</inkml:trace>
  <inkml:trace contextRef="#ctx0" brushRef="#br0" timeOffset="156347.38">11836 7394 195 0,'0'0'42'16,"0"0"20"-16,0 0-30 16,0 0 1-16,0 0-2 15,0 0-25-15,-28-20 9 16,20 16 35-16,1 1-23 15,-2-1-9-15,1 1 10 16,4 1 9-16,1 2-17 16,3 0 1-16,0 0-14 0,0 0-7 15,0 0-2 1,4 0 2-16,19 0 7 0,17 0 10 16,18 2-4-16,21-2 3 15,18 0-1-15,19 0-2 16,11 1-10-16,9 2 1 15,7-1-4-15,-6-1 0 16,-8 1 2-16,-13-1-2 16,-14-1 3-16,-13 0-6 15,-13 0 7-15,-21 0-4 16,-16 0 2-16,-19-3 47 16,-12 2 8-16,-8-1-9 0,0 2-20 15,0 0-25 1,0-1-3-16,0-1 2 0,-11 2-2 15,-3 0-5-15,-4 0-20 16,0 0 3-16,2 6-22 16,5 5-18-16,1 1-18 15,7-2-43-15,3-2-103 16</inkml:trace>
  <inkml:trace contextRef="#ctx0" brushRef="#br0" timeOffset="187116.64">21876 14869 206 0,'0'0'106'0,"0"0"-42"0,0 0-3 15,0 0 10-15,0 0-41 16,0 0 13-16,0 0 3 16,0 0-2-16,36-14-6 15,-26 12 0-15,-1-1-14 16,3 0-8-16,4 2-9 15,10-1-5-15,6 2-2 16,13 0 1-16,15 0 3 16,20 11-4-16,17 6 1 15,17-1-2-15,13 0 6 16,6-2-2-16,0-3 1 0,1-2-4 16,-4-4 0-1,-4-3 0-15,-7-2 1 0,-5 0 2 16,-9 0-1-16,-12 0 15 15,-20 0-1-15,-21-3 4 16,-22 0-6-16,-16 3-2 16,-11 0-10-16,-3 0-2 15,-9 0-29-15,-30 11-47 16,-24 6-24-16,-25 2-53 16,-21-8-189-16</inkml:trace>
  <inkml:trace contextRef="#ctx0" brushRef="#br0" timeOffset="188880.88">2151 15908 98 0,'0'0'86'16,"0"0"17"-16,0 0-26 15,0 0-5-15,0 0-38 16,0 0-13-16,-22-45 12 0,20 41 2 16,-2-2 1-16,1 3 12 15,0-3-4-15,1 3 1 16,-1 0 18-16,0 1-53 15,2-1 4-15,1 3-8 16,0 0-4-16,0 0-2 16,0 0-1-16,0 0-1 15,0 0-1-15,0 0-5 16,15 0 6-16,25 0 4 16,20 0 2-16,16 0 9 15,18-2-10-15,22 1-1 16,11-2-1-16,10-3 0 15,11-2 0-15,-5-1-2 16,-1-5-8-16,-5 1-3 16,-10 1-3-16,-13-1 6 0,-9-1 9 15,-14 5 0-15,-12-4 0 16,-15 5 3-16,-16 2-2 16,-15 2 4-16,-14 4-2 15,-8 0 3-15,-6 0-4 16,-5 0 2-16,0 0-3 15,0 0-1-15,0 0 0 16,0 0 0-16,0 0 0 16,0 0 0-16,0 0 0 15,0 0 1-15,-3 0-1 16,-4 7-4-16,-6 4-13 16,-1 4-65-16,1-1-63 0,-2-4-61 15</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38:47.662"/>
    </inkml:context>
    <inkml:brush xml:id="br0">
      <inkml:brushProperty name="width" value="0.05292" units="cm"/>
      <inkml:brushProperty name="height" value="0.05292" units="cm"/>
      <inkml:brushProperty name="color" value="#FF0000"/>
    </inkml:brush>
  </inkml:definitions>
  <inkml:trace contextRef="#ctx0" brushRef="#br0">6029 14691 17 0,'0'0'159'15,"0"0"-124"-15,0 0 15 16,0 0-23-16,0 0-11 15,0 0 5-15,0 0 7 16,0 0 2-16,-70-66-7 0,61 59 20 16,0 0 49-1,3-3-48-15,0 2 14 0,0-1-19 16,1 1 2 0,0 2-22-16,5 1 1 0,0-1 9 15,-3 4-12-15,3-1 6 16,0 0-10-16,0 2 2 15,0-1-1-15,0 2-1 16,0 0 3-16,0 0-5 16,0 0-8-16,0 0-3 15,0 0-4-15,0 0-5 16,0 13 2-16,3 4 5 16,12 4 2-16,-3 3-1 15,-2 1 1-15,4-3 0 0,-2-4 0 16,-1-4-1-16,-2-5 0 15,-1-5 0-15,-2-4 1 16,3 0 0-16,4-2 1 16,5-18 4-16,10-8-3 15,1-4 0-15,-1-2 1 16,-1 3 0-16,-3 2-1 16,1 2-2-16,-1 1 1 15,-2 4-1-15,-2 2 0 16,-2 3 0-16,-3 3-2 15,-4 1 2-15,-1 2-4 16,-4 2-5-16,-3 5 5 16,0 2-8-16,1 2-33 0,-3 0-48 15,-1 0-81-15,0 3 55 16,0 9-46-16</inkml:trace>
  <inkml:trace contextRef="#ctx0" brushRef="#br0" timeOffset="192.42">6272 14490 261 0,'0'0'224'15,"0"0"-117"-15,0 0 16 16,0 0-66-16,0 0-15 16,0 0 13-16,-19-7-27 15,19 7-10-15,0 0-18 16,0 0-14-16,0 0-116 0,12 6-6 15,0 5-29-15,1-4-210 16</inkml:trace>
  <inkml:trace contextRef="#ctx0" brushRef="#br0" timeOffset="1327.69">8241 13998 345 0,'0'0'83'16,"0"0"7"-16,0 0-13 16,0 0-17-16,0 0-6 15,0 0-1-15,0-23-19 16,0 19 14-16,0 1-24 16,0 2-4-16,0 1-12 15,0 0-8-15,0 0-5 0,0 0-33 16,0 1-53-1,0 13-18-15,-8 12 52 0,-6-1-98 16,-6-5-208-16</inkml:trace>
  <inkml:trace contextRef="#ctx0" brushRef="#br0" timeOffset="2052.04">8399 15104 319 0,'0'0'127'15,"0"0"-17"-15,0 0-1 16,0 0-40-16,0 0 7 16,0 0-41-16,-3-60 1 15,2 57-10-15,-1 2-20 16,2-2-2-16,-1 3-4 16,1 0-6-16,0 0-19 15,0 0-33-15,0 3-71 0,-3 11 57 16,-3 2-46-1,-6 2-25-15</inkml:trace>
  <inkml:trace contextRef="#ctx0" brushRef="#br0" timeOffset="2587.21">8459 15775 267 0,'0'0'120'0,"0"0"4"15,0 0-14-15,0 0 7 16,0 0-68-16,0 0 1 16,2-41-19-16,-2 39-11 15,0 2-11-15,0 0-7 16,0 0-2-16,0 0-9 15,0 0-55-15,0 0-69 16,0 12 34-16,0-1-27 16,-8-1-201-16</inkml:trace>
  <inkml:trace contextRef="#ctx0" brushRef="#br0" timeOffset="3298.56">8533 16591 173 0,'0'0'305'15,"0"0"-198"-15,0 0-37 16,0 0-13-16,0 0-16 16,0 0-1-16,0-8-16 15,0 6 3-15,0 2-2 16,0-2-4-16,0 2-10 16,0 0-10-16,0 0-1 15,0 0-28-15,0 0-71 16,0 2-34-16,0 5-111 15</inkml:trace>
  <inkml:trace contextRef="#ctx0" brushRef="#br0" timeOffset="5878.19">10200 13675 318 0,'0'0'37'16,"0"0"23"-16,0 0-1 16,0 0-2-16,0 0-8 15,0 0-5-15,0-18-19 0,0 16 13 16,0 2-23-16,0 0-9 15,0 0-5-15,0 0-1 16,0 0 0-16,0 0 0 16,0 0-7-16,0 0-24 15,0 8-43-15,-6 9 42 16,-3 4-63-16,-2-6-95 16</inkml:trace>
  <inkml:trace contextRef="#ctx0" brushRef="#br0" timeOffset="6838.98">9697 15362 270 0,'0'0'99'0,"0"0"-16"0,0 0 13 15,0 0-8 1,0 0-20-16,0 0-10 0,0-22-17 16,0 19-8-16,-2 2 0 15,2-1-13-15,0 2-11 16,0 0-9-16,0 0-6 15,0 0-42-15,0 0-70 16,0 11 30-16,-4 2-30 16,-9 0-98-16</inkml:trace>
  <inkml:trace contextRef="#ctx0" brushRef="#br0" timeOffset="7361.6">9702 16116 73 0,'0'0'279'15,"0"0"-210"-15,0 0 4 0,0 0 3 16,0 0-10-16,0 0-2 15,0-29-28-15,0 27-8 16,0 2-25-16,0 0-3 16,0 0-74-16,0 0-83 15,0 0 30-15,1 6-12 16</inkml:trace>
  <inkml:trace contextRef="#ctx0" brushRef="#br0" timeOffset="7811.75">9676 16719 389 0,'0'0'96'0,"0"0"-46"16,0 0-11-16,0 0 7 16,0 0-8-16,0 0-14 15,0-10-17-15,0 10-7 16,0 0-30-16,0 0-73 15,-4 0-96-15,-4 0-17 16</inkml:trace>
  <inkml:trace contextRef="#ctx0" brushRef="#br0" timeOffset="16535.62">13026 14030 48 0,'0'0'40'16,"0"0"9"-16,0 0-2 15,0 0 27-15,0 0-4 16,0 0-21-16,0 0-26 16,0-11 3-16,0 8 1 15,0 2 0-15,0 0 7 0,0-1-10 16,0 1-13-16,0-2 12 15,0 1 0-15,0 0-12 16,0 2-8-16,0 0 1 16,0 0-3-16,0 0 3 15,0 0-4-15,0 0 4 16,0 0-4-16,0 0 1 16,0 0 0-16,0 0 2 15,0 0 2-15,0 0 5 16,0 0 1-16,0 0 2 15,0 0 1-15,0 0 2 16,0 0 7-16,0 0 3 16,0 0-8-16,0 0-2 0,0 0-9 15,0 0-7-15,0 0-6 16,0 0-50-16,0 0-61 16,0 4-12-16,-5 9 84 15,-3 2-71-15,-4-6-153 16</inkml:trace>
  <inkml:trace contextRef="#ctx0" brushRef="#br0" timeOffset="17316.1">13087 14740 271 0,'0'0'99'0,"0"0"-2"16,0 0-55-16,0 0-5 16,0 0 21-16,0 0 2 0,2-13-5 15,-2 12 1 1,0 0-31-16,0 1 2 0,0 0-3 16,0 0-21-16,0 0-3 15,0 0-35-15,0 0-76 16,0 1 32-16,0 13 23 15,0 3-42-15,0-6-114 16</inkml:trace>
  <inkml:trace contextRef="#ctx0" brushRef="#br0" timeOffset="17850.2">13087 15351 350 0,'0'0'84'0,"0"0"-2"16,0 0-25-1,0 0 0-15,0 0 1 0,0 0-2 16,0-18-12-1,0 17-21-15,0-1-10 0,0 2-13 16,0 0-6-16,0 0-115 16,2 0-74-16,-1 4 43 15</inkml:trace>
  <inkml:trace contextRef="#ctx0" brushRef="#br0" timeOffset="18529.95">12907 16638 4 0,'0'0'44'0,"0"0"-14"15,0 0-5-15,0 0-16 16,0 0 13-16,0 0-3 15,7 0-18-15,-7 0 0 16,0 0 0-16,0 0 2 16,0 0 16-16,0 0 27 15,0 0 1-15,0 0-29 16,0 0-18-16,0 0 0 16,2 0-21-16,-2 0-17 15,0 0-31-15,0 0-72 0</inkml:trace>
  <inkml:trace contextRef="#ctx0" brushRef="#br0" timeOffset="20052.49">13095 13994 87 0,'0'0'75'0,"0"0"14"16,0 0-13-16,0 0-19 15,0 0-15-15,0 0-20 16,0 0-18-16,0 0-3 16,0 0-1-16,0 0 2 15,0 0-1-15,0 0-1 16,0 0 11-16,0 0 21 15,0 0 8-15,0 0-13 16,0 0-11-16,0 0-8 16,0 0-2-16,0 0 0 15,0 0-5-15,0 0-1 0,1 0 1 16,-1 0 1-16,0 0-2 16,2 0-3-16,-2 0-1 15,0 0-1-15,0 0-1 16,0 0-1-16,0 0-6 15,0 0-1-15,0 0 14 16,0 0 1-16,0 0-1 16,0 0 0-16,0 0-27 15,0 0 0-15,0 0 13 16,0 0 6-16,0-2 8 16,0 2-1-16,0 0-2 15,0 0-42-15,3 0-14 0,0 0-5 16,0 0 28-1,1 0-93-15</inkml:trace>
  <inkml:trace contextRef="#ctx0" brushRef="#br0" timeOffset="21659.14">10525 14087 70 0,'0'0'53'0,"0"0"6"0,0 0 21 15,0 0-43-15,0 0-2 16,0 0 3-16,-22-55-31 16,16 51 4-16,0-1-3 15,4 3 27-15,2 0-1 16,-1-1-5-16,1 1-12 16,-2-1-8-16,-1 0 41 15,3 1-26-15,-2 0-4 16,2-1 5-16,0 3 1 15,0 0-19-15,0-1 3 16,0 1-10-16,0 0 0 16,0 0-10-16,0 0 3 15,0 1 5-15,5 9 2 0,3 0 0 16,-1 3-1-16,0 0 0 16,-1-1 0-16,-1 2 1 15,-1-1 0-15,1-3 0 16,0-2-2-16,3-2-2 15,1 1-2-15,2-4-7 16,7-3 5-16,2 0 6 16,7-8 2-16,6-11 2 15,4-10 6-15,-1-2 5 16,0-1 14-16,-5 6-12 16,-4 6 1-16,-3 1-12 0,-3 7-2 15,-9 2-2-15,-2 2 0 16,-5 6-2-16,-1 0-1 15,-4 2 3-15,0 0-9 16,0 0-18-16,0 0 5 16,0 0 7-16,0 0 7 15,0 0 5-15,0 0 3 16,0 0-1-16,0 0-17 16,-4 4-67-16,-5 4-44 15,-3-6-218-15</inkml:trace>
  <inkml:trace contextRef="#ctx0" brushRef="#br0" timeOffset="21808.58">10823 14023 375 0,'0'0'62'16,"0"0"-62"-16,0 0-67 15,0 0-60-15</inkml:trace>
  <inkml:trace contextRef="#ctx0" brushRef="#br0" timeOffset="29121.38">13062 14737 42 0,'0'0'45'0,"0"0"22"15,0 0 14-15,0 0-7 16,0 0-18-16,0 0-37 0,0 0-19 16,3 0-5-16,-3 0-17 15,0 0-29-15,0 0 34 16,0 0-22-16,0 0-5 16,0 0 12-16,0 2 18 15,0-2 9-15,0 0 5 16,0 0 2-16,0 0 1 15,0 0-1-15,0 0 10 16,0 0 8-16,0 0-10 16,0 0-3-16,0 0 12 15,0 0 6-15,0 0 0 16,0 0 8-16,0 0 9 0,0 0-8 16,0 0-1-1,0 0 0-15,0 0-29 0,0-2 19 16,0 2-14-16,0 0-7 15,0 0 0-15,0 0 1 16,0 0-1-16,0 0-2 16,0 0-2-16,0 0-38 15,0 0-65-15,0 0-32 16,0 0 37-16</inkml:trace>
  <inkml:trace contextRef="#ctx0" brushRef="#br0" timeOffset="33213.09">10177 14841 55 0,'0'0'13'0,"0"0"-5"16,0 0 32-16,0 0-5 16,0 0-5-16,0 0 26 15,0 0 6-15,6-32 15 0,-6 25-20 16,0 0-20-16,0 2 0 15,0-2 31-15,0 4-15 16,0-1-35-16,0 1 14 16,0 1-17-16,0 1-13 15,0 1 0-15,0 0-2 16,0 0 0-16,0 0-3 16,0 0-1-16,0 0-1 15,0 0 2-15,0 0-5 16,2 0-1-16,1 1 7 15,1 11 2-15,2 0-3 16,0 5 2-16,-1 0 1 0,-2 0 1 16,0 0 2-16,1-3-3 15,-1-1 1-15,0-4-1 16,0-6 0-16,-1-1 0 16,-2-2 0-16,7 0 0 15,-1 0-2-15,8-3 2 16,6-12 5-16,7-8 2 15,7-6-3-15,2 0 2 16,2 1-5-16,0 5 0 16,-5-1 0-16,-2 7-1 15,-5 2 0-15,-7 1-1 16,-3 4 2-16,-5 1 0 16,-6 2 0-16,2 3 0 15,-6 1-1-15,1 2 5 16,-2-1-4-16,0 1-1 0,0 1-3 15,0 0-23-15,0 0-21 16,0 0-65-16,-2 0-69 16,-14 0-87-16</inkml:trace>
  <inkml:trace contextRef="#ctx0" brushRef="#br0" timeOffset="33398.59">10488 14746 302 0,'0'0'134'0,"0"0"-35"15,0 0-11-15,0 0-26 16,0 0-62-16,0 0-197 16,0 17-35-16</inkml:trace>
  <inkml:trace contextRef="#ctx0" brushRef="#br0" timeOffset="35421.36">12679 14808 38 0,'0'0'61'0,"0"0"-47"16,0 0-14-16,0 0-63 0</inkml:trace>
  <inkml:trace contextRef="#ctx0" brushRef="#br0" timeOffset="37982.98">13101 15377 34 0,'0'0'17'0,"0"0"5"16,0 0-14-16,0 0-1 16,0 0-7-16,0 0 0 15,0 0-22-15,0 0-26 16</inkml:trace>
  <inkml:trace contextRef="#ctx0" brushRef="#br0" timeOffset="38353.22">13101 15377 82 0</inkml:trace>
  <inkml:trace contextRef="#ctx0" brushRef="#br0" timeOffset="38719.67">13101 15377 82 0,'-33'0'102'0,"33"0"-45"0,0 0-3 0,0 0 1 0,0 0-7 15,0 0-4 1,0 0-18-16,0 0 0 0,0 0-20 15,0 0-6 1,0 0-17-16,0 0-7 0,0 0-6 16,0 0 11-16,0 0 19 15,0 0-3-15,0 0-3 16,0 0 6-16,0 0 0 16,0 0 0-16,0 0-4 15,0 0-11-15,0 0-7 16,0 0 1-16,0 0 12 15,0 0 7-15,0 0 1 16,0 0 1-16,0 0 0 16,0 0 7-16,0 0 3 0,0 0-2 15,0 0-5-15,0 0-1 16,0 0-1-16,0 0-1 16,0 0-37-16,1-2 27 15,-1 1 10-15,2-1 0 16,-2 1-3-16,0-1-26 15,2 2 26-15,-1 0-23 16,1 0-71-16,-2 0 44 16,0 0 28-16,0 0-36 15</inkml:trace>
  <inkml:trace contextRef="#ctx0" brushRef="#br0" timeOffset="43341.3">13044 15378 31 0,'0'0'88'16,"0"0"-88"-16,0 0-32 16,0 0-37-16</inkml:trace>
  <inkml:trace contextRef="#ctx0" brushRef="#br0" timeOffset="43550.31">13044 15378 7 0,'9'-4'10'0,"-9"2"-8"16,0 2 22-16,0-1-11 15,0 1-6-15,0 0-7 16,0 0-1-16,3 0-35 15</inkml:trace>
  <inkml:trace contextRef="#ctx0" brushRef="#br0" timeOffset="47059.69">10355 15420 48 0,'0'0'2'16,"0"0"32"-16,0 0-1 16,0 0-27-16,0 0-1 15,0 0-2-15,0-1 1 16,0-1 3-16,0 1 1 15,0-2 50-15,3 2-21 16,0-2-25-16,-3 1 35 16,3-3-12-16,-2 3-2 15,2-3-18-15,-1 2-1 16,-1 0 7-16,1 1-16 0,-1-2-3 16,1 1-2-1,-2 1-9-15,1-1-15 0,1 2-28 16,-2-1-42-16,0 2 7 15,1 0 8-15</inkml:trace>
  <inkml:trace contextRef="#ctx0" brushRef="#br0" timeOffset="47853.37">10355 15420 25 0,'25'-48'45'0,"-25"48"-16"15,0 0-15-15,0 0-9 16,0 0 2-16,0 0 9 0,0 0 9 16,0 0 2-16,0 0 2 15,0 0-10-15,0 0 11 16,0-1-6-16,0-1-19 16,0 2 0-16,0-3 3 15,0 3-3-15,0 0 7 16,0-3-3-16,0 1-5 15,0-1-2-15,0 0 8 16,0 0-1-16,0 1 10 16,0-1-13-16,0 1 2 15,0 2-2-15,0-1 6 16,0 1-8-16,0 0-4 16,0 0 1-16,0 0-1 15,0 0 1-15,0 0-1 16,0 0 0-16,0 0-2 0,0 0-4 15,0 0 0-15,0 1 6 16,0 5 0-16,0 2 0 16,0-1 0-16,0 2 1 15,4-1 0-15,-1 1-1 16,0-1 0-16,2 0 0 16,-2-1 1-16,2-2-1 15,-2 1 0-15,0-2 0 16,2-1 0-16,-2 0 0 15,0-2-1-15,2 0 1 16,1-1 1-16,0 0 4 16,6 0 1-16,0-4 3 0,4-6-4 15,-2-2 2-15,6-2 1 16,-3-1-3-16,5-2 5 16,0 1-10-16,-3 0 1 15,1 2-1-15,-3-1 0 16,-3 1 0-16,-1 5 0 15,-3 1 2-15,-3 0-2 16,-2 4 0-16,0 0 5 16,-2 3-2-16,1-2-1 15,-4 1-2-15,1 2 0 16,-1 0 1-16,0 0 0 0,0 0 5 16,0 0 4-1,0 0 0-15,0 0 4 0,0 0 2 16,0 0-4-16,0 0-12 15,0 0-2-15,0 0 0 16,0 0-30-16,0 0-51 16,-3 2 54-16,-2 3-75 15,0-1-50-15</inkml:trace>
  <inkml:trace contextRef="#ctx0" brushRef="#br0" timeOffset="48051.22">10629 15316 76 0,'0'0'245'16,"0"0"-140"-16,0 0-44 15,0 0-45-15,0 0-16 16,0 0-151-16,-8 6 29 15</inkml:trace>
  <inkml:trace contextRef="#ctx0" brushRef="#br0" timeOffset="53735.23">13034 16587 61 0,'0'0'38'16,"0"0"14"-16,0 0-22 16,0 0 13-16,0 0-7 15,0 0-13-15,0 0 5 16,3-14-6-16,-3 12 4 0,0 1 3 15,-2-1 20-15,2 0-21 16,0 0 13-16,0 0-2 16,-1 1-7-16,1 1-9 15,-2 0 0-15,2-4 14 16,0 4-2-16,-1-1-11 16,1-1 2-16,0 2-6 15,-2 0 0-15,2 0-7 16,-1-2-3-16,1 1-4 15,0-1 1-15,-2 1 3 0,2 0-3 16,-1-1 0 0,1 1 3-16,0-1 5 0,0 0-5 15,0-1-2-15,0 1-3 16,0 2 1-16,0-1-3 16,0 1-2-16,-4 0-1 15,4 0-1-15,0 0 0 16,0 0-7-16,-1 0-10 15,0 0-9-15,1 0-12 16,-3 0-21-16,1 0-34 16,-4 10 64-16,-1 0-27 15,-3 1-71-15,4-5-146 16</inkml:trace>
  <inkml:trace contextRef="#ctx0" brushRef="#br0" timeOffset="58476.92">10028 16755 126 0,'0'0'98'0,"0"0"-20"16,0 0-16-16,0 0-18 15,0 0 40-15,0 0-29 16,0 0-25-16,2-8-13 15,-2 8-14-15,0 0-3 16,0 0-1-16,0 0-2 16,0 0-3-16,0 0 2 15,3 0 4-15,-2 6 0 16,1 3 3-16,1 0-1 16,1 1-1-16,3-2 0 15,-1-1-2-15,0-1 2 0,4-2-2 16,0-2 1-16,0 1 0 15,2-3 3-15,4 0-2 16,3 0 0-16,5-5 2 16,5-10 0-16,4-2 1 15,2-6 1-15,3-1 3 16,-1-6-5-16,-1 3 0 16,0-3-2-16,-3 0 2 15,0 4-2-15,-6 6-1 16,-7 4 1-16,-7 8 1 15,-8 3 5-15,-3 5-6 16,-2 0-1-16,0 0-81 0,0 2-47 16,-14 10 64-16</inkml:trace>
  <inkml:trace contextRef="#ctx0" brushRef="#br0" timeOffset="58649.63">10449 16645 392 0,'0'0'71'16,"0"0"-71"-16,0 0-7 0,0 0-150 15</inkml:trace>
  <inkml:trace contextRef="#ctx0" brushRef="#br0" timeOffset="157842.49">5022 8353 761 0,'0'0'79'0,"0"0"-37"15,0 0-40-15,0 0-2 16,0 0-3-16,0 0-6 16,0 0-2-16,0 0 4 15,-3 57 7-15,-8-14 0 16,0 7 2-16,-4 1 1 16,3-2-3-16,2-9 1 0,0-7 1 15,2-7-1-15,2-9 0 16,4-4 3-16,-2-6-4 15,4-5-2-15,0-2 0 16,0 0 2-16,-2 0 9 16,1-12-9-16,1-14-4 15,0-3-17-15,0-3 17 16,9-3-2-16,7 3-1 16,1 2 2-16,-1 6-7 15,4 4 1-15,0 8 0 16,-2 5 7-16,-3 7 1 15,1 0-5-15,-2 8-2 16,1 13 7-16,0 4 1 0,1 3-2 16,-4 1 4-1,0-2 2-15,-3-5-2 0,-3-7-12 16,-1-7-5-16,-3-5 9 16,2-3 2-16,-1-2 6 15,7-17 39-15,0-10-38 16,1-8 0-16,4-1 1 15,-3 2 1-15,1 2-3 16,2 5 0-16,0 4-2 16,1 6-7-16,-1 5-10 15,-1 6 16-15,-6 5 0 16,2 3 1-16,-3 0-8 16,2 13 2-16,-3 10-2 15,-3 10 10-15,-3 8 4 0,0 2 6 16,0 5-7-16,-6-1 6 15,2-2-8-15,1-6-1 16,3-11-69-16,0-12-50 16,6-14-92-16</inkml:trace>
  <inkml:trace contextRef="#ctx0" brushRef="#br0" timeOffset="158078.96">5702 8318 700 0,'0'0'127'16,"0"0"-75"-16,0 0-52 0,0 0-14 15,0 0 13 1,-35 80 1-16,21-34 1 0,1 0 0 16,1 0 1-16,4-6-1 15,0-4 0-15,3-5-1 16,2-6-15-16,0-5-27 15,0-6-39-15,0-6-26 16,2-8-69-16,-4-5-212 16</inkml:trace>
  <inkml:trace contextRef="#ctx0" brushRef="#br0" timeOffset="158409.71">5625 8211 690 0,'0'0'9'16,"0"0"7"-16,0 0-16 16,0 0-3-16,0 0 3 15,97 78 7-15,-70-35 1 16,4 3 1-16,2 4 19 16,3-1-21-16,-5-5-3 15,-4-3 0-15,-8-5 0 16,-7-5-3-16,-7-8 0 15,-5-2-2-15,0-4 2 16,-14 0-1-16,-16 0 13 0,-13-1-7 16,-15 0 6-1,-6-2-6-15,-5 1-1 0,2-1-2 16,6 2-6-16,10 0-32 16,11-1-108-16,15-8-208 15</inkml:trace>
  <inkml:trace contextRef="#ctx0" brushRef="#br0" timeOffset="158758.37">4566 9137 554 0,'0'0'40'15,"0"0"-7"-15,0 0-22 16,0 0 7-16,0 0-10 16,0 0 1-16,134 0 32 15,-52-2 5-15,14-5-19 16,11 0-17-16,7 0-3 15,-1-1-1-15,-7-2-4 16,-17-1-2-16,-17 2 1 16,-14-2-1-16,-16 5 0 0,-15 0 0 15,-11 4-13 1,-16 2-73-16,0 0-143 0,-25 0-155 16</inkml:trace>
  <inkml:trace contextRef="#ctx0" brushRef="#br0" timeOffset="158919.66">5346 9129 16 0,'0'0'776'0,"0"0"-677"16,0 0-48-16,0 0-26 0,0 0-25 15,0 0-59-15,17-18-152 16,-4 21 3-16</inkml:trace>
  <inkml:trace contextRef="#ctx0" brushRef="#br0" timeOffset="184524.5">15956 15432 172 0,'0'0'123'0,"0"0"44"16,0 0-87-16,0 0-12 0,0 0-13 15,0 0-9-15,0 0-15 16,0 0-13-16,0 0 16 15,-6-7-9-15,6 7-9 16,0 0-14-16,-2 0-2 16,2 0-4-16,0 0-36 15,0 0-35-15,0 0 27 16,0 0 28-16,0 5-40 16,-3 2-10-16,-1 0-42 15,-2-6-152-15</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42:03.880"/>
    </inkml:context>
    <inkml:brush xml:id="br0">
      <inkml:brushProperty name="width" value="0.05292" units="cm"/>
      <inkml:brushProperty name="height" value="0.05292" units="cm"/>
      <inkml:brushProperty name="color" value="#FF0000"/>
    </inkml:brush>
  </inkml:definitions>
  <inkml:trace contextRef="#ctx0" brushRef="#br0">1177 2630 87 0,'0'0'44'0,"0"0"-39"16,0 0 26-16,0 0 32 15,0 0 7-15,0 0-27 16,0 0 5-16,0 0-16 16,-3-27 15-16,3 25-30 15,0-2 8-15,0 2-23 16,0 0 18-16,-1-1 2 15,-1 1-10-15,1-2 12 0,-1-1-14 16,2 2 6-16,-3-4 12 16,2 3-17-16,-4 1-4 15,1 2 14-15,4-1-13 16,-3 2-1-16,3 0-3 16,0 0-2-16,-3 0-1 15,3 0-1-15,0 0 0 16,0 0-1-16,0 0 1 15,0 0 0-15,0 0 0 16,0 0 0-16,0 0 1 16,0 0-1-16,0 0 0 15,0 0-3-15,0 0-5 16,3 0-6-16,13 0 14 0,8 9 0 16,12-1 2-1,6-2-1-15,13 0-2 0,14-2 1 16,5-1 0-16,8-3 0 15,6 0-3-15,10 0 2 16,4 0 1-16,11 0 0 16,2 0 0-16,2 0 1 15,-1 0 0-15,5-5 1 16,-2-1-1-16,-3 0-1 16,-4-1 1-16,-6 4-1 15,-4 0-1-15,-4 0-3 16,-3 0 3-16,-8 3-4 0,-9 0 4 15,-7 0 0 1,-5 0 1-16,-5 0 0 0,-5 0 1 16,0 0 0-16,1 0-1 15,5 0 2-15,8 0-1 16,5 0 0-16,-1 0 0 16,-2 0 1-16,-2 0-4 15,3 0 3-15,0 0-1 16,-1 0 0-16,1-3 1 15,-6-1-1-15,0 1 2 16,-4 2-1-16,-6 1-1 16,1 0 0-16,-2 0 1 15,-2 0 0-15,-8 0 0 16,-4 1-1-16,-6 2 1 16,-2 0-1-16,-1 1 1 0,-2-2 1 15,1-1-1-15,-6 1-1 16,-3-2 4-16,-7 0 1 15,-1 0 12-15,-3 0 0 16,4 0 10-16,4 0-14 16,5 0-11-16,2 0-1 15,0 0-1-15,-3 0 0 16,-4 0 1-16,0 0-1 16,-8 0 0-16,-3 0 1 15,-5 0-1-15,-4 0 4 16,0 0 45-16,0 0-4 15,0 0-14-15,0 0-8 0,0 0-10 16,0 0-9-16,0 0-3 16,0 0 0-16,0 0 0 15,0 0-1-15,0 0-4 16,0 0 3-16,0 0-2 16,0 0-6-16,0 0-2 15,0 0 3-15,0 0-19 16,0 1-34-16,0 3 8 15,2 0-12-15,-2 2 2 16,0 2-26-16,3-5-3 16,3 2 6-16,0-2-91 15</inkml:trace>
  <inkml:trace contextRef="#ctx0" brushRef="#br0" timeOffset="2319.98">5246 2576 82 0,'0'0'61'0,"0"0"-16"16,0 0 9-16,0 0-35 15,0 0 27-15,0 0-34 16,-12-15 22-16,12 10-2 16,-1 3 17-16,-1-3-21 0,2 3-4 15,-1-1-10-15,-1 1-1 16,-1 2-11-16,2 0 5 15,1 0-3-15,0 0-4 16,0 0-1-16,0 0 0 16,0 0-3-16,0 0-8 15,0 0-15-15,0 0-1 16,0 0 14-16,0 5 11 16,1-1 3-16,7 0-2 15,4 0 4-15,4-2 1 16,5-1 18-16,3-1-5 15,6 0-4-15,4 0 0 0,3 0-5 16,2 0 0-16,1 0-5 16,2 0 0-16,-2 0 1 15,-4 0-2-15,-6 0-1 16,-3 0 0-16,-14 0 2 16,-2 0-2-16,-8 0 1 15,-3 0 0-15,0 0 21 16,0 0 20-16,0 0-1 15,0 0-8-15,0 0-1 16,0 0 5-16,0 0-3 16,0 0-7-16,0 0-12 15,0 0-15-15,0 0 0 16,0 0 0-16,0 0-8 0,0 0-36 16,0 0-49-1,0 0-47-15,0 6 16 0,-8 2-58 16</inkml:trace>
  <inkml:trace contextRef="#ctx0" brushRef="#br0" timeOffset="2499.65">5531 2631 360 0,'0'0'68'15,"0"0"-17"-15,0 0-11 16,0 0-40-16,0 0-110 0,0 0-73 16,-6-5 30-16</inkml:trace>
  <inkml:trace contextRef="#ctx0" brushRef="#br0" timeOffset="7244.78">6516 2503 64 0,'0'0'9'15,"0"0"6"-15,0 0-4 0,0 0-11 16,0 0-31 0,0 0-5-16,-91-14 11 0,75 14 18 15,0-1 7-15,3-3 16 16,1 1 10-16,-1-3-4 15,5 3 9-15,-4 2-25 16,2 1-2-16,2 0-4 16,-4 0-48-16</inkml:trace>
  <inkml:trace contextRef="#ctx0" brushRef="#br0" timeOffset="8422.9">6207 2496 26 0,'0'0'11'16,"0"0"2"-16,0 0 21 15,0 0 62-15,0 0-26 16,0 0-52-16,-30 0 52 16,27-3-50-16,0 0 4 15,0-1 13-15,0-1-13 16,-1 2 12-16,1-2-26 15,-1 1 32-15,3-1-15 16,0 5-10-16,-1-2-7 16,2 1-7-16,0 1-1 15,0 0 1-15,0-2-2 16,0 2 0-16,0 0 4 0,0 0 5 16,0 0-4-1,0 0-6-15,0 0-1 0,0 0-14 16,0 0-34-16,0 0-6 15,6 3 48-15,10 2-9 16,1 3 16-16,13-2 8 16,10-6-8-16,11 3-1 15,13-3 1-15,16 0 12 16,7 0-12-16,8 0-11 16,7 0-3-16,13 0 14 15,1 0-22-15,6 0 9 16,-2 0-47-16,-7 2 58 15,-4 0 2-15,-5-2-4 16,-7 0 7-16,-6 0-3 0,-9 0 5 16,-4 0 0-16,-1-4-3 15,0 1-4-15,3 3 1 16,2 0-27-16,-1 0-77 16,-1 0 60-16,0 0 45 15,-5 0 3-15,-3 0 11 16,-7 0 13-16,-5 0-3 15,-5 3-11-15,-1 1-6 16,4-2-7-16,0 1-14 16,5 0-10-16,4-3 24 15,3 0 16-15,7 0 3 16,7 2 2-16,3 1-21 16,7 5 0-16,-2 0-24 0,-2 1-35 15,-1 2 52-15,-2-4-35 16,-4-2 42-16,-4 0 15 15,-5 0 2-15,-2-3 21 16,0 2-38-16,-1 2-16 16,4-1 13-16,0 0-48 15,1-1 47-15,-7-2-166 16,-4-2 170-16,-7 0 43 16,-2 0 32-16,-7 0-36 15,-1 0-18-15,-1 0 27 0,0 0-13 16,1 0-30-1,3 0 4-15,-2 0-9 0,1 1-46 16,-9 3 46-16,0 1 0 16,-5-4 22-16,-4 0-6 15,-2 1 19-15,0 0-10 16,-2 1-15-16,4 0-4 16,2 2-2-16,3-2-4 15,2-3 2-15,1 0 2 16,-7 0-1-16,-6 0-3 15,-10 0 27-15,-4 0 26 16,-4 0 32-16,1-3-33 16,4 3-52-16,4 0-1 15,3 0-8-15,1 0-5 16,-1 0-6-16,1 0 3 0,-3 0 11 16,-2 0 5-1,-2 0 1-15,-8-2 7 0,-1-3 36 16,-4 0 62-16,1 1-38 15,0-1-47-15,-3 2 26 16,0 1-28-16,0 2-18 16,0 0-7-16,0 0-68 15,0 0-38-15,0 0-1 16,0 0-52-16,0 0 126 16,-3 5-23-16,-6-3-82 15</inkml:trace>
  <inkml:trace contextRef="#ctx0" brushRef="#br0" timeOffset="8550.1">11788 2571 314 0,'0'0'87'15,"0"0"12"-15,0 0-54 16,0 0-45-16,0 0-1 16,0 0-229-16,-24-3 119 15</inkml:trace>
  <inkml:trace contextRef="#ctx0" brushRef="#br0" timeOffset="211263.07">16448 6440 151 0,'0'0'99'15,"0"0"-51"-15,0 0 46 0,0 0-59 16,0 0 54-16,0 0-56 16,0 0-7-16,0 0 47 15,-61-70-36-15,58 66-12 16,0-2 26-16,0 3-8 15,-2-1-9-15,2-1-22 16,0 1-2-16,0 1-6 16,-1-2-3-16,1 3 3 15,2-1 1-15,1 3 0 16,-2 0 0-16,2 0-3 16,0 0-2-16,0 0-3 15,0 0-1-15,0 0-4 16,0 0-1-16,0 0-17 15,11 5-18-15,21 9 44 0,22 3 8 16,28-2 5-16,31-2-4 16,30-5-5-16,26-2-2 15,18-2-2-15,3-3-1 16,-3 1 0-16,-15-2 1 16,-12 0 3-16,-6 0-2 15,-17 0-2-15,-11 0 0 16,-16-7 1-16,-22 1 0 15,-21 0 2-15,-20 1 3 16,-17 0-1-16,-16 3 8 0,-8 1 10 16,-6-1 10-16,0 2-8 15,0 0-5-15,0-3-6 16,0 2-11-16,0-2-2 16,0 2-3-16,0 1 2 15,0 0-2-15,0 0-11 16,-1 0-46-16,-5 0-37 15,-2 10 73-15,1 1-25 16,-5 2-39-16,1-1-16 16,0-2-25-16,-3-4-109 15</inkml:trace>
  <inkml:trace contextRef="#ctx0" brushRef="#br0" timeOffset="213429.02">2193 7335 6 0,'0'0'103'0,"0"0"-52"0,0 0 2 15,0 0 5-15,0 0 10 16,0 0-13-16,-34-31 23 15,29 23-50-15,-1 1-3 16,-1 0 25-16,1-4-21 16,-2 2 60-16,4 1-50 15,1 4-4-15,3 3-22 16,-3 0-8-16,3 1-3 16,0 0-2-16,0 0-9 15,0 0-17-15,6 0-9 16,18 4 35-16,10 2 0 0,14 1 2 15,14-4 3-15,15 0-5 16,19 1 5-16,25-1-3 16,26-3-1-16,24 0 4 15,14 0-5-15,7 0 0 16,-8 0 0-16,2 1-1 16,-1-1 1-16,-4 0-3 15,10 0-6-15,-2 0-1 16,-8 0-4-16,-13 0 9 15,-13 0-24-15,-9 3 5 16,-7 1 12-16,0-1 7 16,-8-1-10-16,-7-2 15 15,-6 0 1-15,-12 3 3 16,-8 2-1-16,-9 0-1 0,-5-1-2 16,-8 3 2-16,-7-4-2 15,-11-2 0-15,-10-1 5 16,-10 0-3-16,-14 0 12 15,-7 0 18-15,-10 0 9 16,-6 0-16-16,2 0-20 16,-3 0-1-16,0 0-1 15,0 0 6-15,0 0 5 16,0 0 12-16,0 0 10 16,0 0 12-16,0 0-7 15,0-3-22-15,0 0-17 16,0 1-1-16,0-1-1 0,0 3 0 15,0-2 1-15,0 2-1 16,0 0-4 0,0-1-4-16,0 1-3 0,0 0-1 15,0 0-7-15,0 0-4 16,0 0 13-16,0 0 9 16,0 0-5-16,0 0 4 15,0 0 0-15,0 0 1 16,0-1 2-16,0 1-1 15,0 0 0-15,0 0 1 16,-1 0 1-16,1 0-2 16,0 0-2-16,0 0 2 15,0 0 0-15,0 0-25 0,0 0-38 16,-2 0-37-16,-2 0-90 16,-5 4 92-16,5-4-209 15</inkml:trace>
  <inkml:trace contextRef="#ctx0" brushRef="#br0" timeOffset="-196113.69">9694 8657 279 0,'0'0'51'0,"0"0"-35"15,0 0 14-15,0 0-6 16,0 0 4-16,0 0 13 16,0 0-16-16,0 0-8 15,24-10-3-15,-17 9 3 16,1-1-4-16,1 1-3 16,4 0-5-16,0 1 1 0,2-2 6 15,2 2-4-15,4 0-1 16,4 0 0-16,6-1-1 15,7 1 0-15,12 0-3 16,15 0 3-16,18 0 2 16,13 0 2-16,4 0-4 15,3 0 3-15,1 0-7 16,1 1 3-16,8 1-1 16,1-1 5-16,1 3 1 15,-5-2-4-15,-7 0 1 16,-14-2-3-16,-15 0 1 0,-16 0 5 15,-13 0 9-15,-11 0 8 16,-11 0-11-16,-7 0-6 16,-7 0-8-16,-3 0 0 15,-4 0-2-15,-2 0 3 16,0 0-2-16,0 0 5 16,0 0 7-16,0 0 0 15,0 0-4-15,0 0 3 16,0-2-2-16,0 2-4 15,0 0-1-15,0 0-4 16,0 0-1-16,0 0-36 16,0 0-87-16,0 0-129 15,-7 8 81-15</inkml:trace>
  <inkml:trace contextRef="#ctx0" brushRef="#br0" timeOffset="-195006.96">13473 8735 231 0,'0'0'40'0,"0"0"36"16,0 0-26-16,0 0-13 15,0 0 35-15,0 0-26 16,-43-59-12-16,43 54 10 16,0 0-15-16,0 3 4 15,0-2-19-15,11 0-14 16,10 0-3-16,7 1 1 15,11 0 2-15,12 1 0 16,13 1 0-16,16 0 1 16,20 1 0-16,18 0 2 15,15 0-3-15,14 0 2 16,9 0-2-16,12 0 0 16,2 0 0-16,3 0 2 15,3 0-1-15,-6 0 3 0,5 0-4 16,4 0 0-16,-2 0-4 15,0 0 2-15,-12 0 2 16,-8 0 7-16,-14 0-7 16,-12 0-2-16,-5 0 2 15,-4 0 0-15,-7 0 0 16,-2 0 0-16,-7-3 0 16,-5-1 2-16,-5-2 0 15,-10-1 9-15,-8 0-10 16,-8-1 17-16,-8 2-5 0,-6-2-1 15,-7 3-5 1,-6 1-2-16,-12-1 3 0,-11 1 0 16,-7 1 5-16,-5 2 3 15,-7 0 4-15,1 1-17 16,-2 0-3-16,0 0-5 16,0 0 2-16,0 0-7 15,0 0-8-15,0 0-8 16,0 0-32-16,0 2 10 15,0 10 28-15,-8 0-60 16,2 2-3-16,0-2-124 16</inkml:trace>
  <inkml:trace contextRef="#ctx0" brushRef="#br0" timeOffset="-176524.19">2042 14039 157 0,'0'0'103'15,"0"0"-11"-15,0 0-30 0,0 0-30 16,0 0 8-16,0 0-12 15,0 0-10-15,0 0 43 16,-55-55-12-16,49 51-12 16,0-1-17-16,-1 1 7 15,2 1-14-15,0 2-4 16,3-1 6-16,-1 2-5 16,1 0-8-16,2 0 0 15,-1 0 2-15,1 0 6 16,-2 0-3-16,2 0-3 15,0 0-3-15,0 0-1 16,0 0-1-16,0 0-4 0,0 0-5 16,0 0-4-16,20 0 14 15,18 2 3-15,14 2 0 16,22 0 3-16,8-4 1 16,13 0 1-16,4 0-7 15,-2-5 0-15,-9-3-1 16,-12 1 4-16,-13-1-5 15,-14 2 2-15,-12-2-1 16,-4 2 2-16,-8 1-4 16,-4 0 5-16,-9 2 0 15,-2 1 1-15,-5 1 1 16,-4 1 5-16,-1 0 11 16,0 0-12-16,0 0-9 15,0 0-2-15,-6 0-7 16,-10 13-33-16,-6 9-33 0,-8 4-57 15,10-1-100-15</inkml:trace>
  <inkml:trace contextRef="#ctx0" brushRef="#br0" timeOffset="-171205.53">8608 15057 231 0,'0'0'105'16,"0"0"-2"-16,0 0-16 15,0 0-53-15,0 0-12 16,0 0-2-16,-42-37 9 15,38 34 7-15,-2-2 8 16,2 2 2-16,2 2-7 16,1 1-11-16,1 0-14 0,0 0-10 15,0 0-4-15,0 0-6 16,0 0-3-16,0 0-12 16,14 0 12-16,9 0 9 15,11 0 0-15,10 1 1 16,9-1 2-16,8 0-2 15,8 2 1-15,6-2-2 16,6 0 0-16,6 0-3 16,5 0-1-16,7 0 0 15,7 0-1-15,1 0-12 16,3 0 10-16,-3 0 0 0,-6 0 3 16,-4 0-1-1,-3 0-1-15,0 3 3 0,3 1 2 16,-2 0 0-1,3-1 1-15,-2-1-3 0,3-2 3 16,-2 0 0-16,-5 0 0 16,-2 1 0-16,-4 0 0 15,-4-1 3-15,-3 0-3 16,-1 0 1-16,-4 0-1 16,-1 0 0-16,-4 0 0 15,0 0 0-15,-7 0 0 16,-2 0 0-16,-2 0 0 15,-1 0 0-15,-1 0-2 16,-1 0 4-16,1 0-4 0,-4 0-4 16,2 0-9-16,1 2 6 15,3 1 3-15,3 0-1 16,2-3 6-16,7 0 1 16,0 0 2-16,0 0-2 15,0 3-1-15,2-2 1 16,2 0 1-16,1 2-1 15,4-3 0-15,-3 0-4 16,1 0 4-16,4 0 0 16,0 0 2-16,2 0-2 15,2 0 0-15,2 0-2 16,2 0 2-16,2-1 0 16,0-1 0-16,0 1 2 15,-3 1-1-15,-1 0 1 16,-2-1-3-16,-3-2 3 0,-5 0 2 15,-2 3-4-15,1-2 6 16,0 2-4-16,0-1 0 16,-1 1 2-16,4 0-4 15,-2 0 1-15,1 0-1 16,-3 0 1-16,-4 0 0 16,-4 0 0-16,-4 0-2 15,-1 0 2-15,1 0 0 16,-2 0-1-16,-1 0 2 15,-3 0-1-15,-2 0-1 16,-3 0 0-16,2 0 0 16,1 0 0-16,0 0 1 0,0 0 0 15,-2 0-1-15,0-2 1 16,-3 2 0-16,0 0 3 16,2 0 2-16,0 0-1 15,0 0-2-15,0 0 5 16,-2 0-6-16,-2-1-1 15,1 0 0-15,0-1-1 16,-2-3 0-16,2 2 0 16,-1 0 2-16,2 1 1 15,2 1-3-15,-5 1 0 16,-1-2 0-16,-4 2-1 16,-4-1 1-16,3 1 2 15,-2-4 1-15,1 1-1 0,3 0 2 16,-3 0-2-16,1 2-2 15,0 0 3-15,-2 1-3 16,0 0 0-16,3-2 1 16,-2 2-1-16,1-1-1 15,-4 1 1-15,1 0 3 16,-3-2-2-16,-1 2-1 16,-1 0 0-16,1 0 0 15,-4 0 0-15,0 0 0 16,-5 0 0-16,-1 0 0 15,-2 0 0-15,-2 0 0 16,1 0 4-16,1 0 0 0,3 0 1 16,-2 0-4-16,1 0 1 15,-2 0-1-15,-3 0 0 16,-4 0-1-16,-3 0 2 16,-1 0 3-16,-4-1 2 15,-1 0 2-15,-1-1 8 16,-2 2-7-16,1-1-1 15,-1 1-4-15,-2 0-3 16,-1-1 2-16,0-2 1 16,0 3 4-16,0 0 8 15,0 0 0-15,2 0 2 16,-2-2 2-16,1 0-3 16,0-1-10-16,1 2 5 0,-2-1-1 15,0 0-5 1,0 2-5-16,0 0-1 0,0 0-1 15,0 0 0-15,0 0 0 16,0 0-3-16,0 0-15 16,0 0-15-16,0 0-9 15,0 2-20-15,0 8 22 16,0 6-38-16,0-2-42 16,-9-3-62-16</inkml:trace>
  <inkml:trace contextRef="#ctx0" brushRef="#br0" timeOffset="-165652.33">17625 16113 111 0,'0'0'118'0,"0"0"-46"15,0 0 5-15,0 0-20 16,0 0-42-16,0 0 33 15,0 0-27-15,-14-34-1 16,11 30 30-16,-1-1-16 16,3-1 0-16,-3 1-5 0,2 0-15 15,-3 0-2-15,2 2 5 16,0 0-16-16,0 0 2 16,1-1 1-16,0-1-4 15,-1 3 9-15,1 0 3 16,1 1-6-16,1 1 19 15,0-1-9-15,0-1-2 16,0 1-3-16,0-1-4 16,0 2 2-16,0 0-4 15,0-1-5-15,0 1 0 16,0 0-1-16,0-2-1 16,1 2-6-16,12-1 5 15,11 1 0-15,11 0 0 16,11 0 0-16,12 0 2 0,9 0 1 15,9 0-1-15,9 0 1 16,8 1 0-16,10 1 0 16,7-1 1-16,2-1-1 15,3 0 0-15,-3 0 0 16,-1 0 1-16,-1 0 1 16,-6 0 5-16,-7 0 2 15,1 0-7-15,-7 0 0 16,-4 0 1-16,-2 0-1 15,-6 0 4-15,-2-1-6 0,-2-2 4 16,-4-1 0 0,-2 4 5-16,-2 0-6 0,-3 0 5 15,-4 0-6-15,-5 0 0 16,-3 0-1-16,-8 0 1 16,-4 0-1-16,-10 0 1 15,-14 0 2-15,-5 0 1 16,-7-2 20-16,-4 2 9 15,0-1-18-15,0 1-9 16,0 0-4-16,0 0-1 16,0 0-1-16,0 0-1 15,0-2-2-15,0 2 1 16,0 0-1-16,0 0-14 16,0 0-13-16,0 0-18 15,-3 8-10-15,-6 6 15 0,-1 1-26 16,-5 0-65-16,0-6-50 15</inkml:trace>
  <inkml:trace contextRef="#ctx0" brushRef="#br0" timeOffset="-162266.26">13171 17190 147 0,'0'0'71'15,"0"0"10"-15,0 0-18 16,0 0 14-16,0 0-63 16,0 0 19-16,-20-25-19 15,19 23 2-15,-1-1 22 16,-2 2-7-16,3-2-27 16,-2-1 3-16,1 4 5 15,1 0 14-15,1 0 0 0,-2 0-7 16,2 0-10-16,0 0-7 15,0 0-2-15,0 0-2 16,0 0-2-16,0 0-3 16,0 0-6-16,0 0 2 15,0 0 7-15,2 0 3 16,11 0-3-16,7 5 4 16,11 0 4-16,13 1-4 15,18-1 3-15,11 2 1 16,15-3-3-16,6 2-1 0,4-3-7 15,8-1-15 1,6 1-17-16,-2-3 13 0,1 0 22 16,-5 0-1-1,-5 0 0-15,-4 0 5 0,-5-5 10 16,-7-1 2-16,-8 0 22 16,-9 1-1-16,-7 0-8 15,-9 3-15-15,-5 1 12 16,-10-1-10-16,-10 1-2 15,-8-1 1-15,-10-1 2 16,-7 3 4-16,-2-1 26 16,0 1-6-16,0 0-20 15,0 0-12-15,0 0-5 16,0 0-2-16,0 0 0 16,0 0-5-16,0 0-19 0,0 0-13 15,0 0-13 1,0 0 5-16,0 4 23 0,0 4-29 15,-2 1-29-15,2-3-62 16,0-5-148-16</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46:52.827"/>
    </inkml:context>
    <inkml:brush xml:id="br0">
      <inkml:brushProperty name="width" value="0.05292" units="cm"/>
      <inkml:brushProperty name="height" value="0.05292" units="cm"/>
      <inkml:brushProperty name="color" value="#FF0000"/>
    </inkml:brush>
  </inkml:definitions>
  <inkml:trace contextRef="#ctx0" brushRef="#br0">3464 2658 22 0,'0'0'19'16,"0"0"-19"-16</inkml:trace>
  <inkml:trace contextRef="#ctx0" brushRef="#br0" timeOffset="1587.75">12501 2796 120 0,'0'0'224'16,"0"0"-122"-16,0 0-22 16,0 0 7-16,0 0-26 15,0-73 6-15,0 57-7 16,0 3-31-16,0-1-9 15,-4 1 7-15,-2 3-8 16,-3 1-10-16,-6 5-9 16,-10 4-7-16,-18 0-3 15,-13 16-3-15,-14 9 8 16,-5 3-3-16,10 5 2 16,9 2 2-16,19 6-6 15,14 5-2-15,13 0-17 0,10 7-7 16,0-2 10-16,20-2 20 15,10-6 5-15,1-5-6 16,5-6 6-16,-6-5 1 16,-8-5 5-16,-10-5-5 15,-8-3 0-15,-4-2-5 16,0-4-4-16,-20 3 9 16,-16-5 2-16,-14 2 12 15,-11-4-4-15,-2-3 3 16,0-1 5-16,9 0-3 15,5-4 7-15,14-8-1 16,13 4-9-16,9 2-9 16,12 1 2-16,1 2-5 0,21 3-121 15,29-4-88 1,26-9-79-16</inkml:trace>
  <inkml:trace contextRef="#ctx0" brushRef="#br0" timeOffset="2418.88">12458 3047 443 0,'0'0'105'0,"0"0"33"16,0 0-69-16,0 0-23 16,0 0-46-16,0 0-5 15,4-16-16-15,-1 28 15 16,-1 5 5-16,-2 3 0 16,0 3 1-16,0 2 1 15,0 2 0-15,-5 1-1 16,-4-1 3-16,-1-5-2 15,1 0 2-15,2-7-2 16,-1 0-1-16,-1-3-4 16,3-3 2-16,0-4-1 15,5-2 3-15,-1-2 1 0,2-1 1 16,0 0 6-16,0 0 4 16,0 0 18-16,0 0 3 15,0 0-12-15,0 0-6 16,0 0-9-16,0 0-1 15,0 0-4-15,0 0 2 16,-1 0-2-16,-2 0 4 16,0-2 0-16,0-11-5 15,3-4-4-15,0-6-16 16,16-5-25-16,11-1-19 16,6 0-15-16,0 4 18 15,-6 7 49-15,-5 5 12 0,-6 5 3 16,-1 5-1-16,-3 3-2 15,-1 0 1-15,2 7 0 16,-2 10-1-16,0 2 3 16,0 3 4-16,1 3 1 15,3-2-7-15,-3-7 5 16,-1-5-4-16,-1-5 5 16,-4-3-7-16,-3-3 2 15,-3 0-1-15,0 0 40 16,3-4 69-16,1-10-100 15,2-4-10-15,-1-1-6 16,-1 4 3-16,-3 6 3 16,1 2 1-16,-1 6 0 0,-1 1-2 15,2 0-7 1,1 0-17-16,2 0-18 0,3 7 43 16,1 3 0-1,2 5-4-15,2 2 0 0,-2 1-7 16,2 1-36-16,2-1-21 15,3-2-2-15,-2-7-62 16,2-7-134-16</inkml:trace>
  <inkml:trace contextRef="#ctx0" brushRef="#br0" timeOffset="3236.18">13131 3077 432 0,'0'0'60'16,"0"0"-12"-16,0 0-34 16,0 0-14-16,0 0-18 15,0 0 18-15,-58 33 0 16,36-6 4-16,5-2-2 15,3 4-2-15,8-1 0 16,5-5-3-16,1-2-22 16,0-10 4-16,3-5-14 0,2-6 35 15,6 0 7-15,1-8 122 16,3-10-127-16,0-4-1 16,-8 0 26-16,-2 4 15 15,-5 1 8-15,0 7-5 16,0 5-6-16,0 4-6 15,0 1-33-15,6 0-35 16,9 9-45-16,7 8 77 16,11 3 0-16,9 1-21 15,6-1 9-15,5-7 9 16,-2-4-10-16,-2-9-3 16,-4 0 19-16,-8-16 6 15,-4-9 1-15,-6-7 4 0,-9-4 22 16,-9-5 41-1,-9 0-40-15,0 2 4 0,-15 2-14 16,-11 6-1-16,4 11 0 16,7 9-8-16,8 9-15 15,1 2-2-15,1 8-30 16,0 20 14-16,4 12 15 16,1 10-1-16,6 10-6 15,23 2-4-15,12 1-4 16,7-5-40-16,4-14-16 15,2-13 11-15,1-21-14 16,-1-10 32-16,1-24 24 16,-3-13 21-16,-10-9 4 15,-12-6 4-15,-15-2 25 16,-15-4 54-16,0-2-37 0,-27 3 2 16,-8 2-2-16,3 15 18 15,11 15 2-15,9 12-42 16,9 12-13-16,3 1-15 15,0 8-35-15,0 22-1 16,0 11 35-16,9 14 1 16,7 5-2-16,10 4-1 15,1-3 2-15,1-3-10 16,-4-7-20-16,2-3-8 16,1-4-27-16,-1-11-33 0,5-21-171 15</inkml:trace>
  <inkml:trace contextRef="#ctx0" brushRef="#br0" timeOffset="4600.7">15046 2950 618 0,'0'0'99'0,"0"0"-43"15,0 0-13-15,0 0-20 16,0 0 3-16,0 0-26 16,-15-45-2-16,13 66-22 15,1 16 23-15,-5 15 1 16,0 12 0-16,-1 6 0 16,0 0 1-16,-1-4-1 15,2-13-26-15,0-13-18 0,3-15 12 16,3-14-18-16,0-11 7 15,0-1 43-15,0-25 0 16,0-16-128-16,4-9-65 16,1-9 88-16,-5-5 105 15,0-4 89-15,-6-1 6 16,-5 3 1-16,7 6-40 16,4 11-24-16,0 8 6 15,6 12-35-15,12 7 5 16,6 9 12-16,4 9 2 15,5 5-14-15,4 9-7 16,6 16-1-16,5 11 8 16,0 3-5-16,-8 5 7 15,-9-4 2-15,-14-1-9 0,-14-8-2 16,-3-6-1-16,-21-3 1 16,-15-3 4-16,-16-5 5 15,-9-4-1-15,-3-7-7 16,7-3 4-16,14 0 5 15,19-4 16-15,12-2-3 16,8-1 3-16,4 1-27 16,7-1-12-16,24 0-52 15,21 2-3-15,18 0 35 16,11 1 1-16,1 1 31 16,-8 1 2-16,-16 2 1 15,-13 0 17-15,-13 0-4 16,-5 5-9-16,-7 9 2 0,-3 5-9 15,-4 3 3-15,-7 4-3 16,-6-2 0-16,0-3 1 16,-7-2 2-16,-13-5 0 15,1-6-1-15,2-2-2 16,4-6 3-16,3 0-2 16,2 0 13-16,1-6 7 15,1-8 0-15,6-6-13 16,0-4-8-16,10 0-5 15,18-1-17-15,10 3 11 16,2 4 5-16,-2 5 4 16,-5 3 2-16,-10 7 1 15,-5 3 2-15,-7 0-3 0,0 0-1 16,1 13-1-16,1 6 2 16,1 3 0-16,-2 7 0 15,1 2 2-15,1-2 2 16,2 0-2-16,-1-9-1 15,-1-8 0-15,-5-7 4 16,-3-5-3-16,4 0 18 16,7-12 49-16,6-17-60 15,4-7-9-15,-7-8-13 16,-7-1-3-16,-12 0-8 16,-1 2 12-16,-1 4-7 15,-12 7 4-15,7 6 10 0,1 11 2 16,5 5-3-16,0 4 4 15,0 6-11-15,5 0-27 16,9 4 21-16,6 12 18 16,2 8-2-16,4 6 3 15,-3 5 0-15,-1 6 1 16,-3 4 2-16,-12 6 3 16,-7-1-4-16,0 2 3 15,-4-5 1-15,-12-1 1 16,-3-4-6-16,-3-5 3 15,-1-2-2-15,-6-7 0 16,-1-7 7-16,-2-6-8 16,0-10-1-16,5-5-9 0,8 0 9 15,2-1 6 1,10-8-6-16,2 1-20 0,5-3-69 16,5-3-251-16</inkml:trace>
  <inkml:trace contextRef="#ctx0" brushRef="#br0" timeOffset="4916.95">16238 3135 567 0,'0'0'70'0,"0"0"-35"0,0 0 20 15,0 0-49-15,0 0 10 16,0 0-3-16,38-66-12 15,-26 57 5-15,-3 4 2 16,-3 0-1-16,-3 2 15 16,-3 1 5-16,0 2-6 15,0 0-14-15,0 0-7 16,-6 0-14-16,-7 7-3 16,-6 11-3-16,-1 8 15 15,5 8-4-15,8 5-9 16,7 1-35-16,10-5-49 15,28-13-40-15,12-13 20 16,8-9-194-16</inkml:trace>
  <inkml:trace contextRef="#ctx0" brushRef="#br0" timeOffset="5334.52">16670 2962 662 0,'0'0'54'15,"0"0"-1"-15,0 0-53 16,0 0-5-16,-82 22 3 16,57 12 2-16,1 7-2 15,10 4-2-15,10 0-8 16,4-2 5-16,12-9-29 16,19-12 25-16,15-11 10 15,8-11 1-15,18-4 12 0,7-22-12 16,6-12-21-16,-5-8 12 15,-15-1 3-15,-23-1 6 16,-19 1 15-16,-21-1-6 16,-2 1 24-16,-22 1-11 15,-3 4 17-15,5 10 26 16,5 13-24-16,7 9-22 16,5 10-11-16,1 0-8 15,-2 15-52-15,-2 21 36 16,2 16 14-16,2 11 1 15,2 7-6-15,0 5 4 16,15-3-18-16,4-9-10 16,4-10 2-16,4-15-13 15,-2-11 3-15,-3-12 2 16,-5-15-133-16,-4 0-52 0</inkml:trace>
  <inkml:trace contextRef="#ctx0" brushRef="#br0" timeOffset="5533.81">17206 2919 650 0,'0'0'35'0,"0"0"6"15,86-60-33-15,-38 47-3 16,6 2-5-16,13 1 2 16,4 3-1-16,5 2 1 15,-1 0-4-15,-5 0 2 16,-10 1-12-16,-13-1-65 0,-9-3-27 15,-14-4-85-15</inkml:trace>
  <inkml:trace contextRef="#ctx0" brushRef="#br0" timeOffset="5749.79">15992 2473 460 0,'0'0'62'0,"0"0"46"15,0 0-63-15,0 0-34 0,0 0-11 16,0 0-15-16,49-9-1 16,-21 34-59-16,5-1-25 15,6-2-208-15</inkml:trace>
  <inkml:trace contextRef="#ctx0" brushRef="#br0" timeOffset="7070.8">16296 3071 26 0,'0'0'53'16,"0"0"50"-16,0 0-22 15,0 0-50-15,0 0 73 16,0 0-67-16,-12 0 9 15,12 0-15-15,0 0-9 16,0 0-11-16,0 0-8 16,0 0-3-16,0 0 0 15,0 0 0-15,0 0 10 16,7 0 21-16,5-2-20 16,-1-5-2-16,1 0-3 15,-1 2-4-15,3-3-1 0,-1 3 1 16,-1-2-2-16,2 0 1 15,-2-2-1-15,-2 1 0 16,-4 2 1-16,-3 0 0 16,3-1 7-16,-6 1 25 15,0 0 6-15,0-1-8 16,0 2-31-16,0 1 0 16,0 3 0-16,0-1-8 15,-3 2 3-15,-4 0-16 16,-2 0-4-16,-2 0 15 15,1 0 10-15,-3 0 0 16,-1 0 0-16,0 6 1 16,-2 0-1-16,0 6-1 0,-4 0 1 15,2 0-1-15,-1 4 0 16,4-1 1-16,0 0 0 16,5-5-6-16,1-1 0 15,3-4 0-15,1 1 4 16,4-2-2-16,-1-1 1 15,2 3 2-15,0-1 1 16,0 4 0-16,0 1-1 16,0 1 1-16,5 2 0 15,2 1 1-15,5 0-1 16,-1 0 0-16,2-2 0 16,-3-2 0-16,4 1-4 0,1-5-2 15,3 3 5 1,6-3-3-16,1-1 1 0,1-1 2 15,0-4-14-15,-6 2-4 16,-5-2 9-16,-6 0 8 16,-3 0 0-16,-1 0 1 15,-3-2-117-15,-2-6-88 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47:38.398"/>
    </inkml:context>
    <inkml:brush xml:id="br0">
      <inkml:brushProperty name="width" value="0.05292" units="cm"/>
      <inkml:brushProperty name="height" value="0.05292" units="cm"/>
      <inkml:brushProperty name="color" value="#FF0000"/>
    </inkml:brush>
  </inkml:definitions>
  <inkml:trace contextRef="#ctx0" brushRef="#br0">11785 7576 42 0,'0'0'118'0,"0"0"-64"15,0 0-4-15,0 0 41 16,0 0-52-16,0 0-9 16,0 0-2-16,0 0-5 15,0-6 1-15,-1 3-11 16,-1 1-1-16,1 2-1 15,1 0-10-15,-3 0-1 16,1 0 0-16,1 0 0 16,-1-2 0-16,1 2 2 15,1 0-1-15,0 0-1 16,0 0 9-16,0 0 16 16,0 0-1-16,0 0 6 0,0 0-11 15,0 0-2 1,0 0-10-16,0 0 1 0,0 0 6 15,0 0-3-15,0 0 0 16,0 0-7-16,0 0-4 16,0 0-32-16,0 2-120 15,0 8 66-15,0-6-215 16</inkml:trace>
  <inkml:trace contextRef="#ctx0" brushRef="#br0" timeOffset="3354.59">12197 8210 51 0,'0'0'62'0,"0"0"5"16,0 0 2-16,0 0 27 15,0 0-33-15,0 0-5 16,6-28-4-16,-6 24-1 16,0 2 1-16,0 0-19 15,0 1-7-15,0 1 0 16,0 0-19-16,0 0-7 0,0 0-2 16,0 0 0-1,0 0 0-15,0 0 1 0,0 0-1 16,0 0-1-16,0 0-9 15,0 0-64-15,4 6 3 16,1 8 13-16,-1-4-103 16,-2-3-108-16</inkml:trace>
  <inkml:trace contextRef="#ctx0" brushRef="#br0" timeOffset="3782.56">12388 8642 214 0,'0'0'109'0,"0"0"-10"16,0 0-51-16,0 0 13 15,0 0-23-15,0 0-5 16,7-30-10-16,-7 30-2 16,0 0-16-16,0 0-5 15,0 0-24-15,0 6-64 16,0 11 47-16,-14 2-23 16,-5 3-59-16,-1-5-96 15</inkml:trace>
  <inkml:trace contextRef="#ctx0" brushRef="#br0" timeOffset="4233.83">12088 9168 157 0,'0'0'97'15,"0"0"15"-15,0 0-49 16,0 0 10-16,0 0-41 16,0 0-6-16,0-28-5 15,0 28-12-15,0 0-9 16,0 0-2-16,0 0-16 15,0 9-32-15,-9 7 45 16,-3 5-37-16,-2 3-11 0,0-2-65 16,0-2-45-16</inkml:trace>
  <inkml:trace contextRef="#ctx0" brushRef="#br0" timeOffset="4598.98">11915 9726 223 0,'0'0'147'0,"0"0"-48"15,0 0-66-15,0 0-29 16,0 0-4-16,0 0-17 15,2-3-55-15,2 8 37 16,-4 7 5-16,0 0-61 16,0 1-41-16</inkml:trace>
  <inkml:trace contextRef="#ctx0" brushRef="#br0" timeOffset="4990.23">11846 10212 315 0,'0'0'89'15,"0"0"-54"-15,0 0-6 16,0 0-11-16,0 0-10 15,0 0-8-15,6-11-6 16,-4 11-32-16,-1 9-8 0,-1 10-15 16,0 0-41-16,-1-2-73 15</inkml:trace>
  <inkml:trace contextRef="#ctx0" brushRef="#br0" timeOffset="5387.14">12012 10833 428 0,'0'0'67'15,"0"0"-9"-15,0 0-44 16,0 0 7-16,0 0-16 0,0 0-5 16,0-9-4-1,0 9-89-15,0 6-25 0,0 7 36 16,0 0-60-16</inkml:trace>
  <inkml:trace contextRef="#ctx0" brushRef="#br0" timeOffset="5769.87">12237 11300 344 0,'0'0'43'15,"0"0"-15"-15,0 0-24 16,0 0-4-16,0 0-2 16,0 0-1-16,0-6-1 0,0 6 3 15,0 3-24-15,0 8-26 16,0 2-39-16,-9-2-67 16</inkml:trace>
  <inkml:trace contextRef="#ctx0" brushRef="#br0" timeOffset="6082.79">12329 11736 288 0,'0'0'51'0,"0"0"4"16,0 0-55-16,0 0-26 15,0 0-11-15,0 0-47 16,8 24-54-16</inkml:trace>
  <inkml:trace contextRef="#ctx0" brushRef="#br0" timeOffset="6464.11">12086 12233 164 0,'0'0'66'16,"0"0"48"-16,0 0-58 15,0 0-35-15,0 0-21 16,0 0-14-16,2-12-8 15,-5 21 1-15,-7 5-20 16,2-3-45-16,1 0-82 16</inkml:trace>
  <inkml:trace contextRef="#ctx0" brushRef="#br0" timeOffset="6870.14">11690 12762 148 0,'0'0'52'15,"0"0"69"-15,0 0-66 16,0 0 4-16,0 0-19 15,0 0-2-15,0-16-17 16,0 16-21-16,0 0 0 16,0 0-41-16,0 5-15 0,1 7-50 15,1 0-130-15</inkml:trace>
  <inkml:trace contextRef="#ctx0" brushRef="#br0" timeOffset="7149.18">11776 13377 264 0,'0'0'15'16,"0"0"-13"-16,0 0 5 15,0 0-7-15,0 0-26 16,0 0-92-16,14-13 34 16,-14 13 24-16</inkml:trace>
  <inkml:trace contextRef="#ctx0" brushRef="#br0" timeOffset="18757.17">15830 8141 26 0,'0'0'15'0,"0"0"1"15,0 0-11-15,0 0-3 16,0 0 0-16,0 0 7 15,0 0 4-15,0-10 15 0,0 5-13 16,0 3 1 0,0 0 5-16,0 1 2 0,0-2-4 15,0 3-7-15,0-1 11 16,0-1-10-16,0 2-7 16,0-1 1-16,0-2-3 15,0 2 7-15,0 1 31 16,0-3-13-16,0 0-7 15,0 1-4-15,0 0-12 16,0-1 10-16,0 1-5 16,0 0-9-16,0-1 0 15,0 0 0-15,0 0 2 16,0 0-1-16,0 0 2 16,0-1 25-16,0 0-3 15,-1 2-12-15,1-1-4 0,0 1-8 16,0 0 1-16,0 2 0 15,0 0 2-15,0 0 4 16,-2-3-2-16,2 2 11 16,0 1 4-16,-1-1 1 15,1-1-8-15,0 1-1 16,0-1 2-16,0 1-8 16,0-2-4-16,0 1 1 15,0-1-4-15,0 1 5 16,0 1 3-16,0-1 10 15,0 2-7-15,0-1 0 16,0 1-13-16,0 0 0 0,0 0-8 16,0 4-30-16,1 12 35 15,7 3-2-15,-1 3 5 16,2 2 0-16,-3-1 1 16,2-2-1-16,-2-1 0 15,-2-8 0-15,2-3 2 16,-4-5-2-16,2-3 1 15,7-1 0-15,11-7 72 16,11-15-42-16,7-9-27 16,0 1 0-16,-7-1-3 15,-6 6 1-15,-8 3-2 16,-4 5 3-16,-6 4-3 16,-4 6 0-16,-4 4 1 0,0 3-1 15,-1 0 0 1,0 0-4-16,0 0-8 0,0 0-20 15,0 0-5-15,0 3-12 16,0 6 45-16,-8 5-19 16,-3 2-5-16,-4 0-36 15,0 4-16-15,-4-4-52 16,-3-6-183-16</inkml:trace>
  <inkml:trace contextRef="#ctx0" brushRef="#br0" timeOffset="20685.71">17559 8161 86 0,'0'0'46'0,"0"0"16"16,0 0 40-16,0 0-32 15,0 0-2-15,0 0-41 0,0-26 11 16,0 20 2 0,0 1-12-16,0 5-2 0,0-2-11 15,0 2-5-15,0 0-10 16,0 0-1-16,0 0-5 16,0 0-10-16,0 0-5 15,0 0 3-15,-1 0 8 16,1 0-1-16,-2 0 4 15,2 9 7-15,-1 4 0 16,1 1-1-16,0 4 1 16,0-3-1-16,0 1 0 15,0-4 1-15,0-2-3 16,4-3 3-16,6-3-3 0,10-4 3 16,10-2 19-1,15-20 13-15,10-7-8 0,6-7 0 16,-4-5-6-16,-7 1 2 15,-11 2-1-15,-11 6-7 16,-7 6 11-16,-10 6-18 16,-5 9-3-16,-5 5-2 15,1 4-3-15,-2 2-25 16,0 0-17-16,0 0-44 16,-11 18 56-16,-6 7 25 15,-3 5-23-15,1 1-26 16,5-2-46-16,2-2-55 15</inkml:trace>
  <inkml:trace contextRef="#ctx0" brushRef="#br0" timeOffset="26514.19">16123 7715 28 0,'0'0'100'16,"0"0"-75"-16,0 0 33 15,0 0-14-15,0 0-5 16,0 0-7-16,0 0-18 15,4-16 5-15,-4 16 10 16,0 0-4-16,0 0-6 16,0 0-5-16,0 0-14 15,0 0-45-15,0 0-109 16,0 0 77-16,0 0-48 16</inkml:trace>
  <inkml:trace contextRef="#ctx0" brushRef="#br0" timeOffset="27631.44">17786 7579 78 0,'0'0'63'16,"0"0"16"-16,0 0-3 16,0 0-28-16,0 0 34 15,0 0-38-15,-6-36 12 16,6 32-29-16,0-4 9 16,0-1-16-16,0 4 3 15,2-1 3-15,-1 2 1 0,1 0-13 16,-2 2-10-16,0 0 17 15,0 2-7-15,0-2-4 16,0 2-4-16,0 0-2 16,1 0-4-16,-1 0 0 15,0 0-3-15,0 0-4 16,0 0-8-16,2 0-16 16,2 6 31-16,-3 3 0 15,4 0-2-15,-1-1 2 16,1-1-1-16,1-3-1 15,0-1 1-15,1 0-2 16,4-3 3-16,3 0 10 0,5 0 4 16,7-7 10-16,4-11-4 15,1-3-5-15,-1-1-12 16,-3 2 7-16,-8 3-4 16,-5 4 4-16,-7 5-3 15,-3 3-5-15,-4 3-2 16,0 0-5-16,0 2-28 15,0 0-36-15,0 0-36 16,0 9 61-16,-8 4 37 16,-1 4-12-16,-2 2-17 15,3 1-40-15,3-3-39 16,5-3-97-16</inkml:trace>
  <inkml:trace contextRef="#ctx0" brushRef="#br0" timeOffset="28396.59">19770 7635 276 0,'0'0'84'0,"0"0"-18"15,0 0-22-15,0 0-41 16,0 0-3-16,0 0-10 0,0-4 6 15,0 7 4 1,0 3 0-16,0 0 0 0,1 2 1 16,1-2-1-16,-1-1-1 15,1-1 0-15,2-2 1 16,7-2 10-16,10 0 20 16,7-2 21-16,9-10-18 15,5-7-8-15,-3-1-12 16,-2-2-6-16,-6 1-2 15,-8 2 12-15,-8 3-7 16,-7 8-3-16,-5 4-4 16,-3 3-3-16,0 1-45 15,0 0-67-15,-17 9 47 16,-6 11 28-16,-1 3-34 16,3-3-100-16</inkml:trace>
  <inkml:trace contextRef="#ctx0" brushRef="#br0" timeOffset="29094.54">21269 7635 195 0,'0'0'112'0,"0"0"-66"15,0 0 25-15,0 0-42 16,0 0-20-16,0 0-4 16,1-4-4-16,-1 4-1 15,0 0-2-15,2 0-4 16,1 0 6-16,1 3 1 15,5-1 6-15,-1 2 1 16,4-4 11-16,8 0 15 0,6 0 2 16,11-9 1-16,6-8-22 15,1-1-4-15,-1-3-7 16,-5 2 0-16,-12 3-2 16,-7 5-2-16,-8 3 0 15,-5 3 0-15,-6 3-13 16,0 2-43-16,-2 0-35 15,-19 7-51-15,-8 8 35 16,-7 5-42-16</inkml:trace>
  <inkml:trace contextRef="#ctx0" brushRef="#br0" timeOffset="29984.29">23387 7657 61 0,'0'0'102'16,"0"0"-58"-16,0 0 5 16,0 0 7-16,0 0 3 15,0 0-32-15,75-17 18 16,-45 6-7-16,2-2-3 16,0 0 4-16,0-1-1 0,-5 0-3 15,0-2-13-15,-3 2-14 16,-4 1-7-16,-4 3-1 15,-6 4-2-15,-6 2-27 16,-4 4-7-16,0 0-43 16,0 0-176-16,-19 5 128 15</inkml:trace>
  <inkml:trace contextRef="#ctx0" brushRef="#br0" timeOffset="30157.72">23612 7608 60 0,'0'0'0'0,"0"0"-49"15</inkml:trace>
  <inkml:trace contextRef="#ctx0" brushRef="#br0" timeOffset="31252.19">16350 7606 53 0,'0'0'14'0,"0"0"20"15,0 0 56-15,0 0 87 16,0 0-46-16,0 0-77 0,-2 2-35 15,2-2-9 1,0 0-9-16,0 0-1 0,0 0-4 16,0 0-55-16,5 0-79 15,9 0-5-15,6 0-92 16</inkml:trace>
  <inkml:trace contextRef="#ctx0" brushRef="#br0" timeOffset="31508.36">17537 7507 244 0,'0'0'24'0,"0"0"40"15,0 0-33-15,0 0-15 16,0 0-16-16,0 0-22 16,0 7-39-16,0 4 15 15,0 0-45-15</inkml:trace>
  <inkml:trace contextRef="#ctx0" brushRef="#br0" timeOffset="37022.96">15738 7908 12 0,'0'0'8'0,"0"0"-8"16,0 0-1-16,50-84-17 16</inkml:trace>
  <inkml:trace contextRef="#ctx0" brushRef="#br0" timeOffset="37124.34">15822 7757 5 0,'0'0'8'15,"0"0"-2"-15,0 0 4 16,0 0 6-16,0 0 6 16,0 0-20-16,53-49-2 15,-50 49-30-15,-3 7 7 16</inkml:trace>
  <inkml:trace contextRef="#ctx0" brushRef="#br0" timeOffset="37702.5">15881 8058 3 0,'0'0'3'0,"18"93"5"0,-2-53-2 16,-2-3-2-16,-1-5-3 15,1-9-1-15,2-7-3 16,1-8 3-16,-3-5 6 16,-2-3 35-16,-4 0 12 15,-3-4 0-15,-1-6-30 16,-4-3-3-16,0 0 16 15,0 0 5-15,-4 1-15 16,-4-1-21-16,-1 2 1 16,-4-2-5-16,2 1 3 15,0 1-4-15,4 0 6 16,0 5 1-16,5-1 0 0,1 2-7 16,-1 2 0-16,2-1-6 15,-1 3-28-15,1-1-6 16,-3 0 19-16,3 1 8 15,-2-2 6-15,1 1 7 16,-2-4 6-16,-1 0 13 16,0-2 9-16,0 1-6 15,-1-3-1-15,2 2-13 16,0 0-5-16,0 1-2 16,2-1-1-16,-1 1 2 15,-1-2 3-15,1 0 4 16,0 0 5-16,0 2 6 15,1 1 12-15,-2 3-11 16,2 3-19-16,1-2 3 16,0 2-3-16,0 0 1 0,0 0-1 15,-2 0 2-15,2 0-4 16,0 0 1-16,-1 0 0 16,-2 0-1-16,-6 0-11 15,-2 2-2-15,-7 10-10 16,0 5-55-16,5-5-67 15,-2 0 47-15</inkml:trace>
  <inkml:trace contextRef="#ctx0" brushRef="#br0" timeOffset="38734.45">15768 8104 9 0,'0'0'254'16,"0"0"-180"-16,0 0-15 15,0 0 13-15,0 0-45 16,0 0 2-16,0-48-18 16,1 45-2-16,1 0-1 15,-2 3 9-15,1-1-7 16,-1 1-1-16,0-2 4 16,0 2-4-16,2 0 1 15,-2 0-2-15,0 0-5 16,0 0 2-16,0 0-5 0,0 0-2 15,3 0-7 1,3 2 2-16,2 6 7 0,2 5 0 16,-3-2 0-16,2 3 0 15,-4 1-2-15,0-3-7 16,0 2 6-16,-1-2 1 16,1-3-5-16,-2-1 5 15,1-2 2-15,-2-3 0 16,-1-1-3-16,2-2 3 15,3 0-2-15,8 0 2 16,8 0 7-16,8-5-6 16,3-3-1-16,0-1 0 15,-2 1 1-15,-3 0-1 16,-1-4 2-16,-3 0 2 16,0-4-1-16,-3-1 4 0,0-6 7 15,-1 2 1-15,-2-3-1 16,-1 0-7-16,-4 4 7 15,-1 3 2-15,-6 5-3 16,-3 7 4-16,-3 3-7 16,0 2-7-16,0 0-3 15,0 0-5-15,0 0-3 16,0 0-12-16,0 0 1 16,0 0-16-16,0 0-4 15,0 7 38-15,0 2-2 16,0-1-1-16,0 0-15 15,0 1-4-15,0-5-8 16,0 0 16-16,0-4-5 0,0 0 20 16,0 0 0-16,0 0 6 15,0 0 13-15,0 0 23 16,0 0-40-16,0-4 11 16,0-2 17-16,0 1-15 15,-1 0 5-15,1 0-3 16,-2 4 33-16,0-1-32 15,2 2-15-15,0 0-3 16,0 0-2-16,0 0-1 16,0 0-4-16,0 0-2 15,0 0 2-15,0 0 1 0,0 0 6 16,0 0 0 0,0 0 0-16,0 0 1 0,0 0-1 15,0 0 0-15,0 0 0 16,0 0-2-16,0 0-11 15,0 0-11-15,0 0 5 16,-1 0 5-16,1 0 4 16,0 0 0-16,0 0 5 15,0 0 2-15,-2 0 2 16,1 0-2-16,-1 0 3 16,-1 0 1-16,2 4-1 15,-3 3-11-15,-1 0-17 16,2-1 0-16,0-1 3 0,-1 1-3 15,2 0-8 1,-1-1-14-16,-1 1-10 0,2-1-50 16,-2-1 15-16</inkml:trace>
  <inkml:trace contextRef="#ctx0" brushRef="#br0" timeOffset="40679.8">17678 8190 55 0,'0'0'6'15,"0"0"-5"-15,0 0-1 16,0 0-5-16,0 0-18 16,0 0-6-16,0 0 24 15,-22-30 5-15,19 26 29 16,-1-1-2-16,2 2-10 15,1 1-12-15,-1-1-2 0,-2 1-3 16,1 1 0 0,-2 0-1-16,1 0-1 0,2 1 2 15,1-2 1-15,-2 2 2 16,0-3 22-16,1 1-21 16,2-1 33-16,-1 1-22 15,-2 2-14-15,-9 0-1 16,-3 0-80-16</inkml:trace>
  <inkml:trace contextRef="#ctx0" brushRef="#br0" timeOffset="41434.17">17469 8135 68 0,'0'0'6'0,"0"0"-4"0,0 0 15 15,0 0-3-15,0 0 16 16,0 0 14-16,0 0-24 16,0-3 10-16,0 0 2 15,0 0-3-15,0 1 18 16,0-2-26-16,0-1 3 16,0 2-12-16,0-2 14 15,0 5 2-15,0-3-15 16,2 1-7-16,0 1 11 15,-2-2-4-15,1 0-3 16,1 1 1-16,-1-1-5 0,0 3 14 16,1-2-10-16,0 2-8 15,-1 0 0-15,1 0-2 16,2 0-6-16,2 0 6 16,-2 0 0-16,5 2-1 15,-2 5 0-15,1 0 0 16,1 6-1-16,-1 1 2 15,1-2-1-15,-3 1 1 16,0-1 0-16,-2-1 0 16,2 0 0-16,1-2 0 15,-1-1 1-15,-1-2-1 16,1-3 0-16,0 0 2 0,1-1-2 16,4-2 3-16,2 0 15 15,11-5 17-15,6-7-18 16,0-2-10-16,3-2-2 15,-4 0-5-15,1-1 1 16,-1 0 0-16,-1-3-1 16,0 0 1-16,1-1 1 15,-3 0-1-15,3-1 7 16,-6 0 0-16,2-1-3 16,-3 2 4-16,-4 3 4 15,-8 4-1-15,-4 3 18 16,-1 6-8-16,-5 2-10 15,0 3-8-15,0 0-4 16,0 0-2-16,0 0-5 0,0 0-3 16,0 0-3-16,0 0-1 15,0 0-8-15,-3 4 2 16,-6 9-4-16,-3 3-16 16,3 0-7-16,3-3-16 15,3 1-17-15,3-4-58 16,0-7-37-16</inkml:trace>
  <inkml:trace contextRef="#ctx0" brushRef="#br0" timeOffset="41612.44">18068 7964 179 0,'0'0'68'0,"0"0"31"16,0 0-41-16,0 0 7 0,0 0-16 15,0 0 20-15,-9-36-14 16,9 36-18-16,-1 0-37 15,-1 0-54-15,-4 17 11 16,-3 3 21-16,-2 4-35 16,0-1-46-16,-3-6-97 15</inkml:trace>
  <inkml:trace contextRef="#ctx0" brushRef="#br0" timeOffset="45397.18">15841 8084 129 0,'0'0'46'0,"0"0"-11"0,0 0 26 16,0 0-2-16,0 0-24 15,0 0 16-15,-2-47-9 16,2 41-28-16,0 1 6 15,0 2-5-15,0 2-8 16,0 1 6-16,0-2-1 16,0 2 7-16,2 0-2 15,-1 0 1-15,5 0-14 16,2 0-4-16,2 0-2 16,3 6 2-16,0 5-2 15,-1 3 2-15,1 2-4 16,-4-1 1-16,0 3 0 15,-1-3 2-15,-1-2-6 0,-1-2 1 16,0-2 6-16,1-3 1 16,-1-2-1-16,2-1 0 15,4-3 0-15,6 0 5 16,10 0 3-16,6-8 1 16,3-5-5-16,2-3-1 15,-3-1-2-15,-5-3 1 16,-5 1 2-16,-1 0 4 15,-4 2 2-15,-3 0-3 16,-3 2 13-16,-5 6-8 16,-3 1-1-16,-4 4-5 15,0 3-6-15,-1 0-1 0,-2-1-1 16,0 2-1 0,0 0 3-16,0 0 0 0,0 0 0 15,0 0 1-15,0 0 2 16,0 0 1-16,0 0 1 15,0 0 1-15,0 0 1 16,0 0 8-16,0 0-6 16,0 0-6-16,0 0-3 15,0 0-4-15,0 2-56 16,-9 12-27-16,-6 1 10 16,2-1-109-16</inkml:trace>
  <inkml:trace contextRef="#ctx0" brushRef="#br0" timeOffset="45585.49">16276 7986 344 0,'0'0'65'0,"0"0"-8"15,0 0-57-15,0 0-154 16,0 0 10-16</inkml:trace>
  <inkml:trace contextRef="#ctx0" brushRef="#br0" timeOffset="49508.17">11766 8117 94 0,'0'0'55'0,"0"0"19"16,0 0 17-16,0 0-26 15,0 0 12-15,0 0 2 16,12-77-15-16,-8 66-24 16,-1 4-12-16,-3 3-7 15,0 1-16-15,0 3-4 16,0 0-1-16,2 0-6 15,-1 0-11-15,2 5 13 16,0 7 4-16,2 7 3 0,-2 3-3 16,0 2-1-16,0 1 1 15,1 1 1-15,3-3-1 16,3-3-3-16,4-3 1 16,3-6 2-16,7-6 2 15,9-5 8-15,16 0 25 16,12-20-3-16,7-8-19 15,1-2-6-15,-5-1 6 16,-9 3-9-16,-5 2 3 16,-9 4-1-16,-8 3 4 15,-7 2-6-15,-10 6-3 16,-6 5 3-16,-7 2 9 0,-3 4 9 16,0 0-7-16,0 0-15 15,0 0 0-15,0 0 0 16,0 0-1-16,0 0-1 15,0 0 1-15,0 0-8 16,0 0-32-16,-3 10-8 16,-7 6 18-16,-2 1-38 15,0 0-51-15,0-6-73 16</inkml:trace>
  <inkml:trace contextRef="#ctx0" brushRef="#br0" timeOffset="49666.02">12399 8070 86 0,'0'0'291'0,"0"0"-194"15,0 0-2-15,0 0-33 16,0 0-19-16,0 0-43 16,-17-9-120-16,3 32 72 15,-8 0-82-15</inkml:trace>
  <inkml:trace contextRef="#ctx0" brushRef="#br0" timeOffset="55936.44">17529 8133 105 0,'0'0'62'0,"0"0"-3"16,0 0-16-16,0 0 0 0,0 0-15 15,0 0 3 1,0 0-11-16,2-5 3 0,-2 3 4 16,0 0 2-16,0 2-10 15,0-2-1-15,0 1 7 16,0-2 8-16,0 2-18 16,0-1 4-16,0-1-7 15,0 2-2-15,0-3 3 16,0 1-6-16,1-1-2 15,1-1-2-15,-1 0 4 16,1-3 2-16,-1 4-3 16,-1-3 17-16,0 1 1 15,0 4-12-15,2 0-1 16,-1 2 3-16,-1-3-7 0,2 3-2 16,-2 0-1-16,0 0-4 15,3 0-9-15,3 0-9 16,0 7 18-16,0 9 0 15,-1 1 0-15,-1 5-2 16,-1 2-1-16,-1 2-5 16,-1 1 1-16,1-1 5 15,1-6-1-15,0-3-1 16,2-5-5-16,-2-4 2 16,1-3 4-16,0-4-3 15,1-1 6-15,1 0 16 16,5 0 20-16,1-7-15 15,0-6-11-15,0 0 0 0,-1 0-4 16,-2-1-3-16,-1 4-2 16,0 1-1-16,0 1 0 15,3-1 0-15,8-3-10 16,2 2-8-16,9-4 3 16,7 0 5-16,0-2 4 15,3-1 1-15,5-3 2 16,0-4 1-16,1 0 2 15,-5 0 1-15,-7 1-1 16,-7 3 6-16,-8 1 0 16,-7 5 10-16,-4 6-11 15,-4 2-5-15,0 4 4 16,-4 1-4-16,0 1-1 0,0 0-6 16,0 0 1-16,0 0-3 15,0 0 8-15,0 0 0 16,0 0 2-16,0 0 1 15,0 0 2-15,0 0 0 16,0 0 3-16,0 0-4 16,0-2-3-16,0 2 0 15,0 0 0-15,0 0 0 16,0 0-3-16,-7 0-6 16,-6 12-7-16,-7 3-54 15,1 5-5-15,-2-5-37 16,5-1-117-16</inkml:trace>
  <inkml:trace contextRef="#ctx0" brushRef="#br0" timeOffset="56114.6">18006 8037 232 0,'0'0'114'16,"0"0"6"-16,0 0-50 15,0 0 2-15,0 0-38 16,0 0-34-16,-20 5-100 16,9 14 49-16,-4 1-78 0,2-6-159 15</inkml:trace>
  <inkml:trace contextRef="#ctx0" brushRef="#br0" timeOffset="61523.84">19984 5565 363 0,'0'0'0'16,"0"0"-56"-16,0 0 10 16,0 0-5-16,0 0 25 15,0 0 3-15,0 0-31 16,-68 23 25-16,55-16-1 16,0 0 13-16</inkml:trace>
  <inkml:trace contextRef="#ctx0" brushRef="#br0" timeOffset="62497.01">19873 5421 12 0,'0'0'61'15,"0"0"-43"-15,0 0 27 16,0 0-6-16,0 0-21 16,0 0-8-16,15-2-5 15,-15 2 15-15,0 10 3 16,0 9 40-16,-1 5-14 0,-12 7 1 15,-3 8-7 1,-8 5 0-16,-3 9-11 0,-3 1-5 16,0-2-19-16,7-9-2 15,3-8-2-15,7-13-1 16,5-7-3-16,4-8 2 16,2-5 0-16,2-2 3 15,0 0 89-15,0-7 28 16,0-14-65-16,8-16-57 15,12-12-17-15,9-2-29 16,2-4 1-16,2 6-34 16,1 6 13-16,1 6-36 15,-1 6 13-15,3 4-1 16,3 4-8-16,-1 8 18 0,2 2 51 16,-4 9 29-16,-3 4 22 15,-3 0 6-15,-9 4-13 16,-8 11-6-16,-6 3-9 15,-8 0 0-15,0-1 0 16,-11 0 20-16,-14-2 9 16,-5 2 4-16,-7 0 22 15,-6-3-18-15,4-2-7 16,-3-1-6-16,-1-2-9 16,5 0 2-16,9-2-4 15,6 1-6-15,11-3-6 16,5 1 0-16,-1 0-1 15,7 1-1-15,1 0-1 0,0 3 2 16,0-3 0-16,0 4 5 16,6-2-5-16,0 1 4 15,3 4 3-15,-2 0 9 16,2 1 4-16,3 4 7 16,1 5-5-16,4-1-9 15,4 3-7-15,1 5 1 16,8 1 3-16,2-3 3 15,-4 0-9-15,2-3-2 16,-7 0-2-16,-3-1-13 0,-8-3-64 16,-6-14-110-1</inkml:trace>
  <inkml:trace contextRef="#ctx0" brushRef="#br0" timeOffset="66923.53">20588 6009 82 0,'0'0'91'0,"0"0"-39"16,0 0 24-16,0 0-6 15,0 0-9-15,0 0 2 16,0 0-38-16,3-3 24 16,-1 1 11-16,-2 1-29 15,0 1-4-15,0 0-19 16,1 0-8-16,1 0-21 15,1 6 5-15,-1 10 15 0,-2 0-1 16,0 2-2-16,0 0 3 16,0 1 1-16,-10 1 0 15,3-4 1-15,-3-2 3 16,2-1-4-16,1-1-7 16,1-1-28-16,-3-2-26 15,9-5-84-15,0-4-207 16</inkml:trace>
  <inkml:trace contextRef="#ctx0" brushRef="#br0" timeOffset="70671.11">21248 5578 56 0,'0'0'33'16,"0"0"0"-16,0 0-10 15,0 0 25-15,0 0-25 16,0 0-16-16,0 0 9 16,22-27-8-16,-20 21 7 15,-2 3 19-15,0-2-13 16,0-1-5-16,0 0 6 15,0 1-9-15,0-1-5 16,0 1 0-16,0-1 2 0,0-1-3 16,0 2 1-16,0-2-1 15,0 2-3-15,0 1 3 16,0 1 6-16,0-2-1 16,0 5-8-16,0-3-2 15,-3 0-2-15,-3 1-2 16,0 1 2-16,-4-1 0 15,-1 2 0-15,-1 0-1 16,-4 0 2-16,2 0-1 16,-1 0 0-16,-1 0 2 15,1 0-2-15,-2 0 0 16,-2 0 1-16,-1 0 0 0,1 6 0 16,-2-1 0-16,-1 2 3 15,2-2-1-15,2 2 3 16,1 1-3-16,2-2-1 15,0 2 0-15,-1 1 2 16,1 2-2-16,1 3-1 16,1-2 1-16,1 2-1 15,-1 0 1-15,5 0-1 16,1 3 0-16,1-1-1 16,3 4 2-16,3 1-2 15,0 0 0-15,0-2 0 16,3-3 0-16,7-1-4 15,5-4 1-15,2-1 3 16,5-1 1-16,0-5 0 0,3 0 0 16,1-1 3-16,-2-3-3 15,1 2 1-15,-1-2 0 16,-2 0-2-16,-4 0 2 16,2 0-2-16,-5 0 1 15,4 0-1-15,-3 0 1 16,-2 0 0-16,-2 0-1 15,1 0 0-15,-2 0 0 16,2 0 0-16,-1 1 0 16,0 2 0-16,3 1 0 15,0 0 0-15,0 1 0 0,-2 2 0 16,-1 1 0 0,-2-3-1-16,0 2 1 0,-4 0 0 15,2-1-1-15,-3 0 0 16,-2 1 1-16,1 1-3 15,-4 1 1-15,0 3 2 16,0 0 1-16,0 1 0 16,0 3 4-16,0-1 1 15,-10 0 1-15,-1 2 2 16,-2 0 3-16,1-2-1 16,-3-1-2-16,3-3 5 15,-3-3 0-15,0 1 19 0,-3-1 0 16,0-4-11-16,-4 1-10 15,-3 0-6-15,-5-5-1 16,0 3-2-16,0-3 1 16,4 0-3-16,3 0 2 15,-3 0 0-15,5 0-2 16,3 0 0-16,1 0 1 16,2-5-2-16,5 0 3 15,-1 1-2-15,2-2 1 16,-1 1-1-16,2-2 1 15,1-2 0-15,-2 1-1 16,3-1 0-16,0 3 0 16,0-3-1-16,0 0 2 0,2 4 0 15,1-3-2 1,3 4 1-16,0 0-2 0,0-2 1 16,0 3-4-16,0-2-6 15,11 1-3-15,6 1 4 16,4 1 1-16,1 0 4 15,-1 2 4-15,2 0 0 16,-1 0-1-16,-6 0 1 16,1 0 0-16,-7 3-2 15,-5 2 2-15,-1 4 0 16,-1 0-6-16,-3 1 5 16,0 4 0-16,0 0 1 15,0 0 1-15,-4 2 1 16,-4-2 3-16,1-1-1 15,0-1-3-15,3-5 1 0,0-2-1 16,1 0 1 0,3-2-2-16,0-2 0 0,0 2 0 15,-2 1 1-15,1-1 0 16,1-2-1-16,0 1-54 16,0 0-51-16,0 0 9 15,0-2-89-15,0 0 25 16</inkml:trace>
  <inkml:trace contextRef="#ctx0" brushRef="#br0" timeOffset="70823.42">20999 6116 239 0,'0'0'164'0,"0"0"-51"0,0 0-5 16,0 0-15 0,0 0-58-16,0 0-29 0,0 4-6 15,-3 4-70-15,-1 2 55 16,-3 1-58-16,3-6-46 15,1-5-220-15</inkml:trace>
  <inkml:trace contextRef="#ctx0" brushRef="#br0" timeOffset="71886.19">19716 5489 112 0,'0'0'63'16,"0"0"-34"-16,0 0 18 16,0 0 0-16,0 0-24 15,0 0-12-15,-36-36 13 16,33 33 2-16,2 1 24 16,-1 0-23-16,2 1 8 15,0 0-13-15,0 1 1 16,0 0-20-16,0 0-3 0,0 0-11 15,0 0-37-15,0 0 31 16,5 0 17-16,10 0 0 16,7 0 3-16,6 0 8 15,8 0 1-15,1 0-4 16,4 0-1-16,-6 0-2 16,-3-3-1-16,-9-2-4 15,-4 2 3-15,-8-1 2 16,-5 3-2-16,-3-1 5 15,-3 2-4-15,0 0-1 16,0 0 2-16,0 0-5 16,0 0 0-16,0 0-1 15,0 0-11-15,-13 7-15 16,0 4-44-16,1-2-123 0</inkml:trace>
  <inkml:trace contextRef="#ctx0" brushRef="#br0" timeOffset="72055.02">20049 5431 358 0,'0'0'77'0,"0"0"-13"16,0 0-28-16,0 0-36 15,0 0-53-15,0 0-48 16,-48 19-163-16</inkml:trace>
  <inkml:trace contextRef="#ctx0" brushRef="#br0" timeOffset="72869">19895 5511 178 0,'0'0'74'16,"0"0"5"-16,0 0-33 0,0 0-7 16,0 0-2-16,0 0-22 15,17-27 24-15,-17 27-7 16,0 0 4-16,0 0-5 16,0 0-24-16,0 0-7 15,0 0-16-15,-16 11 11 16,-4 7 5-16,-9 4 0 15,-3 5-2-15,-4 6 2 16,-2 1 2-16,-3 7-1 16,3 2 0-16,1-1 0 15,6-5 1-15,2-4 0 16,6-8-2-16,6-6 1 0,5-7 0 16,5-2-1-16,2-9 0 15,4 1 1-15,1-2 0 16,0 0 3-16,0 0 2 15,0 0 3-15,0 0-4 16,0 0-3-16,0 0-2 16,0 0-11-16,0 0-20 15,0 0-3-15,0 0 10 16,0 0 15-16,0 0 5 16,0 0 4-16,0 0 3 15,0 0-3-15,0 0 3 16,0 0-1-16,0 0-2 15,0 0-2-15,0 0-2 0,0 0 0 16,0 0-5-16,0 0-8 16,6 0 12-16,4 0-55 15,5-8-151-15</inkml:trace>
  <inkml:trace contextRef="#ctx0" brushRef="#br0" timeOffset="73588.96">19867 5603 5 0,'0'0'61'15,"0"0"-59"-15,0 0 25 0,0 0 2 16,0 0 29-16,0 0 1 16,-91 99 7-16,56-63-18 15,-1 1-15-15,-2 4-6 16,2-5-7-16,5-2-14 15,5-3 5-15,5-3-9 16,7-9-1-16,2-3 3 16,8-8-3-16,0-1 0 15,3-5 0-15,1-2 0 16,0 0 2-16,0 0 23 16,0 0 59-16,0 0 30 15,0-7-58-15,0-3-57 16,0-2-4-16,0 5-27 15,5-3-12-15,4 5-49 0,1 0-24 16,0-2-153-16</inkml:trace>
  <inkml:trace contextRef="#ctx0" brushRef="#br0" timeOffset="82477.64">15765 8713 111 0,'0'0'61'0,"0"0"-45"15,0 0 6-15,0 0-2 16,0 0 8-16,0 0 16 16,0 0-9-16,-5-18-13 15,5 13 8-15,0 3 8 16,0-1-28-16,0 0 16 15,0 0-9-15,0 0-2 16,0 1 8-16,0-3-15 16,0 4 14-16,0-2-3 15,0 2-5-15,0 0 8 0,0 1-1 16,0-2 0 0,0 0 13-16,0 0-12 0,0 1 4 15,0 1-6-15,0-2-10 16,0 2-10-16,0 0 0 15,0 0-8-15,0 0-8 16,0 0-24-16,0 0 14 16,5 0 26-16,-4 5 3 15,2 1-3-15,-1 3 0 16,-1 0 0-16,-1 3-6 16,0 0 6-16,0-3 0 15,0-1 0-15,2 0 0 0,-2-1-1 16,1-3 1-1,2-1-7-15,3 1-3 0,2-1-5 16,7-3 14-16,7 0 1 16,9 0-2-16,13-14 2 15,11-6-18-15,3-4-2 16,-2 2 15-16,-6-2 5 16,-12 7 3-16,-9 3-2 15,-9 2 5-15,-9 4 3 16,-5 0 7-16,-4 6 7 15,-2-1-4-15,0 2-1 16,0 1-9-16,0 0-5 16,0 0-4-16,0 0-4 0,0 0-1 15,0 0 0 1,0 0 4-16,-3 0 1 0,-3 0 1 16,3 0-1-16,3 0 2 15,0 0-2-15,-3 0 0 16,1 0-17-16,-4 2-37 15,0 2 31-15,-1 4-32 16,-4-2 3-16,-2 2-57 16,1-5-121-16</inkml:trace>
  <inkml:trace contextRef="#ctx0" brushRef="#br0" timeOffset="85456.6">17593 8674 120 0,'0'0'123'16,"0"0"-27"-16,0 0-27 15,0 0 5-15,0 0 0 16,0 0-16-16,0 0-13 15,0-8-5-15,0 7-10 16,0-1 12-16,0 0-16 16,0 2-11-16,0-1-2 0,0 1-7 15,0 0-2 1,0 0-4-16,0 0-1 0,0 0-5 16,0 0-30-16,0 0-29 15,0 0-2-15,0 1 27 16,0 3-33-16,8 0-14 15,10-2-28-15,9-2-73 16</inkml:trace>
  <inkml:trace contextRef="#ctx0" brushRef="#br0" timeOffset="86099.95">19400 8724 283 0,'0'0'154'0,"0"0"-28"16,0 0-43-16,0 0-14 16,0 0-28-16,0 0-3 15,-4 0-13-15,4 0-13 16,0 0-10-16,0 0-2 15,0 0-7-15,0 0-65 0,-2 9-109 16,-3-2 107 0,-4-4-110-16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51:40.574"/>
    </inkml:context>
    <inkml:brush xml:id="br0">
      <inkml:brushProperty name="width" value="0.05292" units="cm"/>
      <inkml:brushProperty name="height" value="0.05292" units="cm"/>
      <inkml:brushProperty name="color" value="#FF0000"/>
    </inkml:brush>
  </inkml:definitions>
  <inkml:trace contextRef="#ctx0" brushRef="#br0">18751 7779 85 0,'0'0'50'15,"0"0"-19"-15,0 0-11 16,0 0 19-16,0 0 4 16,0 0 1-16,0 0 0 15,80 0-19-15,-64 0-4 16,0 0-1-16,4 0-3 16,6 0 2-16,7 0-2 15,9 0-3-15,6 0 13 16,8 0-7-16,8 0-8 15,17 0 2-15,10 6 5 16,13 1-1-16,10 0-3 0,1 1-2 16,2 2 3-16,-5 0-13 15,-5-1 7-15,-1-1-7 16,-9-2 0 0,-3 0-1-16,-7-2-1 0,-11-1 4 15,-9-1-4-15,-7 1 0 16,-9-1 2-16,-7 0 1 15,-11-2 5-15,-12 0-4 16,-8 0-1-16,-7 0 5 16,-4 2 3-16,-2-2 9 15,0 0 3-15,0 0-1 16,0 0-4-16,0 0-16 16,0 0-3-16,0 1-25 15,0 1-74-15,0-2-103 0,0 0-193 16</inkml:trace>
  <inkml:trace contextRef="#ctx0" brushRef="#br0" timeOffset="172.53">20759 7925 446 0,'0'0'94'15,"0"0"11"-15,0 0-105 16,0 0-14-16,0 0-161 16,0 0-73-16</inkml:trace>
  <inkml:trace contextRef="#ctx0" brushRef="#br0" timeOffset="2767.35">6277 8914 226 0,'0'0'36'0,"0"0"20"16,0 0 1-16,0 0 41 16,0 0-50-16,0 0-34 15,-33-24 6-15,32 20 24 16,-2 2-8-16,1 1 4 0,-1-1-18 16,3 1-4-1,0 1-3-15,-3 0-4 0,3 0-4 16,0 0-1-16,0 0 0 15,0 0-5-15,0 0-1 16,0 0-4-16,0 0-11 16,11 0 5-16,17 0 10 15,18 4 0-15,18 3 5 16,17 0-4-16,23-2 2 16,23 0 1-16,19-5-4 15,15 2 2-15,6-2-1 16,-10 0 0-16,-11 0-1 15,-13 0 1-15,-15 0-2 16,-15 0-2-16,-14 0 2 16,-15 0 2-16,-14-2 0 0,-15-3-1 15,-17 2 9-15,-10-2 20 16,-12 3 15-16,-4 0-4 16,-2 1-2-16,0-3-20 15,0 4-11-15,0-2-1 16,0 1 1-16,0-1-6 15,0 1 1-15,0-1-2 16,0 2 0-16,0 0-3 16,0 0-7-16,0-1-15 15,0 1-12-15,0 0-16 16,-4 0-33-16,0 3 47 16,-3 7 34-16,1 0-26 0,0-2-31 15,3-2 0 1,-1-2 13-16,4-2-21 0,0 0 31 15,0-2 28-15,0 1 11 16,0-1 6-16,0 0 46 16,0 0 26-16,-1 0-4 15,0 0 5-15,-2 0-26 16,-1 0-24-16,2-3 15 16,1 1-24-16,1 2-19 15,0 0-1-15,-2 0-61 16,-5 1-106-16,-10 11 89 15,-1-3-55-15</inkml:trace>
  <inkml:trace contextRef="#ctx0" brushRef="#br0" timeOffset="5036.96">16015 10302 180 0,'0'0'30'0,"0"0"54"0,0 0-20 16,0 0-9-16,0 0 10 15,0 0-41-15,-10-37 5 16,10 35-1-16,0-1 3 15,0 1-12-15,0 2-3 16,0-1-3-16,1 0-13 16,13 1 1-16,5 0-2 15,5 0-1-15,6 0 1 16,4 1 0-16,11 7-4 16,12 2 5-16,20 2 3 0,22-2 7 15,17 1 5-15,12-5-9 16,2 2-3-16,-4-5 0 15,-10 0 3-15,-12-1 4 16,-15-1 4-16,-15-1 1 16,-12 0-6-16,-14 0 12 15,-12 0-5-15,-11 0 10 16,-11-1-9-16,-9-1 0 16,-3 2-9-16,-2 0-5 15,0 0-3-15,0 0-27 16,-6 0-60-16,-18 15 15 15,-11 6-1-15,-6-1-73 16,4-6-200-16</inkml:trace>
  <inkml:trace contextRef="#ctx0" brushRef="#br0" timeOffset="21120.7">10067 12920 20 0,'0'0'40'0,"0"0"-38"16,0 0 5-16,0 0 17 16,0 0 1-16,0 0-7 15,0 0 31-15,0 0-27 16,8-31 38-16,-5 25-21 15,-1 2-33-15,0 0 7 16,-1-2 19-16,1 1-18 16,-1 2-13-16,1-1 10 15,-2-1 3-15,0 0 42 16,0 0-21-16,0 0-20 16,0-2 31-16,0 2-35 15,0 1 12-15,0-3 11 0,0 1-5 16,0 1-6-1,0-2-2-15,0 2-1 0,0 1-13 16,0 0 16-16,0 1-16 16,0-2-4-16,0 2 7 15,0 3-3-15,0-1 7 16,0-1 6-16,-2-1-2 16,2 0-8-16,-1 0-6 15,1 1 13-15,0-1 10 16,0 3-12-16,0 0-5 15,0 0-6-15,0 0-4 16,0 0-4-16,0 0-7 0,0 8 4 16,1 6 6-16,8 1 0 15,2 4 1-15,-1-2 0 16,-1-1-2-16,0-2-1 16,0-1 3-16,-2-4-3 15,-1 2 3-15,1-5-2 16,-1 2-1-16,4-5 3 15,0 0-5-15,6-3 5 16,6 0 1-16,9-3 2 16,12-17 1-16,9-9 1 15,11-8-3-15,4-5 5 16,1-2-3-16,-3 1 0 16,-10 4-2-16,-14 5 0 0,-9 5-1 15,-11 6 0 1,-5 6 0-16,-7 4 0 0,-4 5 0 15,-4 3 1-15,1-2 0 16,-2 5-2-16,0 1 0 16,0 1 0-16,0 0-1 15,0 0-9-15,0 0-24 16,0 0-33-16,0 8-19 16,-6 9 19-16,0 2-51 15,0-5-17-15,0-7-157 16</inkml:trace>
  <inkml:trace contextRef="#ctx0" brushRef="#br0" timeOffset="21276.84">10776 12590 267 0,'0'0'89'0,"0"0"-6"16,0 0-3-16,0 0-34 15,0 0-21-15,0 0 3 16,0-6-28-16,-5 13-58 15,-4 10-7-15,-3-4-185 16</inkml:trace>
  <inkml:trace contextRef="#ctx0" brushRef="#br0" timeOffset="78498.8">13219 15504 331 0,'0'0'45'15,"0"0"-12"-15,0 0 13 0,0 0 5 16,0 0-26-16,0 0-10 16,0 0 0-16,0 0 0 15,0-49-3-15,0 47 3 16,0-3 3-16,0 2 14 16,0-1-3-16,0 1-1 15,0 1 0-15,0 0-10 16,0 1 7-16,0 0-2 15,0 1-8-15,0-2-3 16,0 2 1-16,0 0-7 16,0 0-3-16,-2 0-1 15,2 0-2-15,0 0 0 16,0 11-4-16,0 9 4 0,0 3 1 16,0 2 7-16,0 2-4 15,0-1-4-15,0-4 2 16,3-3 1-16,3-6-3 15,2-4 3-15,0-2-3 16,2-6 1-16,7-1 1 16,4 0 3-16,14-20 1 15,11-10 0-15,15-11-4 16,12-3-2-16,9-3 0 16,3 4 0-16,3 1 0 15,-3 8 2-15,-6 5-2 16,-10 5 1-16,-14 7-1 0,-18 5 0 15,-14 3-1-15,-13 6-1 16,-7 2 2-16,-3 1 0 16,0 0 0-16,0 0-2 15,0 0-1-15,0 0-6 16,-16 0-16-16,1 10-53 16,-3 1-53-16,4-3-65 15,6-5-217-15</inkml:trace>
  <inkml:trace contextRef="#ctx0" brushRef="#br0" timeOffset="78653.74">14069 15298 321 0,'0'0'121'0,"0"0"-60"0,0 0 15 15,0 0 1-15,0 0-43 16,0 0-32-16,-25 0-2 15,22 4-116-15,-3-1-118 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54:17.362"/>
    </inkml:context>
    <inkml:brush xml:id="br0">
      <inkml:brushProperty name="width" value="0.05292" units="cm"/>
      <inkml:brushProperty name="height" value="0.05292" units="cm"/>
      <inkml:brushProperty name="color" value="#FF0000"/>
    </inkml:brush>
  </inkml:definitions>
  <inkml:trace contextRef="#ctx0" brushRef="#br0">703 8448 229 0,'0'0'48'0,"0"0"47"16,0 0-39-16,0 0-11 15,0 0 43-15,-12-72-5 0,12 62-69 16,0-1-3-16,0 1 12 15,0 0-5-15,0 0 3 16,0 2 0-16,0-2 27 16,0 3-32-16,0 0-6 15,0 0 2-15,0 4 4 16,0-1-4-16,-3-3 5 16,3 1-16-16,0 0-1 15,-3-2 4-15,3 2-2 16,-3 0-2-16,3 2 9 15,0 3-5-15,0 1 2 16,0 0-6-16,0 0 0 16,0 0 0-16,0 0-2 0,0 0 1 15,0 0-7 1,0 0-1-16,0 5-29 0,6 9 37 16,9 8-2-16,0 2 2 15,1 3 0-15,-1 2 1 16,0 3 1-16,-3-1-1 15,0-2 0-15,0-2-2 16,-3-3 2-16,-2-3 0 16,-1-3 1-16,0-2-1 15,-3-3 1-15,0-4-1 16,2-1 1-16,-2-3-1 16,0 0 0-16,1-1 0 15,1-1 0-15,-1-1 1 16,-1-2-1-16,0 0 4 0,3 0-1 15,7 0-1-15,1-13 1 16,5-5-2-16,11-6 1 16,4-7-2-16,13-7-1 15,9-5 1-15,16-4-3 16,13-3-1-16,6 0 4 16,7-3 1-16,-1 2-1 15,-3 2-1-15,-12 8 1 16,-7 4 0-16,-14 11 1 15,-18 5 2-15,-13 4 1 16,-13 6-1-16,-7 6 10 16,-7 2 5-16,-3 3 4 15,0 0-5-15,0 0-3 0,0 0-1 16,0 0-3-16,0 0-4 16,0 0-6-16,0 0-1 15,0 0-2-15,0 0-21 16,0 0-22-16,-6 11-39 15,-11 9-16-15,-5 5-70 16,0-7-135-16</inkml:trace>
  <inkml:trace contextRef="#ctx0" brushRef="#br0" timeOffset="6329.05">8584 9804 414 0,'0'0'16'0,"0"0"-10"0,0 0 31 16,0 0 1-16,0 0 34 16,0 0-16-16,0 0-32 15,-55-35 6-15,51 28-1 16,-1 0 16-16,1-1-20 15,-2 1-3-15,0 0-8 16,0 3 4-16,3 1-10 16,1 0 6-16,1-1-7 15,-1 1-1-15,2 2 1 16,0 1-3-16,0 0 0 0,0 0-4 16,0 0 0-1,0 0-4-15,0 0-11 0,20 0 9 16,17 0 6-1,23 11 1-15,22-1 1 0,24 1 3 16,19 2-4-16,27-7 2 16,21-3-3-16,8 0-3 15,5-3-16-15,-10 0-4 16,-15 0-10-16,-20 0 15 16,-19-5 14-16,-22 0 2 15,-22 0 2-15,-19-3 0 16,-22 4 6-16,-15-1 5 15,-11 1 10-15,-9 3 12 16,-2-2 1-16,0-1-10 16,0-1-5-16,-9-4-16 0,-5 4-3 15,-4 0-12 1,-4 5-14-16,-5 0-40 0,5 3-29 16,2 5-75-16,8-5-173 15</inkml:trace>
  <inkml:trace contextRef="#ctx0" brushRef="#br0" timeOffset="7210.86">12664 9864 191 0,'0'0'75'16,"0"0"37"-16,0 0-18 15,0 0-39-15,0 0 12 16,0 0-36-16,0 0-15 15,-6-34-14-15,33 29 3 16,4 2 6-16,8 0-3 16,6 3 10-16,11 0-9 0,18 0-9 15,27 0 3-15,18 0 3 16,18 2-2-16,11 1-2 16,0-2 1-16,-1 1 0 15,-8-1 3-15,-11 1-4 16,-16-2-2-16,-16 0 0 15,-15 0 6-15,-15 0-4 16,-14 0 8-16,-19 0 1 16,-13 0 1-16,-13 0-3 15,-7 0-1-15,0 0-4 16,0 0-4-16,-21 0-13 16,-11 0-43-16,-12 5-37 0,-2 4-17 15,7 1-39 1,15-5-153-16</inkml:trace>
  <inkml:trace contextRef="#ctx0" brushRef="#br0" timeOffset="8060.06">16428 9925 239 0,'0'0'56'0,"0"0"18"16,0 0-26-16,0 0-16 16,0 0 21-16,0 0-30 15,-46-27 10-15,46 26-14 0,0-2 0 16,17 1-15-16,14-1-3 16,14 2 1-16,19 1-1 15,18 0 4-15,25 0 2 16,25 0-5-16,21 0 0 15,13 1-1-15,1-1 1 16,-1 0-1-16,-6 0-1 16,-15-8 14-16,-6-2 3 15,-15-3 8-15,-14-1-1 16,-10 2-2-16,-15-1 7 16,-13 4-6-16,-17 0-14 0,-16 4-1 15,-17 0 2 1,-13 3-2-16,-6 2 7 0,-3 0-3 15,0 0-12-15,0 0-9 16,-3 0-13-16,-12 0-1 16,-9 12-17-16,-3 2 3 15,1 3-50-15,2-2-10 16,3-4-56-16</inkml:trace>
  <inkml:trace contextRef="#ctx0" brushRef="#br0" timeOffset="8992.41">21202 9895 89 0,'0'0'99'0,"0"0"-45"16,0 0 43-16,0 0-36 16,95-12 1-16,-56 12-12 15,12 0 1-15,13 0 7 16,18 0-14-16,10 0-17 15,14 2 0-15,12 1-2 16,6-1-9-16,5-2-5 0,-4 0-4 16,-8 0-6-1,-17 0 5-15,-15 0-5 0,-19 0 1 16,-18 0 2-16,-15 0-2 16,-16 0-2-16,-9 0 0 15,-8 0-3-15,-8 0-63 16,-29 0-62-16,-21 8 23 15,-20-4-212-15</inkml:trace>
  <inkml:trace contextRef="#ctx0" brushRef="#br0" timeOffset="10241.32">2263 10707 142 0,'0'0'195'15,"0"0"-97"-15,0 0-42 16,0 0-36-16,0 0 11 15,0 0 10-15,55-11 10 16,-28 8-26-16,4 2-7 16,13-1 5-16,14 2-7 15,12 0-8-15,9 0-3 16,7 0-3-16,-1 0-2 16,-4 0-1-16,-2 0-3 15,-9 0-23-15,-7 0-14 0,-11 4-40 16,-16 1-53-16,-17-3-179 15</inkml:trace>
  <inkml:trace contextRef="#ctx0" brushRef="#br0" timeOffset="10399.92">3189 10735 509 0,'0'0'44'16,"0"0"-44"-1,0 0-177-15</inkml:trace>
  <inkml:trace contextRef="#ctx0" brushRef="#br0" timeOffset="12038.42">646 12864 267 0,'0'0'75'0,"0"0"4"16,0 0-15-16,0 0 11 16,-82-61-25-16,67 52 4 0,5 2-18 15,2 2-21-15,4 0 18 16,2 3-21-16,0 2 5 15,2 0-16-15,0 0-1 16,0 0-7-16,0 2-3 16,0 11 2-16,0 6 8 15,11 6 0-15,4 5 0 16,0 3 0-16,4 0 0 16,-2 0 1-16,5-6-1 15,-1-5 0-15,2-5 1 16,-4-9-2-16,6-8 2 15,2 0-1-15,9-18 7 16,9-18 4-16,7-10 2 0,6-10-7 16,3-3-4-1,0-1 0-15,-4 0-3 0,-9 7 3 16,-8 9-2-16,-12 13 3 16,-11 11-1-16,-4 11-2 15,-11 6 1-15,1 1-1 16,-3 2 1-16,0 0-1 15,0 0-1-15,0 0-22 16,-13 11-28-16,2 14 7 16,-6 3-26-16,-2-3-79 15,8-8-135-15</inkml:trace>
  <inkml:trace contextRef="#ctx0" brushRef="#br0" timeOffset="12206.76">1292 12712 415 0,'0'0'53'0,"0"0"-2"16,0 0-23-16,0 0-28 16,0 0-18-16,0 0-44 15,-42 78-98-15</inkml:trace>
  <inkml:trace contextRef="#ctx0" brushRef="#br0" timeOffset="17699.04">11351 13204 57 0,'0'0'79'0,"0"0"-52"15,0 0-11-15,0 0 2 16,0 0 17-16,0 0-10 15,0 0 14-15,-16-3 7 16,16 1-31-16,-3-1 20 16,0 3 7-16,-3-3-17 15,0-1-1-15,3 2 28 16,0-1-15-16,0 0-15 16,-2 1 21-16,2-1-5 15,0-1-21-15,0 3 0 0,1 1 7 16,0 0-12-16,2 0-8 15,-1 0 1-15,1 0-3 16,0 0-2-16,0 0 1 16,0 0-1-16,0 0-3 15,0 0-12-15,3 0 15 16,17 0 2-16,16 0-1 16,16 0 1-16,17 0-2 15,19 0-5-15,21 0 5 16,21 0-1-16,11-4-1 15,7-4-2-15,0 3 3 16,0 1-5-16,0 2 0 16,0 0 4-16,-3-2 0 0,-2-1-2 15,-13 0 0 1,-9-1 0-16,-20 1 4 0,-19-3 1 16,-28 1 2-16,-20 2 8 15,-19 0 16-15,-10 1 39 16,-4 1 2-16,-1-4-37 15,0 0-14-15,0 2-15 16,0-2-1-16,0 5-1 16,0 0-1-16,0 1-3 15,0 1-21-15,-3 0-39 16,0 1-55-16,-3 13 72 16,0 2-67-16,1-4-74 0</inkml:trace>
  <inkml:trace contextRef="#ctx0" brushRef="#br0" timeOffset="18683.35">18405 13217 162 0,'0'0'104'16,"0"0"-39"-16,0 0 54 16,0 0-70-16,0 0 17 0,0 0-16 15,-29-45-30-15,29 44 19 16,0-1-20-16,0 2-4 15,0 0-1-15,16-1-14 16,12 1 1-16,12 0-1 16,11 0 1-16,15 0-1 15,14 8 0-15,13-2 2 16,11 0 1-16,3-1-1 16,-1-2 1-16,-8-3-1 15,-13 0 1-15,-11 0-3 16,-15 0 9-16,-11 0-5 15,-17 0 6-15,-13 0 0 0,-10 0 7 16,-4 0-6 0,-4 0-11-16,0 0-3 15,-7 0-48-15,-23 5-11 0,-12 6-40 16,-7 2-45-16,1-2-183 16</inkml:trace>
  <inkml:trace contextRef="#ctx0" brushRef="#br0" timeOffset="20097.82">2840 14165 31 0,'0'0'300'16,"0"0"-250"-16,0 0 27 16,0 0-37-16,0 0-12 0,0 0 1 15,0 0 4 1,0 0 7-16,0 0-10 0,0-2-8 15,1 1-7-15,7-2-9 16,7 0-6-16,5 1 5 16,12-3-4-16,10 2-1 15,12 0 0-15,13-1 1 16,9-1-1-16,6 0-1 16,-2-1-17-16,-5 1-11 15,-6 2-32-15,-11 1 0 16,-13 2-34-16,-16 0-94 15</inkml:trace>
  <inkml:trace contextRef="#ctx0" brushRef="#br0" timeOffset="20880.84">5803 14200 295 0,'0'0'74'0,"0"0"35"16,0 0-40-16,0 0-27 15,0 0 11-15,0 0-22 16,-78-60-2-16,75 57-10 15,1 3 5-15,2 0-9 16,0 0-4-16,0 0-11 16,0 0-13-16,12 0-1 15,18 0 12-15,16 0 4 16,22 2 2-16,20 1 5 16,15-3 6-16,16 0-7 0,8 0-2 15,2 0-1-15,1 0-5 16,-6 0 3-16,-11-3-2 15,-10-2-2-15,-12 1 2 16,-16 0-3-16,-13 1 5 16,-14 0-3-16,-15 3 2 15,-15 0 0-15,-9 0-2 16,-6 0 0-16,-3 0 0 16,0 0 5-16,0 0 0 15,-6 0-5-15,-10 5-7 16,-2 9-18-16,-2 1-20 15,4 4-26-15,1-4-57 0,3-5-92 16</inkml:trace>
  <inkml:trace contextRef="#ctx0" brushRef="#br0" timeOffset="25691.29">7628 14160 172 0,'0'0'64'0,"0"0"53"16,0 0-51-16,0 0-23 16,0 0 4-16,0 0 11 15,0 0-29-15,-3-20 7 16,2 17 7-16,-1 3-10 16,-2-3 14-16,4 1-7 15,-3 0-18-15,3 1-8 0,-2 1 0 16,2 0-4-1,-1 0-4-15,1 0-5 16,0 0-1-16,0 0-6 16,0 0-6-16,18 0 7 0,12 3 5 15,14 5 1-15,15 1 1 16,16-2-2-16,19-1-2 16,13-6-2-16,6 0-3 15,3 0-1-15,-11 0 1 16,-10-3 6-16,-14 1 0 15,-16 1 1-15,-10 1-2 16,-9 0 5-16,-7-2-3 16,-9 2 1-16,-6 0-2 15,-7-3 4-15,-8 2-2 16,-1 0 0-16,-5-1-2 0,0 2 4 16,-3 0-4-1,0 0 2-15,0 0 1 0,0 0 1 16,0 0 3-16,0 0 2 15,0 0 3-15,0 0-5 16,0-1-2-16,0 1-4 16,0 0-1-16,0 0-13 15,0 0-23-15,0 0-21 16,0 0-18-16,-3 3-28 16,-1 2 30-16,-3 1-92 15</inkml:trace>
  <inkml:trace contextRef="#ctx0" brushRef="#br0" timeOffset="28722.58">12693 12046 154 0,'0'0'47'0,"0"0"1"15,0 0 20-15,0 0-1 16,0 0 5-16,0 0-25 15,0 0 2-15,-11-45 7 0,9 42 23 16,1 2-41-16,1 0-8 16,0-1-5-16,0 2-11 15,0 0-4-15,0 0-8 16,0 0-2-16,0 0 0 16,0 0-2-16,0 0-2 15,0 0-8-15,0 9 8 16,0 6 1-16,0 6 2 15,0-1 1-15,0 1 0 16,0 0 0-16,0-1 1 16,0-4-1-16,0-5 0 15,0-2-1-15,10-6-2 16,16-3 3-16,17-6 18 16,21-22 6-16,21-13-16 15,18-9-4-15,9-6-4 0,-2-2-1 16,-6 1 0-16,-13 5-11 15,-16 8 6-15,-15 5 6 16,-14 8 1-16,-13 9 1 16,-15 8 0-16,-8 6 1 15,-7 4 6-15,-3 2-6 16,0 2-3-16,0 0-31 16,-9 16-24-16,-15 8 47 15,-4 6-8-15,0 3-41 16,4-9-88-16,10-8-117 15</inkml:trace>
  <inkml:trace contextRef="#ctx0" brushRef="#br0" timeOffset="28894.29">13603 11792 462 0,'0'0'0'0,"0"0"-6"16,0 0-52-16,-58 77-159 15</inkml:trace>
  <inkml:trace contextRef="#ctx0" brushRef="#br0" timeOffset="37849.88">12235 14112 132 0,'0'0'106'15,"0"0"-52"-15,0 0 36 0,0 0-42 16,0 0 41-16,0 0-27 15,0 0 0-15,-17-33-20 16,15 30-9-16,-1 3 16 16,2-2-40-16,-1 1-4 15,0-2-3-15,2 3 0 16,0 0-2-16,0 0 1 16,0 0-1-16,0-1 0 15,0 1-1-15,0 0 1 16,0 0-4-16,0 0-4 15,0 0-7-15,0 0-9 0,0 0 0 16,0 0-8 0,0 0 0-16,2 0 24 0,10 0-13 15,9 5 15-15,10 0-3 16,8 3-12-16,9-2 1 16,4 1-12-16,11-2 9 15,10-1-21-15,8 0-15 16,8 1 6-16,5-1 1 15,1-1-18-15,5-2-8 16,3 0 34-16,8-1 16 16,-3 0 28-16,0 0 0 15,-4 0 8-15,-7 0 25 16,-4-2-16-16,-4-3 7 0,-2 2-5 16,-2-2 0-1,0 1 1-15,-7 0-8 0,-2 0-6 16,-2 2-4-16,-5 0-2 15,-5-1 5-15,-6 1-1 16,-6 0 1-16,-5-1 13 16,-5 1 23-16,-4 1-7 15,-6 1-4-15,-4 0 5 16,-6-2-16-16,-7 0 7 16,-3 2-1-16,-6-5 14 15,-2 2 12-15,-1 1 7 16,0-1-1-16,0-1-10 15,-3 4-7-15,0-3-10 16,2 3-14-16,-2 0-3 0,0 0-5 16,0 0-2-16,0 0 0 15,0 0-6-15,0 0 0 16,0 0 0-16,0 0-6 16,0 0-8-16,0 0-8 15,0 0-16-15,0 0-49 16,0 0-109-16,0 0-81 15</inkml:trace>
  <inkml:trace contextRef="#ctx0" brushRef="#br0" timeOffset="38016.18">14998 14040 389 0,'0'0'53'0,"0"0"-53"16,0 0-171-16</inkml:trace>
  <inkml:trace contextRef="#ctx0" brushRef="#br0" timeOffset="43906.75">7496 15216 132 0,'0'0'85'0,"0"0"-16"16,0 0-11 0,0 0-1-16,0 0-8 0,0 0 12 15,0 0-7-15,-3-54-15 16,3 51 2-16,-2 2-24 16,2 0-12-16,-2 1 1 15,1 0 1-15,1 0-3 16,0 0-1-16,0 0-1 15,0 0 1-15,0 0-1 16,0 0-1-16,0 0 0 16,0 0-1-16,0 0 1 15,0 0-1-15,0 0 0 16,0 0 0-16,0 0-1 0,0 0 1 16,0 0 3-1,0 0-1-15,0 0 0 0,0 0 1 16,0 0 2-16,5 0-1 15,-2 0-3-15,1 0-1 16,3 0 1-16,1 2 0 16,4 2-1-16,10 3 0 15,9-4 0-15,16 3 3 16,5-2-2-16,12-3 0 16,4 2-1-16,7-3 0 15,6 0 0-15,2 0 2 16,4 0-2-16,-5 0 0 15,1-5 1-15,-4-1-3 16,-5 0 4-16,-7-1-2 0,-8 1 0 16,-11-1 1-16,-14 2-1 15,-12 1 0-15,-9 3 6 16,-9-1 5-16,-4 2 20 16,0 0 15-16,0-1-10 15,0-1-21-15,0 0-14 16,0 2-1-16,-1 0 0 15,-7 0-13-15,-5 0-31 16,-1 11-35-16,-3 7-28 16,-2 0-67-16,0-5-234 15</inkml:trace>
  <inkml:trace contextRef="#ctx0" brushRef="#br0" timeOffset="45255.45">13371 15288 117 0,'0'0'83'0,"0"0"-12"16,0 0-9 0,0 0 1-16,0 0-30 0,0 0-1 15,-26-44 33-15,25 40-16 16,-1 0 4-16,1 1-17 16,-1 2-16-16,2 1 7 15,0 0-9-15,0-2-7 16,0 2-9-16,0 0-2 15,0 0-3-15,13-1 3 16,10 1-1-16,13 0 2 16,13 0 0-16,14 0-1 15,18 0 4-15,17 3 1 16,15-2-2-16,9-1-3 16,8 0 3-16,6 0-3 15,0 0-2-15,-3 0-5 0,-2 0-7 16,-9 0 11-16,-10 0 1 15,-11 0 2-15,-10 0 4 16,-13 0-4-16,-9 0 1 16,-16 0-1-16,-17 0 5 15,-15 0-2-15,-13 0 6 16,-7 0 3-16,-1 0 29 16,0 0-16-16,0-1-22 15,-1-1-3-15,-9 2-12 16,-2 0-41-16,-4 0-23 15,-2 8-39-15,-1 2-39 16,0-4-174-16</inkml:trace>
  <inkml:trace contextRef="#ctx0" brushRef="#br0" timeOffset="46204.33">20231 15341 42 0,'0'0'58'0,"0"0"-19"15,0 0 32-15,0 0 12 16,0 0-69-16,0 0 26 16,0 0 26-16,-18-25-46 15,18 24 5-15,0-1 19 16,0 1-21-16,0 0 3 15,0-2 3-15,3 3-16 16,10-5-11-16,4 2 0 0,10 1 1 16,2-1 4-16,7-1 0 15,6 4 18-15,3-3 0 16,4 0 0-16,1 0 5 16,0 0-8-16,-1-1 1 15,-3 1-12-15,-4-1-1 16,-6-1 1-16,-7 1-9 15,-9 0 3-15,-8 3-2 16,-6-1 3-16,-5 1 8 16,-1 0 6-16,0-1-9 15,0 2-11-15,0-1-2 0,-9 1-13 16,-11 0-42 0,-7 0-15-16,-6 5-23 0,0 5-15 15,-1-2-94 1</inkml:trace>
  <inkml:trace contextRef="#ctx0" brushRef="#br0" timeOffset="47986.56">7986 16366 332 0,'0'0'55'15,"0"0"-16"-15,0 0-15 16,0 0-15-16,0 0-3 16,0 0 1-16,9 0 6 0,-1 0 9 15,5 1 9-15,5 5-4 16,9 1 17-16,6 1-4 15,10-1-17-15,6 0-9 16,12-4 11-16,14-3-14 16,12 0-3-16,15 0 3 15,13 0 1-15,16 0-9 16,15-5 4-16,13-4-6 16,10 0 3-16,-1-3-4 15,0 3 3-15,-7 0-2 16,-12 3 2-16,-4 1 2 15,-15 3 1-15,-9 2-3 0,-14 0-3 16,-12 0 2 0,-19 0 0-16,-13 0-1 0,-17 2-1 15,-14 2 3-15,-16-2-3 16,-5 0-1-16,-10 1 1 16,-1 0 0-16,0 0-2 15,0 2-1-15,0 2-20 16,-13 0-43-16,-2-2-61 15,2-5-161-15</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3:55:25.096"/>
    </inkml:context>
    <inkml:brush xml:id="br0">
      <inkml:brushProperty name="width" value="0.05292" units="cm"/>
      <inkml:brushProperty name="height" value="0.05292" units="cm"/>
      <inkml:brushProperty name="color" value="#FF0000"/>
    </inkml:brush>
  </inkml:definitions>
  <inkml:trace contextRef="#ctx0" brushRef="#br0">4290 8243 331 0,'0'0'16'0,"0"0"47"16,3-100 54-16,-3 71-61 15,0-1-15-15,3 0 8 16,-3 1 18-16,0 0-38 16,0 5 8-16,0 6-6 15,0 4-6-15,0 6-6 16,0 1-10-16,0 7 3 0,0 0-4 15,0 0-8-15,5 0-2 16,1 25-8-16,5 17 10 16,-3 19-4-16,-5 12 4 15,-3 12 0-15,0 0 3 16,-2-8-1-16,1-14-2 16,1-18 0-16,0-19-1 15,11-17 1-15,17-9 2 16,15-27 10-16,27-31 13 15,27-24-16-15,12-17-9 16,-4-5 2-16,-5 5-1 16,-11 12-1-16,-12 16 1 15,-14 18-2-15,-14 16-3 16,-19 15-9-16,-15 9-7 0,-7 10 2 16,-4 3-28-16,-4 22-79 15,-9 19 81-15,-26 18-10 16,-18 23-57-16,-10 10-133 15</inkml:trace>
  <inkml:trace contextRef="#ctx0" brushRef="#br0" timeOffset="1898.98">16434 15379 336 0,'0'0'94'0,"0"0"25"16,0 0-44-16,0 0-37 0,0 0 17 15,0 0-27-15,0-50 29 16,0 48-22-16,0 2 6 16,0 0-23-16,0 0-18 15,0 0-3-15,0 9-9 16,0 12 10-16,0 8 0 16,0 1 2-16,0 2 0 15,5-3 3-15,3-5-3 16,0-6 0-16,2-7-1 15,0-2 1-15,3-6 0 16,7-3 2-16,14-6 0 16,18-22 5-16,17-15-1 15,14-9-5-15,7-4 1 0,-1 1-1 16,-4 1-1-16,-8 7-1 16,-9 9-4-16,-16 10-1 15,-17 13-2-15,-19 10 3 16,-12 5-9-16,-4 0-53 15,-9 9-102-15,-19 13 75 16,-9 5-131-16</inkml:trace>
  <inkml:trace contextRef="#ctx0" brushRef="#br0" timeOffset="2050.37">17153 15319 237 0,'0'0'185'16,"0"0"-185"-16,0 0-155 15,0 0-101-15</inkml:trace>
  <inkml:trace contextRef="#ctx0" brushRef="#br0" timeOffset="6180.02">20405 15303 0 0,'0'0'5'16,"0"0"14"-16,0 0-13 15,0 0-6-15,0 0-14 16</inkml:trace>
  <inkml:trace contextRef="#ctx0" brushRef="#br0" timeOffset="15179.95">10710 11408 9 0,'0'0'33'0,"0"0"-13"15,0 0 18-15,0 0 15 16,0 0-19-16,0 0-33 16,0 0-1-16,76-66-22 15,-76 63-15-15,0 1 3 0,0-3-25 16</inkml:trace>
  <inkml:trace contextRef="#ctx0" brushRef="#br0" timeOffset="55709.91">10533 6159 5 0,'0'0'23'15,"0"0"-23"-15,0 0-2 0,0 0-14 16,0 0 6 0,0 0 10-16,0 0 7 0,0 0 15 15,-12 9-2-15,10-9 10 16,-1 0-10-16,1 0 13 16,-2 0-33-16,-1 0-29 15</inkml:trace>
  <inkml:trace contextRef="#ctx0" brushRef="#br0" timeOffset="56518">10419 6179 203 0,'-2'0'33'15,"-1"0"-8"-15,1 0-16 16,-1-3 33-16,1 1 16 15,2 2-22-15,-1-3 4 16,1 3 3-16,0-2-24 0,0 2-1 16,0 0-18-16,0 0-10 15,0 0-26-15,10 0 36 16,8 0 2-16,6 0-1 16,7 0 2-16,8 0 2 15,10-4 0-15,9 0-1 16,6 0-1-16,8 4-1 15,5-3 0-15,-2 1-2 16,-2-1 2-16,-6-1-2 16,-6 0 2-16,-4-2-2 15,-6 0 0-15,-2 0-2 0,0-1 2 16,1 0 0 0,-1 1 3-16,1 2-3 0,0-2 0 15,-3 0-1-15,0-2 1 16,-4 2 0-16,2 0 0 15,-5-2-3-15,-3 2 3 16,-4-4 8-16,-3 3 3 16,3-4 9-16,0 3-9 15,5-2-4-15,5 3-6 16,4-1 0-16,5 0 0 16,-1 2 0-16,-1 3-1 15,-5-1 0-15,-5 1-3 0,-5 2 3 16,-2-2 0-1,-6 0 2-15,1 1-2 0,0-3 0 16,2 1 1-16,1-1 0 16,2-1 1-16,0 1-2 15,-6-1 1-15,-8 2 0 16,-10 0 6-16,-4 4 9 16,-4 0 38-16,1 0 21 15,-1 0-21-15,-1 0-37 16,0 0-17-16,0 0-14 15,0 0-88-15,3 0-72 16,1 9 91-16,1-4-184 16</inkml:trace>
  <inkml:trace contextRef="#ctx0" brushRef="#br0" timeOffset="56693.82">12809 5924 565 0,'0'0'55'16,"0"0"88"-16,0 0-84 16,0 0-34-16,0 0-25 15,0 0-120-15,-23 4-118 16,13 17 219-16,-2-3-292 16</inkml:trace>
  <inkml:trace contextRef="#ctx0" brushRef="#br0" timeOffset="58476.07">10417 7202 67 0,'0'0'175'15,"0"0"-98"-15,0 0-17 16,0 0-4-16,0 0-9 15,0 0-2-15,-3-3-5 16,3 3 6-16,0 0-4 16,0-1-4-16,0 1-20 15,0 0-18-15,0 0-3 16,0-2-1-16,3-1-10 0,17 0 13 16,10 1 1-1,8-3 0-15,8 3-1 0,10-2 0 16,13-2 1-16,12 0 0 15,13-2 0-15,10 0 1 16,1-2 0-16,3 0-1 16,4 1 1-16,1-4 1 15,3 1 0-15,6-2-2 16,-1-3 0-16,0 1-2 16,0 1 4-16,-6 0-4 15,-6 1 5-15,-5 2-5 16,-7-1 4-16,-6 1-2 15,-6-2 0-15,-4 2 0 0,-6 0 1 16,-7 3 0-16,-10-2-1 16,0 2 0-16,-2-2 0 15,2 0-2-15,0-1 4 16,-5 2-4-16,-5 0 4 16,-11 2 0-16,-7 2-1 15,-9 1 7-15,-6 0 9 16,-6 0 14-16,-4 1 15 15,-1 1-8-15,-1-2-7 16,0 3-9-16,0-1-10 16,-2 2-8-16,-1-1 5 15,0 2-7-15,0 0-2 0,0 0-28 16,0 0-56 0,-17 16-115-16,-5-1 79 0,-6-2-275 15</inkml:trace>
  <inkml:trace contextRef="#ctx0" brushRef="#br0" timeOffset="58619.89">13287 6870 526 0,'0'0'49'15,"0"0"65"-15,0 0-114 16,0 0-25-16,0 0-222 15,0 0 87-15</inkml:trace>
  <inkml:trace contextRef="#ctx0" brushRef="#br0" timeOffset="60323.78">8699 9310 186 0,'0'0'69'0,"0"0"18"16,0 0-31-16,0 0-24 15,0 0 1-15,0 0-13 16,-9-55 21-16,6 49-5 16,1 1 5-16,1 2-8 0,-3-1-16 15,2 2 4-15,1-1-16 16,-2 3-4-16,3 0 3 15,0 0-2-15,0 0 0 16,0-2-2-16,0 2-1 16,0-3-13-16,6-1 10 15,22-1 4-15,18-6 6 16,18 0 3-16,23-3 2 16,21-3-7-16,24-4-1 15,23-4-3-15,14-1-1 16,5-2 1-16,-5 2 0 15,-8 1 1-15,-6 0-1 0,-9-3 1 16,-6 2-1-16,-10-3 0 16,-12 1 1-16,-15 5-1 15,-12-1 6-15,-17 7 1 16,-10 0 5-16,-12 2 10 16,-14 1-9-16,-12 4 19 15,-10 3-4-15,-7 4 0 16,-4-1 6-16,-1 3-3 15,-4-1-16-15,0 2 1 16,0 0-9-16,0 0-7 16,0 0-3-16,0 0-12 15,0 0-41-15,0 2-71 16,-4 12-19-16,-7 0 53 0,-1-7-165 16</inkml:trace>
  <inkml:trace contextRef="#ctx0" brushRef="#br0" timeOffset="60504.18">11380 8732 689 0,'0'0'42'0,"0"0"16"15,0 0-58-15,0 0-4 16,0 0-130-16,0 0-76 0,-27 39 126 15,15-30-245 1</inkml:trace>
  <inkml:trace contextRef="#ctx0" brushRef="#br0" timeOffset="89844.32">8039 7874 17 0,'0'0'17'16,"0"0"8"-16,0 0-24 16,0 0 0-16,0 0-1 15,0 0 0-15,0 0-22 16,0 0 7-16,-77-75 15 16,66 69 8-16,3 1-8 15,2-1 2-15,1 1 2 16,2-1 22-16,0 0-9 15,-2 2-7-15,-3 1 0 0,1 2-8 16,-4 1-2-16,-4 0-2 16,0 0 1-16,-3 0 1 15,5 0 1-15,0 0 1 16,-1 0 9-16,-2 4 0 16,4 0-8-16,0 0-3 15,3-1 0-15,4 0 0 16,-8 3 0-16,0-1 1 15,-5 1-1-15,4-1 0 16,-2 1 1-16,-3 1-1 16,-1-3 0-16,2 2 0 15,5-2 0-15,4-1-1 0,6-3 1 16,-2 2-1-16,-2 0-1 16,2 6 2-16,1-3-20 15,1 1-52-15</inkml:trace>
  <inkml:trace contextRef="#ctx0" brushRef="#br0" timeOffset="91598.09">7479 7931 64 0,'0'0'54'0,"0"0"-11"16,0 0 21-16,0 0-7 15,0 0-18-15,0 0-7 16,-5 0-1-16,5 0 11 15,0 0-2-15,0 0 7 16,0 0-11-16,0 0 2 16,0 0-3-16,0 0-18 15,0 0-13-15,0 0-4 16,0 0-4-16,0 0-3 0,14-3 7 16,10 0 4-16,3 1-2 15,4-1-2-15,6 2 0 16,2-1 0-16,7 1-1 15,6 1 1-15,8-1 0 16,6-3 1-16,7 1 0 16,4 1-1-16,4-1-2 15,-2 0 2-15,-3 3-2 16,-4-3-2-16,-5 3 4 16,-4 0-1-16,-4 0-2 15,-2 0-3-15,-4 0 2 16,-2 0-9-16,0 0 2 15,0 0-1-15,-3 0 6 0,2 0 5 16,1 0 1-16,-5 2-1 16,2-1-2-16,-5 1-8 15,2-2 11-15,-2 0 0 16,3 0 0-16,-1 0 0 16,3 0 0-16,0-3 1 15,-2-1-1-15,3 1-1 16,-3 1-2-16,-2 2 2 15,-3 0-8-15,-2 0 9 16,-3 0-5-16,-2 0 3 16,-2 0 1-16,-2 0-1 15,0 0 2-15,2 0-2 0,-2 2 3 16,1 1-1 0,1-1 1-16,0 0 1 0,5-1-2 15,-1-1 0-15,3 0 0 16,2 0 0-16,0 2 0 15,0-2 1-15,-1 1-1 16,1 2 0-16,-3-2-3 16,-4 0 2-16,2-1 1 15,1 3 0-15,0-3-4 16,1 0 1-16,4 0 3 16,2 0-2-16,0 0-6 15,5 0 6-15,0 0 1 16,0 0 1-16,2-4 0 0,-3 4 1 15,-2 0-1 1,-3 0 0-16,0 0-2 0,-5 0-11 16,-2 0 0-16,-1 0 7 15,-1 0 5-15,-6 0-1 16,-4 1 2-16,-1 2 0 16,-1-3 1-16,0 3 0 15,3-3-1-15,2 1 0 16,1-1 2-16,5 0-2 15,1 0 2-15,5 0-2 16,-1 0 0-16,2 0 2 16,-3 0-2-16,-4 0-4 0,1 0 2 15,-5 1-7 1,0 0-9-16,0 1-4 0,-1-2 12 16,2 0 1-16,-1 0 9 15,3 0 0-15,-4 0 2 16,2-2-1-16,-2 0-1 15,1 1 1-15,0 1-1 16,-1 0 0-16,6 0 0 16,-2 0-2-16,6 0 0 15,-1 0 2-15,-4 0-6 16,-4 0 2-16,-2 1 1 16,-3 1 1-16,0 3 2 15,1-2 0-15,-1 4 2 16,3-3-2-16,3 0 0 15,1-1-2-15,-1-1 1 0,-3-2 1 16,-3 0 0-16,-2 0 3 16,4 0 6-16,-1 0-4 15,2-2 7-15,2 1-9 16,4-1-2-16,0 2 2 16,-1 0-3-16,-2 0 1 15,-2 0-1-15,-3 0 2 16,2 0-2-16,-2 0 0 15,0 0 1-15,-1 0 8 16,-3 0-5-16,-3 0 0 16,3 0-2-16,0-1 4 15,2-2-1-15,-1 2-3 0,5-2 1 16,-1-1-1 0,3 1 5-16,1 0 5 0,2 0-10 15,3-1 3-15,1 3-2 16,1-2 7-16,0 0 11 15,-10 1 3-15,-4 1-9 16,-6-1 11-16,-5 1 4 16,0 1-20-16,-4 0 0 15,-5 0-4-15,-1 0-4 16,-2 0 1-16,0 0-3 16,0 0 7-16,0 0 20 15,0 0 10-15,0 0-3 16,0 0-6-16,0 0-1 0,0-2-4 15,0 2-7 1,0 0 4-16,0 0-6 0,0 0-9 16,0 0 2-16,0 0-5 15,0 0-2-15,0 0-2 16,0 0-5-16,0 0-49 16,0 0-92-16,0 8-2 15,0 3 58-15,-2-8-122 16</inkml:trace>
  <inkml:trace contextRef="#ctx0" brushRef="#br0" timeOffset="95202.46">8326 8791 85 0,'0'0'39'0,"0"0"-19"15,0 0-10 1,0 0-10-16,0 0-11 0,-86-35-20 16,78 32-77-16</inkml:trace>
  <inkml:trace contextRef="#ctx0" brushRef="#br0" timeOffset="156312.12">15065 7886 117 0,'0'0'51'0,"0"0"-6"16,0 0 0-16,0 0 39 15,0 0-48-15,0 0-14 16,0 0-18-16,-24-22 7 15,21 19 11-15,0 0-1 16,0 3-6-16,2 0 25 16,1 0-25-16,-2-1-12 15,2 1 0-15,-1 0-3 16,1-1 0-16,0 1 0 16,0 0-3-16,0 0-1 15,0 0-3-15,0 0-8 16,0 0 5-16,3 0 9 0,12 1-1 15,7 2 2-15,8 1 3 16,9-1-3-16,7 0 0 16,8-3 0-16,10 4 3 15,6-4-3-15,8 0 0 16,10 0-2-16,6 0 6 16,5 0 1-16,-2 0-4 15,0 0-1-15,-1 0 3 16,-5 0-5-16,-2 1 6 15,-1 2-7-15,2 0 6 16,1-1-2-16,-3 0-1 16,-2 0 0-16,-5 0-3 0,-2-2 2 15,-2 0 1 1,-2 0 3-16,-5 0-3 0,-3 0 0 16,-3 6-3-16,-2 1 6 15,0 2-6-15,1-3 3 16,-5 2-2-16,-4-1 2 15,1-3-5-15,-4 0 10 16,2-2-8-16,0-2 6 16,2 0-4-16,-2 0 2 15,-2 0-1-15,-3 1 0 16,1 1-1-16,2 2-1 16,4-1 1-16,5-1-1 15,4 0-18-15,1-1 3 16,-1 0 17-16,-2 2 0 15,-1-2 2-15,-3 1-2 0,0 1 2 16,-2 0-1-16,0-1 0 16,1 3 0-16,-1-1 1 15,2-3 0-15,2 0-2 16,3-1 0-16,-3 0 1 16,-2 0-1-16,-2 0 3 15,-6 0-1-15,0 0 3 16,1 0-5-16,2 0 7 15,5 0-6-15,0 3 6 16,3 0-6-16,3-1 3 0,0 1-4 16,3-2 2-1,-3 0-2-15,-3 1 1 0,-2-2 0 16,-4 0 9-16,-3 0-2 16,-1 1-4-16,-1 3 3 15,0-4 2-15,2 0-7 16,1 0 1-16,-4 0-2 15,3 0-2-15,0 0 3 16,-4 3-4-16,4-3 3 16,0 2-1-16,3 1 0 15,5-1 0-15,-3 0 1 16,1 1-2-16,0-1 2 16,0-2-1-16,-1 0 1 15,2 0 0-15,-2 0 2 16,-4 0-2-16,-1 0 2 0,-3 0-3 15,-3 3 0 1,2 0 3-16,0 0-3 0,2-3 0 16,0 0 2-16,4 0-1 15,-1 0 0-15,0 0-1 16,1-1 4-16,-6-2-1 16,3-2 1-16,-4 5-3 15,-3-5-1-15,-3 3 0 16,-4 0 3-16,-5-1-3 15,-5-2 2-15,-6 2 7 16,-2 1 13-16,-3-1-3 16,-5 2-11-16,-2-1-4 0,-5 2 0 15,2 0 1 1,-4 0 1-16,-2 0 0 0,1 0 9 16,-1 0 11-16,0 0 7 15,0 0 0-15,0 0-4 16,0 0-14-16,0 0-10 15,0 0-5-15,0 0-1 16,0 0-13-16,0 0-37 16,-1 6 15-16,-11 5-6 15,-2 3-44-15,-2-5-24 16,-1-2-169-16</inkml:trace>
  <inkml:trace contextRef="#ctx0" brushRef="#br0" timeOffset="175712.3">10447 10251 201 0,'0'0'32'0,"0"0"1"16,0 0 15-16,0 0 3 16,0 0-22-16,0 0 7 15,0 0-6-15,0 0 8 16,-10-15 5-16,8 14-15 15,1 1-3-15,1 0-19 16,0 0-2-16,-3 0-2 16,3 0-2-16,0 0 0 15,0 0 1-15,0 0-1 16,0 0 1-16,0 0 6 16,0 0 12-16,0 0-3 0,0 0-6 15,0 0-8 1,0 0-2-16,0 0-13 0,0 0 6 15,4 0 0-15,16 0 2 16,8 0 10-16,14-3 4 16,10-5 5-16,9 0-1 15,13-1-3-15,15 1-9 16,12 2 2-16,5 1-2 16,3 0 1-16,-2 3-2 15,1 0 0-15,-2-1 1 16,-2-2-1-16,-2-4 1 15,-1-4 1-15,-3-1-1 16,-2-3 2-16,-11 2 8 16,-12 2 4-16,-15 2 10 15,-15 4-3-15,-11 3-6 0,-14 1 1 16,-6 2-8-16,-9 1 2 16,-2 0 1-16,-1 0 8 15,0 0-1-15,0 0-6 16,0 0-11-16,0 0-2 15,0 0 0-15,0 0-4 16,0 0-5-16,0 0-22 16,-3 4-36-16,-1 4-51 15,-5 6 82-15,1 3-10 16,-1-1-52-16,2-2-42 16,1-5-111-16</inkml:trace>
  <inkml:trace contextRef="#ctx0" brushRef="#br0" timeOffset="183335.74">6550 12143 334 0,'0'0'50'0,"0"0"73"15,0 0-64-15,0 0 10 16,0 0-35-16,0 0-14 16,0 0-3-16,0-75-9 15,0 72 7-15,0 0 1 16,0 2 4-16,0 1 8 0,0 0-11 15,0 0-5-15,0 0-8 16,0 0-3 0,0 0-1-16,0 0-5 0,0 0 0 15,0 5-9-15,0 11 7 16,3 6 5-16,9 8 1 16,-1 4 0-16,0 2 2 15,4-2-1-15,-1-5 0 16,3-7 0-16,4-9 0 15,0-5 0-15,5-8 4 16,0 0 7-16,10-2 1 16,7-18 4-16,8-10-5 15,9-5-6-15,4-11-2 16,10-8-1-16,4-5 2 16,1-7-4-16,-6 3 1 15,-13 8 5-15,-14 11 1 0,-15 12-2 16,-8 13-1-16,-13 5 2 15,-6 8-4-15,-2 4 2 16,-2 2 5-16,0 0-9 16,0 0-7-16,0 0 0 15,0 8-29-15,-10 12 11 16,-8 10-22-16,3 9-26 16,0-6-54-16,0-10-141 15</inkml:trace>
  <inkml:trace contextRef="#ctx0" brushRef="#br0" timeOffset="183513.27">7288 12019 455 0,'0'0'19'15,"0"0"21"-15,0 0-7 16,0 0-32-16,0 0-1 15,0 0-19-15,-37 83-93 16,25-63-169-16</inkml:trace>
  <inkml:trace contextRef="#ctx0" brushRef="#br0" timeOffset="200187.33">19207 10442 166 0,'0'0'121'0,"0"0"-40"16,0 0-33-16,0 0 19 16,0 0-37-16,0 0 6 15,0 0 1-15,0-14-5 16,0 13-11-16,0-4-10 15,0 1-6-15,0 1 6 16,0-1-6-16,0 1 26 16,0 3 12-16,0 0-13 15,0 0-3-15,0 0-13 0,0 0-11 16,0 0-3 0,0 0-2-16,0 0-1 0,0 0-1 15,0 0 0-15,2 0-2 16,7 0-1-16,6 0 7 15,12 0 2-15,13 2 5 16,14 1-1-16,8-3-1 16,8 0-2-16,9 0-3 15,3 0 0-15,2 1 0 16,2 0-3-16,-2 2 3 16,-6-1-2-16,-8-2 1 15,-11 0 0-15,-11 0 2 16,-9 0 0-16,-11 0 0 15,-10-6 7-15,-6 0 14 16,-6 3-8-16,-3 1-10 0,-2 0-4 16,-1 2-20-16,0 2-82 15,-19 14-69-15,-14 5 74 16,-7-4-360-16</inkml:trace>
  <inkml:trace contextRef="#ctx0" brushRef="#br0" timeOffset="201285.04">19113 11601 219 0,'0'0'43'0,"0"0"34"16,0 0-53-16,0 0-9 16,0 0 28-16,0 0 8 15,101-15-16-15,-70 9 0 16,13 2 12-16,2-1 7 0,8 1-10 16,8 1-30-16,9 3 7 15,13 0-6-15,14 0-14 16,10 3 8-16,6 3-2 15,7 1-7-15,1-1 3 16,-4-3 0-16,-10-2-3 16,-10-1 1-16,-16 0-1 15,-10 0 11-15,-13 0 5 16,-14-4 20-16,-12 0-14 16,-15 0-3-16,-8 2-1 15,-8 1-7-15,-2 1-6 16,0 0-5-16,0 0-7 15,-5 0-24-15,-18 9-22 16,-12 8 6-16,-2 4-96 16,1-8-97-16</inkml:trace>
  <inkml:trace contextRef="#ctx0" brushRef="#br0" timeOffset="202333.94">18991 13566 270 0,'0'0'94'16,"160"-24"-39"-16,-55 13-15 15,19-2 16-15,23 3-13 16,17-1-25-16,7 3 3 16,5 0 6-16,-5 2-9 15,-6-2 4-15,-10 0-2 0,-16 1-9 16,-14 0-2 0,-10 1-5-16,-18 2 4 0,-14 2-6 15,-18-1-1-15,-18-1-2 16,-19 1 6-16,-14 1-3 15,-11 0-2-15,-3 1 27 16,0 1-10-16,0-2-17 16,0 2-5-16,-3 0-19 15,-9 0-38-15,-5 0 14 16,-2 12-50-16,-3-2-44 16,0-3-237-16</inkml:trace>
  <inkml:trace contextRef="#ctx0" brushRef="#br0" timeOffset="-198369.6">20814 10452 128 0,'0'0'122'16,"0"0"-42"-16,0 0 22 16,0 0-46-16,0 0-28 15,0 0 10-15,0 0-9 16,-18-44 2-16,18 41-10 15,0 1 21-15,-3-1-4 16,1 1-17-16,2 0-3 0,-1 0-7 16,1 2-1-1,0 0-6-15,0 0 0 0,0 0 1 16,-1 0 1-16,1 0 0 16,0 0 0-16,0 0 1 15,0 0-1-15,0 0-5 16,0 0-1-16,0 0-2 15,0 0-3-15,2 0-3 16,19 2 8-16,15 5 5 16,24 1-3-16,26 1 2 15,26 3-4-15,24 0 1 16,16 3-1-16,3 0-5 16,8 3-6-16,-7-2-12 15,-4 0 1-15,-5 2 4 16,-11-5 5-16,-17 0 13 0,-18-3 0 15,-19-6 1-15,-22-1-1 16,-20-3 1-16,-16 0 17 16,-14 0 33-16,-7 0-2 15,-3-3-13-15,0-1-29 16,0-1-5-16,0 0-1 16,0 2-1-16,0 1-3 15,0 2-1-15,0 0-27 16,0 0-44-16,0 0-64 15,0 5-2-15,-1-5-182 0</inkml:trace>
  <inkml:trace contextRef="#ctx0" brushRef="#br0" timeOffset="-198201.03">22623 10628 428 0,'0'0'81'16,"0"0"11"-16,0 0-76 16,0 0-16-16,0 0-181 15,0 0-35-15</inkml:trace>
  <inkml:trace contextRef="#ctx0" brushRef="#br0" timeOffset="-162258.04">15753 12293 154 0,'0'0'83'0,"0"0"-7"16,0 0 3-16,0 0-17 15,0 0-16-15,0 0 2 16,0 0-16-16,0 0 25 16,-43-55-44-16,40 52 4 15,0-2 4-15,-1 3-12 16,3 1 0-16,-1 0 3 0,2 1-3 15,0-2-5 1,0 2-3-16,0-1-1 16,0-1-1-16,0 2 1 0,0 0 0 15,0 0-1-15,0 0-2 16,0 0-3-16,0 0-7 16,11 0 11-16,8 0 0 15,6 0 4-15,7 0-2 16,6 0 3-16,9 0-2 15,8 0-2-15,7 0-1 16,5 5 2-16,6-4 0 16,-2 0 0-16,1-1-5 15,1 0 5-15,-1 0 2 0,2 0 0 16,-1 0-2 0,1-2 0-16,3-3 3 0,-4 0-1 15,-2 0 1-15,-2 1-2 16,0 1 1-16,1 3-2 15,-5-3 0-15,1 3 1 16,-6 0-1-16,-2 0 0 16,-4 0 0-16,-6 0 0 15,-1 0 1-15,-3 0-2 16,2 5 2-16,1-2-2 16,7-1 5-16,3 1-4 15,2 1 0-15,-2-1 0 16,-4-1 0-16,-6-2 0 15,-3 0 0-15,-3 0 1 16,-1 0-1-16,-1 0 2 0,0 0-2 16,0 0 1-16,0 0-1 15,5 0 0-15,4 0 1 16,5 0-1-16,4 0 0 16,1 0 0-16,4 0 0 15,-1 0 2-15,-2 0-2 16,3 0 0-16,-1 0 1 15,1 0-4-15,6 0 6 16,0 0-4-16,5 1 1 16,-4 2 0-16,-3 0 0 15,-4 2-4-15,-1-5 4 16,-2 3 0-16,0-1 1 16,-2-1-1-16,-2 1 3 15,-3 1-3-15,-1-2 0 0,0 4 1 16,-1 0-1-16,2-2 1 15,4 1-2-15,-1-1 1 16,3 2 0-16,0-1-3 16,-1 0 5-16,1-1-2 15,3 2 0-15,-1-2 1 16,0-1-1-16,-2 1 0 16,-3-2 0-16,2 2-4 15,-1-1 5-15,-2-2-2 16,1 1 2-16,-1 1-2 15,-2 1 2-15,-1-1-1 16,-3 3 0-16,-2-3 0 16,-3 1 2-16,2-1-2 0,-5-2 0 15,1 0 1-15,0 0 0 16,-2 0 1-16,-2 0 2 16,-1 0 0-16,0 0 1 15,-2 0-3-15,2 0 3 16,-3 0-1-16,0 0 3 15,1 0 0-15,3 0-2 16,2 0 6-16,-5 0-1 16,-1 0 5-16,-5 0-1 15,-4 0-4-15,-1 0 1 16,-2 0-5-16,-4 0-2 16,-3 0-1-16,-5 0-2 0,0 0 1 15,-6 0 4-15,1 0-2 16,-1 0 6-16,0 0 1 15,-3 0 1-15,0 0 3 16,0 0-7-16,0 0-1 16,0 0-7-16,0 0-3 15,0 0 2-15,0 0-4 16,0 0-17-16,3 4 5 16,0 9-11-16,0 4-34 15,6 0-36-15,-3-4-83 16,2-11-294-16</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4:18:25.722"/>
    </inkml:context>
    <inkml:brush xml:id="br0">
      <inkml:brushProperty name="width" value="0.05292" units="cm"/>
      <inkml:brushProperty name="height" value="0.05292" units="cm"/>
      <inkml:brushProperty name="color" value="#FF0000"/>
    </inkml:brush>
  </inkml:definitions>
  <inkml:trace contextRef="#ctx0" brushRef="#br0">14712 2462 231 0,'0'0'94'15,"0"0"-10"-15,0 0 35 0,0 0-64 16,0 0 27-1,0 0-77-15,0 0 51 0,0 0-40 16,0-62 29-16,0 58-27 16,0 0 5-16,0 1-9 15,0 1 0-15,0 2 1 16,0 0-9-16,0 0-6 16,0 0 0-16,0 0-6 15,0 17-11-15,0 16-19 16,0 16 35-16,0 10-3 15,0 8 4-15,-4 1-2 16,-4-1 2-16,-5-6 0 16,2-7 1-16,2-11 0 15,-1-4 0-15,5-8-1 16,1-5 2-16,-1-4 0 0,2-5-3 16,0-1 2-1,0-1-2-15,-1 1-14 0,1 1-22 16,3 0-53-16,0-1-37 15,0-8-55-15</inkml:trace>
  <inkml:trace contextRef="#ctx0" brushRef="#br0" timeOffset="766.87">14721 2414 194 0,'0'0'81'16,"0"0"12"-16,0 0-12 15,0 0-34-15,0 0-15 16,89-65-21-16,-63 64-5 16,0 1-4-16,4 1 4 15,-1 20-5-15,-3 9-1 16,1 9 0-16,-6 8-3 15,-8 6 3-15,-9-2-4 16,-4 2 4-16,-13-4 4 16,-15-3-3-16,-10-5 6 15,-6-7 0-15,-5-8 1 16,-3-6-5-16,2-4 7 0,-1-3-5 16,6-7-3-16,2-2 11 15,8-2-10-15,8-2 3 16,12 0-6-16,9 0 0 15,6 0-7-15,0 0-137 16,23 0-197-16</inkml:trace>
  <inkml:trace contextRef="#ctx0" brushRef="#br0" timeOffset="1515.77">15264 2621 509 0,'0'0'108'16,"0"0"-108"-16,0 0-6 15,0 0 5-15,1 88 1 16,-1-31 18-16,-13 7-10 16,-11 0 1-16,-3-2-1 15,0-9-2-15,5-15 0 0,7-15-5 16,6-12 3 0,6-5-2-16,0-6 1 0,1 0 23 15,1-14 99-15,1-17-124 16,0-11-1-16,0-10-27 15,12-8 22-15,1 2-3 16,10 0 7-16,0 7-2 16,6 12-1-16,5 10 3 15,5 7 0-15,3 11-11 16,-4 8 12-16,-3 3-1 16,-2 3-1-16,-5 15-2 15,-1 9 0-15,-1 2 0 0,-2 1 3 16,-5-2-2-1,-2-8-12-15,-7-7-7 0,-3-9 1 16,-4-4 8 0,2 0 13-16,0-10 17 0,1-17 16 15,0-9-33-15,-3-6 4 16,-3-1 0-16,0 0 4 16,0 7 0-16,-3 10 6 15,1 8 19-15,2 8-11 16,0 8-16-16,0 2-6 15,18 0-11-15,4 0 8 16,4 13 2-16,-2 9 1 16,-3 8-6-16,-6 8 1 15,-7 4 1-15,-6 4-1 16,-2-3 5-16,0-4 4 0,0-3-4 16,0-6-9-16,-5-6-7 15,-6 0-20-15,-1-7-12 16,-1 0 2-16,1-5-38 15,-1-3 0-15,11-9-148 16</inkml:trace>
  <inkml:trace contextRef="#ctx0" brushRef="#br0" timeOffset="1815.75">16263 2506 637 0,'0'0'7'16,"0"0"63"-16,0 0 25 15,0 0-59-15,0 0-36 16,0 0-6-16,-36 4 0 16,27 41 6-16,-4 17-3 15,-1 5 3-15,-2 4 1 16,1-1 1-16,0-7-1 15,3-9 0-15,3-9-1 16,2-9 1-16,3-7-1 16,3-8-3-16,1-7-39 0,0-10-48 15,0-4-49 1,11-18-99-16</inkml:trace>
  <inkml:trace contextRef="#ctx0" brushRef="#br0" timeOffset="2747.64">16191 2635 423 0,'0'0'90'0,"0"0"32"0,-9-73-39 16,9 53-20-16,0 3-20 16,15 0-30-16,15-2-12 15,9 1 4-15,12-1-4 16,4 4 1-16,1 8 0 16,-3 7-2-16,-6 0-2 15,-6 12-6-15,-13 10-5 16,-12 9-35-16,-16 2 15 15,-3 4 4-15,-35 4 15 16,-20 4 10-16,-8-2 4 16,0-2-4-16,11-7 0 15,18-9 3-15,13-6 1 16,14-7 0-16,6 1-3 0,3-2-1 16,1-1 4-16,0 6 0 15,0 4 3-15,11 2 3 16,3 6-3-16,0 2 0 15,0-1 0-15,-1 0-3 16,-4-5 2-16,-5-1-1 16,-1-5 0-16,-3-3-2 15,0-1 2-15,-9-2 3 16,-12-2-3-16,-4-3-1 16,-5-3-2-16,-4-4 2 15,4 0 2-15,0-9 0 16,11-10 7-16,11-3-3 0,8-1-6 15,15-7-15 1,31 1-72-16,18-4-42 0,20-2-14 16,10-1 4-16,-2 0 33 15,-9-2 91-15,-7 6 15 16,-15 0 23-16,-14 6-9 16,-14 6 50-16,-15 6 49 15,-12 4 10-15,-6 4 7 16,0 1-26-16,0 4-54 15,0 1-18-15,-10 0-28 16,-5 10 0-16,-8 14-7 16,-3 7 4-16,-1 9-1 15,5 3 3-15,2 2-3 16,7 0 0-16,10-3-1 16,3-5-2-16,0-10 3 0,13-13 0 15,7-12 3-15,8-2 10 16,11-16 57-16,10-15-45 15,6-8-20-15,-10-1-5 16,-12-3 4-16,-16 4 6 16,-16-4-6-16,-1 1-4 15,-30-2 0-15,-14 2 0 16,-3 5 1-16,5 10 1 16,13 9-2-16,13 8 0 15,10 9-24-15,6 1-52 16,0 7-151-16,12 8 92 15,24-6-129-15</inkml:trace>
  <inkml:trace contextRef="#ctx0" brushRef="#br0" timeOffset="3330.36">17146 2376 485 0,'0'0'117'0,"0"0"21"16,0 0-40-16,0 0-62 16,0 0 7-16,0 0-40 15,-7-66-3-15,7 97-13 16,0 17 12-16,0 21 0 0,0 12 1 16,0 9-2-16,-5 2 2 15,-3-5 3-15,-1-7-2 16,5-12-1-16,1-12-10 15,3-12 3-15,0-13 0 16,0-12 2-16,0-9-9 16,0-9-5-16,6-1 4 15,7-21 15-15,9-16 0 16,10-13-73-16,2-6 42 16,-1 0 31-16,-5 3 27 15,-1 5 6-15,-2 7-19 16,-2 4-9-16,-3 8-5 0,-5 7 0 15,-5 6 4 1,-4 5-3-16,-3 2 9 0,-3 7 1 16,0 0 13-16,0 2-23 15,0 0-1-15,0 0-3 16,-5 4-8-16,-12 13-4 16,-10 6 15-16,-1 3 0 15,-2 4 0-15,0 5 0 16,2 1 0-16,6 5 0 15,5 1-1-15,9-2-3 16,8-5 4-16,0-6 0 16,19-5-1-16,14-8 1 15,15-4 6-15,13-7 0 16,14-5-6-16,13 0-5 0,12-5-89 16,0-19-195-16</inkml:trace>
  <inkml:trace contextRef="#ctx0" brushRef="#br0" timeOffset="4029.95">14196 3514 323 0,'0'0'56'16,"124"-27"7"-16,-33 13 0 15,22 3-22-15,27-1 15 16,19 4-23-16,27 2-10 15,21 1-16-15,18-1 0 16,18 1-7-16,0-1-3 0,-1 1-24 16,-17-3-11-16,-22 1 13 15,-22-6 15-15,-25 3 10 16,-20-1 23-16,-25 1 7 16,-25 4 1-16,-18 3-14 15,-23 0 0-15,-20 3-15 16,-14 0 2-16,-9 0-3 15,-2 0 0-15,0 0-1 16,0 0-94-16,-8 12-70 16,-8-5-35-16</inkml:trace>
  <inkml:trace contextRef="#ctx0" brushRef="#br0" timeOffset="4196.82">17546 3343 684 0,'0'0'26'16,"0"0"21"-16,0 0-47 15,0 0-64-15,-111-30-153 16,58 29-139-16</inkml:trace>
  <inkml:trace contextRef="#ctx0" brushRef="#br0" timeOffset="4934.48">14585 2490 232 0,'0'0'69'16,"0"0"-21"-16,0 0-23 0,0 0-11 15,0 0-2-15,0 0-10 16,-3-4-2-16,-3 11 0 15,-4 8 0-15,-1-1 2 16,-4 1 1-16,2 2-3 16,-2 0 2-16,-2 4-2 15,0-3-45-15,0-2-86 16,4-8-59-16</inkml:trace>
  <inkml:trace contextRef="#ctx0" brushRef="#br0" timeOffset="5106.15">14487 2626 256 0,'0'0'84'0,"0"0"30"16,0 0-32-16,0 0-23 16,0 0-32-16,0 0-27 15,-1 0-83-15,1 1-188 16,0-1 31-16</inkml:trace>
  <inkml:trace contextRef="#ctx0" brushRef="#br0" timeOffset="16950.83">8169 5927 137 0,'0'0'107'16,"0"0"-44"-16,0 0-21 16,0 0-1-16,0 0 21 15,0 0-2-15,0 0-28 16,0-58 3-16,-1 50 0 0,-3 1-8 15,2 2 13-15,-1-2-14 16,2 6-9-16,-1-1-14 16,2 1-3-16,0 1-1 15,0 0-15-15,0 0-24 16,0 3-19-16,0 9 51 16,0 6 8-16,0 3 3 15,0 2-3-15,0 1-2 16,0-2 2-16,2-3 2 15,-1-4-2-15,4-4 0 16,0-6 0-16,0 0 1 16,6-5-1-16,7 0 8 0,14-13 8 15,10-19 1-15,12-10-7 16,2-9-9-16,-2-5 9 16,-9 0-7-16,-9 5 7 15,-8 9 23-15,-10 10 0 16,-9 12 11-16,-5 9-39 15,-2 7 3-15,-2 2-4 16,0 2-4-16,0 0-6 16,0 0-51-16,0 9-80 15,-2 12 94-15,-8 8 38 16,-3 4-58-16,4 3-70 16,1-13-112-16</inkml:trace>
  <inkml:trace contextRef="#ctx0" brushRef="#br0" timeOffset="18933.14">17567 9825 166 0,'0'0'97'0,"0"0"-4"15,0 0 0-15,0 0-50 16,0 0-15-16,0 0 48 16,0-56-27-16,0 49-8 15,0-3 6-15,0 1-5 16,0 1 2-16,0 2-23 15,0 3 1-15,0 3-3 16,0 0-16-16,0 0-3 16,0 0 0-16,0 0-2 15,0 0 2-15,0 0-4 0,0 0-3 16,0 2-9-16,0 10-9 16,1 8 25-16,5 0 0 15,3 0 0-15,-3-1 0 16,0-2-3-16,0-6-11 15,-1-2 6-15,-1-4 3 16,2-5 2-16,4 0 3 16,19-5 5-16,13-21 4 15,16-10-4-15,4-8-4 16,-3 3-1-16,-15 0 1 16,-13 8 16-16,-12 5 1 15,-6 8 8-15,-7 4-19 16,-3 4-5-16,-2 4-2 15,1 6-5-15,-2 0 0 16,0 2-37-16,0 0-42 0,-8 18-66 16,-11 10 87-16,-2 1-85 15,2-7-164-15</inkml:trace>
  <inkml:trace contextRef="#ctx0" brushRef="#br0" timeOffset="19087.55">17953 9701 214 0,'0'0'214'0,"0"0"-150"0,0 0 46 15,0 0-68 1,0 0-42-16,0 0-15 0,-18 14-144 16,12 0 66-16,0-5-189 15</inkml:trace>
  <inkml:trace contextRef="#ctx0" brushRef="#br0" timeOffset="89199.01">17432 10710 106 0,'0'0'54'15,"0"0"43"-15,0 0-23 16,0 0-8-16,0 0-24 15,0 0-16-15,0 0-5 16,0 0 0-16,0-24 3 16,0 20-9-16,0 1 6 0,0-2-7 15,0 2 7 1,0 1 12-16,0 2-11 0,0 0-12 16,0 0-7-16,0 0-3 15,0 0 0-15,0-1 0 16,0 1-1-16,0 0-2 15,0 0 2-15,0 0 0 16,0 0-1-16,0 0 0 16,0 0 0-16,0 0-6 15,0 6 0-15,-1 10-20 16,-1 4-28-16,-1-4-61 16,-1-12-158-16</inkml:trace>
  <inkml:trace contextRef="#ctx0" brushRef="#br0" timeOffset="119683.7">17045 10955 101 0,'0'0'5'16,"0"0"-2"-16,-94-16 14 0,67 13-5 16,-1 2-12-1,2-1-8-15,5-1 4 0,8-1 4 16,7 0 2-16,4-1-2 15,2-1 1-15,0 1-1 16,0 0 10-16,11-2-8 16,11 4-2-16,9-2-3 15,8 5 1-15,4 0-29 16,4 0-43-16</inkml:trace>
  <inkml:trace contextRef="#ctx0" brushRef="#br0" timeOffset="121263.64">16779 10943 81 0,'0'0'93'0,"0"0"-50"16,0 0 32-16,0 0-7 15,0 0-34-15,0 0 11 16,-13-46 3-16,13 38-9 16,0-1-6-16,0 1 26 0,0 3-39 15,0-1 11-15,0 3-16 16,0 1-10-16,0 2 6 16,0 0-10-16,0 0-1 15,0 0-4-15,0 0-4 16,0 0-6-16,0 7 11 15,12 5 3-15,-1 4 0 16,4 1 0-16,0 0 1 16,0 0 0-16,3-2-1 15,-4-4 0-15,3-1 0 16,2-6-1-16,3-4 1 16,8 0 0-16,8-4 2 0,13-17 7 15,7-5 4-15,2-2-9 16,-4 0 7-16,-6 0-4 15,-9 3 3-15,-9 6-7 16,-10 4 3-16,-8 3-4 16,-5 7-1-16,-6 1 0 15,-3 1-1-15,0 3 3 16,0 0 2-16,0 0-2 16,0 0-3-16,0 0-6 15,0 0-20-15,-14 10-25 16,-8 6 8-16,-6 8-39 15,2-4-49-15,5-7-144 16</inkml:trace>
  <inkml:trace contextRef="#ctx0" brushRef="#br0" timeOffset="121410.48">17231 10908 103 0,'0'0'221'0,"0"0"-136"15,0 0-46-15,0 0-5 16,0 0-34-16,0 0-52 16,-43 44-51-16,28-31-145 15</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4:01:43.342"/>
    </inkml:context>
    <inkml:brush xml:id="br0">
      <inkml:brushProperty name="width" value="0.05292" units="cm"/>
      <inkml:brushProperty name="height" value="0.05292" units="cm"/>
      <inkml:brushProperty name="color" value="#FF0000"/>
    </inkml:brush>
  </inkml:definitions>
  <inkml:trace contextRef="#ctx0" brushRef="#br0">1677 9363 231 0,'0'0'114'15,"0"0"-27"-15,0 0-5 16,0 0-21-16,0-73-11 15,-2 56-29-15,-3-4 77 16,-3 1-17-16,2-2-58 0,0 5-8 16,1 3 14-1,2 9-8-15,2 0-14 0,1 5-3 16,0 0-4-16,0 0-3 16,0 0-1-16,0 0-6 15,0 16-17-15,0 14 24 16,0 12 1-16,0 11 1 15,3 4 1-15,0 1 1 16,3-4-1-16,3-5 0 16,4-10-1-16,-1-6 2 15,0-12-1-15,3-6 2 16,3-8-2-16,3-7 0 16,15 0 3-16,19-26 9 15,25-23 2-15,22-13-9 16,16-13-3-16,1 4 0 0,-9 4-1 15,-14 6 1-15,-17 13-2 16,-14 9 0-16,-14 12 0 16,-16 8 0-16,-13 5 0 15,-9 9 0-15,-10 3 1 16,-3 2-1-16,0 0-1 16,0 0-5-16,0 0-6 15,0 0-28-15,0 9-68 16,-16 13 62-16,-9 6-21 15,-4-5-168-15</inkml:trace>
  <inkml:trace contextRef="#ctx0" brushRef="#br0" timeOffset="188.57">2542 9347 194 0,'0'0'381'0,"0"0"-290"16,0 0-83-16,0 0-8 15,0 0-84-15,-48 92-30 16,29-55-169-16</inkml:trace>
  <inkml:trace contextRef="#ctx0" brushRef="#br0" timeOffset="12918.74">12559 7698 128 0,'0'0'115'0,"0"0"-57"15,0 0 0-15,0 0 15 16,0 0-12-16,0 0-3 16,0 0 7-16,0-41-10 15,0 35-18-15,0 0 1 0,0-1 3 16,0 3-16 0,0 1-11-16,0 1-13 0,0 2-1 15,0 0-1-15,0 0-5 16,0 0-4-16,0 0-8 15,0 0-1-15,0 0-1 16,0 6-2-16,0 10 20 16,4 4 2-16,-1 7-3 15,-2 0 3-15,2 3 0 16,-3-2 1-16,0-1-1 16,3-8 2-16,0-4-2 15,1-6 0-15,1-4 0 16,7-5 0-16,10 0 12 15,17-14 20-15,18-17-10 16,8-8-14-16,8-7-7 0,-3 1 0 16,-4 5 0-16,-9 3 1 15,-8 6 1-15,-12 4-1 16,-10 4 3-16,-8 6-1 16,-7 4 2-16,-7 7 0 15,-2 0-2-15,-3 4 0 16,0-1-4-16,0 3-4 15,0 0-5-15,0 0-41 16,0 3-14-16,-14 15 12 16,-3 0-66-16,-6-4-56 15</inkml:trace>
  <inkml:trace contextRef="#ctx0" brushRef="#br0" timeOffset="13094.06">13062 7560 374 0,'0'0'50'15,"0"0"22"-15,0 0-53 16,0 0-19-16,0 0-39 16,0 0 5-16,-43 71-83 15,32-48-136-15</inkml:trace>
  <inkml:trace contextRef="#ctx0" brushRef="#br0" timeOffset="14068.53">17728 7625 368 0,'0'0'35'0,"0"0"31"16,0 0-19-16,0 0-35 15,0 0-12-15,0 0-9 16,2-12 5-16,-2 30 2 16,0 5 2-16,0 5 0 15,0 0 2-15,-4 0 1 16,0-2-1-16,1-7 0 15,3-2 1-15,0-6 0 0,9-3-2 16,10-3 6 0,9-5 4-16,21-7 23 0,20-20-5 15,22-14-22-15,19-8-3 16,9-6 0-16,0-1 5 16,-10 0 15-16,-17 6 15 15,-17 4 12-15,-20 7-1 16,-17 8-17-16,-13 9-10 15,-12 10-17-15,-7 4-3 16,-6 7-3-16,0 1-6 16,0 0-48-16,-18 14-76 15,-16 11 52-15,-8 3-63 0,-6-5-170 16</inkml:trace>
  <inkml:trace contextRef="#ctx0" brushRef="#br0" timeOffset="14263.24">18632 7453 552 0,'0'0'56'0,"0"0"6"15,0 0-7-15,0 0-55 16,0 0-43-16,0 0-3 15,-64 74-30-15,29-39-11 0,1-2-117 16</inkml:trace>
  <inkml:trace contextRef="#ctx0" brushRef="#br0" timeOffset="25724.13">9523 12216 282 0,'0'0'30'0,"0"0"21"0,0 0-6 16,0 0-17 0,0 0 5-16,0 0 7 0,0 0-5 15,-8-34-5-15,5 31 9 16,3 1-4-16,0 1-11 15,-2 0-2-15,2 1-8 16,0 0-4-16,0 0 1 16,0 0-1-16,0 0-2 15,0 0-7-15,0 0-1 16,0 0-2-16,16 0 0 16,13 0 2-16,14 0 5 15,16 0 2-15,12 1 4 16,22 3-1-16,20 1 0 15,20-1-1-15,13-2-4 0,9-2-5 16,-6 2 0-16,-11-2-10 16,-10 0-14-16,-19 1 13 15,-14 1-5-15,-13-1 15 16,-16 0 1-16,-12-1 0 16,-14 0 1-16,-10 0 1 15,-11 0 5-15,-8 0 11 16,-8 0 11-16,-1 0-1 15,-2 0 0-15,0 0 3 16,0 0-4-16,0 0-13 16,0-1-10-16,0 0-4 15,0 1-2-15,-8 0-6 16,-1 0-29-16,-9 8-38 0,0 11-38 16,-5-4-69-16,6-6-298 15</inkml:trace>
  <inkml:trace contextRef="#ctx0" brushRef="#br0" timeOffset="25894.34">11221 12252 300 0,'0'0'107'16,"0"0"-6"-16,0 0-84 0,0 0-17 15,0 0-111-15,0 0-60 16,-9-5-53-16</inkml:trace>
  <inkml:trace contextRef="#ctx0" brushRef="#br0" timeOffset="28687.16">6101 10955 436 0,'0'0'16'15,"0"0"74"-15,0 0-63 16,0 0 12-16,0 0-24 15,0 0 4-15,-1-29-15 16,1 29-4-16,0 0 3 16,0 0 3-16,0 0-3 15,0 0-3-15,0 9-10 16,0 11 10-16,0 6 0 16,0 7 0-16,0 1 1 15,0 3 1-15,0-5 2 16,7-7-4-16,5-8 0 0,7-11 2 15,15-6 6-15,13-14 53 16,21-23 7-16,16-18-43 16,16-12-6-16,7-11-10 15,2-3-3-15,-6 2-2 16,-17 7 2-16,-20 16 5 16,-18 12 7-16,-20 18-7 15,-8 9-5-15,-12 10-5 16,-6 6-1-16,-2 1-1 15,0 0-25-15,0 4-37 16,0 16-11-16,-15 10 59 16,-7 11-26-16,-4 5-63 15,-1-3-2-15,8-7-113 16</inkml:trace>
  <inkml:trace contextRef="#ctx0" brushRef="#br0" timeOffset="28843.01">7027 10764 336 0,'0'0'34'16,"0"0"31"-16,0 0 9 15,0 0-10-15,0 0-30 16,0 0-34-16,-58 0-48 16,47 21-16-16,0 4-53 15,1-8-107-15</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4:03:20.562"/>
    </inkml:context>
    <inkml:brush xml:id="br0">
      <inkml:brushProperty name="width" value="0.05292" units="cm"/>
      <inkml:brushProperty name="height" value="0.05292" units="cm"/>
      <inkml:brushProperty name="color" value="#FF0000"/>
    </inkml:brush>
  </inkml:definitions>
  <inkml:trace contextRef="#ctx0" brushRef="#br0">7600 5187 34 0,'0'0'446'16,"0"0"-408"-16,0 0-8 16,0 0 18-16,0 0 7 15,0 0-13-15,0 0-13 16,0 23-7-16,0-22-1 16,0 1 9-16,0-2 4 0,0 3-15 15,0-3-4-15,0 2-9 16,0 0-1-16,0-1-2 15,0 1 0-15,0 2-3 16,0 7-3-16,-6 12-3 16,-10 16 6-16,-4 20-1 15,-4 13 1-15,-3 11 0 16,-1 5 1-16,-2 1 1 16,2-3-1-16,4-13 2 15,7-15-2-15,6-21 0 16,6-19 0-16,5-14 1 15,0-4-1-15,0-26 22 16,15-32-13-16,12-19-10 16,12-10-20-16,-5 0 20 15,-9 7 1-15,-8 3-1 0,-8 2 6 16,-2 7-6-16,-2 10 5 16,1 17 5-16,0 16 1 15,-2 16-2-15,6 9-9 16,7 0-8-16,5 29 4 15,11 12 2-15,0 14-4 16,-6 11 3-16,3 8 3 16,-2 2 2-16,2-4-2 15,-2-11 1-15,-1-18-3 16,-2-14-3-16,-5-16 3 0,-5-9 1 16,-5-4 2-16,5-16 2 15,0-20 15-15,7-14-16 16,-1-10 2-16,-10-9-2 15,-10-4 6-15,-1 0 3 16,-4 2-5-16,-10 7 10 16,8 15-2-16,6 15-1 15,0 17-13-15,18 13-11 16,18 4-34-16,16 12-25 16,9 24-60-16,-3 3-81 15,-8 5-272-15</inkml:trace>
  <inkml:trace contextRef="#ctx0" brushRef="#br0" timeOffset="348.86">8435 5600 624 0,'0'0'93'16,"0"0"-13"-16,0 0-50 15,72-79 11-15,-54 57-21 16,-2 2-6-16,-4 2 12 16,-6 2-5-16,-6 4-10 15,0 4-4-15,0 4-7 16,-15 4-3-16,-12 2-9 0,-7 20-23 16,-5 14 16-16,2 8 2 15,10 2-17-15,6 4-17 16,9 2-12-16,8-4-27 15,4 1-41-15,25-15 36 16,24-17 49-16,14-17-71 16,6-10 56-16,1-22 60 15,3-9-21-15,-2-6-81 16</inkml:trace>
  <inkml:trace contextRef="#ctx0" brushRef="#br0" timeOffset="681.81">8925 5571 109 0,'0'0'236'15,"0"0"26"-15,0 0-68 16,0 0-104-16,0 0-60 15,0 0-30-15,-61-21-4 16,28 56 3-16,-3 6 1 0,1-1-5 16,4 4-14-1,6-8-7-15,5-8 11 0,7-13 3 16,6-8-14-16,5-7 25 16,-3 0 1-16,4-22 0 15,-1-11-11-15,2-9-27 16,0 0 7-16,0 2 21 15,0 5 10-15,-1 7 8 16,1 11 17-16,0 8 20 16,3 9-42-16,12 0-3 15,6 22-1-15,4 9-3 16,2 9 3-16,4 9 1 0,2 5 0 16,10 4 0-16,8-8 0 15,1-11 0-15,4-19-24 16,-7-19-15-16,-4-1 0 15,-4-30-12-15,2-13-66 16,0-11-45-16,-5-9-179 16</inkml:trace>
  <inkml:trace contextRef="#ctx0" brushRef="#br0" timeOffset="884.44">9151 5288 486 0,'0'0'279'15,"0"0"-166"-15,-70-75-38 16,64 72-43-16,6 3-32 15,0 3-13-15,0 24-12 0,3 13 21 16,9 16 4 0,3 11 0-16,4 4-1 0,-1 2 1 15,5 0-1-15,0-8 0 16,0-5-3-16,-1-11-19 16,-4-15-28-16,0-13-11 15,-3-16-50-15,-2-5-107 16</inkml:trace>
  <inkml:trace contextRef="#ctx0" brushRef="#br0" timeOffset="1079.09">8792 5424 674 0,'0'0'0'0,"0"0"8"16,0 0-3-16,127-3 33 15,-56 2 1-15,5 0-25 16,12-2-9-16,6 1-5 16,2-1-3-16,-5-4-93 15,-8-2-162-15</inkml:trace>
  <inkml:trace contextRef="#ctx0" brushRef="#br0" timeOffset="1631.87">10505 5261 675 0,'0'0'59'0,"0"0"-59"16,0 0-1-16,0 0 1 15,102-2 7-15,-41 3 6 16,12 2 3-16,6-3-8 16,3 0-5-16,-3 0-2 15,-4 0-1-15,-13-3-23 16,-17-3-33-16,-18-1 5 16,-18 3 44-16,-9 1 6 15,-9-4-12-15,-25 3-11 16,-15 3-23-16,-9 1 47 15,2 0 13-15,12 4 24 16,11 11 23-16,9 7-34 16,7 9-22-16,-2 11 0 0,4 11-1 15,5 5 1-15,10 7-3 16,0 2-1-16,28-1-25 16,11-7-82-16,8-11-49 15,-3-17-257-15</inkml:trace>
  <inkml:trace contextRef="#ctx0" brushRef="#br0" timeOffset="2565.9">11084 5617 762 0,'0'0'150'0,"0"0"-129"0,0 0-21 15,0 0-24-15,0 0 24 16,5 92 1-16,16-46-1 15,13 1-8-15,11-7 7 16,1-8-8-16,0-18 0 16,-5-11-8-16,0-3 17 15,-1-17-3-15,-2-15 1 16,-5-6-13-16,-13-3-2 16,-13-1-7-16,-7 4-17 15,-33 1 11-15,-24 1 14 16,-10 5-22-16,9 6 38 15,16 6 9-15,19 9 33 16,16 6 14-16,7 3-40 0,0 1-16 16,12 0-28-1,24 0 28-15,21 0 2 0,17 0-1 16,2 0 2-16,0-7 0 16,-18-5 2-16,-17 2 15 15,-15 3 17-15,-15 4 3 16,-6 1 4-16,-5 2-14 15,0 0-30-15,0 10-14 16,-7 22 0-16,-12 21 14 16,-10 22 0-16,-3 14 5 15,-5 12-3-15,5 2 0 16,6-3 0-16,6-14 0 16,5-18-2-16,6-24 0 15,4-23-4-15,5-16 4 0,0-5 0 16,0-14 21-16,0-26-21 15,16-21-2-15,3-17-23 16,-1-12 23-16,-5-7-29 16,-4 2-37-16,-4 8-6 15,5 12 55-15,4 20 19 16,8 15 11-16,5 14 2 16,1 12 3-16,2 9-8 15,0 5-4-15,4 11-4 16,2 17 0-16,1 12 12 15,3 9-7-15,-6 4 1 16,-7 1-5-16,-8-6-1 16,-13-9 0-16,-6-12-4 0,0-11 4 15,-17-4 0-15,-14-7 0 16,-11-5-10-16,-4-5-15 16,-3-16-9-16,5-11 28 15,10-11 1-15,13-1 5 16,15-2-3-16,6 7-9 15,18 8-41-15,24 5 30 16,7 3-20-16,6 7 43 16,0 6 1-16,-7 6 19 15,-9 4 11-15,-8 0-2 16,-9 7-6-16,-5 6-4 16,-4 3 0-16,-5 2-14 0,-4 6-2 15,-4 1 2-15,0 4 1 16,0-2-2-16,0-4-1 15,0-3-3-15,0-6-4 16,-1-6-82-16,-2-8-56 16,3-9-237-16</inkml:trace>
  <inkml:trace contextRef="#ctx0" brushRef="#br0" timeOffset="2707.25">11949 5288 715 0,'0'0'116'16,"0"0"-65"-16,0 0-51 16,0 0-19-16,104 20-10 0,-52 18-65 15,7-4-124-15</inkml:trace>
  <inkml:trace contextRef="#ctx0" brushRef="#br0" timeOffset="3063.56">12449 5499 775 0,'0'0'51'0,"0"0"14"16,0 0-65-16,0 0 2 0,0 0-2 16,80 14 0-1,-51-9-11-15,-2-3 1 0,-4-2 1 16,-6 0 0-16,-7 0 7 15,-8-4 2-15,-2-9 0 16,-2 1-4-16,-21 0-5 16,-10 3 4-16,-9 6 0 15,0 3 5-15,5 11 2 16,2 14 2-16,9 6-5 16,6 6 1-16,11 9-3 15,9 7 3-15,16 4 0 16,31-2 0-16,26-9-11 15,20-14-3-15,16-12 1 16,1-14-64-16,-7-6-127 16</inkml:trace>
  <inkml:trace contextRef="#ctx0" brushRef="#br0" timeOffset="3748.62">7639 6224 577 0,'0'0'39'16,"0"0"54"-16,-100-22-34 16,83 19-22-16,8 2-25 15,8 1-3-15,1 0-9 16,0 0-9-16,34 0 2 15,45 0 7-15,49 0 27 16,59-7-3-16,53 1-5 16,30 0-8-16,28 3-4 15,17 1-7-15,13-3 2 16,14-1-2-16,10-3-8 0,7-2-6 16,-7-4 8-16,-10-3-10 15,-26 0 8-15,-44-4-4 16,-41 2 9-16,-51 1 3 15,-46 4 10-15,-50 0 11 16,-36 6 4-16,-29 4 6 16,-16 4 22-16,-3-1-31 15,0-1-22-15,-13 3-14 16,-17 0-68-16,-10 14-7 16,1 3-70-16,10-4-403 15</inkml:trace>
  <inkml:trace contextRef="#ctx0" brushRef="#br0" timeOffset="3890.93">12525 6007 795 0,'0'0'0'0,"0"0"-59"16,0 0-191-16</inkml:trace>
  <inkml:trace contextRef="#ctx0" brushRef="#br0" timeOffset="4961.96">5625 6885 694 0,'0'0'8'15,"0"0"-8"1,0 0-44-16,0 0 32 0,0 0 12 15,-15 90 9-15,-3-41 9 16,-6 5 25-16,-2 8-27 16,2 5 1-16,-3 5 9 15,4 5-17-15,1 0 3 16,9-2-12-16,5-4 5 16,4-5-3-16,4-11 0 15,0-6 1-15,13-8-1 16,10-7-1-16,8-9 1 15,12-11-2-15,8-10 0 16,12-4-4-16,9-14-16 0,9-15-57 16,7-16-88-1,-4-9-319-15</inkml:trace>
  <inkml:trace contextRef="#ctx0" brushRef="#br0" timeOffset="5181.88">5612 6962 839 0,'0'0'0'0,"0"0"-2"16,0 0 2-1,110-35 0-15,-65 29 1 0,4 5 3 16,0 0-3-16,-4 1-1 15,4 0-1-15,-4 2-62 16,-8 6-78-16,-10-3-138 16</inkml:trace>
  <inkml:trace contextRef="#ctx0" brushRef="#br0" timeOffset="5844.43">5438 7360 480 0,'0'0'15'16,"83"31"41"-16,-19-22-24 0,15-6-2 15,12-3-14-15,7-3-2 16,5-16-6-16,-1-6-6 16,-7-3-2-16,-13-1-42 15,-10 2 19-15,-22 7 12 16,-20 6-5-16,-22 6 10 15,-8 6 4-15,-21 2-9 16,-21 0-30-16,-13 10 28 16,0 6-1-16,10 4 12 15,12 1 2-15,17 3 21 0,7 9-9 16,3 5 11 0,4 8 22-16,2 8-7 0,0 12-12 15,5 2 10 1,8-2-2-16,2-7-12 0,0-13-13 15,-5-17-7-15,-7-13 5 16,-1-10-2-16,-2-6 4 16,0 0 43-16,0 0 19 15,-9-13-44-15,-4-7-27 16,2 0-3-16,8-4-16 16,3-3-15-16,12 0-21 15,24-7-34-15,18-7 56 16,11-3 21-16,10-4 12 15,2-5-1-15,5-3 5 16,-5-2-4-16,-6-1 0 16,-11 4 3-16,-17 8 27 0,-18 9 60 15,-14 9 0-15,-10 5-37 16,-1 7 6-16,0 5-31 16,0 7-21-16,-10 5-7 15,-5 20-14-15,-14 26-6 16,-8 26 15-16,2 17 5 15,2 9-6-15,9 1 3 16,9-5-41-16,10-11-29 16,5-14 14-16,0-17-47 15,9-23-77-15,0-25-22 16</inkml:trace>
  <inkml:trace contextRef="#ctx0" brushRef="#br0" timeOffset="6112.57">6584 7522 472 0,'0'0'28'0,"0"0"-25"15,0 0-1-15,0 0-1 16,0 0 17-16,115-10 39 16,-54 2 3-16,12-4-6 15,5 1-32-15,-2 1-13 16,-9 5-3-16,-13 5-4 15,-14 0-2-15,-12 5-2 0,-10 13-4 16,-9 3-1 0,-3 5 5-16,-6 8 2 0,0 2 0 15,-11-2 7-15,-3 0-7 16,-1-6-54-16,6-12-65 16,3-16-77-16</inkml:trace>
  <inkml:trace contextRef="#ctx0" brushRef="#br0" timeOffset="6291.12">7190 7124 907 0,'0'0'6'0,"0"0"-6"15,0 0-27-15,0 0-74 16,0 0 66-16,4 96-64 15,-4-48-86-15,0-3-213 16</inkml:trace>
  <inkml:trace contextRef="#ctx0" brushRef="#br0" timeOffset="7394.64">7534 7556 800 0,'0'0'137'16,"0"0"-80"-16,0 0-57 16,0 0-4-16,0 0-13 15,0 0 17-15,2 73 1 16,-2-48-1-16,0-1-2 15,0-7-16-15,0-8-1 16,1-3-18-16,1-6 13 16,2 0 4-16,3-6 18 15,7-16 2-15,0-6-48 16,-4-1 48-16,-1 7 20 0,-6 5 8 16,3 7-1-1,-5 6 2-15,1 4-19 0,2 0-10 16,5 0-18-16,2 10 11 15,2 4 6-15,5 5 1 16,7 0 0-16,2 1 0 16,1-5 0-16,1-5-3 15,-2-8-12-15,3-2 11 16,1-4 4-16,3-19 0 16,-1 0 0-16,1-2-2 15,-4-2-5-15,-6 8 6 16,-6 5 2-16,3 4-2 15,4 5-2-15,17 5-19 16,18 0-19-16,21 0-27 16,23 9 11-16,16 4 48 0,7-8-43 15,-12-3 21-15,-16-2 28 16,-25 0 6-16,-22-14 7 16,-21-7 62-16,-14-3 72 15,-14-3-54-15,-3-1-15 16,-11-1-35-16,-15 7-24 15,-10 5-16-15,-4 10 0 16,-1 7-4-16,4 0 0 16,7 15 2-16,9 9-14 15,9 5-3-15,11 3-1 0,1 1-1 16,21-1 2 0,17-3 8-16,12-7 3 0,5-10-2 15,2-9-3-15,-4-3 13 16,-9-7 0-16,-13-12 2 15,-9-4 1-15,-11 1 8 16,-4 1 5-16,-6 6-4 16,-1 3 7-16,0 7 0 15,0 1-12-15,0 4-7 16,0 0-5-16,0 0-23 16,8 10-19-16,4 9 45 15,9 5-1-15,12-1-12 16,16 2-9-16,15-7 6 15,8-9-5-15,0-9-14 16,-7-9-17-16,-14-22 54 0,-13-9 1 16,-8-9 7-1,-7-7 12-15,-6-4-10 0,-7-2 17 16,-10 2 3-16,-2-1 7 16,-23 4-18-16,-2 10 36 15,4 12 8-15,7 15-12 16,8 14-27-16,7 6-24 15,1 0-13-15,0 22-19 16,0 19 6-16,0 23 26 16,0 12 1-16,0 6-1 15,3 1-3-15,11-6-17 16,0-4-12-16,0-10-6 16,4-10-16-16,-3-14-74 15,-2-17-36-15,-5-18-140 0</inkml:trace>
  <inkml:trace contextRef="#ctx0" brushRef="#br0" timeOffset="7658.76">9562 7454 780 0,'0'0'0'16,"0"0"-15"-16,0 0 8 15,116-21 7-15,-52 16 0 16,10-1 0-16,-8-1 0 15,1 0 3-15,-12-1-3 16,-6 3 3-16,-10 4 11 16,-7 1-6-16,-9 0-2 0,-6 9-2 15,-4 10-2-15,-4 4 1 16,-3 6 8-16,-4 3-10 16,-2 1 2-16,0-2-3 15,0-2 0-15,0-7-10 16,0-9-77-16,10-13-85 15,11-7-299-15</inkml:trace>
  <inkml:trace contextRef="#ctx0" brushRef="#br0" timeOffset="7843.44">10250 7004 974 0,'0'0'4'15,"0"0"9"-15,0 0-13 16,0 0-60-16,0 0-26 16,0 0 55-16,36 81-132 15,-3-60-151-15</inkml:trace>
  <inkml:trace contextRef="#ctx0" brushRef="#br0" timeOffset="8892.22">10640 7331 788 0,'0'0'57'0,"0"0"-49"15,0 0-8-15,0 0-10 16,0 0 10-16,-14 97 3 16,8-59-1-16,3-3 0 15,2-3-1-15,-1-6 1 16,2-9-2-16,0-6 0 15,0-6-8-15,7-5-13 16,12 0 21-16,3-16 6 16,5-7-3-16,-6-1-1 0,-5 5 6 15,-7 4 12-15,-3 6 7 16,-3 6-10-16,4 3-17 16,1 0-4-16,7 0-3 15,7 4 5-15,8 9 1 16,6-1-8-16,10 1-9 15,8-2 9-15,8-8-9 16,4-3 10-16,-3 0 3 16,-7-17 4-16,-6-6 2 15,-6-10-1-15,-9-4 5 0,-10-1 1 16,-11 0 27 0,-13 0 0-16,-1 2-10 0,-13 6 12 15,-11 8-19-15,-3 5-7 16,2 14-9-16,1 3-4 15,1 12-1-15,2 21-6 16,3 10 5-16,7 7-7 16,8 8 5-16,3-3-11 15,9 1-9-15,19-7 15 16,3-9-13-16,1-11 6 16,-7-10-9-16,-4-9 3 15,-12-7 17-15,-3-3 9 16,-6 0 24-16,0 0 42 15,0 0-29-15,0 2-24 16,0 10-13-16,-15 17-16 0,-17 19 15 16,-11 24-1-16,-3 21 1 15,1 9 1-15,11-2 2 16,11-8 1-16,7-15-1 16,9-15-2-16,2-17 2 15,5-15-2-15,0-16 1 16,0-12 1-16,-4-2 19 15,-7-22 39-15,-5-18-56 16,-8-12 3-16,-7-9-5 16,-2-5 12-16,6 2 6 15,8 10-5-15,13 12-15 16,6 7-1-16,36 4-35 0,22-1-10 16,24-2 4-1,18 4-44-15,14-2-143 0,4-7-138 16</inkml:trace>
  <inkml:trace contextRef="#ctx0" brushRef="#br0" timeOffset="10156.56">12376 7038 392 0,'0'0'460'15,"0"0"-387"-15,15-74-24 16,-12 74-34-16,0 6-15 16,3 28-21-16,-2 26 16 15,-4 25 3-15,0 15 0 16,0 8 1-16,-13-1 1 15,-7-8 0-15,-2-13 3 16,-1-14-3-16,2-21 1 16,6-19 4-16,5-16-3 15,3-15 0-15,-6-1 23 16,-8-26 32-16,-9-20-54 16,-2-21-3-16,7-16-22 0,7-9-17 15,12-12-16-15,6 0 4 16,5 3-24-16,22 12 7 15,12 17 8-15,13 14 20 16,7 13-17-16,2 17 57 16,-6 14 8-16,-4 14 51 15,-6 11-22-15,4 22-18 16,1 8-13-16,-4 2 36 16,-7 1-19-16,-16-5-2 15,-18-2-7-15,-5-2 6 16,-14-3-11-16,-23-1-5 15,-14-1-2-15,-14-3 14 16,-11-3-6-16,5-3-10 16,10-4 4-16,17 0-4 0,19-2-28 15,17-4-69-15,8-3-64 16,19-3 38-16,23-5 57 16,15 0 56-16,12-6 10 15,8-6 80-15,4 3 11 16,-5 1 19-16,-12 7-26 15,-11 1-18-15,-14 0-40 16,-9 17-4-16,-6 4-10 16,-10 6-2-16,-7 2-6 15,-7 4-1-15,0-1-3 16,-18-3 3-16,-1-5 1 0,7-9 0 16,1-4-4-1,4-5 4-15,4-4 1 0,3-2-3 16,-3 0 9-16,3-12 4 15,0-14-15-15,6-13-35 16,28-7-41-16,8-5-50 16,3 2-8-16,-2 7 95 15,-8 6 39-15,-8 9 48 16,-10 10 50-16,-8 6 4 16,-5 7-40-16,-4 4-32 15,0 0-30-15,0 19-12 16,0 15 11-16,2 10 1 15,1 6 2-15,0 1-2 0,3 4 0 16,5-4 2 0,6-5 0-16,7-11-2 0,10-12 5 15,4-13-1-15,2-10 4 16,0-7-1-16,-2-19 0 16,-4-12-4-16,-7-7-3 15,-14-3-9-15,-13-5-19 16,-3-1-7-16,-29 1 9 15,-7 7 10-15,1 3 13 16,6 10 2-16,12 8-19 16,9 10-7-16,7 8 27 15,4 7 7-15,0 0-7 0,18 8-37 16,13 14 36 0,14 8 1-16,7 4 1 0,0 5 4 15,-4 1 3 1,-8 5 1-16,-11 2 11 0,-12 7 8 15,-11 9 7-15,-6 3-23 16,-13 9-3-16,-26 4 10 16,-10 5-14-16,-6-2 0 15,3-6 1-15,8-8-2 16,7-15-2-16,13-16 1 16,6-14-1-16,9-12-2 15,6-11-8-15,2-1-6 16,1-32 4-16,1-22-143 15,19-19-245-15</inkml:trace>
  <inkml:trace contextRef="#ctx0" brushRef="#br0" timeOffset="10956.55">13970 7489 873 0,'0'0'0'16,"0"0"-10"-16,0 0 7 16,0 0 3-16,0 0 3 15,0 0 2-15,90-45-4 16,-68 28 1-16,-1-4-1 16,-2-4 0-16,-6 1 4 0,-7-2-5 15,-6 1-7-15,-6 7-7 16,-20 4 8-16,-8 8-1 15,-4 6 5-15,-6 9-7 16,4 20 6-16,2 10 0 16,10 5-3-16,10 2-5 15,11 0 6-15,7 0-3 16,16-8 4-16,27-7-8 16,17-16 12-16,7-13 2 15,4-2 6-15,-5-21-6 16,-5-11-2-16,-6-6-7 15,-10 0 5-15,-7-1-6 0,-10 2-5 16,-3 0 10 0,-2 4 0-16,-5 1 2 0,-2 5 1 15,-5 6 5-15,-3 6 25 16,-5 5 13-16,-2 6-9 16,-1 3 3-16,0 1-21 15,0 0-7-15,0 0-9 16,0 0-2-16,0 0-5 15,0 1-2-15,0 16-4 16,-5 7 12-16,-7 8 2 16,3 8 0-16,1 4-1 15,3 5 0-15,5 5 0 16,0-3-3-16,22-5-32 16,18-14-5-16,23-18-21 0,12-14 11 15,14-5 13-15,-1-27 14 16,-6-10-41-16,-15-10 54 15,-13-5 10-15,-19-4 34 16,-16 0 10-16,-16-1-13 16,-3 2 2-16,-16 4 10 15,-7 10 4-15,2 13 14 16,7 13-2-16,8 13-8 16,0 7-51-16,-1 2-12 15,-2 29-39-15,-5 15 45 16,0 19 6-16,2 13-2 15,6 5 2-15,6-4-2 16,0-11-19-16,1-10-38 16,13-13-21-16,2-18-37 15,-2-16-112-15</inkml:trace>
  <inkml:trace contextRef="#ctx0" brushRef="#br0" timeOffset="11144.41">15268 7190 953 0,'0'0'0'15,"0"0"-5"-15,137-61-13 16,-76 47 9-16,-1-1 5 0,-6 1-3 16,-9 2 4-1,-6 2-3-15,-4-3-42 0,-4-4-130 16,-6-6-324-16</inkml:trace>
  <inkml:trace contextRef="#ctx0" brushRef="#br0" timeOffset="11341.73">13885 6814 869 0,'0'0'0'16,"0"0"-53"-16,0 0-2 0,97 0 48 15,-32 4-96 1,9-4-128-16</inkml:trace>
  <inkml:trace contextRef="#ctx0" brushRef="#br0" timeOffset="11804.32">16544 6975 541 0,'0'0'20'0,"0"0"-8"16,102-16-3-16,-30 13 30 16,13-3 7-16,10 3-9 15,6 0-7-15,0 0-15 16,-10-2-10-16,-15 3-5 15,-12-3-1-15,-19 1-90 16,-20-1-72-16,-22-4-213 16</inkml:trace>
  <inkml:trace contextRef="#ctx0" brushRef="#br0" timeOffset="11993.13">16910 7109 338 0,'0'0'91'0,"-28"81"24"16,10-26-39-16,3 2-39 16,2 1-22-16,5 2-10 15,5-2 2-15,3 0-2 16,0-4-5-16,11-10-45 16,16-16-129-16,10-16-296 15</inkml:trace>
  <inkml:trace contextRef="#ctx0" brushRef="#br0" timeOffset="12171.73">17431 7436 810 0,'0'0'55'0,"0"0"4"16,0 0-59-16,0 0-12 15,0 0 12-15,0 0 0 16,1 106 0-16,-1-62-23 15,6-3-26-15,9-8-90 16,3-16-145-16</inkml:trace>
  <inkml:trace contextRef="#ctx0" brushRef="#br0" timeOffset="12390.15">17824 6929 753 0,'0'0'173'15,"0"0"-156"-15,0 0-17 16,0 0-57-16,0 0-15 16,0 0 0-16,29 75-89 15,-29-34-239-15</inkml:trace>
  <inkml:trace contextRef="#ctx0" brushRef="#br0" timeOffset="12870.08">17920 7478 918 0,'0'0'13'16,"0"0"-13"-16,0 0-2 15,0 0 2-15,0 89 1 16,0-64-1-16,0-6-13 16,0-5-13-16,0-5-5 15,0-8-12-15,0-1 43 16,0-3-8-16,10-16 4 16,8-8-34-16,2-1 24 15,-2 1 14-15,-4 4 10 0,2 10 4 16,-7 7 6-16,2 6-20 15,-2 0-3-15,0 11-6 16,2 10 2-16,-1 4-6 16,2 5-34-16,6 1 2 15,1-2 34-15,-4-8-42 16,-3-10 12-16,-1-11 1 16,-4 0 40-16,4-17 41 15,4-10-6-15,3-7 16 16,1-3-3-16,1 1 7 15,-1 5-2-15,-3 9-8 16,-2 10-28-16,-1 10-17 16,0 2-4-16,4 6-8 0,-4 16 1 15,-1 7-31-15,-1 7-20 16,-1 6-11-16,2 0-26 16,0-5-36-16,0-10-141 15</inkml:trace>
  <inkml:trace contextRef="#ctx0" brushRef="#br0" timeOffset="13470.04">18646 7592 547 0,'0'0'102'16,"0"0"37"-16,0 0-75 0,0 0-19 15,0 0-33 1,0 0-4-16,72-84-1 0,-57 71-3 15,-5 1 0-15,4-5 1 16,-2 0-4-16,-7-3 1 16,-1 1-2-16,-4 0-3 15,0 3-4-15,-6 4 7 16,-13 7 0-16,-1 5-5 16,-10 6-1-16,-5 20-15 15,-1 6 12-15,1 7-2 16,6 6-6-16,6 2-5 15,16 2-29-15,7-6-5 16,40-7 5-16,25-13 15 0,15-12 23 16,11-11 8-1,-2 0-11-15,-2-17-42 0,-10-15-28 16,-14-6 35-16,-12-4-27 16,-8-1-16-16,-11 0 94 15,-9-1 7-15,-8 3-1 16,-6 1 0-16,-2 5 32 15,-2 6 52-15,-2 10 38 16,0 9-17-16,-2 10-75 16,-1 0-36-16,0 20-107 15,0 11 106-15,0 11 1 16,0 7 0-16,0-2 3 0,0-1 6 16,8-7 1-1,2-6 18-15,-1-8 24 0,-6-5-24 16,0-8-17-16,-2-4-2 15,-1-2-1-15,0-4-5 16,-15 0 0-16,-23-2-3 16,-13 0-42-16,-9 0-98 15,2 0-22-15,9 0-152 16</inkml:trace>
  <inkml:trace contextRef="#ctx0" brushRef="#br0" timeOffset="14051.98">20353 7738 336 0,'0'0'158'16,"0"0"-36"-16,0 0-8 15,0 0-2-15,0 0-61 0,0 0 1 16,16-73-23 0,-11 53-9-16,-4-4-12 0,-1-4-4 15,3-3-4-15,-1-6 0 16,1-2 0-16,0-3-4 15,0-5-11-15,0-1-13 16,-2 3-4-16,-1 4-29 16,0 8-21-16,0 13-20 15,0 9 43-15,0 10 18 16,0 1-5-16,0 14-43 16,-6 17 75-16,-12 8 14 15,-9 11 1-15,-8 1 12 16,-9 2 5-16,-2-3-2 15,0-7-1-15,4-2 11 16,5-9 5-16,10-6 29 0,9-5-23 16,6-4-5-1,9-2-18-15,3-7-4 0,17-1 15 16,29-7 2-16,36 0 13 16,27-11-26-16,22-17-14 15,20-4-39-15,7-7-71 16,3-5 40-16,-6-3-27 15,-15-6-41-15,-19-3-188 16</inkml:trace>
  <inkml:trace contextRef="#ctx0" brushRef="#br0" timeOffset="15251.75">21539 7152 186 0,'0'0'250'0,"0"0"-181"15,0 0-9-15,0 0-18 16,0 0 0-16,0 0-14 15,-55 93-9-15,55-71-3 16,22-4 9-16,2-4 18 16,1-7-18-16,-8-7-6 15,-4 0-5-15,-6 0 0 16,1-7 7-16,-2-6-20 16,-6-2-1-16,0-3-9 15,0 1-9-15,-18 2 6 16,-12 7-2-16,-4 8 6 15,-8 0 5-15,2 25-3 16,-2 8-1-16,2 11 4 0,4 7 0 16,2 7 1-16,7 2-1 15,18 4 3-15,9-5-1 16,43-9-4-16,30-19-50 16,25-16 39-16,10-15 13 15,1-3-37-15,-6-19-4 16,-15-11 23-16,-18-2 21 15,-15-2 40-15,-15 0 5 16,-15 4-12-16,-11 0-3 16,-12 4-8-16,-2 5 9 15,-3 5-17-15,-8 10 0 16,5 6 6-16,-3 3-18 16,-8 4-2-16,-5 19-8 0,-9 10 4 15,0 7 4-15,2 7-1 16,9 6 1-16,9-1-1 15,11-4 1-15,0-10 0 16,12-13-1-16,9-10 1 16,3-15 3-16,1 0 9 15,5-15 14-15,2-12-16 16,-2-2-8-16,-5-7 1 16,-9 0-3-16,-7-3-4 15,-8 5 3-15,-1 2-4 0,-7 2-21 16,-18 5-22-1,1 3-50-15,6 5 28 16,11 5 17-16,7 0-22 0,20 4-101 16,18-2-54-1,9 1 153-15,5-1 77 0,2 1 88 16,0-3 30-16,-3 0-9 16,-8 0-21-16,-10 0-25 15,-9 0 27-15,-14 2 17 16,-4 0 1-16,-5 3-73 15,-1 2-8-15,0 2-6 16,0 3-14-16,0 0-7 16,0 8-29-16,0 18-5 15,-7 15 32-15,-9 10-2 16,-4 8 3-16,7-2 1 16,1-6 1-16,11-5 7 15,1-7 2-15,0-8 1 0,0-7-2 16,0-8 1-1,0-7 0-15,0-4-4 0,0-3-1 16,-2-2-2-16,1 0-1 16,-4 0-2-16,-4 0-5 15,-9 0-6-15,0-7-27 16,-3-8-49-16,9 1-9 16,8-1-8-16,4 1 44 15,22-3-38-15,24 1-57 16,12-2 88-16,11-6 26 0,1 0 41 15,2-5 88 1,-4-1 62-16,-6-5-59 0,-9-1 49 16,-14-3-92-16,-11 0 57 15,-9 0-15-15,-9 3-50 16,-6 6 3-16,-2 4-5 16,-2 11 7-16,0 7-24 15,0 8-19-15,-2 2-2 16,-15 27-17-16,-13 16 9 15,-8 19 8-15,-5 11-1 16,0 4 1-16,7 1-2 16,11-10-14-16,11-8-17 15,13-12-7-15,1-14-15 16,6-14-16-16,17-11-50 16,7-11-47-16,5-4-201 0</inkml:trace>
  <inkml:trace contextRef="#ctx0" brushRef="#br0" timeOffset="15718.47">22565 7449 624 0,'0'0'11'0,"0"0"68"16,0 0 15-16,0 0-74 15,0 0 16-15,97-32-12 16,-47 30-6-16,13 0-4 15,9-1-4-15,4 1-8 16,-1 0 1-16,-8-4-6 16,-6 1 3-16,-9-4-3 0,-12-2 2 15,-7 0-7-15,-6-3-2 16,-8 3-10-16,-7-3 5 16,-5 7 10-16,-2 0-6 15,-5 4 11-15,0 3 1 16,0 0 4-16,0 0 1 15,0 0-5-15,0 3-2 16,-1 19 0-16,-16 12 1 16,2 9 8-16,-4 0-3 15,7-1 0-15,0-6-1 16,5-9-3-16,2-6 0 0,1-7 1 16,0-3-1-16,3-4 1 15,-3-3-2-15,1 1 1 16,-5-2 0-16,-9 2 1 15,-11 1 1-15,-16 3-3 16,-10 2-12-16,-2 6-38 16,5 0-86-16,8-3-97 15,17-6-242-15</inkml:trace>
  <inkml:trace contextRef="#ctx0" brushRef="#br0" timeOffset="15885.85">23358 7643 933 0,'0'0'62'15,"0"0"-7"-15,0 0-4 16,0 0-37-16,0 0-14 16,0 0-43-16,3-61-59 15,-25 65-120-15,-6-3-147 16</inkml:trace>
  <inkml:trace contextRef="#ctx0" brushRef="#br0" timeOffset="17098.69">9178 8893 551 0,'0'0'94'16,"0"0"9"-16,0 0-32 15,0 0-56-15,0 0-15 16,-110-26-6-16,45 60 5 15,-5 9-2-15,1 10 0 16,16 8 1-16,11 9 2 16,21 9 1-16,14 2-1 15,7-5-2-15,27-12-38 16,30-17-19-16,29-21 6 16,26-26 26-16,21-15-22 0,14-35 1 15,2-21-8-15,-6-16 0 16,-17-5 56-16,-25 2 9 15,-24 6 51-15,-28 11 18 16,-19 8 19-16,-19 6 5 16,-11 9-19-16,0 18-9 15,0 12-11-15,-7 14-27 16,4 6-36-16,-3 4-3 16,0 23-23-16,-4 15 24 15,1 14-1-15,3 9 3 16,3 6-16-16,3 3-10 15,4-2-6-15,18-6-35 16,7-10 20-16,4-18-25 0,-1-16-50 16,3-15-2-16,-2-7 39 15,-4-11 36-15,-5-16 18 16,-6-7 31-16,-4-2 116 16,-7 1 38-16,-2 3-1 15,-4 15-29-15,-1 6-74 16,0 8-26-16,0 3-23 15,3 0-1-15,4 14-22 16,4 11 7-16,3 11 12 16,3 3-12-16,4-2-8 15,-3-1-10-15,0-5-51 16,-11-11-88-16,-7-10-242 0</inkml:trace>
  <inkml:trace contextRef="#ctx0" brushRef="#br0" timeOffset="17310.02">10537 9319 123 0,'0'0'720'15,"0"0"-642"-15,0 0-25 16,0 0-25-16,0 0-27 15,0 0-1-15,4-40-22 0,1 40-52 16,-2 0-211 0,-1 0-226-16</inkml:trace>
  <inkml:trace contextRef="#ctx0" brushRef="#br0" timeOffset="17767.26">11360 8863 771 0,'0'0'32'16,"0"0"13"-16,0 0-38 15,0 0-7-15,0 0-15 16,0 0 14-16,-22 62 1 16,22-9 1-16,0 8-1 15,22 6-12-15,13-4-27 16,8-9-33-16,4-19 22 16,-3-17 36-16,-8-8 12 15,-13-3 2-15,-8-6 21 16,-10 1 22-16,-4 1-6 15,-1 1-12-15,0 4-17 16,0 5-5-16,0 7 1 0,-14 1 2 16,0 2 4-1,-4-5-8-15,5-5 1 0,-2-4 0 16,4-6 1-16,-4-1 5 16,-6-2-1-16,-2 0-8 15,0-5-2-15,4-17-91 16,1-11-221-16</inkml:trace>
  <inkml:trace contextRef="#ctx0" brushRef="#br0" timeOffset="17970.08">11530 8765 947 0,'0'0'10'0,"0"0"-8"15,0 0-2-15,118-41-1 16,-60 32 1-16,12 1-4 16,17 3 4-16,10 5 0 15,6 0-70-15,-8 0-145 16,-18 0-348-16</inkml:trace>
  <inkml:trace contextRef="#ctx0" brushRef="#br0" timeOffset="18186.24">12164 9472 763 0,'0'0'0'0,"0"0"0"15,18 79 2-15,-14-40 6 16,-4 5-3-16,0-1 0 15,-13 3-1-15,-20 0-4 16,-10-4-55-16,-8-9-116 16,6-11-323-16</inkml:trace>
  <inkml:trace contextRef="#ctx0" brushRef="#br0" timeOffset="18569.97">12991 8857 829 0,'0'0'14'15,"0"0"32"-15,0 0-25 16,0 0-14-16,0 0-6 16,0 0-1-16,16-26-2 15,3 26-3-15,17 7 5 16,15-1 0-16,13 2 4 15,4-3-4-15,4-2-9 16,1-2-37-16,-3-1-21 16,-13 0-87-16,-17 0-154 15</inkml:trace>
  <inkml:trace contextRef="#ctx0" brushRef="#br0" timeOffset="18748.55">13239 8922 509 0,'0'0'91'16,"0"0"-83"-16,-69 120 28 16,34-48-6-16,1 7-14 15,2 4-6-15,12 8-6 16,5 3 1-16,6 1-5 16,1-16-113-16,5-24-323 15</inkml:trace>
  <inkml:trace contextRef="#ctx0" brushRef="#br0" timeOffset="18998.14">13608 9549 826 0,'0'0'65'15,"0"0"-30"-15,0 0-31 16,0 0-4-16,0 0-8 16,0 88 8-16,-9-38 5 15,2 10-5-15,-2 6 3 16,4 2-3-16,-4 2-6 16,0-18-125-16,-1-21-412 0</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4:21:26.260"/>
    </inkml:context>
    <inkml:brush xml:id="br0">
      <inkml:brushProperty name="width" value="0.05292" units="cm"/>
      <inkml:brushProperty name="height" value="0.05292" units="cm"/>
      <inkml:brushProperty name="color" value="#FF0000"/>
    </inkml:brush>
  </inkml:definitions>
  <inkml:trace contextRef="#ctx0" brushRef="#br0">8493 11500 163 0,'0'0'75'16,"0"0"2"-16,0 0-4 15,0 0-25-15,0 0-15 16,0 0-8-16,0 0-8 15,-12-40-2-15,11 36-2 0,1 3 6 16,0 0-4-16,0 0-2 16,0-1 2-16,-2-1-1 15,2 2 8-15,0-1 0 16,0 2-10-16,0 0-8 16,0 0-4-16,0 0-2 15,0 0-5-15,0 8-8 16,0 12 10-16,0 13 5 15,0 12-4-15,-1 10 0 16,-5 11 4-16,-3 16 7 16,0 5 12-16,3 9-6 15,1 1 4-15,5-5-5 16,0-9-8-16,0-9 2 16,0-10-4-16,6-16-2 0,-1-13 0 15,-2-12 1-15,-1-11 1 16,-1-5 0-16,-1-7-1 15,0 0 6-15,0 0 8 16,0 0 0-16,0 0-15 16,0-11-106-16,-12-16-310 15</inkml:trace>
  <inkml:trace contextRef="#ctx0" brushRef="#br0" timeOffset="1034.73">8553 11350 163 0,'0'0'10'15,"0"0"-10"-15,0 0 3 0,0 0 6 16,0 0 9 0,0 0-10-16,-24 14 51 0,47-14 21 15,6 0-10 1,6 0-21-16,6 0-20 0,4 0-6 16,13-3-10-16,11 0-7 15,13-1-2-15,12-3-1 16,12-3-3-16,6-3 1 15,1-1 0-15,-3 1-1 16,-13 3-1-16,-13 2 1 16,-17 1 0-16,-12 4 3 15,-16 2-3-15,-12 1 1 16,-14-2 7-16,-7 2 1 16,-3 0 9-16,-3 0 41 0,0 0-13 15,0 0-29-15,0 0-14 16,0 0-3-16,-6 0 0 15,-1 0-2-15,4 0-1 16,0 0 2-16,1 0-1 16,1 0 2-16,-1 0-1 15,1 3 2-15,-2 0-2 16,3 1-1-16,-2 3 1 16,0 2 0-16,0 0 1 15,2 3-2-15,-1 3 1 16,-1 7-1-16,0 6 2 15,1 9-2-15,0 13 2 16,1 11 5-16,0 11 8 0,0 15 10 16,1 11-3-16,14 8-5 15,3 2-2-15,4 0-2 16,2-3 1-16,-2-7-7 16,-1-11-4-16,-1-12 0 15,-2-12 0-15,-4-12 0 16,-3-12 2-16,-3-11-3 15,-3-11 1-15,-2-11 1 16,-3-3-2-16,0-3 11 16,0 0 20-16,0 0-10 15,0-6-14-15,0-14-7 16,0-2-49-16,0-6-73 16,3-2-166-16</inkml:trace>
  <inkml:trace contextRef="#ctx0" brushRef="#br0" timeOffset="2120.27">8539 12739 343 0,'0'0'83'15,"0"0"-43"-15,0 0-21 0,0 0-6 16,0 0 13-16,0 0 3 15,0-1 11-15,0 1 8 16,0 0-19-16,0 0-17 16,0 0-8-16,8 0-3 15,11 0 4-15,9 0 7 16,12 0 2-16,15 0 4 16,15 0-4-16,18 0-2 15,13 0-5-15,17-9-3 16,4-2-2-16,-1 0-1 15,-3 0 0-15,-15 0-1 16,-13 3 0-16,-16 2-1 16,-17-1 1-16,-17 3 2 0,-13 0-2 15,-14 2 1-15,-5 2 1 16,-5 0-2-16,-3 0 0 16,0 0 0-16,0 0-2 15,0 0-19-15,0 0-12 16,0 0 3-16,0 0 2 15,0 0 9-15,0 0-25 16,0 0-22-16,0 0-4 16,-3 3 30-16,-12 0-133 15</inkml:trace>
  <inkml:trace contextRef="#ctx0" brushRef="#br0" timeOffset="2281.94">9791 12755 541 0,'0'0'52'0,"0"0"26"16,0 0 15-16,0 0-24 15,0 0-69-15,0 0-22 16,-24 17-143-16,-5-14-160 16</inkml:trace>
  <inkml:trace contextRef="#ctx0" brushRef="#br0" timeOffset="3447.56">8717 11964 556 0,'0'0'202'16,"0"0"-117"-16,0 0-35 15,0 0-31-15,0 0-19 16,0 0-2-16,0-20-8 15,0 40 4-15,0 5 5 16,4 8 1-16,4 3 0 16,3 3 1-16,-3 2-1 0,1-3 0 15,-2-5-25-15,1-7-4 16,3-10-27-16,-5-7 17 16,0-8-10-16,1-1 34 15,0-4 15-15,4-18 13 16,3-4-11-16,-1-1 6 15,-1 5 9-15,-2 5 22 16,-4 11 2-16,0 3-33 16,3 3-8-16,9 0-4 15,3 1 2-15,5 12-6 16,3 2 5-16,0 2-5 0,-4 0-5 16,-1-4 6-1,-5-2-7-15,-6-8-4 0,0-3 5 16,-2-1 13-16,0-21 5 15,2-8 3-15,-2-9 9 16,-8-1 7-16,-3-1 8 16,-3 5-1-16,-20 5-3 15,-5 9-21-15,0 7-7 16,5 10-2-16,7 5-22 16,7 0-30-16,9 2-66 15,0 16 5-15,9 0 24 16,18-4-49-16</inkml:trace>
  <inkml:trace contextRef="#ctx0" brushRef="#br0" timeOffset="3913.57">9439 11853 695 0,'0'0'35'15,"0"0"74"-15,0 0-30 16,0 0-30-16,0 0-37 15,0 0-12-15,-33-24-18 16,44 62 18-16,2 13 0 16,0 6 0-16,-4 3 1 15,-4-1 1-15,2-7-2 16,-2-14-5-16,-1-15-11 16,1-12 1-16,-5-8 0 0,3-3 15 15,1-20 0-15,2-19 0 16,2-11-68-16,-3-11 52 15,-5 0 4-15,0 1 3 16,0-1 9-16,0 8 3 16,-4 8 0-16,4 10-3 15,0 9 0-15,12 12-5 16,6 7-1-16,0 7 4 16,-2 0-4-16,1 21-4 15,-4 5 3-15,-4 9 7 16,-8 2 1-16,-1 5 4 15,-6 1 4-15,-17-3 9 16,-6-3-1-16,-5-7-2 0,-5-5-5 16,-8-8-1-16,-6-3-5 15,-2-5 1-15,6-3-5 16,13-6-20-16,15 0-43 16,21-7-131-16</inkml:trace>
  <inkml:trace contextRef="#ctx0" brushRef="#br0" timeOffset="4093.96">9518 12022 658 0,'0'0'74'0,"0"0"23"0,0 0-62 16,0 0-35-16,0 0-29 15,0 0-172-15,-25 37-18 16</inkml:trace>
  <inkml:trace contextRef="#ctx0" brushRef="#br0" timeOffset="4934.87">9311 11818 216 0,'0'0'58'0,"0"0"4"0,0 0-38 16,0 0 13-16,0 0-30 15,0 0 4-15,7-53-4 16,8 39-1-16,4-1-2 16,1 4 9-16,-1 1 38 15,-4 5-45-15,0 0-5 16,-4 5-1-16,-4 0-1 16,2 5-12-16,-6 12-48 15,-3 4-27-15,0 2-76 16</inkml:trace>
  <inkml:trace contextRef="#ctx0" brushRef="#br0" timeOffset="5113.51">9441 11860 524 0,'0'0'85'0,"0"0"37"15,0 0-72-15,0 0-50 16,0 0-114-16,0 0-38 16,-20 48 19-16</inkml:trace>
  <inkml:trace contextRef="#ctx0" brushRef="#br0" timeOffset="21678.72">8169 13075 160 0,'0'0'81'16,"0"0"20"-16,0 0-17 15,0 0-21-15,0 0 24 16,3-78-39-16,-3 64 12 0,0 2-19 16,0 0-8-1,0 3-5-15,0 0 0 0,0 2-17 16,0 4-5-16,2 0 3 15,-2 3 7-15,0 0-8 16,0 0-8-16,0 0-2 16,0 0 0-16,0 0-5 15,0 9-2-15,0 12 5 16,0 10 0-16,0 6 4 16,-3 9 0-16,-10 0 0 15,-1 4 2-15,1-1-1 16,1-8 0-16,3-4 1 15,2-8-2-15,4-9-2 16,1-4 2-16,2-4-4 16,0-4 3-16,0-2-1 0,0-3-1 15,2 0-2-15,8-1-3 16,8-2 2-16,13 0 6 16,11 0 0-16,7-11-6 15,3 0-15-15,-3 2 14 16,-7 1 1-16,-6 0 4 15,-7 4-2-15,-6 0 4 16,-6 1 0-16,-5 0 0 16,-6 3 0-16,-5 0 2 15,-1 0 0-15,0 0 0 16,0 0 0-16,0 0-2 16,0 0-11-16,0 0-69 0,0 0-43 15,0 0-144-15</inkml:trace>
  <inkml:trace contextRef="#ctx0" brushRef="#br0" timeOffset="21928.01">8687 13355 524 0,'0'0'146'15,"0"0"-48"-15,0 0-42 0,0 0-25 16,0 0-23-16,0 0-8 16,-28 73 0-16,3-31 3 15,2 3-3-15,-4 4 0 16,1 2-10-16,0 4-57 16,2-7-105-16,5-7-200 15</inkml:trace>
  <inkml:trace contextRef="#ctx0" brushRef="#br0" timeOffset="22730.34">9114 13121 620 0,'0'0'95'0,"0"0"14"16,0 0-70-16,0 0-39 16,0 0-11-16,0 0 10 15,-32 89 1-15,16-38 0 16,1 2 1-16,2-4 0 16,4-4-1-16,3-11 3 15,4-10-2-15,2-11-1 16,0-8 0-16,0-5 0 15,0 0 3-15,3-20 9 16,14-14-12-16,4-9-21 16,1-3 5-16,-5-2-16 15,-7 2-15-15,-5 6 1 0,-3 5 40 16,0 10 6 0,1 7 8-16,-2 7 17 0,1 5 24 15,-2 6-37-15,6 0-12 16,1 11-9-16,-1 12 7 15,5 5-1-15,-2 5 3 16,-1-4 1-16,1-1 0 16,-1-9 1-16,2-5 2 15,-1-7-4-15,-2-7 0 16,3 0 0-16,8-13 6 16,1-14 0-16,-1-7-5 15,0-3 0-15,-6-1 1 16,-1 1 0-16,-1 3-2 15,-3 5 4-15,0 7-1 16,2 8-3-16,-3 4 0 0,-1 8-1 16,-1 2-1-16,1 0 0 15,2 13-5-15,-2 10 3 16,-1 15 4-16,-4 6 5 16,0 5-1-16,0 3 8 15,-9 0-7-15,-3-2 1 16,3-6-4-16,0 0-2 15,1-7-24-15,3-6-42 16,1-12-92-16,4-17-267 16</inkml:trace>
  <inkml:trace contextRef="#ctx0" brushRef="#br0" timeOffset="22944.53">9568 13332 801 0,'0'0'51'16,"0"0"-51"-16,0 0-8 16,0 0 7-16,0 0 1 15,0 74 3-15,0-50-3 16,-6 2 2-16,-1 2 0 16,0 0-2-16,2-1-20 15,0-2-87-15,4-13-98 16</inkml:trace>
  <inkml:trace contextRef="#ctx0" brushRef="#br0" timeOffset="23345.16">9782 13020 695 0,'0'0'53'0,"0"0"12"0,0 0-50 16,0 0-12 0,0 0-3-16,0 0-1 0,14-11-2 15,-10 31 2-15,1 8 1 16,-3 8 3-16,-2 8 2 15,0 6 0-15,-2 4-1 16,-12 2 5-16,2 2-7 16,0-5 4-16,8-6-3 15,4-8-2-15,0-8 1 16,9-14 2-16,16-8-3 16,11-9 0-16,13-2-1 15,15-22-12-15,6-8-28 16,3-5-34-16,-6 2-23 15,-8 3 31-15,-14 1-3 0,-10 1-109 16</inkml:trace>
  <inkml:trace contextRef="#ctx0" brushRef="#br0" timeOffset="23596.47">9748 13041 706 0,'0'0'6'15,"0"0"27"-15,0 0-10 16,0 0-20-16,0 0 9 0,0 0-3 16,77-73 2-16,-44 59-6 15,8 2-4-15,8 1-1 16,4 2-25-16,5 1-77 15,1-3-73-15,-10 1-159 16</inkml:trace>
  <inkml:trace contextRef="#ctx0" brushRef="#br0" timeOffset="23797.27">9802 13096 334 0,'0'0'48'15,"0"0"-2"-15,0 0-13 0,0 0 1 16,-20 75 20-16,38-67 3 16,9-2-4-16,9-6-8 15,5 0 20-15,6-9-40 16,2-5-21-16,-1 2-4 16,-1-3-66-16,-9-2-108 15</inkml:trace>
  <inkml:trace contextRef="#ctx0" brushRef="#br0" timeOffset="24425.94">8000 13994 238 0,'0'0'189'15,"0"0"-130"-15,0 0-9 16,0 0-32-16,0 0-13 16,0 0-2-16,31-2 27 15,20-3 37-15,25-5-8 16,18-3 4-16,19-3-28 0,14 1-15 16,15-1-9-1,23 1-6-15,17-4-3 0,16 2 0 16,3-3-2-16,-9-1-2 15,-16 4-9-15,-21-3 3 16,-22 3-3-16,-20-2 11 16,-19 0 1-16,-22 4-1 15,-20 4 3-15,-24 3-3 16,-17 5 1-16,-11 3-1 16,-15 0-125-16,-30 5-96 15</inkml:trace>
  <inkml:trace contextRef="#ctx0" brushRef="#br0" timeOffset="24579.36">10374 13754 679 0,'0'0'124'15,"0"0"-90"-15,0 0-34 16,0 0-75-16,0 0-185 15</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4:22:25.103"/>
    </inkml:context>
    <inkml:brush xml:id="br0">
      <inkml:brushProperty name="width" value="0.05292" units="cm"/>
      <inkml:brushProperty name="height" value="0.05292" units="cm"/>
      <inkml:brushProperty name="color" value="#FF0000"/>
    </inkml:brush>
  </inkml:definitions>
  <inkml:trace contextRef="#ctx0" brushRef="#br0">12859 4572 0 0,'0'0'374'0,"0"0"-306"16,0 0 3-16,0 0-71 16,0 0 115-16,0 0-32 15,0 0-58-15,-3-54-22 0,3 43 8 16,0 0-7-16,3 1-1 15,-2 2 12-15,1 1 13 16,-2 3-4-16,2 3-5 16,-2 1-8-16,0 0 1 15,0-2-5-15,0 2-6 16,0 0-1-16,0 0 0 16,0 0-6-16,1 0-6 15,4 11-35-15,2 9 34 16,-1 8 8-16,0 5 5 15,-1 4 0-15,-1 5-2 16,2-6 4-16,3-4 0 0,3-11-2 16,7-7 1-16,8-11-1 15,22-3 4-15,21-34 4 16,24-19 11-16,21-12-6 16,12-9-7-16,-2 1-5 15,-7 5-1-15,-10 7 2 16,-14 6 1-16,-15 10-1 15,-15 9 1-15,-18 5 2 16,-18 12 3-16,-11 6 15 16,-11 6-3-16,-5 5 7 15,-1 0-18-15,0 2-4 16,0-1-4-16,0 1 0 16,0 0-1-16,0 0-5 15,0 0-20-15,-1 10-70 16,-10 12-1-16,-1-2-96 0,6-11-167 15</inkml:trace>
  <inkml:trace contextRef="#ctx0" brushRef="#br0" timeOffset="166.47">14224 4195 491 0,'0'0'68'0,"0"0"75"15,0 0-39-15,0 0-60 16,0 0 2-16,0 0-46 16,-21-17-33-16,18 38-187 0,-1 1 71 15,-4-2-344-15</inkml:trace>
  <inkml:trace contextRef="#ctx0" brushRef="#br0" timeOffset="124813.26">21150 7017 223 0,'0'0'88'0,"0"0"10"16,0 0-27-16,0 0-25 16,13-75-7-16,-13 64 11 15,4 2-42-15,-2 3 1 16,-2-1 2-16,0 2 12 16,1 0 6-16,-1 1-21 15,0-1 29-15,0 3-22 16,0 0 2-16,0 1 17 15,0 1-14-15,0 0-11 16,0 0-9-16,0 0-4 16,0 0-6-16,0 12-14 15,0 7 18-15,0 6 3 0,0 4 2 16,0 3 1-16,0-1 0 16,0-3-2-16,0-3-2 15,2-4 2-15,4-5 0 16,-1-3-2-16,4-5 3 15,2-3 1-15,4-5 3 16,9 0 3-16,13-13 0 16,17-19-1-16,17-11-1 15,13-16-2-15,13-14-2 16,6-7 2-16,-3 1 1 16,-6 4 2-16,-10 14 12 15,-14 8-9-15,-11 11-2 0,-13 11-2 16,-11 9-4-1,-14 7 0-15,-8 5 0 0,-7 6 0 16,-5 3 0-16,-1 1 0 16,0 0-13-16,0 0-67 15,0 10-12-15,-7 10 64 16,-16 6-55-16,-5-6-83 16</inkml:trace>
  <inkml:trace contextRef="#ctx0" brushRef="#br0" timeOffset="124998.21">22283 6585 565 0,'0'0'25'0,"0"0"66"15,0 0-11-15,0 0-80 16,0 0-58-16,0 0-68 15,-56 67-30-15,30-46-258 16</inkml:trace>
  <inkml:trace contextRef="#ctx0" brushRef="#br0" timeOffset="171815.35">21112 10902 210 0,'0'0'98'0,"0"0"18"16,0 0-67-16,0 0-4 15,0 0-12-15,0 0 37 16,0 0-17-16,0-68 0 16,0 60-17-16,0 1 6 15,0 0-12-15,0 0-2 16,0 5-13-16,0-1-10 16,-1 3 9-16,1 0-8 15,0 0-1-15,0 0 2 0,0 0-7 16,-2 0 0-1,2 0 0-15,0 0-2 0,0 0-3 16,0 7-7-16,0 10 9 16,0 6 1-16,0 7-3 15,3 1 5-15,0 3-2 16,2-4 4-16,-2-3-2 16,1-4 0-16,2-6-2 15,0-6 2-15,3-4 0 16,6-4-1-16,13-3 2 15,17-13 5-15,28-22 0 16,30-17-3-16,21-15-3 16,19-9 0-16,2-6 1 0,-7 2-1 15,-11 7 2 1,-19 6 2-16,-21 12-1 0,-19 13 1 16,-19 8 8-16,-15 10 0 15,-13 6-10-15,-5 6-1 16,-10 6-2-16,-3 1 1 15,-1 5-1-15,-2 0-9 16,0 0-10-16,0 0-15 16,0 7-17-16,-6 13 14 15,-13 12-6-15,-11 4-79 16,-6-10-111-16</inkml:trace>
  <inkml:trace contextRef="#ctx0" brushRef="#br0" timeOffset="-197373.2">20135 15087 24 0,'0'0'67'15,"0"0"-21"-15,0 0 12 16,0 0-20-16,0 0-2 16,0 0 29-16,0 0-54 0,0 0 14 15,0-28 5 1,0 26 22-16,0-1-22 0,0-2 2 16,0 4-21-16,0-2-8 15,0 2 1-15,0-1 8 16,0 0 5-16,0-1-1 15,0 0 9-15,0 0 2 16,0 0 18-16,0 0-8 16,0 0-17-16,0-1 12 15,0 1 0-15,0 0-8 16,0 2-1-16,0 1-15 16,0 0-6-16,0 0-2 15,0 0-4-15,2 3-2 16,4 11 1-16,0 6 3 15,0 2-2-15,1 3 4 0,-3 3 2 16,-1-1-1-16,2-2 1 16,-1-3-2-16,3-6 0 15,-2-5 0-15,3-5 0 16,3-6 2-16,14 0-1 16,15-26 4-16,20-17 1 15,20-12-6-15,16-10 0 16,14-5 0-16,6-2 0 15,-2 2 0-15,-9 9 0 16,-8 11 11-16,-16 11-1 16,-15 8 16-16,-20 11-11 15,-13 5-6-15,-12 6-4 0,-8 4-2 16,-7 4-1-16,-6 1-2 16,0 0-2-16,0 0-1 15,0 0-12-15,0 0-24 16,-9 11-22-16,-10 8 6 15,-10-5-116-15,1-8-298 16</inkml:trace>
  <inkml:trace contextRef="#ctx0" brushRef="#br0" timeOffset="-197197.6">21275 14730 538 0,'0'0'51'0,"0"0"8"16,0 0-3-16,0 0-43 16,0 0-13-16,0 0-7 15,-51 74-108-15,30-53-216 16</inkml:trace>
  <inkml:trace contextRef="#ctx0" brushRef="#br0" timeOffset="-181005.17">21795 14376 30 0,'0'0'76'15,"0"0"-58"-15,0 0 62 16,0 0-65-16,0 0 16 16,0 0-17-16,0 0-12 15,0 0 11-15,0 0-4 16,0-18-2-16,0 18-1 15,0 0 2-15,0 0 6 16,0-1 8-16,0 1 5 16,0 0-7-16,0-2 7 15,0 1 6-15,0-1-3 16,0 0 12-16,0-1-5 16,-1 3-5-16,1-3-8 0,0 0 8 15,0 0 0-15,0-2-1 16,0-1 11-16,0 0-19 15,0-1-11-15,0-2-3 16,0 3 11-16,0-1-13 16,0 4 1-16,1-2-7 15,-1 4 4-15,0 1 2 16,0 0-5-16,0 0 2 16,0 0-4-16,0 0 0 15,0 0-6-15,5 8-1 16,-4 14 3-16,1 9 0 15,-2 8 4-15,0 5 0 0,-5 4 0 16,-10-1 0-16,5-7 3 16,0-4-1-16,2-9-1 15,5-9-1-15,2-9 0 16,-1-3-3-16,2-5-4 16,0-1 7-16,0-4 3 15,0-18-3-15,6-12-20 16,3-4-21-16,0-4 20 15,-5 1-6-15,1 2-23 16,-2 4 8-16,3 5-7 16,4 6 31-16,-2 4 11 15,1 6 7-15,2 3 7 16,-2 7 7-16,4 4 4 16,0 0-16-16,-1 3 1 15,1 11-2-15,-1 3 0 0,-1 3 4 16,0 0-4-16,-2 1 0 15,1-1 1-15,-3-3-2 16,-1-3-11-16,-2-4-15 16,-2-6 0-16,-1-4-2 15,-1 0 28-15,0-4 1 16,0-14 3-16,0-7-4 16,4-1 1-16,3-4 1 15,5 0 6-15,-1 3 15 16,7 6-1-16,1 4 13 15,0 6 0-15,3 7 2 16,-1 4-16-16,1 0-13 0,1 12 1 16,-5 12 8-1,-3 8-4-15,-6 11 5 0,-5 6-7 16,-4 2-6-16,0 4-1 16,0-2-3-16,-1-4-1 15,-5-7-42-15,-2-9-32 16,0-4-30-16,7-10-14 15,1-11-87-15</inkml:trace>
  <inkml:trace contextRef="#ctx0" brushRef="#br0" timeOffset="-180391.73">22481 14512 362 0,'0'0'73'0,"0"0"58"0,27-75-27 15,-27 63-41 1,0 5-11-16,0 3-17 0,0 3-27 15,-1 1-8-15,-8 0-4 16,-9 12 2-16,-1 9 0 16,-1 2 1-16,1 5 1 15,4 1-1-15,5 4 0 16,1-1-8-16,8-3-15 16,1-4 0-16,0-6-11 15,6-7 0-15,12-6 1 16,2-6 16-16,2 0 12 15,0-6-11-15,1-8-22 0,-5-3 9 16,-5 0 25 0,-2 0 5-16,-7 2 26 0,-1 2 41 15,0 6-9-15,0 3 5 16,9 4-41-16,10 0-22 16,12 0 0-16,13 7 0 15,10 5 0-15,-3-2 0 16,-1 1 0-16,-8-8-9 15,-9-3 6-15,-7 0 3 16,-5-17 0-16,-2-13 6 16,-3-6-2-16,-2-10-3 15,-3-3 0-15,-13-4-1 16,-1 2 0-16,-12 0-4 16,-22 3-1-16,-6 6 4 15,-8 7 1-15,5 12 18 0,11 11 2 16,16 10 6-16,15 2 5 15,1 14-31-15,6 18 0 16,11 14 0-16,5 10 3 16,4 6 1-16,3 8 4 15,-3 0-3-15,0 1-4 16,-6-8-1-16,-1-10 0 16,0-12-21-16,-4-13-22 15,1-8-1-15,-7-12-35 16,-3-8-85-16,-6-7-177 15</inkml:trace>
  <inkml:trace contextRef="#ctx0" brushRef="#br0" timeOffset="-179974.2">22935 14393 137 0,'0'0'552'0,"0"0"-531"16,0 0 7-16,0 0-5 15,85 20-6-15,-60 4 14 16,3 2-12-16,-1 3-3 16,3 2-7-16,-3 0-5 0,-3-3-1 15,-8-2-3 1,-5-6 0-16,-8-6-17 16,-3-8-8-16,0-2-5 0,0-4-19 15,0 0 19-15,4-14 27 16,1-11-88-16,5-10 42 15,1-4 49-15,8 0 3 16,1 0 29-16,3 8-1 16,3 6-17-16,-1 11 2 15,-1 5 11-15,-5 7 1 16,1 2-19-16,-4 3-2 16,-1 17-2-16,-3 7 1 15,0 2 0-15,-5 5-1 16,-4-1-2-16,-3-1-3 15,0-3-8-15,0-7-60 0,-7-10-85 16,-6-12-302 0</inkml:trace>
  <inkml:trace contextRef="#ctx0" brushRef="#br0" timeOffset="-179828.94">23384 14145 621 0,'0'0'0'0,"0"0"-39"15,0 0-48-15,88 89-85 16</inkml:trace>
  <inkml:trace contextRef="#ctx0" brushRef="#br0" timeOffset="-179587.55">23898 14408 749 0,'0'0'88'16,"0"0"-71"-16,0 0 0 16,-55 92 2-16,27-49-9 15,-4 3-4-15,6-6-5 16,2-7-1-16,7-10-9 15,4-7-20-15,6-9-7 16,1-7-24-16,6 0 8 0,0-17-18 16,0-15-115-16,0-7-122 15</inkml:trace>
  <inkml:trace contextRef="#ctx0" brushRef="#br0" timeOffset="-179407.91">23690 14454 434 0,'0'0'186'15,"0"0"-66"-15,0 0-38 16,0 0-78-16,0 0-2 15,0 0-2-15,0 62 9 16,0-24 5-16,0 3-3 16,0-2-3-16,3-2-7 15,10-6 3-15,4-4-4 16,6-7-2-16,7-8-29 16,7-7-32-16,3-5-107 0,1-12-305 15</inkml:trace>
  <inkml:trace contextRef="#ctx0" brushRef="#br0" timeOffset="-179256.9">23998 14609 666 0,'0'0'123'16,"0"0"-60"-16,0 0-36 15,0 0-27-15,0 0-49 16,0 0-29-16,6 12-37 15,-6-5-96-15</inkml:trace>
  <inkml:trace contextRef="#ctx0" brushRef="#br0" timeOffset="-175508.98">21883 15269 145 0,'0'0'100'16,"0"0"-19"-16,0 0-18 15,0 0-12-15,0 0 10 16,0 0-41-16,0 0 14 16,9-62-15-16,-7 54 3 0,-2 2 21 15,0 3-15-15,0 0 0 16,0 0 9-16,0 3 2 15,0 0-19-15,0 0-17 16,0 0-3-16,1 3-5 16,2 11 3-16,2 6 2 15,-2 6 4-15,-3 2 2 16,3 5-2-16,-3 0-3 16,0 0-1-16,0-2-4 15,0-3-46-15,0-6-14 16,-3-4-27-16,-2-7-32 15,-1-8-127-15</inkml:trace>
  <inkml:trace contextRef="#ctx0" brushRef="#br0" timeOffset="-175130.18">21700 15062 507 0,'0'0'28'0,"0"0"18"16,0 0-13-16,85-20-17 0,-45 22 23 16,5 15-8-16,0 8-8 15,4 7-13-15,-2 11 11 16,-5 9-11-16,-10 4-7 15,-10 5-1-15,-15-2 4 16,-7-3-6-16,-3-3-13 16,-22-9-24-16,-5-7-10 15,-3-8 4-15,-2-8 18 16,-3-4-13-16,-2-5 29 16,-2-4 0-16,-5-5-6 15,0-3 3-15,6 0-17 16,11-19-69-16,19-2-140 0</inkml:trace>
  <inkml:trace contextRef="#ctx0" brushRef="#br0" timeOffset="-174214.08">22375 15183 409 0,'0'0'7'0,"0"0"58"15,11 93 28-15,-11-44-1 0,0 6-21 16,-8 2-41 0,-3-2-13-16,0 1-10 0,0-6-4 15,3-5 0-15,2-8-2 16,3-12-1-16,3-11 0 15,0-8-5-15,0-6 5 16,0-7 0-16,1-21 20 16,14-14-20-16,2-11-13 15,-3-6-15-15,-2-2-3 16,-1-3-22-16,-4 2 6 16,-4 4 9-16,-1 7 21 15,-1 11 17-15,4 12 30 16,2 11 9-16,2 8-9 15,2 9-12-15,-2 0-7 16,1 17-7-16,-1 14 10 0,-3 12 6 16,-3 3-8-1,-3 1-5-15,0-5-2 0,0-7-4 16,-8-8 0-16,-6-7 0 16,-1-6-1-16,-3-4 0 15,-2-4-1-15,-4-3 0 16,-1-3-14-16,-2 0-5 15,5 0-25-15,8 0 11 16,9-4-11-16,5 1-10 16,13-2-139-16</inkml:trace>
  <inkml:trace contextRef="#ctx0" brushRef="#br0" timeOffset="-173914.21">22929 15192 513 0,'0'0'145'0,"0"0"-48"16,0 0-33-16,0 0-61 15,0 0-3-15,0 0 0 16,-16 9 0-16,39 2 7 15,9-2 1-15,8-4-1 16,12-4-3-16,5-1-4 16,-4 0-6-16,-6 0-32 0,-13 0-10 15,-14-4-31-15,-11-3-8 16,-9 3 10-16,-6-1-71 16,-24 2-83-16</inkml:trace>
  <inkml:trace contextRef="#ctx0" brushRef="#br0" timeOffset="-173783.28">23090 15201 349 0,'0'0'170'0,"0"0"-101"16,0 0-30-16,-12 75 20 16,12-33-13-16,0 2-17 15,0 7-11-15,3 1-8 0,1 1-4 16,0-2-6 0,-3 0 0-16,-1-5-73 0,0-8-90 15,0-11-354-15</inkml:trace>
  <inkml:trace contextRef="#ctx0" brushRef="#br0" timeOffset="-172942.29">22216 15223 208 0,'0'0'75'15,"0"0"-24"-15,0 0 0 16,0 0 0-16,0 0-2 15,0 0-6-15,72-40 17 16,-54 33-16-16,-1 3-21 16,4 0-19-16,-1 4-4 15,-3 0-30-15,-3 0-78 16,-9 0-64-16</inkml:trace>
  <inkml:trace contextRef="#ctx0" brushRef="#br0" timeOffset="-172762.41">22395 15280 325 0,'0'0'44'15,"0"0"-17"-15,0 0-27 16,0 0-58-16,0 0-224 15</inkml:trace>
  <inkml:trace contextRef="#ctx0" brushRef="#br0" timeOffset="-170450.36">21488 16170 238 0,'0'0'172'16,"0"0"-83"-16,0 0-21 15,0 0-35-15,0 0-8 16,0 0-9-16,25-22-13 16,-5 17 2-16,2-2 9 15,2 2 5-15,8-3 14 16,0 1-19-16,8 3-4 15,1-1-7-15,-1 2-1 16,5 3-2-16,-5 0-22 16,-4 0-44-16,-9 0-44 15,-14 0-53-15</inkml:trace>
  <inkml:trace contextRef="#ctx0" brushRef="#br0" timeOffset="-170259.51">21719 16145 344 0,'0'0'162'0,"0"0"-107"15,0 0-10-15,0 0-1 16,0 0-9-16,-1 99-9 16,1-63-14-16,0 1-5 15,0 4-5-15,0 1-2 16,-3-3-26-16,1-4-101 15,-1-9-191-15</inkml:trace>
  <inkml:trace contextRef="#ctx0" brushRef="#br0" timeOffset="-169634.22">22229 16123 369 0,'0'0'125'16,"0"0"11"-16,0 0-71 15,0 0-27-15,0 0 4 16,0 0-17-16,0-17-25 16,0 24-3-16,0 16 2 15,0 12 1-15,0 16 23 16,-6 13-11-16,-10 6 4 15,1 0-10-15,-3-2-6 16,6-11 4-16,0-13-4 16,6-10 0-16,3-12-1 15,2-14 0-15,1-8 0 16,0 0 1-16,4-15 5 0,17-17-5 16,0-12-86-1,0-4-24-15,-6 1 23 0,-8-1-37 16,-4 0-33-16</inkml:trace>
  <inkml:trace contextRef="#ctx0" brushRef="#br0" timeOffset="-169451.5">22232 16113 305 0,'0'0'143'16,"0"0"-66"-16,0 0-40 15,0 0-31-15,0 0 2 16,80-12 4-16,-48 12 9 15,4 0-2-15,7-3-8 0,3 0-7 16,1-1-4 0,-4 4-35-16,-10 0-24 0,-11 0-21 15,-15 3-119-15</inkml:trace>
  <inkml:trace contextRef="#ctx0" brushRef="#br0" timeOffset="-169251.33">22073 16433 327 0,'0'0'140'0,"0"0"-114"0,0 0 6 16,0 0 9-16,0 0-21 16,104 29-5-16,-56-29-7 15,6 0-8-15,4-9-16 16,3-5-37-16,-4-4-87 15,-4-4-235-15</inkml:trace>
  <inkml:trace contextRef="#ctx0" brushRef="#br0" timeOffset="-168766.93">22853 16198 566 0,'0'0'148'0,"0"0"-130"16,0 0-17-16,0 0 4 15,0 0 25-15,-2 95-2 16,2-58-14-16,0 3-5 16,0-2-4-16,0-4-4 15,0-4 1-15,3-5 0 16,5-8-2-16,0-7-2 0,9-9-21 16,6-1 23-16,9-11 5 15,1-14-5-15,0-5 0 16,-1-4 5-16,-4-3 8 15,-6-1 10-15,-6 0-8 16,-7 2 11-16,-7 1-11 16,-2 5 4-16,-8 4 6 15,-16 1-23-15,-5 3 10 16,0 5-8-16,1 7-3 16,4 6-2-16,6 4-8 15,0 8-45-15,5 14-32 16,3-2-78-16,4-3-127 15</inkml:trace>
  <inkml:trace contextRef="#ctx0" brushRef="#br0" timeOffset="-168593.55">23044 16229 649 0,'0'0'113'16,"0"0"-31"-16,0 0-14 15,0 0-30-15,0 0-34 16,0 0-4-16,0 0-64 16,-5 8-127-16,-2-1-161 15</inkml:trace>
  <inkml:trace contextRef="#ctx0" brushRef="#br0" timeOffset="-167919.99">21661 16881 371 0,'0'0'51'0,"0"0"-41"15,0 0-2-15,0 0 11 16,0 0 16-16,0 0 7 16,69 5 22-16,-14-5 25 15,22-3-42-15,17-6-10 16,14-3 1-16,11 2-15 15,4-4-12-15,-6 3-3 0,-5 0-6 16,-9 0-2 0,-10 2 0-16,-8-1-4 0,-18 3-9 15,-18 0-24-15,-19 3-8 16,-18-1-33-16,-12 4-38 16,-6-6-42-16</inkml:trace>
  <inkml:trace contextRef="#ctx0" brushRef="#br0" timeOffset="-167286.63">22031 15995 275 0,'0'0'85'16,"0"0"-8"-16,0 0-5 15,0 0-20-15,0 0-28 16,0 0 20-16,-48-26-4 0,48 26-20 16,15 0-14-16,18 0-1 15,16 0-5-15,12 0 7 16,15 0-3-16,16 0 1 15,6-6 4-15,5-2 0 16,1 0-6-16,1-3 0 16,-8 2-3-16,-8-1 0 15,-9 1-15-15,-12 1-15 16,-13-1-12-16,-15 4-12 16,-18-1-25-16,-17 3-37 15,-5-2-209-15</inkml:trace>
  <inkml:trace contextRef="#ctx0" brushRef="#br0" timeOffset="-166588.07">22491 15009 390 0,'0'0'73'16,"0"0"0"-16,0 0-17 16,0 0-38-16,0 0 3 15,94-18 25-15,-42 14-14 16,9 3-8-16,10-1 3 0,4 1-16 16,5 1-10-16,4-1 3 15,3-2-4-15,-3 3 1 16,-2-2 1-16,-8 1-4 15,-12-2-2-15,-11 1-7 16,-18 2-5-16,-13 0-44 16,-13 0-29-16,-7-4-98 15</inkml:trace>
  <inkml:trace contextRef="#ctx0" brushRef="#br0" timeOffset="-166409.19">23440 14984 307 0,'0'0'296'16,"0"0"-199"-16,0 0-43 16,0 0-54-16,0 0-90 15,0 0-161-15</inkml:trace>
  <inkml:trace contextRef="#ctx0" brushRef="#br0" timeOffset="-157328.72">21885 15146 39 0,'0'0'31'0,"0"0"-2"16,0 0 23-16,0 0 20 15,0 0-24-15,0 0 21 16,0 0-18-16,-2 0 20 15,2-2-52-15,0-4-4 0,0 3 62 16,0 2-63 0,0-4 24-16,-1 2 2 0,-1 1-32 15,1-2-7-15,1 1 10 16,0 2 3-16,0 0-2 16,-3-2 1-16,3 0-7 15,0 2 1-15,0 0 5 16,0 0-3-16,0-1-3 15,0 2-2-15,-2 0 1 16,2 0 3-16,0 0 2 16,0 0-4-16,0 0-2 15,0 0-1-15,0 0-3 0,0 0 0 16,0 0-2 0,0 0 1-16,0 0 1 0,0 0-1 15,2 0 1-15,2 2 0 16,1 4 0-16,1 3 0 15,-5 4-3-15,2 4 3 16,-3 5 0-16,0 4 0 16,0 4 3-16,0 0-2 15,-3 2 3-15,-4 2-3 16,-2-4 1-16,6-2 2 16,-2 0-4-16,2-2 1 15,2-2 2-15,1-1-3 16,0-3 0-16,0-4 0 15,0-2 1-15,0-3-1 16,0 1 0-16,0-3 0 0,0-2 1 16,0-1-1-16,0-2 0 15,0 0 0-15,0 0 0 16,0-1 0-16,0-1 0 16,1 1 2-16,-1 1-2 15,1-3 0-15,-1 2 0 16,2-2 1-16,-2-1-1 15,0 1 1-15,0-1-1 16,0 0 0-16,2 2 0 16,-2-1-1-16,1 0 1 15,-1 2-1-15,0 1 1 16,0-1 0-16,2-3 0 0,-1 0-6 16,1 2 1-16,-2-2 1 15,0 0 3-15,0 0 1 16,0 0 0-16,0 0 1 15,0 0-1-15,0 0 3 16,0 0-2-16,0 0 1 16,0 0-2-16,0 0 5 15,0 0-2-15,0 0 2 16,0 0-1-16,0 0-4 16,3 0 0-16,-3 0-2 15,0 0 2-15,0 0 0 16,0 0 0-16,0 0 0 15,0 0-1-15,0 0 2 0,0 0-1 16,0 0 0 0,0 0 1-16,-4081 0 1 0,8162 0 0 15,-4081 0 1-15,0 0 0 16,0 0-2-16,0 0-1 16,0 0 0-16,0 0 0 15,0 0 4-15,0 0-4 16,0 0 0-16,0 0 2 15,0 0-2-15,0 0 1 16,0 0-1-16,0 4-21 16,0-1-119-16,-3-1-121 15</inkml:trace>
  <inkml:trace contextRef="#ctx0" brushRef="#br0" timeOffset="42790.22">910 15629 79 0,'0'0'52'0,"0"0"-3"16,0 0 47-16,0 0-58 15,0 0-6-15,0 0 19 16,0 0-5-16,0-63-20 15,0 56-2-15,0 1 7 16,0-2 6-16,0 0-6 0,0 4 7 16,0-3-9-1,-1 3-1-15,1 0-14 0,0 1 9 16,-2 0-6-16,2 2 0 16,0-1-11-16,0 2 8 15,0 0-3-15,0 0-11 16,0 0 0-16,0 0-5 15,0 0-4-15,-3 11-2 16,-1 12 11-16,-4 10 8 16,-1 9-3-16,-7 9-2 15,2 9 9-15,-2-1-10 16,1 3 6-16,0-6-7 0,2-4-1 16,1-4 1-1,3-11 0-15,3-7 0 0,3-12 1 16,0-7-2-16,0-7 0 15,3-1-3-15,0-3 1 16,0 0-3-16,0 0 2 16,0 0-5-16,0 0 4 15,0 0 4-15,9 0 3 16,0 0-2-16,3-5-1 16,4-3 0-16,4-1-1 15,4 0 1-15,1-3-3 16,5 2-2-16,0-5-12 15,1 0 3-15,-3 1-1 16,-4 0 4-16,-5 2 8 16,-7 1 1-16,-5-1-4 0,-3 1 6 15,-1-1 0-15,-3-1 4 16,0 0 0-16,0 0 4 16,-9 3-1-16,-3-1 8 15,-4 3 4-15,2 2-11 16,-2 2-5-16,8 1 15 15,2 2-9-15,0 0 13 16,2 1-19-16,4 0-3 16,0 0 0-16,0 8-5 15,0 13 5-15,0 9 2 16,0 8 6-16,0 8 2 16,7-1 6-16,-1 6-5 0,2-2-1 15,-2 1-6 1,2-2-1-16,-3-3-1 0,4-3-2 15,0-3-3-15,0-8-35 16,-2-6-3-16,-1-9-58 16,-4-8-37-16,0-8-110 15</inkml:trace>
  <inkml:trace contextRef="#ctx0" brushRef="#br0" timeOffset="42955.37">1074 16308 456 0,'0'0'111'0,"0"0"52"16,0 0-117-16,0 0 21 15,0 0-62-15,0 0-5 0,-4-15-36 16,4 15-110-16,0 0-33 16,0 0-198-16</inkml:trace>
  <inkml:trace contextRef="#ctx0" brushRef="#br0" timeOffset="45363.55">1237 16054 136 0,'0'0'24'0,"0"0"35"16,0 0-31-16,0 0-8 16,0 0 25-16,0 0-14 0,0 0 1 15,-17-20-12-15,17 20-18 16,-1 0 4-16,1-2 13 15,0 2 9-15,-2 0 4 16,1 0-6-16,-3 0-5 16,-1 0-16-16,2 0 8 15,0 0 22-15,0 0-9 16,0 0-7-16,3 0-12 16,-3 0-4-16,3 0-1 15,0 0-2-15,0 0-1 16,0 0 1-16,0 0-1 15,0 0-5-15,0 0-2 16,0 0 8-16,9 0 7 0,9 0 6 16,3 0-1-1,4-6-4-15,5-5-4 0,6-1-2 16,4 1-1-16,-1-2 0 16,-3 0 0-16,-2-1 1 15,-1 2 2-15,-8 0-2 16,-4 4 0-16,-9 2-2 15,-3 3 0-15,-5 3 0 16,-4 0 3-16,0 0 2 16,0 0 11-16,0 0 9 15,0 0-8-15,0 0-11 16,0 0-6-16,0 0 0 16,0 0-4-16,0 0-14 15,-3 0 0-15,-2 8-40 0,5-2-6 16,0 0-25-16,0-6-71 15</inkml:trace>
  <inkml:trace contextRef="#ctx0" brushRef="#br0" timeOffset="46264.42">1553 15850 4 0,'0'0'87'0,"0"0"-52"16,0 0 52-16,0 0-18 16,0 0-5-16,0 0-6 15,-67-5-6-15,61 5 10 16,2 0-53-16,4 0 11 16,0 0-7-16,-2 0-8 0,2 0-1 15,0 0 4 1,0 0-2-16,0 0 0 0,0 0 4 15,6 0-1-15,6 5-7 16,1-2 1-16,2 1-3 16,6-2-4-16,0-2 4 15,7 0-1-15,-1 0-6 16,-2 0 0-16,1 0 1 16,-2 0-3-16,-5 0 6 15,-4 0 2-15,-5 0 1 16,-4 0-1-16,-3 0-1 15,-1 0 2-15,-2 0 0 16,0 0 9-16,0 0 17 0,0 0-6 16,-11 4-15-1,-3 7-2-15,-3 1-1 0,1 2-1 16,-1 2 0-16,1 4-2 16,2 0 4-16,0 7-3 15,3-3 0-15,-1 3 0 16,2-2 0-16,1-2 1 15,-1-3-1-15,2-4 0 16,2-6-3-16,4-4 3 16,1-3 0-16,-1-3 0 15,1 0 0-15,-1 0 0 16,1-14 0-16,1-5-8 16,0-4 8-16,0-2 12 15,0-2 11-15,0 4-1 0,-3 3 15 16,-1 0-17-16,-1 4-10 15,2 2 18-15,-1 3-13 16,-1 5 16-16,-1 0-26 16,3 4 4-16,-3-1 0 15,3 1 0-15,0 2-5 16,1 0 4-16,1 0-8 16,0 0-2-16,1 0 1 15,-2 0 0-15,2 0-5 16,0 0-14-16,0 5-7 15,0 4 2-15,0 7-67 16,0-3-14-16,0-3-181 16</inkml:trace>
  <inkml:trace contextRef="#ctx0" brushRef="#br0" timeOffset="48966.52">2241 15270 191 0,'0'0'48'15,"0"0"-27"-15,0 0 53 16,0 0-20-16,0 0 1 0,0 0-37 16,0 0 16-1,0-19-15-15,0 19-8 0,0 0-5 16,0 0-2-16,0 0-1 15,0 0-2-15,0 0-1 16,0 0-1-16,0 0 1 16,0 0 0-16,0 0 3 15,0 0 4-15,0 0-3 16,0 0 0-16,-5 6-1 16,2 0-2-16,-3 5-1 15,0 1 0-15,-4 5 0 16,4 2 0-16,-3 3 0 15,-1 3 1-15,1 1 1 16,-2 3 1-16,6-3-3 16,1 1 1-16,0 0-1 0,2-1 0 15,2 1-1-15,0-1 2 16,0-1 0-16,0-1-1 16,0 0-1-16,0-1 1 15,6 0 0-15,0 0 2 16,-3-2-2-16,3 1 0 15,2-2 0-15,1-1-1 16,-1-2 0-16,1-1-10 16,3-4-6-16,-1-3 2 15,2-3 0-15,2-1 2 16,-3-5-9-16,1 0 9 16,-1 0 2-16,-1 0 10 0,-1-2-1 15,-2-5 2-15,-2 1 0 16,-3-1 3-16,0 0 9 15,-3 0 22-15,0-2 6 16,0 1 0-16,0-3 15 16,0 0-11-16,0 0-16 15,-3 0 0-15,-3-1-21 16,0 1 0-16,-2 0-4 16,1 4-1-16,4-2-2 15,-3 3 2-15,-2 2-2 16,0 1 0-16,-1-1-3 15,-3 3-5-15,1 1-10 16,-5 0 5-16,-5 0-2 0,4 0-1 16,-2 5-1-1,5-2 14-15,3 1 2 0,5-1 0 16,4 2-8-16,2 2-62 16,0 0-32-16,0-2-58 15</inkml:trace>
  <inkml:trace contextRef="#ctx0" brushRef="#br0" timeOffset="55726.45">1116 16730 123 0,'0'0'51'0,"0"0"14"16,0 0-29-16,0 0 0 15,0 0 6-15,0 0 18 16,0 0-33-16,0-20-11 16,0 20 2-16,0-1-5 15,0 1-7-15,0 0 4 16,0 0 5-16,-2 0 5 15,2 0-2-15,0 0 0 16,-1 0 0-16,1 0-7 0,-3 0-4 16,3 0-2-16,0 0-2 15,0 0-3-15,-3 0 0 16,0 0-2-16,0 7 2 16,-3 6 0-16,-3 1 0 15,-2 5 1-15,-3 4-1 16,0 3 3-16,2 4-3 15,1-5 11-15,3 3-5 16,2-5-2-16,6 1-3 16,0-2 1-16,0 2-2 15,0-4 1-15,3 6-1 16,8-3 1-16,5 2 1 16,-4 0-1-16,6 2 0 0,-4-1 4 15,3-6-5 1,-2-4-2-16,1-3 0 0,-2-4 1 15,4-2-1-15,-7-7-2 16,3 0 4-16,-5 0 0 16,0-12 1-16,0-2-1 15,-6 0 3-15,-2 1-1 16,-1 4 1-16,0-1 1 16,0 3-1-16,0-1 1 15,-3 0-3-15,-7 2 3 16,1-4 9-16,0 3-1 15,-1 0-3-15,-1 2-3 0,-2 1 4 16,2 0 1 0,1 2-7-16,-2 2-2 0,0 0-2 15,0 0-4-15,-4 0-10 16,-5 12-25-16,-3 7-9 16,-3 3-11-16,6-2-26 15,2-1-94-15,8-7-115 16</inkml:trace>
  <inkml:trace contextRef="#ctx0" brushRef="#br0" timeOffset="57457.66">1468 16990 360 0,'0'0'67'0,"0"0"-28"15,0 0 6-15,0 0-5 16,0 0-9-16,0 0-14 16,-13 0 8-16,13 0-10 15,0 0-6-15,0 0-4 16,0 0-5-16,0 0-2 15,0 0 2-15,13 0-1 16,4-3 2-16,3-4 1 16,7-3 2-16,3 1-3 15,7-5 4-15,5 0-4 16,1-2 1-16,5 1 1 0,-5-1 0 16,-5 4-1-1,-7 2 1-15,-6 1-3 0,-7 6 1 16,-9-2 0-16,-3 3-1 15,-4 1 2-15,-2-1 19 16,0 1 34-16,0 1-8 16,0-4-34-16,-8 3-13 15,-1 0-5-15,-4-1-12 16,-1 2-21-16,-2 0-1 16,0 0-9-16,1 0-15 15,0 0-5-15,6-5-9 16,3-1 4-16,0-5 12 0,3-1 46 15,0 1 10 1,-2 0 5-16,2 0 19 0,-4 2 9 16,1 3 14-16,1 0 13 15,1 4-12-15,0-1 22 16,3 3-16-16,0 0-13 16,1 0-1-16,0 0-12 15,0 0-23-15,0 0-1 16,0 0-2-16,0 3 1 15,6 5 2-15,6 3 3 16,3-4-2-16,1 3 7 16,2-3-2-16,4 1-2 15,-5-1-2-15,2-2-1 16,-2 2 1-16,-4-1-1 16,1 0 0-16,-3 1-1 0,-5-1-1 15,-3 1 1 1,-3 5 0-16,0 0-2 0,0 5 2 15,-10 4 2-15,-11 1 0 16,0 0 2-16,-4 4-4 16,4-6-4-16,0-5 2 15,3-1-2-15,6-4 4 16,5-1 0-16,0-2 0 16,5-3-11-16,2-3-11 15,0-1-3-15,0 0 3 16,0 0 17-16,0 0 5 15,0 0 5-15,-3 0 3 0,3-9 0 16,0-6-6-16,0-3 3 16,0-3 9-16,-3 0-8 15,3 2-6-15,-3 1 8 16,0 1-3-16,1 3-1 16,-2 1-2-16,0 0-1 15,0 3-1-15,0 2 2 16,0 1-2-16,2 5-6 15,-1-5-6-15,3 6 12 16,0 1 0-16,0 0 0 16,-1 0 0-16,1 0 0 15,0 0-1-15,0 0 0 16,0 0 1-16,0 0-1 0,0 0 0 16,0 0 2-16,0 0-2 15,0 0-1-15,0 0 1 16,0 0-1-16,0 0 2 15,0 5 0-15,0 4 6 16,0 2-4-16,0-2 7 16,0 1-5-16,0 0-2 15,0 3-2-15,1 0-1 16,8 0-3-16,1 1-40 16,-2-1-78-16,-5-4-129 15</inkml:trace>
  <inkml:trace contextRef="#ctx0" brushRef="#br0" timeOffset="62905.44">2476 16549 0 0,'0'0'153'0,"0"0"-111"0,0 0 13 16,0 0 2-16,0 0-6 16,0 0-6-16,0 0 11 15,2-5-1-15,-2 1-25 16,0-1-6-16,0 2-5 15,0-1 3-15,0 1 6 16,0 1-9-16,0-3-5 16,0 2-5-16,0-1 7 15,-2 1-2-15,1-4-6 16,-1 1-7-16,1-2 0 16,-1 1-1-16,1-3 0 0,-1 1 0 15,-1 0 3-15,-2 0-3 16,2 2 1-16,-3-1-1 15,1 1 1-15,-1 2 7 16,-7-2 1-16,-1 3-6 16,-5 1 0-16,2 3 2 15,-5 0-5-15,1 0 0 16,-3 0 0-16,-3 0 0 16,2 2 2-16,0 5 2 15,4 1 1-15,3 2 4 16,3 2-2-16,3 0-1 15,3 4-6-15,3 4-4 0,3 2 4 16,3 4-1-16,0 5 1 16,0-4-1-16,10 2 1 15,4-4-1-15,5-1 0 16,1-7-3-16,5-1-14 16,-4-6-3-16,2-3-2 15,-4-7-9-15,-3 0 11 16,-2-4 11-16,2-16-1 15,-7 0 8-15,-1-3 3 16,-5-1 0-16,-3 4 14 16,0 1 25-16,-2 2-18 15,-7 2-3-15,0 2 3 16,0 5 5-16,2 0-16 16,2 4-1-16,2 1-3 15,2 2-6-15,1 1 0 0,0 0-4 16,0 0-5-16,0 0-8 15,0 0 7-15,3 0 8 16,6 8 1-16,2 2 0 16,-4 2 1-16,5 5-2 15,-2 7-2-15,-3 4 4 16,1 5 0-16,-4 8 20 16,1 0-1-16,-1 2-6 15,2-1-8-15,-2-1-1 16,1-5-1-16,-3 0-2 0,-1-4 2 15,1-3-2 1,-2-4-1-16,1-2 2 0,-1-3-2 16,0 1 0-16,0-8 0 15,0 0-2-15,0-2 2 16,-1-6-1-16,-5-1 1 16,-2 1 1-16,-2-2-1 15,-1-1 2-15,1-2-1 16,0 0 0-16,-1 0 0 15,3 0-1-15,2 0 0 16,1-7-30-16,3-5-20 16,2-5-36-16,0-3-133 15</inkml:trace>
  <inkml:trace contextRef="#ctx0" brushRef="#br0" timeOffset="63101.94">2366 17094 364 0,'0'0'246'15,"0"0"-160"-15,0 0-6 16,0 0-18-16,0 0-20 16,0 0-21-16,-16 0-21 15,16 0-33-15,0 0-135 16,0-7-129-16</inkml:trace>
  <inkml:trace contextRef="#ctx0" brushRef="#br0" timeOffset="91875.26">9406 14760 164 0,'0'0'34'0,"0"0"23"15,0 0 12-15,0 0-37 0,0 0-6 16,0 0 11-16,0 0 2 16,18-37 4-16,-16 33-8 15,-1 2-25-15,1-2-5 16,-2 4 4-16,0 0-4 15,0 0-4-15,0 0-1 16,0 0 0-16,0 0-3 16,1 0 0-16,2 0 2 15,0 0 1-15,2 0-1 16,0 5 1-16,-2 4-2 16,-1 4 1-16,-2 5-1 0,0 7 4 15,0 4 15-15,-8 11 11 16,-8 7-14-16,-4 4-3 15,0 0 1-15,-3 2-1 16,3-4-2-16,0 1-4 16,-1-2-2-16,4-1-1 15,3-1 0-15,2-4 2 16,3-6-2-16,0-4 0 16,6-6-2-16,0-3 2 15,3-3-2-15,0-6-1 16,0-1 1-16,0-4-1 15,0-2 1-15,5-1-2 16,4-5 0-16,4-1-5 16,5 0 7-16,6-14 1 0,4-8-1 15,2-1-3-15,-2 0 3 16,-4 2 0-16,-6 5 2 16,-3 3 6-16,-6 5 7 15,-6 4-2-15,-3 3 10 16,0 1 12-16,0 0-7 15,-14 0-24-15,-11 13-4 16,-5 5 1-16,2 6-1 16,1 1 1-16,7-2-1 15,9 4-1-15,5-2-1 16,6 4 2-16,0 4 0 16,9 5-2-16,13 9 4 15,8 5-2-15,6 7 15 16,3 5 10-16,2 6-14 0,-5 7-8 15,-5 2-1-15,-8 2 2 16,-13-6-3-16,-10-4-1 16,0-4 0-16,-16-4 2 15,-10-7 0-15,-4-6 1 16,1-10-3-16,-1-7 1 16,4-7 0-16,6-11-1 15,6-7-1-15,4-6-9 16,8-2-32-16,2-14-60 15,0-22-262-15</inkml:trace>
  <inkml:trace contextRef="#ctx0" brushRef="#br0" timeOffset="93489.26">6189 14436 70 0,'0'0'177'0,"0"0"-173"16,0 0-1-16,0 0-1 16,0 0 46-16,0 0 46 15,18-22-9-15,-18 16-24 0,0-2-2 16,0-1-20-16,0 1 7 16,0 1-13-16,0 0-22 15,-3 2 10-15,-2-1-5 16,1 2-5-16,-2 0-6 15,0 4-1-15,1-3-4 16,-5 3-1-16,-4 0-2 16,-5 7 3-16,-3 11 0 15,-7 7-4-15,-2 11 3 16,1 6 1-16,-1 9 0 0,-2 10 1 16,6 7 2-1,2 6-1-15,12 2-1 0,7 1 3 16,6-6-3-16,0-6-1 15,17-13 1-15,6-13-1 16,-1-8 0-16,4-12-2 16,-4-6-5-16,3-8 0 15,-4-3-3-15,-4-2 3 16,-8 0 2-16,-5 0 5 16,-4 0 0-16,0 0 9 15,0 0 6-15,-10 0 0 16,-10 0-12-16,-4 0-3 15,-10 8 0-15,-9 9 0 16,2 0 1-16,-2 3-1 16,3-2 0-16,10-1 0 0,3-2 0 15,8-6-2-15,8-1-2 16,7-4-23-16,4-3-15 16,0-1-7-16,9 0 19 15,10 0 8-15,4-1-15 16,3-8 25-16,4 4 11 15,-3 1 1-15,-1 1 0 16,-7 3 0-16,0 0 2 16,-5 0 6-16,-1 7 6 15,-2 7 6-15,-4 4 8 16,-1 6-2-16,-4 5-3 16,-2 10-5-16,0 4 8 0,-3 11-1 15,-9 6-3 1,-2 9-11-16,1 4-5 0,2 1-3 15,3 0-1-15,0-1 1 16,5 1-2-16,3-3 0 16,0-7 0-16,0-6-1 15,0-7 1-15,6-3 0 16,5-6-1-16,0-2 2 16,-3-5-1-16,2-8-1 15,-4-3 0-15,3-7 1 16,-4-2 1-16,-2-6-1 15,-2-2 5-15,1-1 2 16,-1-4 0-16,-1 1-4 16,0-1 4-16,0-2-2 15,0 3-5-15,0-3-1 0,0 0 1 16,0 0-1-16,0 0 0 16,3 0-4-16,-2 0-25 15,5 0-51-15,2 0-15 16,8-10-60-16</inkml:trace>
  <inkml:trace contextRef="#ctx0" brushRef="#br0" timeOffset="93660.74">6120 16574 428 0,'0'0'83'0,"0"0"-7"16,0 0 19-16,0 0-20 15,0 0-36-15,0 0-39 16,-16-20-2-16,16 11-113 16,0-1-88-16,0 3-225 15</inkml:trace>
  <inkml:trace contextRef="#ctx0" brushRef="#br0" timeOffset="98651.54">6958 12154 225 0,'0'0'340'15,"0"0"-336"-15,0 0 35 16,0 0-8-16,0 0-24 15,0 0-4-15,0 0 3 16,0-42 20-16,0 37-14 16,-1 0 16-16,1 3-7 0,0-1-14 15,0 0 15-15,0 1-9 16,0-2-2-16,0 1 2 16,0 3 1-16,0 0-9 15,0 0-2-15,0 0-3 16,0 0-1-16,0 0-6 15,0 2-4-15,0 11 4 16,0 5 6-16,3 7 1 16,3 0 0-16,0 4 1 15,2-2 0-15,0-1-1 16,0-5 1-16,2-7-1 16,2-6 0-16,6-8 0 0,17 0 4 15,17-28 5-15,22-19 5 16,11-11-5-16,5-8-3 15,-1 3-1-15,-7 2 5 16,-7 7-4-16,-10 5 4 16,-12 10-7-16,-13 8 4 15,-16 14-7-15,-6 8 4 16,-11 6-4-16,-4 3-1 16,-3 0-1-16,0 0-5 15,0 0 3-15,0 0-5 16,-7 7-14-16,-7 9 13 15,-4 4-9-15,3 0-41 16,-1-1-45-16,7-9-115 16</inkml:trace>
  <inkml:trace contextRef="#ctx0" brushRef="#br0" timeOffset="98817.89">7798 11834 268 0,'0'0'57'16,"0"0"-35"-16,0 0 44 16,0 0-40-16,0 0-22 15,-85 102-4-15,70-68-1 16,6-7-127-16</inkml:trace>
  <inkml:trace contextRef="#ctx0" brushRef="#br0" timeOffset="103199.01">9982 15207 126 0,'0'0'80'16,"0"0"8"-16,0 0-24 15,0 0-27-15,0 0 5 16,0 0-11-16,0 0 3 16,0-17-24-16,0 11 12 0,0 1 4 15,0-1 0-15,-1 1 4 16,1-2-14-16,-3 1 16 16,1 4-4-16,2-3 3 15,-2 3-6-15,2 1-10 16,-1 0 2-16,1 1-3 15,0 0 0-15,0-1-4 16,0 1-3-16,0 0-7 16,0 0-5-16,0 8 4 15,5 9 1-15,6 7 6 16,0 4 0-16,-2 3 0 16,2-2-3-16,-1-1 0 0,2-6-2 15,-1-7 1-15,0-5-1 16,0-6 0-16,4-4 2 15,5 0-2-15,13-21 1 16,6-12 0-16,9-10-2 16,5-6 0-16,2-1 0 15,2 4-1-15,-1 2 0 16,-2 2 2-16,-4 1 0 16,-4 6-1-16,-9 3 0 15,-7 9 0-15,-9 7 0 16,-8 4 0-16,-5 6 3 15,-6 3-3-15,-2 3 1 16,0 0-1-16,0 0-1 0,0 0 1 16,0 0-5-1,0 0-18-15,0 0-29 0,0 3-12 16,0 3-29-16,0-1-36 16,-4-2-202-16</inkml:trace>
  <inkml:trace contextRef="#ctx0" brushRef="#br0" timeOffset="103381.44">10660 15121 560 0,'0'0'47'0,"0"0"16"0,0 0-25 16,0 0-36-16,0 0-2 15,0 0-90-15,-11 8-91 16</inkml:trace>
  <inkml:trace contextRef="#ctx0" brushRef="#br0" timeOffset="114153.3">4196 11867 89 0,'0'0'34'16,"0"0"41"-16,0 0-11 15,0 0-46-15,0 0 10 16,0 0 23-16,0 0-36 16,-2-39 14-16,1 34 17 0,-1 3 3 15,-3 0-42-15,3 2 16 16,1-1-17-16,-1 1-6 15,1 0-13-15,-4 0-1 16,-1 0 1-16,-1 0 12 16,1 0 0-16,3 1 1 15,0 1 3-15,3-2-3 16,0 1 0-16,0-1 6 16,-2 0 6-16,2 0-9 15,0 0 0-15,0 0-3 16,0 1 0-16,0 1-3 15,0 1 2-15,8-1 0 0,14-1 1 16,11-1 22 0,6 0-6-16,16 0-6 0,7 0-3 15,7-5-4-15,0 1-1 16,-2 3-2-16,-3 1 0 16,-6 0-4-16,-6 0-1 15,-5 0 2-15,-3 0 1 16,-2 1 0-16,6 2 2 15,5-2 0-15,10-1 0 16,7 0 1-16,4 0-1 16,0-8-5-16,1-2 2 15,-4 3-7-15,-6 0-12 16,-3 3 17-16,-7 1 3 0,-4 1 2 16,-2 2-1-16,-2 0 1 15,2 0 1-15,-2 0-1 16,1 0 0-16,4 0 0 15,-1 0 0-15,0-5 0 16,-4 2 0-16,-2 0 1 16,0 2-1-16,-2-1 0 15,5-1-1-15,0 0 1 16,1 1 0-16,-3-1 0 16,0 0-1-16,-2 0 1 15,0-4 1-15,0 2-1 16,3-1 0-16,-1-1-1 15,4 1 1-15,-1 1 1 16,-1-3-1-16,1 2 0 16,-6-2 1-16,0 1 1 0,-8 2-1 15,-7 2-1-15,-10 1 9 16,-9-1 8-16,-3 3-6 16,-5 0 22-16,-1 0 18 15,0 0-22-15,0 0-13 16,0 0-14-16,0 0-2 15,-9 5-20-15,-10 10-35 16,-2 3-29-16,-1-6-85 16,-2-1-187-16</inkml:trace>
  <inkml:trace contextRef="#ctx0" brushRef="#br0" timeOffset="115217.86">4614 12623 235 0,'0'0'44'0,"0"0"11"16,0 0-4-16,0 0 1 16,0 0-21-16,0 0 3 15,0 0-4-15,-20-5-4 16,20 5-14-16,0 0-3 16,0 0-9-16,0 0 1 0,6 0 2 15,15 3 4-15,10 2 5 16,17 1 2-16,17-4 9 15,24-2-2-15,26 0 1 16,16 0-3-16,17 0-13 16,7-4-4-16,1 3 0 15,-8-2-2-15,-6 2-4 16,-15-2-15-16,-11 2 6 16,-9-2-5-16,-8 0 12 15,-8 0 4-15,-11-1-1 16,-16-1 3-16,-17 0 0 15,-17 0 2-15,-14 5 8 0,-9-2 4 16,-4 2 16-16,-3 0 12 16,0 0-38-1,0-1 10-15,0 1 20 0,-6 0-29 16,-10 0-5-16,-2 3-46 16,-4 12-61-16,-4-6-49 15</inkml:trace>
  <inkml:trace contextRef="#ctx0" brushRef="#br0" timeOffset="115387.88">6538 12693 719 0,'0'0'15'16,"0"0"-1"-16,0 0-14 15,0 0-109-15,0 0-15 16,0 0-78-16</inkml:trace>
  <inkml:trace contextRef="#ctx0" brushRef="#br0" timeOffset="162689.25">20022 2931 292 0,'0'0'22'15,"0"0"-17"-15,0 0 67 0,0 0-17 16,0 0-23 0,0 0 34-16,0 0-7 0,6-56 25 15,-6 50-56-15,0-4-7 16,0 4-7-16,0-1 5 15,0 0-5-15,0 1-12 16,0 0 7-16,0 2-3 16,0-1-3-16,0 0-1 15,0 1 3-15,0 0-4 16,0 1 9-16,0 0 0 16,0 2-3-16,0 1 5 15,0 0-7-15,0 0-5 0,0 0-4 16,0 8-9-1,4 21 1-15,-4 14 10 0,0 16-2 16,0 10 2-16,-6 16 2 16,-9 6 0-16,-3 2 0 15,2 2 0-15,-3-9 0 16,1-12 1-16,4-17-1 16,5-23 0-16,2-14 0 15,5-13 0-15,2-7 5 16,0 0 15-16,0-30 29 15,9-18-49-15,8-19-23 16,5-11-26-16,-4-2-4 16,-2 1 7-16,-3 5 24 15,-5 3 9-15,-3 9 12 16,-2 7 2-16,-2 11-2 0,2 8-1 16,0 6-3-16,3 6 3 15,1 4-2-15,1 5 4 16,3 5 7-16,2 5-6 15,4 5-1-15,6 0-2 16,5 5-2-16,4 12 2 16,-2 0 0-16,3 1-5 15,-5 0 6-15,-6-2-3 16,-10-1 3-16,-7 1-6 16,-5 1 2-16,-14 4 5 0,-23 5 4 15,-14 3 4 1,-10-1 13-16,-2 0-8 0,7-6-5 15,7-3-8-15,11-5 6 16,13-1-3-16,10-3-3 16,6 1 0-16,9 2-12 15,0-1-29-15,24-7-106 16,17-5-113-16</inkml:trace>
  <inkml:trace contextRef="#ctx0" brushRef="#br0" timeOffset="163073.11">20450 3021 300 0,'0'0'17'0,"0"0"-14"16,0 0 4-16,0 0 16 16,0 0 56-16,0 0-35 15,8 36-15-15,-8-20 8 16,0 4-11-16,0 4 16 16,-8 5-8-16,-3 5-16 15,-2 2 11-15,1 3-14 0,1 0-7 16,6-2-4-1,3 2-2-15,2-6-2 0,9-5 2 16,14-6 1-16,12-11 0 16,10-11 1-16,16 0-4 15,14-15-48-15,4-14-66 16,-3-4-152-16</inkml:trace>
  <inkml:trace contextRef="#ctx0" brushRef="#br0" timeOffset="163287.09">20588 3020 396 0,'0'0'14'15,"0"0"12"-15,80-23-4 16,-40 14 1-16,5 4 5 15,1-1-19-15,3 2-8 16,2 1-1-16,-1-2-54 16,-8 0-153-16</inkml:trace>
  <inkml:trace contextRef="#ctx0" brushRef="#br0" timeOffset="163463.95">20489 3180 216 0,'0'0'4'0,"0"0"58"15,0 0 27-15,85 15 5 16,-29-15-35-16,15 0-43 16,17 0-16-16,7-3-24 15,5-10-116-15</inkml:trace>
  <inkml:trace contextRef="#ctx0" brushRef="#br0" timeOffset="164035.88">21225 3089 480 0,'0'0'60'0,"0"0"-59"16,-44 71 32-16,19-26 24 15,-1 5-14-15,-3 8-10 16,7 3-23-16,5-4 0 16,9-10-1-16,3-15-6 15,5-13-2-15,0-14 3 16,0-5 12-16,0 0 69 0,0-17 0 16,17-17-76-1,8-16-9-15,5-8-21 0,0-4-15 16,-3 1-1-1,-2 5-21-15,2 6-12 0,1 11 24 16,5 8 0-16,0 8 38 16,-8 9 8-16,-5 10 15 15,-7 4-10-15,-5 0-5 16,-4 18 0-16,-4 6 2 16,0 6 5-16,-4 1-4 15,-17-1-2-15,1-3 2 16,-1-5 8-16,1-5 3 15,2-2 1-15,-3-1 3 16,0-2-3-16,-2 1-2 16,3-7-8-16,3 2-1 0,7-3-4 15,5 1 0-15,2 2-6 16,3-1 5-16,0 6 1 16,0 3-1-16,0 1-1 15,9 1 2-15,8-1 0 16,4-1 0-16,5-4 3 15,10-4-3-15,9-7-1 16,12-1-53-16,8 0-45 16,5-24-174-16</inkml:trace>
  <inkml:trace contextRef="#ctx0" brushRef="#br0" timeOffset="164257.57">21710 3100 400 0,'0'0'0'0,"0"0"9"16,112 0 60-16,-51 0-12 16,9-2-24-16,0-7-6 15,-4-1-9-15,-6 0-17 16,-8-2-1-16,-13 5 0 15,-15-1-61-15,-21 3-47 16,-5-1-93-16</inkml:trace>
  <inkml:trace contextRef="#ctx0" brushRef="#br0" timeOffset="164429.54">21916 3079 231 0,'0'0'56'0,"0"0"54"16,0 0-48-16,-25 84-16 15,19-47-6-15,4 2-18 16,2 4 11-16,0 3-13 16,18 3-12-16,6 1-5 15,4-2-3-15,1-9-15 16,-8-14-122-16</inkml:trace>
  <inkml:trace contextRef="#ctx0" brushRef="#br0" timeOffset="165173.03">20055 2914 308 0,'0'0'36'0,"0"0"1"15,0 0-37-15,-100-2 7 16,79 9-7-16,6 3 6 16,2 6-6-16,2 2 0 15,-2 2-36-15,2-6-125 16</inkml:trace>
  <inkml:trace contextRef="#ctx0" brushRef="#br0" timeOffset="166001.18">20056 3914 205 0,'0'0'69'0,"0"0"6"15,0 0 19-15,0 0-28 0,0 0-16 16,0 0-15 0,-34-17-32-16,50 17 0 0,23-5 3 15,22-1 4-15,25-2 9 16,25-3-13-16,31-3-2 15,22-2 0-15,22-1-3 16,4-1 0-16,-10 1-1 16,-17 3 4-16,-25 2-4 15,-25 2 0-15,-24 2 1 16,-26 2 0-16,-23 1 0 16,-22 2-1-16,-15 3-5 15,-6 0-35-15,-33 0 35 0,-25 3-20 16,-29 13-67-16,-19 0-27 15,-12-4-197-15</inkml:trace>
  <inkml:trace contextRef="#ctx0" brushRef="#br0" timeOffset="166268.19">20422 3943 81 0,'0'0'99'0,"0"0"1"16,0 0-4-16,0 0-29 16,101 5-19-16,-58-5-17 0,15 0-1 15,14 0 5 1,23-3 9-16,22-4-4 0,15-3-14 16,10-1-14-16,7-1-3 15,-1-4-3-15,-6 2-6 16,-11 2-1-16,-10-1-22 15,-14 5-21-15,-16 0-58 16,-18-1-109-16</inkml:trace>
  <inkml:trace contextRef="#ctx0" brushRef="#br0" timeOffset="166447.43">22183 3849 610 0,'0'0'75'16,"0"0"20"-16,0 0-79 15,0 0-16-15,0 0-2 16,0 0-88-16,0 0-136 16,0 3-76-16</inkml:trace>
  <inkml:trace contextRef="#ctx0" brushRef="#br0" timeOffset="167428.44">20836 4738 281 0,'0'0'20'0,"0"0"-19"16,0 0 30-16,0 0 0 0,0 0 7 15,0 0 8-15,5 19-3 16,-1-19 66-16,11-11 49 16,6-17-113-16,10-10-39 15,6-9-4-15,1 0 0 16,-5-1-2-16,-7 5-3 16,-3-1 3-16,-10 2-17 15,-4 0 8-15,-4 0 0 16,-5 5-4-16,0 4 7 15,-11 2 5-15,-2 7 0 16,-2 9 1-16,6 5 23 16,3 8-11-16,3 0 4 15,0 2-16-15,-1 0-11 0,-1 17-5 16,-1 13 14 0,0 14 1-16,3 5 1 0,3 6 3 15,0 0-3-15,0 2 3 16,3-6 0-16,6 2-3 15,2-7 4-15,0-9-4 16,-2-7 0-16,-2-8-1 16,1-7-26-16,-3-4-48 15,-4-8-52-15,2-3-31 16,0-19-44-16</inkml:trace>
  <inkml:trace contextRef="#ctx0" brushRef="#br0" timeOffset="167636.25">20796 4445 352 0,'0'0'26'16,"0"0"6"-16,0 0 17 15,0 0-49-15,0 0-4 16,0 0 4-16,-10-4 12 16,39 13 7-16,14 0 16 15,8-5-12-15,9-1-11 16,7-3-8-16,5 0-4 15,-4 0-20-15,-5 0-116 16,-16-8-161-16</inkml:trace>
  <inkml:trace contextRef="#ctx0" brushRef="#br0" timeOffset="168049.99">21344 4746 336 0,'0'0'118'0,"0"0"-31"15,0 0-54-15,0 0 3 16,0 0-25-16,0 0-10 0,60-89 0 15,-46 69-1-15,-3 3 0 16,-6 3 0-16,-5 4 0 16,0 1-5-16,-13 6 4 15,-11 3-29-15,0 0 13 16,-3 2 15-16,3 15-3 16,7 0 3-16,6 5 0 15,5 2 2-15,2 3 2 16,4 1 10-16,0 2-2 15,0-1-1-15,13-4 1 16,9-6 1-16,8-7-2 16,12-7 6-16,15-5-15 15,9-7 0-15,11-23-143 0</inkml:trace>
  <inkml:trace contextRef="#ctx0" brushRef="#br0" timeOffset="170930.14">21669 4500 26 0,'0'0'212'0,"0"0"-120"16,0 0-6-16,0 0-20 16,0 0 35-16,0 0-70 15,-8-12 33-15,8 10-35 16,0-3 26-16,0 2-25 0,0 3-9 16,0 0-17-16,0 0 0 15,0 0-1-15,0 0-3 16,0 0-6-16,0 0-6 15,12 0-5-15,18 0 15 16,16 0 2-16,14 0 0 16,10-5 0-16,7-1-1 15,3 0 0-15,3 1 1 16,-3 3-1-16,-8 1 1 16,-8 1 0-16,-12 0 0 0,-16 0 0 15,-13 0 0 1,-14 0 1-16,-6 0-1 0,-3 0 1 15,0 0 2-15,-3 0-3 16,-17 0-17-16,-12 0-62 16,-4 3 6-16,1 7-40 15,9-1-43-15,10-6-113 16</inkml:trace>
  <inkml:trace contextRef="#ctx0" brushRef="#br0" timeOffset="171946.19">22259 4277 173 0,'0'0'110'0,"0"0"-40"0,0 0-42 16,0 0-25-16,0 0 37 15,0 0 28-15,18 0-38 16,-3 7 13-1,2 0-33-15,3 3 1 0,6-2-8 16,2-1 0-16,5-1 2 16,1-3 4-16,0 0-7 15,-4-1 1-15,-3 0 0 16,-5 1-2-16,-5 0-1 16,-2 0 0-16,-5-2 0 15,-4 3-1-15,0-1-6 16,-5 0 4-16,-1-2-13 15,0-1 10-15,0 0 6 16,0 0 1-16,0 2 1 16,0-1-2-16,-4 3 4 15,-2-1 3-15,0 1-6 0,-1 0 2 16,-1 2-2-16,-4 1-1 16,-4 3 0-16,-3 5 1 15,-8 4 0-15,-6 3 12 16,-3 6 5-16,-5 0-7 15,-1 2 4-15,1 4-9 16,4-1-1-16,4-5-4 16,9-7-1-16,8-7 1 15,7-9-1-15,5-2 0 16,4-3 0-16,0 0 9 16,0 0 18-16,0 0 29 15,0 0 6-15,0-6-29 0,8-5-28 16,3-4-5-16,-1 1 0 15,-2-1 1-15,-1-2-1 16,-1 1 0-16,0 1-1 16,-3-2-10-16,0 3 10 15,-3-2-6-15,0-1-2 16,0 2 6-16,0-3-4 16,0 3 4-16,2-1 3 15,-1 4 0-15,2-1 4 16,-1 1 3-16,1 3 1 15,-2-1-4-15,1 3 1 16,-1 1-5-16,2 4 0 16,-3 2-2-16,2 0 2 15,-2 0 0-15,0 0 0 0,0 0-3 16,0 0 1-16,0 0 2 16,0 0 1-16,0 0 3 15,0 0-4-15,0 0 1 16,0 0-1-16,0 0-8 15,0 9-7-15,0 11 12 16,0 7 0-16,0 2 3 16,-3 7 0-16,-6 1 0 15,1 4-27-15,-5-2-44 16,-2-3-16-16,0-13-91 16,6-8-192-16</inkml:trace>
  <inkml:trace contextRef="#ctx0" brushRef="#br0" timeOffset="176608.29">23078 4296 353 0,'0'0'49'0,"0"0"-2"0,0 0 28 16,0 0-53 0,0 0 39-16,0 0-17 15,0 0-14-15,0-16-9 0,0 16-8 16,-2 0-12-16,-8 2-1 16,-6 12-6-16,-7 6 6 15,-2 5 1-15,1 1-1 16,3-2 0-16,4-3 0 15,7-4 0-15,4-1-4 16,6-5-8-16,0-3-2 16,0-2-12-16,12-1 14 15,6 1 12-15,0 0 10 16,3 2-7-16,0-3-1 16,-2 4-1-16,1 0-1 15,-5 6 0-15,-2 5-1 0,-1 1 0 16,-6 4 1-16,-6-1-2 15,0-2 2-15,0-2 0 16,-7-3-4-16,-6-1 4 16,-1-4 0-16,0-5 5 15,-1 0 3-15,-1-2-8 16,-2-2 5-16,-2-3 3 16,-2 0-8-16,2 0-39 15,10 0-84-15,9-16-205 16</inkml:trace>
  <inkml:trace contextRef="#ctx0" brushRef="#br0" timeOffset="177157.12">23186 4252 507 0,'0'0'81'0,"0"0"-72"16,0 0-3-16,0 0-6 15,91-18-3-15,-62 26-2 16,1 8 0-16,-3 5-3 16,-8 1 7-16,-10 0 1 0,-6 1-7 15,-3 1 7 1,0-3 2-16,-9 0-1 0,-5-1 10 15,0-3-9-15,3-3 1 16,1-2-2-16,5-3 2 16,3-1-3-16,2 0 0 15,0-4 0-15,0-1-2 16,0-1 2-16,0-2 6 16,9 0 4-16,7 0 4 15,6 0-7-15,3 0-3 16,6-3-3-16,-4-5-1 15,-5 2-1-15,-2-5 1 16,-3 1 0-16,-2-2 3 16,-3-1-3-16,-3-2 6 15,-2 1 21-15,-7-3 8 0,0 0-2 16,-5-2-17 0,-12 0-14-16,-4-1 12 0,0 6 10 15,2 2-14-15,6 5 15 16,7 4-25-16,4 3-25 15,2 0-119-15,0 10-77 16,13 7 125-16,17-3-49 16</inkml:trace>
  <inkml:trace contextRef="#ctx0" brushRef="#br0" timeOffset="177339.12">23763 4250 634 0,'0'0'69'16,"0"0"-25"-16,0 0-44 16,0 0-177-16,0 0 75 15,0 0-187-15</inkml:trace>
  <inkml:trace contextRef="#ctx0" brushRef="#br0" timeOffset="177591.85">24060 4084 641 0,'0'0'119'0,"0"0"-53"16,0 0-66-16,0 0-12 15,-45 87 12-15,18-34 4 16,0 5 0-16,3 5-1 16,3 1-2-16,9 2-1 15,2-3-2-15,6-2 0 16,2-6-51-16,2-10-43 16,0-12-45-16,0-13-134 15</inkml:trace>
  <inkml:trace contextRef="#ctx0" brushRef="#br0" timeOffset="177757.02">24075 4725 772 0,'0'0'63'16,"0"0"19"-16,0 0-56 15,0 0-18-15,0 0-8 16,0 0-15-16,0-22-73 15,0 24-195-15,0 1 26 16</inkml:trace>
  <inkml:trace contextRef="#ctx0" brushRef="#br0" timeOffset="178927.31">23686 4271 326 0,'0'0'194'15,"0"0"-131"-15,0 0 20 16,0 0-64-16,0 0-18 0,0 0-1 16,5-22-80-1,-3 25-111-15,-2 7 68 16,0-5-99-16</inkml:trace>
  <inkml:trace contextRef="#ctx0" brushRef="#br0" timeOffset="181885.47">24524 4092 35 0,'0'0'70'16,"0"0"23"-16,0 0-24 15,0 0-38-15,0 0 41 16,0 0-10-16,0 0 8 16,8-47-19-16,-6 44 19 15,-1-1-40-15,-1 4 13 16,0 0-38-16,0 0-5 16,0 0-29-16,0 12-47 15,0 19 60-15,-21 18 13 0,-14 18 3 16,-19 13 6-16,-10 4 6 15,0 4 6-15,2-4 6 16,12-8-20-16,14-9 5 16,9-11-8-16,9-8-1 15,5-12 4-15,1-5-1 16,3-8-3-16,0-7 4 16,2-3-4-16,5-6 3 15,-3-2-3-15,5-3-5 16,-2-2-21-16,2 0-53 15,0 0 29-15,0-14-318 16</inkml:trace>
  <inkml:trace contextRef="#ctx0" brushRef="#br0" timeOffset="182370.49">24549 4417 342 0,'0'0'108'16,"0"0"24"-16,0 0-22 15,0 0-105-15,0 0-5 16,0 0-9-16,-48 24 8 16,23 2-1-16,-1 7 2 15,6 3-3-15,4 5 2 16,5-1 1-16,5-6-6 15,6-5 3-15,0-6 2 0,0-5-4 16,0-5 4 0,4-5 1-16,-1-1 0 0,-3-5 1 15,0-2 3-15,0 1 5 16,-3-1 7-16,-20 2 8 16,-10 1-19-16,-7-1-5 15,0 2-10-15,4-1-40 16,8-1-37-16,10-2-51 15,15 0-103-15</inkml:trace>
  <inkml:trace contextRef="#ctx0" brushRef="#br0" timeOffset="182918.2">24525 4422 397 0,'0'0'51'16,"0"0"-7"-16,0 0-30 16,0 0 6-16,0 0-2 15,0 0-10-15,80 7 0 16,-66 6-7-16,-4 1-1 15,-5 3-3-15,-5 2 3 16,0 0 2-16,0 1 4 0,0 2-5 16,-9-2 2-16,0 0 0 15,-1 0-2-15,3-2 1 16,3-1 1-16,1-3-2 16,1 2-1-16,0-3 0 15,2 1 0-15,0-4 0 16,0-7 0-16,0 1-1 15,0-4 2-15,2 0-1 16,5 0 38-16,9-12 62 16,5-7-88-16,1-9 7 15,1 0 15-15,-5-3-33 16,-1 1 3-16,-8 2-4 16,-6 7 8-16,-3 3-8 15,0 3-2-15,0 3-8 16,-3 3-18-16,-6 2-7 0,-4 4-7 15,-2 3-22-15,-6 0-15 16,-1 0 22-16,1 7-31 16,3 3-42-16,9-2-59 15</inkml:trace>
  <inkml:trace contextRef="#ctx0" brushRef="#br0" timeOffset="183118.2">24767 4395 465 0,'0'0'91'16,"0"0"59"-16,0 0-30 16,0 0-85-16,0 0-35 15,0 0-47-15,25-27-109 16,10 27 44-16,10-4-189 15</inkml:trace>
  <inkml:trace contextRef="#ctx0" brushRef="#br0" timeOffset="183368.27">24958 4291 703 0,'0'0'43'15,"0"0"-43"-15,0 0-21 16,0 0 21-16,-2 87 2 16,2-51 0-16,0 6 2 15,0 5 1-15,0 5-4 16,0-3 0-16,0-2 1 16,0-7-2-16,0-10-41 15,1-2-19-15,-1-5-33 16,0-2-51-16,0-5-174 15</inkml:trace>
  <inkml:trace contextRef="#ctx0" brushRef="#br0" timeOffset="183530.67">25053 4841 599 0,'0'0'143'16,"0"0"-35"-16,0 0-85 15,0 0-16-15,0 0-7 16,0 0-37-16,-18-25-83 16,7 25-100-16,2 0-82 15</inkml:trace>
  <inkml:trace contextRef="#ctx0" brushRef="#br0" timeOffset="-202702.65">9754 2578 4 0,'0'0'45'15,"0"0"7"-15,0 0 2 16,0 0 28-16,0 0-20 15,0 0-11-15,0 0-20 16,0 0-17-16,6-69 18 16,-6 61-9-16,0 2 21 15,0-3-36-15,-2 4 19 16,2-1 13-16,0 3-1 16,0 2-13-16,0-1-22 15,0 2-4-15,0 0 0 16,-1 0 1-16,1 0 1 15,0 0-1-15,0 0 8 0,0 0 3 16,-2 0 0-16,2 0 2 16,0 0 4-16,0 0 5 15,-1 0-3-15,1 0-3 16,-2 0 1-16,2 0-8 16,0 0 5-16,-1 0-5 15,1 0-5-15,0 0-5 16,0 0-5-16,0 0 4 15,0 0-9-15,0 3-23 16,0 6 20-16,0 6-19 16,9 1-25-16,3 0-54 15,4-2-32-15,3-7-99 16</inkml:trace>
  <inkml:trace contextRef="#ctx0" brushRef="#br0" timeOffset="-202497.75">10092 2545 392 0,'0'0'41'0,"0"0"28"16,0 0-18-16,0 0-12 0,0 0-39 15,0 0-18 1,30-25-36-16,-15 32-21 0,4 1-69 15,4-1-109 1</inkml:trace>
  <inkml:trace contextRef="#ctx0" brushRef="#br0" timeOffset="-202304.18">10687 2469 468 0,'0'0'40'0,"0"0"-8"16,0 0-32-16,0 0-57 15,0 0 9-15,0 0-16 16,32 15-39-16,0-7-90 16</inkml:trace>
  <inkml:trace contextRef="#ctx0" brushRef="#br0" timeOffset="-202146.47">11193 2481 420 0,'0'0'41'0,"0"0"17"16,0 0-22-16,0 0-36 15,0 0-118-15,0 0 75 16,51 8-70-16</inkml:trace>
  <inkml:trace contextRef="#ctx0" brushRef="#br0" timeOffset="-201966.42">11901 2369 492 0,'0'0'37'0,"0"0"57"15,0 0-71-15,0 0-23 16,0 0-61-16,0 0 0 16,23-3 6-16,13 9-91 15</inkml:trace>
  <inkml:trace contextRef="#ctx0" brushRef="#br0" timeOffset="-201777.29">12503 2375 501 0,'0'0'15'0,"0"0"-9"16,0 0-6-16,0 0-24 16,0 0-72-16,0 0 58 0,-4 31-70 15,4-24-56 1</inkml:trace>
  <inkml:trace contextRef="#ctx0" brushRef="#br0" timeOffset="-197942.92">13923 2305 214 0,'0'0'84'0,"0"0"10"15,0 0-24-15,0 0 6 16,0 0-22-16,0 0-3 15,0 0-21-15,4-56-14 16,-4 53 3-16,0 3 2 16,-1 0-3-16,-2 0-18 15,-5 6-2-15,-8 13 1 16,-4 8-1-16,-5 11 4 0,-2 6-1 16,2 6-1-1,1 1 1-15,3 3 0 0,5 1-1 16,7 1-2-16,7-3 1 15,2-6-2-15,0-11 3 16,17-9-2-16,7-13 1 16,7-10 1-16,9-4 1 15,11-5 1-15,4-18 3 16,-6-4-3-16,-13-3 4 16,-15-2-2-16,-17-1 27 15,-4 2-2-15,-25 2-13 16,-21 4-12-16,-12 9-4 0,-2 4-1 15,6 10-5 1,13 2-6-16,18 6-19 0,16 14-62 16,7 11-30-16,7 1-26 15,23-6-145-15</inkml:trace>
  <inkml:trace contextRef="#ctx0" brushRef="#br0" timeOffset="-196236.64">14156 2623 608 0,'0'0'16'16,"0"0"87"-16,0 0-86 15,0 0-17-15,0 0 0 16,0 0 0-16,47 54 3 16,-24-24-2-16,2 1 0 15,-3-5 0-15,-4-4 1 16,-6-3-2-16,-5-8-2 16,-2-4 1-16,-4-5-3 15,-1-2-2-15,0 0 6 16,0-5 19-16,0-9-9 15,0-3-9-15,2 2-2 0,4 3-2 16,3 2 0-16,3 4-14 16,4 2-9-16,2 4 7 15,3 0 15-15,-3 0 3 16,6 5-1-16,0 7 2 16,-1-2 1-16,0 2-1 15,-8-4 0-15,-5-3 0 16,-4-3 0-16,-3-2 1 15,0 0 25-15,2-10 37 16,-2-7-53-16,1-5-6 16,-4 1 16-16,0 0-3 15,0 5-7-15,0 7-3 16,0 6 0-16,0 3-7 0,0 0-4 16,6 0-30-1,19 11 2-15,17 7 29 0,11 3-21 16,9-1-11-16,-3-1-17 15,-6-6-13-15,-14-7 30 16,-11-5 19-16,-12-1 16 16,-5 0 1-16,-7-5 11 15,-2-9 18-15,-2-3 34 16,0-1-9-16,-6 0-1 16,-5 6-10-16,1 4-2 15,4 6-23-15,3 2-19 16,2 0-1-16,-2 18-15 0,3 10 16 15,0 5 0 1,3 4 0-16,14-3-3 0,5 1 3 16,0-7-3-16,-2-11-3 15,0-5-2-15,-1-9 8 16,2-3 1-16,4-6 3 16,0-16 3-16,-2-6-7 15,-3-1 0-15,-14-1-8 16,-6 1-11-16,-4 3-40 15,-18 2-23-15,0 4 19 16,2 4 60-16,9 5 3 16,5 4 39-16,6 3-14 15,0 4 8-15,0 0-33 16,0 3-9-16,19 13 9 16,5 3 1-16,0 4-1 0,1 0 5 15,-1 2-4-15,0 0-1 16,0-2 0-16,-3 1 1 15,-2-6-1-15,-4-5 0 16,-3-5 0-16,-6-2-36 16,-3-6-22-16,-3 0 36 15,0-11 8-15,0-14 8 16,0-3-5-16,-6-1 11 16,-3 4 33-16,2 3 17 15,4 10-28-15,1 5 9 16,2 4-16-16,0 3 6 15,0 0-21-15,0 0-20 0,13 13 20 16,8 4 3-16,5 2-3 16,1 2 0-16,1-1-1 15,2-2 1-15,-2-4 0 16,-2-10 1-16,4-4-1 16,-1-6 5-16,1-19 9 15,-2-6 9-15,-5-11 7 16,-4-3 7-16,-10-1-18 15,-7 0-4-15,-2 4-3 16,0 9-6-16,-8 9 5 16,2 14 0-16,3 2-9 15,3 8-2-15,0 0 0 16,0 10-17-16,6 18 15 0,18 9 2 16,10 8-1-16,7 2 3 15,1-1-4-15,-3-7-11 16,-7-6-11-16,-7-10-11 15,-7-13 10-15,0-9 18 16,2-1 7-16,2-20 10 16,3-12-2-16,-4-12 1 15,-6-5 7-15,-6-4 9 16,-9 5-7-16,0 9 10 16,-3 13-20-16,-3 11 1 15,3 11-6-15,3 4-3 16,0 2-7-16,0 18-5 0,0 13 12 15,13 7-1 1,4 3 2-16,2 2 0 0,0-4-1 16,1-4-2-16,-1-10-8 15,-2-8 0-15,-6-10 7 16,-3-9-2-16,-2 0 5 16,0-13 11-16,4-11-10 15,-4-2-1-15,-1-4 2 16,-5 3-2-16,0 5 3 15,0 9-6-15,0 6 3 16,0 7-2-16,0 0 1 16,0 3-12-16,3 18 4 15,9 5 9-15,7 6 0 0,-1 2 0 16,0 0 1 0,1 0-1-16,-1-4 0 0,-1-6-1 15,-3-8 0-15,-5-4-3 16,-1-4-4-16,-5-5-46 15,-1-2-50-15,-2-1-74 16,-5-1 57-16</inkml:trace>
  <inkml:trace contextRef="#ctx0" brushRef="#br0" timeOffset="-195776.25">15135 2746 360 0,'0'0'22'0,"157"-27"51"16,-53 7 17-16,14-4-32 15,3 0-24-15,1 0 3 16,-8 2-7-16,-9 1-2 16,-11 2-13-16,-10-1-7 15,-15 5-2-15,-10-1-6 16,-8 0 1-16,-14 6 4 15,-8 0-10-15,-14 4-4 16,-9 3 1-16,-5 1-11 16,-1 2 7-16,0 0-20 15,-4 0 1-15,-8 0-9 16,-2 0 25-16,4 8 14 0,1 6-2 16,-1 9 1-16,1 4 1 15,-1 10 1-15,0 1 0 16,0 3 1-16,1 0 1 15,7-7-2-15,2-5 1 16,0-8-1-16,0-7 2 16,0-8 6-16,0-4-7 15,0 1 3-15,-8 1 4 16,-18 5-3-16,-20 3-5 16,-18 4-47-16,-13 1-101 15,-5-3-42-15</inkml:trace>
  <inkml:trace contextRef="#ctx0" brushRef="#br0" timeOffset="-195379.1">14073 3138 488 0,'0'0'10'0,"0"0"3"15,0 0 12-15,0 0 6 0,0 0 8 16,0 0-6 0,9 6-31-16,37-6 5 0,41 0 7 15,44-14 12-15,47-3-2 16,36-5-3-16,27 1-5 15,10-1-2-15,-4 0-6 16,-19 1-1-16,-37 3-2 16,-45 4-2-16,-47 3-2 15,-35 0 8-15,-27 5 0 16,-20 0-5-16,-11 1 5 16,-6 2 9-16,0 1 3 15,-14 2-21-15,-32 0-28 16,-29 16-135-16,-22 6-9 15,-1-2-322-15</inkml:trace>
  <inkml:trace contextRef="#ctx0" brushRef="#br0" timeOffset="-195147.52">17929 2394 602 0,'0'0'0'0,"0"0"-141"15,0 0-27-15,0 0-83 16</inkml:trace>
  <inkml:trace contextRef="#ctx0" brushRef="#br0" timeOffset="-194472.13">17401 2234 401 0,'0'0'31'0,"0"0"19"16,0 0-49-16,0 0-2 16,0 0 2-16,43 119 1 15,-39-58 2-15,-4 3-4 16,0 0 2-16,0-7 2 15,-1-8-4-15,-5-9-6 16,0-12-38-16,3-11-35 16,3-12-93-16</inkml:trace>
  <inkml:trace contextRef="#ctx0" brushRef="#br0" timeOffset="-192515.47">17438 2288 212 0,'0'0'63'0,"0"0"2"16,0 0-16-16,0 0 25 15,0 0 1-15,0 0-51 16,0-31-14-16,3 26 31 16,6 0-25-16,5 0-15 15,2-2 0-15,5-1 0 16,6 0 2-16,3 2-2 16,1 0-1-16,-1 3 1 0,0 3-2 15,-5 0-1-15,-7 0 0 16,-2 9-1-16,-5 8-4 15,-8 4-6-15,-3 4-14 16,-9 4 25-16,-21 2 2 16,-13 3 3-16,-4 0 1 15,3 1-1-15,2 1 0 16,12-3-2-16,11-6-1 16,8-3 0-16,10-7-2 15,1-3-2-15,0-2 4 16,9-5-6-16,12-2 6 15,7-5 3-15,5 0-3 0,-1 0-10 16,-2 3-11-16,-4 0 19 16,-8 4-1-16,-8 1 3 15,-5 5-7-15,-5-1-4 16,0 5-1-16,-21-2 9 16,-10 0 3-16,-7 4 2 15,-2-3 6-15,4-1 2 16,6-3-10-16,8-1 3 15,10-6-3-15,6-2 1 16,6-2 0-16,0-1 0 16,7 0 3-16,19-10-4 15,15-9-33-15,7-3 27 0,1 0 6 16,1 3 19-16,-7 2 0 16,-6 2-4-1,-5 3 1-15,-9 3-3 0,-5 5-1 16,-4 2-5-16,5 2-7 15,-2 0 0-15,2 0-1 16,0 8 1-16,-3 3-1 16,6 0-2-16,-4 1 2 15,2 0 1-15,3-2 0 16,3-5-2-16,3-5-8 16,2 0 1-16,-1 0-12 15,-5-2 2-15,-8-7 9 16,-5 1 10-16,-6 0 5 0,-6 2-1 15,0 0 12-15,0 1-3 16,0 2-7-16,0 3-6 16,1 0-1-16,10 0-45 15,10 0 43-15,11 0 3 16,4 0 0-16,5 0-4 16,-1-9-1-16,-6-7-23 15,-3-5 19-15,-2-9 9 16,-4-7 21-16,-4-9-9 15,-9-4 14-15,-9-5 6 16,-3-7 42-16,-18 8-32 16,-4 9-2-16,5 15-2 15,4 16-16-15,8 10-3 16,2 4-19-16,0 9-2 16,0 22-15-16,0 16 16 0,3 13 1 15,0 8 0-15,21 5 1 16,10 1-1-16,7 3 0 15,-1-7 1-15,-2-6 0 16,-6-11 0-16,-6-10-1 16,-3-11-9-16,-10-9-7 15,-1-9-6-15,-5-8-10 16,-2-3-5-16,-2-3 37 16,1-3 8-16,-1-16-5 15,0-4-3-15,0-2-14 16,0-1 9-16,-1-2 4 15,-10 2-4-15,-1 1 3 0,-1-2 2 16,4 0 10-16,3-1 2 16,2 2 10-16,4-1-22 15,0 0-1-15,10-1-11 16,13-2-21-16,3 3 7 16,-2-1 19-16,-2 2 7 15,-4 1 14-15,-4 1-2 16,-1 2 6-16,-4 5 17 15,-5 7-3-15,-1 3-11 16,-3 6-17-16,0 1-4 16,0 0-4-16,2 0-10 15,0 0-17-15,5 14 31 16,2 2-2-16,-2 4 2 0,5 4 0 16,6 5 1-1,4 5 0-15,5 4 1 0,6 6-1 16,4 4 2-16,1 1-2 15,-1-3 0-15,-2-5-1 16,-10-7 0-16,-5-7 1 16,-6-10-1-16,-3-8 0 15,-6-2-1-15,-2-7-5 16,-3 0 6-16,0-5 15 16,0-17-10-16,-9-9-5 0,-18-5 0 15,-10-5-21 1,-11 4 18-16,3 3 3 0,6 8-1 15,10 6 1 1,16 8 0-16,10 6 1 0,3 3-1 16,10-2-27-16,28-1-52 15,15 0 19-15,10-5 41 16,3-2 3-16,-7 1 10 16,-11-3 6-16,-14 0 14 15,-12 1 0-15,-11 2 25 16,-10 3 21-16,-1-2-20 15,0-1-14-15,-13 0-18 16,-9 5-8-16,-4 0-2 16,0 7 0-16,3 0 1 0,2 19-2 15,2 8 0 1,8 6-1-16,9 4-15 0,2 0-5 16,24-2-26-16,17-11-7 15,12-10 12-15,9-12-52 16,2-2-123-16</inkml:trace>
  <inkml:trace contextRef="#ctx0" brushRef="#br0" timeOffset="-192215.51">19494 2411 569 0,'0'0'21'0,"0"0"-21"16,0 0-30-16,0 0 30 0,-15 92 1 15,7-53-1-15,2-2 1 16,2-7 0-16,1-10-1 16,3-11 4-16,0-4-2 15,0-5 3-15,0 0 25 16,0 0 67-16,0-12 11 16,0-10-77-16,12-11-31 15,1-1-4-15,5-7-2 16,3 4-13-16,-1 4 4 15,2 6-13-15,0 9-22 16,1 8-31-16,2 10-103 16,-3 0-14-16</inkml:trace>
  <inkml:trace contextRef="#ctx0" brushRef="#br0" timeOffset="-191882.71">17658 2900 384 0,'0'0'7'16,"142"0"19"-16,-27-12 64 0,29-8-53 15,32-9-5-15,21-4 13 16,4-1-16-16,-1 0 1 16,-24 3-8-16,-23 8-17 15,-27 4-5-15,-32 9-3 16,-28 6-8-16,-28 4-12 16,-21 0-11-16,-17 0-80 15,-27 7-32-15,-31 9 82 16,-25-3-217-16</inkml:trace>
  <inkml:trace contextRef="#ctx0" brushRef="#br0" timeOffset="-190497.71">17019 3163 194 0,'0'0'155'0,"0"0"-36"0,0 0-4 15,0 0-39-15,0 0-39 16,-3-76-16-16,12 68-2 16,3 0-18-16,5 4-1 15,-1-1-4-15,-1 5 2 16,0 0 0-16,-2 0-13 15,2 5-37-15,-4 5-10 16,-7 3 4-16,-2 1 14 16,-2-1-5-16,0 0-2 15,-11-1 47-15,-2-3 4 0,5-4 0 16,5-2 0-16,2-2 1 16,-1-1 2-1,2 2 15-15,0 2 12 0,0 5-7 16,0 4-3-16,9 8 4 15,7 1-10-15,-2 1-10 16,-2 0-1-16,-3-1-1 16,-3-7 0-16,-5-4 0 15,-1-5 2-15,0-3-3 16,-7-2 7-16,-18-1 5 16,-13 0 2-16,-4 0-10 15,1-2-2-15,7-7 0 16,13 4-3-16,15 0-7 0,6 4-49 15,19-2-275 1</inkml:trace>
  <inkml:trace contextRef="#ctx0" brushRef="#br0" timeOffset="-190281.15">17343 3214 461 0,'0'0'37'0,"0"0"46"16,0 0 2-16,0 0-40 16,0 0-27-16,0 0-18 15,-32-21-11-15,37 21-13 0,16 9 24 16,12 1 0 0,10-3-6-16,9 1-36 0,2-8-84 15,-4 0-114-15</inkml:trace>
  <inkml:trace contextRef="#ctx0" brushRef="#br0" timeOffset="-189784.24">17622 3100 296 0,'0'0'219'0,"0"0"-118"16,0 0-40-16,0 0-59 15,0 0-2-15,0 0-8 16,17 27 8-16,-4-3 2 15,4 5 0-15,0 5 0 16,7 1-2-16,1 0 0 16,5-6 0-16,5-4-10 15,5-13-15-15,9-10 13 16,0-2 0-16,3-5-24 16,-6-15-31-16,-13-1 50 0,-13-3 17 15,-13-2 37-15,-7 0 37 16,-9 1-63-16,-12 3 24 15,-1 7-1-15,3 7-16 16,8 8-18-16,3 0 0 16,1 11-17-16,0 10 15 15,2 6 0-15,5 8-2 16,0 5-9-16,9 4-7 16,15 2-22-16,10-5-41 15,11-17-114-15</inkml:trace>
  <inkml:trace contextRef="#ctx0" brushRef="#br0" timeOffset="-189344.08">18201 3256 213 0,'0'0'340'16,"0"0"-203"-16,0 0-95 16,0 0-42-16,0 0-46 15,0 0 44-15,-14 24-5 16,35 1 5-16,6-3-1 15,3-1 6-15,3-8 2 16,1-7 1-16,1-6 1 16,0 0 4-16,-5-7-3 0,-8-10 3 15,-4-2-4 1,-8 1 24-16,-5 0-31 16,-5 4 6-16,0 3-4 0,0 3 0 15,0 4-2-15,0 4 1 16,0 0-1-16,0 0-35 15,-1 0-40-15,1 9 64 16,0 6 10-16,0-1-3 16,0 1 2-16,0-3 0 15,7-4 1-15,-1-4-16 16,0-4 17-16,0 0 11 16,4-7 31-16,-4-12-25 15,-1-3-8-15,-5 0-1 16,0 3 8-16,0 6-12 15,-9 4-4-15,7 6-38 0,2 3-13 16,0 0-148-16,0 8 61 16,17 2-36-16</inkml:trace>
  <inkml:trace contextRef="#ctx0" brushRef="#br0" timeOffset="-188267.87">18660 3277 86 0,'0'0'349'0,"0"0"-270"16,0 0-18-16,0 0-14 15,0 0-25-15,0 0-1 16,14-42-7-16,-12 34 10 16,-2 0-8-16,0 2-5 15,0 2 11-15,-4 0-22 0,-9 1 0 16,-3 3-4-16,-1 0 0 16,-4 8 1-16,3 9 0 15,3 2-1-15,11 4-3 16,4 2-16-16,9 2 0 15,22-3 5-15,12-7 0 16,7-9 18-16,2-8 1 16,-2 0 3-16,-5-20 1 15,-5-3 3-15,-7-3 3 16,-9-3 1-16,-8 3 21 16,-10 4-19-16,-6 0 5 15,-1 2-19-15,-17 4-2 16,-3 5 2-16,2 7 0 0,5 4-3 15,1 0 1 1,4 12-4-16,1 10-1 0,5 5 0 16,3 3 3-16,0 3-3 15,11 2 3-15,13-1 1 16,1-7-7-16,8-11 2 16,6-14 8-16,1-2 8 15,8-18 3-15,-8-12 0 16,-3-4-1-16,-11-1 11 15,-12-2-18-15,-9 4 15 16,-5-3-6-16,-5 0 0 16,-15 4-12-16,-7 4-1 0,4 8 1 15,5 7 16 1,9 9 9-16,5 4-25 16,0 0-7-16,-1 6-18 0,-1 17 20 15,2 6 4-15,1 8-2 16,3 6-3-16,0-1 5 15,15 0-2-15,5-3 2 16,1-3-7-16,-1-9 6 16,-1-10-3-16,-1-7 0 15,-3-10 5-15,3 0 12 16,-2-20 0-16,3-6-4 16,-2-8-1-16,-4-1-1 15,-8 3 11-15,-5 7-7 16,0 6-7-16,0 8 5 15,0 7-2-15,0 2-6 0,0 2-1 16,0 0-12-16,0 0-47 16,-2 9 27-16,2 5 30 15,0 3 2-15,0 1 0 16,0 0-2-16,11 1-4 16,7-5-6-16,7-7-7 15,8-7 20-15,10 0 5 16,9-15 0-16,0-10 0 15,-8-3-3-15,-5-1-1 16,-9-4 18-16,-10 1-8 16,-9 3 16-16,-8 4-27 15,-3 5 0-15,0 7 4 16,0 8-3-16,0 5-1 0,0 0-10 16,0 5-79-1,0 19 69-15,0 10 17 0,3 4 1 16,4 3-1-16,0-2-3 15,1-4 5-15,-2-7 0 16,-2-8 1-16,-4-9 0 16,0-5 1-16,0-6 0 15,0 0 26-15,0 0 25 16,-22 0-13-16,-17 0-34 16,-20 0-5-16,-14 0-27 15,-7 6-6-15,4 3-71 16,17-2-173-16</inkml:trace>
  <inkml:trace contextRef="#ctx0" brushRef="#br0" timeOffset="-187168.56">18149 3217 382 0,'0'0'143'0,"0"0"-45"16,0 0-56-16,0 0-42 16,0 0-19-16,0 0 18 15,0 0 1-15,34 74 0 16,-16-40 1-16,-1-1 8 0,-3 1-9 15,-3-6 0 1,-4-11 0-16,-3-5 0 0,-2-10-5 16,-1-2 5-16,1 0 3 15,2 0 21-15,1-17 10 16,1-4-33-16,-1-1 3 16,-5 3 1-16,2 7 18 15,-2 7-10-15,0 2 7 16,0 3-20-16,1 0-1 15,6 0-26-15,3 3-15 16,11 13 34-16,6 2 8 16,6-1 1-16,2 0-1 15,0-6-4-15,-4-6-7 16,-6-5 11-16,-1 0 8 16,-1-20 0-16,-1-4-3 0,-6-4 7 15,-7-4 8-15,-9 2-4 16,0-1-2-16,-17 1-9 15,-15 0-1-15,-14 4-4 16,-5 4 0-16,6 10-4 16,8 9-4-16,10 3-16 15,9 9-74-15,6 16 20 16,5 2-29-16,7 0-122 16</inkml:trace>
  <inkml:trace contextRef="#ctx0" brushRef="#br0" timeOffset="-186702.82">17143 3699 135 0,'0'0'33'15,"105"9"70"-15,-23-4-41 16,20-5 14-16,22 0 2 16,24 0-6-16,17-3-2 15,20-8-33-15,5-3-3 16,-5 3-30-16,-23 3-1 0,-26 2-3 15,-22 1-33 1,-25 5-31-16,-17-3-17 0,-23 1-9 16,-25-2-85-16</inkml:trace>
  <inkml:trace contextRef="#ctx0" brushRef="#br0" timeOffset="-186532.11">19185 3599 694 0,'0'0'25'0,"0"0"-25"16,0 0-31-16,0 0-159 0,0 0 87 15,0 0-49-15</inkml:trace>
  <inkml:trace contextRef="#ctx0" brushRef="#br0" timeOffset="-152686.2">2103 6255 139 0,'0'0'118'15,"0"0"-32"-15,0 0 5 16,0 0-22-16,0 0-43 16,0 0-15-16,0 0 25 0,0 0-17 15,0 0 22 1,0-37-12-16,0 34 1 0,0 0 0 15,0-2-11-15,0 1-2 16,0-1-2-16,0-2 2 16,-1-3-7-16,-2 0-7 15,-3 0 7-15,0-2 3 16,0 3-8-16,-3-3 4 16,0 0-7-16,-1 3 1 15,-1 1-3-15,-3 2 0 16,1 5-3-16,-4 1-4 15,0 0-1-15,-1 9-2 16,2 8 8-16,-1 8-2 16,7 3 1-16,1 9 2 15,8 6 1-15,1 2 0 0,0 0 0 16,17-4-4-16,4-9 4 16,2-6-4-16,-4-10 2 15,0-8-3-15,-5-5 3 16,2-3 2-16,1-1 0 15,2-16 5-15,3-7-5 16,-4-1-11-16,-1 0 3 16,-8-2 8-16,-5 0 0 15,-2 2 10-15,-2 0 4 16,0 3-5-16,-3 5 4 16,-3 6 19-16,1 6-20 15,4 2-7-15,1 3-5 0,0 0-1 16,0 0-15-16,9 11 12 15,8 7 4-15,5 1 0 16,0 5 0-16,0-2-1 16,-2-2-3-16,-5 0-25 15,3-4-33-15,-6-9-80 16,-4-7-110-16</inkml:trace>
  <inkml:trace contextRef="#ctx0" brushRef="#br0" timeOffset="-152288.3">2667 5958 406 0,'0'0'140'15,"0"0"-7"-15,0 0-64 16,0 0-9-16,0 0-49 16,0 0-11-16,-46-16-7 0,25 42 1 15,-6 13 6 1,2 7 0-16,-3 2 0 0,11 5 2 15,5-3-4-15,8-3 1 16,4-9 0-16,4-11-14 16,14-10 2-16,9-14-13 15,12-3 16-15,16-17-4 16,17-20-28-16,13-11-108 16,1-7-206-16</inkml:trace>
  <inkml:trace contextRef="#ctx0" brushRef="#br0" timeOffset="-151820.25">3043 5894 394 0,'0'0'133'0,"0"0"-7"15,0 0-43-15,0 0-66 16,0 0-17-16,0 0-5 16,-31 72 4-16,26-31 2 15,5 2 0-15,0-3 2 16,2-5-3-16,16-6-2 16,4-12 2-16,8-10-29 15,7-7 9-15,6-10 20 0,8-18 7 16,4-8-7-16,-3-5-1 15,-8-1-7-15,-13 4 12 16,-13 2-4-16,-15 4 22 16,-3 5 53-16,0 6-51 15,-15 6 30-15,0 8-39 16,-1 4-14-16,7 3-2 16,3 0-8-16,3 12-14 15,3 11 6-15,0 5 10 16,1 4-3-16,12-2 9 15,10-2-4-15,1-5-14 16,6-5 3-16,-2-8 6 16,0-6-21-16,-3-4-3 0,1-14-4 15,0-18-82 1,-5-11-227-16</inkml:trace>
  <inkml:trace contextRef="#ctx0" brushRef="#br0" timeOffset="-151654.6">3306 5552 364 0,'0'0'31'0,"0"0"-31"16,0 0-43-16,98 7-159 0</inkml:trace>
  <inkml:trace contextRef="#ctx0" brushRef="#br0" timeOffset="-150504.75">3841 5409 573 0,'0'0'192'15,"0"0"-84"-15,0 0-93 16,0 0-15-16,0 0-8 15,0 0 8-15,25 108 1 16,1-54 0-16,2 2 0 16,5-1 0-16,0-7-1 15,-8-10 0-15,-7-12 2 0,-5-11-4 16,-7-8-1 0,-3-5-1-16,-3-2-5 0,0 0 9 15,0-10 15-15,-7-12-15 16,-23 1-8-16,-16-1 3 15,-11 9-13-15,1 7-7 16,11 3 25-16,15 3 1 16,21 0-1-16,4 3-11 15,5 14-2-15,0 4 6 16,0 6 2-16,9 5 2 16,12 0 3-16,3-4-3 0,8-4 3 15,1-12-1-15,8-12-3 16,7-2 4-1,7-30 12-15,8-10-5 0,-2-7 10 16,-4 0-14-16,-13 6 7 16,-16 6 15-16,-14 6 8 15,-6 5-16-15,-8 4-14 16,0 5 29-16,-17 7-32 16,-5 5-7-16,-1 5-34 15,5 0 18-15,1 19-6 16,6 6 22-16,-2 5 2 15,4 5 5-15,9 0-4 16,0-1 2-16,0 1 0 16,19-6 0-16,4-7 1 0,11-13-3 15,3-9-3 1,0-7 7-16,2-19 7 0,-1-4 4 16,-3-6-5-16,-5 3-3 15,-10 6-2-15,-13 7-1 16,-4 8-1-16,-3 7-38 15,0 3-8-15,-6 2-36 16,-3 0 6-16,6 12 6 16,3 2 58-16,0-1-1 15,0-1 0-15,15-2 5 16,9-2 9-16,6-4 16 16,4-4 15-16,3 0-23 15,-4-5 32-15,-3-13 21 16,-6-2-4-16,0-3-30 0,-5-1 19 15,-4 2-31-15,-3-2-14 16,-6 7 0-16,-6 2-1 16,0 8 0-16,0 2 8 15,0 3-8-15,0 2-1 16,0 0-78-16,3 7 21 16,7 10 58-16,5 0 0 15,6-2 0-15,6 2-5 16,6-1-16-16,2-3-29 15,-2-10 19-15,-3-3-18 16,-3 0 15-16,-4-19 12 16,-1-7 18-16,3-7-22 15,-6-8-18-15,-3-4 35 0,-9 0 9 16,-7 3 37-16,-12 2 38 16,-21 5-25-16,-10-1-16 15,3 5 63-15,7 8 24 16,9 6-32-16,15 9-50 15,6 5-23-15,3 3-16 16,0 8-10-16,0 18-20 16,18 18 30-16,9 12 0 15,10 6 1-15,6 2-1 16,8-2 0-16,-7-4-9 0,-6-14-20 16,-14-8-9-1,-5-12-10-15,-9-12-14 0,-3-7-23 16,3-5-64-1,-4-17-256-15</inkml:trace>
  <inkml:trace contextRef="#ctx0" brushRef="#br0" timeOffset="-150040.53">4897 5436 382 0,'0'0'39'15,"0"0"-19"-15,0 0 25 16,0 0-11-16,99-25 4 16,-67 14 12-16,3-2-7 15,2-1 2-15,2-4-23 0,0-2-10 16,-5 1-9-16,-6-3-3 16,-4 4-14-16,-7 2-13 15,-7 1 8-15,-6 3 10 16,-4 3 8-16,0 1-4 15,0 3 5-15,0 1 0 16,0 2 2-16,0 2 12 16,0 0-14-16,3 0-4 15,5 8-21-15,10 11 23 16,1 8 1-16,1 5 1 16,-1 1 4-16,-4-1-4 0,0-3 13 15,0-8-1 1,-4-3 5-16,-3-6-2 0,0-4-4 15,-4 1-7-15,-1-4-1 16,0 2-1-16,-3 0 1 16,0 2-3-16,-6 2-12 15,-15 3-27-15,-4 1-32 16,-2 1-28-16,3-1-2 16,6 1-61-16,9-5 14 15</inkml:trace>
  <inkml:trace contextRef="#ctx0" brushRef="#br0" timeOffset="-149612.03">5697 5540 369 0,'0'0'31'16,"0"0"-28"-16,0 0-3 16,0 0 14-16,0 0 11 15,0 0-9-15,25 86-7 16,-25-58-6-16,-3 6 2 15,-19 8 3-15,-8 2-8 16,0-2-85-16</inkml:trace>
  <inkml:trace contextRef="#ctx0" brushRef="#br0" timeOffset="-109163.45">6007 5355 294 0,'0'0'138'0,"0"0"-77"15,0 0-28-15,0 0-7 16,0 0 14-16,0 0-9 16,0 0-6-16,0-19-6 15,-3 15 2-15,0 1-5 16,3-2-4-16,-3 3 14 16,3 0 3-16,0 2-2 15,0 0-6-15,-2-2-2 16,2 2-4-16,0 0-4 15,0 0-3-15,0 0-3 16,0 0-3-16,0 0-2 16,0 0-5-16,0 0-1 0,0 0-3 15,0 0-2-15,11 0 11 16,5 0 2-16,5 0 4 16,-1-5-1-16,3-8 0 15,4-3-2-15,0-2-3 16,4-3-3-16,-4-1-2 15,-6-2-4-15,-3 0 3 16,-9 3 6-16,-4 3 1 16,-5 0 0-16,0-1-1 15,-11 1 4-15,-11 0-2 16,-5 4 12-16,-6 5-7 16,2 8-2-16,-3 1-5 15,11 3-6-15,6 14 6 0,4 5-3 16,6 8 0-1,4 4 3-15,3 3 0 0,0-1 0 16,6-4 0-16,7-2 0 16,5-7-5-16,-2-6 2 15,1-5-5-15,2-9-5 16,5-3 2-16,6-3 5 16,6-18-12-16,3-7-30 15,1-3 2-15,0-5-4 16,-6-3 11-16,-5 0 12 15,-9 0 27-15,-12 6 1 16,-3 4 34-16,-5 9 21 0,0 6 3 16,0 4 12-16,0 8-43 15,0 2-27-15,0 0-1 16,-5 0-3-16,2 4-25 16,-2 11 5-16,-3 9 21 15,2 1 4-15,3 0-2 16,3-2 0-16,0-9-2 15,0-3 2-15,0-5-3 16,0-6-4-16,7 0 7 16,5 0 4-16,2-13 1 15,-3-5 0-15,-4-1-1 16,-5 4 7-16,-2 1 21 16,0 4 2-16,0 4-6 15,-6 3 3-15,3 3-21 16,2 2-10-16,-2 19-21 0,3 11 21 15,0 8-1-15,0 2 1 16,13 1-1-16,10 0 2 16,1-6-2-16,0-3 1 15,-4-9 0-15,-3-6-5 16,-1-8-7-16,-2-3-2 16,-1-2-10-16,-2-3-5 15,0-3-26-15,-2 0-8 16,0-3 25-16,3-13 30 15,-4-5-2-15,-4-6 10 16,1-1 28-16,-2-3 18 16,0 0-28-16,-1 5 12 15,6 2-19-15,-1 4-4 0,4 1-3 16,2 0-4-16,-1-1-1 16,-1 6 1-16,1-1 3 15,-8 4-3-15,1 0 12 16,-4 0 5-16,-1 1 0 15,0 0 8-15,0 0 8 16,0 4-18-16,0 3-11 16,0 0 10-16,0 3-9 15,0 0-5-15,0 0-9 16,3 3-4-16,13 13 10 16,7 6 3-16,-1-2 2 15,4-3-1-15,-1 0-1 16,2-4 0-16,-2-4 0 15,-1-5 1-15,-3-4-1 0,3 0 0 16,-2-4 1-16,-2-12 1 16,-4-3 1-16,-7 2-2 15,-6 2 1-15,-3 2 2 16,0 5-4-16,0 2-1 16,-9 5-3-16,0 1-3 15,0 0-6-15,6 9-12 16,2 6 16-16,1 1 7 15,0 3 0-15,11-2 1 16,9-1 1-16,5-4 0 0,5-3 0 16,3-6 0-1,0-3 0-15,1 0 2 0,2-9-2 16,1-12-16-16,-3-6-48 16,-7-5-157-16</inkml:trace>
  <inkml:trace contextRef="#ctx0" brushRef="#br0" timeOffset="-108980.01">6921 4774 642 0,'0'0'54'16,"0"0"31"-16,0 0-85 0,0 0-45 15,0 0 5-15,0 0-71 16,103 60-70-16</inkml:trace>
  <inkml:trace contextRef="#ctx0" brushRef="#br0" timeOffset="-107632.22">7409 4945 805 0,'0'0'54'15,"0"0"-5"-15,0 0-49 16,0 0-11-16,0 0 11 16,22 122 0-16,2-61 0 15,3 7 1-15,1-1 0 16,-2-5-1-16,-8-9 1 15,-7-8-1-15,-6-15 0 16,-2-11-1-16,0-10 1 16,-3-6-1-16,0-3 1 15,0-6 4-15,0-24-4 16,2-12-5-16,0-15-46 16,0-8 16-16,-2-1 0 15,0-2 4-15,-4 6 13 16,-6 8-37-16,6 8-25 15,2 11 20-15,2 7 60 0,0 12 9 16,3 7 39-16,12 8-38 16,5 1-9-16,7 5 0 15,-4 16 7-15,3 3 8 16,-4 5 7-16,-1 3-6 16,-7 0-17-16,-7-1 6 15,-3-8 0-15,-4-1-3 16,0-5 2-16,-16-4-1 15,-9-4 7-15,-3-4-8 16,-5-5-3-16,4 0 0 0,8-12-14 16,8-7-12-1,12-3-9-15,1-2-18 0,22-1-29 16,15 2 36 0,4 6 46-16,-1 6 1 0,-5 7 38 15,-2 4-19-15,-6 0-16 16,-3 12 6-16,-10 3-10 15,3 1 0-15,-6-3 3 16,-2-1 4-16,-2-7 0 16,1-2-3-16,-4-3 3 15,-2 0 23-15,-2 0 32 16,1 0 0-16,2-6-5 16,0-8-57-16,0-1-20 0,-1-2-16 15,2 5 10 1,-1 1-20-16,1 5-13 0,1 2 27 15,-2 3 17-15,6 1 11 16,0 0 4-16,0 0 2 16,1 0 1-16,2 0-2 15,3 0 6-15,3 1-1 16,9-1-3-16,-2 0 1 16,5 0-3-16,-2-10 2 15,-4-1 0-15,-1 3 1 16,-3-2-4-16,-3 2-11 15,2 1-21-15,-2 4-22 16,7 0-17-16,-1 1 29 16,6 1-7-16,-1-2-19 0,5 1 61 15,-5-3 7-15,-4-1 0 16,-6 2 36-16,-3-5 27 16,-5 3-21-16,-2-3 6 15,-5 0 18-15,0-4-39 16,-3-1 26-16,0-1 5 15,-12 1-17-15,-7 1-23 16,2 6 5-16,2 3-23 16,3 4 0-16,6 4-5 15,3 13-9-15,3 3 13 16,0-1-5-16,14 2-2 0,17-3 8 16,14-1-2-1,4-3 2-15,0-7 9 0,-4-5-8 16,-8-2 0-1,-6 0 9-15,-2-14 4 0,-2-3-5 16,0-5 0-16,-5 1-5 16,0 0-4-16,-11 4 2 15,-5 4 0-15,-6 5-1 16,0 4 7-16,0 2 4 16,0 2-6-16,0 0-6 15,0 0-10-15,0 0-10 16,5 0-8-16,3 0 23 15,3 4 5-15,2 5 0 16,2 2 0-16,-1-5-1 0,2 2 1 16,-4-5 2-1,-5 0 0-15,-2 3-2 0,-1 1 0 16,1 3-4-16,1 4-12 16,2 1-31-16,3 2-30 15,4-5-37-15,6-7-34 16,6-5-60-16</inkml:trace>
  <inkml:trace contextRef="#ctx0" brushRef="#br0" timeOffset="-107380.21">9308 4587 280 0,'0'0'227'16,"-22"-133"-41"-16,-4 76-83 16,-3 9-29-16,7 15-12 15,9 16-31-15,7 9-25 16,4 8-6-16,2 1-21 0,0 26-20 15,0 14 40-15,2 16 1 16,13 9 0-16,6 10-1 16,9 0 1-16,5-6-7 15,-4-12-13-15,-7-16 8 16,-6-16 10-16,-4-12-1 16,-5-9 3-16,1-5-52 15,5-2-54-15,0-25 3 16,3-14-446-16</inkml:trace>
  <inkml:trace contextRef="#ctx0" brushRef="#br0" timeOffset="-107205.43">9078 4526 711 0,'0'0'0'15,"0"0"-15"-15,0 0 15 16,94-1 6-16,-50-9 25 15,15-2 19-15,7-3-28 16,6 2-13-16,2-1-9 16,5 2-4-16,-9-3-106 15,-11-5-154-15</inkml:trace>
  <inkml:trace contextRef="#ctx0" brushRef="#br0" timeOffset="-106274.99">6380 5078 110 0,'0'0'75'0,"0"0"-9"15,0 0-8-15,0 0 4 0,0 0-31 16,0 0-3-16,-59 50-17 16,59-35-2-16,2 2 4 15,13 2 3-15,2 1-10 16,2-3 4-16,6-3-4 16,-1-2-4-16,4-8-2 15,2-4-44-15,-3 0-102 16</inkml:trace>
  <inkml:trace contextRef="#ctx0" brushRef="#br0" timeOffset="-105600.38">6614 5009 437 0,'0'0'78'0,"0"0"14"15,0 0-25-15,0 0-37 16,0 0-19-16,0 0-11 15,0 8-14-15,7 9 13 16,1 8 1-16,-1 3 3 16,3 3 1-16,3 0-1 15,-3-3-2-15,5-6 0 16,0-5-1-16,6-9-8 16,4-8-16-16,3 0 24 15,4-16 0-15,-1-8-29 0,-8 0-4 16,-6 0 4-16,-7 4 20 15,-10 5-4-15,0 4-32 16,-10 6-42-16,-9 4-129 16</inkml:trace>
  <inkml:trace contextRef="#ctx0" brushRef="#br0" timeOffset="-103702.31">7851 4919 379 0,'0'0'146'0,"0"0"-28"15,0 0-77-15,0 0-41 0,0 0-10 16,0 0 10-16,34 55 4 15,-21-29-4-15,-1 0 1 16,-1-3 2-16,-3-6-1 16,-2-8-2-16,-1-3 1 15,-5-3 0-15,3-3 1 16,-3 0 31-16,8 0 44 16,3-16-23-16,4-6-54 15,6-4 0-15,-2-1-15 16,-2 5-6-16,1 4 18 15,-5 7 2-15,-4 5-2 16,-1 3 2-16,-1 3-7 0,1 0-3 16,-1 1 6-1,3 10 2-15,-2 3 2 0,-2 0-1 16,4-1 2-16,-4-3 0 16,-1-1 0-16,-2-6 1 15,0-2 3-15,-2-1-2 16,2 0 16-16,2-3 25 15,5-14-14-15,2-5-27 16,3-3-2-16,0 0-2 16,0 3-4-16,-6 5-9 15,-2 6 13-15,-5 8 1 16,1 3-2-16,0 0-3 16,4 0-31-16,1 7 27 15,-1 9 6-15,-2 5-1 16,3 4 5-16,-2 1 0 0,-1 6 0 15,4 0 1-15,1-2-1 16,2-4-11-16,6-4-81 16,0-11-73-16,0-11-256 15</inkml:trace>
  <inkml:trace contextRef="#ctx0" brushRef="#br0" timeOffset="-103086.22">8793 4780 534 0,'0'0'62'15,"0"0"-62"-15,0 0-4 0,0 0 4 16,0 0 28-16,0 0-9 16,46 90-16-16,-37-66 14 15,-2-4-7-15,0 0 0 16,-5-5-3-16,6-3-6 16,-5-4 2-16,0-4 0 15,-1-3-1-15,-1-1 3 16,5-1 5-16,0-18-10 15,4-7-8-15,2-6 3 16,3-3 5-16,3 1-3 16,6 3-34-16,0 4 16 15,6 4-6-15,-5 7 19 0,-1 6-5 16,-6 7 13-16,-6 3 7 16,-3 7-5-16,-7 11 19 15,2 8-4-15,-4 3 1 16,0 5 0-16,0 2 15 15,0 0-26-15,1 0-3 16,4-1-4-16,2-9-49 16,2-13-255-16</inkml:trace>
  <inkml:trace contextRef="#ctx0" brushRef="#br0" timeOffset="-102052.41">6411 5584 702 0,'0'0'136'0,"0"0"-47"16,0 0-77-16,0 0-12 16,0 0-13-16,0 0 5 15,14 62 8-15,2-17 0 16,-4 5 1-16,0 0 0 16,-2-2-1-16,-1-9-9 15,-3-9-10-15,-1-13 2 16,2-8 2-16,-6-6 3 0,2-3-7 15,-3 0 19-15,0-3 15 16,0-14 5-16,-6-8-16 16,-18-1-4-16,-10 2 4 15,-9 7-4-15,-1 10 3 16,7 7 2-16,11 0-5 16,9 15-7-16,11 6 0 15,6 3 1-15,0 1 1 16,20-1 4-16,11-4-1 15,9-3 1-15,5-6-6 16,3-6-18-16,-2-5-22 16,3-7 17-16,5-20-17 0,9-9-12 15,-2-10-59 1,-3-2-28-16,-13 3-107 0</inkml:trace>
  <inkml:trace contextRef="#ctx0" brushRef="#br0" timeOffset="-100855.41">6875 5678 50 0,'0'0'236'0,"0"0"-75"16,0 0-25-16,0 0-31 15,0 0-67-15,-88-46-12 16,70 51-26-16,-4078 15-6 16,8165 6 2-16,-4079 7-1 15,4 5 5-15,3 2 1 16,3-2 3-16,0-4-2 16,0-6-1-16,9-8 1 15,4-7 0-15,1-8-1 0,4-5 5 16,1 0 11-16,2-12 5 15,6-10 1-15,1-5-8 16,-4-5-10-16,-6 1-4 16,-11 2 3-16,-7 3-4 15,0 6-3-15,-14 3-6 16,-16 5-33-16,-2 1-23 16,-2 3 26-16,4 2 23 15,9 2 10-15,11 2 6 16,7 0 4-16,3 2 3 15,0 0-7-15,0 0-18 16,6-3 4-16,7-2 14 0,5 1 7 16,-4-2 3-1,-3-1 12-15,-3 5-11 0,-1-2 9 16,-2 1 9-16,-4 2 6 16,-1 1 10-16,0 0-10 15,0 0-3-15,0 0-10 16,0 0 0-16,0 0-6 15,0 0-8-15,0 0-8 16,0 0 0-16,0 0 0 16,0 0-4-16,0 0 0 15,0 0-2-15,0 0-1 16,0 0-2-16,0 0 2 16,0 0 4-16,0 0-1 15,0 0-2-15,0 0-6 16,0 0-5-16,0 0 2 0,0 1 4 15,0 6 11-15,0 0 0 16,6 2-3-16,14-6 0 16,8 0-3-16,5-3 6 15,8 0 3-15,-1-10-2 16,-2-3 0-16,-8-1 0 16,-5 2 1-16,-13 5 1 15,-7 4 1-15,-5 3 26 16,0 0-11-16,0 0-19 15,0 0-7-15,0 10-36 16,0 2 28-16,-2 5 10 16,-1 0 0-16,3-1-9 0,0 0 2 15,3-4-12-15,9 0 8 16,3-5-21-16,3-6 18 16,0-1-5-16,-2 0 17 15,0-6 7-15,-3-3 3 16,-6 1-3-16,-1 1 0 15,-5 5 1-15,-1 2-1 16,0 0-7-16,0 0-29 16,5 5-6-16,1 7 42 15,1 0 0-15,8 0 0 16,3-5 0-16,5-4 1 16,3-3 5-16,3-5 2 15,0-15-2-15,0-2-6 0,-8-3-16 16,-2 0 11-16,-7 3 1 15,-3 2-16-15,-3 4 20 16,-1 6 12-16,-4 3 28 16,0 4 10-16,1 3-50 15,4 0-7-15,4 3-9 16,1 11 13-16,4 1 3 16,0 2 2-16,2 0-2 15,0 0 1-15,-2-3 0 16,-5-4 2-16,-4-6-1 15,-3-4-1-15,-1 0 6 16,4-3 36-16,0-13-43 16,6-10-6-16,2-2-12 0,2 0-4 15,-2 4 22-15,0 9 12 16,-1 5-12-16,1 9-8 16,-2 1-8-16,0 1-15 15,-2 14 15-15,3 3-2 16,1 3 1-16,2 0-2 15,-2 1 13-15,-5 0-28 16,-6-3-53-16,1-6-154 16</inkml:trace>
  <inkml:trace contextRef="#ctx0" brushRef="#br0" timeOffset="-100661.31">7901 5542 485 0,'0'0'7'0,"0"0"-6"15,0 0-1-15,96-24 2 16,-62 17-2-16,0-3 0 16,1 0-32-16,-1-7-94 15,3-7-118-15</inkml:trace>
  <inkml:trace contextRef="#ctx0" brushRef="#br0" timeOffset="-100451.4">8216 5276 30 0,'0'0'462'0,"0"0"-292"16,0 0-47-16,0 0-100 16,0 0-23-16,0 0-12 15,-22 60 12-15,22-13 0 16,0 6-1-16,1 2 0 15,16-1-1-15,4-8 1 16,-4-11-48-16,-4-10 28 16,-8-10-45-16,-2-11-36 15,-3-4-1-15,0-4-5 16</inkml:trace>
  <inkml:trace contextRef="#ctx0" brushRef="#br0" timeOffset="-100210.54">8147 5445 506 0,'0'0'77'0,"0"0"-60"16,0 0-16-16,0 0 5 15,100-6 24-15,-65 6 25 16,3 0-10-16,-5 0-20 16,0 2-16-16,-5 10-4 15,-7 2-5-15,-3 1 0 16,-6 2 0-16,-3-2-18 15,-6-1-2-15,-3 0-12 16,0-2 5-16,-10 5-7 0,-9-4-28 16,-3-4-56-1,-1-2-263-15</inkml:trace>
  <inkml:trace contextRef="#ctx0" brushRef="#br0" timeOffset="-100014.88">8455 5199 861 0,'0'0'10'16,"0"0"25"-16,0 0-35 16,0 0-62-16,0 0-43 15,0 0 67-15,6 89-86 16,-6-43-32-16,-3-8-128 0</inkml:trace>
  <inkml:trace contextRef="#ctx0" brushRef="#br0" timeOffset="-99439.75">8520 5498 588 0,'0'0'50'0,"0"0"-50"15,0 0-6-15,0 0 6 16,0 0 9-16,0 0-8 15,24 61 1-15,-15-49 2 16,1-1-2-16,-2-4-2 16,-1-5-23-16,1-2-1 0,2 0 8 15,1-5 12-15,2-10-5 16,1-4-39-16,2 2 15 16,-4 5 23-16,-3 3 10 15,-6 4 2-15,1 2 9 16,-2 3 6-16,-2 0-4 15,5 0-13-15,-1 0-2 16,1 0 2-16,5 5 1 16,6 0 2-16,1-4 11 15,3-1 9-15,4 0 8 16,6-8-10-16,0-6-13 16,1-5-2-16,2-4-2 15,-3-2-2-15,1 0-2 16,-7 0 1-16,-6 5-2 15,-6 1-2-15,-6 5-10 0,-6 5-27 16,0 1 29-16,0 4-7 16,-12 3-27-16,-3 1 14 15,-3 0 14-15,3 0 12 16,-1 8 0-16,1 5 2 16,3 2 2-16,0 1 1 15,6-3 2-15,3 1 5 16,3-4 2-16,0 2 11 15,0 0 0-15,7-3-1 16,19-1 20-16,8-2 28 16,7-3-49-16,5-1-11 0,-1-2-7 15,-4 0-52-15,-5-10-197 16</inkml:trace>
  <inkml:trace contextRef="#ctx0" brushRef="#br0" timeOffset="-97858.73">8620 5472 358 0,'0'0'131'15,"0"0"-32"-15,0 0-41 16,0 0-25-16,0 0-33 16,0 0-2-16,3 3-18 15,-3 13 20-15,0 4 2 16,0 4-1-16,0 0-1 15,0-1 3-15,-6-5-1 16,2-6 0-16,2-7-2 16,1-2 3-16,1-3-2 15,0 0 8-15,0 0 65 16,3-18 16-16,14-8-90 16,6-3-14-16,1-1-7 15,-2 5-4-15,-4 5 19 0,-6 6 6 16,-3 6 0-16,-2 3 0 15,-1 5-1-15,0 0-16 16,-1 3-4-16,-1 10 12 16,-1 2 8-16,-1 3-1 15,-1-3 1-15,-1-1 1 16,0-6 1-16,0-4-1 16,0-4 0-16,0 0 4 15,6 0 7-15,5-7 27 16,5-10-33-16,5-7-5 15,4-1-23-15,-1 2 23 16,0 3-43-16,-6 3 42 0,-5 7 1 16,-8 5 7-1,-2 4 49-15,-3 1-49 0,0 0-7 16,0 4-26-16,0 13-5 16,0 5 31-16,0 8 1 15,0 3 0-15,-3 0-1 16,1-1-11-16,2-4-29 15,0-7-69-15,0-6-102 16</inkml:trace>
  <inkml:trace contextRef="#ctx0" brushRef="#br0" timeOffset="-61377.86">2102 4691 351 0,'0'0'144'15,"0"0"-9"-15,0 0-21 16,0 0-90-16,-9-74 19 16,4 61 1-16,1 2 1 15,1 4-29-15,3 3-7 0,-3 2-5 16,3 2 3-16,0 0-5 15,0 0-2-15,0 0 0 16,0 0-8-16,0 0 4 16,0 9-4-16,6 11 8 15,5 9 0-15,2 12-1 16,-1 9-1-16,0 8 0 16,-3 2 4-16,-2 2-2 15,2-1 0-15,-3-5 0 16,3-7 0-16,0-13-6 15,-1-13 2-15,0-12-10 0,3-11-2 16,10-2 15 0,4-26-3-16,9-12-9 0,-1-9-20 15,-4-1 7 1,-4 4 17-16,-11-2 8 0,-3 2 1 16,-11 1 0-16,0 3 4 15,0 5-2-15,-7 7 5 16,-6 8-4-16,-2 11-3 15,0 5 0-15,4 6-3 16,-1 0-5-16,3 17 2 16,3 9-1-16,6 5 6 15,0-2-1-15,11 3-3 16,20-8 2-16,15-7 1 16,17-8 2-16,7-9 11 0,12 0-6 15,-3-18-5-15,0-12-64 16,-3-12-156-16</inkml:trace>
  <inkml:trace contextRef="#ctx0" brushRef="#br0" timeOffset="-60010.27">3057 4574 475 0,'0'0'111'15,"0"0"4"-15,0 0-44 0,0 0-31 16,0 0-35-16,0 0-5 16,-75-9-3-16,48 34-2 15,0 8 2-15,2 4 1 16,3 5 1-16,11-2-4 15,5 3 1-15,6-4-3 16,0-5-2-16,3-8-1 16,11-12-9-16,8-9 1 15,6-5 18-15,8-8 2 16,7-20 7-16,1-5-9 0,-4-4-21 16,-10 3-8-1,-11 3 29-15,-11-1 2 0,-8 6 10 16,0 3 23-16,-2 7 13 15,-7 8-19-15,2 5-20 16,5 3-9-16,2 0-9 16,0 13-82-16,2 9 90 15,17 7 2-15,6-2-2 16,7-3-3-16,2 0 0 16,-1-9 4-16,-2-6 0 15,-5-9-3-15,3 0 2 16,4-24-1-16,2-14 2 15,6-9-31-15,-2-6-26 16,-6 4 7-16,-8 6 50 16,-9 5 6-16,-6 4 6 0,-3 7 13 15,-4 4-1-15,2 9 8 16,-5 6 3-16,0 7-5 16,0 1-6-16,0 0-24 15,1 0-9-15,1 6-14 16,1 7 14-16,-3 2-2 15,0 4 10-15,0 1 1 16,-11 2 2-16,-1 1 2 16,-4-3-4-16,-1 2 2 15,4 0-2-15,5-2 0 16,4 0-1-16,4-2-8 16,4 0-14-16,22-4 1 0,17-8-13 15,14-6 4-15,20 0 7 16,7-20-26-16,5-6-30 15,-4-7-20-15,-13-1 20 16,-11 2 48-16,-18 0 32 16,-16 4 65-16,-10 3 60 15,-15 3-26-15,-2 0-36 16,-2 3 30-16,-18 3-3 16,-4 6-45-16,-1 5-39 15,7 5-6-15,0 0-10 16,7 13 5-16,3 5-11 15,3 3 12-15,5 5-6 16,0-1 7-16,5 0-3 16,16-3-15-16,7-3 1 0,3-9-2 15,5-7-4-15,0-3 12 16,2-3 13-16,-3-14 1 16,-7-6-2-16,-7-2 2 15,-6 1 3-15,-6 0 4 16,-9 4 29-16,0 2 14 15,-6 4 3-15,-12 4-21 16,6 3-18-16,5 4-4 16,4 3-8-16,3 0-2 15,0 2-16-15,0 12 0 16,0 7 15-16,12 1-2 0,7 3-2 16,0-4-4-16,4-1-4 15,-1-6-3-15,-2-9-3 16,4-5 1-16,2 0 18 15,6-21 6-15,4-9-6 16,2-7-39-16,-5-3-25 16,-6 1 39-16,-12 1 9 15,-11 4 16-15,-4 0 5 16,-13 0 5-16,-20 1 4 16,-7-2 36-16,-3 0 47 15,8 3-28-15,8 8-3 16,11 10-19-16,12 9-24 15,2 5-18-15,2 0-5 16,0 9-25-16,5 22-15 16,12 15 39-16,4 10 2 0,7 6-1 15,0-1 0-15,3-3-6 16,-3-6-1-16,-2-8-11 16,0-9-11-16,-1-9-8 15,1-13-52-15,4-9-13 16,-5-4-4-16,-4-24-122 15</inkml:trace>
  <inkml:trace contextRef="#ctx0" brushRef="#br0" timeOffset="-59710.5">4566 4279 472 0,'0'0'77'0,"0"0"-11"15,0 0-40-15,0 0-7 16,123-62 1-16,-64 45 3 15,5-1-10-15,0 2 3 16,-7 0-4-16,-8 3-2 16,-7 5 1-16,-9 3-3 15,-14 4-3-15,-5 1-3 16,-8 0-2-16,-5 0-3 16,1 9-6-16,-2 9 9 15,0 7 4-15,0 7-4 16,0 4 1-16,0 1 1 15,0-1-2-15,11-3-12 0,12-11-57 16,4-7-8 0,7-13-18-16,2-2-99 0,-2-15-115 15</inkml:trace>
  <inkml:trace contextRef="#ctx0" brushRef="#br0" timeOffset="-58845.61">5351 4216 274 0,'0'0'165'16,"0"0"27"-16,0 0-65 15,0 0-55-15,0 0-72 16,0 0-10-16,-18-9 0 16,18 28 8-16,0 4 2 15,0 2-2-15,6 0 1 16,6-2 1-16,3-3 0 0,-1-6 0 16,1-7 1-1,0-7 9-15,-1 0 13 0,6-7 17 16,7-19-7-16,6-5-18 15,-2-8-15-15,-11 3-1 16,-11 5-4-16,-9 9-13 16,-12 4-10-16,-15 6-36 15,-4 8-52-15,4 1 49 16,4 3 38-16,12 0 20 16,9 0 8-16,2 0-3 15,0 0-8-15,15 0 12 16,9 7 7-16,4 3 27 15,8 2 1-15,1-1 0 0,1 3-1 16,-2 0-8-16,-5 1-16 16,4 0-2-16,-5-3-2 15,-7-1-2-15,-5-4 1 16,-9-3-5-16,-8-3-12 16,-1-1-43-16,0 0 46 15,0 0 4-15,-9-14-85 16,-3-5 33-16,-1 1 47 15,4-2 10-15,3 4 27 16,6-1 14-16,0 5-6 16,4 4-7-16,11 5-28 15,2 3 0-15,-3 0-6 16,3 1 1-16,-5 14 2 16,-1 4 3-16,2 5 0 0,-1 1 0 15,1 0 2-15,-1-6 3 16,-1-5-5-16,-2-10 1 15,1-4 5-15,8 0 3 16,4-20 24-16,5-14-8 16,7-9-23-16,-1-5 1 15,-6-5 5-15,-7 0 7 16,-7-1-8-16,-13-1-4 16,0 9-1-16,0 7 24 15,-7 15 0-15,1 12-17 16,6 9-9-16,0 3 0 15,0 8-44-15,10 19 30 0,6 11 9 16,5 10 3-16,-1 4 2 16,2-2-1-16,3-4 0 15,-3-11 1-15,-3-7 14 16,-5-12 5-16,-9-9-9 16,-4-4-3-16,-1-3 12 15,0 0 1-15,0 0-10 16,-4 3-1-16,-18 4-6 15,-13 1-3-15,-5 2-39 16,-4-2-68-16,7-8-114 16</inkml:trace>
  <inkml:trace contextRef="#ctx0" brushRef="#br0" timeOffset="-58623.27">4972 3708 822 0,'0'0'22'0,"0"0"-3"16,0 0-5-16,0 0-14 15,0 0-16-15,0 0-18 16,52 10 0-16,-16 21-50 15,1 3-69-15,0-6-90 16</inkml:trace>
  <inkml:trace contextRef="#ctx0" brushRef="#br0" timeOffset="-58112.47">6663 4166 686 0,'0'0'107'16,"0"0"-48"-16,0 0-20 15,0 0-39-15,0 0-8 16,0 0-22-16,0 36 30 16,-6 5 1-16,-6 8-1 15,0 8 0-15,-1 1-23 16,-5 1-67-16,2-5-59 15,1-14-188-15</inkml:trace>
  <inkml:trace contextRef="#ctx0" brushRef="#br0" timeOffset="-45625.15">6969 3626 410 0,'0'0'65'16,"0"0"55"0,0 0-23-16,0 0-51 0,0 0 5 15,0 0-18-15,0 0-1 16,0 0-7-16,-14-62-1 15,14 62-20-15,0 0-4 16,0 7-13-16,0 14 1 16,2 8 11-16,5 12-1 15,-4 7 2-15,-1 5 1 16,-2 1 0-16,0-1-1 16,0-6 0-16,0-8 1 15,0-4-1-15,0-8 1 0,0-6 0 16,-3-1-1-16,1-8 2 15,1-4-2-15,-1-3 0 16,2-4 4-16,0-1-4 16,0 0 7-16,0 0 2 15,0 0 7-15,0-9-2 16,0-12-14-16,8-6-12 16,8-1-12-16,2-1 5 15,5 0-20-15,-1 5 13 16,-1 8-6-16,1 3-4 15,-1 10 5-15,-5 3 11 16,1 0 12-16,-5 6 5 16,3 11 1-16,-6 7-1 15,0 2 2-15,-1 4 0 16,-3 2 2-16,3-1-2 0,-2-2-5 16,6-8-67-16,5-9 2 15,6-6-35-15,5-6-3 16,2-3-2-16,-3-19-89 15</inkml:trace>
  <inkml:trace contextRef="#ctx0" brushRef="#br0" timeOffset="-45010.24">7424 3903 340 0,'0'0'199'0,"0"0"-60"16,0 0-88-16,0 0-51 15,0 0-17-15,0 0 17 16,25 50 0-16,-1-22 3 0,3-1-2 15,3-3 1-15,-1-2 5 16,-1-8-2-16,-6-7-4 16,-1-6 2-16,-2-1 4 15,7-12 25-15,-1-15-7 16,5-10-18-16,-5-7-7 16,-10-3-12-16,-8-3-19 15,-7 1-14-15,-4-2 5 16,-20 0 20-16,-1 5 20 15,1 0 1-15,7 5 7 16,10 5-5-16,7 2-1 16,0 2-1-16,16 8-1 15,5 0-1-15,0 9 1 0,0 4 2 16,1 7 0-16,-1 4-2 16,6 0-2-16,-1 15 2 15,8 14 1-15,-1 12-1 16,4 10 7-16,-5 10-2 15,-2-1-2-15,0 1-2 16,-4-8 2-16,-1-6-1 16,-3-11-2-16,-5-10 1 15,-5-6 0-15,-5-12-1 16,-1-5 0-16,-3-3 0 16,6 0 11-16,2-17 33 15,5-13-44-15,2-4 0 0,3 0-7 16,-9 6-16-16,1 6 16 15,-5 8 7-15,-5 8 0 16,3 5 11-16,2 1-7 16,4 0-4-16,6 12-7 15,-1 6 6-15,2 8 1 16,1 3 0-16,2 0 0 16,0-4 0-16,0-4-1 15,-3-9-34-15,-3-5-36 16,-1-7-5-16,3-10-56 15</inkml:trace>
  <inkml:trace contextRef="#ctx0" brushRef="#br0" timeOffset="-44826.92">8383 3266 706 0,'0'0'3'0,"0"0"80"16,0 0-42-16,0 0-41 15,0 0-3-15,0 0-43 16,65-22-11-16,-32 64-33 16,0 2-42-16,0-7-113 15</inkml:trace>
  <inkml:trace contextRef="#ctx0" brushRef="#br0" timeOffset="-43178.25">8708 3388 674 0,'0'0'122'0,"0"0"-36"16,0 0-86-16,0 0-9 15,0 0 9-15,33 107 0 16,-11-51 0-16,2 2 0 16,1-8-1-16,-3-13-7 15,-8-12-11-15,-7-11 11 16,-5-7 6-16,-2-6-2 15,0-1 4-15,0 0 4 16,0-5 7-16,-15-13-10 16,-10-3-1-16,-8 2 0 15,-3 6-1-15,3 8-2 0,10 5-2 16,8 0-3-16,7 9-25 16,3 12-2-16,5 4 27 15,0 0 1-15,0 0-9 16,10-1 8-16,9-5 0 15,8-1 5-15,7-8-13 16,13-9 13-16,11-1 3 16,3-14 1-16,2-14-1 15,-7-6 0-15,-9-5-2 16,-9-5 2-16,-9-1 0 16,-12 2 1-16,-12-3 2 15,-5 12 35-15,-9 7-7 0,-12 10-4 16,2 15-9-16,5 2-18 15,-2 14-7-15,6 16-7 16,-1 8 10-16,5 6 3 16,6-1 0-16,0-2-1 15,3-7 2-15,15-5-1 16,3-12-1-16,1-10 1 16,1-7 1-16,3-1 2 15,0-19 0-15,-4-5 3 16,-2-5-5-16,-3-2 7 15,-5 6-7-15,-7 2 0 16,-5 7 0-16,0 6-25 16,0 2-11-16,-3 5 7 0,0 4 21 15,3 0-7 1,0 3-34-16,0 12 36 0,6 5 13 16,12 3-3-16,5 0 3 15,4-3 1-15,3-1 5 16,-5-5-1-16,-3-5-2 15,-5-2-2-15,-3-7 4 16,2 0 1-16,-1-1 8 16,6-19 3-16,1-5-6 15,1-5-11-15,4-7-11 16,-7-4-13-16,-7-5 14 16,-9 2 6-16,-4 4 4 15,0 8 1-15,0 15 33 16,0 8 6-16,0 6-13 0,0 3-27 15,0 0-1-15,0 0-5 16,0 0 1-16,0 0 5 16,0 6 1-16,0-3-1 15,0-3 3-15,-1 0 1 16,1 0 5-16,0 0 1 16,0 0 13-16,0 0 19 15,0 0-19-15,0 0-8 16,0 0 0-16,0 0-5 15,0 0-6-15,0 0-4 16,0 3 0-16,0 2-7 16,-3 7 2-16,1 7 4 15,2 8 1-15,0 6-1 0,0 1 0 16,8 3 1-16,7-1-1 16,5-9-1-16,-2-3 1 15,1-10-2-15,-2-9-4 16,1-5 7-16,0 0 0 15,1-15 1-15,3-12-2 16,2-8 0-16,0-3 0 16,-7-4 0-16,-8 4 1 15,-9 1 0-15,0 7 0 16,-8 7 0-16,-4 8 2 16,3 8-1-16,5 7-1 15,2 0 0-15,1 10-13 0,-2 17 4 16,-3 17 9-16,0 13 0 15,3 8-2-15,3 3 1 16,0 2 0-16,0-2 1 16,0 0 0-16,0-3 0 15,0-4 0-15,-9-8 0 16,-2-8 1-16,-3-9-1 16,-1-10 0-16,-3-9 1 15,4-9-1-15,-3-6 0 16,0-2 0-16,-2-2 0 15,-1-16 0-15,3-6 0 16,6-5 2-16,7-4-2 16,4-2-2-16,14-2 2 15,24-5-10-15,15-5-19 16,13-6-5-16,9-7 9 0,1-1 4 16,-6-4 17-16,-9 2 0 15,-10 6 4-15,-12 10 0 16,-13 10 2-16,-9 8-2 15,-11 9 0-15,-6 10 0 16,0 3 0-16,0 4-5 16,0 3 1-16,0 0-28 15,0 3-66-15,0 17 90 16,0 8 8-16,-6 9 0 16,-3 9 0-16,-1 4 0 15,2-3 14-15,2-4 8 16,3-11-1-16,3-8-8 0,0-5 1 15,0-8 0-15,0-2-6 16,0-4-3-16,0-1-2 16,0 2 2-16,-17 3 2 15,-11 5-7-15,-12 6 0 16,-9 3-56-16,-1-2-84 16</inkml:trace>
  <inkml:trace contextRef="#ctx0" brushRef="#br0" timeOffset="-42439.09">7769 3784 247 0,'0'0'54'0,"0"0"40"16,0 0-49-16,0 0-12 15,0 0-15-15,0 0-13 0,0 0-5 16,-83-17 0-16,43 21-1 15,-6 6 2-15,-5 3 3 16,2 1 2-16,4 3-6 16,8 1 0-16,10 5-8 15,9 0-48-15,14 2-35 16,4-5-62-16</inkml:trace>
  <inkml:trace contextRef="#ctx0" brushRef="#br0" timeOffset="-42265.75">7427 4025 382 0,'0'0'117'0,"0"0"-43"15,0 0-74-15,0 0-120 16,0 0-82-16</inkml:trace>
  <inkml:trace contextRef="#ctx0" brushRef="#br0" timeOffset="-41530">7000 3505 262 0,'0'0'116'0,"0"0"-22"15,0 0-8-15,0 0-38 16,0 0-17-16,0 0-31 16,66-63-3-16,-54 63-3 15,1 14 2-15,-7 6-2 16,-5 4 4-16,-1 10-5 15,-7 0 6-15,-21 4 1 16,-8 1 5-16,-7-5-1 16,-2-3 0-16,2-3-3 15,1-4 4-15,5-5-5 0,7 0 0 16,9 2-21-16,9-1-25 16,9-5-92-16,3-5-139 15</inkml:trace>
  <inkml:trace contextRef="#ctx0" brushRef="#br0" timeOffset="-41388.25">6897 3848 43 0,'0'0'317'16,"0"0"-232"-16,0 0 17 16,0 0-46-16,0 0-56 15,0 0-11-15,-22 37-34 0,22-10-35 16,18-5-98-16</inkml:trace>
  <inkml:trace contextRef="#ctx0" brushRef="#br0" timeOffset="-40898.26">7233 4434 118 0,'0'0'102'0,"-82"-20"3"15,52 17-27-15,11 0-3 16,13 3-14-16,6 0-35 16,0 0-26-16,1 0-23 15,25 1 23-15,18 1 5 16,25-2 15-16,32-6 6 16,41-20-3-16,39-7-2 15,38-11-10-15,24-3-11 0,2-1 0 16,-11 4 1-16,-24 2 0 15,-33 8 0-15,-26 4-1 16,-36 4 0-16,-33 8-1 16,-28 6-4-16,-28 4 5 15,-16 4 1-15,-10 2 18 16,0-4 16-16,-5 4-35 16,-17 2-5-16,-7 0-88 15,-2 13-59-15,1-4-223 16</inkml:trace>
  <inkml:trace contextRef="#ctx0" brushRef="#br0" timeOffset="-40735.72">9523 4057 671 0,'0'0'1'0,"0"0"53"16,0 0 23-16,0 0-68 15,0 0-9-15,0 0-259 16,-47 0 37-16</inkml:trace>
  <inkml:trace contextRef="#ctx0" brushRef="#br0" timeOffset="-32338.17">10390 3866 150 0,'0'0'0'0,"0"0"-39"16,0 0 39-16,0 0 3 15,0 0 8-15,0 0-6 16,0 0-4-16,0-13 7 15,0 13 6-15,0-1 13 16,0-1-20-16,0 2-1 16,0 0-4-16,0-1 6 15,0 0-4-15,0-1-4 0,0 2 3 16,0-3 6-16,0 1 9 16,0-1 40-16,0-1-35 15,0 1-13-15,0 0 15 16,0 2 37-16,-1-2-44 15,1 0 14-15,-2-1 5 16,2 4-31-16,0-1 17 16,0 1-3-16,0 0-2 15,0 0 13-15,0 0-9 16,0 0-19-16,0 0-3 16,0 0-4-16,0 1-15 15,0 10 19-15,0 7 0 0,-7 2 1 16,-6 6-1-1,-10 7 5-15,-8 4-5 0,-8 4-39 16,-5 1-48-16,8-11-127 16,6-9-44-16</inkml:trace>
  <inkml:trace contextRef="#ctx0" brushRef="#br0" timeOffset="18795.99">8978 6161 124 0,'0'0'52'0,"0"0"38"0,0 0-44 16,0 0-15 0,0 0-6-16,0 0-16 0,0 0 12 15,0 0 8-15,-9-9 0 16,6 6-18-16,0 0 9 16,0 0-7-16,-2 1-4 15,4-1 17-15,0-2 2 16,-1 1 11-16,-1 0-30 15,2 0-3-15,-2-1-1 16,1 0-3-16,1-2 1 16,-1 2-3-16,1-2 0 15,-4-1 1-15,2 3-1 16,-2-1 0-16,3 0 2 0,-2 1 21 16,-1-2-4-1,2-2-16-15,-3 1 17 0,0-1-8 16,-1 2-12-16,-2-1 0 15,1 0 0-15,-4-1 0 16,3 0 0-16,-1 1 0 16,0 1 4-16,2 0 2 15,-1-1-5-15,0 0 0 16,-3 0 2-16,1 0-2 16,1 3-1-16,-1 0 1 15,4 1 0-15,-2 1 0 16,2 0-2-16,0 1 1 15,-3 1-6-15,0 1 5 16,-3 0 1-16,1 0-3 0,-3 0-2 16,3 0 5-16,-4 0-3 15,-1 0-23-15,-1 0 18 16,0 0-2-16,-1 3 10 16,1 0 2-16,1 0-2 15,1-1-3-15,3 0 3 16,-2 1 0-16,7-2 0 15,-1 0 1-15,5 1-1 16,-2 1 0-16,1-1-1 16,3 3-1-16,-4 1 0 15,-5 0-6-15,4 4 7 16,-5 2 1-16,1-3-3 16,-1 2 3-16,2 1 0 15,-1-2-7-15,3-2 7 16,0 1 2-16,-1-1-2 0,3 0 0 15,-1-1 0-15,1 3 0 16,1-2 0-16,-1-1-2 16,2 4 2-16,-2 0-1 15,2 1 1-15,-1 3 0 16,0 0 0-16,-1 2-1 16,2 1 0-16,-2-3 1 15,2 2-1-15,2-1 1 16,-1-1 0-16,2 2 0 15,1 0 0-15,0 0 0 0,0-1-1 16,0 1-1 0,0 1 1-16,0 0 1 0,0 0 0 15,3 0 1-15,4 2 1 16,3 0-2-16,4-1 0 16,1 0 0-16,0 1 1 15,-2-3-1-15,2 2 0 16,0-4 0-16,-2 1-6 15,2-3-21-15,-1-1 27 16,2-3-15-16,-2-1 2 16,3 3 11-16,-2-5 2 15,2 4 0-15,-2-4 1 16,-1-1 0-16,2-1 2 16,-1-3-1-16,1 1 0 15,2-2-2-15,0 0 4 0,0 0-4 16,7 0 1-16,-4 0 0 15,7 0-1-15,-2 0 3 16,-3-3 0-16,-2-3 1 16,-3 1 1-16,0-2 6 15,-3 0 1-15,-2-2-1 16,-1 1-1-16,-2 0 8 16,1-3-4-16,-1-2 16 15,2-1-7-15,-4-1-16 16,4 1-6-16,-4 2 1 15,5-2 3-15,-4 1-1 16,-1 1-4-16,6-2 2 0,-3 0-4 16,-1 0 4-16,-4 0-1 15,1 2 7-15,-2-1 2 16,-2-1 21-16,-1-2-5 16,-1 1-14-16,-1 1-4 15,0-3 7-15,0 0 1 16,0-1-13-16,0 0-1 15,-1 1 0-15,-4 0-2 16,-1-2 2-16,0 3-1 16,1-1 0-16,-2 1-1 15,1 1 0-15,-1 2-2 16,-1 0 4-16,-2 1-2 16,1-1 0-16,-2 2 0 0,0 1 0 15,-2 0-1 1,0 1 0-16,-2 2-3 0,3 1 1 15,-2 2-5-15,0 3-12 16,-2 1-35-16,-4 0-20 16,4 11-10-16,2 5-40 15,2-4-55-15</inkml:trace>
  <inkml:trace contextRef="#ctx0" brushRef="#br0" timeOffset="20626.04">8596 6171 230 0,'0'0'142'0,"0"0"-60"16,0 0-20-16,0 0-12 15,0 0-1-15,0 0-13 16,0 0-6-16,0 0-2 0,0-2 1 16,0 2 0-16,0 0-23 15,0 0-6-15,0 0-4 16,0 0-13-16,0 0-11 16,0 0-6-16,0 0 8 15,0 0 5-15,0 0 9 16,0 0 5-16,0 0 5 15,0 0 0-15,0 0-1 16,0 0 1-16,0 0 2 16,0 0 0-16,0 0 1 15,0 0 4-15,0 0-4 16,0-1-1-16,0-1-1 16,0 2 1-16,0 0 0 15,0 0 0-15,0 0 0 16,0 0-5-16,0 0-2 0,0 0-3 15,0 0-17-15,0 0 6 16,2 0 21-16,2 0 0 16,-2 0-2-16,1 3 1 15,0 6-5-15,-3 1 2 16,0 6 2-16,0 4 2 16,0 2 3-16,-12 3 3 15,-2-1-4-15,4-5-1 16,-1-2 2-16,1-4-2 15,4-7 2-15,0-3 0 16,6-3-2-16,0 0 10 16,0-3 29-16,0-14-40 0,3-9-34 15,11-3 2-15,-1 2 8 16,-3 1 24-16,-5 5 1 16,-2 5-1-16,-3 7 0 15,0 4 1-15,0 2 15 16,0 1-13-16,0 2-2 15,0 0-1-15,0 0-4 16,0 0-12-16,4 0 1 16,1 10 15-16,1 4 0 15,3 1 1-15,4 2-1 16,-1-1 1-16,3-3-1 16,-2-1-1-16,1-4-9 15,2-4-6-15,-4 0-10 0,0-4-34 16,-6 0-29-1,2 0-48-15</inkml:trace>
  <inkml:trace contextRef="#ctx0" brushRef="#br0" timeOffset="21038.18">8693 6216 339 0,'0'0'142'15,"0"0"-142"-15,0 0-9 16,0 0 3-16,0 0 3 0,0 0-2 16,0 43 5-1,0-24 1-15,-3-1 2 0,-7 0 1 16,4-2-2-16,-4-2 3 16,0-5-2-16,0-1 1 15,-1-2-4-15,2-6-7 16,-1 0-3-16,3 0-5 15,-1-3 7-15,-2-11-4 16,8 2 0-16,-1 1-3 16,0 1 15-16,3 3 19 15,0 4 57-15,0 0-52 16,0 3-8-16,0 0-16 16,0-2-11-16,12 0 11 0,-1 2 7 15,2 0-7 1,-3 0-4-16,-3 0 0 0,2 7-19 15,-5-3 4-15,2 2-9 16,-3 1-22-16,-2 2-2 16,1-1-32-16,-2-2-46 15</inkml:trace>
  <inkml:trace contextRef="#ctx0" brushRef="#br0" timeOffset="21233.1">8694 6321 369 0,'0'0'114'0,"0"0"-30"15,0 0-79-15,0 0-5 16,0 0-26-16,0 0 25 16,8 6 1-16,-6 3 0 15,2 2-10-15,-2-5-45 16,-2-2-102-16</inkml:trace>
  <inkml:trace contextRef="#ctx0" brushRef="#br0" timeOffset="38070.14">8225 6392 213 0,'0'0'85'0,"0"0"18"16,0 0-2-16,0 0-44 15,0 0-27-15,0 0-26 16,0 0-4-16,0 0-5 15,-9-11-3-15,9 11 3 16,0 0-8-16,0 0-20 0,0 0-16 16,0 0-35-16,0 0 12 15,0 0 60-15,9 0-43 16,6 0-49-16,0 0 20 16</inkml:trace>
  <inkml:trace contextRef="#ctx0" brushRef="#br0" timeOffset="38274.4">8441 6330 105 0,'0'0'189'0,"0"0"-106"16,0 0-24-16,0 0-20 15,0 0-39-15,0 0-20 16,9-2-71-16,6 2 86 15,3 0-8-15,3 0-69 16,1 0-32-16,2 0 8 16</inkml:trace>
  <inkml:trace contextRef="#ctx0" brushRef="#br0" timeOffset="38449.72">8630 6304 243 0,'0'0'99'0,"0"0"-37"0,0 0 17 16,0 0 4-16,0 0-22 16,0 0-19-16,0-12-42 15,0 12 0-15,0 0-138 16,13 0 46-16,6 0-1 16,3 0-141-16</inkml:trace>
  <inkml:trace contextRef="#ctx0" brushRef="#br0" timeOffset="38641.27">8831 6249 415 0,'0'0'80'0,"0"0"-13"15,0 0-16-15,0 0-51 16,0 0-84-16,0 0 14 15,59 2-57-15,-17-2-141 16</inkml:trace>
  <inkml:trace contextRef="#ctx0" brushRef="#br0" timeOffset="38797.88">9093 6224 342 0,'0'0'158'0,"0"0"-84"0,0 0-74 16,0 0-21-16,0 0-170 15,0 0 110-15</inkml:trace>
  <inkml:trace contextRef="#ctx0" brushRef="#br0" timeOffset="40972.2">9175 6075 239 0,'0'0'117'0,"0"0"-51"0,0 0 10 16,0 0-16-16,0 0 12 15,0 0-22-15,0 0-36 16,0-10-14-16,-2 10-9 16,-2 0-23-16,-5 10 17 15,-1 5 15-15,0 1 0 16,2-2-2-16,0-3-20 15,4-1-9-15,-1-3 11 16,1-1-12-16,2-3 14 16,2-3-12-16,-2 0 19 15,2 0 11-15,0-6-45 0,0-10-8 16,0 2-21 0,0 0 74-16,0 2 17 0,0 4 30 15,0 0-20-15,0 5 57 16,-3-1-19-16,0 2-35 15,1 2 3-15,2 0 39 16,0 0-53-16,0 0-19 16,0 0-6-16,0 0-12 15,0 6 3-15,10 11 15 16,7 1 3-16,8 6-3 16,2 2-2-16,1 1-62 15,-1-7-67-15,-9-7-171 16</inkml:trace>
  <inkml:trace contextRef="#ctx0" brushRef="#br0" timeOffset="41444.84">9279 6307 59 0,'0'0'437'0,"0"0"-364"0,0 0-4 16,0 0-42-16,0 0-27 15,0 0-2-15,-34 53 2 16,15-31 1-16,2-1 0 15,4-4 0-15,3-4-2 16,6-4-6-16,3-6-7 16,-1-1-9-16,2-2 12 15,0 0 7-15,0-14-10 16,0-6-71-16,5-2 58 16,-1 1-38-16,-2 4 65 15,-2 5 15-15,0 2 11 16,0 6 23-16,0 1-14 15,0 3-8-15,0 0-27 0,6 0-25 16,3 4 10 0,-2 11 14-16,2 2 1 0,0 5-4 15,-3 4 4-15,3-1-24 16,-1-2-103-16,0-7-163 16</inkml:trace>
  <inkml:trace contextRef="#ctx0" brushRef="#br0" timeOffset="41872.18">9124 6617 469 0,'0'0'89'0,"0"0"-20"15,0 0-69-15,0 0-6 16,0 0 6-16,-75 74 3 16,55-54-3-16,2-4 0 15,7-5-6-15,4-6 5 16,4-3 0-16,1-2 2 16,2 0 2-16,0 0-3 15,0-16-23-15,5-5-36 16,7 0-6-16,3 2 0 15,-5 5 52-15,-4 6 13 16,-3 2 5-16,0 4 10 0,-3 0 51 16,0 2-23-16,0 0-42 15,2 0-1-15,2 0-3 16,-1 4 3-16,5 8 3 16,-4 3 1-16,2 5-4 15,0 1 0-15,-2 3-3 16,-2-4-84-16,-2-6-186 15</inkml:trace>
  <inkml:trace contextRef="#ctx0" brushRef="#br0" timeOffset="42039.3">8974 6759 468 0,'0'0'26'15,"0"0"-26"-15,0 0-29 16,0 0 24-16,0 0-9 16,0 0-54-16,-5 55-109 15</inkml:trace>
  <inkml:trace contextRef="#ctx0" brushRef="#br0" timeOffset="42448.94">8490 6817 435 0,'0'0'141'15,"0"0"-107"-15,0 0-34 16,0 0-20-16,0 0 10 15,0 0 10-15,0 19 2 16,0-13-2-16,-1-2-2 16,1-1-16-16,0-2-13 15,0-1 0-15,0 0 29 16,4-14-5-16,10-4-145 16,-1-1 33-16,-1 2 104 0,-8 4 15 15,-1 6 45-15,-3 2-14 16,0 5 47-16,0 0-48 15,2 0-30-15,4 0-6 16,2 7 6-16,1 8 14 16,-1 2 6-16,1 5-7 15,-1 2-6-15,1 0-3 16,-3-1-4-16,-3-6-65 16,-3-9-226-16</inkml:trace>
  <inkml:trace contextRef="#ctx0" brushRef="#br0" timeOffset="43107.9">7994 6432 345 0,'0'0'104'0,"0"0"17"15,0 0-67-15,0 0-50 0,0 0-2 16,0 0-2-16,-54 34 7 16,35-16-6-16,4-6 0 15,4-3 1-15,4-3-1 16,2-4 0-16,1-2 0 16,1 0 5-16,-2 0-3 15,2 0-3-15,0-7-33 16,3-8-33-16,0-2-84 15,0 0 50-15,3 5 79 16,2 3 21-16,-5 5 19 16,1 2 28-16,1 2-4 15,2 0-41-15,4 0 0 0,5 0-2 16,2 2 7 0,6 5-6-16,1-1 2 0,-1 1-3 15,2-3-1-15,-7-4-55 16,-7 0-180-16</inkml:trace>
  <inkml:trace contextRef="#ctx0" brushRef="#br0" timeOffset="43520.89">7949 6129 493 0,'0'0'149'0,"0"0"-136"15,0 0-13-15,0 0-6 16,0 0-2-16,0 0 5 16,-20 28 3-16,17-22 0 15,-2-1 1-15,5-2 1 16,0-3-2-16,0 0 1 15,-3 0 1-15,-4 0-2 16,0 0-3-16,1-6-18 16,-1-5 15-16,2 3-25 0,2 2 14 15,1 1 11 1,1 3 6-16,0 2 2 0,1 0 9 16,0 0-11-1,0 0-34-15,4 4 23 0,11 7 11 16,6 3 0-16,3 2-14 15,7-1-15-15,2-3 13 16,-1-5-102-16,-4-7-77 16</inkml:trace>
  <inkml:trace contextRef="#ctx0" brushRef="#br0" timeOffset="43919.35">8199 5937 536 0,'0'0'18'16,"0"0"-18"-16,0 0-13 15,0 0 13-15,0 0 4 16,0 0 12-16,-10 67-8 15,0-53 0-15,0-3-3 16,2-4 0-16,3-2-2 16,1-5 1-16,1 0 2 15,1 0-6-15,1-15-5 0,1-2-32 16,0-2-29 0,0 0-2-16,0 9 61 0,4 2 7 15,-2 6 0-15,5 2 0 16,3 0-1-16,3 2 1 15,4 11 1-15,1 2-1 16,5 2 0-16,2 1-14 16,2-8-104-16,1-3-36 15</inkml:trace>
  <inkml:trace contextRef="#ctx0" brushRef="#br0" timeOffset="44271.31">8486 5842 432 0,'0'0'60'0,"0"0"-60"16,0 0-10-16,0 0 7 15,0 0 3-15,0 0 1 16,-5 20-1-16,5-18 1 15,0-2 1-15,0 0 0 16,0 0 6-16,-1 0-8 16,-5-11-15-16,4-7-55 15,1 1-13-15,1 0-43 16,0 5 126-16,0 7 40 0,0 3 22 16,0 2-61-16,3 0 1 15,12 0-2-15,6 10 0 16,1 7 0-16,1-1-2 15,2 1-11-15,-1-2-32 16,1-5-21-16,-4-6-11 16</inkml:trace>
  <inkml:trace contextRef="#ctx0" brushRef="#br0" timeOffset="44474.25">8732 5823 4 0,'0'0'495'0,"0"0"-488"15,0 0-7-15,0 0-26 16,0 0 26-16,0 0 2 16,27 48-2-16,-15-44-84 15,7-4-66-15,0 0-55 16</inkml:trace>
  <inkml:trace contextRef="#ctx0" brushRef="#br0" timeOffset="44636">8825 5794 389 0,'0'0'124'0,"0"0"16"0,0 0-81 15,0 0-59-15,0 0-37 16,0 0-87-16,6 36 122 15,5-16-100-15,-2-6-9 16</inkml:trace>
  <inkml:trace contextRef="#ctx0" brushRef="#br0" timeOffset="52512.2">8685 6224 22 0,'0'0'12'0,"0"0"-5"0,0 0 11 16,0 0-2-16,0 0 19 15,0 0-17-15,0 0-10 16,2-9 1-16,-2 7 5 15,2-3 13-15,-1 1 4 16,2-1-28-16,0-1 8 16,0 1 28-16,-1-1 8 15,1 0 2-15,-3-1-15 16,3 0-4-16,-2 2-26 16,1-3-2-16,-1 4 5 15,2 0 3-15,-3 1 0 16,0 2 7-16,0 1 6 15,0 0-10-15,0 0-4 16,0 0-6-16,0 0 0 0,0 0-2 16,0 0 1-16,0 0-1 15,0 0-1-15,0 0-6 16,0 0-5-16,0 1-9 16,0 12 15-16,-6 4 5 15,-3 6 1-15,-5 2-1 16,-3 5 0-16,-4 2 5 15,1 1-5-15,-3 0 6 16,5-7-6-16,1-2 1 16,3-7 0-16,3 0 0 15,1-5 0-15,5-2 1 16,-1-1 0-16,2-2-1 0,2-2 0 16,-1-2-1-16,3-3-1 15,0 1-6-15,0-1-25 16,0 0-11-16,0 0 0 15,9-11-123-15,4-4-19 16</inkml:trace>
  <inkml:trace contextRef="#ctx0" brushRef="#br0" timeOffset="52956.77">8583 6238 213 0,'0'0'66'15,"0"0"53"-15,0 0-85 16,0 0-19-16,0 0 8 16,0 0-8-16,1-38 11 15,1 34-11-15,-2 1-3 16,1 1 24-16,-1 2 12 15,0 0-7-15,0 0-27 16,0 0-14-16,2 0-8 16,7 0-8-16,-3 11 16 15,6 3 0-15,-1 2 0 16,0-2 0-16,-2 3 0 0,0-2 0 16,-2 2 0-16,-1-3 2 15,-1 1 0-15,1-3-2 16,3-2 0-16,-5-3 0 15,-1-2-13-15,0-2 1 16,-1 0 2-16,-1-1 3 16,-1-2-1-16,2 0 8 15,-2 0 1-15,0 0 4 16,0 0-5-16,0 0-37 16,0 0-86-16,-5 0-269 15</inkml:trace>
  <inkml:trace contextRef="#ctx0" brushRef="#br0" timeOffset="53121.36">8660 6367 105 0,'0'0'278'0,"0"0"-159"16,0 0-5-16,0 0-36 16,0 0-38-16,0 0 20 15,0-10-35-15,0 10-25 16,0 0-39-16,0 6-166 15,-3 3 24-15</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4:38:09.659"/>
    </inkml:context>
    <inkml:brush xml:id="br0">
      <inkml:brushProperty name="width" value="0.05292" units="cm"/>
      <inkml:brushProperty name="height" value="0.05292" units="cm"/>
      <inkml:brushProperty name="color" value="#FF0000"/>
    </inkml:brush>
  </inkml:definitions>
  <inkml:trace contextRef="#ctx0" brushRef="#br0">1338 2742 198 0,'0'0'40'16,"0"0"14"-16,0 0-10 16,0 0 3-16,0 0-24 15,0 0 6-15,0 0-5 16,0 0-18-16,-30-79 28 15,25 73-18-15,0 0 28 16,-1-2-27-16,0 2 4 16,1 3-11-16,-1 0-4 15,5 3-3-15,0 0-1 0,1 0-2 16,0 0-1-16,0 0-2 16,0 0-5-16,0 0-21 15,0 0 7-15,1 4 18 16,9 4 4-16,7 0-3 15,11 4 6-15,11-1-1 16,7 0-2-16,11 0 0 16,6-2 0-16,7-4 0 15,10-1 0-15,5 0 0 16,9-4 0-16,5 0 0 16,5 0-2-16,-1 0 0 15,0 0 2-15,-10 0 5 0,-10 0-4 16,-1 0 2-1,-4-2-1-15,-5-5 1 0,0-1 4 16,-2-1-1-16,1-3 8 16,6 2-3-16,4 0-8 15,1 5-3-15,-3 4 0 16,-7 1 2-16,-8 0-2 16,-7 0-6-16,-10 6 3 15,-5 2-1-15,-1-2 3 16,-2-3 2-16,-3 0 2 15,5-3 0-15,3 2-1 16,3 0 1-16,5 1 1 16,2-1-3-16,2 1 1 0,1-1-2 15,-1-2 0 1,-5 0-1-16,5 0 0 0,0 0 1 16,3 0 1-16,5-6 2 15,-2 0-3-15,1 4 0 16,0-1 0-16,-3 3 0 15,1 0 1-15,-3 0-2 16,1 0 1-16,-6 0 0 16,0 0 2-16,-3 0-2 15,-3-9 0-15,-1 1 1 16,1-1 1-16,4-1 11 16,2 3 5-16,6 0-3 15,2 1-10-15,6 2-1 16,0-3-4-16,3 2 1 0,-1-1 0 15,0 0 1-15,4 1-2 16,-2 2 0-16,2 0 0 16,1 0 2-16,1 3-3 15,-3-1 3-15,-1-1-2 16,-3-3 0-16,-3 1 2 16,1-2 0-16,-2 0-4 15,3-1 4-15,-1 1-4 16,3-2 4-16,2 1-2 15,5 0 0-15,3 0 3 16,2 3-2-16,3-2 3 16,-3 1-3-16,8 2-1 15,-3-2 0-15,-3 3 1 0,1-5-1 16,-5 2 1 0,-5-4 0-16,-1 1-1 0,-4 0 3 15,-2 0-3-15,-6 0 0 16,3 1 0-16,-2 0 1 15,3 0 0-15,1 2 1 16,0-1-2-16,2 2 0 16,1 1 0-16,-1-1 1 15,-1 4-1-15,0-3 0 16,-3 3 0-16,-5-2 0 16,-2 1 0-16,0-2 0 15,-3 0 0-15,5 0 3 16,-3 2-2-16,1-2-2 15,-3 2 0-15,-3-1 1 0,1-1 0 16,3 0 1-16,1-3-1 16,1 0 0-16,1-1 0 15,-2 1 0-15,-3-1 1 16,-3 3-2-16,2 3 1 16,-6 1 0-16,3 0 0 15,-3 0-1-15,-1 0 2 16,-3 1-1-16,-1 2 0 15,-5 0 0-15,1-3 1 16,3 0-1-16,2 0 1 16,5 0-1-16,8 0 0 0,-5 0 0 15,2 0-1 1,-7 0 1-16,-4 0 0 0,1 0 0 16,-3 0 0-16,-1 0-1 15,4 0 1-15,2 0-1 16,-4 0 2-16,-1 0-2 15,0 0 2-15,0 0-1 16,-1 0 1-16,0 0 0 16,-2 0-1-16,-1 0 0 15,1 0-1-15,-4 0 2 16,-3 4-2-16,0 1 2 16,-2-2-1-16,0 2 0 15,1-1 0-15,-3 1 0 16,0-2 0-16,-2 3 0 0,0-2 0 15,-2 0-1-15,0 1 1 16,-2-4-1-16,-4 2 2 16,-5-3-2-16,0 0 2 15,-5 1 0-15,-1 1-1 16,-2-2 1-16,-3 0 0 16,0 0 19-16,0 0 32 15,0 0-11-15,0 0-17 16,0 0-13-16,0 0-11 15,0 0-7-15,0 0-21 16,0 5-43-16,0 3-10 16,0 4 54-16,0 7-24 15,-8 0-75-15,-6-4-110 0</inkml:trace>
  <inkml:trace contextRef="#ctx0" brushRef="#br0" timeOffset="10905.16">14045 2155 360 0,'0'0'139'0,"0"0"-13"15,0 0-4-15,0 0-65 16,0 0-5-16,0 0-12 0,0 0-21 16,0 0-4-16,0-66-12 15,0 66-3-15,-4 6-7 16,-6 20-13-16,-9 19 13 16,-9 21 6-16,-14 15 1 15,-7 6 2-15,1-6-1 16,6-15-1-16,11-15 0 15,9-20 2-15,10-14 1 16,7-8-2-16,5-9 2 16,0 0 9-16,0-21 7 15,21-18-19-15,15-14-29 16,10-8-12-16,5-7 16 16,-5-1-16-16,-4 2 17 0,-6 8-3 15,-6 11 13-15,-8 11 4 16,-7 13 10-16,-3 11 0 15,-6 9 10-15,3 4-10 16,1 9-7-16,1 18 3 16,1 14-8-16,-6 14 3 15,-2 12 5-15,-4 8 4 16,0-2 5-16,0-7-4 16,0-15 4-16,0-10-5 15,0-18 2-15,0-9-1 16,1-13 0-16,-1-1 1 15,0 0 23-15,0-16 84 0,0-10-99 16,-8-5-7-16,-9-1-2 16,-7 0-2-16,-1 3 2 15,0 3 0-15,6 9 0 16,11 7 0-16,5 5-1 16,3 5-3-16,4 0-20 15,23 0-7-15,15-2 30 16,14-5 1-16,14-12-1 15,7-11 0-15,-1-7 9 16,-11-5-6-16,-16 3 10 16,-13 2-5-16,-11 3 14 15,-9 5 5-15,-10 3 0 16,-5 6-16-16,-1 8 0 16,0 5 2-16,0 5-6 0,0 2-7 15,-9 13-10-15,-6 18-12 16,-6 16 22-16,1 13 0 15,2 11 0-15,10 5-1 16,7-3-2-16,1-6 1 16,4-11 2-16,9-9-4 15,1-10-16-15,-1-13-17 16,-2-9-1-16,0-12-55 16,5-3-90-16,4-28-78 15</inkml:trace>
  <inkml:trace contextRef="#ctx0" brushRef="#br0" timeOffset="11088.8">14270 2409 483 0,'0'0'83'16,"0"0"26"-16,0 0-109 16,0 0-8-16,0 0-24 15,0 0 31-15,40-12 1 16,-1 12 1-16,13 0 5 15,10 0-12-15,12 0-42 16,6 0-59-16,4-5-129 16</inkml:trace>
  <inkml:trace contextRef="#ctx0" brushRef="#br0" timeOffset="11888.07">15337 2135 651 0,'0'0'16'16,"0"0"67"-16,0 0-80 16,0 0-2-16,0 0-2 15,-23 86 1-15,23-33-1 16,0 9-1-16,9 8 2 15,17-5 2-15,5-10-2 0,5-14-3 16,5-20-44 0,3-16 17-16,6-5 29 0,0-24-6 15,2-13 7-15,-9-6-26 16,-12-7 26-16,-13-3 1 16,-18-2 17-16,0 2-8 15,-18 7 17-15,-9 12 20 16,8 15 23-16,7 10-3 15,9 9-49-15,1 0-18 16,2 23-19-16,0 14 17 16,0 11 1-16,4 8 1 15,12 2-2-15,4-7 2 16,-3-6-10-16,0-15 0 0,-5-9-16 16,-3-12 5-16,-6-8 16 15,7-1 5-15,8-4 26 16,4-16-6-16,7-7-16 15,-4 0-3-15,-6 3 3 16,-6 3 2-16,-6 11 7 16,-1 3-6-16,-2 4-7 15,4 3-2-15,4 0-11 16,12 14 12-16,6 1-1 16,6 2 2-16,2 3 0 15,-1-4-7-15,-2-3-7 16,-4-8 2-16,2-5 4 15,4-1 8-15,3-20 2 16,1-5 2-16,-8-6-4 0,-7 3 0 16,-12-5 6-16,-10 1-2 15,-4 0 17-15,-16-1-12 16,-12 9-6-16,-4 8 7 16,5 9-7-16,5 8-3 15,5 9-4-15,1 18-1 16,1 12 5-16,6 7 0 15,9 6-1-15,0 1-2 16,11-3 1-16,17-9-2 16,8-15-14-16,14-11 5 15,10-13 0-15,7-2-15 16,4-5-58-16,-4-14-73 16,-12-3-7-16</inkml:trace>
  <inkml:trace contextRef="#ctx0" brushRef="#br0" timeOffset="12120.55">15079 2377 128 0,'0'0'34'0,"0"0"80"16,0 0-33-16,89 20-25 15,-34-20 9-15,12 0-37 16,12-5 11-16,5-3-29 0,7-1 3 16,6 1-13-16,1-3-70 15,-5-6-195-15</inkml:trace>
  <inkml:trace contextRef="#ctx0" brushRef="#br0" timeOffset="14235.16">17367 2498 206 0,'0'0'115'0,"0"0"24"16,0 0-29-16,0 0-9 16,0 0-56-16,0 0 4 15,0-12-16-15,0 12 14 16,0 0-23-16,0 0-13 15,0 0-5-15,0 0-6 16,0 0-3-16,0 0-5 16,0 12-12-16,0 8 10 15,0 11 8-15,0 8 2 16,0 3 0-16,0 1-5 0,4-10-13 16,11-9-13-16,4-14-2 15,4-10 18-15,8-5 15 16,8-24 0-16,4-6-19 15,3-5-39-15,-7 1 40 16,-9 2-5-16,-11 7 23 16,-10 6 11-16,-7 7-11 15,-2 9 3-15,0 4-1 16,0 4-2-16,0 0-10 16,2 9-17-16,1 8 19 15,3 7 7-15,5 1 1 16,3 1 1-16,4 4-1 15,5-3 0-15,0-4 1 0,5-3-1 16,4-9-1 0,1-7 1-16,2-4 2 0,-2 0 2 15,-2-11-4-15,-4-8-25 16,-7-2-10-16,-9 1 34 16,-8-2 1-16,-3-2 22 15,0 2 11-15,-1 3-2 16,-9 1-15-16,2 2 17 15,1 6-14-15,2 2 4 16,0 3-9-16,2 3-7 16,3 0 3-16,0 2 7 15,-1 0 4-15,1 0-11 16,0 0-3-16,-1 0-1 16,1 0-3-16,0 0-3 15,0 0 0-15,0 0 0 0,0 0-1 16,0 0 0-16,0 0 0 15,0 0-1-15,0 0 2 16,0 0 0-16,0 0 0 16,0 0 0-16,0 0 2 15,0 0 0-15,0 0 2 16,0 0 0-16,-2 0 7 16,2 0 2-16,0 0-8 15,-1 0 1-15,-1 0-4 16,-1 0 3-16,0-2-3 15,-1-3 1-15,-1 2 2 16,1-1-3-16,-2-1 1 0,2 0 4 16,-1-1 0-16,0 1-3 15,1-3-4-15,-2 3 1 16,0 1 3-16,2 1-3 16,-1 0 0-16,4 3-1 15,-1 0-1-15,2 0 0 16,0 0-5-16,0 0-3 15,0 0-14-15,3 2-13 16,15 8 30-16,12 2 2 16,13-4 4-16,14-4 0 15,7-4 0-15,2 0-2 16,-10 0-14-16,-11 0 13 0,-15 0 1 16,-16-4 2-16,-7 3 3 15,-6 1 0-15,-1 0 4 16,0 0-5-16,0 0 2 15,0 0 3-15,0 0-7 16,0 0-1-16,-3 0-5 16,-4 10-4-16,-2 9 10 15,0 5-3-15,9 6 1 16,0 1 1-16,15 1-5 16,18-3 3-16,8-12-2 15,8-7 5-15,4-10 4 16,2 0-1-16,-1-10 6 15,-7-14-2-15,-11-2-7 0,-12-4-6 16,-15-1-7 0,-9 1 0-16,-6 1-4 0,-25 3 9 15,-11 4-4-15,-1 5-12 16,4 1 9-16,12 5 15 16,14 3 0-16,10 4 4 15,3 4 4-15,0 0-8 16,1 0-41-16,22 0 41 15,9 15 7-15,11 2 7 16,4 2 3-16,0 3-4 16,-3 0 3-16,-10-1-9 15,-7-1-2-15,-6-3-3 0,-11-2-2 16,-4-1 2-16,-4-5-2 16,-2 2-33-1,0-2 1-15,-11-4-18 0,-5-2-8 16,3-3 8-16,3 0 13 15,6-17 23-15,4-8 1 16,0-4 13-16,12-7 3 16,12-2 31-16,7-4 28 15,3-1-1-15,2 1-11 16,0 3 31-16,-6 6-39 16,-8 11 14-16,-7 8-38 15,-9 11-6-15,-4 3 12 16,-2 0-24-16,0 0-2 15,0 6-8-15,0 19-10 16,0 12 15-16,0 12 5 0,0 5 2 16,0 5 0-16,-4-4-1 15,4-2 0-15,0-5-1 16,4-9-9-16,9-9-3 16,4-14-1-16,2-12 6 15,5-4 7-15,3-11 2 16,5-15 0-16,0-7-1 15,-7-4 4-15,-7-1 5 16,-14 0 1-16,-4 1 7 16,-11 2-18-16,-11 6 1 15,2 11 7-15,6 9 1 0,2 9-9 16,0 0-2 0,-4 20-10-16,-1 9 6 0,0 9 6 15,9 3-3-15,8 3-1 16,0 2 2-16,21-7-3 15,10-10-4-15,8-7 0 16,6-10-4-16,8-8-29 16,4-4-78-16,-2-14-197 15</inkml:trace>
  <inkml:trace contextRef="#ctx0" brushRef="#br0" timeOffset="16450.38">20049 2416 481 0,'0'0'31'0,"0"0"6"0,0 0-37 16,0 0-20 0,0 0 6-16,0 0 14 0,-3 90 7 15,3-29 11-15,0 12 9 16,0 6 6-16,-5 0-15 15,-4-3-14-15,2-9 1 16,-4-16-3-16,1-13 1 16,4-18 2-16,0-14-4 15,1-6 9-15,1-13 50 16,-1-18-54-16,4-18-6 16,1-9-12-16,0-12 11 15,0-3 1-15,0-2 8 16,0 5-6-16,0 8-2 15,4 13-31-15,8 7-6 16,4 12-18-16,3 9 55 0,8 7 6 16,-3 7 3-16,5 7 1 15,-3 4-10-15,0 17 2 16,3 4 10-16,-4 6-5 16,-1-1 1-16,-8-2-7 15,-7-3 1-15,-9-2-2 16,0-4 8-16,0-3-6 15,-13-7 0-15,-2-5 3 16,-4-1 4-16,1-3-8 16,-1 0 5-16,6 0-2 15,6 0-4-15,4-1 0 16,3-1-16-16,22 2-136 0,20-4 48 16,18-2 12-16,8-4 4 15,0-2 88-15,-4-2 2 16,-11 0 42-16,-15 1 56 15,-18 1-6-15,-13 2 54 16,-7 0-6-16,0-2-63 16,-11 0-48-16,-4 4-13 15,4 4-5-15,3 4-13 16,-1 0-1-16,1 3-10 16,-1 14 5-16,-1 4 4 15,9 1-4-15,1 0-10 16,13-1-13-16,19-7-3 15,8-8 28-15,7-6 4 0,-2 0 7 16,-11-10-4-16,-8-4 3 16,-12 2 5-16,-9 0 1 15,-5 2 14-15,0 1-16 16,0 3-5-16,0 4-1 16,0 2-4-16,0 0-6 15,0 0-23-15,0 10-34 16,0 10 52-16,18 0 0 15,13 0-52-15,10-4 28 16,9-10 24-16,3-6 11 16,-6 0 9-16,-8-15 19 15,-8-7 16-15,-7-2 19 0,-9 1-23 16,-5 1-1 0,-8 0-10-16,-2 0-17 0,0 5 0 15,0 5-7-15,0 4-5 16,0 7-4-16,0 1 0 15,-7 0-15-15,-1 9-29 16,-2 8 41-16,-2 9 7 16,4 4 0-16,7 6-1 15,1 3-3-15,1 0-4 16,20-5-17-16,12-11-21 16,8-12 0-16,12-11 46 15,5-1-1-15,2-23-1 16,-2-8-25-16,-6-6 27 15,-10-4 1-15,-14-1 2 0,-18-4 55 16,-10-1-29-16,-5 0-20 16,-21 0 9-16,0 10-4 15,6 13 39-15,7 10-15 16,8 15-38-16,0 0-5 16,-2 22-51-16,-4 16 42 15,3 9 12-15,4 9-3 16,4 0 4-16,0-1-1 15,10-4-6-15,3-8-13 16,-2-7 4-16,-5-12-7 16,1-14 18-16,-1-5-5 15,5-5 11-15,1-5 33 16,7-15 6-16,3-8-34 0,-2-1 5 16,-4 0-10-16,-9 8-1 15,-3 5-5 1,-4 7 4-16,0 2 1 0,0 4 1 15,0 3-3-15,0 0-5 16,-5 0-19-16,-7 13 20 16,-5 6 7-16,3 4-4 15,2 0 2-15,6 4 0 16,6-4 0-16,0 1-3 16,22-7-3-16,14-9-6 15,16-8 14-15,14 0 4 16,11-20-4-16,1-9-5 15,-11-2 3-15,-15 0 2 0,-23 1 0 16,-19 4 22-16,-10 2 1 16,-6 4-23-16,-19 1 12 15,-2 7-6-15,0 7 2 16,5 5-8-16,1 0-4 16,2 7 2-16,-1 8-7 15,1 6 9-15,5 0-6 16,2 4 5-16,6 3-6 15,5-1 2-15,1-4 1 16,0-8 2-16,3-5-8 16,10-7 10-16,1-3 23 15,5 0 5-15,2-6 4 16,3-11-19-16,-5 0-4 16,-8 1-9-16,-2 0 6 0,-5 4 2 15,-4 4-1-15,0 4-4 16,0 2 4-16,0 2-7 15,0 0-5-15,0 0-6 16,0 0-36-16,0 10 26 16,-6 8 15-16,5-2 5 15,1 2-12-15,0-4 0 16,16-5-28-16,12-7 29 16,11-2 12-16,9 0 15 15,1-19-2-15,0-3-7 16,-8-2 6-16,-6-2-1 15,-5 2-11-15,-7 1 8 16,-7-1-7-16,-9 7 2 0,-4-2-2 16,-3 6 25-16,0 1 3 15,0 8-4-15,0 2-25 16,0 2 0-16,-12 0-29 16,-8 21 0-16,-9 12 12 15,-1 11 17-15,2 12-7 16,3 7 6-16,7 2 1 15,8 5-10-15,10-4-3 16,0-6 11-16,0-10 2 16,0-10 0-16,0-11 0 0,0-9-2 15,0-9 2 1,0-6 0-16,0-3 0 0,-8-2 3 16,-10 0-3-1,-7 0 0-15,-12 0-23 0,-1-9-51 16,8-1-76-16,15-8-8 15,15-5-117-15</inkml:trace>
  <inkml:trace contextRef="#ctx0" brushRef="#br0" timeOffset="16800.31">22444 2677 589 0,'0'0'45'15,"0"0"-21"-15,0 0-24 0,0 0-22 16,0 0 6 0,0 0 16-16,52-29 18 0,-26 19-1 15,-1-2 6-15,-1-2 10 16,-3-1-7-16,-3-3-7 16,-4 3-12-16,-4 0 5 15,-7 1-12-15,-3 4-7 16,0-2 7-16,-6 5 5 15,-12 6-5-15,-3 1-8 16,-8 4-1-16,3 14-3 16,0 7 7-16,3 8-1 15,7 3 5-15,9 6-2 16,7-4 0-16,1-6-6 16,25-10 8-16,11-6-1 0,0-7-4 15,2-5-44-15,0-4-83 16,1 0-222-16</inkml:trace>
  <inkml:trace contextRef="#ctx0" brushRef="#br0" timeOffset="18047.78">23215 2423 422 0,'0'0'107'15,"0"0"7"1,0 0-46-16,0 0-17 0,0 0-17 16,0 0-16-16,6-17-14 15,-6 17-4-15,0 0-5 16,0 3-4-16,6 14 2 15,-2 8 5-15,4 3-1 16,-2 3 2-16,2-2-3 16,-3 1 2-16,0-2-3 15,-5-5-3-15,0-2-1 16,0-4 1-16,1-4-6 16,1-4-1-16,1-4 1 15,2-3 11-15,4-2-4 16,5 0 7-16,4 0 7 15,2-3-6-15,-1-6-1 0,-8 2 1 16,-5 2 3-16,-1 0 5 16,-3 1 3-16,-2 3 14 15,0-1-17-15,0 2-9 16,0 0-2-16,0 0 2 16,0 0-4-16,0 0 4 15,0 0 0-15,0 0-1 16,0 0 0-16,0 0-4 15,0 0-11-15,0 0 1 16,0 3 7-16,3 0 5 16,0-2-4-16,1-1 7 15,-1 0 3-15,2 0 8 0,-1 0 14 16,3-4 0 0,1-6-13-16,3 0-1 0,2-4-10 15,0-1-1-15,5 0-3 16,2 1-30-16,1-1 8 15,-2 1-3-15,-9 1-15 16,-4 2 3-16,-6 2 31 16,0 1 0-16,-10 3-22 15,-12 5 24-15,-5 0 7 16,-3 0 0-16,2 7 0 16,2 5-2-16,5 3 2 15,7 2 0-15,3 2-1 16,8 7 0-16,3-2 1 15,1 3 0-15,28-1 5 16,13-6 12-16,16-5-3 0,10-11 1 16,5-4-6-16,1 0 0 15,-7-17-7-15,-11-4-2 16,-11-1-2-16,-14-1 2 16,-14 0 1-16,-12 3 6 15,-5 1 1-15,0 0-8 16,-11 9 3-16,0 1 6 15,3 5 13-15,3 4-20 16,3 0-2-16,-2 0-13 16,-4 9 7-16,1 10 5 0,1 5-1 15,1 4 2 1,5 1 0-16,0 1 2 0,0-6 3 16,17-4-3-16,0-8 9 15,3-4 23-15,3-5-15 16,-2-3 7-16,6 0 4 15,-1-14-13-15,1-3-5 16,-4-4-12-16,-5-1 0 16,-8-2-5-16,-7-4-28 15,-3 0 4-15,0 4 6 16,-3 5 17-16,-5 7 6 16,3 3-2-16,3 9-1 15,2 0-95-15,0 0-204 16,0 11 131-16</inkml:trace>
  <inkml:trace contextRef="#ctx0" brushRef="#br0" timeOffset="18547.9">24215 2614 243 0,'0'0'189'16,"0"0"-59"-16,0 0-39 16,0 0-48-16,0 0 3 15,0 0-21-15,44-80 8 16,-41 63-11-16,0 1-1 15,-3-1-21-15,0 5 0 16,0 2 0-16,0 4-8 16,0 5-1-16,-6 1-14 15,-5 1-43-15,-5 15 31 0,-1 8 28 16,5 5 7 0,1 5 0-16,11 5-1 0,0 0 1 15,21-3 1-15,14-10 1 16,11-12 3-16,9-11 14 15,4-3 12-15,4-10-6 16,-6-14 4-16,-3-7-10 16,-9-3-8-16,-5-4-8 15,-10-2-3-15,-8-1-1 16,-15-1-4-16,-7-1-1 16,0-3 6-16,-13 7 1 15,-3 11 22-15,8 11-2 16,3 12-16-16,2 5-5 15,-2 3-31-15,-7 18-34 0,-6 13 64 16,-2 12 2-16,-1 9-1 16,4 6 2-16,5 5-4 15,6-3 1-15,6-5 1 16,0-11 1-16,0-10-1 16,4-10-1-16,7-7-21 15,3-6-42-15,3-11-82 16,4-3-214-16</inkml:trace>
  <inkml:trace contextRef="#ctx0" brushRef="#br0" timeOffset="18882.4">25077 2283 505 0,'0'0'120'0,"0"0"2"15,0 0-56-15,1-75-32 16,-1 74-11-16,0 1-23 16,0 1-9-16,0 26-46 15,0 16 33-15,-16 22 19 16,-3 15 3-16,-6 14 0 15,-5 6 0-15,-6 1 2 0,-2-4-1 16,-2-12-1 0,1-7 1-16,1-6-1 0,6-9 2 15,5-11-4-15,8-8-39 16,2-14-90-16,10-17-113 16</inkml:trace>
  <inkml:trace contextRef="#ctx0" brushRef="#br0" timeOffset="19925.26">17310 2928 458 0,'0'0'107'15,"0"0"-7"-15,0 0-95 16,0 0-5-16,0 0-6 16,0 0 6-16,-60 86 0 15,38-44 1-15,0 5 0 16,1 1 0-16,0-1 1 16,4-1-4-16,4-5-3 15,0-3-75-15,4-9-16 16,4-11-52-16,5-18-172 15</inkml:trace>
  <inkml:trace contextRef="#ctx0" brushRef="#br0" timeOffset="20229.53">17212 2889 409 0,'0'0'38'0,"0"0"34"15,0 0-53-15,0 0-13 16,106-4-1-16,-72 30 2 16,2 9-1-16,-3 7 1 15,-1 5 0-15,-5 2-6 16,-4-5 1-16,-11-4 0 0,-8-8-2 16,-4-3-1-16,-7-6 1 15,-20-1 7-15,-10-2 1 16,-4-5 1-16,-5-3-7 15,-1-5-2-15,7-4-12 16,5-1-3-16,10-1-4 16,12 0-92-16,13-1-181 15</inkml:trace>
  <inkml:trace contextRef="#ctx0" brushRef="#br0" timeOffset="20961.81">17675 3296 447 0,'0'0'61'15,"0"0"41"-15,0 0-83 16,0 0 32-16,0 0-5 16,0 0-31-16,19-44-11 15,3 30-2-15,5-2 8 16,-2-1 0-16,-5 0 6 15,-4-3 15-15,-6 1-9 16,-5 2 2-16,-1 3-3 0,-4 5-20 16,0 4-2-1,0 2-3-15,-7 3-5 0,-7 2-7 16,-2 16-11 0,0 7 15-16,11 5 3 0,5 3-9 15,4 0-8-15,27 2 19 16,9-2-4-16,7-5-1 15,-2-11 8-15,0-10 2 16,-2-7 2-16,3-12 7 16,1-17 7-16,0-12-9 15,-3-2 5-15,-9-6-1 16,-11 0-7-16,-13 0 5 16,-11 2 23-16,-3 4-9 15,-16 8 0-15,2 15 21 16,4 12-25-16,5 8-17 15,2 7-26-15,-1 17 12 16,4 14 10-16,3 6 3 0,1 6-4 16,26-1-2-16,9 2 0 15,7-2 7-15,3-6 2 16,-5-7-2-16,-3-7-1 16,-8-12-2-16,-10-10-1 15,-1-7 4-15,-3-1 5 16,1-17 2-16,-7-3 3 15,-5-4-2-15,-5 3 4 16,0 3-10-16,0 7 6 16,-2 8-2-16,1 4-6 15,1 0-7-15,0 1-22 16,0 16 13-16,11 5 11 0,12 3 4 16,11 1 1-16,5-1 0 15,0-6-1-15,0-8-1 16,1-8-15-16,2-3-6 15,4-12-49-15,-1-14-79 16,-6-11-184-16</inkml:trace>
  <inkml:trace contextRef="#ctx0" brushRef="#br0" timeOffset="21123.2">18606 2900 561 0,'0'0'168'15,"0"0"-62"-15,0 0-71 0,0 0-35 16,0 0-110 0,0 0 68-16,30 63 4 0,7-14-48 15,7-1 12-15,5-1-22 16,2-9-128-16</inkml:trace>
  <inkml:trace contextRef="#ctx0" brushRef="#br0" timeOffset="21645.26">18985 3304 452 0,'0'0'143'16,"0"0"-29"-16,0 0-52 15,0 0-62-15,0 0-4 0,0 0 2 16,0 68 1 0,8-42 1-16,11-7-1 0,2-5 1 15,7-8 0-15,2-6 5 16,3-6 6-16,4-17-6 15,-4-10-5-15,-5 1 2 16,-8 1-2-16,-7 3 1 16,-7 3-1-16,-6 4-1 15,0 7-13-15,0 6-1 16,0 8 13-16,0 0-103 16,2 1-44-16,10 14 123 15,11 4 1-15,7 1-24 16,3 0 3-16,2-4 31 15,-7-2 5-15,-6-7 10 16,-4-5 0-16,-3-2 15 0,0-2 92 16,-3-14-27-16,1-4 11 15,0-3-43-15,-3 0 17 16,-3-4-39-16,-3 0-1 16,-4-2-2-16,-1 1-3 15,-19 3-12-15,-2 5 10 16,0 9 1-16,4 11-19 15,0 0-6-15,1 17-17 16,1 12 6-16,3 6-3 16,13 10-5-16,0 5 5 0,13 5-7 15,22-1-39 1,14-13-47-16,10-16-16 0,6-21-64 16</inkml:trace>
  <inkml:trace contextRef="#ctx0" brushRef="#br0" timeOffset="22877.88">19768 3127 360 0,'0'0'36'0,"0"0"40"15,0 0-65-15,0 0-9 16,0 0 13-16,0 0 16 15,70 90 11-15,-50-53 5 0,-7 0-26 16,-2-1-3 0,-6-2-12-16,-5-4-4 0,0-5 0 15,0-7 1-15,-7-6-1 16,0-7 1-16,-1-5-1 16,1 0 7-16,-2-12 14 15,3-14 16-15,4-7-29 16,2-2 2-16,8 4-12 15,19 3-14-15,9 5-26 16,0 4-21-16,-1 2-9 16,-10 7 60-16,-11 5 10 15,-10 2 8-15,-2 3 3 0,-2 0-11 16,0 0-11 0,0 4-4-16,-2 13 15 0,-10 1 4 15,-1 3 12-15,-1 4-3 16,6 0-5-16,6 0-3 15,2-2-4-15,6-1 0 16,22-11 1-16,10-11 6 16,7 0 2-16,2-16-5 15,-5-10 19-15,-11-2-5 16,-7-1 50-16,-12 2-6 16,-8 2-12-16,-4 5-19 15,0 4-6-15,0 5-4 16,-7 7-22-16,4 4-3 0,0 0-5 15,-3 4-22-15,0 13 24 16,3 10 2 0,3 7 2-16,0 7-4 0,9 2-6 15,9 2-20-15,3-12-10 16,6-9 16-16,1-19 6 16,6-5 19-16,5-15 1 15,-1-18 5-15,2-9-5 16,-4-8-4-16,-7 1 4 15,-8-1 0-15,-13 0 18 16,-8 0 6-16,0 2-20 16,-14 2 2-16,-6 8 5 0,6 8 19 15,4 15 8 1,4 8-34-16,6 7-4 0,-2 0-18 16,-1 15-47-16,0 14 58 15,0 12 7-15,3 6 0 16,0 3 0-16,3 0-1 15,9-6-5-15,5-9-1 16,5-9 1-16,-1-10 0 16,4-11 2-16,-3-5 4 15,2 0 4-15,-1-14-3 16,-2-3 0-16,-2 5 3 16,-7 3-3-16,-8 3 1 15,-1 4 4-15,-3 2-6 16,0 0-7-16,0 0-9 15,0 12-3-15,0 5 9 0,-1 7 10 16,-14 4 0 0,-9 0-1-16,-3-2 0 0,-3-2-18 15,5-9-7-15,5-5 8 16,6-10 15-16,4 0 3 16,6 0 12-16,3-16 22 15,1-3-2-15,4-4-32 16,26-1-1-16,11-1-36 15,13-1-19-15,3 1 0 16,0-1 26-16,-6-1 22 16,-9 1 8-16,-10 1 7 15,-12-2 56-15,-7 2-17 0,-8-1 3 16,-1 0 11 0,-4 7 8-16,0 5-14 0,0 6-15 15,0 6-31-15,0 2-8 16,0 0-15-16,0 19-25 15,0 17 35-15,0 11 3 16,0 8 2-16,6 1-3 16,10-2-25-16,5-4-19 15,0-7-4-15,1-10 11 16,-1-10-71-16,-6-18-201 16</inkml:trace>
  <inkml:trace contextRef="#ctx0" brushRef="#br0" timeOffset="23178.85">21143 3312 576 0,'0'0'0'0,"0"0"-41"16,93-27 41-16,-57 17 0 16,-2-2 9-16,-1-3 3 15,-2-2 47-15,-4-1-33 16,-6-3 18-16,-9 0-18 15,-6 4-7-15,-6 0-19 16,0 4-3-16,-12 5-9 16,-9 5-13-16,-6 3 7 15,-5 5 2-15,1 16 5 16,0 6 5-16,6 9 1 0,4 6-1 16,10 5-7-16,11 3-39 15,3-7-15-15,27-8-26 16,11-15 3-16,6-14-99 15</inkml:trace>
  <inkml:trace contextRef="#ctx0" brushRef="#br0" timeOffset="24626.06">22187 3414 532 0,'0'0'0'0,"-107"-22"-87"16,28 19 20-16,4 3-2 16,11 0-2-16,17-1 71 15,17 0 5-15,18-2 13 16,7 3 58-16,5-3 57 15,0 0-49-15,0-1-44 16,0-3 2-16,9-2-19 16,12-4-9-16,6-4-6 15,10-2 0-15,7-4 6 16,8-7-1-16,1-2 13 16,-3-4-15-16,-6-4-4 0,-12-1 14 15,-13 1-14-15,-12 6 1 16,-7-1-7-16,0 10 10 15,-13 8 2-15,6 7-9 16,-1 10-1-16,-1 0-3 16,-3 12-22-16,-7 15 13 15,0 13 8-15,4 9-1 16,9 11 0-16,6 5 2 16,18 4-4-16,19 1 3 15,12-9-1-15,9-13-6 16,8-15-11-16,1-22 7 15,3-11 4-15,-2-3 7 16,0-23-7-16,-13-9-7 0,-12-3-14 16,-13-1 29-16,-19 1 14 15,-11 1 6-15,-21 3-20 16,-16 6-9-16,-4 8 9 16,10 12 7-16,7 8-7 15,10 3-2-15,1 19-14 16,1 7 16-16,6 9-3 15,6 10 0-15,0 5 2 16,18-1-1-16,18-11 2 16,15-14-5-16,10-16-16 15,8-11-15-15,3-4-3 16,-6-23 6-16,-9-6 31 0,-11-6-17 16,-13-3 19-16,-12 8 6 15,-15 0 13-15,-6 6 13 16,-2 4-11-16,-10 9 31 15,1 5 22-15,6 7-42 16,-1 3-32-16,0 0-23 16,-6 15 14-16,3 9 8 15,2 9 0-15,4 4-3 16,3 10 3-16,0 3-1 16,13-5 2-16,9-9 0 15,2-14-1-15,2-13 1 16,-1-9 0-16,4 0 13 15,2-22-5-15,0-6-1 0,1-9-7 16,-7-1 0 0,-7 1 0-16,-8 6 0 0,-5 7-2 15,-5 11 0-15,0 6 1 16,0 7-9-16,1 0-149 16,3 5 37-16,1 7 38 15,-1-1 8-15,1 2 36 16,1-6 26-16,-1-2 14 15,0-5 7-15,3 0 97 16,0-2 70-16,6-16-20 16,1-3-101-16,1-3 1 15,-2 2-28-15,-3 0-9 0,-4 2-9 16,-4 4-2 0,-3 2-6-16,0 3-2 0,0 7 0 15,0 4 0-15,-12 0-12 16,-13 9-8-16,-10 11 10 15,1 9 3-15,4 5 8 16,9 10-12-16,6 8 7 16,12 3-11-16,3-6-4 15,24-12-16-15,23-17 11 16,14-14 15-16,10-6 11 16,1-11-19-16,-2-17 4 15,-7-10-5-15,-10-6-28 16,-10-2 37-16,-13-2 11 0,-12 3 23 15,-7 3 2-15,-7-2-15 16,-4 5 15-16,0 3 35 16,0 6 15-16,0 12-9 15,0 8-41-15,-2 8-25 16,2 2-43-16,-2 3-58 16,-1 20 79-16,-2 14 21 15,2 9-1-15,0 12 2 16,1 5 0-16,2 7 2 15,0-1-1-15,0-4 0 16,0-6 1-16,0-10 0 16,8-6 3-16,7-11-5 15,0-14-65-15,3-15-168 16</inkml:trace>
  <inkml:trace contextRef="#ctx0" brushRef="#br0" timeOffset="25265.31">24058 3592 239 0,'0'0'72'0,"0"0"44"0,0 0-88 16,0 0-25-16,0 0-3 15,0 0-6-15,-2 9-6 16,18 2-4-16,6-2-21 16,8-4-151-16</inkml:trace>
  <inkml:trace contextRef="#ctx0" brushRef="#br0" timeOffset="25443.37">24349 3609 476 0,'0'0'138'0,"0"0"-53"0,0 0-85 16,0 0-54-16,0 0-60 15,0 0 20-15,92 25-138 16</inkml:trace>
  <inkml:trace contextRef="#ctx0" brushRef="#br0" timeOffset="25633.09">24783 3641 294 0,'0'0'171'0,"0"0"15"0,0 0-72 16,0 0-29-16,0 0-60 16,0 0-25-16,-3-13-29 15,3 13-100-15,0 7-12 16,0 1 12-16,1-2-218 16</inkml:trace>
  <inkml:trace contextRef="#ctx0" brushRef="#br0" timeOffset="35047.41">13520 4202 408 0,'0'0'150'0,"0"0"-12"0,0 0-56 16,0 0-12-16,0 0-30 15,0 0-25-15,0 0-15 16,-17-62-11-16,9 85-2 15,-9 13 13-15,-5 9-1 16,-7 7 1-16,-2-1 1 16,1-7 0-16,8-8 1 15,7-15-1-15,8-10 0 16,5-7 1-16,2-4-2 16,0 0 6-16,0-2 7 15,0-17 11-15,16-14-24 16,11-10-45-16,5-7 31 15,-4 0-10-15,2 0 15 0,-8 4-6 16,-2 2 14-16,-7 6 0 16,0 4 0-16,-2 10 2 15,-5 10-2-15,3 8 0 16,0 6-8-16,4 7-11 16,7 18 17-16,2 12 0 15,-1 10 3-15,-9 4-2 16,-5 4 1-16,-5-1 1 15,-2-1 4-15,0-4-3 16,0-10 0-16,0-12-1 16,-6-6-2-16,0-12-2 15,1-5-5-15,-2-4 2 0,-1 0 7 16,1-10 1-16,-4-14-1 16,-3 1-5-16,3-5 3 15,-2-1 1-15,4 1 1 16,3 3 3-16,4 3-2 15,2 3-1-15,3 1-3 16,27 0-22-16,10 0 22 16,13 1-9-16,6-1 8 15,-2-2 1-15,-2 0-8 16,-7-1 11-16,-11 3 4 16,-8-1 2-16,-13 4 26 15,-12 5 13-15,-4 1-3 16,0 5-6-16,0 4-18 0,-7 0-18 15,-14 7-1 1,-6 18 0-16,-1 8-2 0,7 5-1 16,12 3-2-16,9 2 0 15,0-1 3-15,16-1-11 16,16-2-26-16,4-8 11 16,4-5-29-16,-3-11-70 15,-4-10 5-15,-3-5-96 16</inkml:trace>
  <inkml:trace contextRef="#ctx0" brushRef="#br0" timeOffset="35226.17">13918 4229 371 0,'0'0'36'15,"0"0"-24"-15,0 0-12 16,0 0 7-16,0 0 4 15,0 0 8-15,102 38-1 16,-55-31 0-16,8-1-14 16,11-6-4-16,10 0-191 15</inkml:trace>
  <inkml:trace contextRef="#ctx0" brushRef="#br0" timeOffset="35980.56">15039 4025 730 0,'0'0'34'16,"0"0"45"-16,0 0-66 16,0 0-13-16,0 0-16 15,0 0 16-15,-4 82 0 16,4-43 0-16,3-2-18 15,12 1-19-15,9-7-24 16,5-9-8-16,9-8 14 16,8-13 6-16,3-1 40 15,2-17-13-15,-6-12 22 0,-9-7 4 16,-11 2 3 0,-11-2 25-16,-8 5 42 0,-6 7 7 15,0 6-19-15,0 9 9 16,0 5-43-16,0 4-28 15,0 0-7-15,0 8-23 16,0 11 25-16,0 5 4 16,0 1-7-16,13 2 7 15,5-1-4-15,8-4-6 16,2-3-6-16,-3-8 8 16,-3-8 0-16,-2-3 9 15,-2 0 7-15,-5-5-1 16,-1-7 1-16,-4 1 11 0,-4-1 12 15,-1 2-20 1,-1 3-10-16,-1 4 0 0,-1 3 0 16,6 0-15-16,4 0-70 15,13 13 52-15,14 1 7 16,17-1 16-16,8-2 2 16,4-5-23-16,-3-6-2 15,-4 0-6-15,-5-6 25 16,-9-10 14-16,-12-3 0 15,-13 1 6-15,-10-2 10 16,-10 1 23-16,0-2 9 16,-13 3-16-16,-18 2 30 15,-10 11-41-15,-3 5-21 16,4 0-24-16,8 14 13 0,12 11-2 16,7 5 4-16,8 2 4 15,5 5 0-15,2 1-5 16,23-3-15-16,11-4 6 15,8-11-7-15,6-9 4 16,3-8-1-16,-2-3-135 16,-8-18-276-16</inkml:trace>
  <inkml:trace contextRef="#ctx0" brushRef="#br0" timeOffset="36193.36">14563 4157 258 0,'0'0'49'0,"141"11"-16"16,-48-8-18-16,11 0-15 15,11-3-8-15,6-3-151 16</inkml:trace>
  <inkml:trace contextRef="#ctx0" brushRef="#br0" timeOffset="36680.56">17432 4042 334 0,'0'0'11'0,"0"0"13"16,0 0 2-16,0 0 11 15,-82-19 14-15,82 19-38 16,-2 19-2-16,2 10-11 15,0 17 18-15,0 20 11 16,-1 18-10-16,-6 17 2 16,-9 11-2-16,-8 0-8 15,-11-11-7-15,-5-16 3 16,1-22-7-16,6-22-20 0,11-19-12 16,12-15 11-1,10-7 21-15,0-27-6 0,13-19-83 16,11-17-86-16,4-16-81 15</inkml:trace>
  <inkml:trace contextRef="#ctx0" brushRef="#br0" timeOffset="37579.06">17237 4439 31 0,'5'-75'116'16,"-1"7"-2"-16,2 6-32 15,3 6-36-15,7 8-33 16,5 9 5-16,9 7-6 16,9 4-2-16,2 10 7 15,1 8 27-15,-3 10-13 0,0 0-12 16,-6 22-14-1,-2 12-4-15,-7 9-1 0,-11 4-3 16,-10 1 3 0,-3 2 5-16,-9-1 1 0,-17-6-4 15,-9-5 2-15,-8-3 2 16,-2-6 0-16,-5-7 3 16,2-7-3-16,2-13-3 15,4-2 0-15,6-10 4 16,4-15-3-16,7-9 0 15,7-2-4-15,14 0-6 16,4 3-12-16,30 2-40 16,23 3-122-16,13 5 40 15,4 3 140-15,2 7 55 16,-5 5 3-16,-6 8 16 16,-6 0-11-16,-8 8-17 0,-7 13-16 15,-9 2-20-15,-8 4-4 16,-7-1-5-16,-7 2 4 15,-6-6-2-15,-3-1 0 16,0-6-6-16,0-5-6 16,0-5-38-16,0-5 13 15,0 0 34-15,0-18 5 16,7-8-5-16,10-6-30 16,6-6 17-16,3 4 13 15,0 0 24-15,-1 9 6 16,-3 9-8-16,-6 6 25 15,-5 7-32-15,-5 3-15 16,-1 0 0-16,4 14-4 0,1 8 4 16,0 6 9-16,8 8 0 15,1 2-6-15,2-1 1 16,5-8-2-16,-4-9 2 16,-4-9-1-16,-2-10 2 15,0-1 4-15,0-1-1 16,4-21-8-16,-2-5-2 15,-6-9-43-15,-9-1 0 16,-3-2-40-16,0 0 20 16,-2 2 38-16,-2 3 19 0,3 2 8 15,1 6 20 1,0 9 24-16,10 3-3 0,12 4 6 16,7 9-29-16,-2 1-7 15,3 0-8-15,-3 18-3 16,2 9 0-16,-2 2-3 15,-5 6 3-15,-6 6 3 16,-15 2 3-16,-1 9 3 16,-21 2 2-16,-21 1 1 15,-4 3 1-15,-5-1 4 16,8-4-7-16,10-8-3 16,11-9-7-16,7-11 0 15,9-10 4-15,3-7-2 0,3-2-2 16,0-6 0-16,0 0-5 15,8-9-4 1,15-19-260-16</inkml:trace>
  <inkml:trace contextRef="#ctx0" brushRef="#br0" timeOffset="37864.22">18623 4264 624 0,'0'0'0'0,"0"0"-51"16,0 0 36-16,0 0-1 15,111-37 10-15,-78 20 1 0,-4-1 2 16,-7 3 3 0,-9 1 8-16,-10 2 18 0,-3 4-5 15,0 3 7-15,-10 5-28 16,-12 0-2-16,-6 11-3 15,2 11 5-15,4 6-5 16,10 5 5-16,12 2-6 16,0 6-25-16,26-4-25 15,21-11-82-15,20-13-182 16</inkml:trace>
  <inkml:trace contextRef="#ctx0" brushRef="#br0" timeOffset="38311.77">19133 4132 539 0,'0'0'103'15,"0"0"-65"-15,0 0-38 16,0 0-3-16,0 0 1 16,0 0 0-16,-58 81-1 15,58-48-4-15,0-2 3 16,15-3 3-16,5-5-2 15,7-12-1-15,8-9 4 16,8-2 11-16,11-20-1 16,7-10-8-16,-2-6 2 15,-3-3-3-15,-13 0 8 16,-13-1-3-16,-12 2 3 0,-14 3-1 16,-4 1 7-16,-1 4-7 15,-13 6 27-15,2 9 20 16,5 7-1-16,4 5-32 15,0 3-22-15,-2 9-28 16,-2 20 7-16,-1 13 21 16,4 10-1-16,4 9-6 15,0 6 7-15,10 0-26 16,8-6-5-16,-3-10-17 16,0-9 2-16,0-17 16 15,3-11-66-15,7-14 22 16,5 0-27-16,1-21-130 15</inkml:trace>
  <inkml:trace contextRef="#ctx0" brushRef="#br0" timeOffset="38464.22">19537 4106 163 0,'0'0'312'0,"0"0"-262"16,0 0-40-16,0 0-10 15,110-54 0-15,-63 49 0 16,5 0 0-16,0 0 4 15,-6 0-3-15,-8 4-1 16,-16 1 0-16,-7-1-77 16,-11-6-106-16</inkml:trace>
  <inkml:trace contextRef="#ctx0" brushRef="#br0" timeOffset="38658.62">18365 3821 531 0,'0'0'0'16,"0"0"-2"-16,0 0 2 16,128 31 0-16,-53-13 0 15,10 1-60-15,10-5-174 16</inkml:trace>
  <inkml:trace contextRef="#ctx0" brushRef="#br0" timeOffset="40076.63">20769 4316 349 0,'0'0'0'0,"0"0"0"16,108-32 8-16,-73 19 11 15,-2-3 6-15,-3-6 22 16,-3-2 13-16,0-7 9 16,3-4-21-16,-1-3-24 15,3-3 12-15,-7-5-33 16,-4 3 9-16,-11-2-8 16,-8 0 22-16,-2 2-1 15,0 8 0-15,-8 11-3 16,1 9 7-16,4 13-29 15,-4 2-1-15,-1 15-75 0,-1 20 62 16,-1 15 13-16,5 8 1 16,5 11-2-16,12 8-1 15,22-4 0-15,12-1-11 16,8-15 11-16,1-13-14 16,2-19-1-16,1-19 18 15,3-6 3-15,3-11 1 16,1-19 0-16,-3-8 1 15,-8-4-1-15,-15-2 3 16,-18 0 10-16,-18 4 0 16,-3 1-1-16,-27 5 1 15,-3 10-17-15,5 14 0 0,7 8 0 16,3 2-5-16,4 14-10 16,-2 11 11-16,4 9 2 15,8 2 0-15,1 3-5 16,8-1-10-16,18-6 15 15,11-7 2-15,11-13 0 16,8-9 3-16,6-3 7 16,-1-9 12-16,-3-13-1 15,-9-3-9-15,-7 0 2 16,-12 0 1-16,-14 4-3 16,-7 6-10-16,-6 3 11 15,-3 7-4-15,0 5-9 16,0 0-5-16,0 10-67 0,0 10 54 15,-4 8 17 1,4 6-1-16,0-1-3 0,15 0 4 16,7-7-3-16,-2-7-1 15,-1-11-3-15,1-8 8 16,-1 0 13-16,4-15 24 16,3-7-2-16,-1-5-20 15,-2-3-3-15,-3-1-7 16,-5 0-3-16,-6 6-2 15,-5 7-3-15,-2 6-5 16,0 9-12-16,-1 3-31 16,1 0-72-16,4 7 12 15,6 7 42-15,3 3 12 16,7-3 2-16,2-1 0 0,-2-7 19 16,-4-6 36-16,-5 0 50 15,-1-5 110-15,1-9-17 16,1-5-63-16,-3 0-14 15,-1-4-24-15,-4-1-12 16,-3 0-23-16,-3 4 6 16,0 0-3-16,-12 5-10 15,-6 6-1-15,-3 8 0 16,-4 1-9-16,-5 7-1 16,-2 15-3-16,0 4-2 15,4 7-14-15,13 4-1 16,10 7-1-16,5-1 15 15,23-5 9-15,24-7-20 0,16-12 9 16,10-15 17-16,6-4 2 16,-2-7 0-16,-5-19 0 15,-7-3 0-15,-13-5-2 16,-12 0 3-16,-10-4-1 16,-14 1 4-16,-14-7-1 15,-2 1-1-15,-12-4 19 16,-6 1 17-16,-1 7 25 15,9 13 2-15,4 14-34 16,2 7-30-16,4 5-1 16,-1 0-23-16,-1 24-62 15,-1 11 77-15,0 15 8 0,0 8 0 16,3 5 1 0,0 3-1-16,9-4 0 0,6-4 0 15,5-10-1-15,-1-7-7 16,-1-8-12-16,-3-8-29 15,-1-10-63-15,0-10-123 16</inkml:trace>
  <inkml:trace contextRef="#ctx0" brushRef="#br0" timeOffset="40269.74">23414 4279 775 0,'0'0'0'0,"0"0"-21"16,0 0 7-1,0 0 13-15,0 0 1 0,0 0-1 16,0 0-10-16,92 9-51 16,-58-1-69-16,5-8-236 15</inkml:trace>
  <inkml:trace contextRef="#ctx0" brushRef="#br0" timeOffset="40443.17">23857 4303 671 0,'0'0'68'0,"0"0"-18"16,0 0-18-16,0 0-32 15,0 0-43-15,0 0-56 16,55-7 40-16,-1 14-76 15,10-4-205-15</inkml:trace>
  <inkml:trace contextRef="#ctx0" brushRef="#br0" timeOffset="40594.22">24410 4305 627 0,'0'0'85'15,"0"0"-32"-15,0 0 15 16,0 0-47-16,0 0-21 0,0 0-2 15,-13-4-7-15,8 11-66 16,-4 8-9 0,0 4-65-16,6-6-128 0</inkml:trace>
  <inkml:trace contextRef="#ctx0" brushRef="#br0" timeOffset="48101.37">13377 5084 304 0,'0'0'94'0,"0"0"29"16,0 0 42-16,1-78-63 16,-1 67-33-16,0 4-34 15,0 5 3-15,0 2-7 16,0 0-29-16,0 0-2 16,-7 14-14-16,-19 20 1 15,-12 14 10-15,-15 8 6 16,1 0 0-16,4-8-2 15,13-10 0-15,8-11-1 16,12-9 0-16,7-8-2 16,5-6-1-16,3-4-6 15,0 0 9-15,0-12 11 16,21-21-11-16,14-12-28 0,8-8-18 16,4-2 4-16,-7 1 26 15,-5 1-1-15,-5-2 14 16,-3 4-3-16,-3 4 6 15,-5 9 0-15,1 8 3 16,-10 13-2-16,-1 12 0 16,-5 5-1-16,1 4-2 15,-2 22-9-15,0 17 11 16,-3 9-1-16,0 10-1 16,-6 3 2-16,-12-4 0 15,3-7 4-15,3-8-2 16,3-9-1-16,5-7-1 0,2-7 0 15,2-4-3-15,0-8-60 16,0-10-107-16,0-1-51 16,0-15-3-16</inkml:trace>
  <inkml:trace contextRef="#ctx0" brushRef="#br0" timeOffset="48245.15">13271 5168 371 0,'0'0'65'0,"0"0"69"15,0 0-132-15,0 0-2 16,0 0-18-16,0 0 18 16,41-3 0-16,-1 8 6 15,13 0-6-15,5-5-55 0,-1 0-167 16</inkml:trace>
  <inkml:trace contextRef="#ctx0" brushRef="#br0" timeOffset="48619.25">13729 5203 199 0,'0'0'62'0,"0"0"22"0,71-85-7 16,-47 46 9-16,-6-1-28 15,-4-4 39-15,-7 0-10 16,-6 6-37-16,-1 2-24 16,0 9 10-16,-8 15-6 15,0 2-20-15,5 9 1 16,-1 1-11-16,2 6-13 16,-1 19-10-16,1 15 23 15,0 7-2-15,2 4 2 16,0 1 0-16,4-10 0 15,12-8-6-15,0-9-7 16,3-9-31-16,-1-7-8 16,4-6-9-16,1-3-104 15,-9-2-213-15</inkml:trace>
  <inkml:trace contextRef="#ctx0" brushRef="#br0" timeOffset="48768.44">13790 5013 315 0,'0'0'210'0,"0"0"-97"16,0 0-113-16,0 0-46 16,0 0 41-16,0 0 5 15,62 46 6-15,-18-27-6 16,17-1-6-16,12-5-79 16,11-8-146-16</inkml:trace>
  <inkml:trace contextRef="#ctx0" brushRef="#br0" timeOffset="49618.82">14868 5092 427 0,'0'0'47'0,"0"0"60"16,0 0-56-16,0 0 7 15,78-80-17-15,-55 56-7 16,-1 2-14-16,-5 1-13 16,-6 8 21-16,-8 6-3 15,-3 7-9-15,0 0-16 0,0 0-16 16,0 15-44-16,0 9 52 16,0 5 4-16,0 4 3 15,0 1 0-15,0-2-7 16,0 2 7-16,2-3-8 15,8-4-2-15,-1-7-9 16,0-8-15-16,3-7 13 16,0-5 22-16,8-5 6 15,7-20-3-15,3-8 0 16,0-4 1-16,-6-2-1 16,-9-1 10-16,-11 1 38 15,-4 0 18-15,0 9-11 0,-10 9-35 16,4 14 1-1,0 7-24-15,5 13-34 0,1 17-3 16,0 7 34-16,0 3 3 16,19 4-1-16,9-2-1 15,2-2 2-15,0-7 0 16,-2-7-2-16,-11-12-1 16,-3-7 1-16,-1-7 2 15,0 0 1-15,0-5 4 16,2-11-2-16,-4-1 5 15,-2-2-4-15,-5 2 1 16,-2 7 9-16,-1 3-3 16,-1 4-9-16,3 3-2 15,3 0-22-15,3 0-42 16,9 11 55-16,7 2 9 0,14-2 0 16,12 0 0-16,7-8 0 15,3-3-2-15,2 0 2 16,-7-10 0-16,-3-10 0 15,-8-2-1-15,-7-4-4 16,-10 2 4-16,-10 0 1 16,-9 2 1-16,-9 0 9 15,0 5 19-15,-18 3-5 16,-7 9-21-16,-6 5-3 16,-2 0-18-16,2 22 9 15,1 4-12-15,9 6 12 16,6 3 7-16,6 3 0 0,9-4-3 15,0-1 0-15,22-7-16 16,13-10 13-16,4-5-4 16,7-11-16-16,0 0-125 15,-6-14-132-15</inkml:trace>
  <inkml:trace contextRef="#ctx0" brushRef="#br0" timeOffset="49835.15">14649 5015 76 0,'0'0'90'0,"93"14"36"15,-22-7-17-15,14-4-43 16,18 0-38-16,11-2-17 15,8 1-4-15,1-1-7 16,-3-1-73-16,-10 0-216 16</inkml:trace>
  <inkml:trace contextRef="#ctx0" brushRef="#br0" timeOffset="51233.35">17070 4947 339 0,'0'0'0'0,"0"0"0"16,0 0 32-16,-38 92 26 15,25-53-11-15,6-2-21 16,5-2-21-16,2-6 6 15,14-12-7-15,14-5 29 16,7-10 41-16,7-2-14 16,2-7-25-16,1-12-19 15,-2-7-9-15,-9 0 0 16,-7-4-3-16,-11 1-1 16,-11-1-1-16,-5 4-2 15,0 0-10-15,-16 5-41 16,0 1 24-16,3 3 18 0,3 4 9 15,7 4 4-15,1 4 1 16,2 3 20-16,0 2-25 16,12 0-4-16,14 5 4 15,3 11 0-15,7 4 4 16,-1 9-2-16,-3 3 3 16,-2 5-2-16,-7 4-3 15,-7-1 0-15,-9-2 0 16,-2-4 0-16,-5-7 0 15,0-8-7-15,0-7-26 16,0-5-7-16,0-7-11 16,0 0 51-16,0-14 13 15,6-12-10-15,3-8-3 0,-2-5 2 16,-2-2 1-16,1 0 4 16,6 4 10-16,8 11-17 15,9 4-13-15,4 5-52 16,1 7 20-16,-3 5 40 15,-2 3 4-15,-1 2 1 16,-1 0 0-16,6 9-1 16,0 2 1-16,1-2 0 15,-4-1 6-15,0-3-3 16,-10-2 6-16,-7-2 6 16,-7-1 4-16,-4 0 55 15,-2 0 35-15,0 0-19 0,0-4-37 16,0-7-36-1,-2 0 2-15,-4 1-18 0,-1 2 2 16,3 1-2-16,1 5-1 16,1 1 2-16,1 1-2 15,-1 0-2-15,2 0-1 16,-3 0-6-16,-1 0-20 16,-5 12 22-16,-2 6 5 15,-1 4 2-15,-3 4-3 16,0 3 3-16,-1 3 1 15,1 1-1-15,7-3-2 16,5-6-2-16,3-7-14 16,3-8 8-16,19-7 7 15,8-2 3-15,9-6 5 16,3-14-3-16,0-4 1 0,-7-1 0 16,-8-1 0-16,-11-3 2 15,-7 2 6-15,-8 0 3 16,-1 2 0-16,0 5-7 15,-8 6-7-15,-2 6 0 16,6 8-1-16,1 0 1 16,-3 5-15-16,-3 22-21 15,-7 12 35-15,-1 15 1 16,1 8 0-16,2 8-1 16,0 2 1-16,1 3-1 15,0-4-1-15,0-4 2 16,-3-9 0-16,-1-7-1 0,1-12 1 15,5-15 0-15,3-14 0 16,3-10 1-16,-1-3 18 16,-5-19 22-16,-5-12-30 15,1-9-1-15,-4-5-6 16,2-1 6-16,4 8-4 16,5 5-5-16,8 5-1 15,0 1-10-15,25 0-13 16,11 2-14-16,8-2-1 15,13 2-15-15,4 2 0 16,1 1-30-16,-2 4 27 16,-9-2-19-16,-9 0-144 15</inkml:trace>
  <inkml:trace contextRef="#ctx0" brushRef="#br0" timeOffset="51499.3">18415 4703 597 0,'0'0'42'15,"0"0"20"-15,0 0-62 0,0 0-16 16,0 0 16-16,0 0 1 15,-16 101 0-15,3-62 0 16,2 5-1-16,5 3-2 16,2 0-66-16,4-11-83 15,0-13-254-15</inkml:trace>
  <inkml:trace contextRef="#ctx0" brushRef="#br0" timeOffset="51815.16">18461 5034 320 0,'0'0'405'16,"0"0"-316"-16,0 0-66 0,0 0-23 15,0 0-7 1,0 0 5-16,-59 91 4 0,44-67-4 16,9-6-5-16,6-6-26 15,0-3 7-15,0-6 4 16,3-3-29-16,18-4 50 15,10-18-14-15,7-5-31 16,-1-2 34-16,-7 2 10 16,-6 5 2-16,-7 7 21 15,-8 6 23-15,-3 2 10 16,-4 7-25-16,-1 0-29 16,1 7-11-16,-1 11 8 15,2 10 3-15,-3 6-6 16,2 5-27-16,3 2-22 0,5-5-62 15,3-14-155-15</inkml:trace>
  <inkml:trace contextRef="#ctx0" brushRef="#br0" timeOffset="53096.18">19033 5128 518 0,'0'0'18'0,"0"0"13"16,0 0 1-16,101-69 0 16,-66 46 14-16,-3-1 17 15,1-4-5-15,0-5-25 0,-3-4-1 16,-3-3-13-16,-7-7 9 16,-9-2-12-16,-6-9-4 15,-5-2 9-15,0 6-9 16,-6 10-8-16,-4 18-1 15,6 16-3-15,-1 10 0 16,3 7-18-16,-7 27-61 16,-3 22 69-16,-3 17 10 15,4 13-1-15,7 6-5 16,4 0-5-16,4-9-21 16,22-16 9-16,5-16 13 15,11-17 2-15,4-15 7 0,3-14 1 16,5-5 2-1,-2-12 1-15,-5-17 0 0,-4-7 2 16,-9-10-1-16,-10-3 12 16,-11-4 18-16,-11 3-14 15,-2 3 2-15,-3 11-12 16,-9 12-6-16,2 11-1 16,5 11-3-16,-1 2 0 15,-3 10-31-15,-4 19 20 16,-1 8 9-16,4 10 1 15,5 5-4-15,5 1 0 16,0-5-20-16,23-11-4 16,8-15-13-16,10-11 36 0,7-10 6 15,3-1 0 1,-3-9-1-16,-4-14 1 0,-8-8 0 16,-7-3 2-16,-11-4 9 15,-6 1 21-15,-6 1-14 16,-3 6 22-16,-2 10-18 15,-1 9 0-15,0 8-17 16,0 3-5-16,0 0-6 16,0 11-24-16,0 14 21 15,0 7 9-15,3 5 0 16,5 1-1-16,5-2-4 16,8-4-4-16,4-11-13 0,8-8 18 15,4-11 4 1,-2-2 3-16,-4-2 0 0,-6-18 2 15,-5-7-2-15,-2-7-2 16,-6-4 0-16,-4 2 6 16,-3 5 3-16,-4 8-2 15,1 7 11-15,-2 9-15 16,3 5-4-16,-2 2-3 16,2 0-7-16,5 0-17 15,4 0 14-15,3 0 13 16,6-1 0-16,-1-8 1 15,3-1 1-15,-2-3 8 16,-2-1 14-16,-5-3-8 16,2 3-2-16,-6-3-7 15,-2-2 0-15,-7 4 3 0,-1 1-7 16,0 2 1 0,-1 8-4-16,-10 4 0 0,-2 2-13 15,-8 18 4-15,-3 7 8 16,-1 5-4-16,4 9-5 15,9 4 0-15,9 0 0 16,3-3-2-16,15-8-9 16,21-14 16-16,9-10 3 15,10-10 2-15,6 0-2 16,0-17-8-16,-4-10-37 16,-11-4-12-16,-7-8 39 15,-15-1 9-15,-11-1 5 16,-12 1 6-16,-1-2 2 15,-6 0-1-15,-10 0 15 0,0-2 28 16,2 11 18-16,7 11 1 16,1 15-40-16,3 7-23 15,-3 14-54-15,0 18 38 16,-1 14 15-16,-1 8 1 16,3 10 0-16,1 4 0 15,4 2 1-15,0-4-1 16,12-7 0-16,3-9 0 15,-3-9 0-15,1-10 0 16,-7-5-25-16,-6-12-82 16,0-14-177-16</inkml:trace>
  <inkml:trace contextRef="#ctx0" brushRef="#br0" timeOffset="53440.11">21313 5128 614 0,'0'0'55'0,"0"0"86"16,0 0-62-16,0 0-53 16,0 0-15-16,0 0-7 15,5-24-4-15,-5 24-6 16,0 0-36-16,0 12-108 15,0-2 32-15,3-4-223 16</inkml:trace>
  <inkml:trace contextRef="#ctx0" brushRef="#br0" timeOffset="53605.28">21647 5132 525 0,'0'0'60'0,"0"0"52"15,0 0-55-15,0 0-56 16,0 0-1-16,0 0-59 16,33 2-9-16,9 9-24 15,19-3-135-15</inkml:trace>
  <inkml:trace contextRef="#ctx0" brushRef="#br0" timeOffset="53770.2">22328 5114 540 0,'0'0'85'0,"0"0"37"16,0 0-67-16,0 0-43 15,0 0-12-15,0 0-5 16,-3-22-54-16,-6 29-29 16,-6 8-19-16,4-5-86 15</inkml:trace>
  <inkml:trace contextRef="#ctx0" brushRef="#br0" timeOffset="63287.93">7178 4512 210 0,'0'0'89'16,"0"0"22"-16,0 0-33 15,31-84-15-15,-25 67 11 16,0 1 3-16,-3 2 7 16,0 3-10-16,-2 1-53 0,0 3 1 15,-1 4 7 1,0 2-1-16,0 1-18 0,0 0-10 15,0 0-6-15,0 4-9 16,0 13-32-16,0 13 36 16,-14 15 10-16,-10 13 1 15,-7 6-7-15,-5 6 7 16,-1-2 5-16,1-7-2 16,9-13-2-16,8-12-1 15,8-11 0-15,10-11 0 16,1-7-1-16,0-3 1 15,12-4 0-15,16 0 2 16,11-5 2-16,10-9-3 16,-1 0 1-16,1 5-2 15,-4 1 0-15,-6 8-2 0,-4 0-15 16,0 0-24 0,-2 0-38-16,-2 5-16 0,-1 4-51 15,-5-3-136-15</inkml:trace>
  <inkml:trace contextRef="#ctx0" brushRef="#br0" timeOffset="63498.35">7618 4838 547 0,'0'0'148'0,"0"0"-16"0,0 0-91 16,0 0-41-16,0 0-17 15,0 0 16-15,-30 65 1 16,12-23 0-16,-2 8 1 16,7 4-2-16,0 1 1 15,10 3-53-15,3-10-87 16,0-17-121-16</inkml:trace>
  <inkml:trace contextRef="#ctx0" brushRef="#br0" timeOffset="64121.28">8009 4613 696 0,'0'0'68'0,"0"0"10"0,0 0-78 16,0 0-17-16,0 0 16 15,-29 73 1-15,25-24 0 16,1 4 0-16,3 0-4 16,0-10-53-16,3-5 12 15,7-11-37-15,-4-12-14 16,0-10 25-16,2-5 41 16,5-10 15-16,2-21 15 15,1-8-23-15,-4-5 23 16,-3 1 36-16,0 2 0 0,3 2 4 15,3 8 0 1,0 6 4-16,5 7-25 0,0 5-6 16,-3 10 2-16,-1 3-15 15,0 5-1-15,1 15-4 16,-4 3-1-16,-2 2 5 16,0 2 0-16,-1-4-1 15,-3-7 1-15,-1-5-3 16,-2-6-11-16,-1-5 14 15,3 0 1-15,3-10 18 16,5-15-16-16,-3-5-2 0,0-4 17 16,-2-2 9-16,1 2-15 15,-2 5 39-15,-2 10 23 16,-2 9-35 0,-2 7-10-16,1 3-28 0,3 5-20 15,4 17 9-15,2 10 9 16,-3 7 0-16,-6 6 1 15,-3 4-4-15,0 6-4 16,0 1-56-16,-6 1 20 16,2-7-68-16,4-14-69 15,0-13-201-15</inkml:trace>
  <inkml:trace contextRef="#ctx0" brushRef="#br0" timeOffset="64323.11">8680 4886 562 0,'0'0'127'0,"0"0"-8"15,0 0-119-15,0 0-10 16,0 0-10-16,0 0 20 16,0 75 0-16,-3-40 1 15,-5 3-1-15,1 1-6 16,1-3-38-16,3-7-19 15,3-2-58-15,0-13-32 16,3-9-159-16</inkml:trace>
  <inkml:trace contextRef="#ctx0" brushRef="#br0" timeOffset="64636.54">8829 4562 478 0,'0'0'56'16,"0"0"58"-16,0 0-72 15,0 0-42-15,0 0-8 16,0 0-4-16,-1 34 12 16,14 5 1-16,-1 5 3 0,6 4 1 15,-2 2-4 1,2-2 4-16,2-2-2 0,-1-9-2 15,0-11 1-15,1-9-2 16,0-9 0-16,9-8 2 16,4 0-2-16,9-14-4 15,2-12-75-15,0-7-38 16,-8-3-89-16,-13 0-10 16</inkml:trace>
  <inkml:trace contextRef="#ctx0" brushRef="#br0" timeOffset="64834.99">8834 4562 384 0,'0'0'69'0,"0"0"-55"16,0 0-11-16,113-36 6 15,-70 28-5-15,-1 1 1 16,-3 2-2-16,-5-3-1 15,-6 5-2-15,-5 0-11 16,-9 0-93-16,-11 1-156 16</inkml:trace>
  <inkml:trace contextRef="#ctx0" brushRef="#br0" timeOffset="65038.43">8805 4749 89 0,'0'0'62'0,"0"0"15"15,114-8 32-15,-64-1-38 16,2-2-19-16,-5 3-26 16,1 0-18-16,-2-1-8 15,-3-1-16-15,-4-5-144 16</inkml:trace>
  <inkml:trace contextRef="#ctx0" brushRef="#br0" timeOffset="65301.76">9445 4346 630 0,'0'0'21'0,"0"0"-15"16,0 0-4-16,89 75 5 15,-59-9 1-15,-7 17 5 16,-7 12-11-16,-15 11 2 16,-1 3-4-16,-26-3 0 0,-26 0 0 15,-23-13-50 1,-24-9-107-16,-17-21-92 0</inkml:trace>
  <inkml:trace contextRef="#ctx0" brushRef="#br0" timeOffset="65917.37">7178 4247 394 0,'0'0'41'15,"0"0"16"-15,0 0-14 16,0 0-40-16,0 0 1 15,0 0 15-15,-84 126 19 16,83-50 12-16,1 17-6 16,0 10-34-16,15 1-9 0,14-6 7 15,3-17-8 1,5-16 0-16,3-13-13 0,2-13-6 16,3-12-44-16,5-14-41 15,3-13-209-15</inkml:trace>
  <inkml:trace contextRef="#ctx0" brushRef="#br0" timeOffset="66101.99">7112 5051 228 0,'0'0'21'15,"0"0"44"-15,0 0-23 16,0 0-24-16,0 0-11 16,89 44-7-16,-69-43-132 15</inkml:trace>
  <inkml:trace contextRef="#ctx0" brushRef="#br0" timeOffset="66584.01">7112 4207 467 0,'0'0'125'16,"0"0"10"-16,0 0-117 15,0 0-18-15,0 0-14 16,-18 92 14-16,2-20 2 16,-10 25 2-16,0 11-2 15,2-4-1-15,9-7 0 16,13-19-1-16,2-13-32 15,13-9 10-15,15-6-40 16,1-13-72-16,3-16-141 16</inkml:trace>
  <inkml:trace contextRef="#ctx0" brushRef="#br0" timeOffset="66783.13">6905 5028 622 0,'0'0'92'16,"0"0"-80"-16,0 0-12 15,0 0-4-15,0 0-15 16,0 0-17-16,30 18 36 16,-2 2 0-16,0-2-88 0,-1-6-89 15</inkml:trace>
  <inkml:trace contextRef="#ctx0" brushRef="#br0" timeOffset="67333.22">7197 4224 406 0,'0'0'100'16,"0"0"5"-16,0 0-8 15,0 0-57-15,0 0 33 0,0 0-47 16,-43-42 17-1,37 42-43-15,-6 6-2 0,-16 24-6 16,-4 19 8-16,-6 16 0 16,2 14-2-16,6 14 1 15,8 2-3-15,7-3 3 16,4-6 2-16,11-13-2 16,0-7-3-16,0-7 2 15,13-6-9-15,7-10-13 16,0-7-21-16,1-9 6 15,5-8-38-15,-2-6-32 16,-1-8 1-16,-4-5-85 16</inkml:trace>
  <inkml:trace contextRef="#ctx0" brushRef="#br0" timeOffset="67525.96">6927 5115 349 0,'0'0'183'16,"0"0"-4"-16,0 0-95 15,0 0-57-15,0 0-27 16,0 0-10-16,6-6 4 16,8 6 6-16,8 0 15 15,3 2-3-15,-1 5-12 16,3 0 2-16,-6 3-2 16,1 1-18-16,-8 1-148 0,-13-4-77 15</inkml:trace>
  <inkml:trace contextRef="#ctx0" brushRef="#br0" timeOffset="69531">7211 4349 16 0,'0'0'54'0,"0"0"2"15,0 0-15-15,0 0 11 16,0 0-23-16,0 0 5 16,4-19-8-16,-2 17 10 15,-1-1-23-15,1 3 21 0,-1 0-12 16,1-2-16-16,2 1 1 16,-3 0 10-16,0-1 5 15,3 1 2-15,-3-4 15 16,2 1-26-16,-1 1 1 15,2-1 0-15,-4 1 2 16,0 3 28-16,0-3 12 16,0 3-29-16,0 0-7 15,0 0-8-15,0 0-12 16,0 0-11-16,0 9-58 16,0 14 54-16,-10 9 12 15,-9 8 3-15,-5 6 3 0,-6 4-2 16,0 2-2-16,-3-1 5 15,2-4-4-15,7-5 3 16,3-9-3-16,7-8 1 16,3-5 0-16,2-6-1 15,-1-2 0-15,5-4 0 16,-1-2 1-16,3-2-1 16,0-3 0-16,0 1 3 15,-3 1-2-15,2 0 0 16,-2-1 1-16,1 1 1 15,2 1-3-15,-3-1 0 16,3 2 0-16,3-3-2 16,0 1 1-16,0-3-1 0,0 0 0 15,0 0-2 1,0 0 4-16,0 0 0 0,0 2 0 16,-3-1 0-1,3 2-12-15,0 3 8 0,0-2 1 16,0 2 2-16,0-2 0 15,0 0 0-15,0-3-3 16,0 1 4-16,0-2 0 16,0 1 0-16,0 1-1 15,0 1 0-15,0-1 0 16,3 0 0-16,9 0 1 16,7-2 0-16,6 0 2 15,2 0 0-15,4 0 0 16,-3-2-1-16,2-4 0 0,-3-1 1 15,2 0-1-15,4 3 2 16,2-1-3-16,2 0 0 16,0 3-1-16,2-2 2 15,-6 1-2-15,-8 3 1 16,-11-3 0-16,-7 3 1 16,-7 0 0-16,0 0 13 15,0 0 24-15,0 0-23 16,0 0-13-16,0 0-2 15,0 0 2-15,0 0-1 16,0 0-1-16,0 0 0 0,0 0 4 16,0 0 2-1,0 0-2-15,0 0-1 0,0 0-3 16,0 0-3-16,0 0-1 16,0 0-2-16,0 0-2 15,0 0-4-15,0 0 5 16,0 0 7-16,0 0 8 15,0-4 31-15,0 0 25 16,0-5-49-16,0-1-14 16,0-1 0-16,0 0 0 15,0 2-1-15,0-3 0 16,0 3 1-16,0 2-1 16,0 1 3-16,0 1 1 15,0 3 4-15,0 1 6 16,0 1-14-16,0 0 0 0,0 0-7 15,0 4-7-15,-2 11 8 16,2 5 3-16,-1 0 2 16,-3 4 1-16,2-2 1 15,1-2 0-15,-2-3 1 16,3-2-2-16,0-1-2 16,0 0-55-16,0-4-45 15,0-9-121-15</inkml:trace>
  <inkml:trace contextRef="#ctx0" brushRef="#br0" timeOffset="70457.19">7600 4831 106 0,'0'0'336'0,"0"0"-222"16,0 0-46-16,0 0-68 15,0 0-3-15,0 0-2 16,0 0 5-16,-11 2 4 16,9 3-3-16,0-2 2 15,2-3 1-15,0 0 9 0,0 0 28 16,0 0 31-16,0 0-5 15,0-3-43-15,0-8-24 16,0 0-33-16,10-5 9 16,4 3-6-16,-1 0 28 15,1 2 1-15,-2 5-2 16,-1 3 3-16,-3 3-3 16,1 0-4-16,-5 0-1 15,4 12 3-15,-4 2 5 16,-1 8-2-16,-3 3 1 15,0 3 1-15,0 6 0 16,-7 2 0-16,-6 0 1 0,2 3 3 16,-3-5-3-16,3-2 0 15,-3-6-1 1,-1-4 3-16,-1-2-3 0,-2-4 2 16,0-1 2-16,2-3-4 15,-2-2 3-15,4-1-1 16,1-4 0-16,3 1-2 15,2-2-1-15,8 1-57 16,0-1-114-16,0-4-96 16</inkml:trace>
  <inkml:trace contextRef="#ctx0" brushRef="#br0" timeOffset="70646.19">7550 5199 450 0,'0'0'142'0,"0"0"8"0,0 0-54 16,0 0-26-16,0 0-48 15,0 0-22-15,-31-20-15 16,31 20-127-16,5 11 47 16,13-2-52-16,2-9-135 15</inkml:trace>
  <inkml:trace contextRef="#ctx0" brushRef="#br0" timeOffset="71290.7">7679 4759 107 0,'0'0'191'16,"0"0"-98"-16,0 0-29 15,0 0-40-15,0 0 15 16,0 0-28-16,-34-16-4 16,23 19-5-16,-5 14-2 15,2 2 4-15,2 4-4 16,2-1 2-16,6-1-4 15,4-5 2-15,0-5 0 16,0-4 0-16,7-5 3 16,11-2 1-16,3 0 14 15,3 0 10-15,1-10-19 16,-1 0-7-16,-5 1-2 16,-10 4-29-16,-4 3-46 0,-5 2-6 15,0 0-51 1,0 0-37-16</inkml:trace>
  <inkml:trace contextRef="#ctx0" brushRef="#br0" timeOffset="71429.65">7679 4759 76 0,'-42'99'67'0,"42"-99"23"15,-1 0 43-15,1 0-45 16,0 0-74-16,0 5-14 16,0-1-14-16,0 1 12 15,10 3-4-15,3-4 5 16,3-4-89-16,-3 0-208 15</inkml:trace>
  <inkml:trace contextRef="#ctx0" brushRef="#br0" timeOffset="75859.49">8147 4217 220 0,'0'0'65'0,"0"0"12"0,0 0-3 16,0 0-30-16,0 0-17 16,0 0-26-16,0 0-1 15,3-20-15-15,-1 27 3 16,2 2 12-16,-2 4 1 15,-1-1-1-15,1-4 1 16,1-2-1-16,2-3 0 16,0-3 0-16,9 0 5 15,9 0 42-15,13-17 28 16,13-8-51-16,8-6-19 16,1-2-1-16,-8 1-1 15,-13 0 4-15,-3 4 13 16,-14 6-9-16,-8 7-7 0,-5 7 7 15,-6 5-11-15,-1 3-9 16,0 0-32-16,-20 8-110 16,-12 13 69-16,-5 3-28 15,-2-5-109-15</inkml:trace>
  <inkml:trace contextRef="#ctx0" brushRef="#br0" timeOffset="76025.47">8448 4151 287 0,'0'0'84'15,"0"0"-28"-15,0 0 5 16,0 0-61-16,0 0-86 16,0 0-64-16,-35 15-66 15</inkml:trace>
  <inkml:trace contextRef="#ctx0" brushRef="#br0" timeOffset="78227.46">8935 4262 192 0,'0'0'117'0,"0"0"13"16,0 0-25-16,0 0-69 15,0 0 69-15,0 0-54 16,19-70 7-16,-19 63-31 16,0 2-5-16,1 5-5 0,-1 0-3 15,0 0-14 1,0 0-12-16,0 16-32 0,0 9 37 15,0 3-2-15,0-2 0 16,0 0 7-16,0-6-2 16,0-8 3-16,0-3-1 15,0-6-2-15,8-3 2 16,20-3 2-16,17-23 15 16,18-8-10-16,13-14-1 15,2-1-4-15,-7 1 0 16,-11-1 1-16,-18 11 0 15,-14 5 0-15,-11 12-1 0,-10 6 0 16,-1 9-22 0,-5 6-32-16,-1 0-177 0,-12 3-78 15</inkml:trace>
  <inkml:trace contextRef="#ctx0" brushRef="#br0" timeOffset="78416.92">9312 4088 368 0,'0'0'32'0,"0"0"-32"15,0 0-9-15,0 0-68 0,-86 80-65 16</inkml:trace>
  <inkml:trace contextRef="#ctx0" brushRef="#br0" timeOffset="101133.06">18599 6574 99 0,'0'0'45'16,"0"0"10"-16,0 0 27 0,0 0-35 15,0 0 4-15,0 0-34 16,0 0 7-16,0 0-2 16,0-52-17-16,-3 50-2 15,0 2-3-15,0-3 0 16,1 3 0-16,1 0 0 16,-1 0 0-16,0 0-2 15,2 0-4-15,0 0 3 16,0 0 1-16,0 0 2 15,0 0 3-15,0 0 0 16,0 0 10-16,0 0 3 16,0 0-3-16,-1 0-4 15,1 0 0-15,0 0-5 0,-1 0 1 16,1 0-1-16,0 0 2 16,0 0 4-16,0 0-3 15,0 0-7-15,0 0-10 16,0 0 5-16,12 0 5 15,13 0 7-15,10 0-6 16,8 0 3-16,7 0-2 16,8 0 0-16,8-2 3 15,9-1 2-15,1 2 1 16,3-1-5-16,-1 1 1 16,-1-1-2-16,-1-1-2 15,-1 0 1-15,-8-2 1 0,-4 3-1 16,-5 0 1-16,-3 2 0 15,-4-2 2-15,1 2-2 16,-2 0 0-16,-2 0-1 16,0 0-1-16,1 0 0 15,-3 0 3-15,2 0 0 16,0-1 0-16,0 1 2 16,1-2-2-16,2 2-3 15,-4 0 3-15,-3-2-3 16,-4 1 1-16,0-1-1 15,-3 0 1-15,1-1 0 16,-1 3 0-16,2 0-1 16,1-1 1-16,6 1-1 0,4-3 2 15,8 0-1 1,6-4-1-16,6 1 1 0,-2-1 0 16,-1 0-1-16,-1 1 0 15,-4 2 1-15,-7 0 4 16,-6 4-2-16,-9 0-3 15,-1 0 0-15,1 0 0 16,5 0 2-16,2 0-2 16,2 0 0-16,2 2 1 15,-4-2-1-15,2 0 3 16,-1 0 4-16,0 2-1 16,1-1 0-16,0 0-3 15,0 2-1-15,0-1-1 16,-1-2 0-16,0 0 1 0,-2 0 1 15,0 0 1-15,-1 0 1 16,3-3-2-16,2 0 3 16,1 0-4-16,1-2-2 15,-1 5 0-15,-1-3 3 16,2 0-2-16,-3-2-1 16,2 2 1-16,-4 0 6 15,-3-2-4-15,0 4 4 16,-3-1-1-16,5 2 1 15,-1 0-6-15,2 0 0 16,-1 0-1-16,-1 0 0 16,-5 3 0-16,-4 0 2 15,-6-1-1-15,-6-2 1 0,-9 0 10 16,-5 0 14-16,-5 0 22 16,-4 0-18-16,1 0 1 15,-1 0-16-15,-1 0-3 16,0 0-4-16,0 0-4 15,0 1 1-15,0-1-5 16,0 2-2-16,0-2-5 16,0 8-57-16,0 3-91 15,-13 4 75-15,-4 2-40 16,2-5-211-16</inkml:trace>
  <inkml:trace contextRef="#ctx0" brushRef="#br0" timeOffset="101278.51">23033 6503 353 0,'0'0'119'0,"0"0"-63"16,0 0-48-16,0 0-8 16,-84-8-81-16,45 25-29 15,-8 2-63-15</inkml:trace>
  <inkml:trace contextRef="#ctx0" brushRef="#br0" timeOffset="122196.11">22669 7702 17 0,'0'0'156'0,"0"0"-106"16,0 0 38-16,0 0-30 15,0 0 8-15,0 0 6 16,0 0-50-16,53-64 4 16,-49 58 8-16,2-1 14 15,1-2-10-15,-2 3-7 16,-1 0-1-16,1 1-14 16,-5 5-6-16,1-3-5 15,-1 3 3-15,0 0-6 16,0-1-1-16,0-2 1 0,0 0-1 15,0-1 2-15,0-2-3 16,-3-1-5-16,-13 0 3 16,-10-2-30-16,-10 1-5 15,-13 0-13-15,-9 0 27 16,-7 1-15-16,-5 1 10 16,3-3 20-16,4 2 8 15,5-1 6-15,4 0-4 16,2 2 5-16,-3-4 3 15,-2 3-6-15,2-3 6 16,-2 6 5-16,2 0-13 16,-2 4 3-16,-3 0-4 0,-2 0-1 15,-5 0 1 1,-6 0-3-16,-2 0 7 0,-5 0-10 16,-1 1 0-16,2 2 4 15,-5 0-4-15,1 1 5 16,1 0 0-16,9 2-1 15,3 0-14-15,8 2 0 16,4-3 15-16,2 4 0 16,1-3 5-16,4 3-10 15,3 1 4-15,2-1 1 16,0 1 4-16,4 0-4 16,2 1-1-16,-2 2 0 15,-1 1 1-15,1 5-4 16,0 0 2-16,2 2-14 15,5 4 16-15,3 0 0 0,3 4 0 16,1 1 2-16,1 5-2 16,-1 2-1-16,-4 6 1 15,-3 4 2-15,-4 5-2 16,-6-3 0-16,0 1 8 16,-8-3-8-16,-2-2 4 15,2-2 1-15,2-3-4 16,11-3 6-16,6 0 1 15,8-1-8-15,0 1 2 16,2 1 0-16,-3 1-2 16,-2 0 2-16,4 0-3 15,4-2 2-15,1 1 0 0,3-1-1 16,7 2 1-16,1 0-1 16,4 1 0-16,5 1-1 15,0 0 1-15,0 0 1 16,12 0-1-16,9 3 3 15,7 2 2-15,5 3 5 16,5 1-7-16,3-4 3 16,4 1-5-16,0 0 4 15,4-1-4-15,3 1-1 16,2-2 0-16,6 1 0 16,14-6-1-16,2-1-18 15,5-6-4-15,4-4 18 16,-3-3 3-16,5-5-9 15,-1-1 8-15,0-4-3 16,0-2 1-16,0-2 5 0,-5 0 6 16,1-2-1-16,-1-2 1 15,0 3-3-15,0-1 9 16,4 3-10-16,-5-2-1 16,-1 1-1-16,-1-4 0 15,-8-1 3-15,3-3 3 16,-2-1-2-16,-2 1 3 15,-5-2 3-15,0 0-3 16,-1 1 3-16,3 0 4 16,2 0-9-16,-1 1-1 0,2-4-2 15,-3 0 0 1,1 0 0-16,-5 0 2 0,-5 0-2 16,0 0-1-16,0 0 3 15,-4 0 5-15,-1 0-1 16,-4-4 5-16,-2 0-5 15,-2 1 4-15,2-1-2 16,0 2-7-16,2-2 3 16,-2-1-1-16,0 0 0 15,-2 0-3-15,0-5 6 16,3 1-8-16,6-2 0 16,5-3 4-16,4 0-6 15,0-3 4-15,-4-2 4 16,-4 2-4-16,-7-3 7 15,-1-1-2-15,-1-2 2 0,1-3 1 16,0-2-10-16,-1-2 9 16,-2-1-8-16,1-1 3 15,0-3 2-15,-2-4 4 16,2 2-10-16,-4-2 1 16,1-3 3-16,-7-2 2 15,-1 0 14-15,-5-2-4 16,-2 0-5-16,-4 6-7 15,-3 3 8-15,-3 6-7 16,-2 1-4-16,-3 1 2 16,-3 2-1-16,-1-1 1 15,-6-2-2-15,-1 1-1 0,0-4 0 16,0 2 0-16,0-2 1 16,-1 2-1-16,-4 1 0 15,-2-1 1-15,4 2-1 16,-2 1 2-16,1 1-2 15,2 2 2-15,1-1-2 16,1 1 0-16,0 0-2 16,-2 0 2-16,-1-2 0 15,-3 0 0-15,-4 0-2 16,-1 0 0-16,-2 2 0 16,-3-2-3-16,-4 1 4 15,-1 1 0-15,-6-1-1 16,1 1-6-16,0 1-1 0,3 2 0 15,2 1 8 1,3-1 1-16,-1 2 0 0,3 0 0 16,-1-2-1-16,0-1 1 15,1 2 1-15,2 1-1 16,-1 0 0-16,0 2 0 16,-1 1 2-16,-3 2-2 15,-1 3-1-15,-5-1 0 16,-6-1-1-16,-5 5-1 15,-8-4-5-15,0 3-7 16,-1 1-3-16,4 0 13 16,7 1 3-16,6 2 2 0,4-1-1 15,1 3 2 1,1 0-2-16,2-1 2 0,-1-1-1 16,4 1 0-16,1-1 0 15,0 0 0-15,1 1 3 16,0-1-3-16,0 1 0 15,-2-1 0-15,-2-1 0 16,-3 2 0-16,-2-1-1 16,-2 2-1-16,-4 0 1 15,1 2 1-15,0 2-2 16,3-1 2-16,5 1 0 16,6 0 0-16,1 0 0 15,4 0-1-15,1 0 1 16,4 0 1-16,1 0 0 15,1 0-1-15,-1-1 2 0,-1-5 2 16,-1-3-3 0,-3-1 1-16,-4-2 2 0,-4-3-3 15,-7 0-1-15,-2 1 1 16,-6 0-1-16,-7 5-1 16,-5 1-3-16,-3 3 4 15,3 5-4-15,0 0 3 16,1 7-7-16,4 19-67 15,2 5-66-15,10-1-92 16</inkml:trace>
  <inkml:trace contextRef="#ctx0" brushRef="#br0" timeOffset="123277.52">20334 8630 97 0,'0'0'39'0,"0"0"22"16,0 0-6-16,0 0-8 0,0 0-10 16,0 0 48-16,0 0-34 15,-32 0-3-15,32 0-1 16,0 0 18-16,0 0-13 16,0 0-35-16,10 0-15 15,16 0-2-15,16 0 3 16,17 0-3-16,22 0 0 15,26 0-2-15,26 0 2 16,25 0 0-16,12 2 0 16,12 3 8-16,2 0-6 15,1-4 0-15,1-1-1 16,-10 0-1-16,-10 0 0 16,-13-1 4-16,-25-5-4 15,-14-1 3-15,-17 2-2 16,-11 3 4-16,-12 0-2 0,-10 2 2 15,-17 0-5 1,-14 0 0-16,-12 0 1 0,-11 0-2 16,-6 0-1-16,-4 0-3 15,0 0 3-15,0 0-8 16,-4 2-28-16,-22 8-34 16,-15-2 23-16,-16-8-243 15</inkml:trace>
  <inkml:trace contextRef="#ctx0" brushRef="#br0" timeOffset="125060.23">20232 8676 188 0,'0'0'31'0,"0"0"65"16,0 0-56-16,0 0-19 15,0 0-14-15,0 0 1 16,30-33 3-16,-29 33 36 16,-1 0-3-16,0 0-19 15,0 0-24-15,0 0-1 16,0 9-5-16,0 10 5 16,0 6 8-16,0 5 1 15,-4 4-1-15,-11 3 0 16,0-3-3-16,0-2 1 15,5-6-5-15,2-7 1 0,5-7-1 16,3-2 0-16,0-7-1 16,0-1 2-16,0-2-2 15,0 0 16-15,8 0 9 16,14 0 6-16,5 0-22 16,3-3-7-16,4 2 0 15,0 0-2-15,8-1-1 16,4 1 1-16,7 1 0 15,8 0-3-15,9-2 2 16,11 2 0-16,9-2 1 16,15 2 0-16,9-1 1 0,9-1-1 15,2 2 1 1,4 0-1-16,-3 0 0 0,1 0 2 16,-2 0-2-16,-1 0 1 15,-2 0-1-15,-2 0 0 16,-7 5 0-16,-4 0 0 15,-12-2 0-15,-6-1 0 16,-6-1 1-16,-9-1 4 16,-6 0-4-16,-12 0-1 15,-16 0 4-15,-14 0 3 16,-11 0 11-16,-8 0 23 16,-8 0 11-16,-1 0-6 15,0 0-27-15,0 0-14 16,0 0-5-16,0 0-2 15,0 0-9-15,0 0-27 0,0 0-4 16,0 0 3-16,0 0 26 16,2 0 12-16,-2 0 2 15,0 0 0-15,0 0 5 16,1 0 10-16,-1 0 4 16,0 0-9-16,2 0 3 15,-1 0-5-15,1 0-4 16,-2 0-3-16,0 0 3 15,0 0 3-15,0 0 8 16,0 0-3-16,0 0-5 16,0-1-3-16,0-1-5 15,0 1-2-15,3-1 2 0,1-3-3 16,3-2 3-16,0-1 0 16,-1-4 0-16,0 0 3 15,-2-5 0-15,-1-2-2 16,3 0 2-16,-3-3 0 15,1 4-2-15,1-1 0 16,0 4 0-16,-3-2-1 16,2 1 0-16,-3 3 0 15,1-3-2-15,-2 3 2 16,0 4 2-16,0 1 8 16,0 6 6-16,0 0-5 15,0 2-11-15,0 0-2 16,0 0-6-16,0 0-2 0,0 0-6 15,0 7 8-15,0 7 7 16,0 3 1-16,0 5 0 16,0-2 0-16,-5 4-2 15,1-1 2-15,-1 0 1 16,2-3 0-16,1-5-1 16,1-3 0-16,-1-6 1 15,1-1-1-15,1-5 0 16,0 0 1-16,0 0 2 15,0 0 1-15,0 0 1 16,0 0 1-16,0 0-2 16,-2 0-2-16,2 0-2 0,-1 0-7 15,-2 0-9 1,0 0-59-16,0 0 10 0,1 0-5 16,1 0 45-16,0 0 6 15,-1-3 5-15,2-2 14 16,-1 1 16-16,1-1 50 15,-2-1 5-15,2 2 0 16,0 0-5-16,0 1-18 16,0-1-9-16,0 4-22 15,0 0-17-15,0 0-4 16,0 0-2-16,0 0-2 16,0 0-15-16,0 0-35 15,0 8 20-15,0 5-51 16,-9-1-39-16,-5-7-52 15</inkml:trace>
  <inkml:trace contextRef="#ctx0" brushRef="#br0" timeOffset="126424.9">20287 8724 53 0,'0'0'56'15,"0"0"-3"-15,0 0-8 16,0 0-29-16,0 0 10 15,0 0-21-15,8-21-5 16,-17 21-32-16,-3 0 26 16,1 0-9-16,1 0-6 15,0 0 15-15,4 0-1 0,1 0 4 16,2 0 3-16,-3 2 0 16,0 0 2-16,3 2-2 15,0-3 0-15,3 0 1 16,0-1 2-16,0 0 50 15,0 0 12-15,0 0-16 16,0-1-17-16,0-6 7 16,0 0-6-16,0-1 4 15,6-1-27-15,1 1 15 16,-2-1 4-16,0 1-11 16,-2-1 3-16,-1 2-8 15,0 3 16-15,0 0-13 16,-2 2-2-16,0 1 4 0,0 1 3 15,0 0-7-15,0 0-10 16,0 0-4-16,0 0-6 16,0 0-5-16,0 3 5 15,1 11 4-15,1 1 1 16,-1 2 1-16,2 1 0 16,0 1 0-16,0-2 0 15,0 0 0-15,0-1 0 16,-3-4 0-16,3-1 1 15,-3 0-2-15,0-1 1 16,0 3 0-16,0-2 0 16,0-1 0-16,0-1 0 15,0-4 1-15,0 1-1 16,-3 0 1-16,-5 2-1 0,-7 4 0 16,-1 2-12-16,-5-2-83 15,8-7-82-15,7-5-184 16</inkml:trace>
  <inkml:trace contextRef="#ctx0" brushRef="#br0" timeOffset="126578.48">20202 8860 376 0,'0'0'74'0,"0"0"25"16,0 0-99-16,0 0-20 15,0 0-2-15,0 0-10 0,-40 60-86 16,30-48-154-16</inkml:trace>
  <inkml:trace contextRef="#ctx0" brushRef="#br0" timeOffset="-211342.5">16936 8858 99 0,'0'0'85'0,"0"0"30"15,0 0-17-15,0 0-2 16,0 0-64-16,0 0 65 15,0 0-57-15,-47-71 27 16,44 66-20-16,0 1-14 16,2 3-4-16,1 1-4 15,0 0-16-15,0 0-4 16,0 0-5-16,0 0-2 16,0 0-2-16,0 0-6 15,0 0-4-15,0 0-13 16,-2 15 26-16,0 7 0 15,-1 6 2-15,-3 4-1 0,-3 7 1 16,-6 1-1-16,0 1 1 16,-1 1-1-16,0-3 1 15,3-8 1-15,3-8-4 16,1-5 4-16,5-11-2 16,3-4 2-16,1-3-2 15,0 0 8-15,0 0 32 16,0-10 25-16,0-16-58 15,1-10-7-15,12-9-13 16,1 3 1-16,-3 5-7 16,-2 6 0-16,-4 2 5 15,-2 3-11-15,-3 4 1 16,0 2 4-16,0 3-18 0,0 3 31 16,2 0 5-16,3 3-24 15,2 2-12-15,7-1-12 16,7 3 28-16,5 4 5 15,4-1-9-15,-1 3 15 16,-4 1 7-16,-5 0 1 16,-1 0 3-16,-6 0 0 15,-4 0-1-15,-6 1 0 16,-3 6-33-16,0 3-14 16,0 3 38-16,-6 0 6 15,-7 2 4-15,-1 4-2 16,-1-1 4-16,3 3-1 0,3 3-1 15,1 0 2-15,6 3-1 16,2 2 6-16,0-4-1 16,2-2 1-16,14-1 2 15,1-5 11-15,4-3-2 16,-1-1 19-16,-5-4-16 16,-7 0-4-16,-3-4-5 15,-5 0-7-15,0 0-4 16,0 2 1-16,-18 4 4 15,-10 4 14-15,-8 1-5 16,-8-2-7-16,0 0-4 16,2-1-1-16,3-1-2 15,7-1-2-15,5 0 1 0,11-3-5 16,7-4-3 0,4-2-27-16,5-2-20 0,0 0 19 15,18 0 20-15,14-5 16 16,10-12 0-16,10-7-16 15,3-8-4-15,1-8 9 16,1-4 11-16,-7-4 2 16,-1 2 13-16,-8 0-7 15,-8 5 4-15,-7 1 12 16,-12 5 31-16,-8 8 2 16,-4 8 6-16,-2 9-9 15,0 7-1-15,0 3-53 0,0 6-7 16,0 15-54-1,0 11 58-15,0 11 1 0,3 6 2 16,1 9 1-16,3 6-1 16,3 2 3-16,-1-3-3 15,-5-7-2-15,-2-12-23 16,-2-15-30-16,0-8-29 16,0-14 6-16,3-7-28 15,8-7-103-15</inkml:trace>
  <inkml:trace contextRef="#ctx0" brushRef="#br0" timeOffset="-210996.07">17493 9022 472 0,'0'0'76'0,"0"0"97"16,0 0-97-16,0 0-76 0,0 0-16 16,0 0 12-1,35 31-4-15,-31 6 6 0,-2 5-1 16,-2 0 3-16,0-6 1 15,0-9 3-15,0-9-4 16,0-7 2-16,0-6-1 16,0-3 0-16,0-2 9 15,0 0 10-15,0-13 49 16,10-12-48-16,10-9-21 16,3-5-1-16,4 1-5 15,3 1 4-15,0 6-5 16,0 9-4-16,-2 5 1 0,-4 6-8 15,0 3-16 1,-6 8-17-16,-6 0-3 0,-5 2-45 16,-7 17-9-16,-1 4-7 15,-29 7 55-15,-9 2-72 16</inkml:trace>
  <inkml:trace contextRef="#ctx0" brushRef="#br0" timeOffset="-210695.67">16613 9494 302 0,'0'0'44'0,"0"0"75"15,0 0-48-15,117 2 0 16,-53-2-14-16,11-7-22 15,13-6-19-15,9 1-9 16,0 3-5-16,0-1 0 16,-10 5 1-16,-12 1-3 15,-14-1 1-15,-15 2-1 16,-14 1 0-16,-16 1-1 16,-12 1-25-16,-4 0-81 15,-23 1-73-15,-28 11 109 0,-26 2-223 16</inkml:trace>
  <inkml:trace contextRef="#ctx0" brushRef="#br0" timeOffset="-210512.66">16652 9590 45 0,'0'0'84'0,"0"0"32"15,0 0 4-15,84 8-45 16,-28-8-30-16,13-1-8 15,14-9-7-15,10 1-2 16,9 4-14-16,5 2-14 16,-1 0-1-16,-3-3-80 15,-9-2-264-15</inkml:trace>
  <inkml:trace contextRef="#ctx0" brushRef="#br0" timeOffset="-210366.3">17694 9532 308 0,'0'0'0'15,"0"0"-23"-15,0 0 21 16,0 0-59-16,0 0-91 16</inkml:trace>
  <inkml:trace contextRef="#ctx0" brushRef="#br0" timeOffset="-205218.1">19620 7106 321 0,'0'0'80'0,"0"0"22"16,0 0-5-16,0 0-49 15,0 0-33-15,60-81-5 0,-33 74-2 16,7 0-5-16,4 2 3 15,-4 1 1-15,-4 4 10 16,-8 0-4 0,-5 1-9-16,-4 19-4 0,-10 7-2 15,-3 11-3-15,-6 8 0 16,-28 7 2-16,-14 0 3 16,-7-5 0-16,-3-4 2 15,8-10 1-15,10-10 1 16,15-7 0-16,10-10-4 15,10-4 0-15,5-3 4 16,0 0 7-16,0 0 6 16,27-2 27-16,20-13-44 15,21-5-10-15,10-2-7 16,1 3-7-16,-6 1-6 0,-9 1-28 16,-6-1-34-16,-9 0-108 15</inkml:trace>
  <inkml:trace contextRef="#ctx0" brushRef="#br0" timeOffset="-203319.24">20409 6924 474 0,'0'0'0'0,"0"0"0"15,0 0 9-15,27 87 11 16,-25-51-5-16,-2 6-2 16,0-2 2-16,0 1-3 15,0-8-9-15,-3-7-1 16,3-7 3-16,-2-10-1 16,2-4-2-16,0-4-2 15,-4-1 15-15,0 0 84 16,-7-14 34-16,-7-8-127 15,-6-3-2-15,-6 1-4 16,-2 9 0-16,5 6-3 0,4 9 3 16,6 0-9-1,5 12-33-15,4 14 2 0,8 6 12 16,0 4 19-16,8 0 6 16,15-1 2-16,9-8 1 15,11-10 0-15,14-11 1 16,7-6 13-16,10-7-8 15,1-15-6-15,-3-5 0 16,-4-2-8-16,-21 0 8 16,-19 0 1-16,-21 3 6 15,-7 2 9-15,-19 6-16 16,-22 7-1-16,-8 6-7 16,-3 5 8-16,7 6-16 15,8 13 5-15,13 6 4 0,9 6-1 16,9 2 4-1,6 1-1-15,0-4 4 0,9-9 0 16,18-8 2-16,12-10 0 16,9-3 12-16,7-2-3 15,1-15-4-15,-6-5-4 16,-10 0 5-16,-16 1 0 16,-13-2 1-16,-11 1 13 15,0 3-12-15,-5 2-7 16,-12 6-2-16,4 6-5 15,3 5 0-15,5 0-4 16,5 7-26-16,0 11 21 16,0 7 9-16,9 0 4 15,10 1 1-15,3-4 0 16,0-5 0-16,-4-6 3 0,-6-7 0 16,-5-2 3-16,-4-2 2 15,-3 0-4-15,0 0 5 16,0 0 1-16,0 0-1 15,0 0-5-15,0 0 0 16,0 0-4-16,0 0-4 16,0 4-19-16,1-1-58 15,2 2 49-15,0-2 27 16,-2 0 1-16,2-2 4 16,-3-1 1-16,0 0 5 15,0 0 59-15,0 0 33 16,0-6-63-16,0-7-19 0,0-1 10 15,0-1-12-15,0 1 3 16,0 0 3-16,0 3-14 16,0 2-3-16,0 6-2 15,0 0 1-15,0 1-2 16,0 2 0-16,0 0 0 16,0 0 0-16,0 0-2 15,0 0 2-15,0 0 0 16,0 0 0-16,0 0 0 15,0 0 2-15,0 0-1 16,0 0-1-16,0 0 0 16,0 0 0-16,0 0-1 15,0-2-3-15,0 2 1 0,0 0 1 16,0 0-1 0,0 0-4-16,0 0-1 0,0 0-1 15,0 0 3-15,0 0 6 16,0-1 0-16,0 1 0 15,0-3 5-15,4-2 2 16,6-6-3-16,3-3-4 16,4-3 0-16,-4 0 0 15,0 0 1-15,-5-2-1 16,-3 4 1-16,-4 5 0 16,-1 7 0-16,0 1-1 15,0 2-4-15,0 0-5 16,0 8-11-16,0 12 15 15,2 6 4-15,1 8 0 0,3 2 1 16,0 1 0-16,1-3 0 16,5-3 0-16,3-7-3 15,3-7 0-15,3-5 3 16,3-9 3-16,4-3 0 16,8-3 2-16,7-14-5 15,5-9-6-15,-5-3-5 16,-8-3 2-16,-13-2 9 15,-10-2 2-15,-9 2-1 16,-3 5 1-16,0 6 5 16,-3 9-2-16,-3 5 0 15,4 6 1-15,1 3-6 16,-4 3-14-16,-2 20-4 0,-6 13 16 16,-6 14 0-16,-4 9-2 15,-4 7 4-15,-4 7-2 16,-2-3 2-16,0-8 0 15,5-10 0-15,4-17 0 16,9-13 0-16,9-12 2 16,6-9-1-16,0-1 23 15,-4-1 44-15,2-16-22 16,-1-9-42-16,3-3-4 16,0-5-12-16,19-2-13 15,10-1-23-15,8-5-34 16,16-1-18-16,10-1-48 0,7-1 55 15,-1 2-69 1,-6 1 49-16,-10 2 24 0,-10 3 89 16,-8 6 11-16,-11 5 51 15,-9 8 29-15,-5 4 24 16,-7 8-58-16,-2 3 5 16,-1 3-35-16,0 0-27 15,0 9-20-15,-8 13 13 16,-10 11 7-16,-8 11 0 15,-5 2 4-15,-3 0 12 16,4-3 21-16,3-6-7 16,8-8 3-16,7-8-11 15,0-2-9-15,4-5-6 0,-1-3-4 16,-5 2 1 0,-9 1-1-16,-17 1 2 0,-17 4-5 15,-14 0-62-15,-19-5-47 16,-15-7-83-16</inkml:trace>
  <inkml:trace contextRef="#ctx0" brushRef="#br0" timeOffset="-203086.16">20077 7531 143 0,'0'0'204'0,"0"0"-96"15,0 0-23-15,0 0-28 0,0 0-9 16,0 0-48-16,0 0 1 16,86-23-1-16,-11 18 7 15,15 1 11-15,10-3-2 16,12 2-4-16,17-1-9 16,13-1-3-16,7 0 0 15,-3-2-59-15,-12-4-122 16</inkml:trace>
  <inkml:trace contextRef="#ctx0" brushRef="#br0" timeOffset="-202898">21906 7390 507 0,'0'0'85'0,"0"0"50"15,0 0-65-15,0 0-70 16,0 0-9-16,0 0-162 16,-23 47 41-16,16-28-202 15</inkml:trace>
  <inkml:trace contextRef="#ctx0" brushRef="#br0" timeOffset="-201437.24">18321 8944 207 0,'0'0'98'16,"0"0"25"-16,0 0-71 15,0 0 14-15,0 0-16 16,0 0-17-16,17-27-26 16,5 20 10-16,13 0-10 15,12 2 11-15,11-2-9 16,17 0 5-16,18-2-6 15,21 0-5-15,28-4-1 16,15 0 3-16,14-1-5 16,-4-1 0-16,-12 3 0 15,-18-2 0-15,-27 1 0 16,-24 2 2-16,-26 4-1 0,-27 2-2 16,-22 4-1-1,-11 1-46-15,-28 0-105 0,-32 9 41 16,-22 2-124-16</inkml:trace>
  <inkml:trace contextRef="#ctx0" brushRef="#br0" timeOffset="-200821.34">20049 8620 131 0,'0'0'95'15,"0"0"32"-15,0 0-13 0,0 0-42 16,26-72 3-1,-26 67-18-15,0 2-9 0,0 3-26 16,0 0-22-16,0 0-12 16,0 17-9-16,0 12 19 15,-7 11 0-15,-6 10 1 16,-1 9 1-16,1 0 0 16,7 2-8-16,6-5-34 15,0-3-18-15,0-14-39 16,0-13-194-16</inkml:trace>
  <inkml:trace contextRef="#ctx0" brushRef="#br0" timeOffset="-200040.45">18287 8772 262 0,'0'0'126'15,"0"0"-45"-15,0 0-42 16,0 0-6-16,0 0-5 16,0 0-25-16,0 6-2 15,0 17-1-15,-8 12 0 16,-9 12 3-16,-6 9-3 15,-2 13 3-15,3 2-3 16,5-6-63-16,7-15-119 16</inkml:trace>
  <inkml:trace contextRef="#ctx0" brushRef="#br0" timeOffset="-199770.01">18405 9193 473 0,'0'0'85'0,"0"0"-58"16,0 0-27-16,0 0-4 15,0 0 4-15,0 0 2 16,24 103 1-16,-23-66-3 0,-1 0 3 15,0 7-2-15,0-2-1 16,0-4-3-16,0-3-71 16,-10-7-24-16,1-7-128 15</inkml:trace>
  <inkml:trace contextRef="#ctx0" brushRef="#br0" timeOffset="-199207.91">18734 9351 480 0,'0'0'93'0,"0"0"22"0,0 0-42 16,0 0-73 0,0 0-13-16,0 0-1 0,2 13 12 15,-2 15 2-15,0 6 0 16,0 1 1-16,0 0-1 15,0-6-1-15,0-8-8 16,0-8-14-16,3-8 19 16,11-5 4-16,5 0 8 15,1-22-8-15,6-9-22 16,3-5-51-16,0-1 2 16,-1-1 62-16,-5 6 9 15,-2 5 13-15,-5 8 19 0,-1 4 1 16,-4 8-12-16,-4 7-10 15,1 0 5-15,-1 0-16 16,0 7-6-16,-2 12 1 16,-3 2 2-16,-2 2-2 15,0 6 5-15,0-3-1 16,0-1 2-16,0-3-1 16,1-5 2-16,2-7-1 15,2-6-1-15,5-4 6 16,0-2 48-16,8-18-1 15,-3-5-24-15,0-3 11 16,-6-1-9-16,-9-2-8 16,0 6-19-16,-22 6-4 15,-14 5-14-15,-8 7-43 16,1 6-13-16,10 1 21 0,14 3-2 16,13 14-46-16,6 0 9 15,18 0-104-15</inkml:trace>
  <inkml:trace contextRef="#ctx0" brushRef="#br0" timeOffset="-197542.72">19416 9058 494 0,'0'0'115'15,"0"0"-99"-15,0 0-16 16,0 0-2-16,0 0-3 16,-22 102 5-16,20-58 11 15,2 4 3-15,0 5-4 16,0 2-4-16,0-4 1 16,2-4-4-16,8-7 1 15,1-13-4-15,5-8-6 16,4-7-2-16,5-9 8 15,8-3 11-15,-2-3-3 16,2-16-8-16,-6-4 7 0,-5-5-3 16,-7 0 8-16,-5 1 12 15,-8 2-12-15,-2 5-8 16,0 3 2-16,-2 8-6 16,-5 5 0-16,3 4 0 15,-1 0-9-15,-1 7-19 16,1 11 13-16,2 4 9 15,3 3 3-15,0 0 1 16,13-3 0-16,6-2-5 16,6-6-10-16,1-8-10 15,1-6 20-15,2 0 7 16,0-16 8-16,-4-5-1 16,0-1 9-16,-7-1 14 15,-3 4-11-15,-7 4 2 0,-6 6 4 16,-2 4 0-1,0 3-8-15,0 2-17 0,0 0-7 16,0 0-33-16,4 11 28 16,1 4 11-16,4-1 1 15,5 2-2-15,4-2 2 16,-2-3 0-16,1-6-3 16,-4-2-6-16,0-3 9 15,0 0 0-15,-5-3 1 16,-3-5 1-16,-4 2-1 15,-1-2-1-15,0 4-3 16,0 3-6-16,0 1-16 16,0 0-7-16,0 0-35 15,0 0-5-15,0 2 59 16,0 7 1-16,6-1 11 0,8 0 1 16,5-1 0-16,2-1 0 15,0-2-5-15,0-4-4 16,-5 0-6-16,-4 0 15 15,-1-10 3-15,-1-1 0 16,-3 1 1-16,-1-3 1 16,2 2 7-16,-1 0 0 15,-2 2-7-15,1 0 0 16,-3-1 12-16,1 1 20 16,1 3 4-16,2-2 5 15,-4 4-6-15,-1 2-5 16,-2 2-19-16,0 0-16 0,0 0 0 15,0 0-13-15,0 0-22 16,0 0-19-16,0 0 43 16,0 2 0-16,0 3 8 15,-11 2 1-15,2-1 2 16,0 0 0-16,0-1 2 16,2 0-1-16,1-4 0 15,1 1 2-15,2-2 13 16,0 0 27-16,-1 0-6 15,1 0-22-15,-1-3 5 16,1-2-8-16,0 1-2 16,3 2-3-16,-2-1-7 15,2 1 2-15,-1 2-2 0,1 0 0 16,0 0 0 0,0 0-7-16,-2 0-2 0,2 0-3 15,0 0-1-15,0 0 10 16,0 0 1-16,0 0 2 15,0 0 2-15,0 0-1 16,0 0-1-16,0 0 1 16,0 0 1-16,0-1 8 15,0 1 4-15,0 0 8 16,0 0-2-16,0 0-1 16,0 0-10-16,0 0-5 15,0 0 0-15,0 0 4 0,0-1-4 16,0 0-4-1,0 1 0-15,0-2 0 0,0 2-1 16,0 0 0-16,0 0-1 16,0 0 2-16,0 0 0 15,0 0-7-15,0 0 0 16,0 0 0-16,0 0 5 16,0 0 2-16,0 0-1 15,0 0 1-15,0 0-2 16,0 0 3-16,0 0-2 15,0-3 1-15,8-3-4 16,14-3-45-16,8-4 19 16,3-3 13-16,1-1 4 0,-3-1 8 15,-7-2 5 1,-6 4 2-16,-9 5-2 0,-6 3 4 16,-3 5 1-16,0 3-5 15,0 0-3-15,0 0-15 16,-6 5-13-16,-4 10 24 15,-2 5 6-15,3 2-1 16,0 2-3-16,4-1 3 16,4 0 2-16,-1 1-3 15,2-4 1-15,0-6 1 16,-1-4 1-16,-1-6 0 16,1-2 0-16,-5 2 0 15,-6 3 3-15,-6 0 1 16,-7 6 0-16,-7 3-4 0,2-1-23 15,7-3-106-15,10-8-193 16</inkml:trace>
  <inkml:trace contextRef="#ctx0" brushRef="#br0" timeOffset="-197406.23">20314 9482 473 0,'0'0'138'0,"0"0"-38"15,0 0-67-15,0 0-33 16,0 0-84-16,0 0-40 16,-48 10-49-16</inkml:trace>
  <inkml:trace contextRef="#ctx0" brushRef="#br0" timeOffset="-194861.85">17851 8664 197 0,'0'0'52'0,"0"0"48"16,0 0-33-16,0 0 13 15,0 0-36-15,0 0 13 0,0 0-19 16,3-25-32 0,-11 25-6-16,-6 10-7 15,-8 10 4-15,-6 9 1 16,-5 3 2-16,-2 6-1 0,-1-2 1 16,5-2 2-16,7-9-2 15,9-11 1-15,8-7-1 16,5-5 0-16,2-2 4 15,0 0 36-15,5-12 43 16,16-15-81-16,9-5-2 16,1-3-12-16,-1-1-4 15,-6 4 0-15,-4 2 9 16,-10 8 6-16,0 4-1 16,-5 3-1-16,-4 8-6 15,1 2 8-15,-2 5 1 0,0 0-5 16,0 0-46-1,0 17 18-15,0 3 32 0,2 9 0 16,6 1-1-16,4-1 1 16,6 2 2-16,1-5 0 15,4-2-1-15,0-5-6 16,-6-4-64-16,-2-13-119 16</inkml:trace>
  <inkml:trace contextRef="#ctx0" brushRef="#br0" timeOffset="-191821.23">17962 8703 7 0,'0'0'41'0,"0"0"-5"16,0 0 0-16,0 0 5 16,83-27-23-16,-63 24 0 15,1-2-2-15,3 3-15 16,2-1 2-16,3 1-2 0,1 0 0 15,1-1 2-15,5-1-1 16,3 1 2-16,7 3-1 16,9-2 1-16,6 2-4 15,9 0 0-15,5-1-10 16,2-1-35-16,1-3 16 16,-5 1 29-16,-1-4-4 15,-3 1 4-15,-7-3 10 16,-4 3-5-16,-7-4-1 15,-1 1 10-15,2-1-13 16,3 1-1-16,6-3-6 16,5 3 4-16,2 0-11 0,-1 0 13 15,-1 3 4-15,-5 0-2 16,-6 3 0-16,-6-1 8 16,-6-1 1-16,-6 2-2 15,-3 0 6-15,-9 1 8 16,-4 0-1-16,-6 0 1 15,1 1 1-15,-4-3-17 16,0 2 4-16,-5 0 9 16,-4 1 20-16,-1 1-4 15,-1-2 25-15,-1 3-22 16,0 0-22-16,2 0-17 16,2 0-2-16,7 0-23 15,1 0 21-15,5 0 1 0,0 0-3 16,2 0 4-1,-2 0 2-15,-5 0-1 0,-8 0-1 16,-2 0 2-16,-2 0 0 16,0 0 20-16,0 0 0 15,-2 0-20-15,-10-5-4 16,-6 1-2-16,-4-1-6 16,1 5-10-16,0 0-4 15,2 0-31-15,10 0 5 16,4 0-69-16,5 0-18 15</inkml:trace>
  <inkml:trace contextRef="#ctx0" brushRef="#br0" timeOffset="-191398.26">20072 8407 132 0,'0'0'85'16,"0"0"17"-16,0 0-21 15,0 0 4-15,0 0-7 16,0 0 2-16,-23-29-57 15,5 29-23-15,-5 14-4 16,-2 4 1-16,0 0 2 16,4-1 1-16,3-3 0 15,2-3 0-15,5-2 0 16,2-5 0-16,6-2 0 16,0-2 1-16,3 0 9 15,-1 0-2-15,1-8-4 16,0-8-4-16,0-1-1 0,0-3-4 15,1 1-7-15,5 2 8 16,1 2 4-16,-2 8 1 16,-2 2 1-16,0 5-2 15,2 0-2-15,1 0-7 16,5 11 8-16,0 6 1 16,-1 4 5-16,1 2-3 15,-2 3-1-15,0-2-1 16,-1-3 1-16,-2 1 0 15,2-5-1-15,0-3-7 0,-2 0-37 16,-1-4-49 0,-3-6-41-16,-2-4-101 0</inkml:trace>
  <inkml:trace contextRef="#ctx0" brushRef="#br0" timeOffset="-191244.31">19962 8507 276 0,'0'0'93'15,"0"0"46"-15,0 0-23 16,0 0-41-16,0 0-20 16,0 0-37-16,0-17-18 15,0 21-75-15,0 13-7 16,0 0-25-16,0-7-143 16</inkml:trace>
  <inkml:trace contextRef="#ctx0" brushRef="#br0" timeOffset="-187995.33">20074 8407 81 0,'0'0'14'16,"0"0"13"-16,0 0-7 0,0 0-9 15,0 0-11-15,0 0 27 16,0 0 24-16,-16-29-40 16,16 29-9-16,0-2 1 15,0 2-1-15,0-3 1 16,-2 2-1-16,2 0 10 15,0-2 20-15,0 0 1 16,0-1 4-16,0 1-15 16,0 1 1-16,0 1-12 15,0-2 2-15,0 2 5 16,0-1 18-16,0 2-14 16,0 0-8-16,0 0 6 15,0 0 7-15,0 0-5 16,0 0-17-16,0 0-5 15,0 0-11-15,-1 7-16 0,-8 10 27 16,-9 7-1-16,-1 3 1 16,-9 2 1-16,0 1-1 15,-2-5 0-15,3-5 2 16,8-3-2-16,9-8 1 16,1-3-1-16,7-4 0 15,-2 0 1-15,2-2-1 16,2 0 2-16,0 0-1 15,0 1 4-15,0-1 0 16,0 0-2-16,0 0 0 16,0 0-3-16,-1 0-7 15,1 0-44-15,0-5-17 0,9-7-107 16,7-3-13-16</inkml:trace>
  <inkml:trace contextRef="#ctx0" brushRef="#br0" timeOffset="-187749.17">19948 8393 82 0,'0'0'121'0,"0"0"10"15,0 0-59-15,0 0 50 16,0 0-42-16,0 0-80 16,-14-22-18-16,14 23 13 15,3 10 5-15,7 3 3 16,1 3 4-16,1 1-3 0,-1 3 0 15,-2-1-3-15,-1 2 1 16,-3-3-1-16,-4-2-1 16,-1-3-26-16,0 1-19 15,-3-1-17-15,-9-6-75 16,0-5-70-16</inkml:trace>
  <inkml:trace contextRef="#ctx0" brushRef="#br0" timeOffset="-187597.18">19947 8545 254 0,'0'0'138'0,"0"0"-17"16,0 0-34-16,0 0-12 0,0 0-29 15,0 0-25-15,0-19-21 16,0 19-87-16,-6 14-29 16,-1 3 59-16,-7-4-131 15</inkml:trace>
  <inkml:trace contextRef="#ctx0" brushRef="#br0" timeOffset="-185811.51">18026 8545 43 0,'0'0'31'0,"0"0"-5"16,0 0-9-16,0 0-14 15,0 0 7-15,0 0 20 0,-42-5-4 16,25 10-2-16,-2 6 7 15,-3 3 24-15,-4 4-24 16,-1 3-7-16,-3 5 13 16,-3 0-21-16,0 3-7 15,3-3-8-15,8-4 2 16,7-7-3-16,7-5 0 16,5-5 2-16,3-3-2 15,0-2 0-15,0 0 0 16,0 0-4-16,15-12-40 15,6-8-164-15</inkml:trace>
  <inkml:trace contextRef="#ctx0" brushRef="#br0" timeOffset="-185601.07">17796 8588 194 0,'0'0'142'0,"0"0"-43"15,0 0-46-15,0 0-41 16,0 0-11-16,0 0-1 16,23 38 6-16,-4-12-5 15,2 7 0-15,-3 3 1 16,1 0-2-16,0-1-13 16,-5-5-87-16,-3-10-101 15</inkml:trace>
  <inkml:trace contextRef="#ctx0" brushRef="#br0" timeOffset="-184171.08">17947 8683 48 0,'0'0'69'0,"0"0"-49"16,0 0 35-16,0 0-15 16,0 0-23-16,0 0-12 15,0 0-5-15,0 0 2 16,0 0-2-16,0 0 1 16,0 0 11-16,0-1 7 15,0 0-12-15,0 1 10 16,0-2-14-16,0 1 12 0,6 1-15 15,1-2 0-15,8 0-2 16,2-1-5-16,8 0-6 16,6-1 10-16,8 0-9 15,10 0 4-15,10-3-7 16,5 1-12-16,6-1-10 16,6-2-14-16,0 2 6 15,1-4 8-15,-6 3 25 16,-13-1 12-16,-11 1 7 15,-15-1 11-15,-15 4 27 16,-3-3 38-16,-7 3 39 16,-3-1-25-16,0 0-31 0,2 1-26 15,3 3-23-15,1 2-13 16,7 0-4-16,7 0-1 16,7 0 0-16,5 0-2 15,6 0 3-15,-3 0-1 16,-4 0-4-16,-2 0 5 15,-3 0-5-15,-5 0-3 16,-2-1-7-16,-3 0-10 16,0-1-11-16,1 1 2 15,-2-1 8-15,-1 2 13 16,-3 0 3-16,0-3 7 16,1 1 3-16,1-1 0 15,6 0-2-15,3 0 2 0,4 2-1 16,1-1-14-1,2-1-11-15,3 3 11 0,1-3 4 16,0 2 6-16,-1 0 4 16,3-2 1-16,-3-1 1 15,4 2 5-15,-4-1 4 16,-4-1 12-16,0 1-1 16,-1 2-14-16,-1 0-3 15,0 1-2-15,0 0-2 16,-1 0 1-16,1 0-1 15,-1 0 0-15,-3-2 0 16,-3-2 3-16,-5 2-2 0,-8-3 0 16,-4 3 29-16,-3-1 30 15,-3 0-6-15,0 1-21 16,0 1-22-16,0-1-6 16,0 1-5-16,0 1-1 15,-3 0-7-15,-4 0-9 16,-2 0 7-16,-3 0-15 15,-6 9-22-15,-1-1-43 16,-1-2-116-16</inkml:trace>
  <inkml:trace contextRef="#ctx0" brushRef="#br0" timeOffset="-183991.2">19883 8481 249 0,'0'0'83'15,"0"0"-82"-15,0 0-1 16,0 0-95-16,0 0-68 16</inkml:trace>
  <inkml:trace contextRef="#ctx0" brushRef="#br0" timeOffset="-178717.26">17920 9431 45 0,'0'0'11'16,"0"0"-6"-16,0 0 2 16,0 0 0-16,0 0-2 15,0 0-5-15,0 0 1 16,-47 0-1-16,47 0 4 0,0 0 4 15,0 0 5-15,0 0 3 16,0 0-14-16,0 0-2 16,0 0-1-16,0 0-34 15,0 0 4-15,0 0 17 16,0 0 14-16,-3 0 0 16,2 0 0-16,-2 0-8 15,2 0-14-15</inkml:trace>
  <inkml:trace contextRef="#ctx0" brushRef="#br0" timeOffset="-178140.88">17920 9431 23 0,'-41'-12'9'0,"46"9"9"16,-2 1-13-16,2-1-4 15,-2 1 0-15,1-1 1 16,1 0 5-16,-2-1 16 15,0 2 12-15,4-5 4 16,-1 0 20-16,0 1 19 16,-1-3-25-16,-1 1-15 15,2-1 33-15,-2 1-35 16,-1-1 25-16,-1 4-31 16,-1 2-6-16,-1 3-3 15,0 0 0-15,0 0-12 0,0 0 0 16,0 0-9-1,0 0-3-15,0 0-11 0,-14 10 6 16,-7 7 8-16,-12 10 1 16,-6 2 1-16,-1 2 2 15,2-2-4-15,4-2 0 16,4-5 1-16,11-8 0 16,7-6-1-16,7-4 0 15,5-4 2-15,0 0 11 16,0-7 11-16,1-15-24 15,17-7-22-15,4-5-9 16,2-2 9-16,-3 3 7 0,-2 3 13 16,-7 4 2-1,-3 4 2-15,-4 7 0 0,-1 4 13 16,-1 5 0-16,-3 4 6 16,3 2-9-16,6 0-12 15,6 4-8-15,5 14 4 16,2 8 3-16,2 5 0 15,-1 5-1-15,-2 6 2 16,-3-3-2-16,-3 2-1 16,-3-3-31-16,-6-8-68 15,-6-11-98-15</inkml:trace>
  <inkml:trace contextRef="#ctx0" brushRef="#br0" timeOffset="-174332.51">18101 9390 73 0,'0'0'31'16,"0"0"-1"-16,0 0-1 15,0 0-19-15,0 0 21 16,0 0-16-16,-5-23 26 15,3 19-5-15,2 2-2 0,0-1 7 16,0 1-17 0,0 2-10-16,0-3 11 0,0 3-13 15,0 0-8-15,0 0-4 16,0 0-3-16,0 0-3 16,0-2 2-16,5 1 4 15,1 0-9-15,2-1 8 16,-1 2 1-16,2 0 0 15,-5 0 0-15,1-1 0 16,-2 1 1-16,0-2 0 16,-2 1-1-16,1-1 3 15,0 0-2-15,-2 2 7 16,0 0 11-16,0-3-7 16,0 3-3-16,0 0-4 15,0 0-2-15,0 0-1 16,0 0-4-16,0 0 0 15,0 0-17-15,0 0-15 0,0 0-4 16,0 0 4 0,0 0 27-16,0 0 4 0,0 0 2 15,0 0 1-15,0 0 1 16,0 0-1-16,0 0 0 16,0 0 0-16,0 0 0 15,0 0 0-15,0 0 0 16,0 0 1-16,0 0 3 15,0 0-1-15,0 0 0 16,0 0-2-16,0 0-1 0,0 0-4 16,0 0-4-1,2 0 6-15,7 0 2 0,5 0-1 16,4 0 2-16,8 0-1 16,4 0 0-16,3 0 0 15,4 0-1-15,2 0-1 16,3 0-5-16,-2-3 0 15,1 0-5-15,0 0-1 16,-1 0 4-16,2 3 5 16,3-2 2-16,-5-1 1 15,-1 1 1-15,-2-1 0 16,-4 2 0-16,0-1 1 16,0 2-1-16,4 0 0 15,4 0 0-15,0-1 0 16,-1-2 0-16,-1 1 0 0,0-1 0 15,-5-3 2-15,-3 3 7 16,-1-4 0-16,-3 0 2 16,0 2-2-16,-1-5-5 15,2 4-2-15,2-3-2 16,1 3 1-16,1 0-1 16,4 1 5-16,2 0 1 15,4 2-4-15,2 0 0 16,3 2-2-16,0-1 1 15,-3 2-1-15,0-3 0 16,-3 3 0-16,-3-2 1 16,-2 0-1-16,-6 2 0 0,-5-1 0 15,-5 1 0-15,-8-2 1 16,-3 0-1-16,-2-1 1 16,-1 1 2-16,-1 0 9 15,-2 2 1-15,0 0-5 16,-2-1 11-16,2 1-11 15,-2 0-7-15,-1 0-1 16,0 0 0-16,0 0 1 16,0 0-1-16,0 0 2 15,0 0-2-15,0 0-16 16,0 0-58-16,0 0 40 16,0 0-51-16,0 0 41 15,0 0 26-15,1 0 10 0,1 0-10 16,0 0 18-1,-2 0 7-15,0 0 18 0,0 0 12 16,1 0 31-16,-1-4-2 16,0 1-15-16,0 1-5 15,0-1 1-15,0 3 5 16,0 0-14-16,0 0-38 16,-3 0-4-16,-8 7 3 15,-6 7 0-15,-2 2 1 16,-2-1-1-16,3-2 2 15,-1-1-1-15,4-6 0 16,0-1 0-16,4-4 2 0,4-1-1 16,-2 0 4-1,3 0 2-15,-2-6-2 0,1-5-4 16,0-4 0-16,3-3-1 16,3-1-2-16,1-1 1 15,0 3 1-15,0 3 1 16,0 3 0-16,1 5 7 15,10 3-7-15,1 3-1 16,0 0 0-16,4 0 2 16,-4 5-2-16,0 7 1 15,-3 4 2-15,-2 2-2 16,2 4-1-16,-6 5 2 16,-3-2-2-16,0 1-12 15,-4 1-33-15,-18-6-57 16,-5-6-107-16</inkml:trace>
  <inkml:trace contextRef="#ctx0" brushRef="#br0" timeOffset="-173082.8">19344 9096 159 0,'0'0'26'15,"0"0"5"-15,0 0 4 16,0 0 12-16,0 0 0 16,0 0-14-16,0 0-22 15,57 0 3-15,-23-4 12 0,7-3 0 16,9 1 2-16,0-1-13 15,5 0-5-15,-3 2-6 16,-4 4-3-16,0-2-1 16,-10 3-4-16,-8 0-3 15,-7 0-14-15,-15 0-8 16,-6 0-6-16,-2 0-12 16,0 0 24-16,-15 3-49 15,-13 3 7-15,-11-1-50 16</inkml:trace>
  <inkml:trace contextRef="#ctx0" brushRef="#br0" timeOffset="-172716.46">19497 8976 219 0,'0'0'69'0,"0"0"45"16,0 0-46-16,0 0-19 15,0 0-21-15,0 0-26 16,-32-23-2-16,16 39-2 16,-5 2 2-16,2 5-1 15,-1-1 1-15,2 4 1 16,2-2-1-16,4 0-1 0,4-2 1 15,8-6 0-15,0-3-1 16,0-2-2-16,9-2 3 16,11-1 2-16,5-5 0 15,11-1-2-15,6-2-2 16,3 0-28-16,2 0-34 16,-5-2-74-16,-7-9-146 15</inkml:trace>
  <inkml:trace contextRef="#ctx0" brushRef="#br0" timeOffset="-171112.72">19446 8397 87 0,'0'0'112'16,"0"0"-26"-16,0 0-53 15,0 0 4-15,0 0 10 16,0 0-13-16,97-11 8 15,-61 6-11-15,-1 0-14 0,1 1-8 16,1 3-5 0,-2 1-4-16,-2-2-1 0,-3 2-11 15,-3 0-28-15,-4-1-44 16,-6-3-47-16,-5-2-49 16</inkml:trace>
  <inkml:trace contextRef="#ctx0" brushRef="#br0" timeOffset="-170817.06">19609 8330 95 0,'0'0'80'16,"0"0"-3"-16,0 0-2 16,0 0-36-16,0 0 11 15,0 0-29-15,-70-15-17 0,53 18-4 16,-2 11 1-16,-1 3-1 15,2 3 0-15,1 4-2 16,0 3 2-16,5-2 2 16,6 0-2-16,6-8-6 15,0-3-8-15,8-4 8 16,17-5 6-16,12-5 7 16,12 0 7-16,8 0-14 15,0 0-65-15,-6-5-51 16,-8 2 70-16,-13 1-61 15</inkml:trace>
  <inkml:trace contextRef="#ctx0" brushRef="#br0" timeOffset="-169901.32">18276 9176 194 0,'0'0'80'15,"0"0"-43"-15,0 0-3 16,0 0-16-16,0 0-3 15,0 0-6-15,-28-8-8 16,23 8 3-16,-2 0 14 0,4 0-1 16,0 0-4-1,2 0-10-15,1 0-1 0,0 0-2 16,0 0 0-16,0 0 0 16,12 0 7-16,13 0 46 15,10-2-30-15,11-4-15 16,-1 1-6-16,5-5-2 15,-5-1-18-15,0 0-44 16,-8-3-52-16,-10-1-6 16,-11 3-6-16</inkml:trace>
  <inkml:trace contextRef="#ctx0" brushRef="#br0" timeOffset="-169710.15">18526 9045 9 0,'0'0'100'0,"0"0"1"16,0 0 17-16,0 0-13 0,0 0-103 15,0 0-2-15,-21-6-1 16,25 16 1-16,8 4 2 16,-1 3 1-16,-2 2-1 15,-1-3-2-15,0 1 2 16,-7-1-2-16,-1-2 0 16,0 0-3-16,-17 0-30 15,-12-3-70-15,-5-11-98 16</inkml:trace>
  <inkml:trace contextRef="#ctx0" brushRef="#br0" timeOffset="-169180.35">18127 8548 11 0,'0'0'77'0,"0"0"-67"15,0 0 5-15,0 0-9 0,0 0-3 16,0 0 45-16,53 5-19 16,-13-5-10-16,2 0 1 15,1 0-11-15,2 0-4 16,-3-3-3-16,-1 0-2 15,-4-4-29-15,-5 1-96 16</inkml:trace>
  <inkml:trace contextRef="#ctx0" brushRef="#br0" timeOffset="-168932.72">18439 8489 178 0,'0'0'46'0,"0"0"11"15,0 0-15-15,0 0-33 16,0 0 9-16,0 0 4 16,17 22-12-16,-10-10-5 15,0 2-4-15,-2-1 1 16,-5-1-1-16,0 0 5 16,-8 0-2-16,-17 1 1 15,-5 1 2-15,-4-1-7 16,-3 0 0-16,0-3-55 15,4 0-66-15,5-8-116 0</inkml:trace>
  <inkml:trace contextRef="#ctx0" brushRef="#br0" timeOffset="-168771.99">18226 8763 81 0,'0'0'22'16,"0"0"10"-16,0 0-23 16,0 0-9-16,0 0-31 15</inkml:trace>
  <inkml:trace contextRef="#ctx0" brushRef="#br0" timeOffset="-161661.18">20997 7979 211 0,'0'0'62'15,"0"0"14"-15,0 0-25 0,0 0-14 16,0 0 17-16,0 0-23 16,84-62-14-16,-71 59 0 15,1 0-4-15,-5 3-8 16,0 0-5-16,-2 9-2 16,-4 7-3-16,-3 8 4 15,-3 5-6-15,-25 5 6 16,-11 1 1-16,-5 4 0 15,-3-4 2-15,4-4-2 16,5-3 0-16,11-6 1 16,8-6 0-16,10-5-2 15,8-4 1-15,1-5 0 16,15-2 4-16,28-4 4 16,19-15-2-16,19-8-3 0,-2-1-2 15,-6-2 2-15,-10 3-1 16,-17 0 2-16,-10 5 3 15,-14 6-3-15,-10 7 2 16,-6 5 0-16,-6 4 10 16,0 0-16-16,0 3-17 15,-7 14 14-15,-4 8 2 16,-3 1 1-16,0 6 1 16,0 0-1-16,1 0 0 15,6-9 2-15,4-6-2 16,3-13 0-16,4-4 2 15,23-1 11-15,10-17 9 16,6-7-16-16,-1-4-3 16,-12-1 9-16,-9 1 4 15,-12-1 1-15,-9 3 5 0,0 4-10 16,-15 6-12-16,-5 7-7 16,1 10-18-16,7 0-18 15,2 7-34-15,9 15-2 16,1 5 18-16,0 2-55 15,19 2 21-15,6-2 42 16,6-4-43-16</inkml:trace>
  <inkml:trace contextRef="#ctx0" brushRef="#br0" timeOffset="-161512.68">21622 8224 4 0,'0'0'115'16,"0"0"124"-16,0 0-97 0,0 0-24 16,0 0-61-1,0 0-18-15,11 2-39 0,-29 18-4 16,-6 8 0-16,-6 11 4 15,-4 1 1-15,2 2 1 16,5-1-4-16,10-5-33 16,14-5-45-16,3-11-60 15,26-15-57-15</inkml:trace>
  <inkml:trace contextRef="#ctx0" brushRef="#br0" timeOffset="-160810">21873 8110 352 0,'0'0'57'0,"0"0"10"15,0 0-50-15,0 0-16 16,0 0 5-16,0 0 6 16,-78 103 3-16,74-63 2 15,2-3-9-15,2-6-5 16,0-7-3-16,17-11 3 15,6-10 5-15,9-3 21 16,5-14 3-16,5-15-18 16,-6-3-9-16,-8-4-3 15,-13 0 0-15,-14-1-1 16,-1 1-2-16,0 9 2 16,0 8-1-16,-1 5 4 0,1 11-3 15,0 3-1 1,12 0 0-16,9 0-3 0,1 17 0 15,-1 3 2-15,-3 4 1 16,-7 5 0-16,-7 0-1 16,-4 2-1-16,0-2 2 15,0-4 2-15,0-8-1 16,4-9-1-16,1-5 0 16,5-3 0-16,10-4 10 15,10-17-7-15,4-4-3 16,-4-4 1-16,-8 5 0 15,-9 3 2-15,-3 5 2 16,-6 7-3-16,0 5 1 16,-1 4-3-16,3 0-3 15,3 8 1-15,4 9 2 0,0 4-1 16,4 2 0-16,0 5 0 16,2 3 2-16,-2-5-1 15,2-5 0-15,-1-9 0 16,3-9 2-16,6-3 1 15,4-15 1-15,7-14 1 16,1-5-1-16,-4-4-2 16,-12-3 5-16,-15 2 30 15,-8-1-18-15,-24 3-9 16,-22 8-10-16,-14 12-9 0,-1 11-29 16,11 6-27-1,14 10 15-15,16 15-17 0,11 11-60 16,9 3-7-16,2 0-83 15</inkml:trace>
  <inkml:trace contextRef="#ctx0" brushRef="#br0" timeOffset="-159999.11">22856 7804 406 0,'0'0'68'0,"0"0"-14"15,0 0-30-15,0 0-24 0,0 0-10 16,0 0 9-16,-16 79 2 15,4-13 1-15,-8 8-2 16,-7 7 4-16,0 1-1 16,1-8-3-16,3-7-31 15,7-16-59-15,6-18-91 16,9-17 10-16</inkml:trace>
  <inkml:trace contextRef="#ctx0" brushRef="#br0" timeOffset="-158779.62">23141 7811 514 0,'0'0'46'16,"0"0"47"-16,0 0-44 16,0 0-49-16,0 0-2 15,0 0 2-15,19 64 2 16,-19-2-2-16,0 7 4 15,0 3-4-15,-9-9 0 16,-1-8 0-16,4-18-19 16,0-13-13-16,3-11 0 15,3-9 23-15,-2-4 9 16,1-2 10-16,-2-20-2 16,-3-5-6-16,-9-8 6 0,-8-2 20 15,-3 4-2-15,-4 5-3 16,6 11-3-16,6 12-20 15,8 5 0-15,4 16-14 16,3 14 8-16,3 9 5 16,0 4-2-16,6 1-2 15,17-4-10-15,16-7-14 16,13-14 20-16,14-13-2 16,9-6 1-16,1-17 9 15,-4-14 1-15,-13-5 2 16,-14-2-1-16,-19 1 18 15,-16-1 19-15,-10 1-11 16,-6 3 4-16,-20 7-8 0,-4 12-13 16,-1 10-10-1,3 5-6-15,4 12-1 0,5 17-6 16,2 9 2-16,5 9 6 16,2 3 3-16,8-2 2 15,2-5-1-15,8-12-3 16,17-10 3-16,8-12-2 15,5-9 3-15,1 0 1 16,-1-18 1-16,-4-5-1 16,-10-4 1-16,-5 1-2 15,-11-2 2-15,-8 3 3 16,0 3 1-16,-15 8 2 0,-3 6-8 16,-1 8-6-1,3 0-2-15,5 3-15 0,6 13-14 16,5 8 26-16,0 2 8 15,3 8 2-15,17-1 0 16,3-1 1-16,4-7-3 16,0-7-7-16,2-11 2 15,-4-7 8-15,-3 0 0 16,-5 0 1-16,-4-7 5 16,-4-6-2-16,-4 6-1 15,-2 0-2-15,-1 4-1 16,1 3 0-16,2 0-39 15,0 0-98-15,8 11 96 16,6 2-21-16,8-2 7 16,6-1-20-16,5-6 48 0,3-4 4 15,-5 0 23 1,-8-14 18-16,-3-10 72 0,-4-6 16 16,-1-3-20-16,-4-6-8 15,-6-3 10-15,-6-1-10 16,-4 9 1-16,0 10-34 15,0 15-36-15,0 9-9 16,-5 12-38-16,-10 21 7 16,-8 17 30-16,-7 14 1 15,-2 11 0-15,-1 3 0 16,2-1 0-16,3-7 0 16,4-9 0-16,4-13 0 0,4-7 0 15,7-13 0-15,3-12 0 16,5-9 1-16,-1-7 0 15,2 0 51-15,0-18-9 16,0-11-40-16,0-9-2 16,0-9-1-16,0 0 2 15,0 5-2-15,8 5 0 16,4 10-2-16,1 7-18 16,4 6-5-16,5 2-8 15,3 2-6-15,9 1-1 16,5 1 7-16,6 3-6 15,1-1 14-15,-1 3-37 16,-8-1-46-16,-14-2-195 0</inkml:trace>
  <inkml:trace contextRef="#ctx0" brushRef="#br0" timeOffset="-158331.07">23776 8153 68 0,'0'0'44'16,"0"0"19"-16,0 0-15 16,0 0-39-16,0 0-8 15,0 0 2-15,-3-10 11 16,3 10 51-16,-2-2 3 15,0 2-14-15,2-1-18 0,-2 1-11 16,1 0-25 0,-4 8-3-16,-4 9 3 0,0 4 13 15,-6 4-3-15,2 4-3 16,-3 1-5-16,-1 1 0 16,4-2 3-16,5-4-5 15,8-7-66-15,0-13-146 16</inkml:trace>
  <inkml:trace contextRef="#ctx0" brushRef="#br0" timeOffset="-158177.07">23813 8277 439 0,'0'0'66'15,"0"0"-35"-15,0 0-31 16,0 0-34-16,0 0-12 15,0 0-38-15,-61 89-74 16</inkml:trace>
  <inkml:trace contextRef="#ctx0" brushRef="#br0" timeOffset="-153918.48">21173 9194 187 0,'0'0'114'15,"0"0"13"-15,0 0-52 0,0 0 2 16,19-84-8-16,-19 71-19 15,2 5 13-15,-2 4-3 16,0 4-54-16,0 0-6 16,2 14-23-16,-2 15 16 15,0 5 6-15,0 5 1 16,0 4-2-16,-13-2-14 16,-1-2-11-16,-2-5-16 15,0-4 4-15,3-7 0 16,4-3-13-16,6-9-1 15,3-8-15-15,9-3-82 16,23-9 49-16</inkml:trace>
  <inkml:trace contextRef="#ctx0" brushRef="#br0" timeOffset="-153617.5">21440 9145 313 0,'0'0'64'0,"0"0"42"16,0 0-41-16,0 0-33 15,0 0-32-15,0 0-13 16,-10-8 9-16,1 36 3 16,-2 6 0-16,1 5 1 15,4 1 1-15,5-1-1 16,1-3 0-16,0-6 0 16,4-4 0-16,3-9 0 0,-5-7-1 15,-2-6 1-15,0-4 6 16,-6 0 127-16,-15 0-66 15,-12-5-65-15,-5-2 0 16,3-2-2-16,4 1-3 16,11 0-4-16,11-1-55 15,9 1 22-15,18-6-91 16,20-5-311-16</inkml:trace>
  <inkml:trace contextRef="#ctx0" brushRef="#br0" timeOffset="-153406.51">21603 9140 192 0,'0'0'104'15,"0"0"3"-15,0 0-41 0,0 0-39 16,0 0-23-16,0 0-4 16,-39-25-7-16,40 25 7 15,13 9 22-15,7 2 10 16,4 1-17-16,0-2-7 15,4-1-4-15,-5-1-4 16,3-1-11-16,-2-7-71 16,-3 0-147-16</inkml:trace>
  <inkml:trace contextRef="#ctx0" brushRef="#br0" timeOffset="-152817.96">21782 9007 324 0,'0'0'122'15,"0"0"11"-15,0 0-30 16,0 0-70-16,0 0-33 16,0 0-6-16,49 32 5 15,-35 2-1-15,-5 6 2 16,-4 2 0-16,-5-3 0 16,0 2 2-16,0-2-1 15,-11-3-1-15,-5 0 2 16,-1-4-2-16,8-2-11 15,4-5-20-15,5-5-20 16,0-6-5-16,0-6 1 16,8-5-2-16,2-3 10 0,0 0 39 15,3-3 8-15,-1-12 0 16,2-6 25-16,3 0 37 16,1-3 0-16,1 3 7 15,4 1-50-15,0 3-5 16,0 0-5-16,-3 0-8 15,-5 1 1-15,-5 4 2 16,-2 1 0-16,-2 2 10 16,-3-1-10-16,-1 6-3 15,-1-4 1-15,-1 3-2 16,2 1 1-16,-2-1 0 16,0 0 3-16,0 2-1 0,0 1 26 15,0 2-29-15,-2 0-6 16,-8 5-10-16,-5 9 14 15,-2 6 0-15,-1 2-2 16,-2 2 4-16,5 2-1 16,-1 2 0-16,5-2 1 15,8 0 0-15,3-3 0 16,11-5 0-16,23-5 1 16,24-6 7-16,13-6-2 15,7-1-6-15,1 0-8 16,-12-14-161-16</inkml:trace>
  <inkml:trace contextRef="#ctx0" brushRef="#br0" timeOffset="-151387.51">21015 9740 318 0,'0'0'171'0,"0"0"-108"15,0 0-16-15,0 0-42 16,79-36-2-16,-53 36-3 16,-4 0 0-16,-1 5-3 15,-8 9-1-15,-4 6 3 16,-7 3-3-16,-2 4-1 16,-6 1-2-16,-15 0 1 0,-3-2 5 15,-1-8 0-15,2-4 0 16,8-4 1-16,2-5 1 15,7-3-1-15,4-1 1 16,2-1 5-16,0 0 18 16,7 0-7-16,12-10-17 15,6 1-3-15,2 0 3 16,-1 2 0-16,-6 3-2 16,-2-1 2-16,-7 2 0 15,-8 3 0-15,-2 0 0 16,-1 0 0-16,0 0 5 15,0 0 17-15,0 0 12 16,0 0 14-16,0 0 13 16,0 0-10-16,0 0-15 0,0-2-27 15,0 0-7-15,0 2 0 16,0 0-2-16,0 0 0 16,0 0 0-16,0 0-4 15,0 0-1-15,0 0-3 16,0 0 0-16,0 0 5 15,0 0 3-15,0 0 0 16,0 0 0-16,0 0 1 16,0 0-1-16,0 0-2 15,3-2-20-15,3 1-5 16,6-2-8-16,-2-1 8 0,1 1 18 16,-4 0-5-1,-2-1 13-15,-1-1 1 0,-1 0 2 16,-1 0 4-16,1 1 1 15,-2-1 18-15,1 2-11 16,-1 1-12-16,2 1-2 16,-3 1 0-16,1 0-3 15,2 0-12-15,-1 0-1 16,1 0 7-16,-3 0 1 16,2 0 4-16,-2 0 1 15,0 0-1-15,0 0 4 16,0 0 0-16,0 0 1 15,0 0 2-15,0 0 1 16,0 0-3-16,0 0 4 16,0 0 1-16,0 0 1 0,0 0 8 15,0 0 3-15,0 0-12 16,0 0-6-16,0 0 0 16,0 4-13-16,0 7 10 15,0 5 2-15,0 3 1 16,0 1 0-16,1 1 0 15,11-2 1-15,6-3 2 16,6-8-3-16,4-5 2 16,10-3 1-16,9-5-1 15,5-17 3-15,-4-5-5 16,-14 1 0-16,-14 0 1 16,-13 3 0-16,-7-5 6 0,-11 3 17 15,-26-1-5-15,-12 5-12 16,-5 8-7-16,13 8-3 15,14 5 1-15,12 1-14 16,11 16-59-16,4 8 9 16,10 1-15-16,26-1-31 15,16-6-225-15</inkml:trace>
  <inkml:trace contextRef="#ctx0" brushRef="#br0" timeOffset="-150736.81">21747 9550 443 0,'0'0'127'15,"0"0"-15"-15,0 0-79 16,0 0-33-16,0 0-4 0,0 0-4 16,0 40 8-16,-4-12 3 15,-5 5-3-15,-1 6 0 16,-2 3 3-16,0 2 0 15,4-1-1-15,4-3-1 16,1-7 1-16,3-6-2 16,0-10-3-16,3-5-12 15,12-9 4-15,6-3 11 16,6-3 0-16,4-17-1 16,-3-3 0-16,-2-4 1 15,-3 0 1-15,-6-3 1 16,-1 3 6-16,-2 2 11 15,-5 8 11-15,-2 3-5 16,-4 5-11-16,-2 6-8 16,1 3-6-16,-2 0-2 0,0 0-4 15,0 0-28-15,0 3-9 16,-2 11 40-16,-11 3 3 16,-4 2 0-16,0 3 0 15,-1 2 0-15,-1-2 0 16,5 3 1-16,4-5-1 15,10-4 3-15,0-2-2 16,17-4 1-16,22-3 2 16,19-5 1-16,16-2-1 15,16 0-4-15,9-14-74 0,-4-8-79 16</inkml:trace>
  <inkml:trace contextRef="#ctx0" brushRef="#br0" timeOffset="-149797.55">21121 10011 45 0,'0'0'48'0,"0"0"4"16,0 0-17-16,0 0 7 16,0 0-2-16,0 0 31 15,-18-24-33-15,18 23 5 16,3 1-24-16,12 0-5 16,6 0-7-16,0 0 1 15,3 0-1-15,-5 1-4 16,0 4-2-16,-4 0-1 15,-1-1-1-15,-5-1-36 16,-9-3-103-16</inkml:trace>
  <inkml:trace contextRef="#ctx0" brushRef="#br0" timeOffset="-149237.08">21454 10115 445 0,'0'0'37'16,"0"0"7"-16,0 0-34 16,0 0-10-16,0 0-11 0,0 0 7 15,-10 27 3-15,8-1 1 16,0 2-1-16,2 3 1 16,0 0 0-16,0 1 0 15,8-6 3-15,1-2 3 16,-2-9 2-16,-4-4-3 15,-3-8 2-15,0-3 5 16,0 0 76-16,-15 0-5 16,-7 0-70-16,-2-5-11 15,-1-2-2-15,-2-2 0 0,4 3-35 16,8-1-73 0,5-3-71-16</inkml:trace>
  <inkml:trace contextRef="#ctx0" brushRef="#br0" timeOffset="-149006.33">21424 10149 369 0,'0'0'91'15,"0"0"-6"-15,0 0-49 16,0 0-16-16,103-22 22 15,-60 22-13-15,5 0-28 16,3 5 1-16,-1 2-2 0,-1 0-9 16,-5-4-71-1,-11-3-116-15,-12 0-163 0</inkml:trace>
  <inkml:trace contextRef="#ctx0" brushRef="#br0" timeOffset="-148440.68">21898 10056 319 0,'0'0'133'16,"0"0"-67"-16,0 0-64 16,0 0 0-16,0 0-2 15,0 0 9-15,-7 67 2 16,1-33 3-16,1 4 3 16,-2 2-5-16,-1 0-4 15,2-4-7-15,-1-4 5 16,4-6-4-16,2-9 0 15,1-7 0-15,0-6-2 0,14-4 2 16,13 0 5 0,6-16-7-16,1-5-13 0,-4-6 8 15,-10-1 5-15,-1 0 5 16,-8-1-1-16,-3 2 20 16,-5 6 6-16,-1 4 3 15,-2 9 1-15,0 4-13 16,0 3-21-16,0 1-3 15,0 0-23-15,0 3-9 16,-3 11 32-16,-3 3 2 16,-3 3 0-16,1 2 1 15,2 0-1-15,0-1 1 16,6-2 0-16,0-2-1 16,3-1 1-16,23-5 0 0,11-3 3 15,14-7-3-15,8-1-1 16,7 0-55-16,-2-11-98 15</inkml:trace>
  <inkml:trace contextRef="#ctx0" brushRef="#br0" timeOffset="-147740.4">20484 10427 250 0,'0'0'97'0,"0"0"-34"16,0 0-20-16,0 0-28 15,0 0 9-15,0 0-15 16,9 0-4-16,31 0 5 16,21 0 15-16,23 0-10 0,18 1-3 15,20-1-1-15,16 2 6 16,14-2 9-16,10 2-18 16,5-2 1-16,7 0-3 15,2 0-5-15,-3 0-1 16,-5 0 3-16,-15-7-2 15,-17 0-1-15,-23 2 3 16,-19-2-6-16,-23 4-3 16,-20-2-22-16,-21 4-9 15,-18 1-10-15,-12 0-51 0,0 0-118 16,-7 0 90 0</inkml:trace>
  <inkml:trace contextRef="#ctx0" brushRef="#br0" timeOffset="-147607.27">22806 10430 194 0,'0'0'272'16,"0"0"-148"-16,0 0-30 16,0 0-11-16,0 0-30 15,0 0-53-15,0-2-15 16,0 2-124-16,0 9 26 16,0-2-100-16</inkml:trace>
  <inkml:trace contextRef="#ctx0" brushRef="#br0" timeOffset="-145243.56">22817 9269 168 0,'0'0'37'16,"0"0"43"-16,0 0-45 15,0 0 0-15,-12-79-11 0,-4 60 6 16,2-3-2-16,-4 1-15 16,-4-1-7-16,-1 1 4 15,-6-1-2-15,-3-1 0 16,-2 2-7-16,-3-1 2 16,3 1-2-16,-4 1-1 15,-2 1 1-15,-2 2-1 16,2 0 0-16,1 0 1 15,1 5 2-15,3-2-3 16,-2 1 2-16,1 5-2 16,0 0-1-16,-3 3-5 15,2 1 4-15,-2 0 2 0,2 1-2 16,-3-1 2 0,-1 4 3-16,1-2-3 0,-1 2 0 15,-1 0 0-15,-2 0 1 16,6 0 0-16,-1 0-1 15,1-1 0-15,3 0 0 16,1-2 3-16,-1 0-3 16,1-1 2-16,-4-1 3 15,1 1 2-15,-4 1-1 16,-1 3-3-16,0 0 2 16,-7 0-4-16,1 0-1 15,-4 0 2-15,0 6-2 16,-4 2 0-16,-5 1 0 15,-11-1 0-15,-11 2 0 16,-2 2 2-16,9-2-2 0,15 2 0 16,13 2 0-1,9 2 0-15,5 2 0 0,7 2-2 16,8 2 1-16,5 6-4 16,3 6 5-16,0 7-1 15,-5 3 1-15,4 6 0 16,-2-1 1-16,-1 2-1 15,3 2 0-15,-4 3 0 16,-1-1 0-16,-3 3 2 16,-4-1-2-16,-1 1 0 15,2-1 0-15,5-1 0 16,6-3-2-16,7 0 2 0,5-2 0 16,0 0 0-1,0-3 0-15,11 5 0 0,2-2 2 16,6 7-1-16,-1 3-1 15,4 2 0-15,6 2 0 16,7 0 1-16,3-4 3 16,7-4 3-16,1-2-2 15,10-7 0-15,6 0-1 16,8-4-2-16,0-3 2 16,-1-3-4-16,1-6-12 15,0-3 0-15,3-5-10 16,6-6 2-16,-1-4 13 15,1-4 2-15,3-5 0 16,0-1 5-16,6-4 1 16,5 0-1-16,6 0 0 0,6-11 0 15,10-6-1-15,7-6-1 16,5-7-4-16,-2-4 6 16,-9-4 3-16,-5-5 33 15,-8-3-8-15,-5-3 1 16,-5-2 17-16,-5 3-5 15,-9 0-2-15,-9 4-18 16,-3 1-9-16,-4 1-11 16,-8 0 1-16,-8 0-1 15,-11-1 2-15,-7 4 9 16,-9 2 27-16,-6 0-7 16,-1 0-7-16,-2-2-10 0,-2-5 3 15,-4 1-7-15,3-3-4 16,-7-3-7-16,-1 0 3 15,0 2-3-15,-4 0 2 16,-14-1 6-16,-5 0 1 16,-4 1-6-16,-6-4 3 15,-5 0 1-15,-5 4-4 16,-6 0-3-16,-6 4 4 16,0 0-4-16,-6 0-1 15,-4 3-3-15,-6 3 3 16,-13 6-2-16,-2 10-1 15,1 8-20-15,9 10-28 16,11 3 10-16,18 0-36 0,17 6 30 16,15 13-14-1,13 6-24-15,2 0 0 0,10-2-118 16</inkml:trace>
  <inkml:trace contextRef="#ctx0" brushRef="#br0" timeOffset="-145083.02">22813 9311 466 0,'0'0'22'0,"0"0"35"0,0 0-10 16,0 0-47-1,0 0-43-15,-98 25-98 0,72-5-160 16</inkml:trace>
  <inkml:trace contextRef="#ctx0" brushRef="#br0" timeOffset="-125759.62">22981 7002 231 0,'0'0'90'0,"0"0"10"15,0 0-34-15,0 0-5 16,0 0-26-16,0 0-10 15,0 0-22-15,0 0-1 16,-19-15-1-16,1 24 3 16,-2 1 7-16,-7 2-1 15,-1 3-3-15,-2 0-2 16,0-1-1-16,0 2-4 16,2-2 3-16,3-3-2 0,4-1-1 15,11-3-1-15,4-5-1 16,6-2-4-16,0 0 0 15,0-12-14-15,13-8-34 16,7-3 12-16,0-4 28 16,-3 4 12-16,-4 0-1 15,-6-1 3-15,-2 3 3 16,-3 5 13-16,-1 3 36 16,-1 4 9-16,0 7-22 15,2 2-39-15,4 5-13 16,4 19 13-16,4 10 2 15,9 12 0-15,4 10 0 0,8 6 0 16,1 4 0-16,5 2-2 16,-12-5-21-16,-6-13-136 15,-12-16-293-15</inkml:trace>
  <inkml:trace contextRef="#ctx0" brushRef="#br0" timeOffset="-125046.73">24747 8270 420 0,'0'0'59'0,"0"0"54"15,0 0-26-15,0 0-44 16,0 0-18-16,0 0-25 16,15-54-10-16,-15 56 0 15,-15 12 10-15,-9 6 2 0,-12 5-1 16,-5 1 0 0,-1 1 1-16,1-6-2 0,2-6-21 15,3-3-2-15,9-4 5 16,9-5-25-16,10-3 24 15,8 0 19-15,0-16-8 16,15-8-20-16,11-2 4 16,3 2 23-16,0 2 0 15,-3 8 1-15,-6 5 9 16,-3 7 7-16,-2 2-11 16,-1 0-1-16,-2 15-3 15,-1 14-1-15,-1 10 1 16,-5 11-1-16,-5 9 3 15,0 8-3-15,-26 1-50 16,-8-4-115-16</inkml:trace>
  <inkml:trace contextRef="#ctx0" brushRef="#br0" timeOffset="-124546.81">23894 9574 492 0,'0'0'39'15,"0"0"37"-15,0 0 17 16,0 0-64-16,0 0-29 16,0 0-11-16,-12 4 11 15,-13 13 1-15,-5 5 1 16,-6-2-2-16,0-1-7 16,-1-4-18-16,7-4 2 15,11-8-11-15,10-3 17 16,9 0 17-16,0-5 5 15,10-14-5-15,13-5 2 16,2-1 0-16,2 0-1 16,-5 5 2-16,-2 9 22 0,-3 8 1 15,0 3-17-15,2 4-8 16,5 20 0-16,2 5 2 16,6 9-1-16,-3 3 3 15,-1 2-4-15,-4 1-1 16,-11-2 0-16,-13-2-51 15,0-10-61-15,-22-15-165 16</inkml:trace>
  <inkml:trace contextRef="#ctx0" brushRef="#br0" timeOffset="-123713.9">18782 7414 242 0,'0'0'146'15,"0"0"-28"-15,0 0-21 16,0 0-33-16,0 0-57 15,0 0-7-15,-22 0 0 0,-1 19 3 16,-3 2-2 0,0-1 0-16,3-2 0 0,4-2-2 15,6-5 1-15,4-5-2 16,5-3-32-16,4-3 7 16,0 0 27-16,1-6 0 15,17-10-54-15,8-6-21 16,-3-1 27-16,-2 3-14 15,-7 1 42-15,-7 7 20 16,0 2 52-16,-5 7-7 16,1 3 6-16,-2 0-51 15,5 10-3-15,1 14 3 0,-3 9 3 16,3 11-1 0,-1 15-2-16,3 10 0 0,0 2-51 15,-1-1-223-15</inkml:trace>
  <inkml:trace contextRef="#ctx0" brushRef="#br0" timeOffset="-122982.81">18799 9999 326 0,'0'0'142'16,"0"0"-85"-16,0 0-36 16,0 0-19-16,0 0 1 15,-108 48-2-15,59-27 0 16,-5 0 0-16,2-3 0 15,3-2 0-15,9-7-1 0,7-2 2 16,8-7 0 0,8 0-1-16,5 0 4 0,9-13-1 15,3-6-4-15,0-1-3 16,15-2-35-16,5 2 7 16,-1 3 24-16,-4 5 7 15,-3 5 2-15,-2 4 7 16,0 3 10-16,2 0-9 15,4 3 1-15,6 12 8 16,2 9 8-16,1 5-13 16,-1 9-8-16,-2 8-3 15,1 3-3-15,-4-2-2 0,-2-3-69 16,0-17-79 0</inkml:trace>
  <inkml:trace contextRef="#ctx0" brushRef="#br0" timeOffset="-122832.96">18797 10169 592 0,'0'0'5'16,"0"0"15"-16,0 0-20 16,0 0-10-16,0 0-21 15,0 0-34-15,11 63-106 16</inkml:trace>
  <inkml:trace contextRef="#ctx0" brushRef="#br0" timeOffset="-116670.31">18844 7424 49 0,'0'0'43'16,"0"0"9"-16,0 0 9 0,0 0 2 15,0 0-7-15,0 0-1 16,0 0-5-16,74-70-21 15,-68 63-7-15,-2-1-14 16,-1 0-5-16,0 2 7 16,1 0 2-16,-3 2-10 15,1 0-1-15,-2 1 2 16,0 3 2-16,0 0-4 16,0 0-1-16,0 0-11 15,0 0 8-15,-8 13 3 16,-7 1 0-16,-4 4-4 15,-8 4 4-15,-6 3 2 16,-4 4 1-16,-8 0 0 16,5 0-2-16,1-4-1 0,4-5 3 15,12-6-2-15,8-4 0 16,9-8 0-16,6-2 1 16,0 0 6-16,0 0 68 15,4-2-5-15,19-15-71 16,8-2-13-16,5-2-31 15,0 0-36-15,-8-1-30 16,-9-1-200-16</inkml:trace>
  <inkml:trace contextRef="#ctx0" brushRef="#br0" timeOffset="-116558.43">18844 7424 252 0</inkml:trace>
  <inkml:trace contextRef="#ctx0" brushRef="#br0" timeOffset="-116404.17">18844 7424 252 0,'-80'-75'100'0,"82"75"36"0,1 0-124 0,-2 1-11 15,2 15-2-15,0 8 2 16,0 8-1-16,-1 4 2 16,-1 6 0-16,2 0-2 15,4-2 2-15,0-2-2 16,-2-4 2-16,2-6 0 15,-3-4-1-15,-2-5-1 0,-2 0-4 16,0-9-78 0,-5-10-268-16</inkml:trace>
  <inkml:trace contextRef="#ctx0" brushRef="#br0" timeOffset="-116236.17">18787 7752 362 0,'0'0'70'0,"0"0"-13"16,0 0-57-16,0 0-21 16,0 0-111-16</inkml:trace>
  <inkml:trace contextRef="#ctx0" brushRef="#br0" timeOffset="-96024.79">4502 13584 67 0,'0'0'55'16,"0"0"-13"-16,0 0 13 15,0 0 3-15,0 0 17 16,0 0-44-16,0 0-1 0,-57-73 6 16,50 67-17-16,1 1-4 15,0 1 18-15,1 1-27 16,1 0-6-16,-2 2 2 15,1 0 0-15,4 1 1 16,-3-2-1-16,4 2-2 16,0 0-4-16,0 0-1 15,0 0 3-15,14 0 2 16,13 4 1-16,9-1 4 16,21-3 8-16,16 0-1 15,16 0 9-15,17-5 2 16,8-7-5-16,11-2-7 15,3 2 0-15,8-2-5 0,0 1-4 16,-7 3-1-16,-8 2-1 16,-16 3 1-16,-17 4-1 15,-20 1-1-15,-12 0 1 16,-18 0 1-16,-14 0-1 16,-9 0-1-16,-11 0 0 15,-2 0-1-15,-2 2 0 16,0 2 0-16,0 5 2 15,-14 3-3-15,-5 4-16 16,-2 1-49-16,6-4-71 16,6-8-200-16</inkml:trace>
  <inkml:trace contextRef="#ctx0" brushRef="#br0" timeOffset="-94171.56">5913 12260 148 0,'0'0'44'16,"0"0"5"-16,0 0-4 15,0 0-5-15,0 0-4 16,0 0-21-16,-8 1-9 16,-1 18 17-16,-2 6 26 15,-3 5-15-15,-1 6 5 16,-3 7-9-16,-4 3-9 16,4 0-6-16,3-5-8 0,3-15-6 15,8-11 4-15,1-10-3 16,3-5 2-16,0 0 48 15,-2-12 68-15,2-12-95 16,0-7-24-16,0-6-1 16,11-4-23-16,5 5-39 15,3 0-11-15,4 4 0 16,-2 1-11-16,0 3-6 16,2 3 18-16,-1 3 9 15,-2 5 24-15,-2 2 23 16,-1 5 16-16,-6 7 1 15,-3 3 19-15,-6 0 7 0,-2 4-22 16,0 13 34-16,-1 6-5 16,-16 2-11-16,-3 1-17 15,-1-2-1-15,-1-3 0 16,-2-3-1-16,0-3 2 16,-1-1-1-16,1-2 1 15,3-4-4-15,5-3 3 16,2 1 0-16,5-3-5 15,3 4 0-15,6-2-43 16,0-3-87-16</inkml:trace>
  <inkml:trace contextRef="#ctx0" brushRef="#br0" timeOffset="-93577.35">6078 12339 439 0,'0'0'85'0,"0"0"-21"16,0 0-64-16,0 0 0 16,0 0 4-16,0 0-4 15,-31 89 3-15,25-69-2 16,3-3 0-16,-1-2 2 0,4-6-2 15,0-6-1-15,0 0 2 16,0-3-1-16,0 0 6 16,0-4 23-16,0-15-15 15,10-10-12-15,2 0-3 16,6-2-3-16,-2 6-9 16,4 6 5-16,-4 2 6 15,-1 10 1-15,2 4-1 16,-1 3-4-16,-4 0-3 15,3 10 6-15,-3 3 2 16,0-1 0-16,1 0 0 16,-2-2 0-16,-1 1 0 15,-1-6 0-15,-3-2 0 0,0-3 0 16,4 0 0 0,-1-3 1-16,2-13 1 0,0-5-2 15,-1-1 1-15,-3-2 0 16,-1 4-1-16,1 3 3 15,-3 7 13-15,1 7 5 16,0 3-20-16,1 0-1 16,4 14-3-16,-1 9 3 15,0 5 0-15,3 6 4 16,0 6 1-16,3 2-4 16,2 3 0-16,3 2 3 15,0-4-4-15,5-7-28 0,-1-18-129 16</inkml:trace>
  <inkml:trace contextRef="#ctx0" brushRef="#br0" timeOffset="-92777.53">5702 12264 162 0,'0'0'24'0,"0"0"-4"16,0 0 32-16,0 0 8 15,0 0-7-15,0 0-14 16,-17-14-20-16,17 14-14 16,0 1-4-16,0 13 7 15,0 6 12-15,-9 8 10 16,4 3-5-16,-1 8-1 16,2 1-15-16,2 4-5 15,2 0 2-15,0-4-2 16,0-7-2-16,0-8 3 15,2-7-5-15,5-6-4 0,1-5-32 16,1-7-44-16,0 0-116 16</inkml:trace>
  <inkml:trace contextRef="#ctx0" brushRef="#br0" timeOffset="-92186.69">5789 12209 55 0,'0'0'33'0,"0"0"29"16,0 0-7-16,0 0-4 0,0 0 11 15,84-58-8-15,-64 48-6 16,-6 3 1-16,-2 3-7 16,0 3-25-16,-5 1-1 15,-2 0-13-15,-1 5-3 16,-4 12 0-16,0 5 0 16,0 3 1-16,-16 4 2 15,-2-1-2-15,-1-1 1 16,2-4-1-16,2-2 2 15,-1-5-2-15,1-2-1 16,-3-4 3-16,-2-3 0 16,0 0-3-16,2-2 4 15,-1-2-1-15,-1-2 1 16,-1 1 3-16,2-1-3 16,5 0-4-16,2 3 0 0,2-1-1 15,4 0-2-15,1 5-11 16,4 0-33-16,1-1-58 15,0-3-88-15</inkml:trace>
  <inkml:trace contextRef="#ctx0" brushRef="#br0" timeOffset="-92006.32">5686 12441 204 0,'0'0'65'0,"0"0"19"15,0 0 12-15,0 0-20 16,0 0-13-16,0 0-35 16,-31-3-28-16,31 3-23 15,6 5-46-15,3-1-135 16</inkml:trace>
  <inkml:trace contextRef="#ctx0" brushRef="#br0" timeOffset="-82987.09">7479 13488 67 0,'0'0'18'0,"0"0"29"16,0 0-16-16,0 0 0 15,0 0-25-15,0 0 5 16,0 0-8-16,0 0-1 16,-33-12-1-16,32 12-1 15,-1 0-1-15,1 0-20 0,-5 0-23 16,6 0-15 0,-3 1-33-16</inkml:trace>
  <inkml:trace contextRef="#ctx0" brushRef="#br0" timeOffset="-82571.63">7479 13488 132 0,'-52'-12'67'16,"49"9"-36"-16,0 0 24 15,-2-1-23-15,1 0 11 16,1 1 4-16,0 2-17 16,2 1-5-16,-1 0-8 15,2 0-3-15,0 0-4 16,0 0-8-16,0 0-1 15,0 0-1-15,16 0 2 16,8 0 6-16,9 0-4 0,10 0 2 16,11 0 3-1,12 0-2-15,4 0 2 0,9 0 1 16,6-8-6-16,4-3 0 16,1-3 1-16,-2 2-3 15,-12 1-2-15,-12 3 0 16,-13 3 1-16,-14 2 1 15,-10 1-2-15,-11 2 0 16,-8 0 0-16,-7 0-2 16,-1 0 2-16,0 0 0 15,0 0 5-15,-17 0-4 16,-3 7-1-16,-4 3 2 0,-3 3-5 16,0 1 2-16,2 0-24 15,1 0-64-15,5-6-131 16</inkml:trace>
  <inkml:trace contextRef="#ctx0" brushRef="#br0" timeOffset="-81806.51">9877 13462 155 0,'0'0'84'16,"0"0"-23"-16,0 0 49 15,0 0-35-15,0 0-33 16,0 0-4-16,-31-46 1 0,30 41-18 16,-1 3-3-1,2 2-1-15,0 0-10 0,0 0-4 16,18 0-3-16,12 0 1 16,12 0 0-16,9 4-1 15,17-3 1-15,10-1 0 16,17 0-1-16,14-5 1 15,10-10-1-15,3-4 2 16,-1-1-1-16,-12 3-1 16,-12 3 6-16,-16 1-3 15,-14 4 6-15,-14 4-1 16,-12 5-6-16,-14 0 0 0,-9 0-2 16,-9 0-1-16,-9 11-10 15,0 5-13-15,-22 3-5 16,-13 5-26-16,-4-2-94 15,2-6-152-15</inkml:trace>
  <inkml:trace contextRef="#ctx0" brushRef="#br0" timeOffset="-80871.53">13964 13511 119 0,'0'0'31'0,"0"0"-19"16,0 0 12-16,-4080 0 9 16,8160 0-5-16,-4080 0-13 15,32-8 0-15,0 2 16 16,12 2 21-16,10-1-8 0,16 0 0 16,18 1-18-16,20 2-1 15,17 1-13-15,15 1-7 16,3 0-2-16,0 0-1 15,-1 0-1-15,-2 3 1 16,4-3-2-16,6 0 1 16,-1-3-1-16,1-7 1 15,-8-3 0-15,-16 0 3 16,-22 3 21-16,-20-4 0 16,-19 3 4-16,-20 2-3 15,-9 2-9-15,-15 2 2 16,-12 2-6-16,-4 1 3 15,-5 2 14-15,0-2-16 16,0 2-13-16,0 0-1 16,0 0-21-16,-13 10-33 0,-2 5-27 15,2-1-96-15</inkml:trace>
  <inkml:trace contextRef="#ctx0" brushRef="#br0" timeOffset="-80718.43">16836 13387 574 0,'0'0'9'0,"0"0"-9"16,0 0-11 0,0 0-46-16,0 0-28 0,0 0-87 15</inkml:trace>
  <inkml:trace contextRef="#ctx0" brushRef="#br0" timeOffset="-79758.2">18330 13576 141 0,'0'0'85'0,"151"-18"-2"16,-58 6 0-16,6 0-22 15,6 4-18-15,5 0-11 16,2 2-4-16,0 2-9 16,-6-3-18-16,-9 3 4 15,-12 0-4-15,-11 1 2 16,-11 3-3-16,-15 0 0 15,-13 0 0-15,-11 0-2 16,-11 0-15-16,-5 1-29 0,-6 6-53 16,-2 3-58-16,0-4-75 15</inkml:trace>
  <inkml:trace contextRef="#ctx0" brushRef="#br0" timeOffset="-79610.76">19750 13534 266 0,'0'0'103'0,"0"0"-12"15,0 0-68-15,0 0-23 16,0 0-49-16,0 0-54 0,-50 20-41 16</inkml:trace>
  <inkml:trace contextRef="#ctx0" brushRef="#br0" timeOffset="-75778.16">20832 11523 353 0,'0'0'39'16,"0"0"42"-16,0 0-20 16,0 0-41-16,0 0-6 15,0 0 5-15,68-62 4 16,-53 54 15-16,5 2-26 16,0 1 14-16,3-2-20 15,-1 6-3-15,2 1-2 16,1 0 3-16,-1 1-4 15,-1 14 0-15,-4 2-1 16,-7 3 1-16,-6 7-6 0,-6-1-10 16,-20 6 2-16,-14 0 7 15,-10-3 0-15,0-3 6 16,4-6 1-16,9-1 0 16,10-5 0-16,10 0 0 15,6-1-2-15,5 2 0 16,0-1 2-16,14-2 0 15,9 2 0-15,-1-3 0 16,2-2 0-16,-3 0 2 16,-6 1-2-16,-8-2 0 15,-6 1 0-15,-1 1-1 16,-8-1 1-16,-12 2 0 0,-8 0 4 16,-4 1-4-1,2-2 0-15,2-2 0 0,3-1-8 16,7-2-5-16,6-2-2 15,5-2-37-15,7 1-47 16,3-2-43-16,22 0 53 16</inkml:trace>
  <inkml:trace contextRef="#ctx0" brushRef="#br0" timeOffset="-75461.81">21206 11751 421 0,'0'0'146'16,"0"0"-72"-16,0 0-59 16,0 0-15-16,0 0-3 0,0 0 3 15,-9 59 0-15,9-39 3 16,2 0-1-16,16-4-1 16,7-6 4-16,5-7-2 15,3-3 2-15,5-2-2 16,-4-15 2-16,-4-5-1 15,-7-4-1-15,-9-1 4 16,-7-4-5-16,-7-1-1 16,0 3 3-16,-22 4-3 15,-1 8-1-15,4 8-3 16,6 7-3-16,13 2-30 16,0 4-73-16,16 12 27 0,18-3-108 15</inkml:trace>
  <inkml:trace contextRef="#ctx0" brushRef="#br0" timeOffset="-75173.76">21810 11407 365 0,'0'0'82'16,"0"-92"54"-16,0 56-30 15,0 14-9-15,3 13-73 0,3 9-8 16,3 4-16-16,-1 24-6 16,-1 19 5-16,-4 15 1 15,-3 14 2-15,0 13 5 16,-21 5-1-16,-6 4-2 16,-6-1 1-16,-1-5-3 15,1-8-1-15,2-9 0 16,4-11 2-16,6-15-3 15,6-15 1-15</inkml:trace>
  <inkml:trace contextRef="#ctx0" brushRef="#br0" timeOffset="-72796.68">21780 11655 81 0,'0'0'206'0,"0"0"-114"16,0 0 5-16,0 0-28 16,0 0-7-16,93-66-14 15,-70 56-14-15,1 3-1 16,-2 4-15-16,-3 3 2 15,-4 0-12-15,0 10-8 16,-5 12 3-16,-7 6-3 16,-3 7 0-16,-6 2 2 15,-18 1 2-15,-5-4-2 16,-4-7 2-16,0-6-4 0,-1-8 0 16,2-1 4-16,4-7-4 15,4-1 1-15,6-1 5 16,6-1-5-16,6-2-1 15,6 3-48-15,2-2-177 16,23-1 85-16</inkml:trace>
  <inkml:trace contextRef="#ctx0" brushRef="#br0" timeOffset="-71549.66">22156 11790 486 0,'0'0'56'16,"0"0"-56"-16,0 0-1 0,0 0 1 15,0 0 0-15,0 0 3 16,103 35 1-16,-59-35 11 16,3 0 3-16,-4-11-4 15,-10-6-3-15,-9 0-2 16,-13-3 0-16,-10 0-4 15,-1 2-3-15,-12 1-2 16,-21 8-17-16,-9 9-14 16,-1 0 18-16,8 9 8 15,12 15 1-15,13 4-2 16,10 6 3-16,0 1 0 16,22 2 2-16,10-2 1 0,12-5 0 15,5-11 0-15,5-10 3 16,-2-9-3-16,-3 0 4 15,-4-14-1-15,-5-7 0 16,-12-2-1-16,-6 0 16 16,-11-2 15-16,-8 3 1 15,-3 1 18-15,-6 2-11 16,-11 6-25-16,3 6-11 16,5 7-5-16,2 0-5 15,4 10-7-15,0 13 11 16,1 2-2-16,2 0 2 15,0-1 1-15,2-8 0 16,5-6 1-16,3-8 2 16,3-2 1-16,3-7 41 0,10-13-30 15,3-9-15-15,3-6 0 16,-2-4-32-16,-4-4-44 16,-5-1-38-16,-4 2-42 15,-3 3-41-15,2 1 111 16,6 1 53-16,5 0 22 15,1-1 11-15,2 2 6 16,-5 3 51-16,-8 3 34 16,-6 9 48-16,-3 7-6 15,-8 7-14-15,0 7-48 0,0 0-71 16,0 14-3 0,-3 22-6-16,-13 17 9 15,-8 17 0-15,0 11 8 0,-3 10-2 16,2 1 0-16,1 3 1 15,0-2-1-15,7-7-2 16,1-11-3-16,7-8 1 16,3-13 3-16,3-14-5 15,3-15 0-15,0-14 0 16,0-11 4-16,0 0 52 16,0-28 4-16,7-14-59 15,9-14-1-15,0-3 0 16,-2 2-4-16,-1 5-21 0,-2 5-1 15,5 7-19-15,2 5 9 16,4 7 7 0,-1 6 20-16,-6 9 7 0,-3 6 2 15,-8 6 4-15,-1 1-4 16,-1 0-7-16,-2 9 5 16,0 8-3-16,0 0 3 15,-9-1 1-15,-8 1 1 16,-3-2 3-16,0-2 0 15,1-4 3-15,4-2-5 16,2-4-1-16,9-3-5 16,4 0 5-16,2 0-5 15,26-17-48-15,16-5-99 0,15-8 17 16,2-4 90 0,-2-4 45-16,-7 0 7 0,-6-4 9 15,-7 2 47-15,-7 1-12 16,-6-1 3-16,-10 4 4 15,-7-2-8-15,-8 2 39 16,-1 7-7-16,0 10-18 16,0 11-16-16,-1 8-48 15,-9 8-2-15,-5 24-25 16,-9 15 27-16,0 10 0 16,8 12-2-16,5 3 2 15,11 1-1-15,0-7-8 16,15-11-38-16,9-14-50 15,6-13 2-15,4-17-41 16,3-11-197-16</inkml:trace>
  <inkml:trace contextRef="#ctx0" brushRef="#br0" timeOffset="-71216.38">23639 11823 618 0,'0'0'44'16,"0"0"12"-16,0 0-56 15,0 0-1-15,0 0 1 16,0 0 2-16,73-11 12 16,-50 4-8-16,-3-1 18 15,-2-4 4-15,-1-2-17 16,-6 1-7-16,-2-2-1 16,-7 1-2-16,-2 0-1 0,-5 1-9 15,-15 4-16-15,-6 9 9 16,1 0 0-16,-3 8 4 15,0 18-4-15,3 8 0 16,1 9 9-16,12 6 2 16,12 2 2-16,4-3-8 15,36-9-3-15,16-11-10 16,12-12 24-16,0-7-2 16,1-9-37-16,-4 0-68 15,-10-13-249-15</inkml:trace>
  <inkml:trace contextRef="#ctx0" brushRef="#br0" timeOffset="-70732.11">20830 12258 194 0,'0'0'36'15,"0"0"14"-15,127 3 28 16,-49-3 7-16,20 0-25 16,23 1-7-16,28 1 0 15,15-1-13-15,21-1-8 16,9 0-5-16,4 0-1 15,-2 0-15-15,-7 0 4 16,-13-5-8-16,-13-4-7 0,-11-2 2 16,-19-1-4-1,-20 0-2-15,-25 0-17 0,-28 4 0 16,-26 1 1-16,-25 3-11 16,-9-2-111-16</inkml:trace>
  <inkml:trace contextRef="#ctx0" brushRef="#br0" timeOffset="-70566.49">23422 12273 690 0,'0'0'42'15,"0"0"-42"-15,0 0-31 16,0 0-123-16,0 0-47 15</inkml:trace>
  <inkml:trace contextRef="#ctx0" brushRef="#br0" timeOffset="-67882.98">21945 12570 56 0,'0'0'87'16,"0"0"-11"-16,0 0 6 0,0 0-14 16,0 0-24-16,-19 76-10 15,12-59-8-15,1-1 1 16,2-1-15-16,1-2-5 16,3 1-2-16,0-3-4 15,0 0 2-15,0-5-2 16,4-2 1-16,5-2-2 15,-2-2-4-15,1 0 4 16,0 0 2-16,-4-9 0 16,2-1 5-16,-3 0 24 15,-2 2 24-15,-1-1 6 16,2 5-22-16,-2 1-14 0,0 1-1 16,0 2-11-16,0 0-11 15,0 0 4-15,0 0-4 16,0 0-2-16,0 0 0 15,0 0 1-15,0 0-1 16,0 0 0-16,0 0-2 16,0 0 0-16,0 0-2 15,0 0 2-15,0 0 1 16,0 0 1-16,0 0-1 16,0 0 2-16,0 0-1 15,0 0 1-15,0 0-1 16,0 0 0-16,0 0 0 15,0 0 0-15,0 0 0 0,0 0-3 16,0 0-3-16,0 0 5 16,0 0 1-16,0 0 0 15,0 0 1-15,0 0 0 16,0 0-1-16,0 0 0 16,0 0 1-16,0 0-1 15,0 0 1-15,0 0-1 16,0 0 0-16,0 0 0 15,0 0 0-15,0 0 0 16,0 0 0-16,0 0 0 16,0 0 0-16,0 0 0 15,0 0 0-15,0 0 2 0,0 0-2 16,0 0 0 0,0 0 0-16,0 0 1 0,0 0 0 15,0 0 0-15,0 0 0 16,0 0 0-16,0 0-1 15,0 0-1-15,0 0 0 16,0 0-8-16,0 0-29 16,0 0-21-16,0 0-29 15,0 0-61-15,0 0-57 16</inkml:trace>
  <inkml:trace contextRef="#ctx0" brushRef="#br0" timeOffset="-67606.32">22019 12613 324 0,'0'0'116'0,"0"0"5"16,0 0-58-16,0 0-63 15,0 0-16-15,0 0 15 16,0 9 0-16,0 6-1 15,0 5 2-15,-6 2 0 16,-3 0 2-16,3 1 2 16,2 1-4-16,2-3-1 15,2-3-32-15,0-5-23 16,0-5-31-16,14-3 10 0,5-5-43 16,2 0-74-1</inkml:trace>
  <inkml:trace contextRef="#ctx0" brushRef="#br0" timeOffset="-66803.07">22119 12746 203 0,'0'0'195'0,"0"0"-38"16,0 0-34-16,0 0-78 16,0 0-45-16,0 0-1 15,52-13 1-15,-34 28 0 16,3 2 1-16,1-3-1 16,-1-2 1-16,0-2-1 15,-2-3 2-15,-3-2-2 16,1-5 0-16,-3 0 1 0,4-9 1 15,-1-9-2 1,-2-5 0-16,2-1 2 16,-10 1-2-16,-1 3 1 0,-4 0-1 15,-1 4 0-15,1 5-2 16,4 4-2-16,4 2-5 16,7 2-19-16,3-2 17 15,6-1 10-15,-1 3-1 16,3-4 2-16,-2 2 0 15,-5 2 2-15,-4 1 2 16,-9 0 14-16,-5 2 1 16,-3 0-6-16,0 0-12 15,-4 0-1-15,-19 14 0 16,-5 5 2-16,-2 4 2 16,5 2-4-16,8-2 0 0,8 1-1 15,5-1-5 1,4-3-6-16,4-2-6 0,17-7 10 15,8-5 7-15,3-6 1 16,3 0 0-16,1-7 0 16,-1-11 0-16,-2-4 0 15,-8 1 2-15,-11 1 23 16,-8 3 10-16,-5 5 22 16,-1 4-25-16,0 5-22 15,0 1-3-15,0 2-7 16,0 0-8-16,0 5-9 15,-4 10 11-15,1 4 1 0,3 0-3 16,0-1 4-16,14-2-8 16,3-5 12-16,-1-5-11 15,-2-6 2-15,4 0 9 16,5-15 0-16,6-15 0 16,3-9-18-16,3-6-4 15,-11-3 12-15,-4-2 10 16,-13-1 1-16,-7 5 18 15,0 5 18-15,-1 8 7 16,-9 13 6-16,6 10-19 16,-1 10-31-16,2 0 0 15,-1 27-19-15,3 16 16 16,1 14 3-16,0 11-1 16,4 1 0-16,14-4 1 0,7-6-8 15,1-5-13-15,-1-7-33 16,-2-10-40-16,2-13-89 15,-1-15-223-15</inkml:trace>
  <inkml:trace contextRef="#ctx0" brushRef="#br0" timeOffset="-66503.88">23247 12752 42 0,'0'0'345'0,"0"0"-315"0,84-20 7 15,-52 12-5 1,1-2 8-16,-3-4 1 0,-7-2 13 16,-3 0-8-16,-10-3 25 15,-5 2-23-15,-5 0-12 16,0 3-11-16,-3 6-25 16,-15 5-1-16,-3 3-19 15,-3 0-11-15,0 14 14 16,4 7 3-16,6 5 3 15,6 6 2-15,8 3-4 16,0 5-15-16,13-1-31 16,21-6-31-16,9-9 14 15,12-14-87-15</inkml:trace>
  <inkml:trace contextRef="#ctx0" brushRef="#br0" timeOffset="-66171.47">23781 12634 161 0,'0'0'464'16,"0"0"-326"-16,0 0-50 16,0 0-88-16,0 0-8 15,0 0 4-15,10 68 4 16,-10-27 1-16,0 3 1 16,0-1 0-16,0-11-1 15,-1-10 0-15,1-9-1 0,0-7 0 16,0-6 0-1,0 0 9-15,0-3 6 0,0-18 1 16,1-8-12-16,12-3-3 16,1-3-2-16,2 0 2 15,2 2-2-15,6 6-1 16,6 3-3-16,4 5-16 16,0 4-15-16,-4 5-36 15,-6 0 28-15,-8 7-2 16,-8 1-3-16,-7 1-6 15,-1 1-65-15,-1 0-83 16,-20-1 16-16</inkml:trace>
  <inkml:trace contextRef="#ctx0" brushRef="#br0" timeOffset="-65957.23">22994 12416 611 0,'0'0'55'0,"0"0"-43"16,0 0-12-16,0 0-4 15,0 0 4-15,0 0 4 16,90 20 0-16,-33-15 1 16,13-5 0-16,12 0-5 15,4 0-23-15,0 0-121 16,-6 0-247-16</inkml:trace>
  <inkml:trace contextRef="#ctx0" brushRef="#br0" timeOffset="-63373.2">22488 13196 296 0,'0'0'85'0,"0"0"-50"0,0 0-35 15,0 0-12 1,0 0-7-16,0 0 17 0,0 0 2 16,3-8 4-16,-13 13 24 15,-5 4-7-15,-5 6-4 16,-4-2-7-16,-3 3-4 16,2 1-2-16,-4-2-3 15,4 0 1-15,-1-3-2 16,3-1-4-16,3-3-40 15,8-7 7-15,3-1-14 16,8 0 38-16,1-8 5 16,0-9-32-16,15-3 10 15,6-3 25-15,-2 2 5 0,2 3 42 16,-2 2 4 0,-2 5-4-16,-4 4 3 0,-5 4-9 15,1 3 3-15,-1 0-39 16,0 8 2-16,1 11-2 15,-3 5 4-15,1 7-1 16,-4 3-3-16,-3 5 0 16,0 0-15-16,0-3-43 15,0-5-71-15,2-11-158 16</inkml:trace>
  <inkml:trace contextRef="#ctx0" brushRef="#br0" timeOffset="-61898.01">22739 13260 85 0,'0'0'227'0,"0"0"-100"16,0 0-67-16,0 0-12 15,0 0-30-15,0 0-17 16,12-17-1-16,-10 17-5 16,2 1 5-16,-2 6-1 15,1-3 1-15,-2 1 0 0,1-4 1 16,-2 1-1 0,2-2 5-16,1 0 16 0,6 0 28 15,7 0-19-15,6 0-16 16,3-8-12-16,2-1-2 15,-3 0-4-15,-7 1-31 16,0 2-21-16,-6 5 20 16,-9 1-91-16,-2 0-112 15</inkml:trace>
  <inkml:trace contextRef="#ctx0" brushRef="#br0" timeOffset="-60776.51">22563 13768 220 0,'0'0'105'0,"0"0"-15"16,0 0-10-16,0 0-80 15,0 0-1-15,0 0-11 0,-13 6 12 16,-5 11 3-16,-4 2 4 16,0 3 1-16,-4 0 6 15,2 0-10-15,-1-2-3 16,0-2 0-16,7-3 1 16,4-5 0-16,6-5 0 15,4-3 0-15,4-2 6 16,0-5 4-16,6-12-12 15,11-7-3-15,0 0-14 16,-1-1 9-16,-3 1-3 16,-4 2 11-16,-3 3 0 15,1 4 0-15,-4 6 3 16,3 4 1-16,-2 3-4 0,1 2-1 16,0 0-3-16,2 14 1 15,-1 6 3-15,-2 3 0 16,1 2 3-16,-2 1-3 15,2-3 0-15,-2 0-2 16,0-2-25-16,2-4-58 16,-2-6-127-16</inkml:trace>
  <inkml:trace contextRef="#ctx0" brushRef="#br0" timeOffset="-60359.73">22728 13902 263 0,'0'0'139'0,"0"0"-76"16,0 0-34-16,0 0-29 15,0 0 0-15,0 0-11 0,-5-2 11 16,24 4 5 0,9 1 25-16,8-3 17 0,5 0 1 15,5 0 1-15,3 0 10 16,9 0-30-16,4-5-8 15,-1 0-12-15,-5 1-4 16,-14-1-2-16,-13 4-3 16,-15-1 0-16,-11 2-9 15,-3 0-63-15,-10 0-26 16,-22 0-36-16,-6 6-150 16</inkml:trace>
  <inkml:trace contextRef="#ctx0" brushRef="#br0" timeOffset="-54299.91">21785 12429 145 0,'0'0'39'16,"0"0"83"-16,0 0-40 15,0 0-1-15,0 0-36 16,30-76 18-16,-27 65-12 16,-3 5-23-16,0 3-3 15,0 3-10-15,0 0-15 16,0 0-3-16,0 0-28 0,-15 0-6 16,-9 6 36-16,-3 6-7 15,0 3 8-15,2 5 1 16,2 6-1-16,-2 6 0 15,0 5-1-15,-1 3 0 16,4 5 0-16,4 1-2 16,3 1 1-16,8 3-6 15,5 0-11-15,2-2 12 16,5-1-10-16,17-4 0 16,8-4 8-16,3-6 3 15,0-2 6-15,-2-2 1 16,-7-4 3-16,-8 2-4 0,-6 0 0 15,-10 0-5-15,-3 6-3 16,-23 1-1-16,-17 1 8 16,-5-1-2-16,-6 0 5 15,-1-3-2-15,4-1 0 16,6 0 4-16,5-3-3 16,8 6 0-16,7 4-2 15,8 4 2-15,8 3-2 16,6-2-5-16,3-2-18 15,6-3 2-15,14-1 2 16,7-3 13-16,6 4 2 16,1 1 5-16,5 4 1 15,-1 4 3-15,-5 2 4 16,-4 0 1-16,-5-2-9 16,-5-4 4-16,-7-4-2 0,-4-1 8 15,-1-1-4-15,-2-5 0 16,-2 3 1-16,1-5-4 15,0-2 1-15,0-5-2 16,0-1 2-16,2-5-4 16,-2 0 2-16,1-3 0 15,4-2 8-15,4 0 12 16,-1 2-3-16,6 2-4 16,-1-1-7-16,3 1-2 15,6-1-3-15,5 1 2 16,3-2-5-16,8-6-43 15,6-7-57-15,4 0-163 0</inkml:trace>
  <inkml:trace contextRef="#ctx0" brushRef="#br0" timeOffset="-52884.91">22141 12400 229 0,'0'0'10'0,"0"0"43"16,0 0-43-16,0 0 3 0,0 0 27 15,0 0-27-15,48-54-13 16,-21 47 1-16,7 1 2 15,13 0 20-15,12 4-3 16,16 2-5-16,20 0 23 16,20 0-23-16,22 0-12 15,18 7-3-15,17 0-8 16,1-4 8-16,1-3 7 16,-12 0-6-16,-16 0 9 15,-12-7-3-15,-15-3 9 16,-11-2 4-16,-10 2-17 15,-12 0-3-15,-13 0-3 0,-16 3 3 16,-18-2 8-16,-19 6-1 16,-9 1 21-16,-10 2 34 15,-1 0-31-15,0 0-31 16,0 0-22-16,0 7-73 16,-11 13 85-16,-8 11 10 15,-7 12 1-15,-5 16-1 16,-2 11 0-16,5 17 2 15,4 10-1-15,10 10 0 16,6 4 0-16,6 2-1 16,2-5-1-16,0-10-1 15,0-4-9-15,0-7-5 16,-5-2-2-16,-9 0-19 0,-10-3 31 16,-6 1-3-16,-3-10 5 15,0-6-1-15,2-5 5 16,3-6 0-16,4-3 0 15,5-6 5-15,3-7-2 16,3-2 2-16,6-8-5 16,4-9 2-16,3-2-1 15,0-8 1-15,0-2 1 16,1-6 4-16,12-3 9 16,4 0-2-16,5 0-1 15,0 0-2-15,-5-6-9 16,-8 2 8-16,-2-1-8 0,-7 3 10 15,0 0-6 1,0 2-6-16,0 0-5 0,-8 0-8 16,-9 0 7-16,-4 4-1 15,-4 5 5-15,0 1 1 16,-6 0 0-16,-10 4 1 16,-7 0-4-16,-10 2 4 15,-5-2-1-15,-13 0 1 16,-12-1 0-16,-18-4-3 15,-22 0-12-15,-14-5 8 16,-11-3 4-16,-10-1 3 16,1 0 4-16,8 2-1 15,11 4-2-15,18-1 1 16,17 3 0-16,11-1 10 16,17 2-6-16,10-4 0 0,10 0-5 15,14-4 2-15,10-1-2 16,14 0 2-16,9 0-3 15,9 0 1-15,4 0-1 16,3 0-12-16,17 0-31 16,8-6-34-16,0 0-7 15,-1-2-66-15</inkml:trace>
  <inkml:trace contextRef="#ctx0" brushRef="#br0" timeOffset="-52717.84">21885 14398 632 0,'0'0'0'0,"0"0"-3"15,0 0-244-15</inkml:trace>
  <inkml:trace contextRef="#ctx0" brushRef="#br0" timeOffset="-4098.97">13287 14572 103 0,'0'0'206'16,"0"0"-201"-16,0 0-5 16,0 0 6-16,0 0 2 15,0 0 4-15,0 0 6 16,0 0 1-16,-75 40-11 16,68-36 21-16,4-2 4 15,2-2-28-15,1 0 3 0,0 0 4 16,0 0 36-16,0 0 14 15,0 0 9-15,0 0 1 16,0 0-20-16,0-2-40 16,0-3 0-16,0 1 3 15,0 1-11-15,0 0 0 16,0 3-3-16,0-2-1 16,0 1 0-16,0 1-4 15,0 0-3-15,0 0-12 16,0 0 1-16,0 0 1 15,0 0-10-15,0 0 9 16,0 0 10-16,1 0 2 16,8 0 2-16,-1-5 4 0,-1-1 0 15,1 1 0-15,-3-1 2 16,0 0-1-16,-2-2 5 16,-2 1 4-16,-1 2 5 15,0-2 0-15,0 3-1 16,0-2 7-16,0 2-15 15,-4 1 0-15,-6 3-4 16,-5 0-2-16,0 0 0 16,0 0-3-16,3 3 3 15,0 8-5-15,3 2 3 16,3-1 1-16,0 2 0 16,5 2 1-16,1 0 0 0,0 2 1 15,0 0 0 1,0 2-1-16,0 1 1 0,4-1 1 15,-1 2 5-15,-1 2-1 16,-2-1-3-16,0 7 3 16,0 0 1-16,-1 5 2 15,-12-3-6-15,-3 0-1 16,-1-6 0-16,1-4 0 16,-2-5 0-16,0-4-2 15,6-7 1-15,2-4 1 16,0-2 0-16,5 0 2 15,2-5 1-15,1-14 0 16,2-4-5-16,0-7 0 16,14 3-2-16,7-1 0 0,2-1-13 15,6 1-12-15,1 3-19 16,1 3-25 0,2 2-20-16,1 1-17 0,1 1-10 15,-4 1 27-15,-4 1 85 16,-10 4 6-16,-6 0 78 15,-8 2 21-15,-3-2-21 16,0 2 8-16,0 0-20 16,0 1-7-16,-8 1-10 15,1 2-21-15,-2 0 5 16,5 1 6-16,4 4-5 16,-2-1-8-16,2 2-22 15,0 0-4-15,0 6-1 16,6 13 0-16,7 11 1 0,-2 11 0 15,1 9 0-15,0 8 0 16,-2 0 0-16,1-2 0 16,-4-8 0-16,-2-10-14 15,-5-6-10-15,0-4-24 16,0-10-55-16,0-10-60 16,-9-8-306-16</inkml:trace>
  <inkml:trace contextRef="#ctx0" brushRef="#br0" timeOffset="-3299.05">13307 14749 275 0,'0'0'213'0,"0"0"-108"16,0 0 4-16,0 0-51 15,0 0-10-15,0 0-16 16,0 0-15-16,0-30-5 15,0 30-6-15,9 0-1 16,8 0-3-16,6 0 2 16,7 0-1-16,7 0-1 15,3 0 1-15,5 0-3 16,3 0 2-16,2 0-2 16,-3 0 2-16,0 0-2 0,-11 0 0 15,-9 3 0 1,-12 0 1-16,-6-2-1 15,-8 0-2-15,-1-1 2 0,0 3 4 16,-4 6 15-16,-19 6-10 16,-4 7-8-16,1 6 1 15,4 1-2-15,10 0-1 16,9-1-4-16,3-5-12 16,0-3 0-16,15-8-7 15,5-5-1-15,4-7-1 16,4 0 0-16,2-19 2 15,-1-3 11-15,-8-3 4 16,-7 1 9-16,-7 3 8 0,-7 6 34 16,0 4-7-16,0 5 3 15,0 4-10-15,0 2-11 16,0 0-17-16,0 5-2 16,0 12-2-16,1 7 4 15,24 2-1-15,13 0 1 16,14-5 2-16,6-2 0 15,3-8-1-15,-1-6 0 16,-2-5 0-16,2-3-2 16,-1-22 1-16,1-9 0 15,-9-13 0-15,-8-8 0 16,-15 1 1-16,-14 2-1 16,-11 6 0-16,-3 5 2 15,-13 2 0-15,-18 7 11 0,-12 2-1 16,-3 10-1-16,4 7-10 15,17 9 4-15,11 4 10 16,13 0-8-16,1 24-7 16,0 12-1-16,11 13 1 15,6 8 0-15,4 6 0 16,0 3 0-16,5 0 1 16,0-3-1-16,1-11-8 15,-2-12-18-15,-8-14-14 16,-4-12-48-16,-5-14-68 15,-4 0-65-15</inkml:trace>
  <inkml:trace contextRef="#ctx0" brushRef="#br0" timeOffset="-3017.1">14215 14734 649 0,'0'0'139'0,"0"0"-39"16,0 0-75-16,0 0-20 15,0 0-3-15,81-58 2 16,-37 52-2-16,7-2 1 16,1 0-3-16,5 4 0 15,-2 1 0-15,-4 3 0 16,-9 0 0-16,-10 0 0 16,-6 8 0-16,-7 7-1 0,-4 4 0 15,-3 3 1 1,-3 4-3-16,-2 3-1 0,-4 2-15 15,-1-1-3-15,-2-3-9 16,0-1-13-16,0-6-22 16,0-8-98-16,-2-8-187 15</inkml:trace>
  <inkml:trace contextRef="#ctx0" brushRef="#br0" timeOffset="-2397.39">14877 14708 737 0,'0'0'141'16,"0"0"-94"-16,0 0-46 16,0 0-1-16,0 0-5 15,0 0 5-15,20 70-1 0,-4-37 0 16,4 0 1-16,3-2 1 16,4-4-1-16,3-10 0 15,-4-8 1-15,3-9-2 16,1 0 2-16,0-16 3 15,-3-10 0-15,-8-8-3 16,-9-3 0-16,-10-1-1 16,-4 4-7-16,-18 6-9 15,-8 4-17-15,0 4 22 16,6 3 3-16,3 5 8 16,9 2 0-16,5 3 0 15,4 5 0-15,3 2 4 0,0 0-4 16,8 0-5-16,15 11 5 15,8 5 4-15,8 4 6 16,6 1-2-16,4 7-3 16,5 2-3-16,1-1 0 15,-4 0-2-15,-3-7-2 16,-13-8-23-16,-13-8-9 16,-12-6-42-16,-6 0-9 15,-1-17 3-15,-1-6-144 16,2-6 42-16,-4 0 123 15,0-2 61-15,0 2 108 16,0 5 58-16,-3 4-45 16,0 7-23-16,2 7 13 0,1 3-29 15,0 3-33 1,0 0-49-16,0 8-4 0,3 13 2 16,7 7 2-16,-2 2 0 15,2 2-1-15,5 4 1 16,0-4 0-16,6-7 0 15,1-4-1-15,2-12-21 16,-3-4-39-16,1-5-55 16,-4 0 46-16,-9 0-114 15</inkml:trace>
  <inkml:trace contextRef="#ctx0" brushRef="#br0" timeOffset="-2050.28">15788 14790 629 0,'0'0'171'0,"0"0"-103"16,0 0-48-16,0 0-19 15,0 0-1-15,86-33 3 16,-55 20-3-16,-2-2 1 16,-4-1 0-16,-8 2 1 15,-6 2 0-15,-6 0-1 16,-5 2-1-16,0 2-1 15,-16-1-4-15,-9 6 4 16,-3 3 1-16,-3 0-4 0,5 10 2 16,4 11 2-1,8 8-4-15,5 6 2 0,5 5 1 16,4 2-9-16,1-6-15 16,22-10-8-16,11-11-2 15,9-12-8-15,9-3 4 16,8-2-66-16,3-18-41 15,-2-10-100-15</inkml:trace>
  <inkml:trace contextRef="#ctx0" brushRef="#br0" timeOffset="-1485.34">16333 14645 499 0,'0'0'228'0,"0"0"-122"16,0 0-48-16,0 0-58 15,0 0-1-15,0 0 1 16,-36 87 1-16,23-48 1 15,3-2-2-15,7-4 1 16,3-10-1-16,0-10-2 16,0-8 0-16,5-5 2 15,12-5 1-15,8-20 4 16,8-10-5-16,3-2-3 16,1 0 3-16,-8 2 4 15,-1 9-4-15,-3 2 0 16,-6 11 0-16,-9 5 0 15,-1 5 3-15,-1 3-2 16,0 0-1-16,2 6-2 16,4 8 2-16,-1 4-3 0,5 5 3 15,2 2 0 1,3 2 1-16,1-3-1 0,-3-7-8 16,0-10-45-16,6-7 17 15,0-4 19-15,4-17-1 16,-4-2-9-16,-7-1 15 15,-6 0 9-15,-4-1 3 16,-5 1 1-16,-2 2 8 16,-3 1 15-16,0 3 19 15,0 2-18-15,0 5 18 16,0 3-11-16,0 2 10 16,0 6-3-16,0 0-23 0,0 3-16 15,0 22-15 1,-5 17 13-16,-3 16 2 0,2 17 1 15,6 8 0-15,0 4-1 16,11 0-2-16,15-9-9 16,4-3-30-16,3-10-18 15,1-12-35-15,-2-12-47 16,0-17-35-16,1-13-213 16</inkml:trace>
  <inkml:trace contextRef="#ctx0" brushRef="#br0" timeOffset="-928.78">15152 14582 441 0,'0'0'93'0,"0"0"-16"16,0 0-22-16,0 0-44 0,0 0-4 15,-88-53-2 1,82 49 8-16,1 2 19 0,5 1 1 16,0 1-5-16,0 0-19 15,0 0-9-15,0 0-3 16,0 0-2-16,11 0-26 15,-1 12-71-15,-2-3-81 16</inkml:trace>
  <inkml:trace contextRef="#ctx0" brushRef="#br0" timeOffset="2296.47">17210 14768 35 0,'0'0'263'15,"0"0"-170"-15,0 0-12 16,0 0-19-16,0 0-26 15,0 0 8-15,0 0-17 16,8 0-11-16,-4 3 5 16,1 2-7-16,-2-1-5 15,0 9 7-15,-3 3-4 16,0 8-8-16,0 5 7 16,-11 6-7-16,-7 1-4 15,0 4-7-15,-4-5-121 16,0-6-185-16</inkml:trace>
  <inkml:trace contextRef="#ctx0" brushRef="#br0" timeOffset="3127.45">17611 14704 340 0,'0'0'327'0,"0"0"-207"15,0 0-73-15,0 0-29 16,0 0-18-16,0 0-1 15,-70 0 1-15,51 25-1 16,0 6 1-16,5 6-2 16,7 3 2-16,7 0 0 15,0-4-5-15,7-4-25 16,11-6-14-16,6-9-24 16,4-7 20-16,5-10-26 0,6 0 33 15,8-19 5 1,5-10 10-16,0-10 2 0,-5-5 24 15,-13-1 54-15,-10 0 5 16,-12 1-7-16,-9 4 8 16,-3 5 15-16,-2 6 0 15,-9 4-13-15,-2 10-10 16,3 7-11-16,7 6-13 16,2 2-28-16,1 2 0 15,0 18-12-15,0 11 12 16,0 11 0-16,8 7-1 15,5 5 5-15,0 1-8 16,1-4-4-16,5-6-30 0,2-8-11 16,-1-9-29-1,5-9-75-15,-1-11-48 0</inkml:trace>
  <inkml:trace contextRef="#ctx0" brushRef="#br0" timeOffset="3445.57">18135 14875 337 0,'0'0'329'0,"0"0"-278"15,0 0-36-15,0 0-6 16,0 0 12-16,0 0-6 16,27-53-4-16,-26 42-6 15,1-3-3-15,-1 0 0 0,-1-1 7 16,0 1 2-16,-4 3 2 15,-13 1 1-15,-4 4-11 16,-6 5 4-16,1 1-6 16,2 0-1-16,5 11-2 15,8 12 1-15,7 8-1 16,4 5 0-16,4 4 2 16,26 0-1-16,12-4-7 15,16-6 3-15,12-10-29 16,5-10-22-16,3-10-16 15,-3 0-56-15,-5-16-130 16</inkml:trace>
  <inkml:trace contextRef="#ctx0" brushRef="#br0" timeOffset="4526.54">18497 14730 675 0,'0'0'83'15,"0"0"-56"-15,0 0 21 16,0 0-17-16,33 92-13 16,-27-61-3-16,0 0-6 0,4-3-5 15,-2-4-1-15,-2-7-1 16,-1-5-1-16,-5-6 0 15,1-5-1-15,-1-1-1 16,0 0 0-16,2-3-4 16,2-14-4-16,5-7-39 15,0-8 26-15,6-6-5 16,1-6-4-16,3-4 10 16,1 5 19-16,2-1 0 15,-2 8 2-15,-2 0 0 16,2-1 1-16,-2 1 2 15,-3 2 12-15,0 3 15 16,-6 4 23-16,-4 7-6 16,-2 9-12-16,-3 8-10 15,0 3-9-15,0 0-16 0,0 22-11 16,0 16 5-16,-2 13 3 16,-5 11 3-16,-3 5 4 15,1 5-1-15,5-1-3 16,3-7-1-16,1-7-1 15,0-14-30-15,1-11-2 16,10-11-6-16,3-9-8 16,2-12 10-16,3 0-21 15,3-9 33-15,-4-15-44 16,-1-7 41-16,-5-6 29 16,-5-3 40-16,-7-6 10 15,0 1 10-15,0 3-6 0,0 7-19 16,0 9 5-16,0 9-17 15,0 8-10-15,0 5-8 16,0 4-1-16,0 0-3 16,0 0-1-16,0 0-3 15,0 0-1-15,0 2 1 16,0 5 3-16,0-1 0 16,0-1 0-16,0 2 0 15,0-7 0-15,0 3-2 16,0-1 2-16,0-2 2 15,0 0-1-15,0 0 0 16,0 0 0-16,0 0 2 16,0 0 0-16,0-8-3 0,0-1 0 15,4 1 0-15,4-2 1 16,-1 3-1-16,-2 2 1 16,1-1-1-16,-2 4 0 15,-1-1 0-15,0 2 0 16,-3 1 1-16,0 0-1 15,0 0 0-15,0 0 0 16,0 0-1-16,0 0-1 16,0 0-3-16,-4 0-5 15,-13 12 9-15,-5 10 0 0,0 5-1 16,-1 7 4 0,0 4-2-16,3 3 0 0,4-2 0 15,2-3 1-15,3-5-1 16,9-9 0-16,2-2 0 15,0-9-1-15,11-6-5 16,14-5-2-16,12 0 3 16,8-4-21-16,10-13 7 15,1-5-26-15,-5 0-38 16,-8 3-4-16,-14 3-17 16,-17 3-206-16</inkml:trace>
  <inkml:trace contextRef="#ctx0" brushRef="#br0" timeOffset="32598.45">19295 14995 60 0,'0'0'68'0,"0"0"-47"0,0 0-7 15,0 0-14-15,0 0 0 16,0 0 5-16,0 0 13 16,6-19 4-16,-2 15 25 15,-4 1-13-15,0 0 1 16,0-1-22-16,0 3 9 16,0-2-11-16,0 0 1 15,0 1-3-15,0 1-3 16,0-1 11-16,0 2 9 15,0 0 7-15,0 0 0 0,0-3-4 16,0 3-3-16,0 0-12 16,0 0-1-16,0 0-5 15,0 0 0-15,0 0 2 16,0 0 12-16,0-2-1 16,0 2-4-16,0-2-11 15,0 0-2-15,0 0-2 16,0-1 1-16,0 0 0 15,0-1 4-15,0 0 2 16,0-2 5-16,0 0 0 16,11 0-2-16,4-1-4 15,5 1 4-15,2-1-4 16,-3 2 5-16,1-2 4 16,-1 7-5-16,-4 0-9 15,0 0-3-15,-6 8-1 0,-9 14 1 16,0 12-3-16,-28 11 2 15,-22 8 1-15,-9 5-67 16,-2-5-106-16,4-11-267 16</inkml:trace>
  <inkml:trace contextRef="#ctx0" brushRef="#br0" timeOffset="60508.18">19759 14907 156 0,'0'0'77'16,"0"0"33"-16,0 0-29 15,0 0-25-15,0 0 38 16,0 0-29-16,0 0-19 16,0 0-4-16,-55-37-4 0,51 33-10 15,1 0-1-15,1 0-8 16,1 1-15-16,-1 2 3 15,2 1-6-15,0 0 1 16,0-1-2-16,0 1-1 16,0 0-12-16,0 0-39 15,0 0-51-15,5 0 26 16,9 1-14-16,2-1-76 16</inkml:trace>
  <inkml:trace contextRef="#ctx0" brushRef="#br0" timeOffset="60724.77">19893 14858 430 0,'0'0'83'15,"0"0"14"-15,0 0-25 16,0 0-24-16,0 0-13 15,0 0-17-15,0 0-17 16,0 0-1-16,3 0-58 16,4 3-114-16,2-3 0 15</inkml:trace>
  <inkml:trace contextRef="#ctx0" brushRef="#br0" timeOffset="60912.71">20028 14875 552 0,'0'0'111'15,"0"0"-44"-15,0 0 24 16,0 0-60-16,0 0-31 16,0 0-2-16,4-12-116 15,7 12-159-15,4 0-111 16</inkml:trace>
  <inkml:trace contextRef="#ctx0" brushRef="#br0" timeOffset="61079.01">20402 14883 499 0,'0'0'133'0,"0"0"-46"15,0 0-87-15,0 0-49 16,0 0-229-16</inkml:trace>
  <inkml:trace contextRef="#ctx0" brushRef="#br0" timeOffset="65566.36">19603 14479 64 0,'0'0'167'0,"0"0"-77"15,0 0-8-15,0 0-16 16,0 0 16-16,0 0-4 15,0 0-14-15,-39-54 1 16,36 49-23-16,-1 1-17 16,4 2 2-16,0 1-17 15,0 1-3-15,0 0-5 16,0 0-2-16,0 0 0 16,0 0-1-16,10 0-1 15,6 7 0-15,4 9 2 0,0 5 0 16,3 5-1-16,-2 5 2 15,-2 6-1-15,-1 1 6 16,-6-1-1-16,-3-1-2 16,-7-7-2-16,-2-2-1 15,0-5 1-15,0-5-1 16,0-6 1-16,0-3 2 16,-5-4-3-16,-3-4 3 15,2 0-1-15,-5 0 1 16,0 0 1-16,2-4 1 15,-1-11-2-15,7 0-3 16,3-6 0-16,0-5-3 0,16-2-12 16,9-3 8-16,7-1 3 15,1 0-2-15,-1 6 0 16,-2 5 5-16,-4 4-9 16,-6 8-58-16,-2 3-21 15,-6 6 2-15,-3 0-20 16,-6 5-43-16,-3 7-139 15</inkml:trace>
  <inkml:trace contextRef="#ctx0" brushRef="#br0" timeOffset="66398.49">20035 14708 446 0,'0'0'134'0,"0"0"-12"15,0 0-70-15,0 0 2 16,0 0-25-16,0 0-5 16,14-63-13-16,-14 48-1 15,0 1-6-15,0-1 6 16,0 5-9-16,-5 1 0 16,-1 5-1-16,-4 4 0 15,4 0 0-15,-3 6-2 16,-1 14-1-16,2 9 3 15,6 2-1-15,2 4 0 0,2-2-1 16,17-8-1-16,5-8-1 16,7-14 4-16,11-3 1 15,9-20 8-15,7-12 2 16,-1-4-1-16,-3-1 1 16,-13 3 5-16,-10 5-5 15,-12 7-5-15,-10 6 1 16,-5 8 9-16,-4 5-13 15,0 3-3-15,0 0-10 16,0 0-18-16,4 14 11 16,4 5 16-16,4 3-6 15,6-4 5-15,4-1 0 16,-1-4-2-16,-2-6 4 0,-1-6 0 16,-3-1 0-1,-3 0 0-15,0-6 6 0,0-9-6 16,0-3 0-16,-5 1 1 15,-4 0 11-15,-3 4 3 16,0 3-1-16,0 5-10 16,0 3-1-16,0 0-3 15,5 2-3-15,11 0 0 16,11 0-1-16,12 7 4 16,10 1 0-16,2 1 0 15,-1-6 0-15,-5 0-1 16,-6-3-1-16,-6 0 1 15,-5-19 0-15,0-12 0 16,1-6-11-16,-7-4 3 0,-4-2-4 16,-12 2 12-16,-6 4 1 15,0 2 3-15,-18 5 9 16,-9 4 0-16,-3 6-5 16,3 6 0-16,11 7 7 15,9 7-2-15,7 0-12 16,0 21-3-16,0 15 3 15,4 12 0-15,14 9 1 16,2 3-1-16,10 1 3 16,4-3-3-16,1-5-2 15,-3-9-22-15,-7-9-10 16,-7-10-11-16,-12-5-38 16,-6-11-114-16,0-9-197 0</inkml:trace>
  <inkml:trace contextRef="#ctx0" brushRef="#br0" timeOffset="66576.38">20851 14414 701 0,'0'0'76'0,"0"0"-43"16,88-11-19-16,-39 11-8 15,8 8-3-15,1 1 0 16,-1 2-3-16,-8-1-16 15,-6 0-52-15,-11-2-60 0,-7-4-191 16</inkml:trace>
  <inkml:trace contextRef="#ctx0" brushRef="#br0" timeOffset="92372.34">21649 14695 436 0,'0'0'88'0,"0"0"-66"16,0 0 2-16,0 0-1 16,0 0 13-16,0 0-3 0,0 0-10 15,0-4-13-15,0 4-1 16,0 0-5-16,0 0-4 16,0 0 0-16,0 0-1 15,0 0 1-15,0 5 0 16,0 11 10-16,-2 2 2 15,-10 6-5-15,1 2-1 16,-4 8 2-16,1 1-5 16,-3 6-3-16,-2-1-1 15,-4-4-86-15,-6-12-157 16</inkml:trace>
  <inkml:trace contextRef="#ctx0" brushRef="#br0" timeOffset="94024.13">21848 14486 369 0,'0'0'138'0,"0"0"-15"16,0 0-65-16,0 0-16 16,0 0 4-16,0 0-4 15,-2-6-14-15,2 6-8 16,-1-1 0-16,1 1-3 16,0 0 0-16,0 0-1 15,0 0-5-15,-2 0 1 16,2 0-7-16,0 0 0 15,0 0-3-15,-1 0-1 16,1 0-1-16,0 0 0 0,-2 0 0 16,2 0-1-1,-2 0-2-15,-1 0-2 0,-3 10 1 16,-1 6 3-16,-2 5 0 16,2 6 1-16,2-1-1 15,2 3 1-15,0-3 0 16,3-1-8-16,0 0-12 15,0-7 2-15,0-3-13 16,9-7-2-16,6-7-3 16,6-1 14-16,5-7-9 15,3-14-7-15,1-6 1 16,-5-2 37-16,-7-1 22 0,-4 0 19 16,-7 2-1-1,-4 3-8-15,-3 5 3 0,0 6-22 16,0 4 13-16,0 4-10 15,0 5-5-15,0 1-8 16,0 0-3-16,0 0-5 16,0 5-3-16,12 15 5 15,9 6 1-15,6 7 2 16,6 3 4-16,4-4-4 16,0-4-23-16,0-4-10 15,-6-11 16-15,-5-6-41 16,-9-7 24-16,0 0 15 15,-1-6 7-15,1-11-20 16,-2-7 9-16,0-2 23 16,-7-4 6-16,-1-4 20 0,-5-2 1 15,1-1 35-15,-2 2-28 16,2 3-2-16,1 5-4 16,1 8-16-16,2 6 4 15,0 2-12-15,1 3 1 16,-2 3-4-16,0 1-1 15,-1-1 1-15,-1 5-1 16,-2-3 1-16,-2-2 1 16,3 2 3-16,-2-1 8 15,-1 0 10-15,0 0-4 16,0 1-3-16,0 0-3 16,0 1-10-16,-4 2-3 0,-2 0 0 15,-6 2-3-15,-1 18-3 16,0 10 3-16,4 12 1 15,1 8 2-15,8 6-1 16,0 0 1-16,0 2-3 16,14-3 1-16,6 0-23 15,2-4 4-15,3-7-25 16,-1-11-21-16,-2-15-48 16,-5-13-50-16,-2-5-192 15</inkml:trace>
  <inkml:trace contextRef="#ctx0" brushRef="#br0" timeOffset="94314.21">22325 14578 287 0,'0'0'347'16,"0"0"-296"-16,0 0-50 16,0 0-1-16,0 0 3 15,0 0 4-15,101 14 4 16,-69-14-6-16,2 0 1 15,0 0 0-15,-7 0 7 16,-6 0 7-16,-6 0 26 16,-3 0-31-16,-6 0-7 15,0 1 0-15,-1 7-7 16,-2 3 1-16,-1 5-1 0,1 3-1 16,-3 2 0-16,0 2-3 15,0 1-43-15,0-2-20 16,0-8-34-16,-5-7-82 15,-2-7-246-15</inkml:trace>
  <inkml:trace contextRef="#ctx0" brushRef="#br0" timeOffset="94504.3">22789 14103 873 0,'0'0'39'0,"0"0"-39"16,0 0 0-16,0 0-66 0,0 0 17 15,37 104-42-15,-30-58-56 16,-4-8-80-16</inkml:trace>
  <inkml:trace contextRef="#ctx0" brushRef="#br0" timeOffset="94904.21">22875 14347 492 0,'0'0'188'16,"0"0"-66"-16,0 0-56 15,0 0-45-15,0 0-17 16,-26 78 12-16,21-27-6 16,5 7-3-16,1 1-4 0,20 0 0 15,6-6-3-15,-1-9-6 16,0-10-19-16,-3-15-3 15,-3-9 7-15,2-10 7 16,3-1 9-16,5-20-1 16,0-6-25-16,-4-3-7 15,-6 1 38-15,-7 0 0 16,-11 4 7-16,-2 3 4 16,-2 5 13-16,-7 4-6 15,3 7 4-15,5 6 3 16,1 0-25-16,0 4-4 15,7 13 3-15,10 7 0 16,2 4 1-16,1 0 1 0,-1-3 1 16,-4-4-2-16,-6-9 0 15,-3-5-3-15,-3-5-25 16,4-2-20-16,2-9-2 16,3-20-97-16,3-11-415 15</inkml:trace>
  <inkml:trace contextRef="#ctx0" brushRef="#br0" timeOffset="95054.26">23136 14260 570 0,'0'0'197'0,"0"0"-72"16,0 0-60-16,0 0-52 0,0 0-13 16,0 0-30-16,-1-2-2 15,16 35-21-15,6 1-83 16,7-9-91-16</inkml:trace>
  <inkml:trace contextRef="#ctx0" brushRef="#br0" timeOffset="95337.18">23417 14255 716 0,'0'0'102'16,"0"0"-21"-16,0 0-42 16,0 0-28-16,0 0-11 0,0 0-3 15,5-3-6-15,-3 26 4 16,0 10 5-16,-2 11 1 16,0 5 2-16,0 4-3 15,0-2-4-15,0-3-12 16,-5-8-4-16,2-3-16 15,2-8-10-15,-1-4-56 16,2-8-48-16,0-11-138 16</inkml:trace>
  <inkml:trace contextRef="#ctx0" brushRef="#br0" timeOffset="96303.63">22957 14427 50 0,'0'0'586'0,"0"0"-444"16,0 0-92-16,0 0-32 0,0 0-17 16,0 0-1-1,58-19 4-15,-3 19-2 0,16 0 2 16,12 0 1-16,2 0 1 15,-2 0-6-15,-5 0 1 16,-17 0 0-16,-16 0 2 16,-15 0 1-16,-15 0-1 15,-9 0 14-15,-5 0-4 16,-1 0 1-16,0 0-14 16,0 0-2-16,-6 14 0 15,-7 6 2-15,1 4 0 16,0 0 0-16,8 2-10 15,2 1-10-15,2-3 3 16,0-4-16-16,18-6-5 16,6-7 0-16,4-6 14 0,3-1-14 15,-1-1 22-15,-2-15 8 16,-9-1 8-16,-7 0 9 16,-7 0 25-16,-5 2 7 15,0 6 5-15,0 1 14 16,0 4-23-16,0 2-15 15,0 2-18-15,0 0-4 16,0 22-9-16,-8 10 9 16,0 12 0-16,-2 13 0 15,0 14 0-15,2 5 2 16,1 2-2-16,0-6 1 0,-1-15-2 16,-4-11 1-16,2-17-14 15,0-12 10-15,6-9 4 16,-1-8 0-16,1 0 20 15,-2-17-3-15,-2-12-12 16,4-6-3-16,3-6 4 16,1-6 8-16,0 1-4 15,7 1 0-15,12 4-10 16,10 8-1-16,5 4-13 16,6 5-13-16,5-2-8 15,10 2 3-15,3 4-73 16,-1-2-75-16,-5-2-266 15</inkml:trace>
  <inkml:trace contextRef="#ctx0" brushRef="#br0" timeOffset="96894.39">24258 14231 638 0,'0'0'159'0,"0"0"-87"16,0 0-72-16,0 0 0 16,0 0 0-16,-76 110 2 15,52-53-1-15,3 4 2 16,3 0 0-16,6-6-3 0,3-9-5 16,5-13-7-1,2-15-11-15,2-8 5 0,0-10 18 16,0-3 7-16,2-21-7 15,11-6-18-15,-1-4-26 16,-3 1 23-16,-2 9 21 16,-2 10 28-16,-4 6 6 15,2 8 13-15,-2 0-47 16,3 5-2-16,-4 17-2 16,0 6 4-16,0 6 0 15,-4 2 3-15,-11 1-3 16,-2-4 2-16,-2-10-1 15,5-7-1-15,1-8 1 16,0-8-1-16,4 0 0 16,1 0 0-16,2-17-4 0,6-3-25 15,0-4-14-15,6-1-17 16,13 2 22-16,4 4 21 16,-1 2-8-16,-2 7 1 15,-1 2 24-15,-2 4 4 16,-3 4 15-16,0 0-8 15,-5 2-8-15,0 10-3 16,-5 2 0-16,1 3 9 16,-2-1 3-16,1 4-2 15,1-3-5-15,0-1-5 16,-2-4-13-16,0-5-64 16,0-5-59-16,-1-2-175 0</inkml:trace>
  <inkml:trace contextRef="#ctx0" brushRef="#br0" timeOffset="97045.03">24285 14337 710 0,'0'0'133'0,"0"0"-82"16,0 0-51-16,0 0-31 15,0 0-39-15,0 0-31 16,-3 52-119-16</inkml:trace>
  <inkml:trace contextRef="#ctx0" brushRef="#br0" timeOffset="97269.16">24425 14371 809 0,'0'0'109'0,"0"0"-96"15,0 0-11-15,-52 88-2 16,34-40 0-16,6 3-4 16,8 2-24-16,4-5-29 15,0-2-40-15,19-12-58 16,5-12 2-16,2-15-26 0,4-7-51 16</inkml:trace>
  <inkml:trace contextRef="#ctx0" brushRef="#br0" timeOffset="97735.06">24649 14526 271 0,'0'0'174'16,"0"0"-20"-16,-14-87-9 16,1 78-29-16,-1 9-73 15,3 3-43-15,-1 21-1 16,-2 12 1-16,1 10 0 16,4 4 1-16,6 4 1 15,3-1-2-15,0 1 0 16,7-4-13-16,11-11-9 15,-3-11 7-15,1-12-21 16,0-15 8-16,3-1 14 16,6-18 14-16,6-15 1 0,1-5-1 15,-2 0 0-15,-10-2 6 16,-9 2-6-16,-10 4 18 16,-1 4-18-16,-4 2-7 15,-7 9 7-15,4 8 18 16,4 7 12-16,3 2-7 15,0 2-23-15,0 0-7 16,0 4-8-16,12 13 15 16,1 3-1-16,1 3 1 15,-1 2 0-15,-7 0-1 16,-6 1-1-16,0-2 2 16,0 0 0-16,-15 3 12 0,-4 1 4 15,-5 0-9-15,-1-3-4 16,-2 0 0-16,3-10-1 15,0-2-2-15,3-4-8 16,2-2-6-16,-4-1-30 16,0-5-85-16,3-1-113 15</inkml:trace>
  <inkml:trace contextRef="#ctx0" brushRef="#br0" timeOffset="98014.21">23940 14990 567 0,'0'0'77'16,"0"0"-70"-16,0 0-3 15,0 0 40-15,129 18 17 16,-67-15-20-16,11 0-22 16,5-2-13-16,5-1-6 15,-2 0-20-15,-1-6-30 16,-9-6-46-16,-11-2 23 16,-16-2-67-16</inkml:trace>
  <inkml:trace contextRef="#ctx0" brushRef="#br0" timeOffset="117502.18">20420 16141 184 0,'0'0'63'16,"0"0"48"-16,0 0-73 15,0 0 34-15,0 0-14 16,0 0-28-16,0 0 34 16,3-37 3-16,-3 32-10 15,2 0-15-15,-2-2-19 16,1 1 5-16,1 0 3 16,-2 1-17-16,1-1 1 0,-1 1-11 15,0 2 3-15,0 0 1 16,0-1-6-16,0 1 1 15,0 1 1-15,0 1-2 16,-1 1-2-16,-11 0 0 16,-8 0-2-16,-9 16 1 15,-10 12 1-15,-9 6-3 16,-1 7 3-16,0 6 0 16,6 5 0-16,9 2-4 15,10 0-12-15,8-2-19 16,9-6-14-16,7-5-5 15,0-12-7-15,20-9 22 16,10-11 12-16,11-9 8 16,12-5 9-16,7-21 6 0,6-9 0 15,-1-6 0-15,-2-2 4 16,-5-1 2-16,-7-1 23 16,-9 1-1-16,-11 5-4 15,-10 4 6-15,-9 8 24 16,-8 10 3-16,-4 4-21 15,0 9-3-15,0 1-11 16,-4 3-12-16,-7 3-6 16,-5 17-2-16,-5 8 2 15,-1 6 1-15,5 6-1 16,4 1 0-16,8-2 0 16,5-2 0-16,0-3 0 15,9-6-1-15,15-4-4 0,7-4 0 16,8-5-10-16,7-11 8 15,6-4-11-15,2 0-5 16,5-9-15-16,-1-10-27 16,-8-3-24-16,-6-2-15 15,-10-3-24-15,-9 1-29 16,-11-3 8-16</inkml:trace>
  <inkml:trace contextRef="#ctx0" brushRef="#br0" timeOffset="117719.39">20750 16184 398 0,'0'0'137'0,"0"0"-44"15,0 0-93-15,0 0 2 16,0 0-4-16,0 0 2 16,25 14-1-16,0-14 1 15,10 0 0-15,4 0-2 16,2-10-21-16,2 1-28 15,-5-2-47-15,-12 3-10 16,-13 2-19-16,-13 6 91 16,-6 0-8-16</inkml:trace>
  <inkml:trace contextRef="#ctx0" brushRef="#br0" timeOffset="118147.62">20687 16308 78 0,'0'0'262'0,"0"0"-175"16,0 0-3-16,0 0-32 15,0 0-7-15,125 72-14 16,-63-70-22-16,0-2-9 16,4 0-10-16,-6-12-1 15,-4-3 1-15,-13-1 7 16,-17 4 3-16,-11 7 8 16,-12 2 48-16,-3 3 21 15,0 0-35-15,-8 3-28 16,-16 12-12-16,-7 9 16 15,-2 1-11-15,5 0-7 16,9-3 0-16,11-2-1 16,6-4 1-16,2-6-13 0,0-2-2 15,13-6-1-15,10-2 16 16,9-2 0-16,5-18 0 16,5-4 0-16,-2-3 0 15,-4-2 0-15,-8 3 3 16,-9-2 14-16,-10 3 4 15,-9 3 6-15,0 2 1 16,-17 1-4-16,-19 5-24 16,-12 6-1-16,-9 8 0 15,-3 0-5-15,9 12-40 16,19 12-42-16,20-2-109 16,12-5-183-16</inkml:trace>
  <inkml:trace contextRef="#ctx0" brushRef="#br0" timeOffset="118761.67">20088 16852 204 0,'0'0'114'16,"0"0"-53"-16,104-25 9 15,-46 13-10-15,11-4-4 16,5-2-8-16,7-1-12 15,-2 0-12-15,-3 3 2 0,-9 5 13 16,-13 1-37-16,-15 6 3 16,-16 1-10-16,-11 3-2 15,-12 0-49-15,-1 13-51 16,-26 2 6-16,-18 5-221 16</inkml:trace>
  <inkml:trace contextRef="#ctx0" brushRef="#br0" timeOffset="119014.22">19970 17059 193 0,'0'0'103'0,"0"0"-42"15,88 0 2-15,-39-14 3 0,7 0-21 16,7-5 20-16,4-3-18 15,5-1 14-15,5-3-36 16,4-2-5-16,1 1-12 16,-3 5-8-16,-9 0-3 15,-12 7-43-15,-13 4-23 16,-18 1-71-16,-15 2-275 16</inkml:trace>
  <inkml:trace contextRef="#ctx0" brushRef="#br0" timeOffset="119182.24">20862 16824 516 0,'0'0'73'0,"0"0"-5"16,0 0 42-16,0 0-37 16,0 0-48-16,0 0-20 15,18 0-5-15,-15 0-62 16,-3 0-128-16,0 0-285 15</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4-13T04:48:28.799"/>
    </inkml:context>
    <inkml:brush xml:id="br0">
      <inkml:brushProperty name="width" value="0.05292" units="cm"/>
      <inkml:brushProperty name="height" value="0.05292" units="cm"/>
      <inkml:brushProperty name="color" value="#FF0000"/>
    </inkml:brush>
  </inkml:definitions>
  <inkml:trace contextRef="#ctx0" brushRef="#br0">7672 4831 116 0,'0'0'253'0,"0"0"-164"15,0 0-22-15,0 0 22 16,0 0-23-16,0-77-29 16,0 64 43-16,0 1-55 15,0-2 4-15,0-2-3 16,0 0-2-16,-5 1-1 15,5 2 2-15,-3 4-6 16,3 1-16-16,-2 2 3 0,2 2 1 16,-2 0 1-1,1 1-5-15,1 3-1 0,0 0-1 16,0 0-1-16,0 0-4 16,0 3-6-16,0 21-7 15,0 14 8-15,-4 15 7 16,-6 10-1-16,-2 5 1 15,-9 4 2-15,-2-4 2 16,4-3 1-16,-1-12-3 16,9-14 0-16,-1-10-11 15,9-12-15-15,0-6-22 16,1-7-26-16,2-4-68 16,0-27 12-16</inkml:trace>
  <inkml:trace contextRef="#ctx0" brushRef="#br0" timeOffset="549.9">7466 4586 556 0,'0'0'45'0,"0"0"20"15,0 0 3-15,0 0-54 16,0 0-14-16,89-33-2 15,-44 69 2-15,5 20 2 16,9 15-2-16,-2 9 4 16,-2-2 5-16,-8-10-5 0,-6-5 2 15,-12-9-5-15,-9-11 0 16,-11-9 1-16,-8-7-2 16,-1-3-2-16,-10-1 2 15,-23 0 0-15,-16 1 13 16,-11 0-7-16,-9-5-6 15,0-6 0-15,3-9-1 16,6-4-4-16,12 0 2 16,14 0-3-16,13-4-17 15,15-6 16-15,6-5-13 16,33-2-43-16,21-9-25 16,25-8 34-16,10-6 24 15,4-3-3-15,-4-3 33 16,-11 4 13-16,-19 5 40 0,-17 10-8 15,-19 10 54-15,-10 7 11 16,-10 3-15-16,-3 7-52 16,0 0-43-16,0 0-11 15,0 20-11-15,0 13 22 16,-1 11 4-16,-10 5-3 16,-2 1-1-16,4-3-18 15,6-8-48-15,3-14-35 16,6-10-30-16,15-15 8 15,5-4-116-15</inkml:trace>
  <inkml:trace contextRef="#ctx0" brushRef="#br0" timeOffset="707.92">8125 4688 757 0,'0'0'82'16,"0"0"-41"-16,0 0-41 15,0 0-105-15,0 0 85 16,0 0-45-16,97 112-43 16,-67-62-67-16,-2-9-201 15</inkml:trace>
  <inkml:trace contextRef="#ctx0" brushRef="#br0" timeOffset="1067.57">8367 5009 466 0,'0'0'418'16,"0"0"-371"-16,0 0-47 16,0 0-18-16,0 0 13 15,26 100 5-15,-17-56 3 16,2 2 1-16,-5-3-3 15,0-9 3-15,-3-10-2 16,-2-7 0-16,1-10-2 16,-2-2 1-16,0-5 1 15,0 0-1-15,1 0 11 16,0-24 11-16,7-10-23 0,1-10-17 16,9-8 1-16,6 3 8 15,7 7-17-15,5 9-17 16,6 14-40-16,-2 9-59 15,-3 10 38-15,-8 3 43 16,-4 20-83-16,-7 4-51 16</inkml:trace>
  <inkml:trace contextRef="#ctx0" brushRef="#br0" timeOffset="2181.7">8911 5216 441 0,'0'0'197'0,"0"0"-99"0,0 0-47 15,0 0 5-15,0 0-34 16,0 0-3-16,21-66-2 16,-15 51-2-16,0-1 2 15,-3 1-3-15,0-1-5 16,-3 3-5-16,0 4-4 16,0 2-4-16,-5 6-1 15,-15 1-10-15,-2 1-23 16,-4 18 4-16,-1 7 21 15,8 1 0-15,8 2 2 16,8 2 4-16,3-2 5 0,11-3-2 16,15-5 4-1,17-9-3-15,7-10 3 0,5-2 7 16,3-10 8-16,-3-14 0 16,-1-5-7-16,-7-5-1 15,-3-1-5-15,-13 1-1 16,-13 4 3-16,-9 4-3 15,-6 3 0-15,-3 7-1 16,0 2 0-16,-6 6-1 16,0 2 1-16,3 5 1 15,2-1-1-15,1 1-6 16,0 1-12-16,0 0-3 0,0 0-4 16,0 0 12-1,0 0 13-15,0 0 0 0,0 0 3 16,0 0 0-16,0 0 0 15,-2 0 1-15,2 0 0 16,-1 0 6-16,1 0-2 16,0 0-2-16,0 0-3 15,0 0-1-15,0 0-2 16,0 0-5-16,0 0 0 16,0 0-17-16,0 0-4 15,0 0 26-15,0 0 0 16,0 0 0-16,0 0 3 15,0 0 1-15,0 0 1 16,0 0 3-16,0 0 1 16,0 0-1-16,0 0-4 15,0 0-3-15,0 0 0 0,0 0-1 16,0 0-1-16,0 0 1 16,0 0-2-16,0 0 2 15,0 0 2-15,0 0 0 16,0 0 7-16,0 0 15 15,0 0 10-15,0 0-9 16,0 0-3-16,0 0-9 16,-2 0-13-16,-1 0-3 15,-1 0-4-15,-8 1-1 16,-2 18-6-16,-3 7 14 16,0 6-1-16,5 1-2 0,6 4 0 15,3 0 2 1,3 0 0-16,0-5-4 0,14-7 0 15,14-11-4-15,9-11-6 16,7-3 15-16,11-20 0 16,7-12 0-16,6-10-17 15,-6-3 5-15,-7-5-1 16,-16 5 4-16,-9 0 9 16,-14 2 3-16,-11 3-2 15,-5-2 11-15,-2 3 3 16,-15 0 18-16,1 9 0 15,5 10-7-15,5 10-12 16,4 10-14-16,2 0-5 0,0 15-19 16,-1 20-5-1,-4 14 27-15,-2 10 0 0,-2 11 2 16,6 3 0-16,3 2 2 16,9-8-2-16,9-10-1 15,-2-11-22-15,-5-14-31 16,-5-11 9-16,0-12-87 15,-2-9-90-15</inkml:trace>
  <inkml:trace contextRef="#ctx0" brushRef="#br0" timeOffset="2335.19">9419 5059 339 0,'0'0'7'0,"101"-1"12"15,-31 1 12-15,15 0-12 16,7 0-6-16,2 2-13 16,-1-2-45-16,-8 0-232 15</inkml:trace>
  <inkml:trace contextRef="#ctx0" brushRef="#br0" timeOffset="3272.7">10467 4807 715 0,'0'0'56'0,"0"0"-56"16,0 0-18-16,0 0 18 16,-70 106 2-16,49-55-1 15,9 10-2-15,7 1 1 16,5 0-2-16,12-6 2 15,23-12-26-15,18-14-13 16,21-18 11-16,14-12 12 16,16-3-14-16,-6-22-2 15,-8-5 5-15,-20 1 27 16,-21-1 21-16,-25 2 40 16,-20 0 66-16,-4-2-67 0,-11 5-20 15,-12 2-20-15,0 8-20 16,7 7 0-16,9 6 0 15,2 2 0-15,1 10-23 16,-1 16 0-16,2 13 23 16,3 3 0-16,0 3 0 15,20-4 0-15,10-7 0 16,7-10-2-16,5-12 2 16,-2-9 6-16,-3-3 2 15,-5-12 3-15,-4-13 0 16,-3-5-2-16,-5-6-6 15,-11 0 1-15,-9-1-4 16,0 3-8-16,-19 6-11 16,3 9 6-16,6 7 3 0,4 5 7 15,6 7-1-15,0 0-15 16,6 0-64-16,12 0 69 16,7 0 14-16,5 2 1 15,1 3 1-15,7-2-2 16,-1 0 11-16,-6-2-4 15,-8 4-2-15,-9 3-1 16,-6 1-4-16,-6 7-5 16,-2 7 5-16,0 11 0 15,-10 8 12-15,-12 8 8 16,-2 1-14-16,3-4 0 16,6-12-3-16,6-15 4 15,8-11-5-15,1-9 0 0,0 0 16 16,0 0 30-16,0-17 13 15,20-15-40-15,9-11-21 16,10-6-20-16,3-3 2 16,5 3-7-16,1 3-1 15,0 2-23-15,-2 4 17 16,-4 7 5-16,-5 5 22 16,-2 5 5-16,-6 5 8 15,-7 6-3-15,-6 4 7 16,-10 6 16-16,-4 2-28 15,-2 0-3-15,0 16-5 16,0 14 8-16,0 9 6 16,-2 14-4-16,-15 6 0 0,-5 5-1 15,1 0 3 1,4-11-2-16,8-13-1 0,6-9-1 16,3-13-21-16,0-8-69 15,0-10-72-15,0-4-86 16</inkml:trace>
  <inkml:trace contextRef="#ctx0" brushRef="#br0" timeOffset="3680.71">11563 5119 711 0,'0'0'8'16,"0"0"13"-16,81-46-17 0,-13 26 4 15,16-4 4-15,10 4 8 16,1-1-8-16,-8 3 3 15,-11-1-10-15,-12 1-3 16,-9-1-3-16,-10 1 2 16,-11 2-2-16,-11 3-10 15,-10 3-28-15,-6 3 30 16,-7 7-22-16,0 0 29 16,0 0-50-16,0 0-26 15,0 5 34-15,0 10 34 16,-5 11 10-16,-5 11 1 15,1 9 19-15,-4 9 11 16,3 1-23-16,2-8 28 16,5-7-25-16,1-12-3 15,2-10 31-15,0-8-15 0,0-6-10 16,0-3-5-16,0-2 12 16,0 0 3-16,-1 0-16 15,-5 0-2-15,-10 4-6 16,-20 4-72-16,-21 4-103 15,-14 0-241-15</inkml:trace>
  <inkml:trace contextRef="#ctx0" brushRef="#br0" timeOffset="4078.82">9529 5670 362 0,'0'0'39'15,"0"0"-39"-15,0 0-18 16,0 0 18-16,0 0 17 15,0 0 35-15,108 8 64 16,-24-8-19-16,25 0-59 16,34-10-4-16,27-1-21 0,30 0 4 15,18-3-15-15,7 2 2 16,-17-6 3-16,-28 2 1 16,-29 0 4-16,-34-2 13 15,-30 3 0-15,-31 3-7 16,-26 4-12-16,-20 4-5 15,-7 2-1-15,-3 2-2 16,0 0-55-16,-19 0-44 16,-25 0-111-16</inkml:trace>
  <inkml:trace contextRef="#ctx0" brushRef="#br0" timeOffset="4225.47">11655 5578 800 0,'0'0'79'16,"0"0"-45"-16,0 0-31 16,0 0-3-16,0 0-172 15,0 0 34-15,-38 31-70 16</inkml:trace>
  <inkml:trace contextRef="#ctx0" brushRef="#br0" timeOffset="5528.49">13086 4541 360 0,'0'0'27'0,"0"0"-16"16,-73 99 28-16,49-48 6 16,6 7-31-16,6 7 9 0,8 13-4 15,4 8-11-15,13 2-3 16,20-6-3-16,13-10-2 16,8-16-26-16,5-16-52 15,9-18-54-15,9-16-112 16</inkml:trace>
  <inkml:trace contextRef="#ctx0" brushRef="#br0" timeOffset="5979.8">13495 4675 420 0,'0'0'160'15,"0"0"1"-15,0 0-57 16,0 0-33-16,0 0-69 16,0 0-2-16,0 0-15 15,-29 32 15-15,22 15 4 0,-5 9-4 16,0 9 0-16,0 2 2 16,0-6-2-16,4-5 0 15,8-13-13-15,0-11-18 16,14-14 5-16,20-10 7 15,14-8 8-15,10-3 6 16,5-18-13-16,-9-1-27 16,-9 0-3-16,-17 5-3 15,-12 5-6-15,-8 2-134 16</inkml:trace>
  <inkml:trace contextRef="#ctx0" brushRef="#br0" timeOffset="6188.3">14064 5125 260 0,'0'0'561'0,"0"0"-525"16,0 0-36-16,0 0-4 15,0 0 4-15,-59 79 1 16,42-48 0-16,7 5-2 15,7 1-34-15,3 1-11 16,0-6-137-16,18-18-92 16</inkml:trace>
  <inkml:trace contextRef="#ctx0" brushRef="#br0" timeOffset="6759.83">14254 4831 835 0,'0'0'70'0,"0"0"-21"15,0 0-49-15,0 0-14 16,0 0 10-16,0 0 4 16,-6 101 0-16,3-47 1 0,0-1 0 15,0-10-1-15,3-11 0 16,0-12-8-16,-3-13-1 15,3-7-5-15,0 0 14 16,0-3-4-16,0-21-7 16,13-12-29-16,2-3-11 15,3-4 25-15,0 6 16 16,2 8 10-16,0 7-10 16,1 9 4-16,-3 4 2 15,-2 7 0-15,-2 2 4 16,1 0-3-16,-2 12-1 15,2 8 3-15,-1 1-3 16,-2 1 4-16,-1 0 0 16,0-8 1-16,-5-4 0 15,0-5-1-15,-3-3 0 0,-2-2 0 16,4-4 10-16,-1-18 4 16,1-5-11-16,-2-7 4 15,-3 1 32-15,0 4-4 16,0 7 1-16,0 6 14 15,0 10-5-15,0 6-45 16,3 0-3-16,1 12-35 16,5 17 11-16,-1 10 27 15,1 12-1-15,-2 4-21 16,0 7 4-16,-1-3-56 16,0-6-56-16,-2-16-183 15</inkml:trace>
  <inkml:trace contextRef="#ctx0" brushRef="#br0" timeOffset="6963.89">14715 5119 825 0,'0'0'0'0,"0"0"-21"16,0 0-21-16,0 0 42 15,0 0 1-15,3 97-1 16,-3-67 1-16,0-2-1 16,0-2-58-16,0-1-87 0,3-9 14 15</inkml:trace>
  <inkml:trace contextRef="#ctx0" brushRef="#br0" timeOffset="7258.47">14928 4785 852 0,'0'0'7'0,"0"0"59"16,0 0-45-16,0 0-21 0,0 0-19 15,0 0-9 1,-3 31 28-16,12 23 0 0,1 8 2 15,5 4-2-15,5-6-21 16,3-9-14-16,4-17-7 16,-3-12 26-16,2-12-9 15,4-10 1-15,7 0 3 16,7-12-51-16,-2-15-84 16,-2-7-259-16</inkml:trace>
  <inkml:trace contextRef="#ctx0" brushRef="#br0" timeOffset="7412.31">14999 4860 86 0,'0'0'37'0,"0"0"-13"16,86 0-24-16,-45 0-36 15</inkml:trace>
  <inkml:trace contextRef="#ctx0" brushRef="#br0" timeOffset="7642">14938 5017 93 0,'0'0'123'15,"0"0"-14"-15,124-4-56 16,-67-9-35-16,7-4-18 16,3-5-28-16,3-2-192 15</inkml:trace>
  <inkml:trace contextRef="#ctx0" brushRef="#br0" timeOffset="7925.92">15330 4507 671 0,'0'0'0'0,"0"0"4"16,120 26 9-16,-65 15 2 16,5 17-4-16,3 15-7 15,-5 10 12-15,-12 9-12 16,-12 2-3-16,-19 3 2 16,-15-2-3-16,-9-9 0 0,-37-4-9 15,-24-9-44 1,-11-10-32-16,-3-8-61 0,9-18-209 15</inkml:trace>
  <inkml:trace contextRef="#ctx0" brushRef="#br0" timeOffset="8777.79">15035 4848 85 0,'0'0'132'16,"0"0"-129"-16,0 0 1 0,0 0 26 15,0 0 25-15,0 0 2 16,-4 12-14-16,5-12-28 15,10 3 43-15,4-2-16 16,0-1 4-16,4 0 1 16,1 0 0-16,3 0-32 15,4-4 7-15,-2-1-8 16,-2-2-10-16,-8 3-2 16,-5 1-2-16,-7 3-2 15,-3 0-31-15,-1 0-118 16,-26 0-114-16</inkml:trace>
  <inkml:trace contextRef="#ctx0" brushRef="#br0" timeOffset="10218.12">16712 4951 346 0,'0'0'116'15,"0"0"29"-15,0 0-65 16,0 0-5-16,0 0-44 16,0 0-26-16,6-17-2 15,19 13 1-15,10-3 1 0,6-2 3 16,3 3 4-16,1-2 2 15,4 2-11-15,-3 3-3 16,-3 3 0-16,-2 0-27 16,-5 0-103-16,-13 8-98 15,-18-1-177-15</inkml:trace>
  <inkml:trace contextRef="#ctx0" brushRef="#br0" timeOffset="10412.9">16704 5168 409 0,'0'0'72'0,"0"0"-51"0,0 0 54 16,87 0-6-16,-44-1-9 16,9-4-30-16,8 0-21 15,11 3-9-15,13 0-33 16,3-6-141-16,1-6-364 15</inkml:trace>
  <inkml:trace contextRef="#ctx0" brushRef="#br0" timeOffset="11937.89">18392 4743 695 0,'0'0'13'0,"0"0"-2"16,0 0-11-16,0 0-7 16,0 0 6-16,0 0 1 15,-74 112 0-15,65-65 0 16,4-2 4-16,5-6-4 16,4-8-14-16,14-9-12 15,3-8 7-15,2-6 1 16,-1-3 18-16,-2-3 11 15,-8 3-5-15,-4 0 4 16,-7-1-10-16,-1 6-1 0,0 7 1 16,-3 2 1-1,-15 7 3-15,-5 4-1 0,-4-3-1 16,0-1 1-16,1-6-1 16,2-3-1-16,2-7-1 15,7-3 2-15,-1-5 0 16,4-2-2-16,2 0-17 15,5-2-37-15,5-15-105 16</inkml:trace>
  <inkml:trace contextRef="#ctx0" brushRef="#br0" timeOffset="12388.76">18481 4754 609 0,'0'0'19'16,"0"0"15"-16,82-17-19 15,-48 17-11-15,5 1 3 16,1 16 0-16,-2 5-6 16,-9 3-1-16,-3 4-1 15,-13 1 0-15,-5 4 1 16,-6 3-1-16,-2 0 1 15,0-1 3-15,-9-1 4 16,4-4-3-16,1-4-4 16,4-7 0-16,0-7-4 0,0-6-18 15,0-4 3 1,4-3 19-16,5 0 22 0,6-16 0 16,3-5-6-16,3-5 3 15,1-3 5-15,-2-3 14 16,-4-2-11-16,-4 0 4 15,-5-1 2-15,-7 3-6 16,0 0-12-16,-19 6-13 16,-17 9-2-16,-12 14-10 15,-1 3-43-15,4 9-22 16,14 19 15-16,20 5-20 16,11 7-35-16,24 0-56 0</inkml:trace>
  <inkml:trace contextRef="#ctx0" brushRef="#br0" timeOffset="13637.99">19415 5168 621 0,'0'0'65'16,"0"0"16"-16,0 0-43 15,0 0-33-15,122-95 1 16,-58 56 3-16,2-6-5 16,1-4 1-16,-14-4 3 15,-9 2 2-15,-17 0 1 0,-12-4-4 16,-12 0 2-16,-3 4 5 16,-9 6 2-16,-11 14-15 15,5 14 5-15,5 12-6 16,1 5-4-16,-2 19-10 15,-5 25 2-15,-2 18 12 16,2 16 0-16,5 10-3 16,11 1-3-16,0-4-21 15,26-10-5-15,8-16 3 16,6-17-16-16,1-16 1 16,-1-14 23-16,-1-12 21 15,-3 0 0-15,-1-11 6 0,-3-15-2 16,-2-6 4-16,-5-6 5 15,-9-2 37-15,-10-3 9 16,-6 2-14-16,-3 4-12 16,-16 13-13-16,9 9-1 15,5 9-8-15,0 6-11 16,-5 6-12-16,-2 19-12 16,-7 14 22-16,0 8-1 15,5 3-12-15,9-5-17 16,5-6-11-16,2-14-4 15,20-9-1-15,6-15 33 16,2-1 15-16,2-6 2 16,-1-16-1-16,-3-1 0 0,-5-4 0 15,-8-1 17-15,-11 2 59 16,-4 2-31-16,0 5-18 16,0 9-10-16,-4 3-6 15,2 7-7-15,1 0-5 16,1 5-24-16,0 17-30 15,0 7 53-15,0 7 1 16,22 0-3-16,8-2-16 16,7-5 2-16,-1-10-4 15,1-12-11-15,-1-7 15 16,1 0 17-16,-1-20 5 16,0-7 3-16,-2-5 6 0,-7-3 18 15,-6 0-1 1,-8 3-5-16,-5 3-5 0,-2 5-5 15,-3 12 2-15,-2 5-11 16,-1 7-4-16,2 0-3 16,-2 0-3-16,0 0-8 15,0 7-24-15,0 7 29 16,0 1 5-16,0 0 0 16,0-3 1-16,0 0 0 15,0-4-4-15,-3 0-5 16,-8-3 1-16,-1 1 2 15,-4-1 4-15,1 1 1 16,0 2 2-16,2-1-1 16,2 6 0-16,1 3-2 15,5 4-1-15,5 1-13 0,0 3-6 16,26-4-2-16,17-3-2 16,17-8 13-16,10-9 9 15,-2 0 2-15,1-12 4 16,-5-13 2-16,-7-5 3 15,-5-3 3-15,-15-2-1 16,-9 1 3-16,-10-2-2 16,-13 0 9-16,-5 3 25 15,0 7-12-15,-5 9-26 16,-2 9-2-16,6 8-4 16,1 0-22-16,0 19-80 15,0 13 88-15,0 12 14 0,7 6 1 16,9-3-1-16,5-1-1 15,-3-13 1-15,-3-8-1 16,-6-13 2-16,-6-7 0 16,-3-2 5-16,0-3 67 15,0 0-11-15,-13 0-32 16,-23 0-30-16,-10-3-42 16,-9 3-38-16,13 0-42 15,13 0-145-15</inkml:trace>
  <inkml:trace contextRef="#ctx0" brushRef="#br0" timeOffset="13808.67">21196 5267 649 0,'0'0'55'16,"0"0"83"-16,0 0-62 15,0 0-33-15,0 0-19 16,0 0-24-16,-18-25-13 15,10 28-86-15,-2 9-45 16,-4-5-87-16</inkml:trace>
  <inkml:trace contextRef="#ctx0" brushRef="#br0" timeOffset="15386.31">8363 6447 638 0,'0'0'44'0,"0"0"80"16,0-77-49-16,0 64-9 15,0 6-60-15,0 7-6 16,0 0 0-16,0 0-5 15,0 3-5-15,0 23-11 16,2 17 15-16,-2 16 1 16,-6 14 5-16,-22 8-4 15,-11-3-12-15,-6-1-28 16,3-12-1-16,8-11-67 16,9-19-12-16,11-22-56 0,14-13-151 15</inkml:trace>
  <inkml:trace contextRef="#ctx0" brushRef="#br0" timeOffset="15717.95">8335 6124 682 0,'0'0'13'0,"0"0"4"16,0 0 0-16,0 0-17 15,90-18 0-15,-48 57-2 16,5 16 2-16,1 11 2 16,-6 12-2-16,-5 6-2 15,-12 3 2-15,-14-1 2 0,-11-11-2 16,-3-11 0-16,-22-11 2 16,-10-12 0-16,-7-7-2 15,-5-7 0-15,-7-10-4 16,-10-5 4-16,-2-11 0 15,-2-1 4-15,7 0-4 16,20-8 4-16,17 2-8 16,21 1-34-16,3-6-338 15</inkml:trace>
  <inkml:trace contextRef="#ctx0" brushRef="#br0" timeOffset="16034.9">8950 6326 520 0,'0'0'74'16,"0"0"-6"-16,0 0-40 15,0 0-28-15,0 0-5 16,0 0 5-16,-36 110 21 16,15-50 11-16,0 11-14 0,-1 8-13 15,10 3-4-15,12 3 4 16,1-6-4-16,35-10-1 16,19-16-29-16,14-20-26 15,16-21 0-15,10-12-60 16,10-25-326-16</inkml:trace>
  <inkml:trace contextRef="#ctx0" brushRef="#br0" timeOffset="16503.9">9406 6450 667 0,'0'0'40'15,"0"0"72"-15,0 0-59 16,0 0-51-16,0 0-2 16,0 0-13-16,-15 22 13 15,15 26 1-15,0 10 0 16,0 0-1-16,0 0 1 16,0-9 0-16,0-12 0 15,0-14 1-15,0-11-2 16,0-7-5-16,0-5-27 15,2 0 23-15,8-20 9 16,8-13-122-16,6-9-15 0,-3-7 74 16,0-3 36-1,-8-4 27-15,2 8 16 0,2 7 10 16,-1 11 5-16,9 11-18 16,0 12-7-16,0 7-5 15,-2 0-1-15,-5 22 0 16,-7 8 0-16,-8 4 2 15,-3 2 3-15,-5-3-4 16,-17-4 7-16,-2-2 21 16,-9-4-16-16,-4-4-7 15,1-5 3-15,2-5 0 16,2-6-1-16,7-3-8 16,10 0-25-16,15-7-202 15</inkml:trace>
  <inkml:trace contextRef="#ctx0" brushRef="#br0" timeOffset="16767.58">9934 6207 797 0,'0'0'12'15,"0"0"69"-15,0 0-81 16,0 0-6-16,0 0 0 15,20 85 3-15,-10-19 2 16,-5 15-1-16,-5 11 2 16,0 5 2-16,0-1-1 0,-18-6 1 15,-11-12-2-15,-4-11-4 16,-5-12-19-16,-4-12-17 16,-4-12-13-16,1-12-108 15,8-14-84-15</inkml:trace>
  <inkml:trace contextRef="#ctx0" brushRef="#br0" timeOffset="17718.58">10559 6377 670 0,'0'0'10'16,"0"0"57"-16,0 0 4 15,0 0-70-15,0 0-1 16,0 0-16-16,-9 36 16 16,-1 10 0-16,-4 10 5 15,7 7-2-15,5-3-3 16,2-4 1-16,4-13-2 15,17-14 0-15,6-13 1 16,0-12 7-16,6-4 1 16,4-12 9-16,5-20 10 15,3-8-14-15,-2-8-7 0,-10 1-4 16,-9-4 1-16,-15 0 2 16,-9 0 0-16,-1 3 2 15,-26 6 1-15,-5 5-6 16,0 9-4-16,4 7-5 15,11 6-2-15,8 7 7 16,5 4-6-16,4 4-12 16,0 0-80-16,26 0-42 15,14-5 140-15,11-4 2 16,12-4 10-16,3-4-7 16,-7 1 6-16,-11-1 6 15,-17 0 24-15,-15 2 32 0,-11 2 5 16,-5 2-35-16,0 3-16 15,0 1-12-15,-3 3-5 16,-1 4-8-16,2 0 2 16,1 0-2-16,1 0-5 15,-4 0-3-15,-1 14 0 16,-3 4 8-16,0 3 1 16,3-4 0-16,1-5-1 15,3-5-1-15,1-4 1 16,0 1 0-16,0-3 0 15,0 1 4-15,0-1-4 16,0 3 0-16,0 0 0 16,0 5 0-16,0 0 0 0,0 7 0 15,0 4 0-15,0 6 0 16,-1 6 0-16,1 7 0 16,0 5 0-16,0 3 0 15,0-4 0-15,0-4-3 16,1-10-7-16,9-8 0 15,-2-7 7-15,-2-11 1 16,0-3 2-16,6-1 2 16,8-25 10-16,6-11-6 15,4-8-2-15,-6-2-4 16,-6-3 8-16,-6 5-4 16,-6 2 15-16,-2 8-12 0,1 10-6 15,0 8-1-15,0 10-2 16,0 5-25-16,1 2-10 15,3 11-55-15,-1 17 13 16,-2 10-63-16,-6 3-19 16,0-2-164-16</inkml:trace>
  <inkml:trace contextRef="#ctx0" brushRef="#br0" timeOffset="18016.92">11317 6517 496 0,'0'0'50'15,"0"0"13"-15,0 0-54 16,0 0-6-16,0 0-3 16,85-55 4-16,-62 35-1 15,0-3 29-15,-9 0 14 0,-4-1-18 16,-8 2 13-16,-2 2 2 16,0 6-14-16,0 5-6 15,-2 6-23-15,-5 3 0 16,1 10-83-16,-7 17 54 15,-4 6 29-15,5 7 0 16,5 7 0-16,7 0-9 16,4-4-3-16,28-9-31 15,12-10-16-15,9-15 44 16,3-9 9-16,-2-3 5 16,-2-24-117-16,-3-12-203 15</inkml:trace>
  <inkml:trace contextRef="#ctx0" brushRef="#br0" timeOffset="19517.61">11776 6263 247 0,'0'0'10'0,"0"0"-10"16,0 0 50-16,0 0 72 15,27 73-39-15,-18-45-32 16,-4 0-15-16,-1 2-6 16,-4 0 5-16,0-3-18 0,0-1-11 15,0-5-1 1,-5-5 0-16,-1-9-1 0,2 0-1 16,3-7-1-16,1 0 3 15,0 0 22-15,0-7 86 16,0-14-71-16,5-12-42 15,23-5-4-15,13-5-7 16,14-4-37-16,8 1 21 16,1-1-58-16,0 2 49 15,-6 2 10-15,-6 3 25 16,-11 7-18-16,-10 4 19 16,-12 12 52-16,-9 6 25 0,-9 8-13 15,-1 3-39 1,0 0-25-16,-1 20-24 0,-22 16 16 15,-7 16 7-15,-5 11 1 16,-1 6-1-16,0 5 1 16,2-4 1-16,13-4-1 15,7-11-1-15,14-16 0 16,0-15 0-16,4-13 1 16,9-8-1-16,0-3 1 15,10-14 9-15,3-15-2 16,4-5-7-16,-4-4 0 15,-8 1-2-15,-7 7 4 16,-4 10 4-16,-3 7 11 16,-3 9-1-16,1 4-16 15,1 0-1-15,3 0-35 0,4 12 30 16,4 7 2-16,10 4 1 16,1-1-9-16,5-1-44 15,2-5 1-15,4-11 38 16,3-5 14-16,4 0 3 15,4-14-2-15,-3-8-1 16,-3-7-1-16,-11-1-9 16,-13 0 13-16,-13 3 9 15,-4 3 28-15,-1 7 18 16,-15 3-15-16,2 8-3 0,-3 6-11 16,-5 0-26-1,-3 22-10-15,-5 9 4 0,4 9 4 16,8 5-7-16,13 5-14 15,5-1 1-15,29-10-34 16,26-12 13-16,17-16 38 16,8-11 5-16,-2-9 7 15,-4-19 1-15,-11-6 30 16,-11-5 0-16,-12 0 40 16,-11-2-36-16,-14 7-26 15,-10 5 7-15,-5 8-15 16,0 7-8-16,-4 8-2 15,0 3 0-15,1 3-2 16,-3 0-29-16,-3 15-4 16,1 7 37-16,2 2-2 0,6 2-5 15,0-6-20-15,0-6 14 16,0-6 8-16,6-6 5 16,2-2 6-16,5 0 25 15,3-13 1-15,1-3-31 16,-4 1 2-16,-8 7 3 15,-4 4 4-15,-1 4 16 16,0 0-26-16,0 0 0 16,3 7-42-16,2 12 23 15,2 4 18-15,5 4-3 16,2-3-13-16,6-3-4 16,10-6-12-16,11-13 1 0,9-2 32 15,4-15 3-15,1-18-1 16,-3-4 1-16,-4-10 8 15,-9-5-2-15,-8-2-7 16,-10-4-1-16,-9-2 11 16,-7 0 5-16,-5 12 49 15,1 14-34-15,-1 17 4 16,0 12-36-16,0 5-5 16,0 0-45-16,3 22-21 15,0 15 70-15,0 13 1 16,-2 6 0-16,-1 2 1 15,0-2-2-15,0-5-7 16,0-10-12-16,-4-10 12 0,-2-12 5 16,5-10 1-1,-1-8 2-15,1-1 4 0,-2 0 15 16,-3-15-5-16,1-4-10 16,-7-1-3-16,-1 1 0 15,-2 7 16-15,1 2 29 16,2 4-32-16,-5 6-10 15,-6 0-4-15,-7 14-4 16,-5 11 1-16,-4 7 3 16,1 2-1-16,10-2-1 15,9-4-9-15,13-7-4 16,6-5-2-16,0-5-7 0,31-7-19 16,23-4 3-16,16-10-103 15,11-19-392-15</inkml:trace>
  <inkml:trace contextRef="#ctx0" brushRef="#br0" timeOffset="21063.8">14352 6141 448 0,'0'0'0'16,"0"0"-25"-16,0 0-26 15,0 0 51-15,0 0 19 16,-97 108 4-16,68-66-13 16,8 3-2-16,4 0-6 15,11-4-2-15,6-7 0 16,14-9-7-16,32-14 0 16,13-10 0-16,9-1-31 0,3-12-10 15,-5-10-2-15,-11-5-33 16,-13-2 83-16,-18 4 31 15,-9 0 71-15,-15 5-26 16,0 1 63-16,-8 7-72 16,-4 5-47-16,3 5-20 15,0 2-1-15,1 4-6 16,-5 15 2-16,3 3-2 16,1 6 7-16,2-2-2 15,5 2-1-15,2-1 1 16,0-5 1-16,2-7-4 15,5-8-5-15,-1-5 10 16,-2-2 3-16,-1 0 5 0,2 0 3 16,-1 0-5-1,1 0-2-15,-2-5 1 0,-3 0 2 16,0 0 26-16,0-1-7 16,0 3-4-16,0-2-7 15,0 3-4-15,0-1-10 16,0 3-1-16,0 0-1 15,0-3-9-15,2 0 1 16,2 2-6-16,-1-1 6 16,-2 2 2-16,-1 0 7 15,0 0 2-15,0 0 4 16,0 0 1-16,0 0-6 0,0 0-1 16,0 0-1-1,0 0-6-15,2 0-18 0,5 0-34 16,1 0 47-16,2 0 9 15,2-1 6-15,-1-3 2 16,-1 1 0-16,2 0 0 16,-1-3-3-16,2 1-1 15,-3-1 2-15,-1-2-2 16,0 3 1-16,-1-2-1 16,-4 1 3-16,1 1-3 15,-2-1 4-15,-2-2 12 16,-1 1-8-16,0-3 2 15,0 0 4-15,0 1-14 16,0-2 11-16,-4 2-4 16,-5 1-1-16,1 2-7 0,-1 3-4 15,5-1 4 1,1 4-1-16,1 0 0 0,0 0-4 16,2 0-35-16,0 0-26 15,2 2 51-15,16 3-5 16,6-2 0-16,6-2 19 15,5-1-31-15,0 0 5 16,-5 0 8-16,-3 0-7 16,-5-1 2-16,-4-5 17 15,-4-1 4-15,-6 2-3 16,-5 1 6-16,-3-1 30 16,0 2 17-16,0 1-22 0,0-1 10 15,0 3 21-15,0 0-50 16,-6 8-6-16,-1 18-4 15,-1 11-1-15,-1 9 5 16,3 4 3-16,-1 1 9 16,4-3 18-16,2-11-16 15,1-11-2-15,0-9 5 16,-2-7-5-16,1-7 8 16,1-3-4-16,-3 0 46 15,-4 0-12-15,-6 0-25 16,-9 0-15-16,-4-6-5 15,3-1-3-15,5 0 0 16,12-3-2-16,6 3-14 0,17-6-63 16,28-7-89-16,24-3 6 15,13-6 50-15,14-2 43 16,-1-3 48-16,-3-2 19 16,-11-3 64-16,-17 0-2 15,-15 1 4-15,-16 0 36 16,-11-1-6-16,-13 3 10 15,-4 0-57-15,-5 6-1 16,0 9-15-16,0 8-15 16,-1 10-18-16,-6 3-4 15,-6 16-24-15,-11 20 0 16,-7 16 28-16,-5 11 1 16,-1 5-1-16,7 0 0 15,12-5-16-15,9-13-35 0,9-14-3 16,9-14-4-16,13-11-24 15,8-11-43-15,-1-1-206 16</inkml:trace>
  <inkml:trace contextRef="#ctx0" brushRef="#br0" timeOffset="21479.39">15289 6350 456 0,'0'0'22'0,"0"0"22"15,0 0-19-15,85-36 29 16,-43 24-21-16,7-1 4 16,0 2-12-16,1 1-11 15,-6-1 7-15,-8 0-11 0,-8 0-9 16,-4 0 1-16,-4 0-2 16,-1 0-14-16,-2 0-29 15,-1 1-8-15,-1 3-60 16,3 1-20-16,2 3-6 15,0 1 88-15,1 2 49 16,-5 0 4-16,-5 0 32 16,-8 5 4-16,-3 8-4 15,0 9 11-15,0 9 2 16,0 4-32-16,-9 3 0 16,-3-4-10-16,0-8 1 0,3-1 6 15,1-8 5-15,4-3 5 16,2-4 9-16,2-3-3 15,-1-2-15-15,1 2-8 16,-3-3-2-16,0 2 0 16,-6 4-5-16,-12 4-11 15,-16-2-61-15,-9 2-119 16</inkml:trace>
  <inkml:trace contextRef="#ctx0" brushRef="#br0" timeOffset="21962.69">16481 6215 532 0,'0'0'33'16,"0"0"-6"-16,0 0-6 15,96-22-10-15,-58 17 15 16,1 2-4-16,1-1 0 0,2-1-19 15,4 3-1 1,5-1-2-16,-1 3-68 16,-7-2-103-16,-12-2-235 0</inkml:trace>
  <inkml:trace contextRef="#ctx0" brushRef="#br0" timeOffset="22140.67">16388 6436 305 0,'0'0'127'0,"0"0"-57"15,0 0 32-15,130 1-36 16,-58-1-24-16,10-9-18 16,4-3-24-16,6 0-7 15,2-7-121-15,-8-9-206 0</inkml:trace>
  <inkml:trace contextRef="#ctx0" brushRef="#br0" timeOffset="23844.62">13603 7202 535 0,'0'0'57'0,"0"0"-12"0,0 0-45 16,-118 14-2-1,66 11 2-15,0 2-3 0,9 4 3 16,12-2-2-16,14 4 1 15,17-3-10-15,0-6-15 16,26-8-17-16,5-10 3 16,6-6 38-16,8 0 2 15,-2-10 11-15,-1-10 10 16,-9-1-4-16,-11-1 29 16,-8 1 0-16,-7 3 12 15,-7 1 28-15,0 1-36 16,-3 6-21-16,-6 0-17 15,0 6-11-15,6 4-1 16,0 0-4-16,3 4-10 0,0 13 12 16,0 2-2-16,6 1-13 15,20-1 1 1,11-3-8-16,3-8 22 0,5-5 1 16,-2-3 1-16,-6-7 0 15,-2-17 0-15,-3-8-6 16,-2-8-3-16,-4-3-34 15,-16-2 35-15,-10 2-17 16,-7 2 20-16,-34-1 5 16,-17-2 0-16,-24-2 8 15,-19 4 55-15,-17 14 0 16,-3 16-39-16,5 12-17 16,14 22-6-16,23 18-1 0,23 12-1 15,18 6-4-15,22 11 2 16,12 4-1-16,4 0-1 15,19 0-18-15,15-10-11 16,14-10 18-16,11-11-6 16,9-13-11-16,2-12 18 15,6-10-12-15,-3-7 1 16,-3-3 7-16,-5-17 2 16,-10-6 17-16,-12-8 10 15,-14-4 45-15,-10-7 15 16,-12-7-6-16,-7-7-13 15,-20 0-41-15,-27 4-6 16,-17 14-4-16,-5 20-44 0,11 21-67 16,23 0-53-16,29 19-193 15</inkml:trace>
  <inkml:trace contextRef="#ctx0" brushRef="#br0" timeOffset="24528.11">14487 7224 448 0,'0'0'174'0,"0"0"-174"16,0 0-6-16,0 0 6 16,0 0 8-16,0 0 17 15,-9 104-14-15,-33-65-1 0,-10-3 13 16,-6-2-9-16,5-5-4 15,6-8-6-15,17-7 0 16,9-4 0-16,12-5-2 16,7-5 1-16,2 0 7 15,0 0 26-15,0-16-21 16,18 0-15-16,5 1-7 16,8 4 4-16,-1 6 1 15,4 5 0-15,-1 0-2 16,3 8 0-16,4 12 4 15,3 6 0-15,2 3-2 0,10 5-33 16,5-1-21 0,-1-5-2-16,3-5 10 0,-7-8-4 15,-3-7 19 1,-3-8 33-16,-8 0 4 0,-4-17 25 16,-9-9 19-16,-1-5 30 15,-10 0-51-15,-7-2 40 16,-10 5 1-16,0 4-7 15,0 7-12-15,-6 8-5 16,0 6-24-16,3 3-20 16,-3 0-12-16,-4 13-15 15,0 6 20-15,6 7 2 16,4-2-10-16,1 3 7 16,25-4-5-16,5-6 13 0,5-6-8 15,-3-8 8-15,-2-3 5 16,-7-1-2-16,-3-17 3 15,0-8 15-15,-6-4-4 16,-6-2-9-16,-9-4 3 16,-9 3-4-16,-30 1-6 15,-12 5-1-15,-1 11-6 16,12 10-28-16,14 6 6 16,16 0-41-16,10 13-133 15,0-4-45-15</inkml:trace>
  <inkml:trace contextRef="#ctx0" brushRef="#br0" timeOffset="24670.96">15298 7198 581 0,'0'0'135'15,"0"0"-37"-15,0 0-98 16,0 0-6-16,0 0-223 15,0 0 20-15</inkml:trace>
  <inkml:trace contextRef="#ctx0" brushRef="#br0" timeOffset="24892.4">15749 6959 646 0,'0'0'111'0,"0"0"-23"15,0 0-69-15,0 0-19 16,-63 74-1-16,41-15 0 16,6 15 1-16,7 14 0 15,1 12 0-15,5 4 3 16,-4 0-3-16,0-5-90 16,-2-11-98-16,3-18 8 15,6-17-204-15</inkml:trace>
  <inkml:trace contextRef="#ctx0" brushRef="#br0" timeOffset="25036.41">15853 7865 693 0,'0'0'49'0,"0"0"111"16,0 0-99-16,19-77-31 16,-19 67-28-16,2 3-2 15,-1 0-49-15,5-2-60 16,-4-2-108-16,0-5-192 15</inkml:trace>
  <inkml:trace contextRef="#ctx0" brushRef="#br0" timeOffset="27345.52">18390 6240 496 0,'0'0'89'0,"0"0"65"16,0 0-62-16,0 0-35 16,0 0-12-16,0 0-45 15,-3-61-6-15,2 78-10 16,1 16 4-16,-2 16 12 15,-2 11 2-15,-6 10-2 16,-3 1-13-16,-3-1-28 16,-1-5-33-16,8-14-50 15,8-14-60-15,1-19-207 16</inkml:trace>
  <inkml:trace contextRef="#ctx0" brushRef="#br0" timeOffset="27674.21">18733 6367 825 0,'0'0'8'15,"0"0"22"-15,0 0-30 16,0 0-44-16,0 0 44 16,0 82 1-16,9-43-1 15,5-1 0-15,6-4-2 0,6-7-7 16,2-13 4-1,3-11 5-15,2-3 0 0,1-14 9 16,1-16-4-16,-5-4 4 16,-8-3-6-1,-10 0 6-15,-12-1 16 0,-6-1-23 16,-27 2-2-16,-10 8 0 16,-3 11-2-16,10 14-10 15,14 4-35-15,17 20-96 16,5 14 21-16,18 3-68 15</inkml:trace>
  <inkml:trace contextRef="#ctx0" brushRef="#br0" timeOffset="28889.54">19571 6496 548 0,'0'0'0'0,"0"0"-16"16,81-99 11-16,-41 68 5 15,3-4 15-15,-5 1 10 16,-1-2 0-16,-4-3 4 16,-8 0 10-16,-10-1 19 15,-10 4 12-15,-5 2-36 16,-1 9-17-16,-10 8-4 15,0 10-13-15,-1 7-6 16,-4 12-39-16,-5 24 6 0,0 16 27 16,5 10-4-1,10 6-1-15,6 2-6 0,3 1 8 16,22-5-16-16,11-5-4 16,5-15-30-16,4-13-4 15,-1-16-13-15,-3-17 67 16,-2 0 15-16,-3-20 10 15,-2-8 33-15,-2-8-8 16,-3-2-3-16,-6-2 31 16,-15-3 29-16,-8 2-12 15,0 3-8-15,-5 8-17 16,-7 9-19-16,2 12-14 16,3 9-22-16,-3 0-2 0,-6 17-24 15,-4 13 22-15,-2 6-3 16,3 4-3-16,3 0-11 15,8-3-2-15,5-8-22 16,3-7 19-16,1-11 7 16,12-10 16-16,4-1 3 15,4-6 13-15,4-16-8 16,2-3 2-16,-2-6-3 16,-4-2 23-16,-4 2-2 15,-11 3-8-15,-6 8-4 16,0 9-8-16,0 7 0 15,0 4-5-15,0 0-20 0,0 18-62 16,0 8 71 0,4 7 4-16,12 1-4 0,7 0-7 15,12-5 0-15,6-12-6 16,2-9 7-16,3-8 16 16,-2-3 1-16,0-16 0 15,0-9 9-15,-1-2-7 16,-3-7-3-16,-2-1 1 15,-9 1-7-15,-5 3 7 16,-9 7 0-16,-6 9 23 16,-5 8 21-16,-2 6-7 15,-2 4-13-15,0 0-24 16,0 0-16-16,-6 6-26 0,-13 9 40 16,-10 7 1-1,-2 4 1-15,-1 1 3 0,4 1-1 16,3-1-2-16,7-1 1 15,6 2-1-15,8-4-1 16,4-5-7-16,6-4-18 16,34-6 3-16,15-8 17 15,14-1-1-15,14-8-9 16,5-18-1-16,3-8 17 16,-5-5 1-16,-9-4 3 15,-18-1 9-15,-17 0-3 16,-15 1 2-16,-12 2 12 0,-14-1 23 15,-1 9 15 1,0 12-35-16,-4 8-17 16,0 13-10-16,-2 0-66 0,-3 21-26 15,-6 14 90-15,0 10 1 16,0 10-1-16,7 7-1 16,7 1 2-16,1-4-4 15,3-10 3-15,12-12-8 16,1-14 10-16,-4-11 17 15,-8-9 4-15,-4-3 14 16,0 0 59-16,0 0-36 16,-8-4-24-16,-19-9-34 15,-12-1-42-15,-6 4-16 16,2 5-26-16,7 5 1 16,10 0-60-16,13 0-193 0</inkml:trace>
  <inkml:trace contextRef="#ctx0" brushRef="#br0" timeOffset="29019.25">21083 6539 502 0,'0'0'121'0,"0"0"28"15,0 0-75-15,0 0-13 16,0 0-31-16,0 0-30 16,-78-14-40-16,39 20-72 15,-1 0-65-15,2-4-258 16</inkml:trace>
  <inkml:trace contextRef="#ctx0" brushRef="#br0" timeOffset="30521.68">9460 6411 164 0,'0'0'150'16,"0"0"-126"-16,0 0 26 15,0 0-2-15,0 0-36 16,0 0 19-16,6-26-4 16,4 22-19-16,1 0 13 15,1-1-7-15,1 3 13 16,2-1-7-16,4 2-9 16,7 1-9-16,3 0-2 0,4 0 4 15,5 0-1-15,1 0 2 16,-4 1 2-16,-8 10-5 15,-6 0-2-15,-10 2 0 16,-7 1-3-16,-4 2 3 16,0 1 8-16,-12 3 2 15,-15 0-4-15,-6 2 14 16,-7-1-11-16,0 1-3 16,-2 2-6-16,3-1-14 15,9-5-126-15,11-6-250 16</inkml:trace>
  <inkml:trace contextRef="#ctx0" brushRef="#br0" timeOffset="30678.01">9697 6618 261 0,'0'0'69'0,"0"0"-69"15,0 0-26-15,0 0-174 16</inkml:trace>
  <inkml:trace contextRef="#ctx0" brushRef="#br0" timeOffset="31125.37">9419 6531 269 0,'0'0'88'16,"0"0"-5"-16,0 0 5 0,0 0-13 15,0 0 11 1,0 0-37-16,13-82-8 0,-13 72 10 16,0-1-3-16,0 6-20 15,0 1-5-15,0 2-16 16,0 2-7-16,0 2-5 16,0 21-19-16,0 16 22 15,0 12 2-15,3 7-3 16,-3 4 0-16,0-1 3 15,-2-3 0-15,-5-4-7 16,-2-9-6-16,4-8-6 16,0-10 6-16,3-12-1 15,0-6-32-15,2-6-9 16,0-3-19-16,0 0-9 16,0-2 59-16,0-16-165 0</inkml:trace>
  <inkml:trace contextRef="#ctx0" brushRef="#br0" timeOffset="31289.71">9473 6797 482 0,'0'0'118'0,"0"0"13"15,0 0-69-15,0 0-62 16,0 0-82-16,0 0-151 15,-9-18-34-15</inkml:trace>
  <inkml:trace contextRef="#ctx0" brushRef="#br0" timeOffset="35397.96">9830 8646 368 0,'0'0'58'0,"0"0"55"16,0 0 21-16,0 0-63 15,0 0-31-15,0 0-8 16,0 0-20-16,3 0-12 16,6 0-11-16,4 0 5 15,11 1 6-15,9 1 6 16,7 0-3-16,9-2-2 16,8 0-1-16,10 0-36 15,3 0-86-15,-5-14-118 16</inkml:trace>
  <inkml:trace contextRef="#ctx0" brushRef="#br0" timeOffset="36180.62">9738 8693 16 0,'0'0'367'0,"0"0"-363"15,0 0 19-15,90-5 39 16,-55-10 7-16,5-9-24 16,2-3-10-16,5-6-17 15,0-5-8-15,-1-6-9 16,-1-2 6-16,-9-1-7 16,-7-1 5-16,-8 5-4 0,-10 6 5 15,-8 5 14 1,-3 10 8-16,0 9-13 0,0 7 3 15,0 6-18-15,0 0-12 16,-6 13-33-16,-6 23 25 16,-3 12 19-16,4 14 2 15,1 8-1-15,3 8 5 16,5 5-5-16,2 2 1 16,0-2 1-16,-4-6-1 15,-6-7-1-15,0-12-1 16,-5-13 1-16,3-10 0 15,2-13 0-15,1-10-4 0,1-5 2 16,-1-7 4 0,-7 0 39-16,-5-3 17 0,0-15-26 15,-1-5-18-15,3-4-5 16,6-2-5-16,5-2-4 16,8-2-27-16,0 1-17 15,27 3-1-15,13 0-8 16,8 7 36-16,4 5 17 15,0 5 2-15,-7 8 4 16,-4 4 4-16,-3 1-3 16,-4 18-3-16,-1 6-2 15,-2 5 3-15,-3 4-4 16,-1 0 2-16,-5-4-3 0,-3-5 3 16,-4-8-3-1,-4-8-4-15,-1-7 0 0,-3-2 4 16,-3-2 12-16,3-16 48 15,1-7-55-15,1-5-3 16,-3-1 8-16,-3 4 21 16,0 4-22-16,0 9-3 15,0 6-6-15,2 5-3 16,5 3-16-16,3 0-55 16,10 14 60-16,2 5-15 15,5 4-7-15,7-2-6 16,6 0-31-16,8-3 4 15,-1-6-15-15,-3-9-142 16</inkml:trace>
  <inkml:trace contextRef="#ctx0" brushRef="#br0" timeOffset="36716.2">11287 8567 459 0,'0'0'109'15,"0"-108"118"-15,-3 73-115 16,-3 14-56-16,3 13-36 15,2 8-20-15,1 8-30 16,0 21-3-16,0 14 33 16,6 10 0-16,4 11 0 15,3 3 1-15,-2-2-1 0,4-7-3 16,-5-9-10 0,-2-11 0-16,-4-9 4 0,-4-9-4 15,0-8 2 1,0-7 3-16,0-5-1 0,0 0 9 15,-7-5 22-15,-12-11-16 16,-6 0 4-16,3 4 2 16,0 7-5-16,8 5-7 15,4 0-2-15,2 5-6 16,5 15 1-16,3 2 4 16,0 2 2-16,11-2-8 15,17-2-1-15,15-6-1 0,11-5 11 16,10-9 0-1,2 0 3-15,0-13-2 0,-5-13-1 16,-9-5-1-16,-4-5-5 16,-14-1 6-16,-10 2 2 15,-12 7 5-15,-11 2 12 16,-1 9 4-16,0 2 10 16,-3 5-32-16,-4 6-1 15,4 4-3-15,1 0-6 16,2 15-64-16,0 13 70 15,8 6 0-15,22 2-7 16,9-7-22-16,10-7-20 16,-3-12-63-16,-7-10-32 15,-13-15-247-15</inkml:trace>
  <inkml:trace contextRef="#ctx0" brushRef="#br0" timeOffset="36870.68">11746 8388 722 0,'0'0'58'16,"0"0"-58"-16,0 0-102 15,0 0 46-15,0 0 29 16,83 109-49-16,-33-61-27 16,5-5-132-16</inkml:trace>
  <inkml:trace contextRef="#ctx0" brushRef="#br0" timeOffset="37164">12098 8765 706 0,'0'0'106'15,"0"0"-92"-15,0 0-14 16,0 0-8-16,0 0 8 16,24 101 0-16,-16-70 3 15,-2-6-3-15,-3-11 1 16,0-8 1-16,-3-4 0 15,0-2 1-15,2 0 11 16,-2-4 35-16,2-14 1 16,3-9-47-16,5-4-3 15,7-5-3-15,7 5-4 16,4 5-16-16,5 6-12 16,5 9-40-16,0 7-49 0,-3 4 8 15,-5 2 12-15,-7 11-14 16,-5 7-142-16</inkml:trace>
  <inkml:trace contextRef="#ctx0" brushRef="#br0" timeOffset="37862.97">12456 8878 42 0,'0'0'303'15,"0"0"-41"-15,0 0-144 16,0 0-63-16,0 0-42 16,0 0-9-16,50-91-1 15,-29 67-3-15,-4 1 10 16,-5 2 9-16,-5 3 20 15,-7 0-13-15,0 9-7 0,0 1-16 16,-4 7-3-16,-6 1-3 16,-10 8-10-16,-8 17-7 15,0 7 12-15,1 6-2 16,9 3-10-16,5 3-30 16,11-3 5-16,2-5-17 15,20-16 9-15,23-13 23 16,17-7 29-16,11-10 1 15,1-17 9-15,-5-7 1 16,-6-9 5-16,-10-1 6 16,-11 1 23-16,-8 3 5 15,-6 9 4-15,-7 7-36 16,-6 9-1-16,-5 8-14 16,-3 4-2-16,-2 3-2 15,1 0-7-15,-1 0 2 0,0 1-1 16,-1 9-3-16,-2 2-1 15,0-2 12-15,0 0 1 16,-9 1 2-16,-10 0-2 16,-7 4 0-16,-1 4 1 15,-4 3 0-15,4 1-2 16,8 1-9-16,10 0-19 16,9 3-16-16,7-4 11 15,37-3-10-15,31-10 17 16,30-10-27-16,19-2-93 15,7-24 75-15,-15-8-11 16,-22-4 82-16,-25-5 112 0,-24 2 37 16,-18 0-56-16,-17 2 28 15,-10-1-13-15,0 1-60 16,-29 0-17-16,-6 2-9 16,-7 10-9-16,8 10-11 15,10 11-2-15,7 6-2 16,3 0-4-16,-2 25-11 15,-4 10 5-15,2 14 5 16,6 10-6-16,9 10 5 16,3 3-27-16,0-2 9 15,3-8-94-15,8-10-16 16,3-15 14-16,-5-20-126 16</inkml:trace>
  <inkml:trace contextRef="#ctx0" brushRef="#br0" timeOffset="38064.03">13403 8715 86 0,'0'0'534'0,"0"0"-415"15,-8-78-39-15,8 67-43 16,0 5-30-16,0 1-4 16,13 0 0-16,11 1-3 15,19-1 0-15,20 2 0 0,11 1-7 16,10 0-57-1,-2-3-112-15,3-12-347 0</inkml:trace>
  <inkml:trace contextRef="#ctx0" brushRef="#br0" timeOffset="39611.59">14503 8398 326 0,'0'0'415'16,"0"0"-309"-16,0 0-25 15,0 0-30-15,0 0-41 16,0 0-10-16,40-51-14 16,-53 72-21-16,-14 11 31 15,-7 10 4-15,-8 11 0 16,0 2-1-16,6 1-21 16,13-3-13-16,13-7-6 15,10-10 2-15,18-12-11 16,23-11 41-16,9-13 9 0,11 0 2 15,0-17 6 1,-2-11 0-16,-13-3 8 0,-11 0 20 16,-14 4 11-16,-10 5-7 15,-4 6-10-15,-7 8-26 16,0 3-2-16,0 5-3 16,0 0 1-16,0 0-4 15,0 0-14-15,0 13-51 16,-4 11 69-16,4 7 0 15,0 6 0-15,6-2 0 16,15-3-1-16,8-10-19 16,1-10 10-16,-1-7 10 15,-4-5 4-15,-4 0 2 16,-3-12 6-16,-1-8 11 16,-4-2-22-16,-1-4 4 0,-8 1-2 15,-4 2 0-15,0-4-3 16,-16 2-1-16,-8 0-1 15,-4 3 2-15,5 5 0 16,5 4 1-16,10 6 1 16,5 3-2-16,1 4 0 15,2 0-6-15,0 0-32 16,0 0-6-16,0 0 16 16,0 0 18-16,0 0 10 15,0 0 2-15,0 0 0 16,2 0-1-16,-2 0 3 15,0 0 18-15,0 0 23 0,0 0-9 16,0 0-5 0,0 0-13-16,0 0-9 0,0 0-4 15,0 0-5-15,0 0 1 16,0 0-1-16,0 0-3 16,0 1 2-16,0-1-5 15,0 0-4-15,0 0-4 16,0 0 5-16,-4 0 9 15,-3 3-1-15,-2-3 1 16,0 5 1-16,5-5-1 16,-2 0 0-16,-1 2-1 15,0-1-1-15,1 1 2 16,3 1 0-16,2-2-2 0,1-1-7 16,0 2-21-1,0 2-20-15,10 0 28 0,23 0 18 16,21-4 4-16,19 0 1 15,17 0-1-15,5-11-4 16,-7-1-1-16,-15-5 2 16,-18 3 3-16,-24 1 7 15,-14 4 27-15,-11 2 22 16,-6 4-31-16,0 2-16 16,0 1-9-16,-23 0-9 15,-13 0-18-15,-8 6 12 16,-4 10 5-16,5 2 6 15,7 4-12-15,8 6 2 16,10 5-17-16,9 6 1 0,9 1-17 16,8-2 33-16,24-10 6 15,11-7-6-15,-2-9 14 16,-5-5 3-16,-12-2 11 16,-11-2 21-16,-10-1-11 15,-3-2-17-15,0 0 17 16,0 2 18-16,-18 2-28 15,-19 2-2-15,-14 7-9 16,-8 1-3-16,10 0 1 16,8 1-2-16,14-1 1 15,13-2-9-15,10-4-39 16,4-3-33-16,20-5 44 16,24 0 37-16,25-17 7 0,16-9-2 15,7-9-1-15,1-6-2 16,-10-6-2-16,-6-3 4 15,-9-3 3-15,-17 1 1 16,-11 3 5-16,-17 3 17 16,-12 7 30-16,-9 5-26 15,-2 6-7-15,0 8-13 16,-2 9 5-16,-1 5-10 16,-1 6-9-16,-2 0-16 15,-5 12-36-15,-4 16 51 0,1 10 1 16,-3 7-2-1,5 4 1-15,5 3-2 0,2-1 1 16,5-4-15-16,2-6-48 16,17-8 15-16,11-10 32 15,5-9-43-15,0-11-112 16</inkml:trace>
  <inkml:trace contextRef="#ctx0" brushRef="#br0" timeOffset="40062.26">15554 8585 678 0,'0'0'15'0,"0"0"-2"16,0 0-12-16,0 0-2 0,88-40-4 16,-20 29 4-16,10 3-4 15,6-2 0-15,-5 2 0 16,-12 3 2-16,-13-1-1 15,-14 3-53-15,-11-1 19 16,-12 0-50-16,-9 0-3 16,-6 0 45-16,-2 1-46 15,0 0-56-15,-2 1 135 16,-6 2 13-16,2 0 38 16,1 0 12-16,5 0-20 15,0 0-20-15,0 8 45 16,0 9 52-16,4 6-52 15,3 9-32-15,3 4-2 16,-3 5-12-16,0-2-1 0,-2-3-5 16,-4-8-1-16,-1-8 2 15,0-7-4-15,0-6 2 16,0-3 0-16,0-1 12 16,0-2 0-16,-4 3 7 15,-9-1-2-15,-13 1-5 16,-4 6-14-16,-2 0-45 15,12 0-113-15,13-5-185 16</inkml:trace>
  <inkml:trace contextRef="#ctx0" brushRef="#br0" timeOffset="40227.15">16330 8869 744 0,'0'0'49'0,"0"0"21"15,0 0-12-15,0 0-32 16,0 0-26-16,0 0 0 16,0-38-66-16,0 38-187 15,6 0-105-15</inkml:trace>
  <inkml:trace contextRef="#ctx0" brushRef="#br0" timeOffset="43841.8">17537 6928 244 0,'0'0'71'16,"0"0"27"-16,0 0 1 15,-116-79-62-15,77 64 20 16,1 5-25-16,8 3-22 16,14 4 41-16,10 2 6 15,6 1-4-15,0 0-44 16,0 0-9-16,29 9-70 16,24 3 70-16,34-1 1 15,39-1 3-15,40-6 1 16,51-4-3-16,49-1 3 15,40-19-5-15,33-5 11 16,23-4-6-16,9-1-3 0,-2 3-4 16,-14 3 4-16,-27 5 2 15,-36 2-4-15,-38 3-4 16,-45 1 4-16,-48 2 6 16,-31 1-1-16,-39 0 11 15,-36 3-6-15,-28 2 5 16,-14 3 14-16,-13-1 13 15,0 1-19-15,0 2-16 16,-13-2-7-16,-21 2-8 16,-14 0-60-16,-11 14-65 15,4-1-147-15</inkml:trace>
  <inkml:trace contextRef="#ctx0" brushRef="#br0" timeOffset="43996.96">21679 6711 653 0,'0'0'9'0,"0"0"18"16,-103-21-27-16,51 33-43 16,-2 4-167-16</inkml:trace>
  <inkml:trace contextRef="#ctx0" brushRef="#br0" timeOffset="46620.72">7354 4346 337 0,'0'0'55'0,"0"0"28"16,0 0 19-16,0 0-20 15,0 0-31-15,0 0 4 16,-73-78 10-16,67 70-48 15,0 3 7-15,0 0-11 16,1 4-13-16,-7 1-1 0,-5 0-9 16,-11 9-9-16,-10 12 10 15,-7 3 6-15,-7 8 1 16,-7 3-3-16,3 6 4 16,2 9 1-16,4 12-4 15,14 11-2-15,7 13-8 16,12 3 0-16,14 0 1 15,3-7-31-15,22-7 29 16,18-10 1-16,9-12-2 16,2-14 12-16,-3-6 4 15,-2-8 4-15,-9-3-3 16,-7-2 4-16,-8 0-3 16,-6 0 0-16,-7 1 0 0,-5 2 0 15,-3 4 0-15,-1 4-2 16,0 6 0-16,0 6 2 15,-4 3 1-15,-3 3-3 16,1 0-3-16,-2-2 3 16,3-2 3-16,-2-9-3 15,1-8 0-15,2-8 0 16,-1-13 0-16,2-2 1 16,2 0 1-16,-2 1-1 15,1 0 2-15,2 2-3 16,0 1-12-16,2 3-11 15,17 2-14-15,7 5 28 0,5 2 9 16,-1 2 3-16,0 6-2 16,-5 2-1-16,0 8 1 15,-4 7-1-15,-1 10 0 16,-10 8 0-16,-3 7-1 16,-7 6 4-16,0 4-3 15,-7 3 2-15,-11 5 1 16,-10 3 8-16,-2 8 9 15,-6 2-10-15,2 0-4 16,2-7-2-16,3-14-2 16,11-11 1-16,6-12-2 15,10-7 0-15,2-13 2 16,0-8 1-16,8-6-1 0,2-11-1 16,2-6 5-1,-6-4 8-15,-1-1 12 0,-2-1 4 16,0-1-14-16,4 2-13 15,3-1-3-15,2-1 1 16,2 5-1-16,-4-1-1 16,1-2-19-16,1 3-34 15,9-1-18-15,4-4-3 16,9 0-130-16</inkml:trace>
  <inkml:trace contextRef="#ctx0" brushRef="#br0" timeOffset="46769.95">7656 7408 620 0,'0'0'74'0,"0"0"67"15,0 0-69-15,0 0-15 16,0 0-54-16,0 0-3 16,-61-31-122-16,61 37-114 15,0-6-134-15</inkml:trace>
  <inkml:trace contextRef="#ctx0" brushRef="#br0" timeOffset="47687.23">2372 5954 460 0,'0'0'52'0,"0"0"50"16,0 0-8-16,0 0-14 16,0 0-25-16,0 0 1 15,-43-59-54-15,43 62-2 16,0 27-20-16,0 22 18 16,0 23 2-16,0 15 1 0,0 11-1 15,-6 3-7-15,-15-4-13 16,-7-3-9-16,-8-8-50 15,-3-17-92-15,1-26-135 16</inkml:trace>
  <inkml:trace contextRef="#ctx0" brushRef="#br0" timeOffset="48218.63">2023 6021 638 0,'0'0'13'0,"37"-101"-13"15,-16 65 39-15,4 9-23 16,2 8-14-16,6 9-2 16,7 10-7-16,8 4 3 15,3 25 2-15,1 13 0 16,-1 13-1-16,-9 8-1 15,-5 9 3-15,-4 6 2 16,-8 0 0-16,-4 0 6 16,-9-8-6-16,-10-8 4 15,-2-6-5-15,-2-10 0 16,-16-6 1-16,-12-7 8 16,-6-7-1-16,-1-4 3 0,0-5-2 15,-3-5 9-15,2-5-9 16,-2-5 2-16,4-2-8 15,9 0-3-15,11-18-2 16,14-11-29-16,2-10-27 16,33-10-51-16,12-4 12 15,13-3-13-15,8 0-4 16,2 3 114-16,8 2 9 16,-7 7 64-16,-12 10-4 15,-16 13 0-15,-17 16 9 16,-12 5-38-16,-1 15-40 0,-5 19 0 15,-3 14 0 1,-3 7 6-16,0 6-5 0,0-2-1 16,0-9-75-16,0-17-83 15</inkml:trace>
  <inkml:trace contextRef="#ctx0" brushRef="#br0" timeOffset="48387">2743 5823 717 0,'0'0'15'16,"0"0"-15"-16,0 0-10 16,0 0-225-16,17 94 106 0,16-40-110 15</inkml:trace>
  <inkml:trace contextRef="#ctx0" brushRef="#br0" timeOffset="48668">3151 6217 644 0,'0'0'85'16,"0"0"-81"-16,0 78-4 15,0-37 1-15,0 2 10 16,0-5-10-16,10-6 3 15,2-11 3-15,-3-7-2 0,-6-9-4 16,1-2 3-16,-4-3 2 16,0-3 31-16,0-17 17 15,3-16-54-15,0-6-25 16,-3-5-16-16,2 0 32 16,-2 8 7-16,4 5 1 15,7 8-17-15,10 7-102 16,13 6 13-16,2 6-13 15,5 5-191-15</inkml:trace>
  <inkml:trace contextRef="#ctx0" brushRef="#br0" timeOffset="49301.65">3496 6241 54 0,'0'0'316'0,"0"0"-178"15,0 0-54-15,0 0-34 16,0 0-2-16,0 0-21 15,22-36-4-15,-12 24-14 16,2-2 6-16,-3-2-7 16,1-1-7-16,-1 0 3 15,-6 1-2-15,-1 2 3 16,-2 4 14-16,0 0-3 16,-21 4-14-16,-6 6-2 15,-7 0-4-15,4 13-10 16,6 10-2-16,6 5-37 15,9 0 22-15,9 0 25 16,0-1-4-16,9-3 4 0,21-2-1 16,7-10 6-16,11-7 1 15,8-5-1-15,1-5 1 16,1-18 12-16,-5-3-12 16,-6-4 0-16,-11-1-11 15,-9 1 9-15,-15 5 2 16,-9 5 1-16,-3 3 2 15,-3 3 7-15,-12 5 1 16,0-1-8-16,6 8-3 16,3 2 0-16,6 0-2 15,0 0-6-15,0 0-16 0,0 0 24 16,0 5-2 0,0 2 2-16,0-1 0 0,5-2 0 15,-2 0 0 1,-2-4 1-16,0 0 1 0,1 0 5 15,-2 0 10-15,0 0 14 16,0 0 17-16,0 0 3 16,0 0-15-16,0 0-23 15,-3 0-11-15,0-2-2 16,2-1-1-16,-1 3 0 16,2 0 0-16,0 0-5 15,0 0-40-15,0 0-49 16,-3 11 69-16,3 2-20 15,-3-3-77-15,0-5-116 0</inkml:trace>
  <inkml:trace contextRef="#ctx0" brushRef="#br0" timeOffset="49784.68">3862 5978 184 0,'0'0'424'0,"0"0"-313"16,0 0-18-16,0 0-40 16,0 0-32-16,0 0-14 15,-21-49-7-15,20 51-9 16,-1 13-3-16,-1 7 12 0,3 5 0 16,0 3 2-1,0-2-2-15,20-2 0 0,14-2 0 16,3-9-20-16,8-8 16 15,12-7-17-15,4-9 9 16,3-18 1-16,4-12-6 16,-5-10-32-16,-10-5-3 15,-6-5 19-15,-13-1 16 16,-14 0 16-16,-13 5 1 16,-7 5 26-16,-19 4 15 15,-15 3 39-15,-5 9-27 16,6 7-43-16,12 13 36 15,9 7-41-15,12 7-5 16,0 3-18-16,0 27-10 0,9 15 28 16,9 17-1-16,1 13 2 15,8 9-1-15,3-4 0 16,-3-5 1-16,-3-14-1 16,-11-12-5-16,-3-9-21 15,-10-7-40-15,0-11-52 16,-20-16-128-16</inkml:trace>
  <inkml:trace contextRef="#ctx0" brushRef="#br0" timeOffset="49951.81">4148 5839 665 0,'0'0'87'0,"0"0"-52"0,76-73 11 16,-25 48-16-16,15 1-29 15,14 4 3-15,7 5-4 16,2 4 0-16,-4 1-56 16,-10-5-180-16</inkml:trace>
  <inkml:trace contextRef="#ctx0" brushRef="#br0" timeOffset="50999.58">5145 5542 712 0,'0'0'50'15,"0"0"6"-15,0 0-41 16,0 0-15-16,0 0-13 16,0 0-7-16,-29 17 17 15,10 24 3-15,1 5-1 0,8 12 1 16,4 10 0-16,6 2 0 16,0-5 0-1,13-19-31-15,20-21 8 0,4-17-20 16,11-8 26-16,4-25 17 15,-1-12-2-15,-7-9-5 16,-6-2 7-16,-17 0 1 16,-6 7 22-16,-14 7 43 15,-1 6-16-15,0 9-21 16,-7 8-19-16,-2 6 10 16,9 5-18-16,0 0-2 15,-3 2-18-15,0 18-12 16,0 11 30-16,3 7 2 15,0 2-2-15,3-2 1 0,6-9 0 16,6-7-1-16,-5-15 0 16,0-7 0-16,1-4 5 15,7-24 12-15,1-12-15 16,4-5 0-16,-4 0-1 16,-7 2-1-16,-10 4 3 15,-2 7-3-15,0 5-7 16,0 7-2-16,0 4 0 15,0 5-2-15,0 3 4 16,0 3-13-16,7 1 2 16,5 4 6-16,-1 0 9 15,-1 0-4-15,3 4 3 16,-1 2 4-16,3 5 0 16,0-2-1-16,0 5 1 0,-5 3-2 15,-4 3-1 1,-3 7-5-16,-3 5 6 0,0 9 2 15,-9 9 4-15,-7 0 10 16,-4-2-9-16,4-9 2 16,4-11-6-16,3-11 4 15,5-10-5-15,4-6 2 16,0-1 3-16,0-1 15 16,0-20 17-16,0-11-35 15,0-9-2-15,7-4-2 16,11 1 0-16,9-1-11 15,8 3-13-15,10 1 9 0,2-1 0 16,2 3 15-16,-4 2 2 16,0 1 0-16,-1 2 1 15,-5 4 14-15,-9 8 12 16,-14 7 14-16,-8 7 11 16,-8 7-3-16,0 1-35 15,0 0-14-15,0 17-21 16,0 12 14-16,0 12 7 15,0 15 2-15,0 6 0 16,0 4-1-16,0-3-1 16,4-5-6-16,6-11-25 15,4-16-2-15,1-12-2 16,-4-15-49-16,0-4-59 0,-5-17-15 16</inkml:trace>
  <inkml:trace contextRef="#ctx0" brushRef="#br0" timeOffset="51152.5">5905 5554 536 0,'0'0'92'0,"0"0"58"15,0 0-120-15,0 0-27 16,74-72 4-16,-12 51-4 16,13 1-2-16,4 4-1 15,1 8-2-15,0 0-70 16,-10-4-190-16</inkml:trace>
  <inkml:trace contextRef="#ctx0" brushRef="#br0" timeOffset="51533.09">3625 6732 42 0,'0'0'394'0,"0"0"-263"15,0 0-67-15,0 0-56 16,0 0-5-16,0 0 80 15,174-39-8-15,-38-1-38 16,40-9-1-16,28-6-21 16,13-2-13-16,-4 2-1 15,-16 4-1-15,-19 6 0 16,-27 0-18-16,-28 8-15 16,-37 7-22-16,-37 9-33 15,-38 12-41-15,-23 8-3 16,-44 1-220-16</inkml:trace>
  <inkml:trace contextRef="#ctx0" brushRef="#br0" timeOffset="51617.28">5046 6314 187 0,'0'0'82'0,"0"0"-46"15,0 0-35-15,0 0-1 16,0 0 0-16,33 80-122 16</inkml:trace>
  <inkml:trace contextRef="#ctx0" brushRef="#br0" timeOffset="52342.84">2927 9319 292 0,'0'0'153'16,"0"0"-17"-16,0 0-29 15,0 0-45-15,0 0-40 16,0 0 1-16,73-43 2 15,-30 30-1-15,8-1-12 0,4 0-9 16,5-1-2-16,1-4-1 16,2-6-38-16,-3-4-105 15,-4-8-86-15</inkml:trace>
  <inkml:trace contextRef="#ctx0" brushRef="#br0" timeOffset="53047.92">2922 9206 180 0,'0'0'298'0,"0"0"-296"0,0 0 0 16,0 0 45-16,0 0 37 16,100-46-5-1,-49 12-38-15,5-7-33 0,4 2-8 16,1-1-1-16,-4-2-52 15,-8 0-7-15,-14 4-22 16,-16 4 73-16,-16 8 4 16,-3 4 5-16,-15 8-4 15,-12 6 4-15,0 5 2 16,2 3 8-16,7 12-3 16,8 21 7-16,5 14-13 15,5 7 0-15,0 12 22 16,0 4-12-16,12 6 15 15,6 4-13-15,2-2 0 16,-1-11-5-16,-7-13-4 0,0-12 0 16,-9-12-1-16,-3-10 1 15,0-8-1-15,0-5 1 16,-5-7 0-16,-10 0-4 16,-1 0-7-16,-5-14-30 15,3-3-46-15,3-3 37 16,6-2 26-16,9-2 19 15,0 1-1-15,28-4-35 16,13-1-15-16,2 2 52 16,3 1 33-16,-5 5-4 15,-2 7 23-15,-8 7-31 16,-1 4-1-16,-11 2-9 16,-1 3-4-16,-8 11-7 0,-5 5-1 15,1 1 1 1,-5-1 0-16,1-5 6 0,-2-5-1 15,0-4-5-15,0-3 2 16,0-2 1-16,0 0 25 16,4-5 80-16,-4-7-71 15,3 2-22-15,0 3 13 16,-1 4-28-16,7 3-3 16,4 0-40-16,2 0 25 15,8 7-34-15,9 3-2 16,10-3-12-16,10-4-5 15,5-3-46-15,-1-3-166 0</inkml:trace>
  <inkml:trace contextRef="#ctx0" brushRef="#br0" timeOffset="53614.65">4178 8840 617 0,'0'0'164'0,"0"0"-56"16,0 0-68-16,0 0-40 15,0 0-26-15,0 0 13 16,-3 2 12-16,41 33 1 16,12 6 0-16,11 0 0 15,2 0 0-15,1-2-1 16,-12-8 1-16,-14-5 1 16,-15-8-1-16,-12-4-6 0,-6-10-13 15,-5 1-5-15,0-5-2 16,-14 0 23-16,-14 0 3 15,-18-2 0-15,-14-5 1 16,-7 5 6-16,-2 2 9 16,8 2-6-16,17 22-7 15,18 8-3-15,11 4-1 16,15-2-1-16,3 0 1 16,30-5-3-16,16-5 3 15,9-7 1-15,14-10 0 16,7-7 4-16,0-12-1 15,6-22 3-15,0-14-3 16,-9-8 1-16,-11-2-4 0,-20 5 1 16,-15 11-1-16,-14 9-4 15,-11 8 2-15,-5 7 2 16,0 4 0-16,-6 3 0 16,-7 7 0-16,2 4-4 15,1 0 0-15,4 7-2 16,4 15-4-16,2 11 7 15,0 6 2-15,15 4 0 16,16 1-4-16,5-8 2 16,5-16-36-16,3-14-13 15,3-6 7-15,0-23-43 16,-8-21-95-16</inkml:trace>
  <inkml:trace contextRef="#ctx0" brushRef="#br0" timeOffset="53759.95">4642 8642 481 0,'0'0'0'16,"0"0"-46"-16,88 60 40 16,-31-16-20-16,10 1-121 15,7-3-12-15</inkml:trace>
  <inkml:trace contextRef="#ctx0" brushRef="#br0" timeOffset="54030.79">5256 9032 455 0,'0'0'31'15,"0"0"-1"-15,0 0 30 16,0 0 8-16,-4 75-46 16,2-53-10-16,2-4-9 15,0-8 0-15,0-7 1 16,0-3-3-16,0 0 18 15,0-5 27-15,0-13 47 16,8-10-83-16,1-5-10 16,2-1-5-16,2 2-2 15,2 3-10-15,12 5-11 16,4 6-66-16,5 4-26 0,8 4 4 16,0 3-4-16,0 2-54 15,0 2 30-15</inkml:trace>
  <inkml:trace contextRef="#ctx0" brushRef="#br0" timeOffset="54629.66">5691 8900 111 0,'0'0'71'0,"0"0"83"16,0 0 52-16,0 0-81 15,0 0-69-15,31-72-11 16,-22 48-9-16,0-2-21 16,-6 5 13-16,-3 4 15 15,0 6-21-15,0 4-22 16,-2 6-2-16,-14 1-6 15,-5 5-1-15,-3 20-14 16,-1 9 10-16,4 2 8 0,16 4-12 16,5 2-8-16,23-5 15 15,23-10-2-15,17-11-20 16,11-16 21-16,4 0 11 16,-1-17 5-16,-9-13 1 15,-13-3-2-15,-14-6 3 16,-12 3 2-16,-11 7 8 15,-8 4-4-15,-4 7-7 16,-4 5 11-16,-2 5-8 16,0 5-3-16,0 3 11 15,0 0-17-15,0 0-4 16,0 1-9-16,0 17 3 16,-8 11 5-16,-8 7 5 0,-1 6 1 15,-2 6-1-15,4-2 1 16,12-4 1-16,3-8-2 15,12-13-19-15,24-14-11 16,21-7 24-16,18-25-1 16,9-16-12-16,4-12-16 15,-7-3 22-15,-14-3 13 16,-15 0 3-16,-12 3 0 16,-13 1 6-16,-19 1 14 15,-8-1 56-15,-8 6-37 0,-14 8 2 16,5 13-5-1,4 15-14-15,7 9-25 0,0 4-5 16,1 14-21-16,-4 20-32 16,-1 16 57-16,3 14 1 15,5 6-2-15,2 5-16 16,0-3-39-16,3-12-67 16,18-18-57-16,9-28 27 15</inkml:trace>
  <inkml:trace contextRef="#ctx0" brushRef="#br0" timeOffset="54799.77">6578 8665 536 0,'0'0'200'0,"0"0"-75"0,0 0-84 16,0 0-41-1,0 0-1-15,0 0-20 0,82-23 11 16,5 20 10-16,13-4-77 15,-2-7-176-15</inkml:trace>
  <inkml:trace contextRef="#ctx0" brushRef="#br0" timeOffset="56128.08">7527 8735 666 0,'0'0'80'15,"0"0"-18"-15,0 0-32 0,0 0-22 16,0 0-8 0,0 0-12-16,-27 6 9 0,1 28 3 15,0 7 2-15,3 6-2 16,7 1-3-16,6 0-2 15,10-1-16-15,0-7-11 16,16-10 15-16,14-14 2 16,12-16 6-16,8-5 9 15,2-20 9-15,1-5-2 16,-10 0 3-16,-12 2 11 16,-10 3 5-16,-9 6-6 15,-10 3-1-15,-2 2-3 16,0 4-14-16,-5 4-2 15,-2 2-1-15,2 4 0 0,4 0-4 16,-2 0-2-16,0 9-15 16,1 10 21-16,2 4 2 15,0 0-1-15,14 1 0 16,8 0 0-16,0-7 1 16,-5-2-1-16,-2-7 0 15,-5-4 1-15,0-4-1 16,1 0 4-16,0 0 1 15,3-14-1-15,1-4 1 16,2-3-5-16,-2-2-1 16,-4 2 1-16,-5-1 3 15,-4-2 1-15,-2 1 0 16,0-7 11-16,-16 2-13 0,-2 0-1 16,0 9 4-16,4 9-3 15,7 3 4-15,3 7-6 16,4 0-6-16,0 0-14 15,0 7-40-15,5 10 36 16,11 3 23-16,12-1-2 16,3-9-5-16,9-5 8 15,5-5 0-15,-3 0 5 16,-5-5-1-16,-1-8-2 16,-12 2 1-16,-6-2 0 15,-11 4 2-15,-4 2 0 16,-3 0 2-16,0 1 6 15,0-2-5-15,0 1-3 16,0 3 7-16,0 1 3 0,0 1-10 16,0 2-5-16,2 0-51 15,16 5 10-15,16 14 39 16,9 1 3-16,3 6-2 16,-5 2 1-16,-10-1 0 15,-13 0-1-15,-10-3-5 16,-4-1 3-16,-4-2-3 15,0 2 5-15,-2 0 1 16,-10-1 0-16,2 0 0 16,-2-4 1-16,4-5 1 15,4-6-1-15,1-6 2 16,0-1 1-16,3 0 21 16,0 0 32-16,0-1-1 0,0-10-26 15,0-8-30-15,0-1-7 16,15-4-24-16,10-2 0 15,5-2 4-15,4-3-9 16,2-4 15-16,3-2 4 16,-5 0 17-16,-6 1 4 15,-8 2 22-15,-4 2 15 16,-7 3-4-16,-4 5 7 16,-1 7 7-16,-4 10-13 15,0 5-20-15,0 2-18 16,0 9-28-16,0 21-16 15,0 15 44-15,-4 13 0 0,-2 7 0 16,2 3-2 0,3-2-29-16,1-7-23 0,0-9-21 15,1-12-24-15,12-19-20 16,8-19-40-16,4-13-108 16</inkml:trace>
  <inkml:trace contextRef="#ctx0" brushRef="#br0" timeOffset="56288.09">8696 8831 549 0,'0'0'16'16,"0"0"85"-16,0 0 18 15,-2-75-65-15,26 57-37 0,18-8-17 16,21-4-2-16,17-3 0 16,0-3-16-1,-7 2-24-15,-17-2-34 0,-18-4-13 16,-12-5-36-16,-14-7-63 15</inkml:trace>
  <inkml:trace contextRef="#ctx0" brushRef="#br0" timeOffset="58509.75">7604 6686 162 0,'0'0'71'16,"0"0"9"-16,0 0 42 16,0 0-22-16,9-72-41 15,-9 59 18-15,0 2-4 16,0 3-41-16,0 4 8 15,0 1-21-15,0 3-8 0,0 0-11 16,0 13-27-16,0 14 14 16,0 10 12-16,0 5-1 15,0 1 2-15,-6-6 1 16,3-9 0-16,3-12-1 16,0-7 1-16,0-9-1 15,24-5 4-15,21-23 21 16,19-12 0-16,12-11-14 15,0-4-9-15,-4-1 3 16,-8 5-4-16,-7 5-1 16,-11 10-1-16,-12 11-9 15,-16 11 1-15,-12 8-52 0,-6 6-6 16,0 0-177-16,-21 16-36 16,-16 6 108-16</inkml:trace>
  <inkml:trace contextRef="#ctx0" brushRef="#br0" timeOffset="58659.64">7964 6737 478 0,'0'0'81'15,"0"0"-81"-15,0 0 0 16,0 0-120-16,-66 71-116 0</inkml:trace>
  <inkml:trace contextRef="#ctx0" brushRef="#br0" timeOffset="68800.62">10497 4817 199 0,'0'0'63'0,"0"0"14"16,0 0 8-16,0 0-49 15,0 0 6-15,0 0-15 16,0 0-18-16,0-46 9 15,1 38 7-15,-1 3 0 0,0 2 5 16,0 0-22-16,0 3 4 16,0-1-2-16,0 1-3 15,0 0-6-15,0 0-1 16,2 0-1-16,6 0-9 16,3 0-22-16,7 0 31 15,4 0 1-15,4-2 1 16,-4-4 3-16,-1 4-3 15,-8-2 0-15,-4 1 0 16,0 1-1-16,-3 2 0 16,0 0-1-16,-1 0 1 15,1 0-1-15,-3 7-1 16,-3 0 0-16,0 4-1 0,0-2 2 16,-5 3-5-16,-13-1 6 15,-3-1 10-15,-1-2-4 16,2-1 0-16,3-2 0 15,3-3-1-15,2 1-1 16,6-3 2-16,2 0 3 16,2 0 11-16,0 0 8 15,1 0 10-15,1 0-13 16,0 0-17-16,0 0-7 16,0-5-1-16,5-1 0 15,7 0-11-15,5 4-35 16,-1 2-17-16,0 0-7 15,-6 0-43-15,-6 6-142 0</inkml:trace>
  <inkml:trace contextRef="#ctx0" brushRef="#br0" timeOffset="69631.96">11275 5107 145 0,'0'0'130'0,"0"0"-59"16,0 0 3-16,0 0-6 16,0 0-22-16,0 0 43 15,0-41-71-15,-1 33-1 16,-2-1-1-16,-1 0 16 16,1 3 23-16,-1 0-32 15,0 3-22-15,1 0-1 16,-3 1 0-16,-6 2-5 15,-3 0-2-15,-7 0-6 0,-3 0-7 16,-4 0 2 0,-3 0-1-16,-8 0 10 0,0 0-5 15,2 2-11-15,6 4-8 16,5 0-45-16,5-1-58 16,4-2-79-16</inkml:trace>
  <inkml:trace contextRef="#ctx0" brushRef="#br0" timeOffset="69790.35">10928 5082 235 0,'0'0'121'15,"0"0"-63"-15,0 0-42 16,0 0-16-16,0 0-214 15</inkml:trace>
  <inkml:trace contextRef="#ctx0" brushRef="#br0" timeOffset="70545.47">11441 5037 258 0,'0'0'49'16,"0"0"54"-16,0 0-80 16,0 0 83-16,0 0-32 15,0 0-51-15,1-68 42 16,-1 58-25-16,0 7-16 16,0 0-8-16,-4 3-16 15,-16 0-10-15,-10 13-21 16,-5 10 10-16,-1 5 3 15,5 5-5-15,9 5-5 0,8 2-6 16,8-1 10-16,6-2-23 16,4-8 26-16,19-5 17 15,6-7 0-15,6-11 4 16,-1-2 3-16,-6-4 0 16,-8 0 0-16,-12 0 7 15,-4 0 23-15,-4 0 36 16,0 0-16-16,0 0-13 15,0 0-40-15,0 7-5 16,-12 1-20-16,-8 1 24 16,-3 3 1-16,2-1-4 15,1-3-4-15,1-1-1 0,7-3 1 16,0 1 7 0,6-4-2-16,2 1 3 0,1-2 3 15,0 0 1-15,0 0-4 16,-3 0-8-16,0 0-89 15,3 0-83-15</inkml:trace>
  <inkml:trace contextRef="#ctx0" brushRef="#br0" timeOffset="70831.48">11457 5118 134 0,'0'0'280'16,"0"0"-165"-16,0 0-30 15,0 0 7-15,0 0 8 16,0 0-53-16,-15-37-43 16,14 40-4-16,-8 17-30 15,-3 14 29-15,-6 7 0 16,-4 4-21-16,0 0-29 15,-1 0-26-15,-3-3-16 16,1-6-46-16,3-8-156 16</inkml:trace>
  <inkml:trace contextRef="#ctx0" brushRef="#br0" timeOffset="70982.75">11251 5409 394 0,'0'0'176'0,"0"0"-176"15,0 0-1-15,0 0-218 16,0 0 14-16</inkml:trace>
  <inkml:trace contextRef="#ctx0" brushRef="#br0" timeOffset="81441.19">9102 8966 75 0,'0'0'154'0,"0"0"-106"16,80-33 22-16,-41 20-36 16,4-1-1-16,2-2-20 15,1 1-1-15,-4 1-9 16,-4 6-2-16,-10 2-1 15,-7 6-1-15,-12 0-44 16,-9 0-103-16,0 10-59 16</inkml:trace>
  <inkml:trace contextRef="#ctx0" brushRef="#br0" timeOffset="81687.64">9008 9085 285 0,'0'0'144'16,"0"0"-72"-16,0 0-37 16,0 0 2-16,103-46 3 15,-64 28-22-15,-1 3-5 16,4 1-7-16,-3 0-5 16,-3 3 3-16,-5 5-4 15,-4-2-7-15,-3 2-27 16,-5 1-33-16,-1-4-10 15,-6-2-92-15,-5-1-132 16</inkml:trace>
  <inkml:trace contextRef="#ctx0" brushRef="#br0" timeOffset="81921.93">9412 8774 428 0,'0'0'84'15,"0"0"25"-15,0 0-38 16,0 0-19-16,0 0-32 16,0 0-20-16,40-9-11 15,-28 29 10-15,2 6-7 16,-8 9 2-16,-5 3 6 0,-1 5 0 16,-4-1 3-16,-20 4 1 15,-14 4-4-15,-11 3-24 16,-12 3-60-16,-4-10-64 15,-3-9-188-15</inkml:trace>
  <inkml:trace contextRef="#ctx0" brushRef="#br0" timeOffset="83467.4">4530 10071 518 0,'0'0'121'16,"0"0"-12"-16,0 0-23 0,0 0-56 15,0 0-30-15,-82-20 0 16,46 50-3-16,-3 7-2 15,1 4 0-15,10 2-19 16,8 6 13-16,7-3-20 16,6-1-4-16,7-11 16 15,0-10-33-15,4-16 32 16,15-8 20-16,11-2 3 16,7-27 16-16,5-8-5 15,-5-4-9-15,-6 3 3 16,-14 10 13-16,-11 10 19 0,-4 6 9 15,-2 7-21-15,0 3-6 16,0 2-22-16,0 0-11 16,0 5-65-16,0 10 32 15,5 2 36-15,6 1-14 16,1-1 22-16,4-5 0 16,-2-5 0-16,-4-6 3 15,-4-1 14-15,5-11 43 16,2-17-19-16,5-11-31 15,4-5-2-15,-4-4-4 16,-6 5 0-16,-9 4 10 16,-3 4-7-16,0 11 11 15,0 5-4-15,-6 6 3 0,1 9-6 16,4 4-3-16,1 0-8 16,0 7-25-16,0 20-19 15,0 12 43-15,1 7 1 16,7 9 0-16,-2 1-1 15,0 2 1-15,-6 3 0 16,0-7-3-16,0-5-42 16,-12-10-90-16,-6-18 5 15,2-17-186-15</inkml:trace>
  <inkml:trace contextRef="#ctx0" brushRef="#br0" timeOffset="83651.31">4560 10092 677 0,'0'0'18'0,"0"0"4"0,0 0-22 15,0 0-1-15,94-5-1 16,-55 14-1-16,5 1 3 16,4-1-49-16,0-6-105 15,-5-3-184-15</inkml:trace>
  <inkml:trace contextRef="#ctx0" brushRef="#br0" timeOffset="84367.19">5237 9930 784 0,'0'0'78'0,"0"0"-14"16,0 0-64-16,0 0-23 15,0 0-8-15,0 0 31 16,-1 103 0-16,1-61 0 16,0-2-22-16,3-6-48 15,8-9-24-15,6-13-12 16,10-12 21-16,3 0 49 16,1-18 12-16,0-10-33 15,-8-3-25-15,-11-1 82 16,-8 6 104-16,-4 1 65 15,0 8-20-15,0 7-38 16,-4 5-33-16,1 5-57 0,1 0-21 16,-2 12-42-16,2 13 25 15,-1 4 13-15,-1 1 4 16,4-2 1-16,0-3 1 16,0-7-2-16,0-5-2 15,7-6 2-15,-1-5-2 16,2-2-9-16,6 0 11 15,6-10 11-15,4-11-2 16,3 1-4-16,-7 0 7 16,-7 4 7-16,0 9-13 0,2 4-6 15,4 3-6 1,12 0-5-16,2 0-1 0,5 1-2 16,-1 10 6-16,2 0-4 15,1-2 7-15,-4 2-7 16,0-8-7-16,-5-3-3 15,-1 0 22-15,-6-7 0 16,-4-12 3-16,-6-5 0 16,-8-2-2-16,-3-2 3 15,-3 1 13-15,-3 4 31 16,-15 3-15-16,-6 7-20 16,-4 10-13-16,-1 3-10 15,1 5-25-15,3 15 14 16,6 7 4-16,8 5-8 15,5 9 10-15,6 2 1 0,3 1 10 16,24-2-8-16,9-5-22 16,10-13-15-16,6-11 11 15,0-13-19-15,-4-2-65 16,-14-20-296-16</inkml:trace>
  <inkml:trace contextRef="#ctx0" brushRef="#br0" timeOffset="84584.4">4936 10143 285 0,'0'0'52'0,"138"-13"8"15,-48 5-37-15,10-1-17 16,24-3-6-16,12-7-22 16,5-6-197-16</inkml:trace>
  <inkml:trace contextRef="#ctx0" brushRef="#br0" timeOffset="85797.79">6730 9878 502 0,'0'0'0'15,"0"0"-9"-15,0 0 9 16,-94 95 6-16,72-57 3 16,7-2-5-16,7-2-1 15,8-5 0-15,0-4-3 16,17-4 0-16,13-11 4 15,4-5 22-15,2-5 1 16,-2-3 26-16,-3-14-3 16,-5-8 3-16,-1-5-19 15,-4-4-23-15,-3-2-11 16,-9 2-1-16,-5 3-27 0,-4 6 27 16,0 1 1-16,0 7 1 15,-1 7 6-15,-1 3-6 16,2 4-1-16,0 2-8 15,0 1-28-15,3 0-25 16,14 11 49-16,-1 11 9 16,7 7 3-16,0 10 3 15,-1 2 3-15,4 0 8 16,-5-6-9-16,-6-5-4 16,-6-9 0-16,-3-4 0 15,-3-6 3-15,-3-6-4 16,1-2-19-16,-1-3-21 15,3-3 40-15,2-17 0 0,5-10-104 16,-2-7 56-16,-1-5 48 16,2 1 57-16,3 0-5 15,9 3-44-15,3 6-8 16,4 8-14-16,1 5-9 16,-7 6-9-16,-7 9 32 15,-2 1 0-15,-5 3 0 16,-1 0 0-16,-1 3-4 15,-2 6-3-15,1 5 6 16,-5 0 1-16,0-1 6 16,3-3-5-16,-3-2 2 15,0-3-2-15,0-3 1 0,0-2 3 16,0 0 65 0,0 0 64-16,0 0-9 0,0 0-52 15,0-3-55-15,0-4-10 16,0 1 1-16,0 4-3 15,-3-1-6-15,1 3 0 16,1 0-2-16,1 0-1 16,-2 0-1-16,-2 0-16 15,-2 6-35-15,-4 14 44 16,-5 7 11-16,-2 8 0 16,1 2 0-16,4-3 0 15,6-1 0-15,6-8-8 0,0-11-16 16,14-5 12-16,8-9 11 15,6 0 1-15,-1-9 13 16,4-13-5-16,-5-4-2 16,-8 1-2-16,-5 2-3 15,-12 5 24-15,-1-1-4 16,0 4 1-16,-8 3-10 16,-3 2 9-16,4 4-11 15,2 4-9-15,5 2-1 16,0 0-8-16,0 5-25 15,0 16-34-15,0 12 67 16,3 9 0-16,14 8 0 16,-1 4 1-16,2 4-1 15,-2 7 0-15,-2 1 1 16,2-1-1-16,-5-2 1 0,-7-12 0 16,-4-7-1-16,0-9 1 15,0-11 1-15,0-7-2 16,-3-9 0-16,-2-2 3 15,3-3-2-15,-4-1 1 16,-2-1 7-16,-4 1-1 16,-4-2-4-16,0 0 1 15,0 0-2-15,2-9 0 16,4-13 8-16,8-8 0 16,2-13-9-16,4-8-1 15,21-12-1-15,10-7-7 16,7-5-7-16,7 2-26 0,1 4-71 15,-8 9-154-15</inkml:trace>
  <inkml:trace contextRef="#ctx0" brushRef="#br0" timeOffset="86021.33">7881 9518 833 0,'0'0'26'0,"0"0"8"15,0 0-34-15,0 0-32 0,0 0 10 16,-51 96 22 0,16-28 3-16,-2 7-3 0,3-5-44 15,4-9-77-15,6-19-82 16</inkml:trace>
  <inkml:trace contextRef="#ctx0" brushRef="#br0" timeOffset="86365.87">7876 9924 810 0,'0'0'72'15,"0"0"-19"-15,0 0-53 16,0 0-2-16,0 0-16 15,0 0 14-15,-27 54 3 0,18-33 1 16,-1-6-11-16,10-6-14 16,0-6 8-16,0-1-3 15,0-2 3-15,10-2 17 16,11-15 8-16,6-6-7 16,0 2 0-16,-4 3 0 15,-6 7-1-15,-7 3 0 16,-4 5 0-16,-1 3-1 15,-1 0-4-15,3 3-14 16,4 16 11-16,2 6 8 16,1 3-1-16,-2-2 1 15,1-1-36-15,4-8-52 16,10-11-59-16,7-6-115 0</inkml:trace>
  <inkml:trace contextRef="#ctx0" brushRef="#br0" timeOffset="87063.96">8541 9551 822 0,'0'0'30'0,"0"0"-30"16,0 0-13-16,0 0-17 15,0 0 30-15,-15 83 1 16,15-35-1-16,0 5 1 0,12 1-1 15,9 1 2-15,6-7-1 16,0-9 1-16,1-14-2 16,2-11 2-16,3-14-2 15,7 0 6-15,1-20 1 16,5-11-2-16,-5-5-2 16,-10 0 5-16,-9 0-3 15,-9 4 3-15,-13 3 0 16,0 3 1-16,-18 6 4 15,-2 7-13-15,1 9 2 16,9 4-2-16,-1 9-27 16,1 18 1-16,1 7 21 15,0 8 5-15,8 3-1 16,1-1-3-16,0-8-6 16,16-9-21-16,12-11-20 0,8-16 16 15,6 0 35-15,1-23 5 16,-1-6-3-16,-9-1 0 15,-8-3 5-15,-6 2 15 16,-8 3-18-16,-7 4 20 16,-4 7 2-16,0 5-16 15,0 7 10-15,0 3-14 16,0 2-6-16,0 5-72 16,0 14 47-16,0 7 24 15,2 9 1-15,8 6 0 16,7 3 2-16,2 1 1 15,1-4-3-15,3-11 0 16,2-13-4-16,1-15 2 0,2-2 2 16,-1-22 11-16,6-16 11 15,-2-9-1-15,-3-3-11 16,-4-3 9-16,-10 7 3 16,-5 4-7-16,-2 13-13 15,-5 8 1-15,-2 11-3 16,0 10-43-16,0 0-59 15,3 5-151-15,4 12 166 16,5 5-73-16</inkml:trace>
  <inkml:trace contextRef="#ctx0" brushRef="#br0" timeOffset="87546.77">9578 9818 529 0,'0'0'127'0,"0"0"-11"0,0 0-52 16,50-94-29-16,-38 69-24 15,-4 2-9-15,2 1 2 16,-5 5-2-16,-4 4-1 16,-1 4-1-16,0 4-2 15,0 5-4-15,-9 0-2 16,-12 14-40-16,-7 13 17 16,-6 12 14-16,0 0-9 15,8 4 5-15,5 4-4 0,11-2 8 16,10-6-34-1,9-11 47-15,30-14-32 0,16-14 31 16,12-4 5-16,6-25 3 16,-1-8 3-16,-5-8 9 15,-12-5 13-15,-14-2 4 16,-11 0-18-16,-12 0-9 16,-5 2 0-16,-11 1 0 15,-2-1 7-15,0 8 18 16,-10 9 30-16,2 14-15 15,7 11-29-15,-1 8-16 16,2 0-160-16,-1 21 103 16,-2 13 55-16,-4 16 1 15,2 14 1-15,-2 13 0 0,-4 10 1 16,-7 1 1-16,-3-1 2 16,6-12-2-16,6-14-2 15,9-18-1-15,0-13-8 16,0-11-32-16,0-13-48 15,0-6-103-15</inkml:trace>
  <inkml:trace contextRef="#ctx0" brushRef="#br0" timeOffset="89427.89">18936 6994 553 0,'0'0'180'0,"0"0"-99"16,0 0-29-16,0 0-49 15,0 0-3-15,0 0-12 16,-92 1 9-16,57 54-1 16,-1 12 4-16,2 8-2 15,3 4 2-15,4-3 0 0,11-9-1 16,8-12-8 0,8-14-20-16,3-12 12 0,24-15 10 15,9-11 7-15,8-3 6 16,4-17 0-16,0-12-2 15,-11-3-2-15,-13-4 5 16,-14 1-1-16,-10-2 29 16,-6 0-32-16,-25 3 5 15,-6 7-8-15,-5 8-7 16,9 4-27-16,12 7 4 16,10 5 30-16,11 0 3 15,0 3-3-15,21 0-55 16,23 0 27-16,28 0 25 0,17 0 2 15,7-3 0 1,2-8 1-16,-18 1 0 0,-21 0 2 16,-25 3 7-16,-19 2 12 15,-12 4 33-15,-3 1-26 16,0 0-28-16,-4 15-12 16,-12 13 12-16,-2 9 0 15,2 5-2-15,3-1 1 16,8-3-12-16,5-5-12 15,3-11 4-15,23-10 19 16,13-12 2-16,5-1 12 16,1-23 3-16,0-7 10 15,-10-6 9-15,-8-4-11 16,-10 0-11-16,-14-2 6 0,-3-3-2 16,-21 4-12-16,-22 6-2 15,-11 12-2-15,-8 16-21 16,6 8-55-16,11 14-93 15,25 10-153-15</inkml:trace>
  <inkml:trace contextRef="#ctx0" brushRef="#br0" timeOffset="90677.12">20056 7350 323 0,'0'0'215'15,"0"0"-79"-15,0 0-19 16,0 0-70-16,0 0-21 15,0 0-16-15,63-75 0 16,-39 49-2-16,7-7-1 16,2-6 1-16,-1-6-6 15,-2-2-2-15,-9-4 0 0,-16-4-1 16,-5-3-6-16,-18 2 6 16,-13 8-8-16,-1 14 8 15,10 14 1-15,5 16-2 16,5 4-8-16,1 20-50 15,-2 22 38-15,0 15 18 16,6 13 1-16,4 5-3 16,3-2-15-16,0-4-23 15,6-7-19-15,11-15 16 16,4-15 33-16,4-14 2 16,-1-14 12-16,2-4 1 15,-1-9 8-15,1-16 6 16,-5-7-8-16,-3-9 7 15,-8-1 30-15,-8 0 34 16,-2 3-14-16,0 11 0 0,0 8-21 16,0 10-15-16,0 10-28 15,0 0-14-15,0 17-56 16,-6 11 60-16,0 11 8 16,-2 3-1-16,1 2-13 15,1-6-14-15,4-14 3 16,2-8 12-16,0-12 10 15,3-4 5-15,12-3 10 16,5-18 1-16,5-7-6 16,-1-5 4-16,-5-4 11 15,-8 1 10-15,-7 6 7 16,-4 8-18-16,0 8-10 0,0 8-1 16,0 6-8-16,0 0-3 15,0 15-62-15,0 11 55 16,2 5 7-16,11 5-6 15,3-2 1-15,8-2 5 16,6-10 2-16,2-10 1 16,3-12 1-16,0 0 4 15,5-20 2-15,0-10-4 16,0-5 2-16,-1-4-3 16,-11 3-1-16,-8 5 1 0,-10 5 1 15,-7 7 1 1,-3 8 1-16,0 6 3 0,0 5-8 15,0 0-2-15,-3 7-45 16,-10 13 46-16,-4 7-3 16,0 4-4-16,-2 0 4 15,5 1-8-15,3 0 6 16,5-3-6-16,6-6 7 16,1-6-17-16,24-7-14 15,10-9 17-15,18-1 19 16,12-11-3-16,13-15-4 15,1-8 2-15,-5-5 1 16,-9 0 4-16,-18-1 1 16,-16 2 9-16,-14 1 13 15,-14 1 34-15,-3 3 15 0,0 10-36 16,-9 8-20-16,3 14-16 16,0 1-12-16,-1 19-50 15,-1 18 52-15,4 14 8 16,4 8 0-16,0 6 0 15,7-2 1-15,11-6-1 16,0-12-7-16,-3-19 6 16,-5-14 3-16,-3-7 1 15,-7-5 22-15,0 0 56 16,0 0-28-16,-24-6-17 16,-18-5-34-16,-19 1-19 15,-4 3-16-15,13 4-19 0,24 3-30 16,28 0-87-16,12 0-214 15</inkml:trace>
  <inkml:trace contextRef="#ctx0" brushRef="#br0" timeOffset="90823.02">21621 7306 331 0,'0'0'216'16,"0"0"-76"-16,0 0 3 15,-84-39-87-15,68 39-56 16,1 7-51-16,-3 8-90 16,4-5-130-16</inkml:trace>
  <inkml:trace contextRef="#ctx0" brushRef="#br0" timeOffset="94123.41">12148 9682 436 0,'0'0'45'0,"0"0"27"16,0 0 16-16,0 0-23 0,0 0-40 16,0 0 9-1,0 0 7-15,52-80-10 0,-52 71-5 16,0-1 0 0,0 1-14-16,-8 3-12 0,-15 5-1 15,-16 1-7-15,-14 14 0 16,-3 12 6-16,7 7 1 15,16 4-6-15,18 0-11 16,15 1-4-16,6-4 15 16,24-2 0-16,8-8 0 15,4-11 0-15,3-10 7 16,-3-3 5-16,-2-11 10 16,-4-11 12-16,-9-2-8 15,-6 0 14-15,-11 2-10 0,-7-1-10 16,-3 5 3-1,0 3 2-15,-7 3-18 0,-2 5-5 16,3 3 2-16,2 4-4 16,1 0-5-16,-1 6-42 15,1 14 25-15,3 7 21 16,0 4-1-16,10-5 1 16,10-6-1-16,5-7 2 15,0-5-1-15,1-8 8 16,2-8 3-16,1-22 6 15,-1-12-9-15,-2-8-3 16,-7-6-27-16,-15-2-19 16,-4 0 7-16,-23 2 22 0,-30 3 9 15,-26 6 11-15,-27 5 9 16,-25 11 24-16,-11 17-1 16,4 14-19-16,18 21-11 15,26 26-2-15,29 14-7 16,19 14-3-16,24 6-4 15,22 6 0-15,14 2-17 16,37-5 23-16,19-8-28 16,19-11-12-16,19-13 24 15,10-15 13-15,3-15-23 16,-4-14 12-16,-11-8 4 16,-20-1 11-16,-17-25 7 15,-18-8 27-15,-17-11 47 16,-13-11 47-16,-9-5-48 0,-12-9 0 15,-12-5-39-15,-31 0-4 16,-26 4-27-16,-10 13-3 16,1 19-11-16,13 24-16 15,28 15-39-15,26 20-100 16,11 19-22-16,32 5 71 16</inkml:trace>
  <inkml:trace contextRef="#ctx0" brushRef="#br0" timeOffset="94823.24">13029 9561 560 0,'0'0'112'0,"0"0"-85"15,0 0 32-15,0 0-59 16,0 0-3-16,0 0-27 15,18 3 30-15,-18 26-3 16,-19 7 4-16,-8 3-1 16,-3-1 6-16,-3-4-4 15,0-5 3-15,3-4-1 16,2-4 0-16,6-8-2 16,6-5-1-16,7-5-1 15,7-3 8-15,2 0 34 0,0-7 11 16,0-10-44-1,8 1-6-15,8 3 4 0,5 3-7 16,0 6-5-16,3 4 0 16,1 0-4-16,-1 7-5 15,1 5-18-15,4 7 29 16,9 1-13-16,4 1-1 16,7 0 3-16,4-3-25 15,5-5-9-15,1-10 17 16,3-3 6-16,-2-6 22 15,-3-16 3-15,-8-5 5 16,-10-5 6-16,-9-2 11 16,-14-1 29-16,-11 6 27 15,-5 4-26-15,-4 5 13 16,-8 7-29-16,1 9-17 0,-1 4-19 16,3 2-20-16,-3 19-16 15,1 7 24-15,4 2 6 16,7-1-4-16,0 1 8 15,21-5-3-15,4-5 0 16,2-8 0-16,-1-9 2 16,-2-3 3-16,0-10 10 15,-2-17 5-15,-4-6-3 16,-5 1 1-16,-11-6-6 16,-2 1-6-16,-21-2 0 0,-18 6-1 15,-8 7-2 1,0 10-16-16,10 12-61 0,14 4-35 15,22 0 5-15,1 14-15 16,27-4-34-16</inkml:trace>
  <inkml:trace contextRef="#ctx0" brushRef="#br0" timeOffset="94989.59">13945 9344 651 0,'0'0'159'0,"0"0"-58"16,0 0-83-16,0 0-18 15,0 0-132-15,0 0-242 0,14-27 181 16</inkml:trace>
  <inkml:trace contextRef="#ctx0" brushRef="#br0" timeOffset="95340.21">14330 9140 478 0,'0'0'284'15,"0"0"-215"-15,0 0-46 16,0 0-23-16,-51 87-7 16,28-20 7-16,3 19 3 15,5 6 1-15,3 9 1 0,-4 3-4 16,-4 2-2-16,-1-4-11 15,-3-9-21-15,5-11-28 16,4-7 24-16,2-15-47 16,7-11-12-16,6-12 3 15,0-16-46-15,6-18 35 16,15-3 104-16,1-27 85 16,-1-3 125-16,-2-3-23 15,-4 1-63-15,-3 5-48 16,-1 1-21-16,-3 6-12 15,0 5-14-15,9 2-29 16,9 0-36-16,9-2-92 16,6-3-47-16,-12-7-244 0</inkml:trace>
  <inkml:trace contextRef="#ctx0" brushRef="#br0" timeOffset="97604.49">17338 8932 233 0,'0'0'112'15,"0"0"2"-15,0 0-24 16,0 0-11-16,0 0-25 16,0 0-15-16,0 0-4 15,-3 0 1-15,5-5-6 16,14-2-8-16,11 0-19 15,11-3-3-15,6 1 0 16,9 1-1-16,1-1-8 16,6 1-42-16,-5 2-31 0,-2 3-21 15,-13 0-33 1,-15-1-144-16</inkml:trace>
  <inkml:trace contextRef="#ctx0" brushRef="#br0" timeOffset="97791.47">17286 9110 162 0,'0'0'81'16,"0"0"41"-16,99 4-28 16,-46-4-37-16,8-1-13 15,11-11-12-15,15-4-25 16,11-4-7-16,8-6-73 0,-3-9-253 15</inkml:trace>
  <inkml:trace contextRef="#ctx0" brushRef="#br0" timeOffset="98090.4">18538 8676 572 0,'0'0'122'0,"0"0"11"0,0 0-67 16,0 0-10-16,0 0-25 16,0 0-31-16,6-47-13 15,-3 77-29-15,1 18 42 16,-2 19-1-16,-2 7 1 15,0 6-26-15,0-1-10 16,0-7-17-16,0-8 1 16,0-13-30-16,0-15-24 15,0-19-114-15</inkml:trace>
  <inkml:trace contextRef="#ctx0" brushRef="#br0" timeOffset="98503.9">18954 8702 757 0,'0'0'32'0,"0"0"45"15,0 0-41-15,0 0-30 16,0 0-6-16,0 0-9 15,94 14 8-15,-77 35-5 16,-12 10-12-16,-5 0-22 16,-9-6-29-16,-19-6-16 15,-11-8-13-15,-1-5 24 16,-2-5 0-16,8-8-40 0,13-8 10 16,5-4 41-16,9-9 63 15,7 0 160-15,0-4 36 16,3-9-25-16,20-1-43 15,10 2-84-15,13 5-37 16,11 1-7-16,12 3 0 16,5 3 0-16,5 0-4 15,1 0 3-15,-2 0-8 16,-8 0-48-16,-10 0-47 16,-7 0-56-16,-11 0-115 0</inkml:trace>
  <inkml:trace contextRef="#ctx0" brushRef="#br0" timeOffset="99752.32">19831 9007 723 0,'0'0'108'15,"0"0"-13"-15,42-82-54 16,-17 51-33-16,8-6-8 16,6-9-1-16,2-5-1 15,-5-2 2-15,-6-3-14 0,-12-1 10 16,-11 1 0-16,-7 0 4 16,-4 5 1-16,-16 10 0 15,0 12 1-15,6 15-2 16,1 14-3-16,-1 2-7 15,-5 31-9-15,-1 16 7 16,3 17 4-16,5 9-3 16,12 10-1-16,0 2 2 15,19-3-4-15,13-6-12 16,6-15-24-16,5-17 7 16,1-18-8-16,2-18 29 15,3-10 22-15,7-5 0 0,2-22 0 16,-2-7-32-1,-7-4-25-15,-14-1 57 0,-12-4 8 16,-12-2 65-16,-6 3 2 16,-5 2-1-16,0 10-17 15,0 10-15-15,0 11-21 16,0 4-15-16,0 5-6 16,-6 0-9-16,-7 14-21 15,-9 15 23-15,-5 8 6 16,-4 6 0-16,0 0-6 15,8-7 2-15,11-6-17 16,11-10-14-16,1-8 17 16,10-5 13-16,13-7 6 15,6 0 5-15,6-14 1 16,1-11-1-16,-2-5-2 0,-8-4 3 16,-9 1 11-16,-9 0 8 15,-8 6 10-15,0 8-19 16,0 9-4-16,0 7-11 15,0 3-1-15,0 3-34 16,-4 18-2-16,4 10 35 16,0 4-3-16,8 3 3 15,16-5-3-15,6-10-4 16,3-9-12-16,2-14 12 16,4 0 8-16,6-14 4 15,-2-14 2-15,0-4-2 16,-2-4-4-16,-5-1-6 0,-6 5-8 15,-10 4 9-15,-6 6 5 16,-6 7 2-16,-3 3 5 16,-3 8 14-16,-2 1 4 15,0 3-14-15,0 0-11 16,0 0-24-16,-7 11-13 16,-11 9 36-16,-2 6 1 15,-1 1 0-15,2 0 0 16,1 0-1-16,4-1 1 15,5-4 0-15,8-1-5 16,1-2-6-16,4-4-5 16,22-4-13-16,9-9-7 15,16-2 33-15,16-2-4 0,10-18-14 16,3-11-6-16,-7-6 4 16,-9-4 16-16,-15-1 7 15,-11 0 0-15,-18 1 12 16,-15 4-2-16,-5 3 23 15,-8 9-16-15,-12 14-9 16,2 11-8-16,-6 0-45 16,-1 25 3-16,1 6 28 15,3 10 2-15,6 5 5 16,9 6 5-16,6 2 0 16,0-4 0-16,6-4 1 15,19-14-2-15,-1-10 3 0,-6-12 6 16,-5-7 54-1,-8-3-8-15,-5 0 83 0,0 0-38 16,0 0-47-16,-22-4-47 16,-17 1-3-16,-16 3-23 15,-16 0-34-15,-5 19-29 16,6 5-38-16,15-3-46 16</inkml:trace>
  <inkml:trace contextRef="#ctx0" brushRef="#br0" timeOffset="99891.09">21263 9168 761 0,'0'0'59'0,"0"0"-59"16,0 0-79-16,0 0-42 15,0 0-120-15</inkml:trace>
  <inkml:trace contextRef="#ctx0" brushRef="#br0" timeOffset="107644.77">16263 9769 53 0,'0'0'58'0,"0"0"5"16,0 0-8-16,0 0 18 16,-94-33 3-16,76 25 0 15,0 1-55-15,0 2 15 0,3 1-23 16,1 1-5-1,1 0-1-15,6 1 3 0,2 0 20 16,1 1 27-16,4 1-13 16,-1 0-24-16,1 0-13 15,0 0-7-15,0 0-4 16,0 0 4-16,0 0-4 16,0 0 2-16,0 0-5 15,11 0-8-15,27 0 15 16,29 0 13-16,45 0 3 15,43 0-6-15,55 0-9 16,44-5 7-16,31-2-5 16,26 0-2-16,14-1 2 15,13 2 0-15,6-2-3 16,1 1 4-16,2-2-7 0,-9 1 3 16,-10-2 0-1,-13 2 2-15,-14 0-2 0,-20-1 2 16,-24 1-2-16,-28 3 15 15,-36 0 5-15,-36 0 9 16,-32 3-17-16,-37 0 0 16,-36 2-4-16,-25 0-8 15,-25 0-3-15,-2 0-9 16,-30 0 11-16,-25 4-22 16,-17 15-46-16,-9 1-16 15,4-3-119-15</inkml:trace>
  <inkml:trace contextRef="#ctx0" brushRef="#br0" timeOffset="107799.67">21755 9532 808 0,'0'0'4'0,"0"0"-4"16,0 0-122-16,0 0 17 15,0 0-65-15,-105 58-159 16</inkml:trace>
  <inkml:trace contextRef="#ctx0" brushRef="#br0" timeOffset="109211.29">18362 10051 300 0,'0'0'128'15,"0"0"13"-15,0 0-25 16,0 0-46-16,0 0-5 16,0 0-31-16,-44-64-13 15,44 64 2-15,0-1-10 16,0 1 0-16,0-1-7 16,0-2-6-16,16-1-1 0,19-4-1 15,16-1 2-15,13-2 0 16,10-3 1-16,-5 2 0 15,-8-1-1-15,-16 4 2 16,-19 2-1-16,-11 6 0 16,-11 1 4-16,-4 0 0 15,0 0-5-15,0 12-12 16,0 14 5-16,0 14 5 16,-11 11 2-16,-6 7-1 15,0 8 1-15,-2 5 0 16,-2-1 0-16,2-6 0 15,-3-8-1-15,-1-9 1 0,0-7 0 16,2-3-28-16,1-7-45 16,0-10-96-16,5-13-106 15</inkml:trace>
  <inkml:trace contextRef="#ctx0" brushRef="#br0" timeOffset="109379.23">18382 10411 572 0,'0'0'186'0,"0"0"-120"16,0 0-53-16,114-64-13 16,-53 59 0-16,11 2 0 15,7 0 0-15,5-2 0 0,2 2-17 16,-3-6-51 0,-4-8-52-16,-9-11-86 0</inkml:trace>
  <inkml:trace contextRef="#ctx0" brushRef="#br0" timeOffset="109744.59">19234 9890 707 0,'0'0'54'0,"0"0"15"16,0 0-61-16,110-18-7 15,-65 24 0-15,1 16-1 16,-5 10-1-16,-4 9 0 15,-10 9 0-15,-12 4-1 0,-15 6 1 16,-15-2-8-16,-28-4-16 16,-9-11-11-16,-4-11-7 15,4-12 19-15,10-6 0 16,11-6 8-16,12-5 16 16,13-3 1-16,4 0 34 15,2 0 64-15,0 0-36 16,24 0-32-16,16 0-29 15,20 0-2-15,14 7 0 16,9 3 0-16,6 1 0 16,1 2-24-16,2-4-34 15,-7 0-46-15,-7-9-49 16,-8 0-282-16</inkml:trace>
  <inkml:trace contextRef="#ctx0" brushRef="#br0" timeOffset="111506.69">20171 10411 370 0,'0'0'86'16,"0"0"9"-16,0 0-21 16,88-61-29-16,-49 27-5 15,7-12-23-15,0-9 4 16,0-8 12-16,1-2-14 0,-7 4 0 15,-13 2-10-15,-11 2 0 16,-16 5 4-16,0 9 0 16,-12 10 5-16,-6 13 3 15,8 13-7-15,0 7-14 16,1 8-10-16,-4 25-4 16,-3 15 11-16,1 14 2 15,2 12-3-15,5 6-1 16,8 4-14-16,0-6-8 15,2-13 0-15,14-17 2 16,11-20-9-16,16-19 17 16,18-9 17-16,16-6-3 15,8-21-14-15,-8-8-42 16,-16-8 4-16,-16-3 55 16,-20-1 24-16,-12 5 35 0,-12 8 22 15,-1 9-17-15,0 11-19 16,-7 8-40-16,-3 6-5 15,-3 0-12-15,-3 17 7 16,-4 9 1-16,2 7 3 16,1 6-5-16,1 5-4 15,3 1 9-15,3-2-5 16,4-7-10-16,1-11-5 16,5-8-10-16,0-8 7 15,0-6 13-15,0-3 8 16,0 0 3-16,17-7 3 15,2-13 1-15,2-7-2 0,-5-4 3 16,-8 0 16 0,-5 0 24-16,-3 4-10 0,0 10 2 15,0 6-9-15,0 8-22 16,0 3-6-16,1 2-27 16,2 18 1-16,3 8 22 15,-2 3 0-15,3 3 4 16,-4 0 0-16,3-5 0 15,-3-5 0-15,-2-7 0 16,1-9 0-16,-1-3 0 16,2-5 3-16,-2 0 2 15,1 0-1-15,1 0 0 16,3 0 3-16,3-5-5 0,4-5-1 16,-3-2 0-1,0 2 1-15,-3 2 0 0,-3 0 13 16,-2 5 0-16,0 0-9 15,-2 3-6-15,1 0-8 16,-1 0-16-16,2 0 0 16,-1 0 24-16,-1 0 0 15,0 0 0-15,0 0 0 16,0 0 0-16,0 0 1 16,0 0 0-16,0 0 0 15,0 0 3-15,0 0 12 16,0 0 0-16,0 0-3 0,0 0 0 15,0 0-1-15,0 0-5 16,0 0 2-16,0 0-1 16,0 0 2-16,0-2-3 15,0-1-5-15,0 2-1 16,0 1-1-16,0-2 0 16,1 2 0-16,-1 0-1 15,4-1-1-15,-1-3-1 16,3-2 0-16,2-1 3 15,-2-1 0-15,0 1 0 16,1 0 1-16,-4 0 0 16,1 2-1-16,-1 3 0 15,-2-1-1-15,-1 3-3 16,0-2-6-16,0 2-5 16,0 0 2-16,0 0 7 0,0 0 6 15,0 0 0-15,0 0 1 16,0 0 0-16,0 0 2 15,0 0-1-15,0 0-2 16,0 0-1-16,0 0-2 16,0 0 1-16,0 0-4 15,0 0-1-15,0 0 2 16,0 2 4-16,0 2-2 16,0-1 2-16,0 0 1 15,0 1 0-15,3-1-1 16,2-2 1-16,2-1-1 15,8 0 1-15,6-6 5 0,8-13-2 16,3-8-3-16,1-5-7 16,0-3-6-16,-9 1-3 15,-5 4 7-15,-10 4 3 16,-7 6 3-16,-2 8 3 16,0 4-2-16,0 6-3 15,-12 2-7-15,-6 6 3 16,-6 15-3-16,-2 5 8 15,3 6 3-15,0 5 0 16,7 2-2-16,6 3 1 16,5 0 2-16,5-2 0 15,0-5 0-15,2-8 0 16,14-8-3-16,3-9-3 0,11-10 6 16,9-7 4-1,12-20 0-15,2-9-2 0,2-8-2 16,-7-2 1-16,-5 0 6 15,-10 3-6-15,-11 5 3 16,-9 4 0-16,-9 6 4 16,-4 7 16-16,0 12-9 15,0 6-15-15,0 3 0 16,0 5-57-16,-3 16 44 16,0 11 13-16,3 14-1 15,0 8-1-15,4 1 1 16,13-2-1-16,-2-12 2 0,-2-10 0 15,-5-11 0 1,-4-8 0-16,-2-10 1 0,-2 0 1 16,0 1 19-16,-9 2-8 15,-30 5-13-15,-28 7 0 16,-21 2-1-16,-7 5-54 16,2-2-61-16,18-8-66 15</inkml:trace>
  <inkml:trace contextRef="#ctx0" brushRef="#br0" timeOffset="111873.86">18577 10955 360 0,'0'0'68'15,"0"0"-5"-15,0 0-39 16,0 0-18-16,0 0 0 16,0 0 8-16,-5 60 46 15,71-53 48-15,36-2-23 16,41-5-41-16,31 0-3 15,32-16-24-15,19-6-11 0,4-3-5 16,-2 1 3-16,-9 3-4 16,-18-1-2-16,-12 3 0 15,-17-1-28-15,-22 1-22 16,-29 2-39-16,-32-5-101 16,-33-3-248-16</inkml:trace>
  <inkml:trace contextRef="#ctx0" brushRef="#br0" timeOffset="112040.37">21364 10789 693 0,'0'0'36'0,"0"0"70"0,0 0-47 16,0 0-31-16,0 0-20 15,0 0-8-15,-18 0-21 16,-6 7-90-16,-7-3-111 15</inkml:trace>
  <inkml:trace contextRef="#ctx0" brushRef="#br0" timeOffset="114737.6">12115 11771 525 0,'0'0'125'0,"0"0"9"16,0 0-54-16,0 0-36 15,0 0-44-15,0 0-3 16,-24 34-5-16,10 16 7 16,1 11-1-16,-2 7 2 15,0-1 3-15,2-6-2 16,6-11 0-16,2-18 2 16,3-15-3-16,2-12 0 0,0-5 8 15,0-10 21-15,7-20 13 16,10-12-41-16,1-7-2 15,3-5 0-15,-3-2-1 16,-3 0-3-16,0 4-12 16,1 7-24-16,5 8 10 15,1 13 10-15,7 10 4 16,-2 10 10-16,3 4 3 16,0 5 2-16,-1 15-1 15,-3 6 2-15,0-2 0 0,-2-2-6 16,-7-2 7-1,-5-5-1-15,-5-7 0 0,-2-4 1 16,-5-4 0 0,4 0 2-16,2-12 39 0,1-14-30 15,4-7-10-15,2 2-1 16,-1 4 1-16,-1 11 2 16,0 9 0-16,2 7-3 15,3 4-7-15,5 22 4 16,10 17 2-16,9 12-1 15,5 8 2-15,1 2 0 16,-5 0 0-16,-8-4-29 16,-8-10-22-16,-6-9-21 15,-4-11 40-15,3-12-7 16,5-13 18-16,7-6-10 0,11-16 21 16,7-23-21-16,-4-12 5 15,-6-7 26-15,-11-2 32 16,-14 2 68-16,-10 11 26 15,-3 15-33-15,0 14-42 16,0 10-26-16,0 8-25 16,-1 0-8-16,-8 14-20 15,-3 15 21-15,3 13 6 16,1 1 0-16,4 1-7 16,4-2-12-16,0-6-3 15,0-8-4-15,9-6 11 16,0-10-4-16,-2-5 1 15,1-7-2-15,1 0 21 16,2-9 14-16,-1-12 9 0,-6-4 11 16,-4 2-2-16,0 0 2 15,-8 6-14-15,-2 5-15 16,0 6-4-16,4 5-1 16,4 1 0-16,2 0-4 15,0 0-10-15,0 1-19 16,0 9 32-16,2 0 1 15,5-2-1-15,0-2 2 16,-4-2-2-16,0-4 2 16,-1 0 2-16,-1 0-2 15,-1 0 4-15,0 0 21 16,0 0 6-16,0 0-10 16,0-7-16-16,0-1-3 0,0 5 0 15,0 0-3-15,0 2 1 16,0 1-1-16,0 0 0 15,0 0-4-15,0 0-1 16,0 0-7-16,0 0-4 16,0 0 7-16,0 0 4 15,0 0 1-15,0 0 4 16,0-2 4-16,0-2-4 16,-3 0 0-16,-1-5-1 15,-2-2-1-15,-1 2 4 16,-1-5-1-16,-1 3-1 15,-3-2-3-15,3 2 3 0,0 0 0 16,-1 1 2-16,3 3-2 16,0 1 0-16,4 5 1 15,3-1-1-15,0 2-3 16,-1 0-4-16,1 0-6 16,0 3-5-16,-2 10 17 15,2 1 0-15,0 0 0 16,0 1 1-16,3-2 0 15,7-6-1-15,-3 0 1 16,0-5 0-16,-4-1 0 16,-1-1 1-16,-2 0 1 15,0 0 5-15,6 0 11 16,-3-8-5-16,1-4-12 16,-1-2 2-16,-3 2-1 0,0 3 2 15,0 2-4-15,0 3-1 16,0 1 1-16,0 2 1 15,0 1-1-15,0 0-7 16,0 0-7-16,0 0 1 16,0 0 0-16,0 0 10 15,0 0 3-15,0-6 3 16,0-3 10-16,0-5-10 16,0 1-2-16,0 1 1 15,-3 2 1-15,-6 3 1 16,-4 3-4-16,-2 4-2 15,-9 0-7-15,-1 11 3 0,1 11 4 16,3 7-1-16,9 3-2 16,8 3 1-16,4 3 0 15,0-2 3-15,3-4 0 16,15-2-3-16,2-5-6 16,2-8 2-16,4-5-1 15,-4-7 2-15,-2-5-3 16,-2 0 10-16,-3-7 0 15,0-10 4-15,-2-3-3 16,-6-2 4-16,-5-1 6 16,-2 1 6-16,-2-1 21 15,-15 4-19-15,5 7-3 16,3 7 4-16,7 5-20 16,2 0-4-16,0 8-21 0,12 13 17 15,15 6 7-15,9 4-2 16,7 1 3-16,6-5 0 15,-1-3-3-15,-3-8-1 16,-6-6-7-16,-2-10-5 16,-5 0-1-16,-6-7-35 15,-10-15-87-15,-6-9-151 16</inkml:trace>
  <inkml:trace contextRef="#ctx0" brushRef="#br0" timeOffset="116156.1">13429 11957 596 0,'0'0'54'0,"0"0"-40"0,0 0-5 16,0 0 24-16,119 55 9 15,-72-21 3-15,0 3-13 16,-5 1-20-16,-7-2-6 16,-7-6-3-16,-7-7 1 15,-8-7-2-15,-4-5-1 16,-6-5-2-16,-3-5 3 15,0-1 0-15,0 0 10 16,-5-11 28-16,-12-11-36 16,-3-5-4-16,5-7-11 15,8-1 6-15,7 0-9 16,4 1-9-16,23 2-44 16,4 2-2-16,7 5 24 15,1 2 20-15,1 5 15 0,-6 3 10 16,-4 5 7-16,-14 3 22 15,-5 4 18-15,-8 3 0 16,-3 0-20-16,0 0-27 16,0 0-4-16,0 8-4 15,-11 9 8-15,-5 3 3 16,1 2-1-16,0-3-1 16,5-2 2-16,4-3-3 15,4-6 0-15,2-1 1 16,0-4 1-16,0-2-1 0,0-1 2 15,2 0 12 1,2 0 18-16,3 0 8 0,-4-7-18 16,-1 0-19-16,1 0 9 15,-3 5-9-15,0 0-4 16,0 1-4-16,0 1 4 16,-3 0-2-16,-5 0-1 15,-6 0 1-15,0 3-3 16,-1 9 3-16,0 6-1 15,0 4 0-15,5 6 3 16,1 1-2-16,9 6 1 16,0 0 0-16,6-3-2 0,15-4 3 15,7-11-7 1,5-11 6-16,9-6 1 16,1-11 2-16,0-15 3 0,-7-8-1 15,-11-1-3-15,-12 1 2 16,-9 1 2-16,-4 4-2 15,-4 2-2-15,-16 3 4 16,1 6 3-16,-2 6-3 16,11 4 6-16,6 8 5 15,3 0-16-15,1 6-8 16,0 18-10-16,0 14 17 16,0 12-1-16,9 6 0 15,6 7 2-15,0 5 0 16,-9 4 1-16,-6 5-1 15,0 3 0-15,-8 3-1 0,-17-4 1 16,-2-11-4-16,-3-16 3 16,5-16-1-16,4-13 2 15,5-11-2-15,5-9 2 16,1-3 3-16,1-5 7 16,-2-19 8-16,1-8-8 15,7-11-7-15,3-5-3 16,15-6-2-16,26-4-6 15,16-2-15-15,12 2-9 16,6-1-1-16,1 2 17 16,-5 6 6-16,-8 1 10 15,-15 10 4-15,-14 6 8 16,-12 10 21-16,-13 12-1 0,-3 5-13 16,-5 6-19-16,-1 1-1 15,0 0-14-15,0 12-8 16,-8 12 23-16,-3 4 0 15,1 5 2-15,2-4-2 16,7-2 0-16,1-8-2 16,0-9-4-16,12-5 4 15,4-5 0-15,5 0 2 16,7-12 9-16,1-10-4 16,-4-5-1-16,-5 4-2 15,-7 6 1-15,-8 7-3 16,-1 5 5-16,-4 4 4 0,0 1-9 15,0 0-5 1,1 0-7-16,2 0-12 0,7 11 19 16,3 1 4-16,0 2 1 15,6-3 0-15,-2-3 0 16,-1-3 0-16,4-5 1 16,-1 0 2-16,5-11 2 15,3-9-3-15,0 1-1 16,-5 4 0-16,-7 3-1 15,-5 8 0-15,-4 3 0 16,-1 1-2-16,2 0 0 16,5 7-2-16,5 10 2 15,5 5 1-15,1-2 1 16,0 1 0-16,-2-4 0 16,-5-5 1-16,-7-4-1 0,-4-8-20 15,-5 0-5-15,0-20 8 16,0-16-349-16</inkml:trace>
  <inkml:trace contextRef="#ctx0" brushRef="#br0" timeOffset="116315.07">14415 11765 233 0,'0'0'498'15,"0"0"-372"-15,0 0-108 0,0 0-18 16,0 0-24-1,0 0 10-15,82 65-50 0,-30-23-82 16,-2-5-240-16</inkml:trace>
  <inkml:trace contextRef="#ctx0" brushRef="#br0" timeOffset="116967.84">12091 12685 80 0,'0'0'222'16,"0"0"-160"-16,0 0-23 16,0 0-36-16,0 0-3 15,0 0 39-15,140 11 12 16,-16-11-11-16,45 0 7 15,41-6 9-15,39-11-46 16,27-5-2-16,9-4-8 16,-3-3 1-16,-8-3 1 0,-12 0 20 15,-18 1 2-15,-27 2 33 16,-31 3 0-16,-37 3-15 16,-40 3-13-16,-36 5-10 15,-33 5-3-15,-25 4-4 16,-14 5-5-16,-1-1-7 15,-1 2-3-15,-31 0-20 16,-21 11-40-16,-20 12-68 16,-2 3-50-16,14-4-118 15</inkml:trace>
  <inkml:trace contextRef="#ctx0" brushRef="#br0" timeOffset="119499.39">8875 11804 514 0,'0'0'52'15,"0"0"56"-15,0 0-65 16,0-72 18-16,0 72-54 16,6 4-7-16,-2 28-24 15,0 21 21-15,-4 15-3 16,-6 16 4-16,-24 5 1 16,-3-1 1-16,-3-3 4 0,5-10-4 15,4-17 4-15,8-17-3 16,6-17 2-16,8-13-2 15,1-11 2-15,4 0 34 16,0-15 39-16,0-19-76 16,2-15-19-16,18-12-24 15,10-6 10-15,5-5 15 16,5-3 14-16,1-2 3 16,5 1 2-16,-3 5 0 15,0 11 0-15,1 10 0 16,-5 18 0-16,-5 12 1 15,-4 14-2-15,-8 6-3 0,-6 11 0 16,-8 21-8-16,-8 7-1 16,0 7 4-16,-22 0 3 15,-4 1 5-15,-3-7-3 16,-1-4 6-16,1-2-2 16,1-5 2-16,7-7 0 15,3-4-2-15,8-4-1 16,0-6 0-16,10-2 0 15,0-4 0-15,0-2-15 16,20 0-3-16,8 0 8 16,7-11 9-16,8-2 1 15,5 1 5-15,4 4-4 0,3 4 12 16,-5 4-5 0,-3 0 2-16,-13 10-2 0,-11 9-8 15,-10 5-2-15,-9 5 2 16,-4-2 0-16,0-6 1 15,0-3 0-15,-8-6 2 16,2-7-1-16,0-3-2 16,1-2 2-16,-2 0 2 15,2-5 8-15,1-11 6 16,2-6-15-16,2-5-3 16,0-1-2-16,14-2-32 15,5 5 17-15,1 4 13 16,-2 6 4-16,-4 7 0 0,-3 6 5 15,2 2 5 1,-2 0-10-16,4 10 0 0,3 10 1 16,-3 6 2-16,4 3 4 15,-2 0-5-15,0 3 1 16,1-9-1-16,-6-5 1 16,0-8-2-16,-5-10 4 15,2 0 13-15,3-17 39 16,1-15-48-16,-3-8-9 15,-6-4-18-15,-4-4 0 16,0-1-12-16,-10 0 22 16,-7-4 8-16,-1 3 10 15,6 6 17-15,7 5 1 0,5 8-23 16,1 6-5 0,21 8-6-16,5 1-2 0,0 8 8 15,3 8-1-15,-3 0 1 16,2 8-3-16,3 18-2 15,-1 11 3-15,-3 13-2 16,-6 14 2-16,-9 13-5 16,-7 9 7-16,-6 7 0 15,0 3 3-15,-12-1 2 16,-4-5-1-16,0-4-3 16,5-18 2-16,3-15 0 15,5-19-2-15,2-18 0 0,-1-13 1 16,-2-3 86-1,-4-14 26-15,-4-18-86 0,-1-9-28 16,0-9-2-16,3-1-24 16,10-1-18-16,0-3-29 15,17 3 6-15,14 3 1 16,8 3-26-16,4 9 21 16,3 5 44-16,5 9 27 15,1 5 4-15,-4 11 19 16,-6 5 11-16,-11 2 0 15,-5 8-26-15,-10 9-4 16,-1 7 1-16,-1 2-3 16,-3 1 3-16,-2-1-3 15,0-4-2-15,-2 0 0 16,3-8-34-16,-4-9-64 16,3-5-97-16</inkml:trace>
  <inkml:trace contextRef="#ctx0" brushRef="#br0" timeOffset="119637.32">10310 11821 649 0,'0'0'76'15,"-22"-73"60"-15,20 61-94 16,2 11-42-16,0 1-19 16,12 20-125-16,9 12 26 0,13-5-81 15</inkml:trace>
  <inkml:trace contextRef="#ctx0" brushRef="#br0" timeOffset="119886.22">10685 11635 831 0,'0'0'41'15,"0"0"37"-15,0 0-66 16,0 0-12-16,0 0-5 15,0 0 4-15,-30 125 1 16,30-56 0-16,0 3 1 16,0 0-2-16,4-6-2 15,-1-4-11-15,-3-9-9 16,0-6-13-16,-9-8-25 16,-10-7-63-16,-5-15-58 0,2-13-250 15</inkml:trace>
  <inkml:trace contextRef="#ctx0" brushRef="#br0" timeOffset="120039.18">10559 12059 602 0,'0'0'8'0,"96"-34"6"16,-26 21-4-16,15 1 0 16,15-1 2-16,9-1 7 15,6 0-16-15,-1-2-3 16,-1-1-41-16,-5-3-129 15,-12-6-192-15</inkml:trace>
  <inkml:trace contextRef="#ctx0" brushRef="#br0" timeOffset="120665.35">9039 12896 229 0,'0'0'35'0,"81"0"51"16,-11 0 4-16,34-5-24 16,34-10-14-16,36 0 7 0,22-7-20 15,17-1 0-15,6-3-12 16,-4 1-8 0,-7 3-14-16,-14 5-5 0,-18 3-2 15,-25 6-48-15,-29 4-69 16,-35-2-132-16</inkml:trace>
  <inkml:trace contextRef="#ctx0" brushRef="#br0" timeOffset="124760.46">18529 11843 241 0,'0'0'135'16,"0"0"-59"-16,0 0 1 15,0 0-25-15,0 0-27 0,0 0-6 16,0 0 4-16,36-55 6 16,-26 35 17-16,3-4-22 15,-2-4-8-15,-2 1 6 16,-4 0 4-16,-1 4-10 16,-3 5 7-16,-1 3-13 15,0 7-6-15,0 5 4 16,0 3-8-16,0 0-1 15,0 9-17-15,0 17 11 16,0 15 4-16,0 11 2 16,0 13 1-16,0 7 0 15,-5 1-3-15,-8 1-24 0,-2-5-48 16,-5-8-12 0,-4-13-15-16,3-17-82 0</inkml:trace>
  <inkml:trace contextRef="#ctx0" brushRef="#br0" timeOffset="125081.06">18808 11844 674 0,'0'0'40'0,"0"0"13"0,0 0-53 15,0 0-19 1,0 0 17-16,0 0 2 0,25 86 1 15,-17-54-1 1,-2-5 0-16,1-6 0 0,0-9-2 16,1-5 1-16,2-7 1 15,8 0 1-15,6-12 16 16,6-15 7-16,1-7-7 16,-6-4-7-16,-8-1 12 15,-12-1-7-15,-5 3 7 16,-10 6-10-16,-15 6-12 15,1 11 0-15,6 12-23 16,8 2-46-16,10 28-121 16,12 11 79-16,28 3-80 0</inkml:trace>
  <inkml:trace contextRef="#ctx0" brushRef="#br0" timeOffset="126744.41">19649 12018 485 0,'0'0'60'0,"0"0"37"15,0 0-37-15,24-78-41 16,-11 56-15-16,8-2 2 16,2-6 0-16,3-5-1 15,5-6 17-15,1-4-11 16,-1-5 0-16,-5-3 11 15,-7 2 1-15,-10-2 12 0,-7 4-5 16,-2 9-7-16,0 11-1 16,-2 16-15-16,-4 11-7 15,-4 4-10-15,-7 26-68 16,-7 19 68-16,-2 20 7 16,1 14-7-16,6 9-27 15,9 2-7-15,8-6-5 16,2-10 2-16,18-14-11 15,18-17-16-15,13-19 39 16,8-14 9-16,7-12 13 16,3-8 4-16,0-22 9 15,-4-8 0-15,-8-5 33 0,-16-3 25 16,-14 0 57-16,-13 4-14 16,-12 6-25-16,0 8-21 15,0 11-37-15,-2 8-14 16,-1 8-4-16,-2 1-8 15,-1 12-56-15,-5 17 31 16,-2 8 31-16,-2 5-7 16,-1 0-11-16,5-4-17 15,5-6 14-15,6-11-20 16,0-8 21-16,0-11 7 16,14-2 15-16,5-9 15 15,5-13-9-15,4-8 2 16,-4 0 7-16,-3-2 2 15,-5 5-8-15,-4 5 32 16,-3 8-17-16,1 6 0 0,-2 7-24 16,-2 1-9-16,5 0-9 15,2 15 10-15,8 10-1 16,3 5-6-16,1-2 11 16,0-2-21-16,-4-6 3 15,-6-10 0-15,1-10 2 16,0 0 20-16,3-10 31 15,3-11-1-15,1-6 7 16,-1-1-27-16,-1-3-4 16,-5 1 6-16,-1 6-2 0,-6 5-2 15,-3 6 0 1,-3 7 4-16,-3 6-12 0,0 0-22 16,0 6-34-16,0 9 37 15,0 2 10-15,-3 4-3 16,-7 1 12-16,-2 3 5 15,-2-4-5-15,5-2 1 16,3-6 1-16,3-3-2 16,2-4 0-16,1-5 2 15,0-1-2-15,0 0 1 16,0 0 9-16,0 0 47 16,9-8-26-16,0-4-26 15,-2 1 21-15,1 5 2 16,-5-1-7-16,0 6-14 15,-3 0-6-15,0 1-1 0,0 0 0 16,0 0 0 0,0 0-7-16,0 0 5 0,0 0-4 15,0 0 5-15,0 0 1 16,0 0 1-16,0 0 3 16,0 0-2-16,0 0 1 15,0 0 4-15,0 0 2 16,0 0-4-16,0 0-5 15,0 0 0-15,0 0 0 16,0 0 2-16,0 0-2 16,0 0 0-16,0 0 0 15,0 0 0-15,0 0-2 0,0 0-6 16,0 0 3-16,0-3 5 16,0-7 0-16,0-4-28 15,4-3 25-15,1-2 1 16,-4 0 0-16,-1 1 2 15,0 4-1-15,-3 4-2 16,-10 3 0-16,-2 7 1 16,0 0-8-16,-3 7 3 15,-1 15 0-15,5 6 5 16,1 5 1-16,4 3 0 16,4 0 1-16,4 1-1 0,1-4-1 15,2-9 0 1,17-5-15-16,6-11 7 0,8-6 10 15,6-2 1 1,10-7 2-16,8-13-3 0,8-6-21 16,-2-7-29-16,-5-3 35 15,-9 1 15-15,-11-2 4 16,-11 3 16-16,-4-1 0 16,-11 0-7-16,-4 0 11 15,-8 1 6-15,0 7 0 16,0 8 0-16,0 9-22 15,0 9-8-15,0 1-24 16,0 0-90-16,0 17 79 16,-5 8 35-16,-5 11 0 0,2 6 0 15,4 1-1 1,1-2 1-16,3 1-3 0,0-6 3 16,-3-9 0-16,1-4 0 15,-3-6 0-15,-1-5 0 16,-1-5 2-16,-3-1 1 15,-2-3 9-15,-9-2 24 16,-10 4 7-16,-8 0-27 16,1 4-9-16,3 5-7 15,2 4-2-15,1 4-19 16,2 2-70-16,7-7-122 16</inkml:trace>
  <inkml:trace contextRef="#ctx0" brushRef="#br0" timeOffset="127292.73">17407 12800 25 0,'0'0'20'16,"-157"11"8"-16,92-8 10 15,12-3 31-15,22 0 53 16,15 0 25-16,11 0 11 16,5 0-84-16,17 0-74 15,31-1 0-15,38-3 0 16,45-1 12-16,56-2-1 16,57-4 7-16,53-4-2 15,43-3-12-15,26-4 2 16,26-8-6-16,9-8-25 0,11-13 17 15,-3-7 10 1,-28-2-15-16,-32 4 26 0,-52 4 71 16,-57 13-41-16,-53 7-31 15,-55 8 1-15,-43 9-9 16,-42 6 0-16,-30 7-4 16,-17 2-14-16,-27 0-65 15,-48 4-31-15,-44 15 10 16,-46 1-132-16</inkml:trace>
  <inkml:trace contextRef="#ctx0" brushRef="#br0" timeOffset="128041.18">18065 13304 353 0,'0'0'132'0,"0"0"-6"16,0 0-49-16,0 0-48 15,0 0-14-15,56-81-13 0,-28 51 2 16,-6-4-4 0,-8 1-9-16,-9 5-31 0,-5 5 13 15,-9 7-13-15,-15 10-24 16,-4 6 0-16,0 0 40 15,4 10 12-15,6 14 9 16,6 7 1-16,6 5-4 16,6 9 6-16,7 10-6 15,20 7 6-15,5 9 17 16,-1 1 3-16,-6 1-16 16,-14-7-3-16,-11-9 2 15,-5-16-3-15,-17-16 0 16,1-17 29-16,0-8 109 0,-1-3 25 15,-2-22-78-15,1-8-57 16,4-6-7-16,7-6-4 16,12 2-17-16,0 2-1 15,24 0-19-15,21 4-20 16,11 4 3-16,9 2-4 16,6 3-27-16,1 5-13 15,-5 3-18-15,-9 4 7 16,-7 0 19-16,-14 2-43 15</inkml:trace>
  <inkml:trace contextRef="#ctx0" brushRef="#br0" timeOffset="128439.72">18660 13159 450 0,'0'0'90'15,"0"0"58"-15,0 0-76 16,0 0-55-16,0 0-7 15,0 0-1-15,91 78-7 16,-70-32-2-16,-8 4 3 16,-6 1-3-16,-7-5 1 15,0-4-5-15,-10-9 2 16,-3-7-9-16,-3-6 4 16,-1-5 2-16,-1-3 5 15,6-6 0-15,3-3 5 16,8-2 0-16,1-1 9 15,0 0 14-15,27 0 3 0,29-9-26 16,39-2 0-16,33-1 3 16,21 1-8-16,15 3 4 15,-6-3-8-15,-12 5 7 16,-22 0-8-16,-32 4-8 16,-32 2-22-16,-32 0-13 15,-28 8-50-15,-46 9-78 16,-39 7 157-16,-28 2-96 15,-20 5-9-15,-4 2 60 16,-11 0 26-16,-12-1-42 16</inkml:trace>
  <inkml:trace contextRef="#ctx0" brushRef="#br0" timeOffset="128658.26">17766 13955 192 0,'0'0'36'0,"0"0"7"16,0 0-13-16,0 0 8 15,0 0 66-15,0 0 8 16,48 46-33-16,27-46-26 16,31 0-8-16,35-3 20 15,31-13-23-15,20 1-22 16,12-1-11-16,4-4-9 16,0-2 0-16,-3-7-50 15,-12-7-45-15,-14-6-33 16,-24-5-92-16</inkml:trace>
  <inkml:trace contextRef="#ctx0" brushRef="#br0" timeOffset="129905.41">20143 13498 238 0,'0'0'210'16,"0"0"-109"-16,0 0-20 16,0 0-54-16,0 0-18 15,0 0-1-15,-41-9-3 16,41 6-2-16,3-4 36 15,15-6 74-15,14-11-64 16,8-9-34-16,-1-7-8 16,-4-7-5-16,-8 0-1 15,-11 1-1-15,-14 1 0 16,-2 3 1-16,-12 9-1 0,-4 13 0 16,6 9 3-16,5 11-3 15,0 3-9-15,2 24-23 16,0 13 31-16,0 13-1 15,3 9-2-15,5 7-25 16,19 1-30-16,7-3-35 16,2-10-33-16,-5-15-36 15,-1-17 29-15,-6-18 125 16,3-7 9-16,0-16 91 16,4-14-56-16,1-10 30 15,-1-4-37-15,-10-3 30 16,-11-1-5-16,-7 1-11 15,-13 2 14-15,-9 11-4 0,4 12 39 16,7 12-23 0,8 8-47-16,3 2-21 0,0 6-43 15,0 13 38-15,0 9 5 16,3 4-2-16,12 4 0 16,0-2 2-16,1-4-3 15,-2-8-16-15,-3-6-12 16,-4-9-18-16,-4-5 25 15,0-2 24-15,1-4 69 16,3-14-41-16,1-6-27 16,-4-2 4-16,-2 3 13 15,-2 1 4-15,0 6-5 0,-3 9 4 16,-2 2-12-16,5 5-9 16,0 0-3-16,0 6-32 15,0 12 15-15,6 6 18 16,12 3 0-16,2 0 0 15,0-1 2-15,-4-3-14 16,0-7-15-16,-9-8-24 16,0-6 13-16,3-2 40 15,3-6 16-15,8-17-16 16,6-6 0-16,6-3-129 16,-1-2 57-16,3 5 61 15,-5 3 11-15,3 6 29 16,-6 3 23-16,1 1 2 0,-8 5-34 15,-5 2 21 1,-4 4 16-16,-5 2-17 0,-3 3-20 16,-2 0-19-16,-1 0-1 15,0 0-9-15,0 0 6 16,0 0 1-16,0 0 2 16,0 0 0-16,0 0-3 15,0 0-6-15,0 0-10 16,0 7 18-16,-6 3 0 15,-2 0 1-15,3 4 1 16,-3 4-1-16,1 4-4 16,0 6 4-16,4 2 0 15,1 3 0-15,2 1 0 0,0-3-21 16,0-6-47-16,12-8 25 16,8-10 7-16,15-7 36 15,8-8 2-15,4-20 14 16,-1-8 17-16,-4-3 12 15,-9-2-12-15,-8 2 20 16,-9-1-11-16,-5 2-15 16,-8 1 4-16,-3 5-14 15,0 10 10-15,0 7-5 16,0 11-22-16,0 4-2 16,0 0-49-16,0 11-72 15,11 17 66-15,5 12 57 16,4 6-3-16,0 3-5 15,-1 1-24-15,-7-6 13 16,-3-8-18-16,-5-14 22 16,-2-10 8-16,-2-7 7 0,0-5 50 15,-5 0 132-15,-22-2-114 16,-14-6-68-16,-13 1-4 16,-5 5 1-16,0 2-19 15,6 6-30-15,6 17-103 16,10 3-98-16</inkml:trace>
  <inkml:trace contextRef="#ctx0" brushRef="#br0" timeOffset="130178.02">20107 13846 413 0,'0'0'136'16,"0"0"-117"-16,0 0-19 16,0 0-5-16,0 0 4 15,0 0 1-15,22 81 11 16,45-67 3-16,20-8 5 16,10-6-19-16,12 0-2 15,0 0 2-15,-6-8-48 16,-2-5-35-16,-20 1-50 15,-20 2-13-15,-27 3 86 16,-28 6 26-16</inkml:trace>
  <inkml:trace contextRef="#ctx0" brushRef="#br0" timeOffset="130353.76">19970 14073 456 0,'0'0'0'0,"0"0"-6"15,0 0 6-15,23 87 16 16,23-70 9-16,22-4 0 16,23-8-19-16,13-3-6 0,16-2-72 15,2 0-77-15,-1-12-83 16</inkml:trace>
  <inkml:trace contextRef="#ctx0" brushRef="#br0" timeOffset="130518.13">21314 13964 459 0,'0'0'106'15,"0"0"-96"-15,0 0 17 16,0 0 14-16,0 0-31 16,0 0-6-16,-41 62-4 15,34-38-30-15,-1-8-167 16</inkml:trace>
</inkml:ink>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6F4A67-E197-7F96-5626-6C657E8551F1}"/>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40066FBA-0C32-A5EB-8A34-767A17F01406}"/>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23E472A7-7A7F-9A8C-FD04-F83DF61016D0}"/>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E42F783D-DEDB-89E2-BB12-C23BB53163EB}"/>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5586CA29-D8DC-209F-FA21-3D51F830CEA5}"/>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3E931358-65DC-38C8-CDAD-FC1D3086A425}"/>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830C5FC2-7BEB-1C61-E5BC-DA33F1E79DBF}"/>
              </a:ext>
            </a:extLst>
          </p:cNvPr>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676277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E170360-E125-9DFB-4065-135D1832A526}"/>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185BA2CC-51BE-C94E-6820-C0E6B332C223}"/>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693C99EE-7B8D-1E4E-9554-DA63D2A96273}"/>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CC32104C-E294-7D77-6DCE-0A0BBF71939D}"/>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6DA8D9E5-6B33-87C6-9BCD-90259038B95F}"/>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29EBB936-C100-84CD-EBDB-893FDA472058}"/>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511613DC-BCB1-ED3B-484C-3BDE456B5AE6}"/>
              </a:ext>
            </a:extLst>
          </p:cNvPr>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070764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2A8E9771-19AF-9BFD-1E87-B25329962DD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AEC15DE2-4D4C-EFC6-5226-4301058FCAC4}"/>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E27097BC-2680-DE2A-1766-58F7548794BA}"/>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1F02B72E-3ABB-49A7-FF39-3EC250C27EFE}"/>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1CE174BF-80A0-0573-200D-0E2DDC43FB76}"/>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7BC88F73-65E3-994C-5DF5-D1833622F85F}"/>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1C73BE53-88FE-1658-8858-ABFFF84E04DC}"/>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C36F5DE0-8236-1BA0-7E26-E64094FF8C1A}"/>
              </a:ext>
            </a:extLst>
          </p:cNvPr>
          <p:cNvSpPr txBox="1">
            <a:spLocks noChangeArrowheads="1"/>
          </p:cNvSpPr>
          <p:nvPr userDrawn="1"/>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70775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D35026-11EB-92C7-6087-830D6FA1362F}"/>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4A793809-3F72-95D6-ACA9-DFFF7F9F6980}"/>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4D1D941E-FAAE-912D-20C9-4BF0975B1FAB}"/>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3C3EE35B-E527-24A7-80B6-F615D55B566E}"/>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C0FB25E6-05E3-2C9C-0902-9856A3FBEEF1}"/>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F1FA7B04-CC76-F0FC-6C4C-D4E73A37B1D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5CC0DCD6-18C8-5D64-A2D5-4CA32C1E940B}"/>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E70CD11A-0BA4-4A54-D025-36663EB2362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EFFFB0E9-EBFC-E612-CDAD-D761F219EC1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F7D5AC9B-17FE-F194-35B4-CCB61DB8177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18A6B084-4733-6694-F3C0-DA7778092BE4}"/>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F9B274B2-8189-56ED-2675-94D3BA3D6FD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5FE7A1AC-4282-D6EE-72D3-CD3C26E8808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DDE4A850-77D9-7EA8-C7B9-6CDFF56F2B8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50470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464C877B-2E10-1A65-58B6-8B84D9E40BD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19F2B04F-4B12-954F-1A07-92F52CBCE366}"/>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8A91C0B0-F003-3CDF-DBB4-E4EBC161DCE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F0220701-94EC-304E-A828-AEE3F827B63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0E523D0D-54E6-4B03-5DAB-A9E4F6537A4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22EE5B70-B769-C01D-330E-8E35FD62B776}"/>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A926D534-7B1A-23EA-7C2A-1B9101F70FF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3D69321B-B518-0B7C-AA66-4AE6E32BA09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0C3C95A8-13BC-D686-3BC0-54092DD2C26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2">
            <a:extLst>
              <a:ext uri="{FF2B5EF4-FFF2-40B4-BE49-F238E27FC236}">
                <a16:creationId xmlns:a16="http://schemas.microsoft.com/office/drawing/2014/main" id="{372BE32C-414A-57D2-5292-9926DD7CFE2C}"/>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71170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5D5C73CC-D0C9-0CFD-DED6-06B8111F158C}"/>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7EE0329C-9D7B-7A45-577A-F39ECC4BE71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655FF896-3CEA-9015-0618-A6904D351EA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0985ED6C-7FC9-F4EF-9B28-738BBFEFC2B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7E13E856-F090-94ED-4AF7-5E1C284C0769}"/>
              </a:ext>
            </a:extLst>
          </p:cNvPr>
          <p:cNvGrpSpPr>
            <a:grpSpLocks/>
          </p:cNvGrpSpPr>
          <p:nvPr userDrawn="1"/>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2BBD4E77-4BB0-89FC-8DBD-6C2BC74A394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B0A8BC3B-1D41-459C-E3F6-E048D694DEE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A8D9E3CB-882C-5E05-33A0-6858A5F7E96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4" descr="Picture 7.png">
            <a:extLst>
              <a:ext uri="{FF2B5EF4-FFF2-40B4-BE49-F238E27FC236}">
                <a16:creationId xmlns:a16="http://schemas.microsoft.com/office/drawing/2014/main" id="{A16BA7D2-856A-3F28-192B-9193D5FEC6D0}"/>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D8100A44-21A6-8461-4752-735CC15C2146}"/>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9305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8D3026BA-E57F-6C95-D13E-C4810731C83D}"/>
              </a:ext>
            </a:extLst>
          </p:cNvPr>
          <p:cNvGrpSpPr>
            <a:grpSpLocks/>
          </p:cNvGrpSpPr>
          <p:nvPr userDrawn="1"/>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42D678AD-29AA-C96E-68A3-FE34D704460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34DC8444-FE89-BCCC-0F98-6F7042F59E6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C518807-39A8-381C-D034-1422274CB0A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9330542C-3308-0097-8704-CFEC46872FE5}"/>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8DC371A8-F737-8299-A97B-DCA6C7F1A3A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67165024-69EB-E945-A9A1-A9EFE773729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498469CC-3AF7-B745-AB87-96B5B96495B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1359D8E8-C789-12DD-549D-F8A06A72EB52}"/>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B9570D48-C9CD-D59A-B9CB-0C2DA304A6B0}"/>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52673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54B452A7-6A6E-68D1-8F5C-B42390065F23}"/>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13DC0CDF-9673-719A-FAB4-784AF555B86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DFDC26C2-FB59-9A2E-FBB6-A27D7221A13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733F59AC-A622-94B5-1CC5-3D6313C027A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CC4777EE-DC27-C89C-FCE5-9577A46DD5D4}"/>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D94B55CF-9A36-CD55-E4BF-9B8EFB17196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5FD5B566-DB7C-5F7E-F099-7FAE49D638D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02EB9636-1988-2C9B-0A6D-00CAB388084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10944D40-26EE-B945-BD70-4ADFF8B1374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27951146-3C2B-BE94-B54E-E2C26960A7FB}"/>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77398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6E3D30C5-1587-43B0-0B98-A45E4E0970C6}"/>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8C033A26-A277-1269-4BA8-4A6A3D471A7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86A01A8C-7177-7288-0890-32AFAEFB7A0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D94AD971-AD55-53F7-F9E9-9D04C0BEEAF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9B59EC91-4111-3A0E-290E-99B448920015}"/>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443F54B3-27FB-DB47-8CDC-06632930F5E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3EE10204-35B6-8F13-4EF2-26515281537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FFC07499-281B-5A14-303E-A59DBE6762B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9D6958B2-C439-DBDC-DBD0-661DE2763993}"/>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7BAEB083-A0FD-FF67-C03A-F2B9A733AC33}"/>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54172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89DBE33F-43D5-CBE1-6081-77F11360B91A}"/>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1A3847FA-72A9-BED3-C081-F2C5102C7DD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28BAB94C-1124-D24F-F04D-A7C948AF12A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0D66D06C-ED92-4D35-6A0F-84EAFB2F108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ED2BC14B-EE5F-7898-B297-EB5D8F5F3953}"/>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DA61097D-D150-C858-BCB4-13445A8BA5B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60A9ACEE-5084-D51B-3080-24B291C1626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FD3E3E60-2D07-2568-6617-560234B153A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0DA11A60-DF4E-30DA-99C2-100201CBC9DB}"/>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FDBA8818-3B42-A4C0-26CB-609B0B92C821}"/>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7211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0311DB8E-1572-C804-7A8D-08F8D286F7E6}"/>
              </a:ext>
            </a:extLst>
          </p:cNvPr>
          <p:cNvGrpSpPr>
            <a:grpSpLocks/>
          </p:cNvGrpSpPr>
          <p:nvPr userDrawn="1"/>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3202B7F0-D1E8-41B6-0C7C-C5C424780707}"/>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33178429-0ED2-3242-E961-E6479A8155E9}"/>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18742FC4-B81A-A49A-F42C-8F01AB7EADC5}"/>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B5F304BF-41BB-94EF-2F56-0CA8B1421D08}"/>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751E2237-4E6C-164F-9711-4EC7A79B41F9}"/>
              </a:ext>
            </a:extLst>
          </p:cNvPr>
          <p:cNvSpPr txBox="1">
            <a:spLocks noChangeArrowheads="1"/>
          </p:cNvSpPr>
          <p:nvPr userDrawn="1"/>
        </p:nvSpPr>
        <p:spPr bwMode="auto">
          <a:xfrm rot="5400000">
            <a:off x="-2794793" y="3809206"/>
            <a:ext cx="586740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68856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DCCE74-2B1B-F048-BC10-3D46EA0B9DD0}"/>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3A9AB295-17FB-D466-5669-CAC648433BFB}"/>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E8095C44-14F8-8E76-0A7F-D21245CC7DA8}"/>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4EF659D8-2DA0-4DF0-9612-AD0CD69F07FA}" type="datetimeFigureOut">
              <a:rPr lang="en-US"/>
              <a:pPr>
                <a:defRPr/>
              </a:pPr>
              <a:t>5/18/2025</a:t>
            </a:fld>
            <a:endParaRPr lang="en-US"/>
          </a:p>
        </p:txBody>
      </p:sp>
      <p:sp>
        <p:nvSpPr>
          <p:cNvPr id="5" name="Footer Placeholder 4">
            <a:extLst>
              <a:ext uri="{FF2B5EF4-FFF2-40B4-BE49-F238E27FC236}">
                <a16:creationId xmlns:a16="http://schemas.microsoft.com/office/drawing/2014/main" id="{A5AADFA6-8CFA-A88C-25C3-10D95ECA307B}"/>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FDFCF2E5-50B5-5DCC-2C3B-AF40E745479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706E1388-24C4-430D-B2C4-5C65C9F76A4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992" r:id="rId1"/>
    <p:sldLayoutId id="2147484993" r:id="rId2"/>
    <p:sldLayoutId id="2147484994" r:id="rId3"/>
    <p:sldLayoutId id="2147484995" r:id="rId4"/>
    <p:sldLayoutId id="2147484996" r:id="rId5"/>
    <p:sldLayoutId id="2147484997" r:id="rId6"/>
    <p:sldLayoutId id="2147484998" r:id="rId7"/>
    <p:sldLayoutId id="2147484999" r:id="rId8"/>
    <p:sldLayoutId id="2147485000" r:id="rId9"/>
    <p:sldLayoutId id="2147485001" r:id="rId10"/>
    <p:sldLayoutId id="2147485002" r:id="rId11"/>
  </p:sldLayoutIdLst>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hyperlink" Target="http://www.brighthubpm.com/project-planning/2940-tips-for-building-a-work-breakdown-structure/" TargetMode="Externa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0.jpe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4.jpe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7.jpe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hyperlink" Target="http://www.brighthubpm.com/templates-forms/2491-writing-a-scope-statement/" TargetMode="Externa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10.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1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12.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25.png"/><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1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ustomXml" Target="../ink/ink16.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1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32.png"/><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customXml" Target="../ink/ink19.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customXml" Target="../ink/ink20.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customXml" Target="../ink/ink21.xml"/><Relationship Id="rId2" Type="http://schemas.openxmlformats.org/officeDocument/2006/relationships/image" Target="../media/image36.jpeg"/><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customXml" Target="../ink/ink22.xml"/><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customXml" Target="../ink/ink23.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ustomXml" Target="../ink/ink24.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customXml" Target="../ink/ink25.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customXml" Target="../ink/ink2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customXml" Target="../ink/ink2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customXml" Target="../ink/ink2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5">
            <a:extLst>
              <a:ext uri="{FF2B5EF4-FFF2-40B4-BE49-F238E27FC236}">
                <a16:creationId xmlns:a16="http://schemas.microsoft.com/office/drawing/2014/main" id="{25CF2A23-913A-F475-4F30-2EEF9543E531}"/>
              </a:ext>
            </a:extLst>
          </p:cNvPr>
          <p:cNvSpPr>
            <a:spLocks noGrp="1"/>
          </p:cNvSpPr>
          <p:nvPr>
            <p:ph sz="quarter" idx="13"/>
          </p:nvPr>
        </p:nvSpPr>
        <p:spPr/>
        <p:txBody>
          <a:bodyPr/>
          <a:lstStyle/>
          <a:p>
            <a:pPr>
              <a:spcBef>
                <a:spcPct val="0"/>
              </a:spcBef>
            </a:pPr>
            <a:r>
              <a:rPr lang="en-US" altLang="en-US"/>
              <a:t> M K Hamirwasia</a:t>
            </a:r>
          </a:p>
          <a:p>
            <a:pPr>
              <a:spcBef>
                <a:spcPct val="0"/>
              </a:spcBef>
            </a:pPr>
            <a:r>
              <a:rPr lang="en-IN" altLang="en-US"/>
              <a:t>WILPD</a:t>
            </a:r>
          </a:p>
          <a:p>
            <a:pPr>
              <a:spcBef>
                <a:spcPct val="0"/>
              </a:spcBef>
            </a:pPr>
            <a:endParaRPr lang="en-US" altLang="en-US"/>
          </a:p>
        </p:txBody>
      </p:sp>
      <p:sp>
        <p:nvSpPr>
          <p:cNvPr id="5" name="Title 4">
            <a:extLst>
              <a:ext uri="{FF2B5EF4-FFF2-40B4-BE49-F238E27FC236}">
                <a16:creationId xmlns:a16="http://schemas.microsoft.com/office/drawing/2014/main" id="{B9A1E431-175A-47EB-189A-B1B5E39AD11A}"/>
              </a:ext>
            </a:extLst>
          </p:cNvPr>
          <p:cNvSpPr>
            <a:spLocks noGrp="1"/>
          </p:cNvSpPr>
          <p:nvPr>
            <p:ph type="title"/>
          </p:nvPr>
        </p:nvSpPr>
        <p:spPr>
          <a:xfrm>
            <a:off x="1981200" y="3581400"/>
            <a:ext cx="5334000" cy="762000"/>
          </a:xfrm>
        </p:spPr>
        <p:txBody>
          <a:bodyPr/>
          <a:lstStyle/>
          <a:p>
            <a:pPr>
              <a:defRPr/>
            </a:pPr>
            <a:r>
              <a:rPr lang="en-US" dirty="0"/>
              <a:t>                                                    </a:t>
            </a:r>
            <a:br>
              <a:rPr lang="en-US" dirty="0"/>
            </a:br>
            <a:br>
              <a:rPr lang="en-US" dirty="0"/>
            </a:br>
            <a:br>
              <a:rPr lang="en-US" dirty="0"/>
            </a:br>
            <a:br>
              <a:rPr lang="en-US" dirty="0"/>
            </a:br>
            <a:br>
              <a:rPr lang="en-US" dirty="0"/>
            </a:br>
            <a:r>
              <a:rPr lang="en-US" sz="4000" dirty="0"/>
              <a:t>1. Defining the Project, Ch. 4-T1</a:t>
            </a:r>
            <a:br>
              <a:rPr lang="en-US" sz="4000" dirty="0"/>
            </a:br>
            <a:r>
              <a:rPr lang="en-US" sz="4000" dirty="0"/>
              <a:t>2. Estimating Project Times and Costs, </a:t>
            </a:r>
            <a:br>
              <a:rPr lang="en-US" sz="4000" dirty="0"/>
            </a:br>
            <a:r>
              <a:rPr lang="en-US" sz="4000" dirty="0"/>
              <a:t>Ch. 5-T1</a:t>
            </a:r>
            <a:br>
              <a:rPr lang="en-US" sz="4000" dirty="0"/>
            </a:br>
            <a:br>
              <a:rPr lang="en-US" sz="1800" dirty="0"/>
            </a:b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869019-E92D-DA12-921B-B49B4F60A3A7}"/>
              </a:ext>
            </a:extLst>
          </p:cNvPr>
          <p:cNvSpPr>
            <a:spLocks noGrp="1"/>
          </p:cNvSpPr>
          <p:nvPr>
            <p:ph sz="quarter" idx="10"/>
          </p:nvPr>
        </p:nvSpPr>
        <p:spPr/>
        <p:txBody>
          <a:bodyPr/>
          <a:lstStyle/>
          <a:p>
            <a:pPr eaLnBrk="1" hangingPunct="1">
              <a:spcBef>
                <a:spcPct val="0"/>
              </a:spcBef>
              <a:buFont typeface="Arial" charset="0"/>
              <a:buNone/>
              <a:defRPr/>
            </a:pPr>
            <a:r>
              <a:rPr lang="en-IN" dirty="0">
                <a:latin typeface="Arial" charset="0"/>
                <a:cs typeface="Arial" charset="0"/>
              </a:rPr>
              <a:t>AE/DE/MM/ES/POM ZG523-Merged</a:t>
            </a:r>
          </a:p>
          <a:p>
            <a:pPr eaLnBrk="1" hangingPunct="1">
              <a:spcBef>
                <a:spcPct val="0"/>
              </a:spcBef>
              <a:buFont typeface="Arial" charset="0"/>
              <a:buNone/>
              <a:defRPr/>
            </a:pPr>
            <a:r>
              <a:rPr lang="en-IN" dirty="0">
                <a:latin typeface="Arial" charset="0"/>
                <a:cs typeface="Arial" charset="0"/>
              </a:rPr>
              <a:t>Project Management</a:t>
            </a:r>
          </a:p>
          <a:p>
            <a:pPr eaLnBrk="1" hangingPunct="1">
              <a:spcBef>
                <a:spcPct val="0"/>
              </a:spcBef>
              <a:buFont typeface="Arial" charset="0"/>
              <a:buNone/>
              <a:defRPr/>
            </a:pPr>
            <a:endParaRPr lang="en-US" dirty="0">
              <a:latin typeface="Arial" charset="0"/>
              <a:cs typeface="Arial" charset="0"/>
            </a:endParaRPr>
          </a:p>
          <a:p>
            <a:pPr eaLnBrk="1" hangingPunct="1">
              <a:spcBef>
                <a:spcPct val="0"/>
              </a:spcBef>
              <a:buFont typeface="Arial" charset="0"/>
              <a:buNone/>
              <a:defRPr/>
            </a:pPr>
            <a:r>
              <a:rPr lang="en-US" dirty="0">
                <a:latin typeface="Arial" charset="0"/>
                <a:cs typeface="Arial" charset="0"/>
              </a:rPr>
              <a:t>Lecture No. 14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6AB5AA-713F-E28D-3A02-2A81DB086A15}"/>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3B3B5BC-3E24-2AC6-44CE-D1CE65CC5056}"/>
                  </a:ext>
                </a:extLst>
              </p14:cNvPr>
              <p14:cNvContentPartPr/>
              <p14:nvPr/>
            </p14:nvContentPartPr>
            <p14:xfrm>
              <a:off x="1945080" y="1438560"/>
              <a:ext cx="6911640" cy="4882680"/>
            </p14:xfrm>
          </p:contentPart>
        </mc:Choice>
        <mc:Fallback>
          <p:pic>
            <p:nvPicPr>
              <p:cNvPr id="3" name="Ink 2">
                <a:extLst>
                  <a:ext uri="{FF2B5EF4-FFF2-40B4-BE49-F238E27FC236}">
                    <a16:creationId xmlns:a16="http://schemas.microsoft.com/office/drawing/2014/main" id="{13B3B5BC-3E24-2AC6-44CE-D1CE65CC5056}"/>
                  </a:ext>
                </a:extLst>
              </p:cNvPr>
              <p:cNvPicPr/>
              <p:nvPr/>
            </p:nvPicPr>
            <p:blipFill>
              <a:blip r:embed="rId3"/>
              <a:stretch>
                <a:fillRect/>
              </a:stretch>
            </p:blipFill>
            <p:spPr>
              <a:xfrm>
                <a:off x="1935720" y="1429200"/>
                <a:ext cx="6930360" cy="490140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F07263-7F8B-FB88-58E2-D62A4A51C4D1}"/>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5843CA9-FBA5-F403-B7AE-4EA66A34D2BD}"/>
                  </a:ext>
                </a:extLst>
              </p14:cNvPr>
              <p14:cNvContentPartPr/>
              <p14:nvPr/>
            </p14:nvContentPartPr>
            <p14:xfrm>
              <a:off x="435240" y="1491480"/>
              <a:ext cx="8680320" cy="4469400"/>
            </p14:xfrm>
          </p:contentPart>
        </mc:Choice>
        <mc:Fallback>
          <p:pic>
            <p:nvPicPr>
              <p:cNvPr id="3" name="Ink 2">
                <a:extLst>
                  <a:ext uri="{FF2B5EF4-FFF2-40B4-BE49-F238E27FC236}">
                    <a16:creationId xmlns:a16="http://schemas.microsoft.com/office/drawing/2014/main" id="{B5843CA9-FBA5-F403-B7AE-4EA66A34D2BD}"/>
                  </a:ext>
                </a:extLst>
              </p:cNvPr>
              <p:cNvPicPr/>
              <p:nvPr/>
            </p:nvPicPr>
            <p:blipFill>
              <a:blip r:embed="rId3"/>
              <a:stretch>
                <a:fillRect/>
              </a:stretch>
            </p:blipFill>
            <p:spPr>
              <a:xfrm>
                <a:off x="425880" y="1482120"/>
                <a:ext cx="8699040" cy="448812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1">
            <a:extLst>
              <a:ext uri="{FF2B5EF4-FFF2-40B4-BE49-F238E27FC236}">
                <a16:creationId xmlns:a16="http://schemas.microsoft.com/office/drawing/2014/main" id="{BF744E82-2B45-6773-CEBF-EFB81CBAF340}"/>
              </a:ext>
            </a:extLst>
          </p:cNvPr>
          <p:cNvSpPr>
            <a:spLocks noGrp="1"/>
          </p:cNvSpPr>
          <p:nvPr>
            <p:ph idx="1"/>
          </p:nvPr>
        </p:nvSpPr>
        <p:spPr>
          <a:xfrm>
            <a:off x="304800" y="1493838"/>
            <a:ext cx="8229600" cy="4525962"/>
          </a:xfrm>
        </p:spPr>
        <p:txBody>
          <a:bodyPr/>
          <a:lstStyle/>
          <a:p>
            <a:pPr algn="just" fontAlgn="base">
              <a:spcAft>
                <a:spcPct val="0"/>
              </a:spcAft>
            </a:pPr>
            <a:r>
              <a:rPr lang="en-US" altLang="en-US"/>
              <a:t>A Work Breakdown Structure (WBS) is used for breaking down a project into easily manageable components, or bites. </a:t>
            </a:r>
          </a:p>
          <a:p>
            <a:pPr algn="just" fontAlgn="base">
              <a:spcAft>
                <a:spcPct val="0"/>
              </a:spcAft>
            </a:pPr>
            <a:endParaRPr lang="en-US" altLang="en-US"/>
          </a:p>
          <a:p>
            <a:pPr algn="just" fontAlgn="base">
              <a:spcAft>
                <a:spcPct val="0"/>
              </a:spcAft>
            </a:pPr>
            <a:r>
              <a:rPr lang="en-US" altLang="en-US"/>
              <a:t>Company owners and project managers use the </a:t>
            </a:r>
            <a:r>
              <a:rPr lang="en-US" altLang="en-US">
                <a:hlinkClick r:id="rId2"/>
              </a:rPr>
              <a:t>Work Breakdown Structure</a:t>
            </a:r>
            <a:r>
              <a:rPr lang="en-US" altLang="en-US"/>
              <a:t> (WBS) to make complex projects more manageable. </a:t>
            </a:r>
          </a:p>
          <a:p>
            <a:pPr algn="just" fontAlgn="base">
              <a:spcAft>
                <a:spcPct val="0"/>
              </a:spcAft>
            </a:pPr>
            <a:endParaRPr lang="en-US" altLang="en-US"/>
          </a:p>
          <a:p>
            <a:pPr algn="just" fontAlgn="base">
              <a:spcAft>
                <a:spcPct val="0"/>
              </a:spcAft>
            </a:pPr>
            <a:r>
              <a:rPr lang="en-US" altLang="en-US"/>
              <a:t>The WBS is designed to help break down a project into manageable chunks that can be effectively estimated and supervised.</a:t>
            </a:r>
          </a:p>
        </p:txBody>
      </p:sp>
      <p:sp>
        <p:nvSpPr>
          <p:cNvPr id="3" name="Content Placeholder 2">
            <a:extLst>
              <a:ext uri="{FF2B5EF4-FFF2-40B4-BE49-F238E27FC236}">
                <a16:creationId xmlns:a16="http://schemas.microsoft.com/office/drawing/2014/main" id="{39290D75-DD37-10E5-C6BD-4E057F19D2A5}"/>
              </a:ext>
            </a:extLst>
          </p:cNvPr>
          <p:cNvSpPr>
            <a:spLocks noGrp="1"/>
          </p:cNvSpPr>
          <p:nvPr>
            <p:ph sz="quarter" idx="10"/>
          </p:nvPr>
        </p:nvSpPr>
        <p:spPr/>
        <p:txBody>
          <a:bodyPr>
            <a:normAutofit fontScale="92500"/>
          </a:bodyPr>
          <a:lstStyle/>
          <a:p>
            <a:pPr>
              <a:defRPr/>
            </a:pPr>
            <a:r>
              <a:rPr lang="en-US" dirty="0"/>
              <a:t>STEP 3: CREATING THE WORK BREAKDOWN STRUCTURE</a:t>
            </a:r>
          </a:p>
          <a:p>
            <a:pPr>
              <a:defRPr/>
            </a:pPr>
            <a:endParaRPr lang="en-US"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EA8D20FE-9752-DCEC-FCBC-807895ECE120}"/>
                  </a:ext>
                </a:extLst>
              </p14:cNvPr>
              <p14:cNvContentPartPr/>
              <p14:nvPr/>
            </p14:nvContentPartPr>
            <p14:xfrm>
              <a:off x="4509000" y="2329920"/>
              <a:ext cx="1631160" cy="775800"/>
            </p14:xfrm>
          </p:contentPart>
        </mc:Choice>
        <mc:Fallback>
          <p:pic>
            <p:nvPicPr>
              <p:cNvPr id="2" name="Ink 1">
                <a:extLst>
                  <a:ext uri="{FF2B5EF4-FFF2-40B4-BE49-F238E27FC236}">
                    <a16:creationId xmlns:a16="http://schemas.microsoft.com/office/drawing/2014/main" id="{EA8D20FE-9752-DCEC-FCBC-807895ECE120}"/>
                  </a:ext>
                </a:extLst>
              </p:cNvPr>
              <p:cNvPicPr/>
              <p:nvPr/>
            </p:nvPicPr>
            <p:blipFill>
              <a:blip r:embed="rId4"/>
              <a:stretch>
                <a:fillRect/>
              </a:stretch>
            </p:blipFill>
            <p:spPr>
              <a:xfrm>
                <a:off x="4499640" y="2320560"/>
                <a:ext cx="1649880" cy="79452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490610-0264-5FC2-3D33-A2BCB95FBBEA}"/>
              </a:ext>
            </a:extLst>
          </p:cNvPr>
          <p:cNvSpPr>
            <a:spLocks noGrp="1"/>
          </p:cNvSpPr>
          <p:nvPr>
            <p:ph sz="quarter" idx="10"/>
          </p:nvPr>
        </p:nvSpPr>
        <p:spPr/>
        <p:txBody>
          <a:bodyPr/>
          <a:lstStyle/>
          <a:p>
            <a:pPr>
              <a:defRPr/>
            </a:pPr>
            <a:r>
              <a:rPr lang="en-US" dirty="0"/>
              <a:t>WBS</a:t>
            </a:r>
            <a:endParaRPr lang="en-IN" dirty="0"/>
          </a:p>
        </p:txBody>
      </p:sp>
      <p:pic>
        <p:nvPicPr>
          <p:cNvPr id="18435" name="Picture 2" descr="1.1. Definition&#10;WhatHow &amp; When&#10;The WBS represents a&#10;clear description of the&#10;project’s deliverables and&#10;scope.&#10;The WBS is ...">
            <a:extLst>
              <a:ext uri="{FF2B5EF4-FFF2-40B4-BE49-F238E27FC236}">
                <a16:creationId xmlns:a16="http://schemas.microsoft.com/office/drawing/2014/main" id="{E498E0E8-E23F-62C2-18FD-1FAC27D0C70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 y="1603375"/>
            <a:ext cx="8839200" cy="4873625"/>
          </a:xfr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6D4CB-F3E5-0EAC-91EA-396921065B77}"/>
              </a:ext>
            </a:extLst>
          </p:cNvPr>
          <p:cNvSpPr>
            <a:spLocks noGrp="1"/>
          </p:cNvSpPr>
          <p:nvPr>
            <p:ph sz="quarter" idx="10"/>
          </p:nvPr>
        </p:nvSpPr>
        <p:spPr/>
        <p:txBody>
          <a:bodyPr/>
          <a:lstStyle/>
          <a:p>
            <a:pPr>
              <a:defRPr/>
            </a:pPr>
            <a:r>
              <a:rPr lang="en-US" dirty="0"/>
              <a:t>WBS</a:t>
            </a:r>
            <a:endParaRPr lang="en-IN" dirty="0"/>
          </a:p>
        </p:txBody>
      </p:sp>
      <p:pic>
        <p:nvPicPr>
          <p:cNvPr id="19459" name="Picture 2" descr="1.1. Definition&#10;The WBS is a hierarchical decomposition of the total scope of work to be&#10;carried out by the project team t...">
            <a:extLst>
              <a:ext uri="{FF2B5EF4-FFF2-40B4-BE49-F238E27FC236}">
                <a16:creationId xmlns:a16="http://schemas.microsoft.com/office/drawing/2014/main" id="{67827D90-5D29-F855-160E-6E333949857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603375"/>
            <a:ext cx="9067800" cy="4949825"/>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DA4E6B9-9986-50B0-68AE-36F33E4AB603}"/>
                  </a:ext>
                </a:extLst>
              </p14:cNvPr>
              <p14:cNvContentPartPr/>
              <p14:nvPr/>
            </p14:nvContentPartPr>
            <p14:xfrm>
              <a:off x="5126040" y="4783320"/>
              <a:ext cx="3562920" cy="817200"/>
            </p14:xfrm>
          </p:contentPart>
        </mc:Choice>
        <mc:Fallback>
          <p:pic>
            <p:nvPicPr>
              <p:cNvPr id="2" name="Ink 1">
                <a:extLst>
                  <a:ext uri="{FF2B5EF4-FFF2-40B4-BE49-F238E27FC236}">
                    <a16:creationId xmlns:a16="http://schemas.microsoft.com/office/drawing/2014/main" id="{4DA4E6B9-9986-50B0-68AE-36F33E4AB603}"/>
                  </a:ext>
                </a:extLst>
              </p:cNvPr>
              <p:cNvPicPr/>
              <p:nvPr/>
            </p:nvPicPr>
            <p:blipFill>
              <a:blip r:embed="rId4"/>
              <a:stretch>
                <a:fillRect/>
              </a:stretch>
            </p:blipFill>
            <p:spPr>
              <a:xfrm>
                <a:off x="5116680" y="4773960"/>
                <a:ext cx="3581640" cy="83592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Content Placeholder 3">
            <a:extLst>
              <a:ext uri="{FF2B5EF4-FFF2-40B4-BE49-F238E27FC236}">
                <a16:creationId xmlns:a16="http://schemas.microsoft.com/office/drawing/2014/main" id="{F89B9C81-4E77-835C-EB1E-97FCC9FB475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400050" y="1295400"/>
            <a:ext cx="8743950" cy="5257800"/>
          </a:xfrm>
        </p:spPr>
      </p:pic>
      <p:sp>
        <p:nvSpPr>
          <p:cNvPr id="3" name="Content Placeholder 2">
            <a:extLst>
              <a:ext uri="{FF2B5EF4-FFF2-40B4-BE49-F238E27FC236}">
                <a16:creationId xmlns:a16="http://schemas.microsoft.com/office/drawing/2014/main" id="{306C011E-AF32-A2C2-D0DF-FDD48851BCA2}"/>
              </a:ext>
            </a:extLst>
          </p:cNvPr>
          <p:cNvSpPr>
            <a:spLocks noGrp="1"/>
          </p:cNvSpPr>
          <p:nvPr>
            <p:ph sz="quarter" idx="10"/>
          </p:nvPr>
        </p:nvSpPr>
        <p:spPr/>
        <p:txBody>
          <a:bodyPr/>
          <a:lstStyle/>
          <a:p>
            <a:pPr>
              <a:defRPr/>
            </a:pPr>
            <a:r>
              <a:rPr lang="en-US" dirty="0"/>
              <a:t>Simple WBS Example</a:t>
            </a:r>
          </a:p>
          <a:p>
            <a:pPr>
              <a:defRPr/>
            </a:pPr>
            <a:endParaRPr lang="en-US"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D37402BC-4213-71E3-8EFB-C6FDBA32545C}"/>
                  </a:ext>
                </a:extLst>
              </p14:cNvPr>
              <p14:cNvContentPartPr/>
              <p14:nvPr/>
            </p14:nvContentPartPr>
            <p14:xfrm>
              <a:off x="199800" y="872280"/>
              <a:ext cx="8913600" cy="5145840"/>
            </p14:xfrm>
          </p:contentPart>
        </mc:Choice>
        <mc:Fallback>
          <p:pic>
            <p:nvPicPr>
              <p:cNvPr id="2" name="Ink 1">
                <a:extLst>
                  <a:ext uri="{FF2B5EF4-FFF2-40B4-BE49-F238E27FC236}">
                    <a16:creationId xmlns:a16="http://schemas.microsoft.com/office/drawing/2014/main" id="{D37402BC-4213-71E3-8EFB-C6FDBA32545C}"/>
                  </a:ext>
                </a:extLst>
              </p:cNvPr>
              <p:cNvPicPr/>
              <p:nvPr/>
            </p:nvPicPr>
            <p:blipFill>
              <a:blip r:embed="rId4"/>
              <a:stretch>
                <a:fillRect/>
              </a:stretch>
            </p:blipFill>
            <p:spPr>
              <a:xfrm>
                <a:off x="190440" y="862920"/>
                <a:ext cx="8932320" cy="516456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1E838D-7B07-3FBA-258A-B716042E6952}"/>
              </a:ext>
            </a:extLst>
          </p:cNvPr>
          <p:cNvSpPr>
            <a:spLocks noGrp="1"/>
          </p:cNvSpPr>
          <p:nvPr>
            <p:ph sz="quarter" idx="10"/>
          </p:nvPr>
        </p:nvSpPr>
        <p:spPr/>
        <p:txBody>
          <a:bodyPr/>
          <a:lstStyle/>
          <a:p>
            <a:pPr>
              <a:defRPr/>
            </a:pPr>
            <a:r>
              <a:rPr lang="en-US" dirty="0"/>
              <a:t>Bicycle WBS</a:t>
            </a:r>
            <a:endParaRPr lang="en-IN" dirty="0"/>
          </a:p>
        </p:txBody>
      </p:sp>
      <p:pic>
        <p:nvPicPr>
          <p:cNvPr id="21507" name="Picture 2" descr="1.2. An example of a WBS&#10;1. Bike&#10;1.1. Frame Set&#10;1.1.1. Frame&#10;1.1.2. Handlebar&#10;1.1.3. Fork&#10;1.1.4. Seat&#10;1.2. Crank Set&#10;1.2.1...">
            <a:extLst>
              <a:ext uri="{FF2B5EF4-FFF2-40B4-BE49-F238E27FC236}">
                <a16:creationId xmlns:a16="http://schemas.microsoft.com/office/drawing/2014/main" id="{A18AC60D-DDEA-0031-3A59-A666D5C9748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603375"/>
            <a:ext cx="8991600" cy="5026025"/>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C826130-7E3D-97DC-C9E6-3FC832FB62F9}"/>
                  </a:ext>
                </a:extLst>
              </p14:cNvPr>
              <p14:cNvContentPartPr/>
              <p14:nvPr/>
            </p14:nvContentPartPr>
            <p14:xfrm>
              <a:off x="1458360" y="4828680"/>
              <a:ext cx="6598080" cy="1342080"/>
            </p14:xfrm>
          </p:contentPart>
        </mc:Choice>
        <mc:Fallback>
          <p:pic>
            <p:nvPicPr>
              <p:cNvPr id="2" name="Ink 1">
                <a:extLst>
                  <a:ext uri="{FF2B5EF4-FFF2-40B4-BE49-F238E27FC236}">
                    <a16:creationId xmlns:a16="http://schemas.microsoft.com/office/drawing/2014/main" id="{4C826130-7E3D-97DC-C9E6-3FC832FB62F9}"/>
                  </a:ext>
                </a:extLst>
              </p:cNvPr>
              <p:cNvPicPr/>
              <p:nvPr/>
            </p:nvPicPr>
            <p:blipFill>
              <a:blip r:embed="rId4"/>
              <a:stretch>
                <a:fillRect/>
              </a:stretch>
            </p:blipFill>
            <p:spPr>
              <a:xfrm>
                <a:off x="1449000" y="4819320"/>
                <a:ext cx="6616800" cy="136080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B3E68F-D488-8371-8FBD-B81257554F15}"/>
              </a:ext>
            </a:extLst>
          </p:cNvPr>
          <p:cNvSpPr>
            <a:spLocks noGrp="1"/>
          </p:cNvSpPr>
          <p:nvPr>
            <p:ph sz="quarter" idx="10"/>
          </p:nvPr>
        </p:nvSpPr>
        <p:spPr/>
        <p:txBody>
          <a:bodyPr/>
          <a:lstStyle/>
          <a:p>
            <a:pPr>
              <a:defRPr/>
            </a:pPr>
            <a:r>
              <a:rPr lang="en-US" dirty="0"/>
              <a:t>WBS</a:t>
            </a:r>
          </a:p>
        </p:txBody>
      </p:sp>
      <p:pic>
        <p:nvPicPr>
          <p:cNvPr id="22531" name="Picture 2" descr="3.1. Five reasons to use the WBS&#10;The WBS facilitates the&#10;process of formally accepting&#10;completed deliverables&#10;The WBS prov...">
            <a:extLst>
              <a:ext uri="{FF2B5EF4-FFF2-40B4-BE49-F238E27FC236}">
                <a16:creationId xmlns:a16="http://schemas.microsoft.com/office/drawing/2014/main" id="{5FDC0030-0016-8DAE-6428-9A176C17139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 y="1603375"/>
            <a:ext cx="8763000" cy="4873625"/>
          </a:xfr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F8BA8B-80B8-D174-091C-648F8A48EB42}"/>
              </a:ext>
            </a:extLst>
          </p:cNvPr>
          <p:cNvSpPr>
            <a:spLocks noGrp="1"/>
          </p:cNvSpPr>
          <p:nvPr>
            <p:ph sz="quarter" idx="10"/>
          </p:nvPr>
        </p:nvSpPr>
        <p:spPr/>
        <p:txBody>
          <a:bodyPr/>
          <a:lstStyle/>
          <a:p>
            <a:pPr>
              <a:defRPr/>
            </a:pPr>
            <a:r>
              <a:rPr lang="en-US" dirty="0"/>
              <a:t>WBS</a:t>
            </a:r>
            <a:endParaRPr lang="en-IN" dirty="0"/>
          </a:p>
        </p:txBody>
      </p:sp>
      <p:pic>
        <p:nvPicPr>
          <p:cNvPr id="23555" name="Picture 2" descr="3.1. Five reasons to use the WBS&#10;1. Bike&#10;1.1. Frame&#10;Set&#10;1.2. Crank Set 1.3.Wheels&#10;1.3.1. Front&#10;Wheel&#10;1.3.2. Rear&#10;Wheel&#10;1.4...">
            <a:extLst>
              <a:ext uri="{FF2B5EF4-FFF2-40B4-BE49-F238E27FC236}">
                <a16:creationId xmlns:a16="http://schemas.microsoft.com/office/drawing/2014/main" id="{702A6718-984E-5CFA-437E-14BF8CD32FA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 y="1603375"/>
            <a:ext cx="8763000" cy="4949825"/>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3D9EAA17-529B-ED6A-8696-C73E9BA71BEA}"/>
                  </a:ext>
                </a:extLst>
              </p14:cNvPr>
              <p14:cNvContentPartPr/>
              <p14:nvPr/>
            </p14:nvContentPartPr>
            <p14:xfrm>
              <a:off x="3402720" y="3669480"/>
              <a:ext cx="2465640" cy="2154600"/>
            </p14:xfrm>
          </p:contentPart>
        </mc:Choice>
        <mc:Fallback>
          <p:pic>
            <p:nvPicPr>
              <p:cNvPr id="2" name="Ink 1">
                <a:extLst>
                  <a:ext uri="{FF2B5EF4-FFF2-40B4-BE49-F238E27FC236}">
                    <a16:creationId xmlns:a16="http://schemas.microsoft.com/office/drawing/2014/main" id="{3D9EAA17-529B-ED6A-8696-C73E9BA71BEA}"/>
                  </a:ext>
                </a:extLst>
              </p:cNvPr>
              <p:cNvPicPr/>
              <p:nvPr/>
            </p:nvPicPr>
            <p:blipFill>
              <a:blip r:embed="rId4"/>
              <a:stretch>
                <a:fillRect/>
              </a:stretch>
            </p:blipFill>
            <p:spPr>
              <a:xfrm>
                <a:off x="3393360" y="3660120"/>
                <a:ext cx="2484360" cy="217332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1">
            <a:extLst>
              <a:ext uri="{FF2B5EF4-FFF2-40B4-BE49-F238E27FC236}">
                <a16:creationId xmlns:a16="http://schemas.microsoft.com/office/drawing/2014/main" id="{BFFF6D87-069F-3747-40AE-A7E6048CCD80}"/>
              </a:ext>
            </a:extLst>
          </p:cNvPr>
          <p:cNvSpPr>
            <a:spLocks noGrp="1"/>
          </p:cNvSpPr>
          <p:nvPr>
            <p:ph idx="1"/>
          </p:nvPr>
        </p:nvSpPr>
        <p:spPr>
          <a:xfrm>
            <a:off x="304800" y="1493838"/>
            <a:ext cx="8229600" cy="4525962"/>
          </a:xfrm>
        </p:spPr>
        <p:txBody>
          <a:bodyPr/>
          <a:lstStyle/>
          <a:p>
            <a:pPr algn="just" fontAlgn="base">
              <a:spcAft>
                <a:spcPct val="0"/>
              </a:spcAft>
            </a:pPr>
            <a:r>
              <a:rPr lang="en-US" altLang="en-US"/>
              <a:t>To start out, the project manager and subject matter experts determine the main deliverables for the project. Once this is completed, they start decomposing the deliverables they have identified, breaking them down to successively smaller chunks of work.</a:t>
            </a:r>
          </a:p>
          <a:p>
            <a:pPr algn="just" fontAlgn="base">
              <a:spcAft>
                <a:spcPct val="0"/>
              </a:spcAft>
            </a:pPr>
            <a:r>
              <a:rPr lang="en-US" altLang="en-US"/>
              <a:t>"How small?" you may ask. That varies with project type and management style, but some sort of predetermined “rule" should govern the size and scope of the smallest chunks of work. There could be a two weeks rule, where nothing is broken down any smaller than it would take two weeks to complete. </a:t>
            </a:r>
          </a:p>
          <a:p>
            <a:pPr algn="just" fontAlgn="base">
              <a:spcAft>
                <a:spcPct val="0"/>
              </a:spcAft>
            </a:pPr>
            <a:r>
              <a:rPr lang="en-US" altLang="en-US"/>
              <a:t>You can also use the </a:t>
            </a:r>
            <a:r>
              <a:rPr lang="en-US" altLang="en-US">
                <a:solidFill>
                  <a:srgbClr val="FF0000"/>
                </a:solidFill>
              </a:rPr>
              <a:t>8/80 rule</a:t>
            </a:r>
            <a:r>
              <a:rPr lang="en-US" altLang="en-US"/>
              <a:t>, where no chunk would take less than 8 hours or longer than 80 hours to complete. </a:t>
            </a:r>
          </a:p>
        </p:txBody>
      </p:sp>
      <p:sp>
        <p:nvSpPr>
          <p:cNvPr id="3" name="Content Placeholder 2">
            <a:extLst>
              <a:ext uri="{FF2B5EF4-FFF2-40B4-BE49-F238E27FC236}">
                <a16:creationId xmlns:a16="http://schemas.microsoft.com/office/drawing/2014/main" id="{6B9A02DE-205D-FFE5-1651-119520BA5373}"/>
              </a:ext>
            </a:extLst>
          </p:cNvPr>
          <p:cNvSpPr>
            <a:spLocks noGrp="1"/>
          </p:cNvSpPr>
          <p:nvPr>
            <p:ph sz="quarter" idx="10"/>
          </p:nvPr>
        </p:nvSpPr>
        <p:spPr/>
        <p:txBody>
          <a:bodyPr>
            <a:normAutofit fontScale="70000" lnSpcReduction="20000"/>
          </a:bodyPr>
          <a:lstStyle/>
          <a:p>
            <a:pPr>
              <a:defRPr/>
            </a:pPr>
            <a:endParaRPr lang="en-US" dirty="0"/>
          </a:p>
          <a:p>
            <a:pPr>
              <a:defRPr/>
            </a:pPr>
            <a:r>
              <a:rPr lang="en-US" dirty="0"/>
              <a:t>Constructing a Work Breakdown Structure</a:t>
            </a:r>
          </a:p>
          <a:p>
            <a:pPr>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9768F77B-8A6A-0E07-3564-CBEA215C516F}"/>
                  </a:ext>
                </a:extLst>
              </p14:cNvPr>
              <p14:cNvContentPartPr/>
              <p14:nvPr/>
            </p14:nvContentPartPr>
            <p14:xfrm>
              <a:off x="3223800" y="6078960"/>
              <a:ext cx="1001160" cy="29880"/>
            </p14:xfrm>
          </p:contentPart>
        </mc:Choice>
        <mc:Fallback>
          <p:pic>
            <p:nvPicPr>
              <p:cNvPr id="2" name="Ink 1">
                <a:extLst>
                  <a:ext uri="{FF2B5EF4-FFF2-40B4-BE49-F238E27FC236}">
                    <a16:creationId xmlns:a16="http://schemas.microsoft.com/office/drawing/2014/main" id="{9768F77B-8A6A-0E07-3564-CBEA215C516F}"/>
                  </a:ext>
                </a:extLst>
              </p:cNvPr>
              <p:cNvPicPr/>
              <p:nvPr/>
            </p:nvPicPr>
            <p:blipFill>
              <a:blip r:embed="rId3"/>
              <a:stretch>
                <a:fillRect/>
              </a:stretch>
            </p:blipFill>
            <p:spPr>
              <a:xfrm>
                <a:off x="3214440" y="6069600"/>
                <a:ext cx="1019880" cy="4860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1">
            <a:extLst>
              <a:ext uri="{FF2B5EF4-FFF2-40B4-BE49-F238E27FC236}">
                <a16:creationId xmlns:a16="http://schemas.microsoft.com/office/drawing/2014/main" id="{99A2E20E-D26D-613A-2563-CE336E2796E4}"/>
              </a:ext>
            </a:extLst>
          </p:cNvPr>
          <p:cNvSpPr>
            <a:spLocks noGrp="1"/>
          </p:cNvSpPr>
          <p:nvPr>
            <p:ph idx="1"/>
          </p:nvPr>
        </p:nvSpPr>
        <p:spPr>
          <a:xfrm>
            <a:off x="304800" y="1493838"/>
            <a:ext cx="8229600" cy="4525962"/>
          </a:xfrm>
        </p:spPr>
        <p:txBody>
          <a:bodyPr/>
          <a:lstStyle/>
          <a:p>
            <a:pPr algn="just" fontAlgn="base">
              <a:spcAft>
                <a:spcPct val="0"/>
              </a:spcAft>
            </a:pPr>
            <a:r>
              <a:rPr lang="en-US" altLang="en-US"/>
              <a:t>Regarding the format for WBS design, some people create tables or lists for their work breakdown structures, but most use graphics to display the project components as a hierarchical tree structure or diagram. </a:t>
            </a:r>
          </a:p>
        </p:txBody>
      </p:sp>
      <p:sp>
        <p:nvSpPr>
          <p:cNvPr id="3" name="Content Placeholder 2">
            <a:extLst>
              <a:ext uri="{FF2B5EF4-FFF2-40B4-BE49-F238E27FC236}">
                <a16:creationId xmlns:a16="http://schemas.microsoft.com/office/drawing/2014/main" id="{8D8BE7D5-2933-1C34-50F2-8157562E1F5D}"/>
              </a:ext>
            </a:extLst>
          </p:cNvPr>
          <p:cNvSpPr>
            <a:spLocks noGrp="1"/>
          </p:cNvSpPr>
          <p:nvPr>
            <p:ph sz="quarter" idx="10"/>
          </p:nvPr>
        </p:nvSpPr>
        <p:spPr/>
        <p:txBody>
          <a:bodyPr/>
          <a:lstStyle/>
          <a:p>
            <a:pPr>
              <a:defRPr/>
            </a:pPr>
            <a:r>
              <a:rPr lang="en-US" dirty="0"/>
              <a:t>Format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1">
            <a:extLst>
              <a:ext uri="{FF2B5EF4-FFF2-40B4-BE49-F238E27FC236}">
                <a16:creationId xmlns:a16="http://schemas.microsoft.com/office/drawing/2014/main" id="{86AA7751-34C1-231C-2E44-C3E9672FDD95}"/>
              </a:ext>
            </a:extLst>
          </p:cNvPr>
          <p:cNvSpPr>
            <a:spLocks noGrp="1"/>
          </p:cNvSpPr>
          <p:nvPr>
            <p:ph idx="1"/>
          </p:nvPr>
        </p:nvSpPr>
        <p:spPr>
          <a:xfrm>
            <a:off x="304800" y="1493838"/>
            <a:ext cx="8229600" cy="4525962"/>
          </a:xfrm>
        </p:spPr>
        <p:txBody>
          <a:bodyPr/>
          <a:lstStyle/>
          <a:p>
            <a:pPr algn="just" fontAlgn="base">
              <a:spcAft>
                <a:spcPct val="0"/>
              </a:spcAft>
            </a:pPr>
            <a:r>
              <a:rPr lang="en-US" altLang="en-US"/>
              <a:t>A WBS diagram expresses the </a:t>
            </a:r>
            <a:r>
              <a:rPr lang="en-US" altLang="en-US">
                <a:hlinkClick r:id="rId2"/>
              </a:rPr>
              <a:t>project scope</a:t>
            </a:r>
            <a:r>
              <a:rPr lang="en-US" altLang="en-US"/>
              <a:t> in simple graphic terms. The diagram starts with a single box or other graphic at the top to represent the entire project. The project is then divided into main, or disparate, components, with related activities </a:t>
            </a:r>
            <a:r>
              <a:rPr lang="en-US" altLang="en-US" i="1"/>
              <a:t>(or elements)</a:t>
            </a:r>
            <a:r>
              <a:rPr lang="en-US" altLang="en-US"/>
              <a:t> listed under them. Generally, the upper components are the deliverables and the lower level elements are the activities that create the deliverables.</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00B69D69-80A2-2A61-8D11-2625D15198D3}"/>
              </a:ext>
            </a:extLst>
          </p:cNvPr>
          <p:cNvSpPr>
            <a:spLocks noGrp="1"/>
          </p:cNvSpPr>
          <p:nvPr>
            <p:ph sz="quarter" idx="10"/>
          </p:nvPr>
        </p:nvSpPr>
        <p:spPr/>
        <p:txBody>
          <a:bodyPr>
            <a:normAutofit fontScale="62500" lnSpcReduction="20000"/>
          </a:bodyPr>
          <a:lstStyle/>
          <a:p>
            <a:pPr>
              <a:defRPr/>
            </a:pPr>
            <a:endParaRPr lang="en-US" dirty="0"/>
          </a:p>
          <a:p>
            <a:pPr>
              <a:defRPr/>
            </a:pPr>
            <a:r>
              <a:rPr lang="en-US" dirty="0"/>
              <a:t>What is a Work Breakdown Structure Diagram?</a:t>
            </a:r>
          </a:p>
          <a:p>
            <a:pPr>
              <a:defRPr/>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1">
            <a:extLst>
              <a:ext uri="{FF2B5EF4-FFF2-40B4-BE49-F238E27FC236}">
                <a16:creationId xmlns:a16="http://schemas.microsoft.com/office/drawing/2014/main" id="{F833ECA6-F13F-A700-BBFD-C22CA56B765D}"/>
              </a:ext>
            </a:extLst>
          </p:cNvPr>
          <p:cNvSpPr>
            <a:spLocks noGrp="1"/>
          </p:cNvSpPr>
          <p:nvPr>
            <p:ph idx="1"/>
          </p:nvPr>
        </p:nvSpPr>
        <p:spPr>
          <a:xfrm>
            <a:off x="304800" y="1493838"/>
            <a:ext cx="8229600" cy="4525962"/>
          </a:xfrm>
        </p:spPr>
        <p:txBody>
          <a:bodyPr/>
          <a:lstStyle/>
          <a:p>
            <a:pPr algn="just" fontAlgn="base">
              <a:spcAft>
                <a:spcPct val="0"/>
              </a:spcAft>
              <a:defRPr/>
            </a:pPr>
            <a:r>
              <a:rPr lang="en-US" altLang="en-US" dirty="0"/>
              <a:t>This is a checklist to use when reviewing the quality of a Work Breakdown Structure. </a:t>
            </a:r>
          </a:p>
          <a:p>
            <a:pPr algn="just" fontAlgn="base">
              <a:spcAft>
                <a:spcPct val="0"/>
              </a:spcAft>
              <a:buFont typeface="Arial" pitchFamily="34" charset="0"/>
              <a:buChar char="•"/>
              <a:defRPr/>
            </a:pPr>
            <a:r>
              <a:rPr lang="en-US" altLang="en-US" dirty="0"/>
              <a:t>Does it define 100% of the work that will be produced by the project? </a:t>
            </a:r>
          </a:p>
          <a:p>
            <a:pPr algn="just" fontAlgn="base">
              <a:spcAft>
                <a:spcPct val="0"/>
              </a:spcAft>
              <a:buFont typeface="Arial" pitchFamily="34" charset="0"/>
              <a:buChar char="•"/>
              <a:defRPr/>
            </a:pPr>
            <a:r>
              <a:rPr lang="en-US" altLang="en-US" dirty="0"/>
              <a:t>Does each element represent a deliverable? </a:t>
            </a:r>
          </a:p>
          <a:p>
            <a:pPr algn="just" fontAlgn="base">
              <a:spcAft>
                <a:spcPct val="0"/>
              </a:spcAft>
              <a:buFont typeface="Arial" pitchFamily="34" charset="0"/>
              <a:buChar char="•"/>
              <a:defRPr/>
            </a:pPr>
            <a:r>
              <a:rPr lang="en-US" altLang="en-US" dirty="0"/>
              <a:t>Does it use a coding structure so that each element has a unique ID that shows its place in the hierarchy e.g. 1.1, 1.2, 1.1.1, 1.1.2? </a:t>
            </a:r>
          </a:p>
          <a:p>
            <a:pPr algn="just" fontAlgn="base">
              <a:spcAft>
                <a:spcPct val="0"/>
              </a:spcAft>
              <a:buFont typeface="Arial" pitchFamily="34" charset="0"/>
              <a:buChar char="•"/>
              <a:defRPr/>
            </a:pPr>
            <a:r>
              <a:rPr lang="en-US" altLang="en-US" dirty="0"/>
              <a:t>Will project stakeholders be able to understand the project scope from the WBS? </a:t>
            </a:r>
          </a:p>
          <a:p>
            <a:pPr algn="just" fontAlgn="base">
              <a:spcAft>
                <a:spcPct val="0"/>
              </a:spcAft>
              <a:buFont typeface="Arial" pitchFamily="34" charset="0"/>
              <a:buChar char="•"/>
              <a:defRPr/>
            </a:pPr>
            <a:r>
              <a:rPr lang="en-US" altLang="en-US" dirty="0"/>
              <a:t>Does it capture all external and internal deliverables including project management deliverables? </a:t>
            </a:r>
          </a:p>
          <a:p>
            <a:pPr marL="0" indent="0" algn="just" fontAlgn="base">
              <a:spcAft>
                <a:spcPct val="0"/>
              </a:spcAft>
              <a:defRPr/>
            </a:pPr>
            <a:br>
              <a:rPr lang="en-US" altLang="en-US" dirty="0"/>
            </a:br>
            <a:endParaRPr lang="en-US" altLang="en-US" dirty="0"/>
          </a:p>
        </p:txBody>
      </p:sp>
      <p:sp>
        <p:nvSpPr>
          <p:cNvPr id="3" name="Content Placeholder 2">
            <a:extLst>
              <a:ext uri="{FF2B5EF4-FFF2-40B4-BE49-F238E27FC236}">
                <a16:creationId xmlns:a16="http://schemas.microsoft.com/office/drawing/2014/main" id="{B81C3458-C272-6D1F-0AD5-9EEEA353D46B}"/>
              </a:ext>
            </a:extLst>
          </p:cNvPr>
          <p:cNvSpPr>
            <a:spLocks noGrp="1"/>
          </p:cNvSpPr>
          <p:nvPr>
            <p:ph sz="quarter" idx="10"/>
          </p:nvPr>
        </p:nvSpPr>
        <p:spPr/>
        <p:txBody>
          <a:bodyPr/>
          <a:lstStyle/>
          <a:p>
            <a:pPr>
              <a:defRPr/>
            </a:pPr>
            <a:r>
              <a:rPr lang="en-US" dirty="0"/>
              <a:t>WBS Checklist</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A57F49E6-FEC1-37DA-B33F-DE462AEA594A}"/>
                  </a:ext>
                </a:extLst>
              </p14:cNvPr>
              <p14:cNvContentPartPr/>
              <p14:nvPr/>
            </p14:nvContentPartPr>
            <p14:xfrm>
              <a:off x="1553040" y="882720"/>
              <a:ext cx="2036880" cy="1869840"/>
            </p14:xfrm>
          </p:contentPart>
        </mc:Choice>
        <mc:Fallback>
          <p:pic>
            <p:nvPicPr>
              <p:cNvPr id="2" name="Ink 1">
                <a:extLst>
                  <a:ext uri="{FF2B5EF4-FFF2-40B4-BE49-F238E27FC236}">
                    <a16:creationId xmlns:a16="http://schemas.microsoft.com/office/drawing/2014/main" id="{A57F49E6-FEC1-37DA-B33F-DE462AEA594A}"/>
                  </a:ext>
                </a:extLst>
              </p:cNvPr>
              <p:cNvPicPr/>
              <p:nvPr/>
            </p:nvPicPr>
            <p:blipFill>
              <a:blip r:embed="rId3"/>
              <a:stretch>
                <a:fillRect/>
              </a:stretch>
            </p:blipFill>
            <p:spPr>
              <a:xfrm>
                <a:off x="1543680" y="873360"/>
                <a:ext cx="2055600" cy="188856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1">
            <a:extLst>
              <a:ext uri="{FF2B5EF4-FFF2-40B4-BE49-F238E27FC236}">
                <a16:creationId xmlns:a16="http://schemas.microsoft.com/office/drawing/2014/main" id="{1DDA3C14-9BCD-35C6-3E0F-CCF0A34BA408}"/>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Does each level represent 100% of the work required to deliver the parent level? </a:t>
            </a:r>
          </a:p>
          <a:p>
            <a:pPr algn="just" fontAlgn="base">
              <a:spcAft>
                <a:spcPct val="0"/>
              </a:spcAft>
              <a:buFont typeface="Arial" pitchFamily="34" charset="0"/>
              <a:buChar char="•"/>
            </a:pPr>
            <a:r>
              <a:rPr lang="en-US" altLang="en-US"/>
              <a:t>Is the decomposition sufficient that the tasks required to deliver each work package can easily be identified? </a:t>
            </a:r>
          </a:p>
          <a:p>
            <a:pPr algn="just" fontAlgn="base">
              <a:spcAft>
                <a:spcPct val="0"/>
              </a:spcAft>
              <a:buFont typeface="Arial" pitchFamily="34" charset="0"/>
              <a:buChar char="•"/>
            </a:pPr>
            <a:r>
              <a:rPr lang="en-US" altLang="en-US"/>
              <a:t>Is it in the format that gives a clear graphical, textual or tabular breakdown of the project scope? </a:t>
            </a:r>
          </a:p>
          <a:p>
            <a:pPr algn="just" fontAlgn="base">
              <a:spcAft>
                <a:spcPct val="0"/>
              </a:spcAft>
              <a:buFont typeface="Arial" pitchFamily="34" charset="0"/>
              <a:buChar char="•"/>
            </a:pPr>
            <a:r>
              <a:rPr lang="en-US" altLang="en-US"/>
              <a:t>Is a hierarchical structure used? </a:t>
            </a:r>
          </a:p>
          <a:p>
            <a:pPr algn="just" fontAlgn="base">
              <a:spcAft>
                <a:spcPct val="0"/>
              </a:spcAft>
              <a:buFont typeface="Arial" pitchFamily="34" charset="0"/>
              <a:buChar char="•"/>
            </a:pPr>
            <a:r>
              <a:rPr lang="en-US" altLang="en-US"/>
              <a:t>Does it have at least two levels with at least one level of decomposition? </a:t>
            </a:r>
          </a:p>
          <a:p>
            <a:pPr algn="just" fontAlgn="base">
              <a:spcAft>
                <a:spcPct val="0"/>
              </a:spcAft>
              <a:buFont typeface="Arial" pitchFamily="34" charset="0"/>
              <a:buChar char="•"/>
            </a:pPr>
            <a:r>
              <a:rPr lang="en-US" altLang="en-US"/>
              <a:t>Was it created by those who will be performing the work? </a:t>
            </a:r>
          </a:p>
          <a:p>
            <a:pPr algn="just" fontAlgn="base">
              <a:spcAft>
                <a:spcPct val="0"/>
              </a:spcAft>
              <a:buFont typeface="Arial" pitchFamily="34" charset="0"/>
              <a:buChar char="•"/>
            </a:pPr>
            <a:r>
              <a:rPr lang="en-US" altLang="en-US"/>
              <a:t>Is it being regularly updated as project changes are approved? </a:t>
            </a:r>
          </a:p>
        </p:txBody>
      </p:sp>
      <p:sp>
        <p:nvSpPr>
          <p:cNvPr id="3" name="Content Placeholder 2">
            <a:extLst>
              <a:ext uri="{FF2B5EF4-FFF2-40B4-BE49-F238E27FC236}">
                <a16:creationId xmlns:a16="http://schemas.microsoft.com/office/drawing/2014/main" id="{3B9E4D0B-D01C-970D-770B-DBFDCCF8FD7C}"/>
              </a:ext>
            </a:extLst>
          </p:cNvPr>
          <p:cNvSpPr>
            <a:spLocks noGrp="1"/>
          </p:cNvSpPr>
          <p:nvPr>
            <p:ph sz="quarter" idx="10"/>
          </p:nvPr>
        </p:nvSpPr>
        <p:spPr/>
        <p:txBody>
          <a:bodyPr/>
          <a:lstStyle/>
          <a:p>
            <a:pPr>
              <a:defRPr/>
            </a:pPr>
            <a:r>
              <a:rPr lang="en-US" dirty="0"/>
              <a:t>WBS Checklist</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1D117ED-B7C6-4EEB-506E-3D02CD57837B}"/>
                  </a:ext>
                </a:extLst>
              </p14:cNvPr>
              <p14:cNvContentPartPr/>
              <p14:nvPr/>
            </p14:nvContentPartPr>
            <p14:xfrm>
              <a:off x="1800000" y="2225160"/>
              <a:ext cx="1022760" cy="2142000"/>
            </p14:xfrm>
          </p:contentPart>
        </mc:Choice>
        <mc:Fallback>
          <p:pic>
            <p:nvPicPr>
              <p:cNvPr id="2" name="Ink 1">
                <a:extLst>
                  <a:ext uri="{FF2B5EF4-FFF2-40B4-BE49-F238E27FC236}">
                    <a16:creationId xmlns:a16="http://schemas.microsoft.com/office/drawing/2014/main" id="{51D117ED-B7C6-4EEB-506E-3D02CD57837B}"/>
                  </a:ext>
                </a:extLst>
              </p:cNvPr>
              <p:cNvPicPr/>
              <p:nvPr/>
            </p:nvPicPr>
            <p:blipFill>
              <a:blip r:embed="rId3"/>
              <a:stretch>
                <a:fillRect/>
              </a:stretch>
            </p:blipFill>
            <p:spPr>
              <a:xfrm>
                <a:off x="1790640" y="2215800"/>
                <a:ext cx="1041480" cy="216072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1">
            <a:extLst>
              <a:ext uri="{FF2B5EF4-FFF2-40B4-BE49-F238E27FC236}">
                <a16:creationId xmlns:a16="http://schemas.microsoft.com/office/drawing/2014/main" id="{32EBB5E6-B39F-38E2-53D6-43D51469120B}"/>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Can you identify one person who is accountable for each work package? </a:t>
            </a:r>
          </a:p>
          <a:p>
            <a:pPr algn="just" fontAlgn="base">
              <a:spcAft>
                <a:spcPct val="0"/>
              </a:spcAft>
              <a:buFont typeface="Arial" pitchFamily="34" charset="0"/>
              <a:buChar char="•"/>
            </a:pPr>
            <a:r>
              <a:rPr lang="en-US" altLang="en-US"/>
              <a:t>Can you clearly define the acceptance criteria for each work package? </a:t>
            </a:r>
          </a:p>
          <a:p>
            <a:pPr algn="just" fontAlgn="base">
              <a:spcAft>
                <a:spcPct val="0"/>
              </a:spcAft>
              <a:buFont typeface="Arial" pitchFamily="34" charset="0"/>
              <a:buChar char="•"/>
            </a:pPr>
            <a:r>
              <a:rPr lang="en-US" altLang="en-US"/>
              <a:t>Does it allow you to estimate costs accurately? </a:t>
            </a:r>
          </a:p>
          <a:p>
            <a:pPr algn="just" fontAlgn="base">
              <a:spcAft>
                <a:spcPct val="0"/>
              </a:spcAft>
              <a:buFont typeface="Arial" pitchFamily="34" charset="0"/>
              <a:buChar char="•"/>
            </a:pPr>
            <a:r>
              <a:rPr lang="en-US" altLang="en-US"/>
              <a:t>Does the WBS have logical summary elements that can be used in tracking progress and performance? </a:t>
            </a:r>
          </a:p>
          <a:p>
            <a:pPr algn="just" fontAlgn="base">
              <a:spcAft>
                <a:spcPct val="0"/>
              </a:spcAft>
              <a:buFont typeface="Arial" pitchFamily="34" charset="0"/>
              <a:buChar char="•"/>
            </a:pPr>
            <a:r>
              <a:rPr lang="en-US" altLang="en-US"/>
              <a:t>Does the WBS provide sufficient detail to create an Organizational Breakdown Structure and Resource Assignment Matrix? </a:t>
            </a:r>
          </a:p>
          <a:p>
            <a:pPr algn="just" fontAlgn="base">
              <a:spcAft>
                <a:spcPct val="0"/>
              </a:spcAft>
              <a:buFont typeface="Arial" pitchFamily="34" charset="0"/>
              <a:buChar char="•"/>
            </a:pPr>
            <a:r>
              <a:rPr lang="en-US" altLang="en-US"/>
              <a:t>Is there an alignment between the WBS and project accounting structures? </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8D7DD8FB-2E3F-B5D6-392F-9F6E2FAB28E8}"/>
              </a:ext>
            </a:extLst>
          </p:cNvPr>
          <p:cNvSpPr>
            <a:spLocks noGrp="1"/>
          </p:cNvSpPr>
          <p:nvPr>
            <p:ph sz="quarter" idx="10"/>
          </p:nvPr>
        </p:nvSpPr>
        <p:spPr/>
        <p:txBody>
          <a:bodyPr/>
          <a:lstStyle/>
          <a:p>
            <a:pPr>
              <a:defRPr/>
            </a:pPr>
            <a:r>
              <a:rPr lang="en-US" dirty="0"/>
              <a:t>WBS Checklist</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56F4CB4-58DD-82F8-C491-5C8B5EB2B80A}"/>
                  </a:ext>
                </a:extLst>
              </p14:cNvPr>
              <p14:cNvContentPartPr/>
              <p14:nvPr/>
            </p14:nvContentPartPr>
            <p14:xfrm>
              <a:off x="1416240" y="541440"/>
              <a:ext cx="5284800" cy="4590000"/>
            </p14:xfrm>
          </p:contentPart>
        </mc:Choice>
        <mc:Fallback>
          <p:pic>
            <p:nvPicPr>
              <p:cNvPr id="2" name="Ink 1">
                <a:extLst>
                  <a:ext uri="{FF2B5EF4-FFF2-40B4-BE49-F238E27FC236}">
                    <a16:creationId xmlns:a16="http://schemas.microsoft.com/office/drawing/2014/main" id="{556F4CB4-58DD-82F8-C491-5C8B5EB2B80A}"/>
                  </a:ext>
                </a:extLst>
              </p:cNvPr>
              <p:cNvPicPr/>
              <p:nvPr/>
            </p:nvPicPr>
            <p:blipFill>
              <a:blip r:embed="rId3"/>
              <a:stretch>
                <a:fillRect/>
              </a:stretch>
            </p:blipFill>
            <p:spPr>
              <a:xfrm>
                <a:off x="1406880" y="532080"/>
                <a:ext cx="5303520" cy="460872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1">
            <a:extLst>
              <a:ext uri="{FF2B5EF4-FFF2-40B4-BE49-F238E27FC236}">
                <a16:creationId xmlns:a16="http://schemas.microsoft.com/office/drawing/2014/main" id="{40C5E714-76DF-D671-ABCE-B5E7BE866F61}"/>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Is the WBS sufficient to support reporting at a team, project, program and portfolio level? </a:t>
            </a:r>
          </a:p>
          <a:p>
            <a:pPr algn="just" fontAlgn="base">
              <a:spcAft>
                <a:spcPct val="0"/>
              </a:spcAft>
              <a:buFont typeface="Arial" pitchFamily="34" charset="0"/>
              <a:buChar char="•"/>
            </a:pPr>
            <a:r>
              <a:rPr lang="en-US" altLang="en-US"/>
              <a:t>Does the WBS align with the size and complexity of the project? </a:t>
            </a:r>
          </a:p>
          <a:p>
            <a:pPr algn="just" fontAlgn="base">
              <a:spcAft>
                <a:spcPct val="0"/>
              </a:spcAft>
              <a:buFont typeface="Arial" pitchFamily="34" charset="0"/>
              <a:buChar char="•"/>
            </a:pPr>
            <a:r>
              <a:rPr lang="en-US" altLang="en-US"/>
              <a:t>Is it sufficiently detailed to support planning and control, but not so detailed as to become cumbersome?</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DC769802-5863-790D-83F5-55BB2F0B8627}"/>
              </a:ext>
            </a:extLst>
          </p:cNvPr>
          <p:cNvSpPr>
            <a:spLocks noGrp="1"/>
          </p:cNvSpPr>
          <p:nvPr>
            <p:ph sz="quarter" idx="10"/>
          </p:nvPr>
        </p:nvSpPr>
        <p:spPr/>
        <p:txBody>
          <a:bodyPr/>
          <a:lstStyle/>
          <a:p>
            <a:pPr>
              <a:defRPr/>
            </a:pPr>
            <a:r>
              <a:rPr lang="en-US" dirty="0"/>
              <a:t>WBS Checklist</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062F8F08-2C61-F4A7-A1DB-C6520127265A}"/>
                  </a:ext>
                </a:extLst>
              </p14:cNvPr>
              <p14:cNvContentPartPr/>
              <p14:nvPr/>
            </p14:nvContentPartPr>
            <p14:xfrm>
              <a:off x="2507040" y="3479400"/>
              <a:ext cx="4662000" cy="2970720"/>
            </p14:xfrm>
          </p:contentPart>
        </mc:Choice>
        <mc:Fallback>
          <p:pic>
            <p:nvPicPr>
              <p:cNvPr id="2" name="Ink 1">
                <a:extLst>
                  <a:ext uri="{FF2B5EF4-FFF2-40B4-BE49-F238E27FC236}">
                    <a16:creationId xmlns:a16="http://schemas.microsoft.com/office/drawing/2014/main" id="{062F8F08-2C61-F4A7-A1DB-C6520127265A}"/>
                  </a:ext>
                </a:extLst>
              </p:cNvPr>
              <p:cNvPicPr/>
              <p:nvPr/>
            </p:nvPicPr>
            <p:blipFill>
              <a:blip r:embed="rId3"/>
              <a:stretch>
                <a:fillRect/>
              </a:stretch>
            </p:blipFill>
            <p:spPr>
              <a:xfrm>
                <a:off x="2497680" y="3470040"/>
                <a:ext cx="4680720" cy="298944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EC5210-F88A-0BF3-D847-4DE843AF10E0}"/>
              </a:ext>
            </a:extLst>
          </p:cNvPr>
          <p:cNvSpPr>
            <a:spLocks noGrp="1"/>
          </p:cNvSpPr>
          <p:nvPr>
            <p:ph sz="quarter" idx="10"/>
          </p:nvPr>
        </p:nvSpPr>
        <p:spPr/>
        <p:txBody>
          <a:bodyPr/>
          <a:lstStyle/>
          <a:p>
            <a:pPr>
              <a:defRPr/>
            </a:pPr>
            <a:r>
              <a:rPr lang="en-US" dirty="0"/>
              <a:t>WBS</a:t>
            </a:r>
            <a:endParaRPr lang="en-IN" dirty="0"/>
          </a:p>
        </p:txBody>
      </p:sp>
      <p:pic>
        <p:nvPicPr>
          <p:cNvPr id="31747" name="Picture 2" descr="2.2. The WBS Quality Principles&#10;Deliverable-oriented and&#10;contains 100% of the work&#10;Core&#10;Characteristics&#10;Use-related&#10;Charac...">
            <a:extLst>
              <a:ext uri="{FF2B5EF4-FFF2-40B4-BE49-F238E27FC236}">
                <a16:creationId xmlns:a16="http://schemas.microsoft.com/office/drawing/2014/main" id="{4ADABE57-8A2B-6571-A5A7-811C51BBADB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 y="1603375"/>
            <a:ext cx="8839200" cy="4949825"/>
          </a:xfr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a:extLst>
              <a:ext uri="{FF2B5EF4-FFF2-40B4-BE49-F238E27FC236}">
                <a16:creationId xmlns:a16="http://schemas.microsoft.com/office/drawing/2014/main" id="{58380215-CB05-EEFE-AF75-45BC55DAE837}"/>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The hierarchical structure facilitates evaluation of cost, time and performance at all levels in the organization over the life of the project.</a:t>
            </a:r>
          </a:p>
          <a:p>
            <a:pPr algn="just" fontAlgn="base">
              <a:spcAft>
                <a:spcPct val="0"/>
              </a:spcAft>
              <a:buFont typeface="Arial" pitchFamily="34" charset="0"/>
              <a:buChar char="•"/>
            </a:pPr>
            <a:r>
              <a:rPr lang="en-US" altLang="en-US"/>
              <a:t>The WBS also provides mgmt with info appropriate to each level. Eg. Top mgmt deals with major deliverables, while first-line supervisors deal with smaller sub deliverables and work packages.</a:t>
            </a:r>
          </a:p>
          <a:p>
            <a:pPr algn="just" fontAlgn="base">
              <a:spcAft>
                <a:spcPct val="0"/>
              </a:spcAft>
              <a:buFont typeface="Arial" pitchFamily="34" charset="0"/>
              <a:buChar char="•"/>
            </a:pPr>
            <a:r>
              <a:rPr lang="en-US" altLang="en-US"/>
              <a:t>Each item in the WBS needs a time and cost estimate. The WBS also serves as a framework for tracking cost and work performance.</a:t>
            </a:r>
          </a:p>
          <a:p>
            <a:pPr fontAlgn="base">
              <a:spcAft>
                <a:spcPct val="0"/>
              </a:spcAft>
            </a:pPr>
            <a:endParaRPr lang="en-US" altLang="en-US"/>
          </a:p>
        </p:txBody>
      </p:sp>
      <p:sp>
        <p:nvSpPr>
          <p:cNvPr id="4" name="Content Placeholder 3">
            <a:extLst>
              <a:ext uri="{FF2B5EF4-FFF2-40B4-BE49-F238E27FC236}">
                <a16:creationId xmlns:a16="http://schemas.microsoft.com/office/drawing/2014/main" id="{361F7C0A-3783-8C84-6BC0-03C4B089B51E}"/>
              </a:ext>
            </a:extLst>
          </p:cNvPr>
          <p:cNvSpPr>
            <a:spLocks noGrp="1"/>
          </p:cNvSpPr>
          <p:nvPr>
            <p:ph sz="quarter" idx="10"/>
          </p:nvPr>
        </p:nvSpPr>
        <p:spPr/>
        <p:txBody>
          <a:bodyPr rtlCol="0"/>
          <a:lstStyle/>
          <a:p>
            <a:pPr eaLnBrk="1" fontAlgn="auto" hangingPunct="1">
              <a:spcAft>
                <a:spcPts val="0"/>
              </a:spcAft>
              <a:defRPr/>
            </a:pPr>
            <a:r>
              <a:rPr lang="en-US" dirty="0"/>
              <a:t>How WBS Helps the PM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1">
            <a:extLst>
              <a:ext uri="{FF2B5EF4-FFF2-40B4-BE49-F238E27FC236}">
                <a16:creationId xmlns:a16="http://schemas.microsoft.com/office/drawing/2014/main" id="{9A3131F7-244F-BA73-3E2E-3430714CE5A7}"/>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As the WBS is developed, organizational units and individuals are assigned responsibility for executing work packages. This integrates the work and the organization. This process is sometimes called the organization breakdown structure (OBS).</a:t>
            </a:r>
          </a:p>
          <a:p>
            <a:pPr algn="just" fontAlgn="base">
              <a:spcAft>
                <a:spcPct val="0"/>
              </a:spcAft>
              <a:buFont typeface="Arial" pitchFamily="34" charset="0"/>
              <a:buChar char="•"/>
            </a:pPr>
            <a:r>
              <a:rPr lang="en-US" altLang="en-US"/>
              <a:t>The WBS can also be used to define communication channels and assist in understanding and coordinating many parts of the project.</a:t>
            </a:r>
          </a:p>
          <a:p>
            <a:pPr algn="just" fontAlgn="base">
              <a:spcAft>
                <a:spcPct val="0"/>
              </a:spcAft>
              <a:buFont typeface="Arial" pitchFamily="34" charset="0"/>
              <a:buChar char="•"/>
            </a:pPr>
            <a:r>
              <a:rPr lang="en-US" altLang="en-US"/>
              <a:t>The structure shows the work and organizational units responsible and suggests where written communication should be directed.</a:t>
            </a:r>
          </a:p>
          <a:p>
            <a:pPr algn="just" fontAlgn="base">
              <a:spcAft>
                <a:spcPct val="0"/>
              </a:spcAft>
              <a:buFont typeface="Arial" pitchFamily="34" charset="0"/>
              <a:buChar char="•"/>
            </a:pPr>
            <a:r>
              <a:rPr lang="en-US" altLang="en-US"/>
              <a:t>Problems can be quickly addressed because the structure integrates work and responsibility.</a:t>
            </a:r>
          </a:p>
        </p:txBody>
      </p:sp>
      <p:sp>
        <p:nvSpPr>
          <p:cNvPr id="3" name="Content Placeholder 2">
            <a:extLst>
              <a:ext uri="{FF2B5EF4-FFF2-40B4-BE49-F238E27FC236}">
                <a16:creationId xmlns:a16="http://schemas.microsoft.com/office/drawing/2014/main" id="{64ECD603-C762-EE9B-37D6-A58B1E3B80A0}"/>
              </a:ext>
            </a:extLst>
          </p:cNvPr>
          <p:cNvSpPr>
            <a:spLocks noGrp="1"/>
          </p:cNvSpPr>
          <p:nvPr>
            <p:ph sz="quarter" idx="10"/>
          </p:nvPr>
        </p:nvSpPr>
        <p:spPr/>
        <p:txBody>
          <a:bodyPr/>
          <a:lstStyle/>
          <a:p>
            <a:pPr>
              <a:buFont typeface="Arial" charset="0"/>
              <a:buNone/>
              <a:defRPr/>
            </a:pPr>
            <a:r>
              <a:rPr lang="en-US" dirty="0"/>
              <a:t>How WBS Helps the PM</a:t>
            </a:r>
          </a:p>
          <a:p>
            <a:pPr>
              <a:buFont typeface="Arial" charset="0"/>
              <a:buNone/>
              <a:defRPr/>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2">
            <a:extLst>
              <a:ext uri="{FF2B5EF4-FFF2-40B4-BE49-F238E27FC236}">
                <a16:creationId xmlns:a16="http://schemas.microsoft.com/office/drawing/2014/main" id="{A83BAF9D-18F2-66CE-321A-1F8C8DB96750}"/>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At the top is the project end item.</a:t>
            </a:r>
          </a:p>
          <a:p>
            <a:pPr algn="just" fontAlgn="base">
              <a:spcAft>
                <a:spcPct val="0"/>
              </a:spcAft>
              <a:buFont typeface="Arial" pitchFamily="34" charset="0"/>
              <a:buChar char="•"/>
            </a:pPr>
            <a:r>
              <a:rPr lang="en-US" altLang="en-US"/>
              <a:t>This is broken into major deliverables.</a:t>
            </a:r>
          </a:p>
          <a:p>
            <a:pPr algn="just" fontAlgn="base">
              <a:spcAft>
                <a:spcPct val="0"/>
              </a:spcAft>
              <a:buFont typeface="Arial" pitchFamily="34" charset="0"/>
              <a:buChar char="•"/>
            </a:pPr>
            <a:r>
              <a:rPr lang="en-US" altLang="en-US"/>
              <a:t>Define sub deliverables necessary to accomplish the larger deliverables.</a:t>
            </a:r>
          </a:p>
          <a:p>
            <a:pPr algn="just" fontAlgn="base">
              <a:spcAft>
                <a:spcPct val="0"/>
              </a:spcAft>
              <a:buFont typeface="Arial" pitchFamily="34" charset="0"/>
              <a:buChar char="•"/>
            </a:pPr>
            <a:r>
              <a:rPr lang="en-US" altLang="en-US"/>
              <a:t>Each sub deliverable includes work packages that will be completed by an assigned organizational unit.</a:t>
            </a:r>
          </a:p>
          <a:p>
            <a:pPr algn="just" fontAlgn="base">
              <a:spcAft>
                <a:spcPct val="0"/>
              </a:spcAft>
              <a:buFont typeface="Arial" pitchFamily="34" charset="0"/>
              <a:buChar char="•"/>
            </a:pPr>
            <a:r>
              <a:rPr lang="en-US" altLang="en-US"/>
              <a:t>A sub deliverable includes outcomes of more than one work package from perhaps 2 or 3 departments.</a:t>
            </a:r>
          </a:p>
          <a:p>
            <a:pPr algn="just" fontAlgn="base">
              <a:spcAft>
                <a:spcPct val="0"/>
              </a:spcAft>
              <a:buFont typeface="Arial" pitchFamily="34" charset="0"/>
              <a:buChar char="•"/>
            </a:pPr>
            <a:r>
              <a:rPr lang="en-US" altLang="en-US"/>
              <a:t>The lowest level of the WBS is called a </a:t>
            </a:r>
            <a:r>
              <a:rPr lang="en-US" altLang="en-US" i="1"/>
              <a:t>work package</a:t>
            </a:r>
            <a:r>
              <a:rPr lang="en-US" altLang="en-US"/>
              <a:t>. Work packages are short-duration tasks that have a definite start and stop point, consume resources, and represent cost. Each work package is a control point.</a:t>
            </a:r>
          </a:p>
          <a:p>
            <a:pPr algn="just" fontAlgn="base">
              <a:spcAft>
                <a:spcPct val="0"/>
              </a:spcAft>
              <a:buFont typeface="Arial" pitchFamily="34" charset="0"/>
              <a:buChar char="•"/>
            </a:pPr>
            <a:endParaRPr lang="en-US" altLang="en-US"/>
          </a:p>
          <a:p>
            <a:pPr algn="just" fontAlgn="base">
              <a:spcAft>
                <a:spcPct val="0"/>
              </a:spcAft>
              <a:buFont typeface="Arial" pitchFamily="34" charset="0"/>
              <a:buChar char="•"/>
            </a:pPr>
            <a:endParaRPr lang="en-US" altLang="en-US"/>
          </a:p>
        </p:txBody>
      </p:sp>
      <p:sp>
        <p:nvSpPr>
          <p:cNvPr id="4" name="Content Placeholder 3">
            <a:extLst>
              <a:ext uri="{FF2B5EF4-FFF2-40B4-BE49-F238E27FC236}">
                <a16:creationId xmlns:a16="http://schemas.microsoft.com/office/drawing/2014/main" id="{3F5F9D78-792D-A0D6-40F4-42BC785DC387}"/>
              </a:ext>
            </a:extLst>
          </p:cNvPr>
          <p:cNvSpPr>
            <a:spLocks noGrp="1"/>
          </p:cNvSpPr>
          <p:nvPr>
            <p:ph sz="quarter" idx="10"/>
          </p:nvPr>
        </p:nvSpPr>
        <p:spPr/>
        <p:txBody>
          <a:bodyPr rtlCol="0"/>
          <a:lstStyle/>
          <a:p>
            <a:pPr eaLnBrk="1" fontAlgn="auto" hangingPunct="1">
              <a:spcAft>
                <a:spcPts val="0"/>
              </a:spcAft>
              <a:defRPr/>
            </a:pPr>
            <a:r>
              <a:rPr lang="en-US" dirty="0"/>
              <a:t>WBS Development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a:extLst>
              <a:ext uri="{FF2B5EF4-FFF2-40B4-BE49-F238E27FC236}">
                <a16:creationId xmlns:a16="http://schemas.microsoft.com/office/drawing/2014/main" id="{5C8822F1-E60E-9053-6280-BC4A47DF734B}"/>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A work package manager is responsible for seeing that the package is completed on time, within budget, and according to technical specifications. </a:t>
            </a:r>
          </a:p>
          <a:p>
            <a:pPr algn="just" fontAlgn="base">
              <a:spcAft>
                <a:spcPct val="0"/>
              </a:spcAft>
            </a:pPr>
            <a:r>
              <a:rPr lang="en-US" altLang="en-US"/>
              <a:t>Thus, the work package is the basic unit used for planning, scheduling and controlling the project.</a:t>
            </a:r>
          </a:p>
          <a:p>
            <a:pPr algn="just" fontAlgn="base">
              <a:spcAft>
                <a:spcPct val="0"/>
              </a:spcAft>
            </a:pPr>
            <a:r>
              <a:rPr lang="en-US" altLang="en-US"/>
              <a:t>Each work package in the WBS </a:t>
            </a:r>
          </a:p>
          <a:p>
            <a:pPr algn="just" fontAlgn="base">
              <a:spcAft>
                <a:spcPct val="0"/>
              </a:spcAft>
            </a:pPr>
            <a:r>
              <a:rPr lang="en-US" altLang="en-US"/>
              <a:t>1. Defines work (what).</a:t>
            </a:r>
          </a:p>
          <a:p>
            <a:pPr algn="just" fontAlgn="base">
              <a:spcAft>
                <a:spcPct val="0"/>
              </a:spcAft>
            </a:pPr>
            <a:r>
              <a:rPr lang="en-US" altLang="en-US"/>
              <a:t>2. Identifies time to complete a work package (how long).</a:t>
            </a:r>
          </a:p>
          <a:p>
            <a:pPr algn="just" fontAlgn="base">
              <a:spcAft>
                <a:spcPct val="0"/>
              </a:spcAft>
            </a:pPr>
            <a:r>
              <a:rPr lang="en-US" altLang="en-US"/>
              <a:t>3. Identifies a time-phased budget to complete a work package (cost).</a:t>
            </a:r>
          </a:p>
          <a:p>
            <a:pPr algn="just" fontAlgn="base">
              <a:spcAft>
                <a:spcPct val="0"/>
              </a:spcAft>
            </a:pPr>
            <a:r>
              <a:rPr lang="en-US" altLang="en-US"/>
              <a:t>4. Identifies resources needed to complete a work package (how much).</a:t>
            </a:r>
          </a:p>
        </p:txBody>
      </p:sp>
      <p:sp>
        <p:nvSpPr>
          <p:cNvPr id="4" name="Content Placeholder 3">
            <a:extLst>
              <a:ext uri="{FF2B5EF4-FFF2-40B4-BE49-F238E27FC236}">
                <a16:creationId xmlns:a16="http://schemas.microsoft.com/office/drawing/2014/main" id="{4EB0FBF4-A124-4A8A-AA24-3C9795575F38}"/>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WORK PACKAGE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1">
            <a:extLst>
              <a:ext uri="{FF2B5EF4-FFF2-40B4-BE49-F238E27FC236}">
                <a16:creationId xmlns:a16="http://schemas.microsoft.com/office/drawing/2014/main" id="{BBC552C1-CA87-AAB0-CA89-1B24F029A18D}"/>
              </a:ext>
            </a:extLst>
          </p:cNvPr>
          <p:cNvSpPr>
            <a:spLocks noGrp="1"/>
          </p:cNvSpPr>
          <p:nvPr>
            <p:ph idx="1"/>
          </p:nvPr>
        </p:nvSpPr>
        <p:spPr>
          <a:xfrm>
            <a:off x="304800" y="1493838"/>
            <a:ext cx="8229600" cy="4525962"/>
          </a:xfrm>
        </p:spPr>
        <p:txBody>
          <a:bodyPr/>
          <a:lstStyle/>
          <a:p>
            <a:pPr algn="just" fontAlgn="base">
              <a:spcAft>
                <a:spcPct val="0"/>
              </a:spcAft>
            </a:pPr>
            <a:r>
              <a:rPr lang="en-US" altLang="en-US"/>
              <a:t>5. Identifies a single person responsible for units of work (who).</a:t>
            </a:r>
          </a:p>
          <a:p>
            <a:pPr algn="just" fontAlgn="base">
              <a:spcAft>
                <a:spcPct val="0"/>
              </a:spcAft>
            </a:pPr>
            <a:r>
              <a:rPr lang="en-US" altLang="en-US"/>
              <a:t>6. Identifies monitoring points for measuring progress (how well).</a:t>
            </a:r>
          </a:p>
          <a:p>
            <a:pPr algn="just" fontAlgn="base">
              <a:spcAft>
                <a:spcPct val="0"/>
              </a:spcAft>
            </a:pPr>
            <a:endParaRPr lang="en-US" altLang="en-US"/>
          </a:p>
          <a:p>
            <a:pPr algn="just" fontAlgn="base">
              <a:spcAft>
                <a:spcPct val="0"/>
              </a:spcAft>
              <a:buFont typeface="Arial" pitchFamily="34" charset="0"/>
              <a:buChar char="•"/>
            </a:pPr>
            <a:r>
              <a:rPr lang="en-US" altLang="en-US"/>
              <a:t>Every effort should be made to develop a WBS that is output oriented.</a:t>
            </a:r>
          </a:p>
          <a:p>
            <a:pPr fontAlgn="base">
              <a:spcAft>
                <a:spcPct val="0"/>
              </a:spcAft>
            </a:pPr>
            <a:endParaRPr lang="en-US" altLang="en-US"/>
          </a:p>
        </p:txBody>
      </p:sp>
      <p:sp>
        <p:nvSpPr>
          <p:cNvPr id="3" name="Content Placeholder 2">
            <a:extLst>
              <a:ext uri="{FF2B5EF4-FFF2-40B4-BE49-F238E27FC236}">
                <a16:creationId xmlns:a16="http://schemas.microsoft.com/office/drawing/2014/main" id="{ECEA2E98-A766-146E-13F2-F2292A67A9BB}"/>
              </a:ext>
            </a:extLst>
          </p:cNvPr>
          <p:cNvSpPr>
            <a:spLocks noGrp="1"/>
          </p:cNvSpPr>
          <p:nvPr>
            <p:ph sz="quarter" idx="10"/>
          </p:nvPr>
        </p:nvSpPr>
        <p:spPr/>
        <p:txBody>
          <a:bodyPr/>
          <a:lstStyle/>
          <a:p>
            <a:pPr>
              <a:buFont typeface="Arial" charset="0"/>
              <a:buNone/>
              <a:defRPr/>
            </a:pPr>
            <a:r>
              <a:rPr lang="en-US" dirty="0"/>
              <a:t>WBS Development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4F1F4E-18E9-B3F9-A781-0CA306CF2539}"/>
              </a:ext>
            </a:extLst>
          </p:cNvPr>
          <p:cNvSpPr>
            <a:spLocks noGrp="1"/>
          </p:cNvSpPr>
          <p:nvPr>
            <p:ph sz="quarter" idx="10"/>
          </p:nvPr>
        </p:nvSpPr>
        <p:spPr/>
        <p:txBody>
          <a:bodyPr/>
          <a:lstStyle/>
          <a:p>
            <a:pPr>
              <a:buFont typeface="Arial" charset="0"/>
              <a:buNone/>
              <a:defRPr/>
            </a:pPr>
            <a:r>
              <a:rPr lang="en-US" dirty="0"/>
              <a:t>WBS</a:t>
            </a:r>
          </a:p>
        </p:txBody>
      </p:sp>
      <p:pic>
        <p:nvPicPr>
          <p:cNvPr id="37891" name="Picture 2" descr="D:\Desktop\EoPM_2S 15-16_MKH\SS_WBS.png">
            <a:extLst>
              <a:ext uri="{FF2B5EF4-FFF2-40B4-BE49-F238E27FC236}">
                <a16:creationId xmlns:a16="http://schemas.microsoft.com/office/drawing/2014/main" id="{40022D7D-E11E-5786-C1B7-E7E89E0E4C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371600"/>
            <a:ext cx="9144000" cy="5257800"/>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A3610063-CD3B-A00F-115C-47996C489801}"/>
                  </a:ext>
                </a:extLst>
              </p14:cNvPr>
              <p14:cNvContentPartPr/>
              <p14:nvPr/>
            </p14:nvContentPartPr>
            <p14:xfrm>
              <a:off x="364680" y="906480"/>
              <a:ext cx="8086680" cy="5318640"/>
            </p14:xfrm>
          </p:contentPart>
        </mc:Choice>
        <mc:Fallback>
          <p:pic>
            <p:nvPicPr>
              <p:cNvPr id="2" name="Ink 1">
                <a:extLst>
                  <a:ext uri="{FF2B5EF4-FFF2-40B4-BE49-F238E27FC236}">
                    <a16:creationId xmlns:a16="http://schemas.microsoft.com/office/drawing/2014/main" id="{A3610063-CD3B-A00F-115C-47996C489801}"/>
                  </a:ext>
                </a:extLst>
              </p:cNvPr>
              <p:cNvPicPr/>
              <p:nvPr/>
            </p:nvPicPr>
            <p:blipFill>
              <a:blip r:embed="rId4"/>
              <a:stretch>
                <a:fillRect/>
              </a:stretch>
            </p:blipFill>
            <p:spPr>
              <a:xfrm>
                <a:off x="355320" y="897120"/>
                <a:ext cx="8105400" cy="5337360"/>
              </a:xfrm>
              <a:prstGeom prst="rect">
                <a:avLst/>
              </a:prstGeom>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2">
            <a:extLst>
              <a:ext uri="{FF2B5EF4-FFF2-40B4-BE49-F238E27FC236}">
                <a16:creationId xmlns:a16="http://schemas.microsoft.com/office/drawing/2014/main" id="{AC689666-2621-3CB0-C847-CE75B5CD3AF8}"/>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The WBS is used to link the organizational units responsible for performing the work. The outcome of this process is the OBS. The OBS depicts how the firm has organized to discharge work responsibility.</a:t>
            </a:r>
          </a:p>
          <a:p>
            <a:pPr algn="just" fontAlgn="base">
              <a:spcAft>
                <a:spcPct val="0"/>
              </a:spcAft>
              <a:buFont typeface="Arial" pitchFamily="34" charset="0"/>
              <a:buChar char="•"/>
            </a:pPr>
            <a:r>
              <a:rPr lang="en-US" altLang="en-US"/>
              <a:t>The purpose of the OBS are to provide a framework to summarize organization unit work performance, identify organization units responsible for work packages, and tie the organizational unit to cost control accounts.</a:t>
            </a:r>
          </a:p>
          <a:p>
            <a:pPr algn="just" fontAlgn="base">
              <a:spcAft>
                <a:spcPct val="0"/>
              </a:spcAft>
              <a:buFont typeface="Arial" pitchFamily="34" charset="0"/>
              <a:buChar char="•"/>
            </a:pPr>
            <a:r>
              <a:rPr lang="en-US" altLang="en-US"/>
              <a:t>The intersection of work packages and the organizational unit creates a project control point (cost account) that integrates work and responsibility.</a:t>
            </a:r>
          </a:p>
        </p:txBody>
      </p:sp>
      <p:sp>
        <p:nvSpPr>
          <p:cNvPr id="4" name="Content Placeholder 3">
            <a:extLst>
              <a:ext uri="{FF2B5EF4-FFF2-40B4-BE49-F238E27FC236}">
                <a16:creationId xmlns:a16="http://schemas.microsoft.com/office/drawing/2014/main" id="{BAF9F6DE-063A-C01A-EEFD-C25FFDED5D4C}"/>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STEP 4: INTEGRATING the WBS with the ORGANIZATION </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AB73E5A7-DD7C-2909-C564-2C5F0111A133}"/>
                  </a:ext>
                </a:extLst>
              </p14:cNvPr>
              <p14:cNvContentPartPr/>
              <p14:nvPr/>
            </p14:nvContentPartPr>
            <p14:xfrm>
              <a:off x="758880" y="880920"/>
              <a:ext cx="7986600" cy="4846320"/>
            </p14:xfrm>
          </p:contentPart>
        </mc:Choice>
        <mc:Fallback>
          <p:pic>
            <p:nvPicPr>
              <p:cNvPr id="2" name="Ink 1">
                <a:extLst>
                  <a:ext uri="{FF2B5EF4-FFF2-40B4-BE49-F238E27FC236}">
                    <a16:creationId xmlns:a16="http://schemas.microsoft.com/office/drawing/2014/main" id="{AB73E5A7-DD7C-2909-C564-2C5F0111A133}"/>
                  </a:ext>
                </a:extLst>
              </p:cNvPr>
              <p:cNvPicPr/>
              <p:nvPr/>
            </p:nvPicPr>
            <p:blipFill>
              <a:blip r:embed="rId3"/>
              <a:stretch>
                <a:fillRect/>
              </a:stretch>
            </p:blipFill>
            <p:spPr>
              <a:xfrm>
                <a:off x="749520" y="871560"/>
                <a:ext cx="8005320" cy="486504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D6A1F2-9B63-8AA3-D289-0ACC899A1C60}"/>
              </a:ext>
            </a:extLst>
          </p:cNvPr>
          <p:cNvSpPr>
            <a:spLocks noGrp="1"/>
          </p:cNvSpPr>
          <p:nvPr>
            <p:ph sz="quarter" idx="10"/>
          </p:nvPr>
        </p:nvSpPr>
        <p:spPr/>
        <p:txBody>
          <a:bodyPr/>
          <a:lstStyle/>
          <a:p>
            <a:pPr>
              <a:buFont typeface="Arial" charset="0"/>
              <a:buNone/>
              <a:defRPr/>
            </a:pPr>
            <a:r>
              <a:rPr lang="en-US" dirty="0"/>
              <a:t>Integrating WBS and OBS</a:t>
            </a:r>
          </a:p>
        </p:txBody>
      </p:sp>
      <p:pic>
        <p:nvPicPr>
          <p:cNvPr id="39939" name="Picture 2" descr="D:\Desktop\EoPM_2S 15-16_MKH\SS_Integration.png">
            <a:extLst>
              <a:ext uri="{FF2B5EF4-FFF2-40B4-BE49-F238E27FC236}">
                <a16:creationId xmlns:a16="http://schemas.microsoft.com/office/drawing/2014/main" id="{B5DBD868-6C32-74F8-2A49-5107F6C1CEB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 y="1371600"/>
            <a:ext cx="8763000" cy="5105400"/>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F38FD8B-9AB1-5370-357F-30FC36266492}"/>
                  </a:ext>
                </a:extLst>
              </p14:cNvPr>
              <p14:cNvContentPartPr/>
              <p14:nvPr/>
            </p14:nvContentPartPr>
            <p14:xfrm>
              <a:off x="1643760" y="2955960"/>
              <a:ext cx="4100760" cy="3096360"/>
            </p14:xfrm>
          </p:contentPart>
        </mc:Choice>
        <mc:Fallback>
          <p:pic>
            <p:nvPicPr>
              <p:cNvPr id="2" name="Ink 1">
                <a:extLst>
                  <a:ext uri="{FF2B5EF4-FFF2-40B4-BE49-F238E27FC236}">
                    <a16:creationId xmlns:a16="http://schemas.microsoft.com/office/drawing/2014/main" id="{6F38FD8B-9AB1-5370-357F-30FC36266492}"/>
                  </a:ext>
                </a:extLst>
              </p:cNvPr>
              <p:cNvPicPr/>
              <p:nvPr/>
            </p:nvPicPr>
            <p:blipFill>
              <a:blip r:embed="rId4"/>
              <a:stretch>
                <a:fillRect/>
              </a:stretch>
            </p:blipFill>
            <p:spPr>
              <a:xfrm>
                <a:off x="1634400" y="2946600"/>
                <a:ext cx="4119480" cy="311508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1">
            <a:extLst>
              <a:ext uri="{FF2B5EF4-FFF2-40B4-BE49-F238E27FC236}">
                <a16:creationId xmlns:a16="http://schemas.microsoft.com/office/drawing/2014/main" id="{AE61FC72-631A-0320-130D-67CEEB43ECCF}"/>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Codes (numeric indentation) are used to define levels and elements in the WBS, organization elements, work packages, and budget and cost information. </a:t>
            </a:r>
          </a:p>
          <a:p>
            <a:pPr algn="just" fontAlgn="base">
              <a:spcAft>
                <a:spcPct val="0"/>
              </a:spcAft>
              <a:buFont typeface="Arial" pitchFamily="34" charset="0"/>
              <a:buChar char="•"/>
            </a:pPr>
            <a:r>
              <a:rPr lang="en-US" altLang="en-US"/>
              <a:t>Each successive indentation represents a lower element or work package.</a:t>
            </a:r>
          </a:p>
          <a:p>
            <a:pPr algn="just" fontAlgn="base">
              <a:spcAft>
                <a:spcPct val="0"/>
              </a:spcAft>
              <a:buFont typeface="Arial" pitchFamily="34" charset="0"/>
              <a:buChar char="•"/>
            </a:pPr>
            <a:r>
              <a:rPr lang="en-US" altLang="en-US"/>
              <a:t>Ultimately, the numeric scheme reaches down to the work package level, and all tasks and elements in the structure have an identification code. </a:t>
            </a:r>
          </a:p>
          <a:p>
            <a:pPr algn="just" fontAlgn="base">
              <a:spcAft>
                <a:spcPct val="0"/>
              </a:spcAft>
              <a:buFont typeface="Arial" pitchFamily="34" charset="0"/>
              <a:buChar char="•"/>
            </a:pPr>
            <a:r>
              <a:rPr lang="en-US" altLang="en-US"/>
              <a:t>The cost account is the focal point because all budgets, work assignments, time, cost, and technical performance come together at this point.</a:t>
            </a:r>
          </a:p>
          <a:p>
            <a:pPr algn="just" fontAlgn="base">
              <a:spcAft>
                <a:spcPct val="0"/>
              </a:spcAft>
              <a:buFont typeface="Arial" pitchFamily="34" charset="0"/>
              <a:buChar char="•"/>
            </a:pPr>
            <a:r>
              <a:rPr lang="en-US" altLang="en-US"/>
              <a:t>On large projects, a WBS is further supported with a </a:t>
            </a:r>
            <a:r>
              <a:rPr lang="en-US" altLang="en-US" i="1"/>
              <a:t>WBS dictionary</a:t>
            </a:r>
            <a:r>
              <a:rPr lang="en-US" altLang="en-US"/>
              <a:t>.</a:t>
            </a:r>
          </a:p>
        </p:txBody>
      </p:sp>
      <p:sp>
        <p:nvSpPr>
          <p:cNvPr id="3" name="Content Placeholder 2">
            <a:extLst>
              <a:ext uri="{FF2B5EF4-FFF2-40B4-BE49-F238E27FC236}">
                <a16:creationId xmlns:a16="http://schemas.microsoft.com/office/drawing/2014/main" id="{3941194B-E7F6-36BE-DC40-18979DA4AEFB}"/>
              </a:ext>
            </a:extLst>
          </p:cNvPr>
          <p:cNvSpPr>
            <a:spLocks noGrp="1"/>
          </p:cNvSpPr>
          <p:nvPr>
            <p:ph sz="quarter" idx="10"/>
          </p:nvPr>
        </p:nvSpPr>
        <p:spPr/>
        <p:txBody>
          <a:bodyPr/>
          <a:lstStyle/>
          <a:p>
            <a:pPr>
              <a:buFont typeface="Arial" charset="0"/>
              <a:buNone/>
              <a:defRPr/>
            </a:pPr>
            <a:r>
              <a:rPr lang="en-US" dirty="0"/>
              <a:t>STEP 5: CODING the WBS for the INFORMATION SYSTEM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2">
            <a:extLst>
              <a:ext uri="{FF2B5EF4-FFF2-40B4-BE49-F238E27FC236}">
                <a16:creationId xmlns:a16="http://schemas.microsoft.com/office/drawing/2014/main" id="{E6C13DB0-3121-F0FA-E57C-04F7923AEF9E}"/>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For a project that involves extensive development work, the project is organized around phases and not deliverables.</a:t>
            </a:r>
          </a:p>
          <a:p>
            <a:pPr algn="just" fontAlgn="base">
              <a:spcAft>
                <a:spcPct val="0"/>
              </a:spcAft>
              <a:buFont typeface="Arial" pitchFamily="34" charset="0"/>
              <a:buChar char="•"/>
            </a:pPr>
            <a:r>
              <a:rPr lang="en-US" altLang="en-US"/>
              <a:t>It is difficult to apply WBS to </a:t>
            </a:r>
            <a:r>
              <a:rPr lang="en-US" altLang="en-US" i="1"/>
              <a:t>process-oriented </a:t>
            </a:r>
            <a:r>
              <a:rPr lang="en-US" altLang="en-US"/>
              <a:t>projects in which the final outcome is a product of a series of steps or phases. </a:t>
            </a:r>
          </a:p>
          <a:p>
            <a:pPr algn="just" fontAlgn="base">
              <a:spcAft>
                <a:spcPct val="0"/>
              </a:spcAft>
              <a:buFont typeface="Arial" pitchFamily="34" charset="0"/>
              <a:buChar char="•"/>
            </a:pPr>
            <a:r>
              <a:rPr lang="en-US" altLang="en-US"/>
              <a:t>The project evolves over time with each phase affecting the next phase. </a:t>
            </a:r>
          </a:p>
          <a:p>
            <a:pPr algn="just" fontAlgn="base">
              <a:spcAft>
                <a:spcPct val="0"/>
              </a:spcAft>
              <a:buFont typeface="Arial" pitchFamily="34" charset="0"/>
              <a:buChar char="•"/>
            </a:pPr>
            <a:r>
              <a:rPr lang="en-US" altLang="en-US"/>
              <a:t>IS projects fall in this category. Process projects are driven by performance requirements, not by plans/blueprints. This is referred to as the </a:t>
            </a:r>
            <a:r>
              <a:rPr lang="en-US" altLang="en-US" i="1"/>
              <a:t>PBS</a:t>
            </a:r>
            <a:r>
              <a:rPr lang="en-US" altLang="en-US"/>
              <a:t>.</a:t>
            </a:r>
          </a:p>
          <a:p>
            <a:pPr algn="just" fontAlgn="base">
              <a:spcAft>
                <a:spcPct val="0"/>
              </a:spcAft>
              <a:buFont typeface="Arial" pitchFamily="34" charset="0"/>
              <a:buChar char="•"/>
            </a:pPr>
            <a:r>
              <a:rPr lang="en-US" altLang="en-US"/>
              <a:t>Deliverables are defined as outputs required to move to the next phase.</a:t>
            </a:r>
          </a:p>
        </p:txBody>
      </p:sp>
      <p:sp>
        <p:nvSpPr>
          <p:cNvPr id="4" name="Content Placeholder 3">
            <a:extLst>
              <a:ext uri="{FF2B5EF4-FFF2-40B4-BE49-F238E27FC236}">
                <a16:creationId xmlns:a16="http://schemas.microsoft.com/office/drawing/2014/main" id="{ACF61C2E-81E5-27C8-7624-89495E7ACB5E}"/>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Process Breakdown Structure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7C19EFE3-94B3-4033-57FB-ABB33A28F2C7}"/>
                  </a:ext>
                </a:extLst>
              </p14:cNvPr>
              <p14:cNvContentPartPr/>
              <p14:nvPr/>
            </p14:nvContentPartPr>
            <p14:xfrm>
              <a:off x="413640" y="885240"/>
              <a:ext cx="6865920" cy="5306400"/>
            </p14:xfrm>
          </p:contentPart>
        </mc:Choice>
        <mc:Fallback>
          <p:pic>
            <p:nvPicPr>
              <p:cNvPr id="2" name="Ink 1">
                <a:extLst>
                  <a:ext uri="{FF2B5EF4-FFF2-40B4-BE49-F238E27FC236}">
                    <a16:creationId xmlns:a16="http://schemas.microsoft.com/office/drawing/2014/main" id="{7C19EFE3-94B3-4033-57FB-ABB33A28F2C7}"/>
                  </a:ext>
                </a:extLst>
              </p:cNvPr>
              <p:cNvPicPr/>
              <p:nvPr/>
            </p:nvPicPr>
            <p:blipFill>
              <a:blip r:embed="rId3"/>
              <a:stretch>
                <a:fillRect/>
              </a:stretch>
            </p:blipFill>
            <p:spPr>
              <a:xfrm>
                <a:off x="404280" y="875880"/>
                <a:ext cx="6884640" cy="532512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310842AD-A5D9-B53F-6CBB-3F2CF6BD0B09}"/>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Small projects can be managed with RM.</a:t>
            </a:r>
          </a:p>
          <a:p>
            <a:pPr algn="just" fontAlgn="base">
              <a:spcAft>
                <a:spcPct val="0"/>
              </a:spcAft>
            </a:pPr>
            <a:endParaRPr lang="en-US" altLang="en-US"/>
          </a:p>
          <a:p>
            <a:pPr algn="just" fontAlgn="base">
              <a:spcAft>
                <a:spcPct val="0"/>
              </a:spcAft>
              <a:buFont typeface="Arial" pitchFamily="34" charset="0"/>
              <a:buChar char="•"/>
            </a:pPr>
            <a:r>
              <a:rPr lang="en-US" altLang="en-US"/>
              <a:t>In its simplest form, an RM consists of a chart listing all the project activities and the participants responsible for each activity.</a:t>
            </a:r>
          </a:p>
          <a:p>
            <a:pPr algn="just" fontAlgn="base">
              <a:spcAft>
                <a:spcPct val="0"/>
              </a:spcAft>
              <a:buFont typeface="Arial" pitchFamily="34" charset="0"/>
              <a:buChar char="•"/>
            </a:pPr>
            <a:r>
              <a:rPr lang="en-US" altLang="en-US"/>
              <a:t>RMs provide a means for all participants in a project to view their responsibilities and agree on their assignments. </a:t>
            </a:r>
          </a:p>
          <a:p>
            <a:pPr algn="just" fontAlgn="base">
              <a:spcAft>
                <a:spcPct val="0"/>
              </a:spcAft>
              <a:buFont typeface="Arial" pitchFamily="34" charset="0"/>
              <a:buChar char="•"/>
            </a:pPr>
            <a:r>
              <a:rPr lang="en-US" altLang="en-US"/>
              <a:t>They also help clarify the extent or type of authority exercised by each participant in performing an activity in which two or more parties have overlapping involvement.</a:t>
            </a:r>
          </a:p>
          <a:p>
            <a:pPr algn="just" fontAlgn="base">
              <a:spcAft>
                <a:spcPct val="0"/>
              </a:spcAft>
              <a:buFont typeface="Arial" pitchFamily="34" charset="0"/>
              <a:buChar char="•"/>
            </a:pPr>
            <a:endParaRPr lang="en-US" altLang="en-US"/>
          </a:p>
        </p:txBody>
      </p:sp>
      <p:sp>
        <p:nvSpPr>
          <p:cNvPr id="4" name="Content Placeholder 3">
            <a:extLst>
              <a:ext uri="{FF2B5EF4-FFF2-40B4-BE49-F238E27FC236}">
                <a16:creationId xmlns:a16="http://schemas.microsoft.com/office/drawing/2014/main" id="{73027AFA-2CA1-6C8E-7BB1-363EC7D706E8}"/>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RESPONSIBILITY MATRICES</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129FE40-76B2-80BC-ECC7-F7DC6DE2DEEC}"/>
                  </a:ext>
                </a:extLst>
              </p14:cNvPr>
              <p14:cNvContentPartPr/>
              <p14:nvPr/>
            </p14:nvContentPartPr>
            <p14:xfrm>
              <a:off x="1247040" y="887040"/>
              <a:ext cx="5205240" cy="369000"/>
            </p14:xfrm>
          </p:contentPart>
        </mc:Choice>
        <mc:Fallback>
          <p:pic>
            <p:nvPicPr>
              <p:cNvPr id="2" name="Ink 1">
                <a:extLst>
                  <a:ext uri="{FF2B5EF4-FFF2-40B4-BE49-F238E27FC236}">
                    <a16:creationId xmlns:a16="http://schemas.microsoft.com/office/drawing/2014/main" id="{D129FE40-76B2-80BC-ECC7-F7DC6DE2DEEC}"/>
                  </a:ext>
                </a:extLst>
              </p:cNvPr>
              <p:cNvPicPr/>
              <p:nvPr/>
            </p:nvPicPr>
            <p:blipFill>
              <a:blip r:embed="rId3"/>
              <a:stretch>
                <a:fillRect/>
              </a:stretch>
            </p:blipFill>
            <p:spPr>
              <a:xfrm>
                <a:off x="1237680" y="877680"/>
                <a:ext cx="5223960" cy="38772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7F335B-8008-1EFD-2672-57CEAF202637}"/>
              </a:ext>
            </a:extLst>
          </p:cNvPr>
          <p:cNvSpPr>
            <a:spLocks noGrp="1"/>
          </p:cNvSpPr>
          <p:nvPr>
            <p:ph sz="quarter" idx="10"/>
          </p:nvPr>
        </p:nvSpPr>
        <p:spPr/>
        <p:txBody>
          <a:bodyPr/>
          <a:lstStyle/>
          <a:p>
            <a:pPr>
              <a:buFont typeface="Arial" charset="0"/>
              <a:buNone/>
              <a:defRPr/>
            </a:pPr>
            <a:r>
              <a:rPr lang="en-US" dirty="0"/>
              <a:t>Responsibility Matrix</a:t>
            </a:r>
          </a:p>
        </p:txBody>
      </p:sp>
      <p:pic>
        <p:nvPicPr>
          <p:cNvPr id="44035" name="Picture 2" descr="D:\Desktop\EoPM_2S 15-16_MKH\SS_RM.png">
            <a:extLst>
              <a:ext uri="{FF2B5EF4-FFF2-40B4-BE49-F238E27FC236}">
                <a16:creationId xmlns:a16="http://schemas.microsoft.com/office/drawing/2014/main" id="{BBC5FE42-8E98-5C58-33B9-C36EAF37294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371600"/>
            <a:ext cx="9144000" cy="5029200"/>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FB65F19-57A7-A662-03EC-C50E78AEE833}"/>
                  </a:ext>
                </a:extLst>
              </p14:cNvPr>
              <p14:cNvContentPartPr/>
              <p14:nvPr/>
            </p14:nvContentPartPr>
            <p14:xfrm>
              <a:off x="4208400" y="1946520"/>
              <a:ext cx="4329720" cy="2869560"/>
            </p14:xfrm>
          </p:contentPart>
        </mc:Choice>
        <mc:Fallback>
          <p:pic>
            <p:nvPicPr>
              <p:cNvPr id="2" name="Ink 1">
                <a:extLst>
                  <a:ext uri="{FF2B5EF4-FFF2-40B4-BE49-F238E27FC236}">
                    <a16:creationId xmlns:a16="http://schemas.microsoft.com/office/drawing/2014/main" id="{FFB65F19-57A7-A662-03EC-C50E78AEE833}"/>
                  </a:ext>
                </a:extLst>
              </p:cNvPr>
              <p:cNvPicPr/>
              <p:nvPr/>
            </p:nvPicPr>
            <p:blipFill>
              <a:blip r:embed="rId4"/>
              <a:stretch>
                <a:fillRect/>
              </a:stretch>
            </p:blipFill>
            <p:spPr>
              <a:xfrm>
                <a:off x="4199040" y="1937160"/>
                <a:ext cx="4348440" cy="288828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7F2A44D8-737A-2814-DBB9-DC8B6DF13A02}"/>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It is usually created by the PM and/or the Project Team in the early stage of Project Planning.</a:t>
            </a:r>
          </a:p>
          <a:p>
            <a:pPr algn="just" fontAlgn="base">
              <a:spcAft>
                <a:spcPct val="0"/>
              </a:spcAft>
              <a:buFont typeface="Arial" pitchFamily="34" charset="0"/>
              <a:buChar char="•"/>
            </a:pPr>
            <a:r>
              <a:rPr lang="en-US" altLang="en-US"/>
              <a:t>Communication is key to coordinating and tracking Project Schedules, Issues and Action Items.</a:t>
            </a:r>
          </a:p>
          <a:p>
            <a:pPr algn="just" fontAlgn="base">
              <a:spcAft>
                <a:spcPct val="0"/>
              </a:spcAft>
              <a:buFont typeface="Arial" pitchFamily="34" charset="0"/>
              <a:buChar char="•"/>
            </a:pPr>
            <a:r>
              <a:rPr lang="en-US" altLang="en-US"/>
              <a:t>It maps out the flow of information to different stakeholders and becomes an integral part of the overall project plan.</a:t>
            </a:r>
          </a:p>
          <a:p>
            <a:pPr algn="just" fontAlgn="base">
              <a:spcAft>
                <a:spcPct val="0"/>
              </a:spcAft>
              <a:buFont typeface="Arial" pitchFamily="34" charset="0"/>
              <a:buChar char="•"/>
            </a:pPr>
            <a:r>
              <a:rPr lang="en-US" altLang="en-US"/>
              <a:t>The purpose of a PCP is to express what, who, how and when information will be transmitted to project stakeholders so schedules, issues and action items can be tracked. </a:t>
            </a:r>
          </a:p>
          <a:p>
            <a:pPr fontAlgn="base">
              <a:spcAft>
                <a:spcPct val="0"/>
              </a:spcAft>
            </a:pPr>
            <a:endParaRPr lang="en-US" altLang="en-US"/>
          </a:p>
        </p:txBody>
      </p:sp>
      <p:sp>
        <p:nvSpPr>
          <p:cNvPr id="4" name="Content Placeholder 3">
            <a:extLst>
              <a:ext uri="{FF2B5EF4-FFF2-40B4-BE49-F238E27FC236}">
                <a16:creationId xmlns:a16="http://schemas.microsoft.com/office/drawing/2014/main" id="{B67219B6-EA30-0F40-FFD8-DC1AA7F6A56B}"/>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PROJECT COMMUNICATION PLAN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a:extLst>
              <a:ext uri="{FF2B5EF4-FFF2-40B4-BE49-F238E27FC236}">
                <a16:creationId xmlns:a16="http://schemas.microsoft.com/office/drawing/2014/main" id="{046A83C7-9109-BB97-13D1-002C3A85F45D}"/>
              </a:ext>
            </a:extLst>
          </p:cNvPr>
          <p:cNvSpPr>
            <a:spLocks noGrp="1"/>
          </p:cNvSpPr>
          <p:nvPr>
            <p:ph idx="1"/>
          </p:nvPr>
        </p:nvSpPr>
        <p:spPr>
          <a:xfrm>
            <a:off x="304800" y="1493838"/>
            <a:ext cx="8229600" cy="4525962"/>
          </a:xfrm>
        </p:spPr>
        <p:txBody>
          <a:bodyPr/>
          <a:lstStyle/>
          <a:p>
            <a:pPr algn="just" fontAlgn="base">
              <a:spcAft>
                <a:spcPct val="0"/>
              </a:spcAft>
            </a:pPr>
            <a:r>
              <a:rPr lang="en-US" altLang="en-US"/>
              <a:t>PCPs address the following core questions:</a:t>
            </a:r>
          </a:p>
          <a:p>
            <a:pPr algn="just" fontAlgn="base">
              <a:spcAft>
                <a:spcPct val="0"/>
              </a:spcAft>
            </a:pPr>
            <a:endParaRPr lang="en-US" altLang="en-US"/>
          </a:p>
          <a:p>
            <a:pPr algn="just" fontAlgn="base">
              <a:spcAft>
                <a:spcPct val="0"/>
              </a:spcAft>
              <a:buFont typeface="Arial" pitchFamily="34" charset="0"/>
              <a:buChar char="•"/>
            </a:pPr>
            <a:r>
              <a:rPr lang="en-US" altLang="en-US"/>
              <a:t>What Information Needs to be Collected and When?</a:t>
            </a:r>
          </a:p>
          <a:p>
            <a:pPr algn="just" fontAlgn="base">
              <a:spcAft>
                <a:spcPct val="0"/>
              </a:spcAft>
              <a:buFont typeface="Arial" pitchFamily="34" charset="0"/>
              <a:buChar char="•"/>
            </a:pPr>
            <a:r>
              <a:rPr lang="en-US" altLang="en-US"/>
              <a:t>Who will Receive the Information?</a:t>
            </a:r>
          </a:p>
          <a:p>
            <a:pPr algn="just" fontAlgn="base">
              <a:spcAft>
                <a:spcPct val="0"/>
              </a:spcAft>
              <a:buFont typeface="Arial" pitchFamily="34" charset="0"/>
              <a:buChar char="•"/>
            </a:pPr>
            <a:r>
              <a:rPr lang="en-US" altLang="en-US"/>
              <a:t>What Methods will be used to Gather and Store Information?</a:t>
            </a:r>
          </a:p>
          <a:p>
            <a:pPr algn="just" fontAlgn="base">
              <a:spcAft>
                <a:spcPct val="0"/>
              </a:spcAft>
              <a:buFont typeface="Arial" pitchFamily="34" charset="0"/>
              <a:buChar char="•"/>
            </a:pPr>
            <a:r>
              <a:rPr lang="en-US" altLang="en-US"/>
              <a:t>What are the limits, if any, on who has access to certain kinds of information?</a:t>
            </a:r>
          </a:p>
          <a:p>
            <a:pPr algn="just" fontAlgn="base">
              <a:spcAft>
                <a:spcPct val="0"/>
              </a:spcAft>
              <a:buFont typeface="Arial" pitchFamily="34" charset="0"/>
              <a:buChar char="•"/>
            </a:pPr>
            <a:r>
              <a:rPr lang="en-US" altLang="en-US"/>
              <a:t>When will the information be communicated?</a:t>
            </a:r>
          </a:p>
          <a:p>
            <a:pPr algn="just" fontAlgn="base">
              <a:spcAft>
                <a:spcPct val="0"/>
              </a:spcAft>
              <a:buFont typeface="Arial" pitchFamily="34" charset="0"/>
              <a:buChar char="•"/>
            </a:pPr>
            <a:r>
              <a:rPr lang="en-US" altLang="en-US"/>
              <a:t>How will it be communicated?</a:t>
            </a:r>
          </a:p>
        </p:txBody>
      </p:sp>
      <p:sp>
        <p:nvSpPr>
          <p:cNvPr id="4" name="Content Placeholder 3">
            <a:extLst>
              <a:ext uri="{FF2B5EF4-FFF2-40B4-BE49-F238E27FC236}">
                <a16:creationId xmlns:a16="http://schemas.microsoft.com/office/drawing/2014/main" id="{DB8AD61E-3EE3-A251-C1F7-FDB4FC04880B}"/>
              </a:ext>
            </a:extLst>
          </p:cNvPr>
          <p:cNvSpPr>
            <a:spLocks noGrp="1"/>
          </p:cNvSpPr>
          <p:nvPr>
            <p:ph sz="quarter" idx="10"/>
          </p:nvPr>
        </p:nvSpPr>
        <p:spPr/>
        <p:txBody>
          <a:bodyPr rtlCol="0"/>
          <a:lstStyle/>
          <a:p>
            <a:pPr eaLnBrk="1" fontAlgn="auto" hangingPunct="1">
              <a:spcAft>
                <a:spcPts val="0"/>
              </a:spcAft>
              <a:defRPr/>
            </a:pPr>
            <a:r>
              <a:rPr lang="en-US" dirty="0"/>
              <a:t>Project Communication Plan</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39F4EB7-8758-AB43-BF59-B0FC24B4DBFB}"/>
                  </a:ext>
                </a:extLst>
              </p14:cNvPr>
              <p14:cNvContentPartPr/>
              <p14:nvPr/>
            </p14:nvContentPartPr>
            <p14:xfrm>
              <a:off x="2243520" y="2800440"/>
              <a:ext cx="5230080" cy="2827800"/>
            </p14:xfrm>
          </p:contentPart>
        </mc:Choice>
        <mc:Fallback>
          <p:pic>
            <p:nvPicPr>
              <p:cNvPr id="2" name="Ink 1">
                <a:extLst>
                  <a:ext uri="{FF2B5EF4-FFF2-40B4-BE49-F238E27FC236}">
                    <a16:creationId xmlns:a16="http://schemas.microsoft.com/office/drawing/2014/main" id="{F39F4EB7-8758-AB43-BF59-B0FC24B4DBFB}"/>
                  </a:ext>
                </a:extLst>
              </p:cNvPr>
              <p:cNvPicPr/>
              <p:nvPr/>
            </p:nvPicPr>
            <p:blipFill>
              <a:blip r:embed="rId3"/>
              <a:stretch>
                <a:fillRect/>
              </a:stretch>
            </p:blipFill>
            <p:spPr>
              <a:xfrm>
                <a:off x="2234160" y="2791080"/>
                <a:ext cx="5248800" cy="2846520"/>
              </a:xfrm>
              <a:prstGeom prst="rect">
                <a:avLst/>
              </a:prstGeom>
            </p:spPr>
          </p:pic>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2">
            <a:extLst>
              <a:ext uri="{FF2B5EF4-FFF2-40B4-BE49-F238E27FC236}">
                <a16:creationId xmlns:a16="http://schemas.microsoft.com/office/drawing/2014/main" id="{466DCBC7-4938-C162-B7AA-C6661221A2D3}"/>
              </a:ext>
            </a:extLst>
          </p:cNvPr>
          <p:cNvSpPr>
            <a:spLocks noGrp="1"/>
          </p:cNvSpPr>
          <p:nvPr>
            <p:ph idx="1"/>
          </p:nvPr>
        </p:nvSpPr>
        <p:spPr>
          <a:xfrm>
            <a:off x="304800" y="1493838"/>
            <a:ext cx="8229600" cy="4525962"/>
          </a:xfrm>
        </p:spPr>
        <p:txBody>
          <a:bodyPr/>
          <a:lstStyle/>
          <a:p>
            <a:pPr algn="just" fontAlgn="base">
              <a:spcAft>
                <a:spcPct val="0"/>
              </a:spcAft>
            </a:pPr>
            <a:r>
              <a:rPr lang="en-US" altLang="en-US"/>
              <a:t>Developing a communication plan that answers these questions entails the following basic steps:</a:t>
            </a:r>
          </a:p>
          <a:p>
            <a:pPr algn="just" fontAlgn="base">
              <a:spcAft>
                <a:spcPct val="0"/>
              </a:spcAft>
            </a:pPr>
            <a:endParaRPr lang="en-US" altLang="en-US"/>
          </a:p>
          <a:p>
            <a:pPr algn="just" fontAlgn="base">
              <a:spcAft>
                <a:spcPct val="0"/>
              </a:spcAft>
            </a:pPr>
            <a:r>
              <a:rPr lang="en-US" altLang="en-US"/>
              <a:t>1. Stakeholder Analysis: Identify the target groups. Typical groups could be customer, sponsor, project team, project office. </a:t>
            </a:r>
          </a:p>
          <a:p>
            <a:pPr algn="just" fontAlgn="base">
              <a:spcAft>
                <a:spcPct val="0"/>
              </a:spcAft>
            </a:pPr>
            <a:endParaRPr lang="en-US" altLang="en-US"/>
          </a:p>
          <a:p>
            <a:pPr algn="just" fontAlgn="base">
              <a:spcAft>
                <a:spcPct val="0"/>
              </a:spcAft>
            </a:pPr>
            <a:r>
              <a:rPr lang="en-US" altLang="en-US"/>
              <a:t>2. Information Needs: Project Progress, Schedules, Task Lists, Specifications, Project Status Reports, Changes In Scope, Action Items, Deliverable Issues, Team Status Meetings, Accepted Request Changes, Milestone Reports.</a:t>
            </a:r>
          </a:p>
          <a:p>
            <a:pPr fontAlgn="base">
              <a:spcAft>
                <a:spcPct val="0"/>
              </a:spcAft>
            </a:pPr>
            <a:endParaRPr lang="en-US" altLang="en-US"/>
          </a:p>
        </p:txBody>
      </p:sp>
      <p:sp>
        <p:nvSpPr>
          <p:cNvPr id="4" name="Content Placeholder 3">
            <a:extLst>
              <a:ext uri="{FF2B5EF4-FFF2-40B4-BE49-F238E27FC236}">
                <a16:creationId xmlns:a16="http://schemas.microsoft.com/office/drawing/2014/main" id="{48EB04C9-E8E5-1655-FB32-FE401796DAF5}"/>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STEPS</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37F2DAA9-E2E6-2496-367D-2836C44B8647}"/>
                  </a:ext>
                </a:extLst>
              </p14:cNvPr>
              <p14:cNvContentPartPr/>
              <p14:nvPr/>
            </p14:nvContentPartPr>
            <p14:xfrm>
              <a:off x="188280" y="2871000"/>
              <a:ext cx="7984440" cy="3035160"/>
            </p14:xfrm>
          </p:contentPart>
        </mc:Choice>
        <mc:Fallback>
          <p:pic>
            <p:nvPicPr>
              <p:cNvPr id="2" name="Ink 1">
                <a:extLst>
                  <a:ext uri="{FF2B5EF4-FFF2-40B4-BE49-F238E27FC236}">
                    <a16:creationId xmlns:a16="http://schemas.microsoft.com/office/drawing/2014/main" id="{37F2DAA9-E2E6-2496-367D-2836C44B8647}"/>
                  </a:ext>
                </a:extLst>
              </p:cNvPr>
              <p:cNvPicPr/>
              <p:nvPr/>
            </p:nvPicPr>
            <p:blipFill>
              <a:blip r:embed="rId3"/>
              <a:stretch>
                <a:fillRect/>
              </a:stretch>
            </p:blipFill>
            <p:spPr>
              <a:xfrm>
                <a:off x="178920" y="2861640"/>
                <a:ext cx="8003160" cy="3053880"/>
              </a:xfrm>
              <a:prstGeom prst="rect">
                <a:avLst/>
              </a:prstGeom>
            </p:spPr>
          </p:pic>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Content Placeholder 3">
            <a:extLst>
              <a:ext uri="{FF2B5EF4-FFF2-40B4-BE49-F238E27FC236}">
                <a16:creationId xmlns:a16="http://schemas.microsoft.com/office/drawing/2014/main" id="{2677D1D8-7B47-5FA0-04C3-A0B5A70A128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533400" y="1371600"/>
            <a:ext cx="8305800" cy="5105400"/>
          </a:xfrm>
        </p:spPr>
      </p:pic>
      <p:sp>
        <p:nvSpPr>
          <p:cNvPr id="3" name="Content Placeholder 2">
            <a:extLst>
              <a:ext uri="{FF2B5EF4-FFF2-40B4-BE49-F238E27FC236}">
                <a16:creationId xmlns:a16="http://schemas.microsoft.com/office/drawing/2014/main" id="{D191356D-D797-2BBD-1CDF-5A1662F3DCF7}"/>
              </a:ext>
            </a:extLst>
          </p:cNvPr>
          <p:cNvSpPr>
            <a:spLocks noGrp="1"/>
          </p:cNvSpPr>
          <p:nvPr>
            <p:ph sz="quarter" idx="10"/>
          </p:nvPr>
        </p:nvSpPr>
        <p:spPr/>
        <p:txBody>
          <a:bodyPr/>
          <a:lstStyle/>
          <a:p>
            <a:pPr>
              <a:defRPr/>
            </a:pPr>
            <a:r>
              <a:rPr lang="en-IN" dirty="0"/>
              <a:t>Stakeholder Analysis</a:t>
            </a:r>
            <a:endParaRPr lang="en-US"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AC168AAE-A609-5833-0416-62CAAA1F012C}"/>
                  </a:ext>
                </a:extLst>
              </p14:cNvPr>
              <p14:cNvContentPartPr/>
              <p14:nvPr/>
            </p14:nvContentPartPr>
            <p14:xfrm>
              <a:off x="1544400" y="2131200"/>
              <a:ext cx="6643080" cy="3464280"/>
            </p14:xfrm>
          </p:contentPart>
        </mc:Choice>
        <mc:Fallback>
          <p:pic>
            <p:nvPicPr>
              <p:cNvPr id="2" name="Ink 1">
                <a:extLst>
                  <a:ext uri="{FF2B5EF4-FFF2-40B4-BE49-F238E27FC236}">
                    <a16:creationId xmlns:a16="http://schemas.microsoft.com/office/drawing/2014/main" id="{AC168AAE-A609-5833-0416-62CAAA1F012C}"/>
                  </a:ext>
                </a:extLst>
              </p:cNvPr>
              <p:cNvPicPr/>
              <p:nvPr/>
            </p:nvPicPr>
            <p:blipFill>
              <a:blip r:embed="rId4"/>
              <a:stretch>
                <a:fillRect/>
              </a:stretch>
            </p:blipFill>
            <p:spPr>
              <a:xfrm>
                <a:off x="1535040" y="2121840"/>
                <a:ext cx="6661800" cy="3483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8D384A96-9D80-61CB-4AD4-79A8C802E0C8}"/>
                  </a:ext>
                </a:extLst>
              </p14:cNvPr>
              <p14:cNvContentPartPr/>
              <p14:nvPr/>
            </p14:nvContentPartPr>
            <p14:xfrm>
              <a:off x="2936160" y="831600"/>
              <a:ext cx="3542400" cy="3122280"/>
            </p14:xfrm>
          </p:contentPart>
        </mc:Choice>
        <mc:Fallback>
          <p:pic>
            <p:nvPicPr>
              <p:cNvPr id="4" name="Ink 3">
                <a:extLst>
                  <a:ext uri="{FF2B5EF4-FFF2-40B4-BE49-F238E27FC236}">
                    <a16:creationId xmlns:a16="http://schemas.microsoft.com/office/drawing/2014/main" id="{8D384A96-9D80-61CB-4AD4-79A8C802E0C8}"/>
                  </a:ext>
                </a:extLst>
              </p:cNvPr>
              <p:cNvPicPr/>
              <p:nvPr/>
            </p:nvPicPr>
            <p:blipFill>
              <a:blip r:embed="rId6"/>
              <a:stretch>
                <a:fillRect/>
              </a:stretch>
            </p:blipFill>
            <p:spPr>
              <a:xfrm>
                <a:off x="2926800" y="822240"/>
                <a:ext cx="3561120" cy="3141000"/>
              </a:xfrm>
              <a:prstGeom prst="rect">
                <a:avLst/>
              </a:prstGeom>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2">
            <a:extLst>
              <a:ext uri="{FF2B5EF4-FFF2-40B4-BE49-F238E27FC236}">
                <a16:creationId xmlns:a16="http://schemas.microsoft.com/office/drawing/2014/main" id="{C7146830-93BE-A334-AADE-9D54177E92CF}"/>
              </a:ext>
            </a:extLst>
          </p:cNvPr>
          <p:cNvSpPr>
            <a:spLocks noGrp="1"/>
          </p:cNvSpPr>
          <p:nvPr>
            <p:ph idx="1"/>
          </p:nvPr>
        </p:nvSpPr>
        <p:spPr>
          <a:xfrm>
            <a:off x="304800" y="1493838"/>
            <a:ext cx="8229600" cy="4525962"/>
          </a:xfrm>
        </p:spPr>
        <p:txBody>
          <a:bodyPr/>
          <a:lstStyle/>
          <a:p>
            <a:pPr algn="just" fontAlgn="base">
              <a:spcAft>
                <a:spcPct val="0"/>
              </a:spcAft>
            </a:pPr>
            <a:r>
              <a:rPr lang="en-US" altLang="en-US"/>
              <a:t>3. Sources Of Information: Where does the Information reside? How will it be collected?</a:t>
            </a:r>
          </a:p>
          <a:p>
            <a:pPr algn="just" fontAlgn="base">
              <a:spcAft>
                <a:spcPct val="0"/>
              </a:spcAft>
              <a:buFont typeface="Arial" pitchFamily="34" charset="0"/>
              <a:buChar char="•"/>
            </a:pPr>
            <a:endParaRPr lang="en-US" altLang="en-US"/>
          </a:p>
          <a:p>
            <a:pPr algn="just" fontAlgn="base">
              <a:spcAft>
                <a:spcPct val="0"/>
              </a:spcAft>
            </a:pPr>
            <a:r>
              <a:rPr lang="en-US" altLang="en-US"/>
              <a:t>4. Dissemination Modes: E-mail, Teleconferencing, etc. Create Virtual Project Office to store Project Information.</a:t>
            </a:r>
          </a:p>
          <a:p>
            <a:pPr algn="just" fontAlgn="base">
              <a:spcAft>
                <a:spcPct val="0"/>
              </a:spcAft>
              <a:buFont typeface="Arial" pitchFamily="34" charset="0"/>
              <a:buChar char="•"/>
            </a:pPr>
            <a:endParaRPr lang="en-US" altLang="en-US"/>
          </a:p>
          <a:p>
            <a:pPr algn="just" fontAlgn="base">
              <a:spcAft>
                <a:spcPct val="0"/>
              </a:spcAft>
            </a:pPr>
            <a:r>
              <a:rPr lang="en-US" altLang="en-US"/>
              <a:t>5. Responsibility and Timing: Determine who will send out the Information. Timing and frequency of distribution appropriate to the information need to be established.</a:t>
            </a:r>
          </a:p>
        </p:txBody>
      </p:sp>
      <p:sp>
        <p:nvSpPr>
          <p:cNvPr id="4" name="Content Placeholder 3">
            <a:extLst>
              <a:ext uri="{FF2B5EF4-FFF2-40B4-BE49-F238E27FC236}">
                <a16:creationId xmlns:a16="http://schemas.microsoft.com/office/drawing/2014/main" id="{7A769BAE-A660-61C0-3B1B-233BE696FB86}"/>
              </a:ext>
            </a:extLst>
          </p:cNvPr>
          <p:cNvSpPr>
            <a:spLocks noGrp="1"/>
          </p:cNvSpPr>
          <p:nvPr>
            <p:ph sz="quarter" idx="10"/>
          </p:nvPr>
        </p:nvSpPr>
        <p:spPr/>
        <p:txBody>
          <a:bodyPr rtlCol="0"/>
          <a:lstStyle/>
          <a:p>
            <a:pPr eaLnBrk="1" fontAlgn="auto" hangingPunct="1">
              <a:spcAft>
                <a:spcPts val="0"/>
              </a:spcAft>
              <a:defRPr/>
            </a:pPr>
            <a:r>
              <a:rPr lang="en-US" dirty="0"/>
              <a:t>Project Communication Plan</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50C5DE7-16C6-F227-058D-A0FB016F618D}"/>
                  </a:ext>
                </a:extLst>
              </p14:cNvPr>
              <p14:cNvContentPartPr/>
              <p14:nvPr/>
            </p14:nvContentPartPr>
            <p14:xfrm>
              <a:off x="590760" y="2636640"/>
              <a:ext cx="6157800" cy="1774440"/>
            </p14:xfrm>
          </p:contentPart>
        </mc:Choice>
        <mc:Fallback>
          <p:pic>
            <p:nvPicPr>
              <p:cNvPr id="2" name="Ink 1">
                <a:extLst>
                  <a:ext uri="{FF2B5EF4-FFF2-40B4-BE49-F238E27FC236}">
                    <a16:creationId xmlns:a16="http://schemas.microsoft.com/office/drawing/2014/main" id="{650C5DE7-16C6-F227-058D-A0FB016F618D}"/>
                  </a:ext>
                </a:extLst>
              </p:cNvPr>
              <p:cNvPicPr/>
              <p:nvPr/>
            </p:nvPicPr>
            <p:blipFill>
              <a:blip r:embed="rId3"/>
              <a:stretch>
                <a:fillRect/>
              </a:stretch>
            </p:blipFill>
            <p:spPr>
              <a:xfrm>
                <a:off x="581400" y="2627280"/>
                <a:ext cx="6176520" cy="1793160"/>
              </a:xfrm>
              <a:prstGeom prst="rect">
                <a:avLst/>
              </a:prstGeom>
            </p:spPr>
          </p:pic>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93AF53-3310-5190-FEFB-FEF6A5236387}"/>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018DD89-2C5C-D647-28FB-809DAD1F8129}"/>
                  </a:ext>
                </a:extLst>
              </p14:cNvPr>
              <p14:cNvContentPartPr/>
              <p14:nvPr/>
            </p14:nvContentPartPr>
            <p14:xfrm>
              <a:off x="1951560" y="1852560"/>
              <a:ext cx="6458760" cy="1760040"/>
            </p14:xfrm>
          </p:contentPart>
        </mc:Choice>
        <mc:Fallback>
          <p:pic>
            <p:nvPicPr>
              <p:cNvPr id="3" name="Ink 2">
                <a:extLst>
                  <a:ext uri="{FF2B5EF4-FFF2-40B4-BE49-F238E27FC236}">
                    <a16:creationId xmlns:a16="http://schemas.microsoft.com/office/drawing/2014/main" id="{8018DD89-2C5C-D647-28FB-809DAD1F8129}"/>
                  </a:ext>
                </a:extLst>
              </p:cNvPr>
              <p:cNvPicPr/>
              <p:nvPr/>
            </p:nvPicPr>
            <p:blipFill>
              <a:blip r:embed="rId3"/>
              <a:stretch>
                <a:fillRect/>
              </a:stretch>
            </p:blipFill>
            <p:spPr>
              <a:xfrm>
                <a:off x="1942200" y="1843200"/>
                <a:ext cx="6477480" cy="17787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2748C4F1-B7F7-C481-0349-2EE9C560FCA2}"/>
                  </a:ext>
                </a:extLst>
              </p14:cNvPr>
              <p14:cNvContentPartPr/>
              <p14:nvPr/>
            </p14:nvContentPartPr>
            <p14:xfrm>
              <a:off x="2880000" y="4055760"/>
              <a:ext cx="866520" cy="982440"/>
            </p14:xfrm>
          </p:contentPart>
        </mc:Choice>
        <mc:Fallback>
          <p:pic>
            <p:nvPicPr>
              <p:cNvPr id="4" name="Ink 3">
                <a:extLst>
                  <a:ext uri="{FF2B5EF4-FFF2-40B4-BE49-F238E27FC236}">
                    <a16:creationId xmlns:a16="http://schemas.microsoft.com/office/drawing/2014/main" id="{2748C4F1-B7F7-C481-0349-2EE9C560FCA2}"/>
                  </a:ext>
                </a:extLst>
              </p:cNvPr>
              <p:cNvPicPr/>
              <p:nvPr/>
            </p:nvPicPr>
            <p:blipFill>
              <a:blip r:embed="rId5"/>
              <a:stretch>
                <a:fillRect/>
              </a:stretch>
            </p:blipFill>
            <p:spPr>
              <a:xfrm>
                <a:off x="2870640" y="4046400"/>
                <a:ext cx="885240" cy="1001160"/>
              </a:xfrm>
              <a:prstGeom prst="rect">
                <a:avLst/>
              </a:prstGeom>
            </p:spPr>
          </p:pic>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1">
            <a:extLst>
              <a:ext uri="{FF2B5EF4-FFF2-40B4-BE49-F238E27FC236}">
                <a16:creationId xmlns:a16="http://schemas.microsoft.com/office/drawing/2014/main" id="{0B6016A7-4AE8-AD60-CE88-3CFF6692A57C}"/>
              </a:ext>
            </a:extLst>
          </p:cNvPr>
          <p:cNvSpPr>
            <a:spLocks noGrp="1"/>
          </p:cNvSpPr>
          <p:nvPr>
            <p:ph idx="1"/>
          </p:nvPr>
        </p:nvSpPr>
        <p:spPr>
          <a:xfrm>
            <a:off x="304800" y="1493838"/>
            <a:ext cx="8229600" cy="4525962"/>
          </a:xfrm>
        </p:spPr>
        <p:txBody>
          <a:bodyPr/>
          <a:lstStyle/>
          <a:p>
            <a:pPr fontAlgn="base">
              <a:spcAft>
                <a:spcPct val="0"/>
              </a:spcAft>
            </a:pPr>
            <a:endParaRPr lang="en-US" altLang="en-US"/>
          </a:p>
        </p:txBody>
      </p:sp>
      <p:sp>
        <p:nvSpPr>
          <p:cNvPr id="3" name="Content Placeholder 2">
            <a:extLst>
              <a:ext uri="{FF2B5EF4-FFF2-40B4-BE49-F238E27FC236}">
                <a16:creationId xmlns:a16="http://schemas.microsoft.com/office/drawing/2014/main" id="{DB6A1908-9CB0-B2F1-4CC9-42404DF5A12C}"/>
              </a:ext>
            </a:extLst>
          </p:cNvPr>
          <p:cNvSpPr>
            <a:spLocks noGrp="1"/>
          </p:cNvSpPr>
          <p:nvPr>
            <p:ph sz="quarter" idx="10"/>
          </p:nvPr>
        </p:nvSpPr>
        <p:spPr/>
        <p:txBody>
          <a:bodyPr/>
          <a:lstStyle/>
          <a:p>
            <a:pPr>
              <a:buFont typeface="Arial" charset="0"/>
              <a:buNone/>
              <a:defRPr/>
            </a:pPr>
            <a:r>
              <a:rPr lang="en-US" dirty="0"/>
              <a:t>Factors influencing the Quality of Estimates</a:t>
            </a:r>
          </a:p>
        </p:txBody>
      </p:sp>
      <p:sp>
        <p:nvSpPr>
          <p:cNvPr id="4" name="Slide Number Placeholder 2">
            <a:extLst>
              <a:ext uri="{FF2B5EF4-FFF2-40B4-BE49-F238E27FC236}">
                <a16:creationId xmlns:a16="http://schemas.microsoft.com/office/drawing/2014/main" id="{51FCE3DC-1937-E6A2-EE08-2504E01E7458}"/>
              </a:ext>
            </a:extLst>
          </p:cNvPr>
          <p:cNvSpPr txBox="1">
            <a:spLocks/>
          </p:cNvSpPr>
          <p:nvPr/>
        </p:nvSpPr>
        <p:spPr bwMode="auto">
          <a:xfrm>
            <a:off x="6765925" y="6553200"/>
            <a:ext cx="2117725" cy="152400"/>
          </a:xfrm>
          <a:prstGeom prst="rect">
            <a:avLst/>
          </a:prstGeom>
          <a:noFill/>
          <a:ln w="9525">
            <a:noFill/>
            <a:miter lim="800000"/>
            <a:headEnd/>
            <a:tailEnd/>
          </a:ln>
        </p:spPr>
        <p:txBody>
          <a:bodyPr anchor="ctr">
            <a:normAutofit/>
          </a:bodyPr>
          <a:lstStyle>
            <a:lvl1pPr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nSpc>
                <a:spcPts val="3600"/>
              </a:lnSpc>
              <a:spcBef>
                <a:spcPct val="0"/>
              </a:spcBef>
              <a:buFont typeface="Arial" panose="020B0604020202020204" pitchFamily="34" charset="0"/>
              <a:buNone/>
            </a:pPr>
            <a:r>
              <a:rPr lang="en-US" altLang="en-US" sz="100" b="1"/>
              <a:t>5–</a:t>
            </a:r>
            <a:fld id="{A043CBE2-7EF0-4A27-9FBB-ABC07EB723FA}" type="slidenum">
              <a:rPr lang="en-US" altLang="en-US" sz="100" b="1"/>
              <a:pPr>
                <a:lnSpc>
                  <a:spcPts val="3600"/>
                </a:lnSpc>
                <a:spcBef>
                  <a:spcPct val="0"/>
                </a:spcBef>
                <a:buFont typeface="Arial" panose="020B0604020202020204" pitchFamily="34" charset="0"/>
                <a:buNone/>
              </a:pPr>
              <a:t>38</a:t>
            </a:fld>
            <a:endParaRPr lang="en-US" altLang="en-US" sz="100" b="1"/>
          </a:p>
        </p:txBody>
      </p:sp>
      <p:sp>
        <p:nvSpPr>
          <p:cNvPr id="5" name="AutoShape 2">
            <a:extLst>
              <a:ext uri="{FF2B5EF4-FFF2-40B4-BE49-F238E27FC236}">
                <a16:creationId xmlns:a16="http://schemas.microsoft.com/office/drawing/2014/main" id="{B896C822-69AD-61EF-E5FC-EF353C463E73}"/>
              </a:ext>
            </a:extLst>
          </p:cNvPr>
          <p:cNvSpPr txBox="1">
            <a:spLocks noChangeArrowheads="1"/>
          </p:cNvSpPr>
          <p:nvPr/>
        </p:nvSpPr>
        <p:spPr>
          <a:xfrm>
            <a:off x="495300" y="263525"/>
            <a:ext cx="8153400" cy="823913"/>
          </a:xfrm>
          <a:prstGeom prst="roundRect">
            <a:avLst>
              <a:gd name="adj" fmla="val 16667"/>
            </a:avLst>
          </a:prstGeom>
        </p:spPr>
        <p:txBody>
          <a:bodyPr lIns="0" rIns="0"/>
          <a:lstStyle/>
          <a:p>
            <a:pPr eaLnBrk="1" hangingPunct="1">
              <a:defRPr/>
            </a:pPr>
            <a:endParaRPr lang="en-US" sz="4000" b="1" spc="-150" dirty="0">
              <a:ea typeface="+mj-ea"/>
            </a:endParaRPr>
          </a:p>
        </p:txBody>
      </p:sp>
      <p:sp>
        <p:nvSpPr>
          <p:cNvPr id="6" name="Line 4">
            <a:extLst>
              <a:ext uri="{FF2B5EF4-FFF2-40B4-BE49-F238E27FC236}">
                <a16:creationId xmlns:a16="http://schemas.microsoft.com/office/drawing/2014/main" id="{3D724889-02D7-A8DE-F49D-8A28441621BC}"/>
              </a:ext>
            </a:extLst>
          </p:cNvPr>
          <p:cNvSpPr>
            <a:spLocks noChangeShapeType="1"/>
          </p:cNvSpPr>
          <p:nvPr/>
        </p:nvSpPr>
        <p:spPr bwMode="blackWhite">
          <a:xfrm>
            <a:off x="4572000" y="2422525"/>
            <a:ext cx="0" cy="762000"/>
          </a:xfrm>
          <a:prstGeom prst="line">
            <a:avLst/>
          </a:prstGeom>
          <a:noFill/>
          <a:ln w="28575">
            <a:solidFill>
              <a:srgbClr val="FF0066"/>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7" name="Line 5">
            <a:extLst>
              <a:ext uri="{FF2B5EF4-FFF2-40B4-BE49-F238E27FC236}">
                <a16:creationId xmlns:a16="http://schemas.microsoft.com/office/drawing/2014/main" id="{561247CB-EBAE-5628-C315-538377846F87}"/>
              </a:ext>
            </a:extLst>
          </p:cNvPr>
          <p:cNvSpPr>
            <a:spLocks noChangeShapeType="1"/>
          </p:cNvSpPr>
          <p:nvPr/>
        </p:nvSpPr>
        <p:spPr bwMode="blackWhite">
          <a:xfrm rot="-2801678">
            <a:off x="3505994" y="2878932"/>
            <a:ext cx="1587" cy="762000"/>
          </a:xfrm>
          <a:prstGeom prst="line">
            <a:avLst/>
          </a:prstGeom>
          <a:noFill/>
          <a:ln w="28575">
            <a:solidFill>
              <a:srgbClr val="FF0066"/>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8" name="Line 6">
            <a:extLst>
              <a:ext uri="{FF2B5EF4-FFF2-40B4-BE49-F238E27FC236}">
                <a16:creationId xmlns:a16="http://schemas.microsoft.com/office/drawing/2014/main" id="{F9094505-4749-30A2-2554-42CE2DBEA606}"/>
              </a:ext>
            </a:extLst>
          </p:cNvPr>
          <p:cNvSpPr>
            <a:spLocks noChangeShapeType="1"/>
          </p:cNvSpPr>
          <p:nvPr/>
        </p:nvSpPr>
        <p:spPr bwMode="blackWhite">
          <a:xfrm rot="2191705">
            <a:off x="3886200" y="4479925"/>
            <a:ext cx="1588" cy="762000"/>
          </a:xfrm>
          <a:prstGeom prst="line">
            <a:avLst/>
          </a:prstGeom>
          <a:noFill/>
          <a:ln w="28575">
            <a:solidFill>
              <a:srgbClr val="FF0066"/>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9" name="Line 7">
            <a:extLst>
              <a:ext uri="{FF2B5EF4-FFF2-40B4-BE49-F238E27FC236}">
                <a16:creationId xmlns:a16="http://schemas.microsoft.com/office/drawing/2014/main" id="{6D87930D-D1F3-B3C8-2E1D-FAC6667A8834}"/>
              </a:ext>
            </a:extLst>
          </p:cNvPr>
          <p:cNvSpPr>
            <a:spLocks noChangeShapeType="1"/>
          </p:cNvSpPr>
          <p:nvPr/>
        </p:nvSpPr>
        <p:spPr bwMode="blackWhite">
          <a:xfrm rot="-6160750">
            <a:off x="3352006" y="3718719"/>
            <a:ext cx="1588" cy="762000"/>
          </a:xfrm>
          <a:prstGeom prst="line">
            <a:avLst/>
          </a:prstGeom>
          <a:noFill/>
          <a:ln w="28575">
            <a:solidFill>
              <a:srgbClr val="FF0066"/>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0" name="Line 8">
            <a:extLst>
              <a:ext uri="{FF2B5EF4-FFF2-40B4-BE49-F238E27FC236}">
                <a16:creationId xmlns:a16="http://schemas.microsoft.com/office/drawing/2014/main" id="{864BE929-A4B3-3376-07E2-20FD0B184309}"/>
              </a:ext>
            </a:extLst>
          </p:cNvPr>
          <p:cNvSpPr>
            <a:spLocks noChangeShapeType="1"/>
          </p:cNvSpPr>
          <p:nvPr/>
        </p:nvSpPr>
        <p:spPr bwMode="blackWhite">
          <a:xfrm rot="6160750" flipH="1">
            <a:off x="5790406" y="3718719"/>
            <a:ext cx="1588" cy="762000"/>
          </a:xfrm>
          <a:prstGeom prst="line">
            <a:avLst/>
          </a:prstGeom>
          <a:noFill/>
          <a:ln w="28575">
            <a:solidFill>
              <a:srgbClr val="FF0066"/>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1" name="Line 9">
            <a:extLst>
              <a:ext uri="{FF2B5EF4-FFF2-40B4-BE49-F238E27FC236}">
                <a16:creationId xmlns:a16="http://schemas.microsoft.com/office/drawing/2014/main" id="{CF303E4D-0D42-3E31-3CD4-1DD9EA14CC8E}"/>
              </a:ext>
            </a:extLst>
          </p:cNvPr>
          <p:cNvSpPr>
            <a:spLocks noChangeShapeType="1"/>
          </p:cNvSpPr>
          <p:nvPr/>
        </p:nvSpPr>
        <p:spPr bwMode="blackWhite">
          <a:xfrm rot="19408295" flipH="1">
            <a:off x="5257800" y="4479925"/>
            <a:ext cx="1588" cy="762000"/>
          </a:xfrm>
          <a:prstGeom prst="line">
            <a:avLst/>
          </a:prstGeom>
          <a:noFill/>
          <a:ln w="28575">
            <a:solidFill>
              <a:srgbClr val="FF0066"/>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2" name="Line 10">
            <a:extLst>
              <a:ext uri="{FF2B5EF4-FFF2-40B4-BE49-F238E27FC236}">
                <a16:creationId xmlns:a16="http://schemas.microsoft.com/office/drawing/2014/main" id="{8A29AEE2-B737-485A-AE94-C11B9921EEC1}"/>
              </a:ext>
            </a:extLst>
          </p:cNvPr>
          <p:cNvSpPr>
            <a:spLocks noChangeShapeType="1"/>
          </p:cNvSpPr>
          <p:nvPr/>
        </p:nvSpPr>
        <p:spPr bwMode="blackWhite">
          <a:xfrm rot="2801678" flipH="1">
            <a:off x="5638006" y="2878932"/>
            <a:ext cx="1587" cy="762000"/>
          </a:xfrm>
          <a:prstGeom prst="line">
            <a:avLst/>
          </a:prstGeom>
          <a:noFill/>
          <a:ln w="28575">
            <a:solidFill>
              <a:srgbClr val="FF0066"/>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3" name="Oval 11">
            <a:extLst>
              <a:ext uri="{FF2B5EF4-FFF2-40B4-BE49-F238E27FC236}">
                <a16:creationId xmlns:a16="http://schemas.microsoft.com/office/drawing/2014/main" id="{F0665891-4165-1C13-7224-C7091DA5629C}"/>
              </a:ext>
            </a:extLst>
          </p:cNvPr>
          <p:cNvSpPr>
            <a:spLocks noChangeArrowheads="1"/>
          </p:cNvSpPr>
          <p:nvPr/>
        </p:nvSpPr>
        <p:spPr bwMode="blackWhite">
          <a:xfrm>
            <a:off x="3530600" y="3200400"/>
            <a:ext cx="2117725" cy="1552575"/>
          </a:xfrm>
          <a:prstGeom prst="ellipse">
            <a:avLst/>
          </a:prstGeom>
          <a:solidFill>
            <a:srgbClr val="F8F8F8"/>
          </a:solidFill>
          <a:ln w="9525">
            <a:solidFill>
              <a:schemeClr val="tx1"/>
            </a:solidFill>
            <a:round/>
            <a:headEnd/>
            <a:tailEnd/>
          </a:ln>
          <a:effectLst>
            <a:outerShdw dist="107763" dir="2700000" algn="ctr" rotWithShape="0">
              <a:schemeClr val="bg2">
                <a:alpha val="50000"/>
              </a:schemeClr>
            </a:outerShdw>
          </a:effectLst>
        </p:spPr>
        <p:txBody>
          <a:bodyPr lIns="0" tIns="0" rIns="0" bIns="0" anchor="ctr" anchorCtr="1"/>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2400"/>
              <a:t>Quality of Estimates</a:t>
            </a:r>
          </a:p>
        </p:txBody>
      </p:sp>
      <p:sp>
        <p:nvSpPr>
          <p:cNvPr id="14" name="Oval 12">
            <a:extLst>
              <a:ext uri="{FF2B5EF4-FFF2-40B4-BE49-F238E27FC236}">
                <a16:creationId xmlns:a16="http://schemas.microsoft.com/office/drawing/2014/main" id="{8FEEAD49-5D96-702C-8A8B-7DD887D67F62}"/>
              </a:ext>
            </a:extLst>
          </p:cNvPr>
          <p:cNvSpPr>
            <a:spLocks noChangeArrowheads="1"/>
          </p:cNvSpPr>
          <p:nvPr/>
        </p:nvSpPr>
        <p:spPr bwMode="blackWhite">
          <a:xfrm>
            <a:off x="5734050" y="2308225"/>
            <a:ext cx="2647950" cy="1047750"/>
          </a:xfrm>
          <a:prstGeom prst="ellipse">
            <a:avLst/>
          </a:prstGeom>
          <a:solidFill>
            <a:srgbClr val="FFFFFF"/>
          </a:solidFill>
          <a:ln w="9525">
            <a:solidFill>
              <a:schemeClr val="tx1"/>
            </a:solidFill>
            <a:round/>
            <a:headEnd/>
            <a:tailEnd/>
          </a:ln>
          <a:effectLst>
            <a:outerShdw dist="107763" dir="2700000" algn="ctr" rotWithShape="0">
              <a:schemeClr val="bg2">
                <a:alpha val="50000"/>
              </a:schemeClr>
            </a:outerShdw>
          </a:effectLst>
        </p:spPr>
        <p:txBody>
          <a:bodyPr lIns="0" tIns="0" rIns="0" bIns="0" anchor="ctr" anchorCtr="1"/>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800"/>
              <a:t>Project</a:t>
            </a:r>
            <a:br>
              <a:rPr lang="en-US" altLang="en-US" sz="1800"/>
            </a:br>
            <a:r>
              <a:rPr lang="en-US" altLang="en-US" sz="1800"/>
              <a:t>Duration</a:t>
            </a:r>
          </a:p>
        </p:txBody>
      </p:sp>
      <p:sp>
        <p:nvSpPr>
          <p:cNvPr id="15" name="Oval 13">
            <a:extLst>
              <a:ext uri="{FF2B5EF4-FFF2-40B4-BE49-F238E27FC236}">
                <a16:creationId xmlns:a16="http://schemas.microsoft.com/office/drawing/2014/main" id="{32D2EB1A-5D8D-D1C1-72D1-951DD78B09A4}"/>
              </a:ext>
            </a:extLst>
          </p:cNvPr>
          <p:cNvSpPr>
            <a:spLocks noChangeArrowheads="1"/>
          </p:cNvSpPr>
          <p:nvPr/>
        </p:nvSpPr>
        <p:spPr bwMode="blackWhite">
          <a:xfrm>
            <a:off x="5886450" y="3730625"/>
            <a:ext cx="2647950" cy="1047750"/>
          </a:xfrm>
          <a:prstGeom prst="ellipse">
            <a:avLst/>
          </a:prstGeom>
          <a:solidFill>
            <a:srgbClr val="FFFFFF"/>
          </a:solidFill>
          <a:ln w="9525">
            <a:solidFill>
              <a:schemeClr val="tx1"/>
            </a:solidFill>
            <a:round/>
            <a:headEnd/>
            <a:tailEnd/>
          </a:ln>
          <a:effectLst>
            <a:outerShdw dist="107763" dir="2700000" algn="ctr" rotWithShape="0">
              <a:schemeClr val="bg2">
                <a:alpha val="50000"/>
              </a:schemeClr>
            </a:outerShdw>
          </a:effectLst>
        </p:spPr>
        <p:txBody>
          <a:bodyPr lIns="0" tIns="0" rIns="0" bIns="0" anchor="ctr" anchorCtr="1"/>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800"/>
              <a:t>People</a:t>
            </a:r>
          </a:p>
        </p:txBody>
      </p:sp>
      <p:sp>
        <p:nvSpPr>
          <p:cNvPr id="16" name="Oval 14">
            <a:extLst>
              <a:ext uri="{FF2B5EF4-FFF2-40B4-BE49-F238E27FC236}">
                <a16:creationId xmlns:a16="http://schemas.microsoft.com/office/drawing/2014/main" id="{E3447C83-8B8E-936C-FA3D-F5A7744EC031}"/>
              </a:ext>
            </a:extLst>
          </p:cNvPr>
          <p:cNvSpPr>
            <a:spLocks noChangeArrowheads="1"/>
          </p:cNvSpPr>
          <p:nvPr/>
        </p:nvSpPr>
        <p:spPr bwMode="blackWhite">
          <a:xfrm>
            <a:off x="4972050" y="5026025"/>
            <a:ext cx="2647950" cy="1047750"/>
          </a:xfrm>
          <a:prstGeom prst="ellipse">
            <a:avLst/>
          </a:prstGeom>
          <a:solidFill>
            <a:srgbClr val="FFFFFF"/>
          </a:solidFill>
          <a:ln w="9525">
            <a:solidFill>
              <a:schemeClr val="tx1"/>
            </a:solidFill>
            <a:round/>
            <a:headEnd/>
            <a:tailEnd/>
          </a:ln>
          <a:effectLst>
            <a:outerShdw dist="107763" dir="2700000" algn="ctr" rotWithShape="0">
              <a:schemeClr val="bg2">
                <a:alpha val="50000"/>
              </a:schemeClr>
            </a:outerShdw>
          </a:effectLst>
        </p:spPr>
        <p:txBody>
          <a:bodyPr lIns="0" tIns="0" rIns="0" bIns="0" anchor="ctr" anchorCtr="1"/>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800"/>
              <a:t>Project Structure and Organization</a:t>
            </a:r>
          </a:p>
        </p:txBody>
      </p:sp>
      <p:sp>
        <p:nvSpPr>
          <p:cNvPr id="17" name="Oval 15">
            <a:extLst>
              <a:ext uri="{FF2B5EF4-FFF2-40B4-BE49-F238E27FC236}">
                <a16:creationId xmlns:a16="http://schemas.microsoft.com/office/drawing/2014/main" id="{0A107DA0-BBEE-8854-C7EA-672FD54A00F0}"/>
              </a:ext>
            </a:extLst>
          </p:cNvPr>
          <p:cNvSpPr>
            <a:spLocks noChangeArrowheads="1"/>
          </p:cNvSpPr>
          <p:nvPr/>
        </p:nvSpPr>
        <p:spPr bwMode="blackWhite">
          <a:xfrm>
            <a:off x="1447800" y="5026025"/>
            <a:ext cx="2647950" cy="1047750"/>
          </a:xfrm>
          <a:prstGeom prst="ellipse">
            <a:avLst/>
          </a:prstGeom>
          <a:solidFill>
            <a:srgbClr val="FFFFFF"/>
          </a:solidFill>
          <a:ln w="9525">
            <a:solidFill>
              <a:schemeClr val="tx1"/>
            </a:solidFill>
            <a:round/>
            <a:headEnd/>
            <a:tailEnd/>
          </a:ln>
          <a:effectLst>
            <a:outerShdw dist="107763" dir="2700000" algn="ctr" rotWithShape="0">
              <a:schemeClr val="bg2">
                <a:alpha val="50000"/>
              </a:schemeClr>
            </a:outerShdw>
          </a:effectLst>
        </p:spPr>
        <p:txBody>
          <a:bodyPr lIns="0" tIns="0" rIns="0" bIns="0" anchor="ctr" anchorCtr="1"/>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800"/>
              <a:t>Padding</a:t>
            </a:r>
            <a:br>
              <a:rPr lang="en-US" altLang="en-US" sz="1800"/>
            </a:br>
            <a:r>
              <a:rPr lang="en-US" altLang="en-US" sz="1800"/>
              <a:t>Estimates</a:t>
            </a:r>
          </a:p>
        </p:txBody>
      </p:sp>
      <p:sp>
        <p:nvSpPr>
          <p:cNvPr id="18" name="Oval 16">
            <a:extLst>
              <a:ext uri="{FF2B5EF4-FFF2-40B4-BE49-F238E27FC236}">
                <a16:creationId xmlns:a16="http://schemas.microsoft.com/office/drawing/2014/main" id="{352304F2-9219-0949-093D-FB72FB17D153}"/>
              </a:ext>
            </a:extLst>
          </p:cNvPr>
          <p:cNvSpPr>
            <a:spLocks noChangeArrowheads="1"/>
          </p:cNvSpPr>
          <p:nvPr/>
        </p:nvSpPr>
        <p:spPr bwMode="blackWhite">
          <a:xfrm>
            <a:off x="628650" y="3730625"/>
            <a:ext cx="2647950" cy="1047750"/>
          </a:xfrm>
          <a:prstGeom prst="ellipse">
            <a:avLst/>
          </a:prstGeom>
          <a:solidFill>
            <a:srgbClr val="FFFFFF"/>
          </a:solidFill>
          <a:ln w="9525">
            <a:solidFill>
              <a:schemeClr val="tx1"/>
            </a:solidFill>
            <a:round/>
            <a:headEnd/>
            <a:tailEnd/>
          </a:ln>
          <a:effectLst>
            <a:outerShdw dist="107763" dir="2700000" algn="ctr" rotWithShape="0">
              <a:schemeClr val="bg2">
                <a:alpha val="50000"/>
              </a:schemeClr>
            </a:outerShdw>
          </a:effectLst>
        </p:spPr>
        <p:txBody>
          <a:bodyPr lIns="0" tIns="0" rIns="0" bIns="0" anchor="ctr" anchorCtr="1"/>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800"/>
              <a:t>Organization</a:t>
            </a:r>
            <a:br>
              <a:rPr lang="en-US" altLang="en-US" sz="1800"/>
            </a:br>
            <a:r>
              <a:rPr lang="en-US" altLang="en-US" sz="1800"/>
              <a:t>Culture</a:t>
            </a:r>
          </a:p>
        </p:txBody>
      </p:sp>
      <p:sp>
        <p:nvSpPr>
          <p:cNvPr id="19" name="Oval 17">
            <a:extLst>
              <a:ext uri="{FF2B5EF4-FFF2-40B4-BE49-F238E27FC236}">
                <a16:creationId xmlns:a16="http://schemas.microsoft.com/office/drawing/2014/main" id="{7EDA195B-5C52-89E1-42C9-FCB762752FF2}"/>
              </a:ext>
            </a:extLst>
          </p:cNvPr>
          <p:cNvSpPr>
            <a:spLocks noChangeArrowheads="1"/>
          </p:cNvSpPr>
          <p:nvPr/>
        </p:nvSpPr>
        <p:spPr bwMode="blackWhite">
          <a:xfrm>
            <a:off x="685800" y="2308225"/>
            <a:ext cx="2647950" cy="1047750"/>
          </a:xfrm>
          <a:prstGeom prst="ellipse">
            <a:avLst/>
          </a:prstGeom>
          <a:solidFill>
            <a:srgbClr val="FFFFFF"/>
          </a:solidFill>
          <a:ln w="9525">
            <a:solidFill>
              <a:schemeClr val="tx1"/>
            </a:solidFill>
            <a:round/>
            <a:headEnd/>
            <a:tailEnd/>
          </a:ln>
          <a:effectLst>
            <a:outerShdw dist="107763" dir="2700000" algn="ctr" rotWithShape="0">
              <a:schemeClr val="bg2">
                <a:alpha val="50000"/>
              </a:schemeClr>
            </a:outerShdw>
          </a:effectLst>
        </p:spPr>
        <p:txBody>
          <a:bodyPr lIns="0" tIns="0" rIns="0" bIns="0" anchor="ctr" anchorCtr="1"/>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2000"/>
              <a:t>Other (Nonproject)</a:t>
            </a:r>
            <a:br>
              <a:rPr lang="en-US" altLang="en-US" sz="2000"/>
            </a:br>
            <a:r>
              <a:rPr lang="en-US" altLang="en-US" sz="2000"/>
              <a:t>Factors</a:t>
            </a:r>
          </a:p>
        </p:txBody>
      </p:sp>
      <p:sp>
        <p:nvSpPr>
          <p:cNvPr id="20" name="Oval 18">
            <a:extLst>
              <a:ext uri="{FF2B5EF4-FFF2-40B4-BE49-F238E27FC236}">
                <a16:creationId xmlns:a16="http://schemas.microsoft.com/office/drawing/2014/main" id="{42B7C755-933B-2D62-13B7-2F16CEAF3CB0}"/>
              </a:ext>
            </a:extLst>
          </p:cNvPr>
          <p:cNvSpPr>
            <a:spLocks noChangeArrowheads="1"/>
          </p:cNvSpPr>
          <p:nvPr/>
        </p:nvSpPr>
        <p:spPr bwMode="blackWhite">
          <a:xfrm>
            <a:off x="3270250" y="1470025"/>
            <a:ext cx="2647950" cy="1047750"/>
          </a:xfrm>
          <a:prstGeom prst="ellipse">
            <a:avLst/>
          </a:prstGeom>
          <a:solidFill>
            <a:srgbClr val="FFFFFF"/>
          </a:solidFill>
          <a:ln w="9525">
            <a:solidFill>
              <a:schemeClr val="tx1"/>
            </a:solidFill>
            <a:round/>
            <a:headEnd/>
            <a:tailEnd/>
          </a:ln>
          <a:effectLst>
            <a:outerShdw dist="107763" dir="2700000" algn="ctr" rotWithShape="0">
              <a:schemeClr val="bg2">
                <a:alpha val="50000"/>
              </a:schemeClr>
            </a:outerShdw>
          </a:effectLst>
        </p:spPr>
        <p:txBody>
          <a:bodyPr lIns="0" tIns="0" rIns="0" bIns="0" anchor="ctr" anchorCtr="1"/>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800"/>
              <a:t>Planning Horizon</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44F7FA5E-2EE7-BBF6-5D76-A2C99951565C}"/>
                  </a:ext>
                </a:extLst>
              </p14:cNvPr>
              <p14:cNvContentPartPr/>
              <p14:nvPr/>
            </p14:nvContentPartPr>
            <p14:xfrm>
              <a:off x="272880" y="787320"/>
              <a:ext cx="8746560" cy="5413680"/>
            </p14:xfrm>
          </p:contentPart>
        </mc:Choice>
        <mc:Fallback>
          <p:pic>
            <p:nvPicPr>
              <p:cNvPr id="2" name="Ink 1">
                <a:extLst>
                  <a:ext uri="{FF2B5EF4-FFF2-40B4-BE49-F238E27FC236}">
                    <a16:creationId xmlns:a16="http://schemas.microsoft.com/office/drawing/2014/main" id="{44F7FA5E-2EE7-BBF6-5D76-A2C99951565C}"/>
                  </a:ext>
                </a:extLst>
              </p:cNvPr>
              <p:cNvPicPr/>
              <p:nvPr/>
            </p:nvPicPr>
            <p:blipFill>
              <a:blip r:embed="rId3"/>
              <a:stretch>
                <a:fillRect/>
              </a:stretch>
            </p:blipFill>
            <p:spPr>
              <a:xfrm>
                <a:off x="263520" y="777960"/>
                <a:ext cx="8765280" cy="54324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ox(out)">
                                      <p:cBhvr>
                                        <p:cTn id="7" dur="500"/>
                                        <p:tgtEl>
                                          <p:spTgt spid="13"/>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00"/>
                                        <p:tgtEl>
                                          <p:spTgt spid="6"/>
                                        </p:tgtEl>
                                      </p:cBhvr>
                                    </p:animEffect>
                                  </p:childTnLst>
                                </p:cTn>
                              </p:par>
                            </p:childTnLst>
                          </p:cTn>
                        </p:par>
                        <p:par>
                          <p:cTn id="12" fill="hold" nodeType="afterGroup">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down)">
                                      <p:cBhvr>
                                        <p:cTn id="15" dur="500"/>
                                        <p:tgtEl>
                                          <p:spTgt spid="20"/>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500"/>
                                        <p:tgtEl>
                                          <p:spTgt spid="12"/>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500"/>
                                        <p:tgtEl>
                                          <p:spTgt spid="14"/>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childTnLst>
                          </p:cTn>
                        </p:par>
                        <p:par>
                          <p:cTn id="32" fill="hold" nodeType="afterGroup">
                            <p:stCondLst>
                              <p:cond delay="3500"/>
                            </p:stCondLst>
                            <p:childTnLst>
                              <p:par>
                                <p:cTn id="33" presetID="22" presetClass="entr" presetSubtype="1"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up)">
                                      <p:cBhvr>
                                        <p:cTn id="35" dur="500"/>
                                        <p:tgtEl>
                                          <p:spTgt spid="11"/>
                                        </p:tgtEl>
                                      </p:cBhvr>
                                    </p:animEffect>
                                  </p:childTnLst>
                                </p:cTn>
                              </p:par>
                            </p:childTnLst>
                          </p:cTn>
                        </p:par>
                        <p:par>
                          <p:cTn id="36" fill="hold" nodeType="afterGroup">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left)">
                                      <p:cBhvr>
                                        <p:cTn id="39" dur="500"/>
                                        <p:tgtEl>
                                          <p:spTgt spid="16"/>
                                        </p:tgtEl>
                                      </p:cBhvr>
                                    </p:animEffect>
                                  </p:childTnLst>
                                </p:cTn>
                              </p:par>
                            </p:childTnLst>
                          </p:cTn>
                        </p:par>
                        <p:par>
                          <p:cTn id="40" fill="hold" nodeType="afterGroup">
                            <p:stCondLst>
                              <p:cond delay="4500"/>
                            </p:stCondLst>
                            <p:childTnLst>
                              <p:par>
                                <p:cTn id="41" presetID="22" presetClass="entr" presetSubtype="2" fill="hold"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right)">
                                      <p:cBhvr>
                                        <p:cTn id="43" dur="500"/>
                                        <p:tgtEl>
                                          <p:spTgt spid="8"/>
                                        </p:tgtEl>
                                      </p:cBhvr>
                                    </p:animEffect>
                                  </p:childTnLst>
                                </p:cTn>
                              </p:par>
                            </p:childTnLst>
                          </p:cTn>
                        </p:par>
                        <p:par>
                          <p:cTn id="44" fill="hold" nodeType="afterGroup">
                            <p:stCondLst>
                              <p:cond delay="5000"/>
                            </p:stCondLst>
                            <p:childTnLst>
                              <p:par>
                                <p:cTn id="45" presetID="22" presetClass="entr" presetSubtype="2" fill="hold" grpId="0"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right)">
                                      <p:cBhvr>
                                        <p:cTn id="47" dur="500"/>
                                        <p:tgtEl>
                                          <p:spTgt spid="17"/>
                                        </p:tgtEl>
                                      </p:cBhvr>
                                    </p:animEffect>
                                  </p:childTnLst>
                                </p:cTn>
                              </p:par>
                            </p:childTnLst>
                          </p:cTn>
                        </p:par>
                        <p:par>
                          <p:cTn id="48" fill="hold" nodeType="afterGroup">
                            <p:stCondLst>
                              <p:cond delay="5500"/>
                            </p:stCondLst>
                            <p:childTnLst>
                              <p:par>
                                <p:cTn id="49" presetID="22" presetClass="entr" presetSubtype="2" fill="hold" nodeType="after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right)">
                                      <p:cBhvr>
                                        <p:cTn id="51" dur="500"/>
                                        <p:tgtEl>
                                          <p:spTgt spid="9"/>
                                        </p:tgtEl>
                                      </p:cBhvr>
                                    </p:animEffect>
                                  </p:childTnLst>
                                </p:cTn>
                              </p:par>
                            </p:childTnLst>
                          </p:cTn>
                        </p:par>
                        <p:par>
                          <p:cTn id="52" fill="hold" nodeType="afterGroup">
                            <p:stCondLst>
                              <p:cond delay="6000"/>
                            </p:stCondLst>
                            <p:childTnLst>
                              <p:par>
                                <p:cTn id="53" presetID="22" presetClass="entr" presetSubtype="2" fill="hold" grpId="0" nodeType="after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right)">
                                      <p:cBhvr>
                                        <p:cTn id="55" dur="500"/>
                                        <p:tgtEl>
                                          <p:spTgt spid="18"/>
                                        </p:tgtEl>
                                      </p:cBhvr>
                                    </p:animEffect>
                                  </p:childTnLst>
                                </p:cTn>
                              </p:par>
                            </p:childTnLst>
                          </p:cTn>
                        </p:par>
                        <p:par>
                          <p:cTn id="56" fill="hold" nodeType="afterGroup">
                            <p:stCondLst>
                              <p:cond delay="6500"/>
                            </p:stCondLst>
                            <p:childTnLst>
                              <p:par>
                                <p:cTn id="57" presetID="22" presetClass="entr" presetSubtype="4" fill="hold" nodeType="after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wipe(down)">
                                      <p:cBhvr>
                                        <p:cTn id="59" dur="500"/>
                                        <p:tgtEl>
                                          <p:spTgt spid="7"/>
                                        </p:tgtEl>
                                      </p:cBhvr>
                                    </p:animEffect>
                                  </p:childTnLst>
                                </p:cTn>
                              </p:par>
                            </p:childTnLst>
                          </p:cTn>
                        </p:par>
                        <p:par>
                          <p:cTn id="60" fill="hold" nodeType="afterGroup">
                            <p:stCondLst>
                              <p:cond delay="7000"/>
                            </p:stCondLst>
                            <p:childTnLst>
                              <p:par>
                                <p:cTn id="61" presetID="22" presetClass="entr" presetSubtype="2" fill="hold" grpId="0" nodeType="after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wipe(right)">
                                      <p:cBhvr>
                                        <p:cTn id="6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P spid="14" grpId="0" animBg="1" autoUpdateAnimBg="0"/>
      <p:bldP spid="15" grpId="0" animBg="1" autoUpdateAnimBg="0"/>
      <p:bldP spid="16" grpId="0" animBg="1" autoUpdateAnimBg="0"/>
      <p:bldP spid="17" grpId="0" animBg="1" autoUpdateAnimBg="0"/>
      <p:bldP spid="18" grpId="0" animBg="1" autoUpdateAnimBg="0"/>
      <p:bldP spid="19" grpId="0" animBg="1" autoUpdateAnimBg="0"/>
      <p:bldP spid="20"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a:extLst>
              <a:ext uri="{FF2B5EF4-FFF2-40B4-BE49-F238E27FC236}">
                <a16:creationId xmlns:a16="http://schemas.microsoft.com/office/drawing/2014/main" id="{27754D9E-F142-32AB-FBD8-F8F6A40645C9}"/>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Direct Costs</a:t>
            </a:r>
          </a:p>
          <a:p>
            <a:pPr lvl="1" algn="just" fontAlgn="base">
              <a:spcAft>
                <a:spcPct val="0"/>
              </a:spcAft>
            </a:pPr>
            <a:r>
              <a:rPr lang="en-US" altLang="en-US" sz="2400"/>
              <a:t>Costs that are clearly chargeable to a specific work package.</a:t>
            </a:r>
          </a:p>
          <a:p>
            <a:pPr lvl="2" algn="just" eaLnBrk="1" hangingPunct="1"/>
            <a:r>
              <a:rPr lang="en-US" altLang="en-US"/>
              <a:t>Labor, materials, equipment, and other</a:t>
            </a:r>
          </a:p>
          <a:p>
            <a:pPr algn="just" fontAlgn="base">
              <a:spcAft>
                <a:spcPct val="0"/>
              </a:spcAft>
              <a:buFont typeface="Arial" pitchFamily="34" charset="0"/>
              <a:buChar char="•"/>
            </a:pPr>
            <a:r>
              <a:rPr lang="en-US" altLang="en-US"/>
              <a:t>Direct (Project) Overhead Costs</a:t>
            </a:r>
          </a:p>
          <a:p>
            <a:pPr lvl="1" algn="just" fontAlgn="base">
              <a:spcAft>
                <a:spcPct val="0"/>
              </a:spcAft>
            </a:pPr>
            <a:r>
              <a:rPr lang="en-US" altLang="en-US" sz="2400"/>
              <a:t>Costs incurred that are directly tied to an identifiable project deliverable or work package.</a:t>
            </a:r>
          </a:p>
          <a:p>
            <a:pPr lvl="2" algn="just" eaLnBrk="1" hangingPunct="1"/>
            <a:r>
              <a:rPr lang="en-US" altLang="en-US"/>
              <a:t>Salary, rents, supplies, specialized machinery</a:t>
            </a:r>
          </a:p>
          <a:p>
            <a:pPr algn="just" fontAlgn="base">
              <a:spcAft>
                <a:spcPct val="0"/>
              </a:spcAft>
              <a:buFont typeface="Arial" pitchFamily="34" charset="0"/>
              <a:buChar char="•"/>
            </a:pPr>
            <a:r>
              <a:rPr lang="en-US" altLang="en-US"/>
              <a:t>General and Administrative Overhead Costs</a:t>
            </a:r>
          </a:p>
          <a:p>
            <a:pPr lvl="1" algn="just" fontAlgn="base">
              <a:spcAft>
                <a:spcPct val="0"/>
              </a:spcAft>
            </a:pPr>
            <a:r>
              <a:rPr lang="en-US" altLang="en-US" sz="2400"/>
              <a:t>Organization costs indirectly linked to a specific package that are apportioned to the project</a:t>
            </a:r>
          </a:p>
          <a:p>
            <a:pPr algn="just" fontAlgn="base">
              <a:spcAft>
                <a:spcPct val="0"/>
              </a:spcAft>
            </a:pPr>
            <a:endParaRPr lang="en-US" altLang="en-US"/>
          </a:p>
        </p:txBody>
      </p:sp>
      <p:sp>
        <p:nvSpPr>
          <p:cNvPr id="4" name="Content Placeholder 3">
            <a:extLst>
              <a:ext uri="{FF2B5EF4-FFF2-40B4-BE49-F238E27FC236}">
                <a16:creationId xmlns:a16="http://schemas.microsoft.com/office/drawing/2014/main" id="{A5AD2C3F-ED49-2BF5-9359-200ACAF3ACB2}"/>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TYPES OF COSTS</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EF1C0741-6769-AE83-878B-C4C6F8564C15}"/>
                  </a:ext>
                </a:extLst>
              </p14:cNvPr>
              <p14:cNvContentPartPr/>
              <p14:nvPr/>
            </p14:nvContentPartPr>
            <p14:xfrm>
              <a:off x="458280" y="744480"/>
              <a:ext cx="8570160" cy="5397120"/>
            </p14:xfrm>
          </p:contentPart>
        </mc:Choice>
        <mc:Fallback>
          <p:pic>
            <p:nvPicPr>
              <p:cNvPr id="2" name="Ink 1">
                <a:extLst>
                  <a:ext uri="{FF2B5EF4-FFF2-40B4-BE49-F238E27FC236}">
                    <a16:creationId xmlns:a16="http://schemas.microsoft.com/office/drawing/2014/main" id="{EF1C0741-6769-AE83-878B-C4C6F8564C15}"/>
                  </a:ext>
                </a:extLst>
              </p:cNvPr>
              <p:cNvPicPr/>
              <p:nvPr/>
            </p:nvPicPr>
            <p:blipFill>
              <a:blip r:embed="rId3"/>
              <a:stretch>
                <a:fillRect/>
              </a:stretch>
            </p:blipFill>
            <p:spPr>
              <a:xfrm>
                <a:off x="448920" y="735120"/>
                <a:ext cx="8588880" cy="5415840"/>
              </a:xfrm>
              <a:prstGeom prst="rect">
                <a:avLst/>
              </a:prstGeom>
            </p:spPr>
          </p:pic>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709321-C535-2867-7A13-B53F0C5E5B31}"/>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C80540F-259C-8182-5E79-1F4B8626328B}"/>
                  </a:ext>
                </a:extLst>
              </p14:cNvPr>
              <p14:cNvContentPartPr/>
              <p14:nvPr/>
            </p14:nvContentPartPr>
            <p14:xfrm>
              <a:off x="728280" y="1529640"/>
              <a:ext cx="7245720" cy="3581640"/>
            </p14:xfrm>
          </p:contentPart>
        </mc:Choice>
        <mc:Fallback>
          <p:pic>
            <p:nvPicPr>
              <p:cNvPr id="3" name="Ink 2">
                <a:extLst>
                  <a:ext uri="{FF2B5EF4-FFF2-40B4-BE49-F238E27FC236}">
                    <a16:creationId xmlns:a16="http://schemas.microsoft.com/office/drawing/2014/main" id="{2C80540F-259C-8182-5E79-1F4B8626328B}"/>
                  </a:ext>
                </a:extLst>
              </p:cNvPr>
              <p:cNvPicPr/>
              <p:nvPr/>
            </p:nvPicPr>
            <p:blipFill>
              <a:blip r:embed="rId3"/>
              <a:stretch>
                <a:fillRect/>
              </a:stretch>
            </p:blipFill>
            <p:spPr>
              <a:xfrm>
                <a:off x="718920" y="1520280"/>
                <a:ext cx="7264440" cy="3600360"/>
              </a:xfrm>
              <a:prstGeom prst="rect">
                <a:avLst/>
              </a:prstGeom>
            </p:spPr>
          </p:pic>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4A85F7-0E8F-8088-AE7B-5B012F062105}"/>
              </a:ext>
            </a:extLst>
          </p:cNvPr>
          <p:cNvSpPr>
            <a:spLocks noGrp="1"/>
          </p:cNvSpPr>
          <p:nvPr>
            <p:ph sz="quarter" idx="10"/>
          </p:nvPr>
        </p:nvSpPr>
        <p:spPr/>
        <p:txBody>
          <a:bodyPr/>
          <a:lstStyle/>
          <a:p>
            <a:pPr>
              <a:defRPr/>
            </a:pPr>
            <a:endParaRPr lang="en-US" dirty="0"/>
          </a:p>
          <a:p>
            <a:pPr>
              <a:defRPr/>
            </a:pPr>
            <a:r>
              <a:rPr lang="en-US" dirty="0"/>
              <a:t>CASE 5.1</a:t>
            </a:r>
          </a:p>
          <a:p>
            <a:pPr>
              <a:defRPr/>
            </a:pPr>
            <a:endParaRPr lang="en-IN" dirty="0"/>
          </a:p>
        </p:txBody>
      </p:sp>
      <p:sp>
        <p:nvSpPr>
          <p:cNvPr id="54275" name="Rectangle 2">
            <a:extLst>
              <a:ext uri="{FF2B5EF4-FFF2-40B4-BE49-F238E27FC236}">
                <a16:creationId xmlns:a16="http://schemas.microsoft.com/office/drawing/2014/main" id="{0A5D5D38-555C-034B-C606-E4C03A61211A}"/>
              </a:ext>
            </a:extLst>
          </p:cNvPr>
          <p:cNvSpPr>
            <a:spLocks noChangeArrowheads="1"/>
          </p:cNvSpPr>
          <p:nvPr/>
        </p:nvSpPr>
        <p:spPr bwMode="auto">
          <a:xfrm>
            <a:off x="0" y="1295400"/>
            <a:ext cx="8610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4000">
                <a:latin typeface="Times New Roman" panose="02020603050405020304" pitchFamily="18" charset="0"/>
                <a:cs typeface="Times New Roman" panose="02020603050405020304" pitchFamily="18" charset="0"/>
              </a:rPr>
              <a:t>Sharp Printing, AG</a:t>
            </a:r>
            <a:endParaRPr lang="en-IN" altLang="en-US" sz="4000">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945985-FAE7-A746-DA0E-A2AFEFDD610A}"/>
              </a:ext>
            </a:extLst>
          </p:cNvPr>
          <p:cNvSpPr>
            <a:spLocks noGrp="1"/>
          </p:cNvSpPr>
          <p:nvPr>
            <p:ph sz="quarter" idx="10"/>
          </p:nvPr>
        </p:nvSpPr>
        <p:spPr/>
        <p:txBody>
          <a:bodyPr/>
          <a:lstStyle/>
          <a:p>
            <a:pPr>
              <a:defRPr/>
            </a:pPr>
            <a:r>
              <a:rPr lang="en-US" dirty="0"/>
              <a:t>CASE 5.1</a:t>
            </a:r>
          </a:p>
          <a:p>
            <a:pPr>
              <a:defRPr/>
            </a:pPr>
            <a:r>
              <a:rPr lang="en-US" dirty="0"/>
              <a:t>Sharp Printing, AG</a:t>
            </a:r>
            <a:endParaRPr lang="en-IN" dirty="0"/>
          </a:p>
        </p:txBody>
      </p:sp>
      <p:sp>
        <p:nvSpPr>
          <p:cNvPr id="3" name="Rectangle 2">
            <a:extLst>
              <a:ext uri="{FF2B5EF4-FFF2-40B4-BE49-F238E27FC236}">
                <a16:creationId xmlns:a16="http://schemas.microsoft.com/office/drawing/2014/main" id="{D6FDB806-E1AD-421B-5A95-127D2448D6F5}"/>
              </a:ext>
            </a:extLst>
          </p:cNvPr>
          <p:cNvSpPr/>
          <p:nvPr/>
        </p:nvSpPr>
        <p:spPr>
          <a:xfrm>
            <a:off x="304800" y="1752600"/>
            <a:ext cx="8610600" cy="2954338"/>
          </a:xfrm>
          <a:prstGeom prst="rect">
            <a:avLst/>
          </a:prstGeom>
        </p:spPr>
        <p:txBody>
          <a:bodyPr>
            <a:spAutoFit/>
          </a:bodyPr>
          <a:lstStyle/>
          <a:p>
            <a:pPr marL="228600">
              <a:spcAft>
                <a:spcPts val="0"/>
              </a:spcAft>
              <a:defRPr/>
            </a:pPr>
            <a:endParaRPr lang="en-IN" dirty="0">
              <a:latin typeface="Times New Roman" panose="02020603050405020304" pitchFamily="18" charset="0"/>
              <a:ea typeface="Times New Roman" panose="02020603050405020304" pitchFamily="18" charset="0"/>
            </a:endParaRPr>
          </a:p>
          <a:p>
            <a:pPr marL="342900" indent="-342900">
              <a:spcAft>
                <a:spcPts val="0"/>
              </a:spcAft>
              <a:buFontTx/>
              <a:buAutoNum type="arabicPeriod"/>
              <a:defRPr/>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At this point, what would you do if you were the project manager?</a:t>
            </a:r>
          </a:p>
          <a:p>
            <a:pPr>
              <a:spcAft>
                <a:spcPts val="0"/>
              </a:spcAft>
              <a:defRPr/>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defRPr/>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2. Was top management acting correctly in developing an estimate?</a:t>
            </a:r>
          </a:p>
          <a:p>
            <a:pPr>
              <a:spcAft>
                <a:spcPts val="0"/>
              </a:spcAft>
              <a:defRPr/>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defRPr/>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3. What estimating techniques should be used for a mission critical project such as this?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05B8FF-0378-1A98-AA1D-CFEE7778799B}"/>
              </a:ext>
            </a:extLst>
          </p:cNvPr>
          <p:cNvSpPr>
            <a:spLocks noGrp="1"/>
          </p:cNvSpPr>
          <p:nvPr>
            <p:ph idx="1"/>
          </p:nvPr>
        </p:nvSpPr>
        <p:spPr>
          <a:xfrm>
            <a:off x="304800" y="1493838"/>
            <a:ext cx="8229600" cy="4525962"/>
          </a:xfrm>
        </p:spPr>
        <p:txBody>
          <a:bodyPr/>
          <a:lstStyle/>
          <a:p>
            <a:pPr>
              <a:defRPr/>
            </a:pPr>
            <a:endParaRPr lang="en-US" dirty="0"/>
          </a:p>
          <a:p>
            <a:pPr>
              <a:defRPr/>
            </a:pPr>
            <a:endParaRPr lang="en-US" dirty="0"/>
          </a:p>
          <a:p>
            <a:pPr>
              <a:defRPr/>
            </a:pPr>
            <a:endParaRPr lang="en-US" dirty="0"/>
          </a:p>
          <a:p>
            <a:pPr algn="ctr">
              <a:defRPr/>
            </a:pPr>
            <a:r>
              <a:rPr lang="en-US" sz="9600" dirty="0">
                <a:solidFill>
                  <a:srgbClr val="00B050"/>
                </a:solidFill>
              </a:rPr>
              <a:t>Thank You!</a:t>
            </a:r>
          </a:p>
          <a:p>
            <a:pPr algn="ctr">
              <a:defRPr/>
            </a:pPr>
            <a:endParaRPr lang="en-US" dirty="0">
              <a:solidFill>
                <a:schemeClr val="accent4"/>
              </a:solidFill>
            </a:endParaRPr>
          </a:p>
          <a:p>
            <a:pPr>
              <a:defRPr/>
            </a:pPr>
            <a:endParaRPr lang="en-US" dirty="0"/>
          </a:p>
          <a:p>
            <a:pPr>
              <a:defRPr/>
            </a:pPr>
            <a:endParaRPr lang="en-US" sz="6000" dirty="0"/>
          </a:p>
        </p:txBody>
      </p:sp>
      <p:sp>
        <p:nvSpPr>
          <p:cNvPr id="3" name="Content Placeholder 2">
            <a:extLst>
              <a:ext uri="{FF2B5EF4-FFF2-40B4-BE49-F238E27FC236}">
                <a16:creationId xmlns:a16="http://schemas.microsoft.com/office/drawing/2014/main" id="{DEC8190F-2E4C-DB56-E6E8-6C25D8996FA3}"/>
              </a:ext>
            </a:extLst>
          </p:cNvPr>
          <p:cNvSpPr>
            <a:spLocks noGrp="1"/>
          </p:cNvSpPr>
          <p:nvPr>
            <p:ph sz="quarter" idx="10"/>
          </p:nvPr>
        </p:nvSpPr>
        <p:spPr/>
        <p:txBody>
          <a:bodyPr/>
          <a:lstStyle/>
          <a:p>
            <a:pPr>
              <a:buFont typeface="Arial" charset="0"/>
              <a:buNone/>
              <a:defRPr/>
            </a:pPr>
            <a:r>
              <a:rPr lang="en-US" dirty="0"/>
              <a:t>Project Management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04A6ADA098944EB294D577DC80F0D1" ma:contentTypeVersion="29" ma:contentTypeDescription="Create a new document." ma:contentTypeScope="" ma:versionID="c93c7edd713cc600b0b4dbc647130759">
  <xsd:schema xmlns:xsd="http://www.w3.org/2001/XMLSchema" xmlns:xs="http://www.w3.org/2001/XMLSchema" xmlns:p="http://schemas.microsoft.com/office/2006/metadata/properties" xmlns:ns2="0192c144-0bc9-406b-ba7c-16be2358a8f1" targetNamespace="http://schemas.microsoft.com/office/2006/metadata/properties" ma:root="true" ma:fieldsID="4bc978bb8e5f0c007cbf3d6c31d4125f" ns2:_="">
    <xsd:import namespace="0192c144-0bc9-406b-ba7c-16be2358a8f1"/>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92c144-0bc9-406b-ba7c-16be2358a8f1"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ObjectDetectorVersions" ma:index="33" nillable="true" ma:displayName="MediaServiceObjectDetectorVersions" ma:hidden="true" ma:indexed="true" ma:internalName="MediaServiceObjectDetectorVersions" ma:readOnly="true">
      <xsd:simpleType>
        <xsd:restriction base="dms:Text"/>
      </xsd:simpleType>
    </xsd:element>
    <xsd:element name="MediaServiceGenerationTime" ma:index="34" nillable="true" ma:displayName="MediaServiceGenerationTime" ma:hidden="true" ma:internalName="MediaServiceGenerationTime" ma:readOnly="true">
      <xsd:simpleType>
        <xsd:restriction base="dms:Text"/>
      </xsd:simpleType>
    </xsd:element>
    <xsd:element name="MediaServiceEventHashCode" ma:index="35" nillable="true" ma:displayName="MediaServiceEventHashCode" ma:hidden="true" ma:internalName="MediaServiceEventHashCode" ma:readOnly="true">
      <xsd:simpleType>
        <xsd:restriction base="dms:Text"/>
      </xsd:simpleType>
    </xsd:element>
    <xsd:element name="MediaLengthInSeconds" ma:index="3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udent_Groups xmlns="0192c144-0bc9-406b-ba7c-16be2358a8f1">
      <UserInfo>
        <DisplayName/>
        <AccountId xsi:nil="true"/>
        <AccountType/>
      </UserInfo>
    </Student_Groups>
    <Distribution_Groups xmlns="0192c144-0bc9-406b-ba7c-16be2358a8f1" xsi:nil="true"/>
    <Math_Settings xmlns="0192c144-0bc9-406b-ba7c-16be2358a8f1" xsi:nil="true"/>
    <Templates xmlns="0192c144-0bc9-406b-ba7c-16be2358a8f1" xsi:nil="true"/>
    <AppVersion xmlns="0192c144-0bc9-406b-ba7c-16be2358a8f1" xsi:nil="true"/>
    <TeamsChannelId xmlns="0192c144-0bc9-406b-ba7c-16be2358a8f1" xsi:nil="true"/>
    <Invited_Teachers xmlns="0192c144-0bc9-406b-ba7c-16be2358a8f1" xsi:nil="true"/>
    <IsNotebookLocked xmlns="0192c144-0bc9-406b-ba7c-16be2358a8f1" xsi:nil="true"/>
    <Students xmlns="0192c144-0bc9-406b-ba7c-16be2358a8f1">
      <UserInfo>
        <DisplayName/>
        <AccountId xsi:nil="true"/>
        <AccountType/>
      </UserInfo>
    </Students>
    <Has_Teacher_Only_SectionGroup xmlns="0192c144-0bc9-406b-ba7c-16be2358a8f1" xsi:nil="true"/>
    <FolderType xmlns="0192c144-0bc9-406b-ba7c-16be2358a8f1" xsi:nil="true"/>
    <Teachers xmlns="0192c144-0bc9-406b-ba7c-16be2358a8f1">
      <UserInfo>
        <DisplayName/>
        <AccountId xsi:nil="true"/>
        <AccountType/>
      </UserInfo>
    </Teachers>
    <Self_Registration_Enabled xmlns="0192c144-0bc9-406b-ba7c-16be2358a8f1" xsi:nil="true"/>
    <LMS_Mappings xmlns="0192c144-0bc9-406b-ba7c-16be2358a8f1" xsi:nil="true"/>
    <NotebookType xmlns="0192c144-0bc9-406b-ba7c-16be2358a8f1" xsi:nil="true"/>
    <DefaultSectionNames xmlns="0192c144-0bc9-406b-ba7c-16be2358a8f1" xsi:nil="true"/>
    <Is_Collaboration_Space_Locked xmlns="0192c144-0bc9-406b-ba7c-16be2358a8f1" xsi:nil="true"/>
    <Teams_Channel_Section_Location xmlns="0192c144-0bc9-406b-ba7c-16be2358a8f1" xsi:nil="true"/>
    <CultureName xmlns="0192c144-0bc9-406b-ba7c-16be2358a8f1" xsi:nil="true"/>
    <Owner xmlns="0192c144-0bc9-406b-ba7c-16be2358a8f1">
      <UserInfo>
        <DisplayName/>
        <AccountId xsi:nil="true"/>
        <AccountType/>
      </UserInfo>
    </Owner>
    <Invited_Students xmlns="0192c144-0bc9-406b-ba7c-16be2358a8f1" xsi:nil="true"/>
  </documentManagement>
</p:properties>
</file>

<file path=customXml/itemProps1.xml><?xml version="1.0" encoding="utf-8"?>
<ds:datastoreItem xmlns:ds="http://schemas.openxmlformats.org/officeDocument/2006/customXml" ds:itemID="{9B8B4221-7B47-4748-BCA8-0685C70EC0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92c144-0bc9-406b-ba7c-16be2358a8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58037E5-3EA6-4FC6-B0AD-35B5125702AA}">
  <ds:schemaRefs>
    <ds:schemaRef ds:uri="http://schemas.microsoft.com/sharepoint/v3/contenttype/forms"/>
  </ds:schemaRefs>
</ds:datastoreItem>
</file>

<file path=customXml/itemProps3.xml><?xml version="1.0" encoding="utf-8"?>
<ds:datastoreItem xmlns:ds="http://schemas.openxmlformats.org/officeDocument/2006/customXml" ds:itemID="{A9112A86-53FA-47AF-9492-20A8128B00B2}">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2186</TotalTime>
  <Words>2040</Words>
  <Application>Microsoft Office PowerPoint</Application>
  <PresentationFormat>On-screen Show (4:3)</PresentationFormat>
  <Paragraphs>174</Paragraphs>
  <Slides>43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Times New Roman</vt:lpstr>
      <vt:lpstr>Office Theme</vt:lpstr>
      <vt:lpstr>                                                         1. Defining the Project, Ch. 4-T1 2. Estimating Project Times and Costs,  Ch. 5-T1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mukund chavan</cp:lastModifiedBy>
  <cp:revision>602</cp:revision>
  <dcterms:created xsi:type="dcterms:W3CDTF">2011-09-14T09:42:05Z</dcterms:created>
  <dcterms:modified xsi:type="dcterms:W3CDTF">2025-05-18T04:00:52Z</dcterms:modified>
</cp:coreProperties>
</file>