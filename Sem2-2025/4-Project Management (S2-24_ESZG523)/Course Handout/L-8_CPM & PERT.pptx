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2.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notesSlides/notesSlide3.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sldIdLst>
    <p:sldId id="423" r:id="rId5"/>
    <p:sldId id="424" r:id="rId6"/>
    <p:sldId id="341" r:id="rId7"/>
    <p:sldId id="477" r:id="rId8"/>
    <p:sldId id="478" r:id="rId9"/>
    <p:sldId id="393" r:id="rId10"/>
    <p:sldId id="454" r:id="rId11"/>
    <p:sldId id="394" r:id="rId12"/>
    <p:sldId id="395" r:id="rId13"/>
    <p:sldId id="396" r:id="rId14"/>
    <p:sldId id="462" r:id="rId15"/>
    <p:sldId id="463" r:id="rId16"/>
    <p:sldId id="464" r:id="rId17"/>
    <p:sldId id="397" r:id="rId18"/>
    <p:sldId id="398" r:id="rId19"/>
    <p:sldId id="399" r:id="rId20"/>
    <p:sldId id="401" r:id="rId21"/>
    <p:sldId id="467" r:id="rId22"/>
    <p:sldId id="480" r:id="rId23"/>
    <p:sldId id="450" r:id="rId24"/>
    <p:sldId id="402" r:id="rId25"/>
    <p:sldId id="403" r:id="rId26"/>
    <p:sldId id="476" r:id="rId27"/>
    <p:sldId id="428" r:id="rId28"/>
    <p:sldId id="405" r:id="rId29"/>
    <p:sldId id="481" r:id="rId30"/>
    <p:sldId id="406" r:id="rId31"/>
    <p:sldId id="415" r:id="rId32"/>
    <p:sldId id="452" r:id="rId33"/>
    <p:sldId id="416" r:id="rId34"/>
    <p:sldId id="408" r:id="rId35"/>
    <p:sldId id="409" r:id="rId36"/>
    <p:sldId id="410" r:id="rId37"/>
    <p:sldId id="411" r:id="rId38"/>
    <p:sldId id="412" r:id="rId39"/>
    <p:sldId id="414" r:id="rId40"/>
    <p:sldId id="417" r:id="rId41"/>
    <p:sldId id="418" r:id="rId42"/>
    <p:sldId id="453" r:id="rId43"/>
    <p:sldId id="419" r:id="rId44"/>
    <p:sldId id="420" r:id="rId45"/>
    <p:sldId id="339" r:id="rId4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14" autoAdjust="0"/>
  </p:normalViewPr>
  <p:slideViewPr>
    <p:cSldViewPr>
      <p:cViewPr varScale="1">
        <p:scale>
          <a:sx n="72" d="100"/>
          <a:sy n="72" d="100"/>
        </p:scale>
        <p:origin x="1762"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2:54:35.753"/>
    </inkml:context>
    <inkml:brush xml:id="br0">
      <inkml:brushProperty name="width" value="0.05292" units="cm"/>
      <inkml:brushProperty name="height" value="0.05292" units="cm"/>
      <inkml:brushProperty name="color" value="#FF0000"/>
    </inkml:brush>
  </inkml:definitions>
  <inkml:trace contextRef="#ctx0" brushRef="#br0">5865 5356 201 0,'0'0'86'0,"0"0"63"15,0 0-82-15,0 0-25 16,0 0 20-16,0 0-32 16,0 0 8-16,20-49-17 15,-20 47-16-15,0 1 25 16,0 0-29-16,0-2 5 16,0 3 13-16,0 0-9 15,0 0 3-15,0 0-13 16,0 0 5-16,0 0-1 15,0 0-4-15,0 0 0 0,0 0-3 16,0 0 3-16,0 4-6 16,-3 12-9-16,-11 17 12 15,-11 17-7-15,-8 14 10 16,-10 9 0-16,-4 4-5 16,-1-2 13-16,7-7-6 15,10-12-2-15,8-18 4 16,13-15 3-16,5-12-7 15,4-7 0-15,1-4 7 16,0 0-2-16,0 0 52 16,0-20-1-16,0-19-29 15,4-17-27-15,20-11-13 16,12-4 2-16,4 0 1 16,5 2-8-16,-2 4 2 15,-3 9-1-15,-2 10 15 0,-11 14-6 16,-5 13 8-16,-6 9 0 15,-2 10 0-15,4 0-5 16,3 23 5-16,3 12-8 16,-1 11 7-16,-3 12-9 15,-7 8 6-15,-2 2 4 16,-1-6 3-16,1-9-2 16,-4-11-2-16,-1-9 1 15,-3-8 0-15,-3-8 3 16,0-7-3-16,0 0 0 15,-7-4-17-15,-13-3-69 16,-8-6-96-16</inkml:trace>
  <inkml:trace contextRef="#ctx0" brushRef="#br0" timeOffset="192.63">5567 5561 469 0,'0'0'38'0,"0"0"-23"16,0 0-15-16,0 0 0 16,0 0 10-16,0 0-7 15,0 0 1-15,109 18 17 16,-45-18-20-16,6-15 8 16,12-1-9-16,2-2-74 0,-10 1-174 15</inkml:trace>
  <inkml:trace contextRef="#ctx0" brushRef="#br0" timeOffset="384.81">6138 5559 324 0,'0'0'86'15,"0"0"-54"-15,0 0 81 16,0 0-54-16,82-7-38 15,-58 7-11-15,4 0-10 16,5 0 0-16,9 0-8 0,4-2-26 16,2-10-200-16</inkml:trace>
  <inkml:trace contextRef="#ctx0" brushRef="#br0" timeOffset="765.6">6671 5464 541 0,'0'0'79'16,"0"0"-78"-16,0 0 5 16,0 0 8-16,-55 95-6 15,44-58 2-15,2 4 2 0,4 0-8 16,5-2 0-16,0-6-4 15,5-9 0-15,25-13-4 16,15-11 8-16,14-15-2 16,10-20-2-16,-1-9 8 15,-14 2-11-15,-17 3 3 16,-23 7 0-16,-14 4 56 16,-12 3-21-16,-34-1-35 15,-17 2-1-15,-7 4 1 16,9 9 3-16,22 3-1 15,20 8 4-15,19 0-12 16,7 6-54-16,30 19-3 16,17 2-36-16,7-1-388 0</inkml:trace>
  <inkml:trace contextRef="#ctx0" brushRef="#br0" timeOffset="1030.67">7199 5673 252 0,'0'0'9'0,"0"0"74"15,0 0 45-15,0 0-40 16,92-17-42-16,-68 7-28 16,3 1-11-16,11-1-7 15,0-2-52-15,-1-5-223 16</inkml:trace>
  <inkml:trace contextRef="#ctx0" brushRef="#br0" timeOffset="1581.72">7689 5456 822 0,'0'0'0'16,"0"0"-16"-16,0 0 5 16,-34 72 11-16,9-29 5 15,2 1-5-15,0-10 0 16,7-8 4-16,6-6 0 15,4-11-4-15,4-3 0 16,2-6-11-16,0 0-26 16,0-8 14-16,14-17-18 15,11-13-51-15,4-5 53 16,-4 1 3-16,-9 2 36 16,-8 7 30-16,-2 7 61 15,-1 9-24-15,-3 7-15 0,1 6 21 16,0 4-73-16,8 0-3 15,8 12 0-15,4 10 3 16,1 11-11-16,-4 7 11 16,1 7 0-16,0 2-9 15,3-2 9-15,0-9-3 16,-2-12 0-16,-2-11-1 16,-6-14-1-16,0-1 5 15,4-22 0-15,2-19 15 16,10-13-14-16,0-9-1 15,-4 0 2-15,-7 2 14 0,-8 11 19 16,-7 13 6-16,-2 12-22 16,-2 12 7-16,0 8-26 15,1 5-2-15,3 0-5 16,2 0-61-16,0 15 53 16,-6 13-32-16,-3 11-22 15,-32 4 22-15,-13-4-149 16</inkml:trace>
  <inkml:trace contextRef="#ctx0" brushRef="#br0" timeOffset="23390.54">6428 9494 7 0,'0'0'11'0,"0"0"-11"15</inkml:trace>
  <inkml:trace contextRef="#ctx0" brushRef="#br0" timeOffset="24572.58">5340 9191 16 0,'0'0'25'0,"0"0"0"16,0 0-16-16,0 0-9 15,0 0-3-15,0 0 0 16,-12-63 3-16,8 54 5 16,-1 4-3-16,2 0-2 15,-2-3 33-15,3 1 6 16,2-2 18-16,-3 3-20 15,3-1 9-15,0 0-11 16,0 2-35-16,3 1 1 16,-1 1 1-16,6 1-2 15,-6 0 0-15,1 1-2 16,-2 1 4-16,1 0-4 0,-1 0-2 16,2 0-24-16,2 0 10 15,-4 0-88-15</inkml:trace>
  <inkml:trace contextRef="#ctx0" brushRef="#br0" timeOffset="25774.35">5281 9147 131 0,'0'0'73'0,"0"0"-41"16,0 0 30-16,0 0 32 16,0 0-31-16,0 0 7 15,-50 0-1-15,47 0-22 16,2-2 14-16,-1 2-8 16,2 0-21-16,0 0-11 0,0 0-20 15,0 0 8 1,0 0-9-16,0 0 0 0,18 0-6 15,12-1 6-15,13-3 0 16,12-4 0-16,16 0 4 16,12-6-6-16,11-2 2 15,4 0 0-15,-2-4 0 16,-4 1 0-16,-13 2 0 16,-16 2-1-16,-12 2 2 15,-14 5-1-15,-16 0 0 16,-8 6 0-16,-8-1 0 15,-5 2 5-15,0-1-5 0,0-1 0 16,-12 2 3 0,-6-1-9-16,-7-1 6 0,-2 3-11 15,2 0-7-15,2 0-23 16,-1 0 1-16,5-5 16 16,4 2 9-16,2-1 5 15,8-1 10-15,1 1 0 16,4 0 3-16,0-1-1 15,0-3 3-15,9 0-5 16,16-1 4-16,5 0-5 16,1 2 1-16,0 3 0 15,-4 2 3-15,-6 2-1 16,-1 0-2-16,-4 2 0 16,-4 9 0-16,-3-2 0 15,0 3 0-15,-5 0 0 0,-2-2 0 16,-2 3 2-1,0 3-1-15,-15 2-1 0,-18 5 1 16,-7 6-9-16,-4 0 8 16,4 0-77-16,16-5-80 15,17-14-81-15</inkml:trace>
  <inkml:trace contextRef="#ctx0" brushRef="#br0" timeOffset="27056.05">7339 8733 387 0,'0'0'114'16,"0"0"-75"-16,0 0-38 15,0 0-2-15,0 0 2 16,-10 117 5-16,-8-53 0 16,-5 3 0-16,-4 3 18 15,5-6-22-15,3-8 0 16,5-17 4-16,7-14-5 16,2-16 7-16,4-9-6 15,1-3 79-15,0-31 52 16,8-16-121-16,15-14-12 0,4-10-5 15,0-1-36-15,-2 5-2 16,-4 4-34-16,-6 7 38 16,1 8 35-16,2 7-6 15,5 10 10-15,2 6-1 16,2 12 5-16,-2 12 9 16,-1 4-13-16,3 14 1 15,-1 20 9-15,0 9-9 16,-4 5 3-16,-7 4 8 15,-3-1-8-15,-4-4 8 0,-4-2-12 16,-2-4 0 0,-2-2 3-16,0-8 0 0,0-8-5 15,-9-7 2-15,-6-7-61 16,-5-9-13-16,-5 0-240 16</inkml:trace>
  <inkml:trace contextRef="#ctx0" brushRef="#br0" timeOffset="27236.49">7221 8880 23 0,'0'0'468'0,"0"0"-454"0,0 0-14 16,0 0 2 0,0 0 6-16,104 35 39 0,-68-31-30 15,2 0-1-15,9-4-5 16,1 0-10-1,7 0-2-15,-1-12-13 0,-7-6-188 16</inkml:trace>
  <inkml:trace contextRef="#ctx0" brushRef="#br0" timeOffset="27453.06">7962 8869 19 0,'0'0'557'0,"0"0"-557"0,0 0-1 16,0 0 0-16,0 0 1 15,0 0-1-15,58 0 1 16,-31 0 0-16,0 0 4 16,3-3-4-16,-2-2 0 15,2 4-63-15,-1-2-152 16</inkml:trace>
  <inkml:trace contextRef="#ctx0" brushRef="#br0" timeOffset="28204.53">8474 8782 383 0,'0'0'0'0,"0"0"-41"16,0 0 37-16,0 0 2 16,0 0 2-16,0 0-4 15,0 7 8-15,0-7 20 16,0 0 50-16,0 0-56 16,0 0-15-16,0 0-3 15,0 0 1-15,0 0 18 16,0 0-6-16,0 0 6 15,0 0 5-15,0 0-10 0,0 0-6 16,0 0-8 0,0 0 2-16,0 0 19 0,0 0-10 15,0 0-6-15,0 0-5 16,0 0-3-16,0 0-5 16,0 0 0-16,0 0 8 15,0 0 10-15,0 0-10 16,0 0 7-16,0 0 2 15,-2-4-7-15,2-3 11 16,0-1-13-16,0-1 1 16,0 1 0-16,0-1-1 15,0 3 0-15,0 0 5 16,0 1 3-16,0 2 20 16,0 3-7-16,0 0-21 0,0 0 11 15,0 0-11-15,0 0-15 16,0 15 8-1,0 11 7-15,2 3-1 0,4 8 1 16,-3 1 0-16,-2 4-2 16,-1-3 2-16,0-2 0 15,2-7-4-15,-1-8 8 16,4-8-5-16,5-5 1 16,4-8 0-16,8-1 6 15,9-5-6-15,4-17 0 16,1-8 13-16,-5-3-7 15,-8-3 55-15,-6 2-8 16,-10-2-27-16,-7 0 12 0,0 4-35 16,-17-2 5-1,-12 7-1-15,0 7-3 0,2 9-8 16,9 7-6-16,4 4-43 16,7 7-16-16,4 13-52 15,3 3-7-15,0-5-131 16</inkml:trace>
  <inkml:trace contextRef="#ctx0" brushRef="#br0" timeOffset="28458.44">8985 8889 501 0,'0'0'110'16,"0"0"-6"-16,0 0-51 16,0 0-36-16,0 0-15 15,0 0-2-15,50-6-2 16,-6-3-14-16,7-4 16 16,9-1-72-16,6 0 2 15,5-4-58-15,-1-3-101 16,-7-2 26-16</inkml:trace>
  <inkml:trace contextRef="#ctx0" brushRef="#br0" timeOffset="28954.41">9657 8659 294 0,'0'0'181'15,"0"0"-70"-15,0 0-70 16,0 0-15-16,0 0-26 16,0 0 0-16,-9 54 28 15,-9-13 0-15,-6 6-5 16,-4-1-23-16,7-7 7 15,6-10-2-15,5-12-4 16,5-12-1-16,5-5 8 16,0 0 3-16,0-14 89 15,2-19-66-15,20-17-31 16,9-5-6-16,5-3-42 16,-3 7-22-16,2 10-3 15,-7 9 32-15,-5 11 37 0,-6 11 2 16,-7 8 5-16,-2 2 11 15,-1 12-17-15,0 13 0 16,1 12 7-16,0 5-7 16,-1 7 3-16,5-2-3 15,-2-3 0-15,5-12-4 16,0-10 4-16,0-13 0 16,0-9 12-16,7-8 19 15,8-25 65-15,5-11-82 16,-1-6-8-16,-4-1 1 15,-12 5-7-15,-5 2 0 16,-8 7 2-16,-5 9-2 0,0 11 27 16,0 9-27-1,0 5 0-15,0 3-10 0,0 0-31 16,0 8-72-16,0 11 53 16,0 10 17-16,-11 2-54 15,-3-6-135-15</inkml:trace>
  <inkml:trace contextRef="#ctx0" brushRef="#br0" timeOffset="32667.44">7367 9760 436 0,'0'0'88'16,"0"0"22"-16,0 0-2 15,0 0-90-15,0 0-9 16,0 0-18-16,0 0 7 15,-46 87 2-15,17-32 0 16,-4 4 2-16,3 1 0 16,2-2-2-16,2-7 1 15,5-7 1-15,3-13-2 0,3-10 0 16,6-8 4 0,5-11-1-16,2-2 2 0,-1 0-1 15,3-28 7-15,0-16-11 16,3-16-65-16,15-9-25 15,4 6 46-15,1 5 4 16,-2 8 36-16,1 6-4 16,0 8 8-16,2 10-5 15,-3 8 9-15,3 11-4 16,-2 7 12-16,2 5-10 16,0 21 4-16,-3 11-6 15,-6 12 3-15,-6 4 0 16,-5 4-3-16,-2-6 0 15,-2-7 2-15,0-6-2 16,1-11 5-16,-1-6-5 0,0-7-7 16,0-5-8-16,-1 0-57 15,-18-6-51-15,-4-3-41 16</inkml:trace>
  <inkml:trace contextRef="#ctx0" brushRef="#br0" timeOffset="32837.8">7246 10072 216 0,'0'0'79'0,"0"0"109"16,0 0-69-16,0 0-79 16,0 0-11-16,0 0-29 15,43-35 0-15,-13 32 1 16,5 2-1-16,5-1 0 0,6-5 0 16,2-3 0-16,3-1-8 15,2-3-34-15,-6 0-74 16,-11-1-160-16</inkml:trace>
  <inkml:trace contextRef="#ctx0" brushRef="#br0" timeOffset="33024.42">7749 9956 618 0,'0'0'76'16,"0"0"-71"-16,0 0-2 15,0 0-6-15,0 0 3 16,100-11-7-16,-51 2 4 0,4-3-29 16,7-2-25-16,3-6-98 15,-5-6-178 1</inkml:trace>
  <inkml:trace contextRef="#ctx0" brushRef="#br0" timeOffset="33366.26">8468 9704 499 0,'0'0'114'0,"0"0"-84"15,0 0-30-15,0 0-5 16,-10 72 2-16,2-33 3 16,2 2 15-16,6-3-14 0,0-4-1 15,0-4 6-15,9-7-6 16,5-7 2-16,5-10-2 15,6-6 0-15,8-9 16 16,7-18-14-16,0-12 7 16,-10 0 30-16,-12 1 19 15,-13 2-16-15,-5 4-17 16,-18-1-25-16,-24 7 10 16,-6 3-10-16,2 7 0 15,13 10-3-15,17 6 0 16,13 3-7-16,3 22-149 15,3 6 46-15,10-3-161 16</inkml:trace>
  <inkml:trace contextRef="#ctx0" brushRef="#br0" timeOffset="33619.53">8944 9806 137 0,'0'0'504'0,"0"0"-455"16,0 0-33-16,0 0-16 16,0 0-2-16,0 0-3 0,36 11 5 15,-5-11 7-15,9 0-7 16,3 0 0-16,8-13-7 15,9-6-18-15,1-6-125 16,-9-4-280-16</inkml:trace>
  <inkml:trace contextRef="#ctx0" brushRef="#br0" timeOffset="34265.63">9849 9581 362 0,'0'0'59'16,"0"0"-8"0,0 0-28-16,0 0 34 0,0 0-57 15,0 0 3-15,-3 40-6 16,-34 21 6-16,-11 17 0 15,-10 4 9-15,-2 0-8 16,2-6 11-16,10-9-15 16,10-19 0-16,14-16 10 15,9-18-7-15,12-13-1 16,3-1 138-16,6-23-41 16,27-21-99-16,14-15-6 15,8-8-66-15,-5 0-4 16,-1 0-11-16,-12-1-8 15,-5 3 25-15,-4 3 29 16,-3 6 41-16,1 7 53 0,-2 15-11 16,1 9 11-16,-1 13-38 15,1 9-8-15,1 3-7 16,-1 23 4-16,-6 19-9 16,1 15 8-16,-11 8-3 15,-5 1 21-15,-4-3-18 16,0-4 4-16,-7-6 2 15,-5-3-2-15,-6 0 12 16,-1-2-19-16,2-4-5 16,-2-10-4-16,1-10-233 15</inkml:trace>
  <inkml:trace contextRef="#ctx0" brushRef="#br0" timeOffset="34488.59">9676 9885 582 0,'0'0'15'16,"0"0"-15"-16,0 0 0 15,0 0 0-15,0 0 0 16,0 0 3-16,40-7 1 16,-10 7 12-16,6-6 49 15,6-2-26-15,8-4-25 16,7-2-14-16,7-2 2 15,1 5-11-15,-7 3-71 16,-24 4-68-16</inkml:trace>
  <inkml:trace contextRef="#ctx0" brushRef="#br0" timeOffset="34661.51">9921 9956 622 0,'0'0'0'15,"0"0"-78"-15,0 0-7 0,0 0-190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2:56:03.716"/>
    </inkml:context>
    <inkml:brush xml:id="br0">
      <inkml:brushProperty name="width" value="0.05292" units="cm"/>
      <inkml:brushProperty name="height" value="0.05292" units="cm"/>
      <inkml:brushProperty name="color" value="#FF0000"/>
    </inkml:brush>
  </inkml:definitions>
  <inkml:trace contextRef="#ctx0" brushRef="#br0">4651 4529 194 0,'0'0'81'16,"0"0"-56"-16,0 0 62 15,0 0-21-15,0 0-19 16,0 0 16-16,0 0-30 16,0 0 0-16,-2-34 47 15,-1 27-41-15,-2 3-15 16,2 1-8-16,0 2-12 15,1-1-1-15,1 2-3 16,1 0 0-16,0 0 1 16,-2 0-1-16,2 0 0 15,0 0-1-15,-2 0 2 16,2 0-9-16,0 0 5 0,0 2-7 16,0 15 7-16,-1 12-4 15,-5 22 6-15,-1 20 0 16,-2 15 1-16,-6 11-7 15,-7 6 6-15,-2-3 1 16,0-10 10-16,4-15-7 16,6-20-3-16,6-23 0 15,5-15 3-15,3-10 3 16,0-7-6-16,0 0 44 16,0-14 19-16,3-16-63 15,16-9-109-15,-5-11-84 16</inkml:trace>
  <inkml:trace contextRef="#ctx0" brushRef="#br0" timeOffset="600.92">5094 4870 4 0,'0'0'479'16,"0"0"-413"-16,0 0 0 16,66-98 28-16,-46 65-47 0,-2-1-15 15,-4 0-28-15,-6 1 13 16,0-2-17-16,-8 2 0 15,0 1 2-15,-10 6-2 16,-11 6-1-16,-16 12-5 16,1 8-1-16,-6 0-4 15,3 16 8-15,5 9 3 16,7 10-7-16,5 9 7 16,9 9-5-16,5 2-6 15,8-4-8-15,0-9 17 16,0-14-31-16,15-11 21 15,-3-14 4-15,4-3 8 16,5-6 4-16,4-17 9 0,1-2-8 16,-4 1 31-16,-8 3-36 15,-8 5 0-15,-5 7 18 16,-1 1 9-16,0 5-10 16,0 2 1-16,0 1-16 15,0 0 1-15,0 8-3 16,0 21-10-16,0 16 7 15,3 13 3-15,3 8-5 16,0 6 4-16,-2 1 2 16,0-3 12-16,0-12-13 15,-1-14 0-15,4-15-2 16,-2-10 8-16,1-3-7 0,-2-4 1 16,4-12-174-16,2-23-399 15</inkml:trace>
  <inkml:trace contextRef="#ctx0" brushRef="#br0" timeOffset="1098.62">5574 4560 563 0,'0'0'96'16,"0"0"-37"-16,0 0-53 15,0 0-5-15,0 0-1 16,0 0 22-16,0 0-19 16,65 85 27-16,-46-39-26 15,-1 2-2-15,0-4 9 16,-6-8-8-16,4-10-1 15,-1-10-2-15,4-12 0 16,5-4 6-16,9-15-6 16,7-14-4-16,-1-12-2 15,-8-5 4-15,-16 3 2 16,-12 1 0-16,-3 11 2 16,-1 13 29-16,-5 8 14 0,0 9 11 15,6 1-56-15,0 0 0 16,0 24-9-16,0 18 0 15,0 10 9-15,0 7-3 16,7-1 3-16,1-1-2 16,2-1 2-16,-1-2 0 15,-1-9 0-15,-1-8-34 16,8-9-25-16,6-14-19 16,4-14-116-16,8-11-291 15</inkml:trace>
  <inkml:trace contextRef="#ctx0" brushRef="#br0" timeOffset="1448.25">6223 4631 714 0,'0'0'35'16,"0"0"3"-16,0 0 0 15,0 0-12-15,87-25-17 16,-53 46-9-16,2 9 0 15,-7 6 3-15,-4 3-3 16,-11 1-2-16,-12-1 0 16,-2-3 0-16,-18-2-1 15,-10-7 3-15,-2-5 0 16,4-5 7-16,3-5-7 0,9-4 0 16,5-2 3-16,6-5-1 15,3-1-3-15,0 0 1 16,0 0-5-16,9 1-3 15,18 0 10-15,9-1-2 16,13 0 5-16,6 0 0 16,-5 0 1-16,0 0-6 15,-5 0-13-15,-6-2 9 16,-11-5-233-16</inkml:trace>
  <inkml:trace contextRef="#ctx0" brushRef="#br0" timeOffset="1749.92">7058 4843 702 0,'0'0'58'0,"0"0"-7"16,0 0-46-16,0 0 8 15,0 0-8-15,0 0-2 0,26-5-3 16,-2 5 5-16,8 0-5 16,6 0 15-16,2-2-15 15,9-4-10-15,2-3-62 16,-5-2-217-16</inkml:trace>
  <inkml:trace contextRef="#ctx0" brushRef="#br0" timeOffset="3595.87">7721 4589 345 0,'0'0'174'0,"0"0"15"15,0 0-78-15,0-77-52 16,0 69-4-16,0 4-22 16,0 4-33-16,0 0-3 15,0 0 3-15,0 1-13 16,0 24 2-16,0 19 2 15,0 16 9-15,0 12-4 16,-12 6 4-16,-6-1 0 16,-6-2 0-16,0-7-34 15,5-9-3-15,5-14-45 16,11-14-29-16,3-18-4 0,9-13-222 16</inkml:trace>
  <inkml:trace contextRef="#ctx0" brushRef="#br0" timeOffset="4030.37">8020 4806 276 0,'0'0'243'15,"0"0"-95"-15,2-79-22 16,5 43-46-16,3-6-62 16,3 2-1-16,0 1 2 15,-1 7-13-15,-7 5 4 16,-5 5-10-16,0 8 0 15,0 7-2-15,-12 5 0 0,-9 2 0 16,-8 9-11 0,-2 20-8-16,1 10 21 0,2 11-23 15,6 5 14-15,4 0 4 16,10-7-23-16,8-7 8 16,0-14-41-16,3-12 7 15,17-11 39-15,2-4 7 16,1-5 8-16,0-11 35 15,-8-1 13-15,-7 2 19 16,-7 5-17-16,-1 3-34 16,0 5 24-16,0 2-40 15,0 0-10-15,0 19-1 16,0 13-22-16,-6 14 33 16,3 8 0-16,3 4-1 0,-2 1-7 15,-2-5-32-15,-3-8 0 16,-7-10-63-16,-2-10 51 15,2-17-120-15,7-9-227 16</inkml:trace>
  <inkml:trace contextRef="#ctx0" brushRef="#br0" timeOffset="4411.97">8295 4538 792 0,'0'0'61'16,"0"0"-20"-16,0 0-41 16,0 0-13-16,0 0 6 15,28 83 11-15,-18-30-7 16,-2-3 3-16,2-2-16 16,2-11 12-16,1-10-13 15,3-13-29-15,5-14 14 16,7 0 32-16,11-26 12 15,4-15-9-15,0-5 5 16,-10 2 26-16,-13 3-9 16,-9 10 1-16,-7 11 19 15,-4 9-34-15,0 8 3 16,0 3-14-16,0 6-21 16,0 21-24-16,0 12 24 0,0 10 21 15,0 9-3-15,0-3 6 16,0 4-3-16,0-5 0 15,0-7-29-15,0-8-37 16,0-16-66-16,20-23-101 16</inkml:trace>
  <inkml:trace contextRef="#ctx0" brushRef="#br0" timeOffset="4695.7">8854 4584 684 0,'0'0'8'15,"0"0"-8"-15,0 0-10 16,0 0 2-16,-20 87 7 16,20-34 2-16,0 1 6 15,0-1 2-15,17 0-5 16,10-5 40-16,-3-6-21 16,-3-10-15-16,-6-10 18 15,-8-11-23-15,-5-5 12 16,-2-5-4-16,0-1 17 15,0 0 23-15,-2 0-39 16,-21 0-3-16,-14 0-9 16,-7 0-33-16,2 0-100 15,18-3-192-15</inkml:trace>
  <inkml:trace contextRef="#ctx0" brushRef="#br0" timeOffset="4891.04">8922 4543 673 0,'0'0'16'0,"0"0"-16"16,0 0-1-16,0 0 1 16,0 0-2-16,0 0-17 15,-14-15 19-15,51 15-4 16,14 0 11-16,18 0-8 15,2-3 1-15,4-10-193 0</inkml:trace>
  <inkml:trace contextRef="#ctx0" brushRef="#br0" timeOffset="5393.71">9221 4898 336 0,'0'0'36'15,"0"0"-21"-15,91 8 86 16,-31-6-45-16,14-2-14 16,16 0 9-16,11 0-32 15,11-5-15-15,-3-3 0 16,-7-5-4-16,-14 1-28 16,-17-3 10-16,-19 1-5 15,-23-2 8-15,-13 2-51 16,-16-1-16-16,-4-1-42 15,-31 2-58-15</inkml:trace>
  <inkml:trace contextRef="#ctx0" brushRef="#br0" timeOffset="5576.96">10027 4715 247 0,'0'0'170'15,"0"0"-42"-15,0 0-85 16,0 0-39-16,0 0 4 16,0 0-8-16,29 34 2 0,-10-3 17 15,-5 0-12-15,-2 2-1 16,-3-3 11-16,-1-2-15 15,-4-2 14-15,-4-4 1 16,0 1-15-16,-6-4 12 16,-22 4-14-16,-7-1 0 15,-5 0-35-15,5-10-77 16,11-12-315-16</inkml:trace>
  <inkml:trace contextRef="#ctx0" brushRef="#br0" timeOffset="6544.99">10637 4475 406 0,'0'0'81'0,"0"0"-75"16,0 0-4-16,0 0 3 15,0 0 46-15,0 0-5 16,105 39-26-16,-42-38 14 16,13-1 17-16,6 0-6 15,2-9-1-15,-10-5-41 16,-12 0-1-16,-19 2 6 16,-18 4-7-16,-14 3 2 15,-9 1 33-15,-2 0-10 16,0 1-14-16,-11 0-12 0,-13 3-20 15,-9 11 13-15,-4 27-12 16,-5 24 19-16,-2 15-2 16,6 12 4-16,6 2-14 15,10-2 12-15,10-9-2 16,5-8-3-16,3-18 5 16,2-18-3-16,2-19 2 15,0-9 1-15,-1-8 21 16,-1 0 10-16,-2 0 42 15,-4-11-16-15,-7-17-44 16,-4-14-13-16,-5-4-4 16,3-1-33-16,7 11 23 15,11 6-13-15,3 10-9 16,16 1-15-16,25-5-17 16,19-6-14-16,16-5 25 0,10-6 48 15,2-10 9-15,-8-4 0 16,-7 0 22-16,-13 0 45 15,-13 9 48-15,-14 10-67 16,-14 9-17-16,-13 12 23 16,-6 13-23-16,0 2-31 15,-9 17-23-15,-24 29 7 16,-20 29 10-16,-11 17 5 16,-2 1 1-16,12-7 0 15,20-18 2-15,15-15-2 16,15-16-14-16,4-13 11 0,0-12-14 15,0-10 13-15,0-2 0 16,9-11 4-16,9-17-11 16,8-8-6-16,1-2 5 15,-9 9 8-15,-7 9 8 16,-5 9-4-16,-4 8 25 16,-1 3-21-16,4 0-8 15,5 14-13-15,2 11 14 16,0 8-1-16,5 3 6 15,0 3-4-15,-2-2-14 16,6-6-54-16,0-12-35 16,9-15-135-16</inkml:trace>
  <inkml:trace contextRef="#ctx0" brushRef="#br0" timeOffset="6892.87">11687 4867 623 0,'0'0'51'15,"0"0"1"-15,0 0-46 16,0 0-12-16,0 0-2 16,0 0-1-16,-5 0 7 15,9 4 4-15,4-4 3 16,7 0 57-16,7-8-1 16,7-10-17-16,-1-3-43 15,-1-3-1-15,-6-1 2 16,-3-1 6-16,-9 1-16 0,-9 4 6 15,0 6 2-15,-14 7-14 16,-14 8 10-16,-8 0-5 16,-5 25-1-16,-1 11-1 15,4 6-5-15,7 5 15 16,10 0 1-16,17-2 1 16,4-5-1-16,28-6-9 15,18-7 9-15,20-10 1 16,12-9-1-16,9-8-46 15,4-16-163-15</inkml:trace>
  <inkml:trace contextRef="#ctx0" brushRef="#br0" timeOffset="7891.86">12988 4611 602 0,'0'0'44'15,"0"0"20"-15,0 0-62 16,0 0-2-16,0 0 0 15,-45 105-1-15,30-63 2 0,6-8-1 16,3-9 4-16,3-11-1 16,1-4 23-16,1-6-26 15,1-2 2-15,0-2 9 16,0 0-9-16,0 0 6 16,0-22 18-16,0-10-26 15,9-10-56-15,0-4-2 16,3 0 28-16,-2 7 23 15,2 11 14-15,3 15 9 16,0 13 41-16,4 0-57 16,5 24 0-16,0 6-4 15,-6 8 4-15,0 1-2 16,-2-6 2-16,2-4-1 0,0-9-1 16,-5-10 2-16,-6-6 0 15,-4-4 3-15,0 0 3 16,4-17 111-16,3-15-97 15,5-17-19-15,5-7 2 16,0-3 4-16,0 5-12 16,-5 18 5-16,-5 16 0 15,-5 12 7-15,5 8-7 16,4 3-21-16,5 26 3 16,-4 14 11-16,-5 14 6 15,-8 7-11-15,-2 4 9 16,0-3-2-16,0-6 5 0,0-11-3 15,3-17-31 1,18-14-20-16,7-17 31 0,11-5 11 16,11-26 12-16,6-12 7 15,2-12-1-15,-6 2 4 16,-17 3 4-16,-13 10 37 16,-19 7 32-16,-3 12-51 15,-12 10-31-15,-9 11 4 16,-4 4-5-16,-4 23-6 15,-2 10 4-15,1 3 2 16,0 4-6-16,8 3 6 16,10 2 0-16,7 0-3 15,5-7 3-15,14-15-8 16,19-19-10-16,12-8 18 16,4-18 13-16,6-16-9 0,-8-5 5 15,-9 0 16-15,-11 3 2 16,-13 3 1-16,-6 4-21 15,-8 3-3-15,0 7 0 16,0 9-4-16,-6 7 0 16,3 3-1-16,2 0 1 15,-4 17-49-15,-1 16 30 16,2 12 19-16,1 3-8 16,3 0 8-16,0-8-19 15,16-12 11-15,11-9-7 0,7-13 14 16,5-6-45-1,6-3-81-15,3-26-232 0</inkml:trace>
  <inkml:trace contextRef="#ctx0" brushRef="#br0" timeOffset="9323.86">14072 4775 637 0,'0'0'67'16,"0"0"39"-16,0 0-87 15,0 0-19-15,0 0-4 16,0 0 4-16,-7 61-5 16,7-26 10-16,0-2-5 15,0-7 0-15,-1-7 3 16,1-11 0-16,-1-6-3 0,1-2 0 16,0 0 17-1,0-12-1-15,19-15-16 0,13-9-16 16,6-4-30-16,0 0-3 15,-6-1-8-15,-5 7 26 16,-12 8 31-16,-4 9 42 16,-8 10 59-16,-2 7-43 15,1 0-56-15,-1 12-4 16,-1 14-19-16,0 9 18 16,0 8-2-16,0-2 10 15,0-5-5-15,0-6 0 16,6-12-34-16,15-8 23 0,7-10-7 15,13-19-5-15,12-20-25 16,7-12-15-16,3-12 35 16,-5-9 8-16,-13-3 8 15,-8 3-5-15,-19 6 17 16,-12 10 12-16,-6 16 86 16,0 13 43-16,0 12-62 15,0 13-42-15,-3 2-37 16,-4 27-25-16,-3 18 11 15,-6 20 12-15,-1 13-2 16,1 6 2-16,5-3-3 16,4-12-22-16,7-15 6 15,0-19 15-15,0-12-26 0,0-15-25 16,4-8 46 0,9-2 11-16,6-21 18 15,1-10-18-15,3-2 1 0,-8 4 63 16,-6 7-59-16,-5 9 9 15,-4 8 12-15,2 7-12 16,-2 0-14-16,3 0-19 16,2 9-53-16,3 13 64 15,3 7 8-15,10 3-20 16,4-3-31-16,15-7-34 16,11-11 15-16,14-11-49 15,4-4 75-15,2-23-34 16,-4-9 78-16,-17-1 46 15,-14 1 66-15,-18 5 22 0,-15 4-42 16,-3 4-56-16,-15 3-21 16,-9 10 32-16,-6 10-39 15,-4 3-7-15,-2 21-2 16,1 7 2-16,5 3-4 16,6 2 3-16,6 5-7 15,5-4 4-15,10-4-41 16,3-11 31-16,7-12-6 15,23-10 19-15,10-4 14 16,12-18 5-16,-4-5-13 16,-7-2 25-16,-12 4 5 15,-14 6 2-15,-10 5 9 16,-5 5-21-16,0 3 6 0,0 4-17 16,0 2-12-1,0 0 2-15,0 0-5 0,0 0-22 16,0 8-24-16,1 13-4 15,5 8 45-15,6-2 5 16,7-4-16-16,13-10 9 16,11-11 2-16,3-2 3 15,8-12 0-15,2-18-8 16,-2-9 6-16,-6-10-3 16,-8-5 7-16,-16-4 19 15,-9 1-17-15,-14 2 0 16,-1 5 7-16,-4 13 25 0,-8 11 35 15,5 13-29 1,3 10-40-16,4 3 0 0,-2 0-7 16,-4 25-39-16,-8 22 7 15,1 20 39-15,0 8-2 16,5 1-8-16,8-6-35 16,0-17 0-16,15-14-30 15,18-19 16-15,8-20 13 16,5-3 35-16,-1-30 1 15,-3-9 10-15,-9-6 26 16,-7-4 46-16,-6-3-46 16,-5-1-12-16,-6-1-12 15,-4 3-2-15,-5 1 18 16,0 12 63-16,0 12-1 0,0 13 3 16,0 12-83-16,0 4-21 15,0 12-24-15,0 24-13 16,0 20 56-16,0 19 2 15,-3 2 0-15,3 0-6 16,0-12 6-16,0-13-14 16,13-9-12-16,4-9-37 15,0-7 16-15,-6-15-100 16,-9-12-164-16</inkml:trace>
  <inkml:trace contextRef="#ctx0" brushRef="#br0" timeOffset="10172.76">15456 4542 435 0,'0'0'8'16,"0"0"-14"-16,0 0 12 16,0 0 7-16,0 0 20 15,94 88 38-15,-16-75 24 16,21-8-33-16,6-5-31 15,6 0 9-15,-6-16-40 16,-11-3 4-16,-15-1-4 16,-24 3-7-16,-23 4 3 15,-17 6-4-15,-12 4 8 16,-3 0 65-16,0-2-39 0,0 3-24 16,-5 2-2-1,-12 0 2-15,-9 10-10 0,-13 16 8 16,0 8 0-16,2 2-1 15,10 3 1-15,10-2-8 16,11-1-7-16,6-4 9 16,28-11-3-16,19-11 6 15,14-10 3-15,4-14 10 16,-5-18-9-16,-13-7 1 16,-15 0 5-16,-16-2-5 15,-10 2 48-15,-6 5-49 16,0 8 7-16,-5 12 3 0,-1 9-11 15,0 5-8-15,-1 1-31 16,-5 20 16-16,0 9 10 16,-1 12 13-16,7 2-6 15,6-1 1-15,0-6-6 16,23-9-17-16,13-13 9 16,3-11 8-16,-3-4 3 15,-2-13-14-15,-13-14 22 16,-5-7 4-16,-5 1 5 15,-6 9 48-15,-4 9-8 16,1 10-42-16,-1 5 6 16,1 0-13-16,2 2-12 15,0 16 11-15,1 6-3 16,-1 2 4-16,1 0 0 16,-2-6-1-16,1-6-12 0,0-4 6 15,-2-8-27-15,1-2 34 16,6-1 3-16,4-18 10 15,5-9-12-15,3-3-1 16,-3 1 36-16,-1 4-36 16,-1 6-2-16,0 5-2 15,-5 6 2-15,-2 7 1 16,-4 2 1-16,-1 4-3 16,0 18-12-16,2 4 13 15,-1 6 2-15,0-2 3 16,0-3-1-16,1-7 2 15,-1-4-4-15,2-2 0 0,-5 0-6 16,-2-10-128-16,0-4-285 16</inkml:trace>
  <inkml:trace contextRef="#ctx0" brushRef="#br0" timeOffset="10614.4">17464 4322 494 0,'0'0'21'0,"0"0"-2"15,0 0 19-15,0 0-24 16,0 0 18-16,73 120 0 0,-69-45-10 16,-4 11-17-16,0 6-5 15,-4-4 0-15,-2-10 4 16,3-14-4-16,1-15-21 16,2-17-4-16,-3-15-18 15,-1-17-132-15,2-17-242 16</inkml:trace>
  <inkml:trace contextRef="#ctx0" brushRef="#br0" timeOffset="11272.67">17655 4242 568 0,'0'0'28'0,"0"0"-28"15,115 96 0-15,-83-48 5 16,-5 2-5-16,-12 1 5 16,-10-2-5-16,-5-3 0 15,-14-7 7-15,-21-3-5 16,-16-7 7-16,-10-3-2 16,-8-6-7-16,2-9-14 15,7-8-34-15,14-3-18 16,18-5 65-16,25-18-2 15,9-4-11-15,41-2-230 0,22-3 52 16,11 6 192-16,2 8 14 16,-7 9 154-16,-14 9-7 15,-13 0-21-15,-14 13-56 16,-11 10-25-16,-4 12-46 16,-4 5-5-16,-9 6-8 15,-5 2 0-15,-1 0 11 16,0-7-11-16,-4-13-11 15,-3-13 1-15,7-9 8 16,0-6 2-16,0-3 1 16,0-22 26-16,16-10-20 15,12-8-7-15,8 0-17 16,8 1-29-16,3 6-41 0,3 8 37 16,-11 9 33-16,-12 13 17 15,-13 6 52-15,-6 0-40 16,-3 6-12-16,0 19 0 15,-4 9 2-15,-1 13 2 16,0 6 3-16,0 2 1 16,0-4 6-16,6-8-14 15,16-11 0-15,11-13 2 16,6-15 5-16,4-4 25 16,-1-20 4-16,-3-16-27 15,-11-9 8-15,-12-5-17 16,-16-1-1-16,0-1-15 0,-28 0-56 15,-15-3-54 1,-3 6-222-16</inkml:trace>
  <inkml:trace contextRef="#ctx0" brushRef="#br0" timeOffset="11957.6">18338 4515 161 0,'0'0'52'16,"0"0"-7"-16,0 0 6 16,112 69 9-16,-71-43 21 15,-3-1-10-15,-6-5-22 16,-3-7 15-16,-13-3-8 15,-5-6-1-15,-7-3-55 16,-4-1 1-16,0 0 8 16,0 0-9-16,0 0-3 15,0 0-8-15,0 0 4 0,0 0 4 16,0 0-16 0,0 0-1-16,0 0 9 0,0 0-27 15,0 0 37-15,0 0-4 16,0 0 10-16,0-7-10 15,2-1-3-15,2-1 6 16,-1 1-3-16,-3-1 8 16,0-2-3-16,0 3 13 15,0 2 14-15,0 2 0 16,0 4-27-16,0 0 0 16,0 0-3-16,0 0 3 15,0 0-2-15,0 0-1 0,0 0-17 16,0 0 19-1,0 0-6-15,0 0 7 0,0 0 0 16,0 0 2-16,0 0-2 16,0 0 0-16,0 0 4 15,0 0 0-15,0 0-4 16,0 0-2-16,0 0-3 16,3 7 1-16,17 4 2 15,15 0-3-15,19-5 5 16,12-3 7-16,4-3-7 15,-6 0 0-15,-13 0 11 16,-12 0 2-16,-13 0 17 16,-2 8-30-16,-3 16 8 15,-9 14-16-15,-12 16 5 16,0 16 3-16,-34 13 10 0,-17 4-5 16,-7 2 4-1,1-9-9-15,14-17 1 0,13-17-5 16,18-19 4-16,6-15 0 15,6-9 2-15,-3-3 24 16,2-8 143-16,-1-23-114 16,2-18-42-16,0-10-26 15,13-3-9-15,19-1-65 16,9 0-102-16,15 5-469 16</inkml:trace>
  <inkml:trace contextRef="#ctx0" brushRef="#br0" timeOffset="12753.67">19440 4769 546 0,'0'0'79'0,"0"0"3"16,0 0-32-16,0 0 1 15,0 0-43-15,0 0-3 16,27-42-5-16,-23 31-17 16,1-3 14-16,-5 0-52 15,0-3-7-15,0 5-4 16,-25-1 1-16,-13 9-39 16,-5 4 83-16,-5 0 21 0,9 15-6 15,8 2 8-15,12 2-2 16,8 5 6-16,10 0-6 15,1 1 6-15,12-2-3 16,28-6-2-16,18-10 104 16,14-7-54-16,1 0-26 15,0-21-4-15,-9-5-12 16,-13-6 6-16,-11 0-14 16,-10-2 2-16,-9 4-2 15,-5 1-1-15,-4 4-6 16,-4 4 6-16,-3 8 0 15,-3 6 4-15,-2 5-3 0,0 2 7 16,0 0 31-16,0 0-39 16,0 0-7-16,0 0 1 15,0 0 6-15,0 4 2 16,-3 8-2-16,-9 7 0 16,-1 4 1-16,-7 3 0 15,-3 4-1-15,3 6 6 16,-1 5-5-16,8 4-1 15,5 2 0-15,8-4 0 16,11-11 3-16,27-12-3 16,22-14 0-16,10-6-1 15,5-11-10-15,-7-19-15 16,-8-11-5-16,-9-7 31 0,-11-6 4 16,-6-5 7-16,-5-5 10 15,-7 1-11-15,-4-3-8 16,-6 8 34-16,-8 10 23 15,-4 14-25-15,0 15 0 16,0 14-34-16,0 5-8 16,0 20-22-16,-13 18 20 15,-14 18 10-15,-7 12 0 16,-3 7 1-16,4-2 7 16,12-6-8-16,12-7 0 15,9-8 0-15,0-8-1 16,9-9-24-16,6-18-143 0</inkml:trace>
  <inkml:trace contextRef="#ctx0" brushRef="#br0" timeOffset="12945.76">20163 4524 430 0,'0'0'0'16,"114"-13"-32"-16,-43 11 32 15,9 2 45-15,9 0-15 16,9 0 15-16,1 0-21 16,-13 0-11-16,-19 0 9 15,-23-5-22-15,-19-7-85 16,-16-10-293-16</inkml:trace>
  <inkml:trace contextRef="#ctx0" brushRef="#br0" timeOffset="13193.78">19485 4188 655 0,'0'0'29'0,"0"0"51"16,0 0-7-1,0 0-68-15,0 0-4 0,0 0-1 16,-9-15 0-16,9 15-5 16,0 14-92-16,0 11 34 15,-2-2-81-15,2-8-295 16</inkml:trace>
  <inkml:trace contextRef="#ctx0" brushRef="#br0" timeOffset="13821.69">19413 4718 151 0,'0'0'22'0,"0"0"46"15,0 0 46-15,0 0 6 16,12-76-43-16,-21 61-21 16,-6 1-27-16,-6 2-20 15,-4 7 8-15,-4 5-8 16,0 0-8-16,1 11 4 16,-2 14-5-16,5 8 0 0,2 4 1 15,4 2 1-15,5 2-4 16,8-2 2-16,6-5 0 15,2-8 3-15,23-8-3 16,10-8 0-16,11-10 17 16,9 0-9-16,6-7-8 15,5-11-14-15,-2-8-135 16</inkml:trace>
  <inkml:trace contextRef="#ctx0" brushRef="#br0" timeOffset="14438.6">19822 4548 208 0,'0'0'48'0,"0"0"3"0,88-14 8 16,-63 9-9-16,-7 1 2 15,-7 0-4-15,-4 0 28 16,-4 2-6-16,-3 1 24 16,3 1-81-16,-2 0-13 15,-1 11-6-15,0 9-2 16,0-2-25-16,0-1 1 15,0-4 13-15,-5-7 5 16,2-4 12-16,1-2-15 16,-1 0 17-16,-4 2-9 15,4-2-16-15,1 0-219 0</inkml:trace>
  <inkml:trace contextRef="#ctx0" brushRef="#br0" timeOffset="14601.4">19958 4576 381 0,'0'0'82'16,"0"0"76"-16,0 0-80 16,0 0-59-16,0 0-19 15,0 0-24-15,-18 20-50 16,3 1 36-16,-6-6-140 16,3-9-192-16</inkml:trace>
  <inkml:trace contextRef="#ctx0" brushRef="#br0" timeOffset="16071.62">17344 4353 212 0,'0'0'82'0,"0"0"2"16,0 0 26-16,0 0-46 0,0 0-42 15,0 0 12-15,29-28-26 16,-29 28 11-16,0 0-12 15,0 0-5-15,1 0 9 16,2-2-9-16,6 0-2 16,9-3 5-16,6 2-5 15,3 1 0-15,5-3-61 16,3-5-228-16</inkml:trace>
  <inkml:trace contextRef="#ctx0" brushRef="#br0" timeOffset="16232.39">17643 4277 100 0,'0'0'243'16,"0"0"-243"-16,0 0-24 16,0 0-44-16,-56 82-144 15</inkml:trace>
  <inkml:trace contextRef="#ctx0" brushRef="#br0" timeOffset="22050.47">12940 4698 45 0,'0'0'118'16,"0"0"-90"-16,0 0 33 16,0 0-40-16,0 0 0 15,0 0-15-15,0 0-6 16,0-10-8-16,0 10 8 15,1-2 6-15,-1-2 9 16,2 0 4-16,-2-3 34 16,0 2-16-16,0 1 6 15,0 1-7-15,0 3-16 16,0 0-1-16,0 0-19 0,0 0 0 16,0-2 0-1,0 2 0-15,0-2 0 0,0 1 0 16,0-1 2-16,0 1-2 15,0-1 6-15,0 1 7 16,0 1 26-16,0-2-30 16,0 2-2-16,0 0-7 15,0 0-12-15,0 0-23 16,0 0 11-16,0 0 24 16,0 0 8-16,0 0-5 15,0-1 34-15,0-1 11 16,0 1-24-16,0-1-4 0,0-1-20 15,0 3 0-15,0 0-4 16,0 0-17-16,0 0-19 16,6 8-11-16,3 10 50 15,1 7-2-15,-1 7 1 16,-3 5 2-16,-6 1 0 16,0 0 0-16,0 0 0 15,-4-3 2-15,-7-4 0 16,-1-1 6-16,2-6-8 15,1-2 0-15,1-1 4 16,4-5-4-16,0-2 0 16,2-3 3-16,2-5-2 15,0-2 2-15,0-1-3 0,0-1 0 16,0-2 49 0,0 2 13-16,0-2-21 0,-2 0-8 15,2 3-9-15,0-3-5 16,-1 0-19-16,1 1 0 15,0-1 8-15,0 0-8 16,0 0-2-16,0 0 1 16,-2 0-57-16,-2 0-97 15</inkml:trace>
  <inkml:trace contextRef="#ctx0" brushRef="#br0" timeOffset="22209.39">12900 5063 295 0,'0'0'28'16,"0"0"-28"-16,0 0-219 16</inkml:trace>
  <inkml:trace contextRef="#ctx0" brushRef="#br0" timeOffset="22959.65">12916 4757 185 0,'0'0'19'15,"0"0"83"-15,0 0 68 16,0 0-118-16,0 0-36 15,0 0 7-15,-11-44-21 16,10 43 26-16,1 1-4 16,0 0-17-16,0 0 1 15,0 0-5-15,0 0-3 0,0 0 0 16,0 0 3 0,-4 0-6-16,4 0 3 0,0 15 0 15,0 9-1-15,0 8 2 16,5 9-1-16,1 5 0 15,-1 0 3-15,-1-1-3 16,-3-8 0-16,1-9 0 16,0-8-3-16,-2-7 5 15,0-6-4-15,0-3 2 16,0-1 0-16,0-1-8 16,0 1 8-16,0-2 0 15,0-1 3-15,0 2-1 0,0-2 20 16,0 0 21-16,0 0-6 15,0 0 26-15,0 0-52 16,0 0-7-16,0 0 0 16,0 0-4-16,0 0-62 15,0 3-76-15,0-2-181 16,0-1 106-16</inkml:trace>
  <inkml:trace contextRef="#ctx0" brushRef="#br0" timeOffset="23101.79">12910 5063 488 0,'0'0'125'15,"0"0"-30"-15,0 0-23 16,0 0-72-16,0 0-7 0,0 0-200 16,3 3 103-16,0 6-152 15</inkml:trace>
  <inkml:trace contextRef="#ctx0" brushRef="#br0" timeOffset="50233.37">6101 6079 99 0,'0'0'33'0,"0"0"-5"16,0 0-3-16,0 0-5 16,0 0-2-16,0 0 22 15,0 0 28-15,0 0-28 16,0 0-7-16,0-34 13 15,0 30-35-15,0 1 28 16,0 1-30-16,0 0-4 16,0 1 12-16,0-1-13 15,0-1 3-15,0 1-2 0,0 0-4 16,0-1 28 0,0 0-7-16,0 1-4 0,0-5-1 15,0 1 12-15,0-2 4 16,0-3-26-16,0 2-3 15,0 4 20-15,0 1-24 16,0 4 10-16,0 0 1 16,0 0-11-16,0 0 0 15,3 7-21-15,3 18-3 16,0 18 19-16,1 12 5 16,-1 17 0-16,-3 6 12 15,0 7-4-15,-3-5-3 0,0-5-5 16,0-8 4-1,0-9 5-15,0-9-9 0,0-10 0 16,0-11 2-16,0-13 0 16,0-5 1-16,0-8-3 15,0 1 0-15,0-3 13 16,0 0-13-16,0 0 8 16,6-17-8-16,3-16-93 15,3-16-293-15</inkml:trace>
  <inkml:trace contextRef="#ctx0" brushRef="#br0" timeOffset="51365.23">5785 6025 30 0,'0'0'113'0,"0"0"-59"15,0 0-26-15,0 0-3 16,0 0 24-16,0 0-2 15,-32-24 26-15,26 18-53 16,2-1 1-16,1 2 35 16,3-3 5-16,0-1-11 15,0 1-47-15,0-4 2 16,9 0-2-16,6 3-3 0,9-4-2 16,4 1 2-1,8 4 0-15,5 2 0 0,4 0 0 16,4 3 0-16,1 0-1 15,-1 0 1-15,0 3 0 16,-1 0 1-16,-4 0-1 16,-3 0 0-16,-5 7 0 15,-6 15 0-15,-4 7-2 16,-1 5 2-16,-8 4 0 16,-7 3 0-16,-8 4 2 15,-2 0-4-15,-5-3-2 16,-17-4 4-16,-3-8 18 0,-3-6-13 15,-4-2 14-15,-1-6 10 16,-4-1-18-16,-3-3 4 16,-3 0-11-16,-1-2 1 15,6-3 3-15,8 0-8 16,10-2 0-16,12 1-4 16,8 1-92-16,4-7-101 15,23 0-95-15</inkml:trace>
  <inkml:trace contextRef="#ctx0" brushRef="#br0" timeOffset="52114.97">6796 5914 161 0,'0'0'105'0,"0"0"-37"0,0 0 66 16,0 0-51-16,0 0-28 16,0 0-10-16,0-52-45 15,0 82-3-15,0 17 3 16,3 17 3-16,-3 17 3 16,-1 13-1-16,-18 6-4 15,-3 0 8-15,1-7-9 16,2-8 0-16,1-10 0 15,6-15 3-15,0-14 1 16,6-20-4-16,3-12 0 16,0-11 9-16,3-3-1 15,-1-14 91-15,1-22-34 16,0-17-63-16,0-12-4 0,0-5-3 16,0-3-14-16,-6 0 7 15,-6 1-45-15,3 2-2 16,0 7 16-16,7 4-25 15,2 9 7-15,0 6-91 16,11 7 83-16,11 7 58 16,3 8 11-16,1 12 32 15,4 10 29-15,7 0-25 16,0 24-21-16,1 10-5 16,-2 7-6-16,-5 0 6 15,-6 1-8-15,-7-4-1 16,-11-6 3-16,-7-7-1 0,0-1 15 15,-10-6 13 1,-17 2 15-16,-7-5 1 0,-6 1-13 16,-4-4-18-16,0-2 0 15,3-3-7-15,7-1 1 16,10-2-10-16,6 1 0 16,8-1-6-16,5 2 5 15,5-2-106-15,0-1-98 16</inkml:trace>
  <inkml:trace contextRef="#ctx0" brushRef="#br0" timeOffset="52747.4">7489 6199 248 0,'0'0'137'0,"0"0"-47"15,54-75 37-15,-33 46-123 16,-7-1 4-16,-5 3 16 16,-7 1 10-16,-2 0 10 15,0 1-24-15,-13 0-15 16,-9 6-5-16,-8 9 0 16,-6 6-11-16,-1 4 7 15,-2 0-5-15,2 21 4 16,1 5 5-16,0 8 0 15,5 10-5-15,4 7 2 16,10 7-1-16,10 0-7 16,7-2-19-16,0-8 17 15,15-6 6-15,10-11 7 16,5-3 0-16,1-3 5 0,2-1-5 16,-3 2 4-16,-3-1-1 15,-8 3 5-15,-5-3-8 16,-10-3 0-16,-4 0 0 15,0-5 10-15,-16-5-9 16,-1-3 8-16,-6-6 27 16,-4-3 6-16,-3 0-10 15,-1 0-12-15,2 0 0 16,4 0-20-16,5 0 1 16,0 5-1-16,0 6-57 15,5 2-105-15,-1-3-246 16</inkml:trace>
  <inkml:trace contextRef="#ctx0" brushRef="#br0" timeOffset="53429.87">5913 7160 147 0,'0'0'82'16,"0"0"-32"-16,0 0 26 15,0 0 9-15,0 0 31 16,0 0-71-16,-25-16-37 15,69 8-2-15,22-4 25 16,25 3-27-16,21 1-3 16,25-1 7-16,20-3-8 0,19-4-6 15,-2-4-18 1,-17 1-33-16,-23-1-14 0,-33 5 25 16,-30 6 24-16,-25 4-8 15,-25 1 29-15,-21 4 1 16,-3 0 4-16,-36 0 0 15,-25 6 16-15,-21 12-15 16,-21 5-5-16,-14 6-3 16,-5-5-124-16</inkml:trace>
  <inkml:trace contextRef="#ctx0" brushRef="#br0" timeOffset="53679.34">5998 7256 368 0,'0'0'132'16,"0"0"-78"-16,0 0-46 16,0 0 26-16,86-8-23 15,-44 5-3-15,10-1 18 16,11 1-19-16,14-5 12 16,14-1 11-16,11-2-5 15,13-6-2-15,1-2-20 16,6-2 1-16,-6 0-1 15,-9 4-3-15,-12 5-6 16,-13 4-53-16,-15 2-57 16,-18 1-157-16</inkml:trace>
  <inkml:trace contextRef="#ctx0" brushRef="#br0" timeOffset="53816.42">7257 7122 635 0,'0'0'76'0,"0"0"44"16,0 0-117-16,0 0-3 16,0 0-69-16,0 0-60 15,-14 7 12-15,17 0-198 16</inkml:trace>
  <inkml:trace contextRef="#ctx0" brushRef="#br0" timeOffset="55844.71">7971 6442 112 0,'0'0'39'0,"0"0"8"0,0 0 16 16,0 0 23-16,0 0-13 16,0 0-6-16,-13 0-15 15,13 0-15-15,0 0 3 16,0 0-21-16,0 0-17 16,0 0 11-16,0 0-13 15,1 3-4-15,29 1 4 16,20-1 5-16,23-3 1 15,16 0-5-15,9-2-1 16,5-9 9-16,-1-3-9 16,-8 2-7-16,-14-4-12 0,-18 3 10 15,-19-1 7 1,-17 1-1-16,-15 0 3 16,-6 2-5-16,-5-3 5 15,-10-1-23-15,-18 3-13 0,-12 2-18 16,-13 3 10-16,0 4 14 15,10 3 9-15,14 0 21 16,19 0 0-16,10 0 0 16,9 0-14-16,21 6 14 15,6 7 7-15,10 0 6 16,3 0 6-16,-7 3 28 16,-5 1-13-16,-11 0 21 15,-7 2-42-15,-8 6-2 16,-4-2 1-16,-7 2-6 0,0-1-1 15,-16-2 0-15,-10-1-3 16,-8-2-2-16,-2-5 1 16,1-5-1-16,10-4 6 15,6-4-6-15,10 0 0 16,7 2-8-16,2-3-25 16,8 0-236-16</inkml:trace>
  <inkml:trace contextRef="#ctx0" brushRef="#br0" timeOffset="56343.61">9517 5931 211 0,'0'0'190'0,"0"0"-85"16,0 0-97-16,0 0-4 16,0 0 2-16,86 22-6 15,-66 0 18-15,0 1-16 0,3-3-1 16,-1-5 13-1,1-9-13-15,-3-6 4 0,0 0 16 16,-8-5-8-16,-7-11 15 16,-5-4-20-16,0 2-5 15,-19 1 4-15,-28 5-7 16,-24 12-7-16,-15 0 6 16,-2 20-4-16,11 16 5 15,21 7 0-15,18 10 4 16,19 5-2-16,8 5-2 15,11 1 0-15,0 1-1 16,16 1 3-16,17-6 2 0,8-5-4 16,13-10 0-1,9-15-5-15,11-18 2 16,14-12-12-16,9-22-125 16,-1-24-259-16</inkml:trace>
  <inkml:trace contextRef="#ctx0" brushRef="#br0" timeOffset="56993.37">10067 6026 398 0,'0'0'133'15,"0"0"-79"-15,0 0-54 16,0 0 0-16,0 0-5 15,34 120 10-15,-29-50 0 16,-5 9 2-16,-5 4 0 16,-16 0 9-16,-4-2-16 15,0-9 1-15,2-13-1 16,8-17 6-16,4-17-3 0,4-15-3 16,4-10 0-16,3-26 79 15,0-24-52-15,0-17-27 16,13-9 0-16,0-6 0 15,-6 3 3-15,1 8-3 16,-4 6-12-16,5 7-27 16,0 6-19-16,3 7-21 15,6 7 19-15,1 11 52 16,5 8 8-16,6 8 9 16,6 8 23-16,1 3 0 15,3 11-22-15,0 14 0 0,-1 8-10 16,-10 4 3-1,-11 0 19-15,-12 0-17 0,-6-5-5 16,-6-3 5-16,-30 0-3 16,-22-2 13-16,-24-1 10 15,-15-2-12-15,-5-2-7 16,7-5-3-16,20-3-6 16,23 0 0-16,25-10-107 15,27-4-304-15</inkml:trace>
  <inkml:trace contextRef="#ctx0" brushRef="#br0" timeOffset="58008.85">10685 6067 356 0,'0'0'85'0,"0"0"-8"15,0 0-36-15,0 0-41 16,0 0-10-16,0 71 10 15,0-23 13-15,-11 4 6 16,-4 1 0-16,-4 0-5 16,0-2 10-16,6-6-23 15,4-10 2-15,4-14 1 16,2-11-4-16,3-8 4 16,0-2 15-16,0-10 132 15,0-22-72-15,20-17-79 0,9-7-40 16,2 2 37-1,-4 5-35-15,-3 4-13 0,-4 6-50 16,6 5 35-16,1 5 55 16,6 10 11-16,0 9 0 15,1 10 13-15,-3 4 0 16,-4 23-6-16,-3 11-5 16,-7 9-2-16,0 1 13 15,-1 1-11-15,0-8 0 16,4-10-2-16,-1-9 2 15,-2-12-1-15,-2-7-1 16,0-3 0-16,3-6 31 16,-2-16 6-16,4-9-37 15,-2-5 0-15,-5 0-27 16,-4-1-24-16,-3 1 3 0,0 1-37 16,0 4 60-16,-3 5 21 15,3 7 4-15,-3 5 36 16,-2 8 21-16,-1 2 64 15,0 4-57-15,2 0-60 16,4 10-4-16,3 16-2 16,4 13 2-16,2 8-4 15,-2 2 8-15,2 5-7 16,-1-1 3-16,-4 0 0 16,-1 2 5-16,-4-1-3 15,-2-3-2-15,-3-1 0 16,0-1-1-16,-7-12-94 0,-13-17-288 15</inkml:trace>
  <inkml:trace contextRef="#ctx0" brushRef="#br0" timeOffset="77756.55">4518 8012 326 0,'0'0'177'15,"0"0"-95"-15,0 0-23 16,0-77 26-16,0 67-33 0,0 4-6 16,0 2-31-1,0 3-13-15,0 1-1 0,0 0-1 16,0 2-11-16,0 21 4 16,5 13 5-16,8 15-3 15,-4 11 1-15,-4 8 4 16,-4 10 0-16,-1 2 0 15,0 3 1-15,0-7 1 16,0-7-2-16,0-10 0 16,-7-10 3-16,-2-10 0 15,-3-10-3-15,7-12 0 16,1-8 0-16,1-7 2 16,0-4 1-16,1 0-2 15,-6-15 22-15,2-18-22 16,0-17-1-16,1-11-5 0,5-12-6 15,0-5 2-15,0-2-9 16,8 1-19-16,8 7 7 16,-1 6-34-16,9 5 14 15,-2 15-4-15,6 8-11 16,-4 12 58-16,2 9-3 16,-2 10 10-16,1 7 5 15,-1 13 1-15,-4 27 1 16,-6 15-7-16,-6 10 2 15,-4 5 2-15,-4-9-2 16,-4-5-2-16,-12-13 11 16,-6-10-1-16,-3-9 0 0,-5-10 7 15,2-9 10 1,-8-1 41-16,-5-4-32 0,0 0-17 16,7 0-1-16,5 0-18 15,8 8 0-15,9 6-38 16,9 1-110-16,3-6-103 15</inkml:trace>
  <inkml:trace contextRef="#ctx0" brushRef="#br0" timeOffset="78172.1">5082 8196 417 0,'0'0'82'0,"0"0"2"15,0 0-56-15,0 0-23 16,0 0 0-16,-67 111 10 16,52-54 11-16,5 1-15 15,5-1 28-15,5-3-37 0,0-6 2 16,0-6 4-16,9-6-7 16,6-10-1-16,4-6 0 15,7-12 0-15,10-8 12 16,16 0 1-16,15-20 0 15,10-12-13-15,1-5-8 16,-8-1-25-16,-13 2-62 16,-20-3-82-16</inkml:trace>
  <inkml:trace contextRef="#ctx0" brushRef="#br0" timeOffset="78362.22">5167 8226 302 0,'0'0'63'16,"0"0"47"-16,0 0-85 15,0 0-20-15,0 0-4 16,118-70 1-16,-70 50 1 16,7 1-3-16,1-1-16 15,-6-2-76-15,-7 5-207 16</inkml:trace>
  <inkml:trace contextRef="#ctx0" brushRef="#br0" timeOffset="79038.33">4920 8506 384 0,'0'0'40'0,"0"0"-6"16,113 0 2-16,-46 0-15 15,6-12-4-15,10-7-17 16,8-8-16-16,2-6-21 16,2 1-122-16,-5-2 45 15,-14 3 34-15,-18 6 58 16,-22 2 22-16,-18 6 43 16,-18 4 85-16,0 2 57 15,0 8-110-15,-6 3 5 0,-4 0-51 16,-1 23-25-1,-8 14-3-15,2 10-1 0,-5 6 0 16,-2 3 0-16,5-1 0 16,1-12 0-16,7-11 0 15,7-14 4-15,4-10-1 16,0-7-3-16,-2-1 0 16,2-6 50-16,0-17-35 15,0-14-15-15,8-10-68 16,8-3 3-16,1-1-7 15,-4 2 25-15,5 3 47 16,3 2 24-16,9 5-4 16,7 6 12-16,-1 8 9 15,-2 9 35-15,-7 12-56 0,-6 4-20 16,-12 15 2-16,-9 23-9 16,-19 9 7-16,-23 9 0 15,-15-2 0-15,2-7-14 16,8-11-12-16,10-11 2 15,12-11 24-15,7-7-7 16,10-5 9-16,7-2-2 16,1 0 0-16,1 0-4 15,28 0 4-15,11 0 13 16,12 0 9-16,6 0 26 16,-1 0-8-16,4 0-15 15,-4 15-15-15,-8 3-9 16,-7 7 4-16,-11 1-5 0,-12 2-11 15,-8-1-58 1,-8-4-39-16,-3-11-102 0,0-12-97 16</inkml:trace>
  <inkml:trace contextRef="#ctx0" brushRef="#br0" timeOffset="79255.47">6092 8165 208 0,'0'0'129'0,"88"-36"-50"15,-36 21-19 1,8-2-8-16,7 1-24 0,5-4-10 16,3 2-11-16,-7 1 0 15,-7 3-14-15,-11 1-14 16,-18 6-89-16,-20 1-84 15</inkml:trace>
  <inkml:trace contextRef="#ctx0" brushRef="#br0" timeOffset="79412.2">6295 8140 321 0,'0'0'76'16,"0"0"-47"-16,3 73 56 15,13-36-34-15,8 6-41 0,3 2 1 16,6 6 3-1,0 1-12-15,-2 4 0 0,0 4-2 16,-13-2-59-16,-13-13-220 16</inkml:trace>
  <inkml:trace contextRef="#ctx0" brushRef="#br0" timeOffset="80003.66">4766 9450 182 0,'0'0'81'16,"0"0"31"-16,0 0-15 15,0 0-13-15,0 0-61 16,0 0-16-16,113-36 6 15,-28 8 17-15,20-5 37 16,20-1 4-16,9-2-36 16,10 2 5-16,3 0-37 0,-5 7-6 15,-14 5 0-15,-23 11-14 16,-28 8-5-16,-29 3-53 16,-29 8-4-16,-19 14-6 15,-22 9-7-15,-40 5-3 16,-25 1-72-16</inkml:trace>
  <inkml:trace contextRef="#ctx0" brushRef="#br0" timeOffset="80203.57">5060 9564 375 0,'0'0'146'0,"0"0"-142"15,0 0 25-15,97 0 42 0,-30-7-8 16,12-8-20-1,13-5 5-15,15-1-39 0,13-2-4 16,8 2-5-16,5 3 2 16,0 4-9-16,-11 0-60 15,-8 2-67-15,-16-1-96 16</inkml:trace>
  <inkml:trace contextRef="#ctx0" brushRef="#br0" timeOffset="80353.61">6511 9324 486 0,'0'0'123'16,"0"0"61"-16,0 0-122 0,0 0-14 16,0 0-39-1,0 0-2-15,-6-25-14 0,6 33-37 16,0 12-33-16,0 2-84 16,-3-4-250-16</inkml:trace>
  <inkml:trace contextRef="#ctx0" brushRef="#br0" timeOffset="90311.1">8359 8056 194 0,'0'0'99'0,"0"0"-39"16,0 0-7-16,0 0 37 16,0 0-33-16,0 0-1 15,0 0-17-15,-27-53 3 16,26 48 36-16,1 3-58 15,0 2 5-15,0 0-25 16,0 0-11-16,20 0-44 16,27 7 49-16,26 1 6 15,19-8 4-15,19 0-4 16,17-22 0-16,8-10 3 16,5-5-1-16,-2 0-2 15,-18 3 0-15,-23 5 3 0,-31 8-3 16,-33 8 3-16,-24 6-3 15,-10 5 2-15,-30 2-2 16,-31 0-47-16,-21 13-21 16,-12 16-30-16,-1 2-117 15</inkml:trace>
  <inkml:trace contextRef="#ctx0" brushRef="#br0" timeOffset="90573.51">8755 8102 417 0,'0'0'82'0,"0"0"47"16,0 0-80-16,0 0-49 15,0 0-3-15,0 0-2 16,-17 105 5-16,17-33 2 15,3 13-1-15,1 4 0 16,-1-6-1-16,-3-7-16 16,0-12-11-16,0-11-55 15,-3-12-7-15,-4-17-36 16,7-19-103-16</inkml:trace>
  <inkml:trace contextRef="#ctx0" brushRef="#br0" timeOffset="90963.53">9116 8006 715 0,'0'0'68'16,"0"0"-59"-16,0 0-9 16,-1 84 0-16,1-6 2 15,0 16-1-15,0 0-1 16,0-6 0-16,0-16-38 15,6-21 14-15,2-19-17 16,-1-16 9-16,-3-9 31 0,-2-7 1 16,4-12 37-1,2-17-31-15,5-12-6 0,0-2-7 16,-2 5-4 0,2 7 11-16,2 9-7 0,6 6 0 15,1 4 7-15,0 7 0 16,1 5 1-16,-2 3-3 15,-1 21-1-15,-1 12 3 16,-4 13-8-16,-6 9 6 16,-2 5 2-16,-2-1 3 15,-4-8-3-15,0-13-3 16,-1-12-76-16,2-10-31 16,4-16-80-16</inkml:trace>
  <inkml:trace contextRef="#ctx0" brushRef="#br0" timeOffset="91344.4">9738 8586 630 0,'0'0'6'16,"0"0"14"-16,0 0-20 16,0 0 0-16,0 0 2 15,0 0-1-15,111-29 3 16,-81 9 14-16,-5-3-12 15,-4-6 17-15,-3-3 59 16,-6-1-68-16,-3-1 30 16,-8 3-17-16,-1 3-13 0,0 7 8 15,0 6-22-15,-5 9 4 16,2 4-10-16,0 2 6 16,-2 14-30-16,-5 21-7 15,-5 19 32-15,-2 8-1 16,-1 4-18-16,8-6 13 15,10-8 8-15,0-12-3 16,24-11 6-16,15-13-3 16,11-14 8-16,13-2 6 15,12-6-11-15,7-13-6 16,1-8-87-16,-13-11-309 16</inkml:trace>
  <inkml:trace contextRef="#ctx0" brushRef="#br0" timeOffset="92243.76">9909 8313 228 0,'0'0'144'15,"0"0"-38"-15,0 0-52 16,0 0-54-16,0 0 0 16,0 0-8-16,39-5 8 15,-14 5 5-15,-1 0-5 16,-2 0 0-16,-5 3 0 16,-7 6 0-16,-1 1-4 0,-4 1 3 15,-3 4 1-15,-2 0 0 16,0 2 3-16,0 1-3 15,-3-2 22-15,-8 1-19 16,-1-3-3-16,-4 3 9 16,-7-1-7-16,-6 2 5 15,0 2-7-15,-1 1 2 16,3-1 2-16,5 3-4 16,5 2-7-16,5-2-62 15,8-3-68-15,4-8-31 16</inkml:trace>
  <inkml:trace contextRef="#ctx0" brushRef="#br0" timeOffset="92387.64">9889 8681 413 0,'0'0'74'0,"0"0"24"16,0 0-24-16,0 0 12 15,0 0-58-15,0 0-28 16,-29 12-151-16,17 11 115 15,-8-4-186-15</inkml:trace>
  <inkml:trace contextRef="#ctx0" brushRef="#br0" timeOffset="135816.45">11080 8141 138 0,'0'0'87'16,"0"0"-20"-16,0 0-16 15,0 0 26-15,-2-77-34 16,2 59-30-16,0 3 18 16,0-1-16-16,0 7-6 15,0-2 15-15,0 2-24 16,0 0 4-16,0 1 4 16,0 1-7-16,-3 2 7 15,0 2 4-15,2 2-7 16,-1 0 11-16,2 1-16 15,0 0 0-15,0 0 4 0,0-2-2 16,0-1 26-16,0-4 40 16,0-5-32-16,4-1 5 15,3 0-29-15,-3 0 16 16,2 1-16-16,-3-1-1 31,-2 2 8-31,-1 4-8 0,0 1 0 0,0 2 19 16,0 1-30-16,0 3 2 15,0 0 4-15,0 0-6 16,0 0-1-16,0 13-16 16,4 19 3-16,-1 26-2 15,1 21 16-15,-2 21-1 16,-2 9 0-16,0 2 2 0,0-7 2 16,-4-7-3-16,0-18 0 15,-1-16-1-15,3-19 1 16,0-17 0-16,2-13 6 15,0-9-5-15,0-3 3 16,0-2-4-16,0 0 0 16,0-2 24-16,0-26-24 15,4-19-201-15</inkml:trace>
  <inkml:trace contextRef="#ctx0" brushRef="#br0" timeOffset="136215.36">10855 7761 432 0,'0'0'27'0,"0"0"43"16,71-82 1-16,-35 57-1 16,1 3-18-16,2 5-7 15,-5 6 7-15,-1 10-26 16,-1 1-19-16,5 17-7 16,6 20 0-16,-3 12-7 0,0 11 7 15,-12 5-7-15,-14-2 7 16,-14-8-11-16,0-10 4 15,-20-10-2-15,-9-7 9 16,-4-4 6-16,0-10-4 16,1-5 1-16,2-1 5 15,5 1-8-15,2 2-46 16,7-2-139-16,7-6-240 16</inkml:trace>
  <inkml:trace contextRef="#ctx0" brushRef="#br0" timeOffset="136748.77">11454 8176 248 0,'0'0'47'0,"0"0"-36"16,-36 89 20-16,20-46 30 15,5 5-10-15,10 2-20 16,1 1 33-16,1-7-7 15,16-8-33-15,2-13 20 16,-2-12-35-16,-1-8 60 16,3-3 27-16,6-17-38 15,10-12-11-15,1-13-47 16,-3-2 3-16,-11 0-2 16,-10 4 0-16,-12 0-1 0,0 1 0 15,-19 0 5-15,-9 3-11 16,2 2-6-16,2 0 3 15,4-2 5-15,10-3-34 16,10-9 8-16,3-1-51 16,29-4 14-16,9-5-1 15,10-3 42-15,3-2 26 16,1 5 10-16,-6 7-8 16,-7 8 39-16,-15 12 70 15,-9 10-52-15,-6 12-22 16,2 9-37-16,2 0-6 15,4 23-6-15,0 20 8 16,-10 20 4-16,-8 16 0 0,-2 13 0 16,0 11-2-16,0 1 2 15,0-5 0-15,0-7 1 16,3-13 1-16,0-14-2 16,0-8 0-16,1-13-1 15,-1-13-1-15,3-14-145 16,6-17-41-16</inkml:trace>
  <inkml:trace contextRef="#ctx0" brushRef="#br0" timeOffset="137147.79">12458 8132 813 0,'0'0'58'0,"0"0"20"15,0 0-53-15,0 0-2 16,0 0-12-16,0 0-11 15,-5 4-16-15,-11 30 1 16,-8 12 15-16,-5 10-10 16,-3 2 9-16,4-6-24 15,5-6 25-15,10-12-38 16,7-15 13-16,6-14-25 16,5-5 50-16,30-29 15 15,17-18-13-15,8-8 1 16,-6 0 9-16,-18 7-3 15,-16 11 40-15,-11 9 0 0,-9 9-18 16,0 8 6-16,0 7-37 16,0 4 0-16,0 0-5 15,0 1-9-15,0 19-32 16,5 12 28-16,4 9 18 16,3 8-6-16,1-1 5 15,2-4-25-15,-1-10-1 16,2-14-56-16,2-14-61 15,1-6-45-15</inkml:trace>
  <inkml:trace contextRef="#ctx0" brushRef="#br0" timeOffset="137564.32">12814 8153 821 0,'0'0'47'15,"0"0"-47"-15,0 0-7 16,0 0 7-16,0 0-4 15,44 90 4-15,-28-56 7 16,-1 0-6-16,1-6 0 16,-5-6 19-16,-4-10-18 15,-4-7 1-15,-1-5-3 16,-1 0 3-16,-1 0 16 16,1 0-16-16,4-13 42 15,6-16-8-15,11-11-37 16,11-7-50-16,10 1-25 15,8 3-64-15,-3 7-8 16,-2 5 49-16,-6 2 46 0,-7 5 52 16,-11 6 5-16,-7 2 64 15,-7 6 31-15,-5 5 26 16,-3 3-4-16,0-1-75 16,1 3-25-16,-1 0-22 15,1 8 0-15,-1 18-20 16,0 17 13-16,0 11 7 15,0 3-2-15,0 1 2 16,0-5 0-16,5-10-5 16,0-7 5-16,5-11-32 15,-6-12-90-15,1-13-78 16</inkml:trace>
  <inkml:trace contextRef="#ctx0" brushRef="#br0" timeOffset="137730.24">13211 7704 873 0,'0'0'9'0,"0"0"-9"16,0 0-12-16,0 0-19 16,20 99-39-16,-3-38-95 15,7-8-292-15</inkml:trace>
  <inkml:trace contextRef="#ctx0" brushRef="#br0" timeOffset="138066.15">13742 7991 730 0,'0'0'74'0,"0"0"-14"16,0 0 3-16,0 0-22 15,0 0-22-15,0 0-10 16,-1-59 7-16,-11 59-16 15,-9 0-10-15,-6 21 9 16,-6 17-11-16,0 10 3 16,11 6-10-16,12-1-5 15,10-2 7-15,23-8-23 16,21-3 37-16,12-10-1 0,2-12 8 16,-11-7 2-16,-13-8 16 15,-19-1-2-15,-12-2 30 16,-3 0-50-16,-4 5 0 15,-38 7-7-15,-25 3 5 16,-14 6-24-16,-1-1-20 16,18-1-1-16,23-2-7 15,22-2-100-15,19-8-65 16</inkml:trace>
  <inkml:trace contextRef="#ctx0" brushRef="#br0" timeOffset="139177.05">14570 7853 617 0,'0'0'34'16,"0"0"-13"-16,0 0-18 15,0 0-3-15,0 92 2 16,0-39 18-16,0-2 7 16,0-5-27-16,0-12 0 15,-1-7 3-15,-1-5-3 16,1-6 11-16,1-3-11 15,0-6 1-15,0-3 5 0,0-4 2 16,0 0-5-16,0 0 72 16,-2 0 1-16,1 0-8 15,-2-2-48-15,3-1-20 16,-3 0 19-16,3 1-19 16,0 2-2-16,0 0 2 15,0 0-2-15,0 0-5 16,0 0 1-16,0 0 6 15,0 0-3-15,0 0 3 16,0 0 0-16,0 0 0 16,0 0 4-16,0 0-4 15,0 0 0-15,0 0 0 16,0 0 3-16,0 0-3 16,0 0 0-16,0 0 0 0,0 0 3 15,0 0-5-15,0 0 2 16,0 0 0-16,0-4-1 15,0-1 1-15,0-4-7 16,-2 1 2-16,-4 2-44 16,-4-5-103-16,1-8-271 15</inkml:trace>
  <inkml:trace contextRef="#ctx0" brushRef="#br0" timeOffset="139596.07">14770 7833 467 0,'0'0'101'0,"0"0"2"15,12-88-42-15,-12 64-18 16,0 3-13-16,0 4-19 16,-11 5-10-16,-18 6-2 15,-10 6-4-15,-7 0 5 16,-1 14-7-16,7 13 7 15,16 9 0-15,12 7 0 16,12 11 1-16,5 9-4 16,22 7 3-16,13 1 0 15,5-7-2-15,4-15 2 16,-6-14-6-16,-13-11 4 16,-18-3-26-16,-12 0 22 15,-40-2-19-15,-25 4 25 0,-23-2-3 16,-12-3-1-16,-6-3-21 15,11-3 20-15,20-5 5 16,28-3 0-16,27-2 0 16,20-2-6-16,21 0-5 15,42-14 6-15,28-8-45 16,16 0-106-16,2-2-175 16</inkml:trace>
  <inkml:trace contextRef="#ctx0" brushRef="#br0" timeOffset="140428.37">14949 8121 648 0,'0'0'173'15,"0"0"-70"-15,0 0-34 16,0 0-57-16,0 0-9 16,0 0-6-16,9-4-25 15,-6 35 22-15,3 6 3 16,-5-1-32-16,4-3 30 16,1-5-30-16,6-10-29 0,5-10 44 15,6-8 4-15,8-5 16 16,2-21 0-16,0-8 3 15,-3-3 3-15,-12 1-2 16,-8 7 14-16,-9 9 35 16,-1 6-3-16,0 8-25 15,0 6-25-15,0 0-5 16,0 3 3-16,0 19-65 16,0 6 59-16,6 6-2 15,11 1-11-15,11-6 3 16,5-7-20-16,1-11-42 15,1-11 25-15,-1-15 7 0,2-29-47 16,4-19-42-16,3-19-24 16,-1-8-33-16,-9-2 194 15,-15 6 26-15,-18 10 179 16,-12 10 38-16,-27 16-67 16,2 16-1-16,10 17-98 15,13 12-53-15,10 5-24 16,0 20 3-16,-1 23-13 15,2 18 10-15,3 11-2 16,0 6-1-16,0 3 4 16,12-3-1-16,3-8 0 15,1-16 0-15,-5-23-2 16,-5-16 2-16,3-15-8 16,7-8 8-16,14-31 8 15,12-17-8-15,4-3-8 0,-9 11 8 16,-11 18 4-16,-13 17-4 15,-1 9 0-15,1 4-1 16,2 0 2-16,-1 17-4 16,-1 15 1-16,-2 6 2 15,-10 4-6-15,-1 2 6 16,-3-4 0-16,-19-6 0 16,-3-5 1-16,-3-9 2 15,0-8-3-15,-1-5 0 16,-4-7 11-16,0 0-11 0,-1-2 0 15,-2-11 11 1,9 3-11-16,13 3 0 0,14 3-58 16,9-4-180-16,30-6-314 15</inkml:trace>
  <inkml:trace contextRef="#ctx0" brushRef="#br0" timeOffset="141262.4">16208 7879 793 0,'0'0'84'0,"0"0"-60"0,0 0-24 16,0 0-3 0,-6 107-1-16,-3-47 4 0,0 1 0 15,3-11 3 1,6-13-3-16,0-16 0 0,0-10 2 15,0-9 0-15,0-2 3 16,0 0-2-16,0-9 3 16,0-19 16-16,13-10-22 15,4-8-41-15,1 4 8 16,-2 8 23-16,-7 9 10 16,-3 14 7-16,-1 10 13 15,2 1-11-15,5 9-9 16,1 13-3-16,2 4-1 15,-1 5 8-15,0-1-6 0,0-3 2 16,2-6 0 0,-1-10 0-16,2-8 4 0,1-3-4 15,2-13 21-15,6-15 5 16,-4-12-1-16,-4-4-19 16,-3 1-6-16,-6 9 9 15,-3 11-9-15,-4 10 0 16,2 10-3-16,1 3 3 15,5 0-8-15,6 17-27 16,9 10 35-16,9 7-14 16,5 0-3-16,5-4-16 15,3-8-5-15,0-18 5 16,5-4 33-16,2-26 0 16,-3-18 7-16,-2-9 61 15,-9 0-47-15,-9 7 2 0,-13 11 2 16,-13 8 8-16,-5 9-3 15,0 5-28-15,-3 9 12 16,-6 4-28-16,-6 0 14 16,-6 21-14-16,-2 12 9 15,0 13-9-15,7 7 13 16,11 3-8-16,5-2-20 16,13-11 22-16,15-13-9 15,7-19 13-15,2-11 3 16,2-11 2-16,-1-23 15 15,-3-10-4-15,-11-1 1 0,-6 6 10 16,-11 8-24-16,-5 13 0 16,-2 8 0-16,0 8 2 15,0 2-1-15,0 0-1 16,0 7-42-16,10 23 3 16,5 12 25-16,7 9 13 15,10 5-24-15,5-4-59 16,2-11 5-16,1-16-63 15,-7-23-319-15</inkml:trace>
  <inkml:trace contextRef="#ctx0" brushRef="#br0" timeOffset="141543.42">17549 7870 929 0,'0'0'0'15,"0"0"39"-15,0 0-39 16,0 0-15-16,0 0 15 15,18 97 0-15,-6-36 0 16,-2-7 0-16,0-14-1 16,-3-18 3-16,-3-13 0 15,-4-6-2-15,0-3 0 16,0 0 49-16,0 0-24 16,3-13 32-16,1-18-32 15,5-17-25-15,4-5-23 16,4-1-22-16,5 8-2 15,7 13 27-15,4 8-45 0,7 12 0 16,6 2-123-16,-2-1-268 16</inkml:trace>
  <inkml:trace contextRef="#ctx0" brushRef="#br0" timeOffset="141725.47">17970 7830 852 0,'0'0'31'16,"0"0"-21"-16,0 0-2 16,0 0-16-16,0 0 4 15,19 77 4-15,-10-26-8 16,-4 2 6-16,-2-7-42 0,-3-6-24 16,0-13-62-1,0-15-109-15</inkml:trace>
  <inkml:trace contextRef="#ctx0" brushRef="#br0" timeOffset="141897.03">18099 7456 891 0,'0'0'41'0,"0"0"-40"16,0 0-1-16,0 0-70 0,21 97 41 15,-14-27-109 1,-4-2-67-16</inkml:trace>
  <inkml:trace contextRef="#ctx0" brushRef="#br0" timeOffset="142209.18">18159 8012 877 0,'0'0'6'0,"0"0"-6"16,0 0-9-16,0 0 9 15,29 106 0-15,-19-73-23 16,-1-6 9-16,-3-14-29 16,-2-7 32-16,-3-6 11 15,1 0 27-15,5-21 73 16,4-14-80-16,3-8-11 16,5-2-7-16,0 4-2 0,0 10-15 15,-1 10 8 1,-3 10 4-16,-1 9 2 0,0 2 1 15,2 3 0-15,3 19-10 16,-3 9 10-16,1 5-9 16,-7 6-5-16,-2-3-62 15,-3-6-42-15,1-9 13 16,2-15-88-16,4-9-173 16</inkml:trace>
  <inkml:trace contextRef="#ctx0" brushRef="#br0" timeOffset="142528.74">18659 8043 302 0,'0'0'118'0,"0"0"-84"0,0 0 57 15,0 0-26-15,0 0 32 16,78-71-4-16,-62 49-39 16,4-3-28-16,-5 2-4 15,0 2-16-15,-6 1 7 16,-6 3-4-16,-3 3-2 15,0 3-1-15,0 3-6 16,-1 7-6-16,-14 1 2 16,-11 0-13-16,-5 19-8 15,-7 8 22-15,0 4 3 16,7 7-7-16,9 6 7 0,8-1-1 16,14-4-4-1,0-3 5-15,24-9 0 0,18-9 0 16,13-7 3-16,12-6 9 15,15-5-12-15,7 0-138 16,2-24-303-16</inkml:trace>
  <inkml:trace contextRef="#ctx0" brushRef="#br0" timeOffset="143208.81">19864 7821 210 0,'0'0'654'0,"0"0"-589"15,0 0-35-15,0 0-30 16,0 0-9-16,0 0 6 16,16 82 3-16,-16-13 0 15,-9-6-5-15,-6-10 5 16,0-20-1-16,8-16 0 16,4-12 2-16,3-4 3 0,0-1-4 15,0-3 2-15,0-23 9 16,10-19-11-16,10-14-39 15,-1-7-12-15,2 0-62 16,-2 11-20-16,-2 9 60 16,-1 17 73-16,-1 9 39 15,-2 18-2-15,-1 2-28 16,2 14-9-16,-2 14 2 16,1 13-2-16,1 6 0 15,-2 7 0-15,5-1 0 16,3-8 0-16,1-12 0 15,-5-17 5-15,-4-10 3 0,-3-6 40 16,7-11 42 0,5-22-68-16,6-17-20 0,9-9-2 15,-5-2-31-15,-1 6 5 16,-7 6 26-16,-7 13 9 16,-4 12 25-16,-5 15 2 15,-2 9 17-15,-2 2-53 16,4 26-12-16,-1 14 8 15,-1 9-1-15,-5 10 4 16,0 6-3-16,0-3-21 16,0-7 11-16,12-16-62 15,9-16-5-15,4-20 4 16,2-5-94-16,4-23-53 0</inkml:trace>
  <inkml:trace contextRef="#ctx0" brushRef="#br0" timeOffset="143355.92">20663 7868 245 0,'0'0'146'0,"0"0"59"15,0 0-5-15,0 0-102 16,0 0-73-16,0 0-25 16,-3-28-42-16,-3 75 42 15,-1 16-2-15,4 5 1 16,3-5-10-16,0-9-61 16,10-15 10-16,14-16-11 15,3-21-149-15</inkml:trace>
  <inkml:trace contextRef="#ctx0" brushRef="#br0" timeOffset="143519.22">20689 7458 831 0,'0'0'0'0,"0"0"-7"16,0 0-30-16,87 102-44 15,-76-44-64-15,-11-5-200 16</inkml:trace>
  <inkml:trace contextRef="#ctx0" brushRef="#br0" timeOffset="144359.21">21042 7849 410 0,'0'0'125'16,"0"0"-47"-16,0 0 13 16,91-66-11-16,-71 51-38 15,-4-1-16-15,-7 2-7 16,-6 1-18-16,-3 6 24 16,0 4-25-16,0 3 0 15,0 0-4-15,-12 14-55 16,-4 15 39-16,2 9-26 15,8 9-5-15,6 9 49 0,0-2-7 16,18-4 9-16,1-14-2 16,-4-12 4-16,-1-9-2 15,-10-8 0-15,-4-2 0 16,0 0 4-16,-1-3 2 16,-28 1-6-16,-17-2 14 15,-9-1-14-15,-5 0 11 16,8 0-11-16,13-4 0 15,17-3 4-15,13 4 3 16,9-3-7-16,16-4 0 16,36-5-42-16,30-9 26 15,21-5 1-15,14-4 9 16,4-6-2-16,-8-6 1 0,-12 3 7 16,-23 1 2-1,-21 9-2-15,-19 3 30 0,-18 8-28 16,-8 4-2-16,-11 4 26 15,-1 5 5-15,0 4-15 16,0 3 2-16,0 1-17 16,-1 0-2-16,-10 21-46 15,-5 15 40-15,-2 10 2 16,4 3 5-16,4-4 0 16,7-5-1-16,2-8 2 15,-1-5 4-15,-1-7-5 16,-4-5 0-16,2-4 12 0,-7-3-11 15,-4-4 15-15,-9 1 9 16,-8-2-21-16,-2-3 10 16,7 0-14-16,7 0 0 15,12 0 7-15,8 0-5 16,1-3 5-16,10-11-7 16,19-6-12-16,9-1 10 15,7 0-14-15,-8 5 16 16,-7 4-9-16,-11 4 15 15,-10 0-6-15,-4 5 42 16,-2 3-13-16,-3-3 26 16,0 3-55-16,0 0 7 15,0 3-17-15,0 15-27 16,0 10 37-16,0 7-1 16,0 1-39-16,0-6 0 0,3-9-72 15,2-15-86-15</inkml:trace>
  <inkml:trace contextRef="#ctx0" brushRef="#br0" timeOffset="144546.29">21612 7224 478 0,'0'0'390'0,"0"0"-380"15,0 0-10-15,0 0-27 0,0 0-6 16,101 61-76-16,-80-10-84 16,-11-9-189-16</inkml:trace>
  <inkml:trace contextRef="#ctx0" brushRef="#br0" timeOffset="144773.6">21913 7381 747 0,'0'0'103'15,"0"0"-103"-15,0 0-7 16,23 85 7-16,-17-30-4 0,-6 11 4 16,0 8 0-16,-11 0-6 15,-4 1-10-15,3-6-28 16,2-3 13-16,5-17-109 15,5-23-162-15</inkml:trace>
  <inkml:trace contextRef="#ctx0" brushRef="#br0" timeOffset="145139.58">22171 7917 308 0,'0'0'300'16,"0"0"-207"-16,0 0-21 15,106-64-39-15,-67 42 8 16,-3-2-41-16,-7-1 0 16,-9 3 6-16,-7-1-6 15,-9 4 6-15,-4 3 8 16,0 4-1-16,0 7-2 15,-7 3-11-15,-16 2-11 16,-10 8 9-16,-15 19-12 16,-3 7 5-16,0 7 1 15,9 6 5-15,7 5-10 16,14 3 13-16,16-6-3 16,5-10-3-16,12-13 5 0,17-17 1 15,5-9 0-15,8 0 1 16,6-7 8-16,3-16-9 15,-2-8-187-15</inkml:trace>
  <inkml:trace contextRef="#ctx0" brushRef="#br0" timeOffset="145690.12">21794 7830 212 0,'0'0'264'15,"0"0"-164"-15,0 0-66 16,0 0-30-16,0 0 5 16,0 0 47-16,52-35-26 15,-52 35 49-15,0 0-15 16,0 0-28-16,0 0-11 16,0 0-25-16,0 0-4 15,0 4-5-15,0 14-1 16,-1 11 10-16,-1 6 0 0,2 6 0 15,0 1-1 1,8-3-20-16,3-6-30 0,-5-8-25 16,-6-12-48-16,0-9-211 15</inkml:trace>
  <inkml:trace contextRef="#ctx0" brushRef="#br0" timeOffset="146525.05">22842 7381 629 0,'0'0'41'15,"0"0"109"-15,0 0-100 16,0 0-24-16,0 0-26 0,0 0-6 16,33 39-4-16,-31 27 9 15,-2 8 1-15,-2 9-10 16,-11-5 6-16,-4-4 4 15,5-8-2-15,2-12 2 16,4-16 0-16,3-14-2 16,3-15 4-16,-1-9 9 15,1 0-6-15,0-22 25 16,0-20 2-16,1-16-32 16,4-11-24-16,1-6-4 15,-6 0-23-15,0 0 14 16,0 6-9-16,0 13-23 15,5 14 22-15,19 13 19 16,6 13 27-16,0 15 1 0,-4 1 3 16,-3 21 6-16,-5 15-9 15,0 11 0-15,-7 9-4 16,-1 2 4-16,-10-4 0 16,0-9-1-16,-2-11 4 15,-17-10-1-15,-2-10-1 16,-1-3-1-16,-2-7 16 15,0-1-16-15,9-3-8 16,12 0-323-16</inkml:trace>
  <inkml:trace contextRef="#ctx0" brushRef="#br0" timeOffset="146938.48">23141 7706 792 0,'0'0'9'0,"0"0"-9"16,0 0-8-16,0 0 0 15,0 0 8-15,15 90 0 16,-15-59 6-16,0-8-1 16,0-3-5-16,0-8 0 15,0-5 2-15,0-4 0 16,0-1-4-16,0-2 4 16,0-7-1-16,3-16 17 15,16-12-18-15,6-8-55 16,11 1 29-16,5 2-30 15,3 7 30-15,-2 8 26 16,-5 11 0-16,-8 7 30 16,-9 7-30-16,-5 0 0 0,-10 13-4 15,2 13 4-15,-2 8 0 16,-2 6-2-16,0 4 10 16,4-2 0-16,5-10-8 15,3-9 0-15,3-8 12 16,-4-10-8-16,-7-5 29 15,5 0 19-15,2-18 13 16,5-10-50-16,0-9-15 16,-9-1-66-16,-10-3-66 15,0 2-84-15,-23-2-79 16</inkml:trace>
  <inkml:trace contextRef="#ctx0" brushRef="#br0" timeOffset="147142.03">23572 7565 225 0,'0'0'134'0,"0"0"-50"0,0 0-66 16,86 34 9-16,-61 1 3 15,0 8-9-15,-3 5 20 16,-6 6-20-16,-5 3-19 16,-8 1 13-16,-3 1-12 15,0-1-1-15,-11-4-2 16,-5-4 6-16,2-12-4 16,0-9-2-16,2-12 0 15,7-8 7-15,2-6-4 16,0-3 0-16,-7 0 2 0,-5 0-5 15,-2-20-201-15</inkml:trace>
  <inkml:trace contextRef="#ctx0" brushRef="#br0" timeOffset="147471.43">23874 7803 549 0,'0'0'11'15,"0"0"-17"-15,0 0 6 16,0 0 0-16,105-1 1 16,-78 1 2-16,-5-3 26 15,-3-8 56-15,-3-5 49 0,-2-4-77 16,0-5-57 0,-1-2 0-16,-7 5-3 0,-4 1 6 15,-2 9-6-15,0 1 2 16,-12 5-2-16,-11 6-15 15,-9 0 18-15,-4 12-10 16,1 13-2-16,9 5-41 16,11-1 22-16,12 1 21 15,3-2-20-15,16-3 16 16,24-5-7-16,7-11 3 16,3-9-119-16,-6-5-260 15</inkml:trace>
  <inkml:trace contextRef="#ctx0" brushRef="#br0" timeOffset="147887.27">24235 7634 648 0,'0'0'0'16,"0"0"-19"-16,0 0 17 15,0 0-2-15,0 0 4 16,-23 90 5-16,23-65-5 15,0-5-4-15,12 1 4 16,23-7 3-16,10-2 8 16,10-9-5-16,6-3-6 15,2-5 27-15,0-16-26 0,-5-8 0 16,-5-6 6 0,-9-4 0-16,-8 0 14 15,-11-2-21-15,-7 1 0 0,-12 1 57 16,-6 3 20-16,0 8-10 15,0 10-7-15,0 8-26 16,0 8-23-16,0 2-11 16,0 0-19-16,0 20 3 15,-6 22-58-15,-2 17 74 16,1 11 0-16,7 2 0 16,0-6 0-16,7-11-15 15,7-15-2-15,-3-12 10 16,-8-11-113-16,-3-12-19 0,-7-5-167 15</inkml:trace>
  <inkml:trace contextRef="#ctx0" brushRef="#br0" timeOffset="148073.04">24757 7490 786 0,'0'0'1'0,"92"-20"15"15,-43 14 34-15,7 6-21 16,1 0-29-16,-2 0-25 16,-4 0-30-16,-15 0-125 15,-20 0-175-15</inkml:trace>
  <inkml:trace contextRef="#ctx0" brushRef="#br0" timeOffset="148273.1">23517 7086 689 0,'0'0'58'16,"0"0"-33"-16,0 0 14 15,0 0-39-15,0 0-6 0,0 0-6 16,37 41 12-1,-10-12-22-15,-2-8-125 0,-3-15-214 16</inkml:trace>
  <inkml:trace contextRef="#ctx0" brushRef="#br0" timeOffset="166551.83">8265 10003 308 0,'0'0'153'0,"0"0"-35"16,0 0-60-16,0 0 2 0,0 0-2 15,0 0-48-15,0 0 14 16,0 0 0-16,-21-31-6 15,21 26 19-15,0-4-33 16,0 1-1-16,0-3 16 16,0-4-17-16,8-2-2 15,13-4 1-15,8-4 3 16,7 2-6-16,-1 0 2 16,6 5 0-16,-7 7-6 15,-2 7 6-15,-5 4-4 16,-6 3 3-16,-8 20-10 15,-10 10-12-15,-3 9-28 16,-18 5-7-16,-15 1 53 0,1-3-78 16,2-8 76-16,8-8 0 15,12-6 7-15,7-9-5 16,3-3-5-16,0-5-14 16,13-2 21-16,9-2 1 15,3-2 2-15,0 0 7 16,1 0-4-16,-7 0 31 15,-1 0-3-15,0 10-23 16,-6 9 4-16,1 10-10 16,-4 10-2-16,-7 5 4 15,-2 1-3-15,-2-4 5 16,-13-9-6-16,0-8 0 16,-1-9 11-16,-2-2-8 15,-6-4 8-15,-6-4 11 0,-6-1-9 16,-5-4 13-16,-1 0-23 15,8 0-3-15,8 0 10 16,20-5-10-16,6-7-102 16,35-10-427-16</inkml:trace>
  <inkml:trace contextRef="#ctx0" brushRef="#br0" timeOffset="167135.36">8942 9871 113 0,'0'0'559'16,"0"0"-459"-16,0 0-21 15,0 0-50-15,0 0-28 16,0 0 6-16,54-80-7 16,-9 71 0-16,5 1-2 0,4 3-3 15,-1 2 5-15,-1 3-61 16,-8 0-35-16,-14 0 25 15,-17 10-54-15,-13 8-33 16,-16 3 83-16,-27 5 75 16,-9 1-2-16,7-3 7 15,9-4 54-15,14-2 53 16,14-1-69-16,8 4-34 16,1 5 31-16,18 1-7 15,8 3 5-15,6 1-29 16,2 2-8-16,1-1 20 15,-6-3-20-15,-11-3 2 16,-9-4-3-16,-10-3 3 0,0-4 5 16,-16 2-7-1,-15 0 7-15,-8-2 20 0,-2-3-24 16,-1-3 10-16,2-2-9 16,8-3-3-16,8-1-4 15,12-2 0-15,12-1-86 16,3-1-133-16</inkml:trace>
  <inkml:trace contextRef="#ctx0" brushRef="#br0" timeOffset="167718.03">9667 9919 542 0,'0'0'81'16,"0"0"-11"-16,0 0-16 15,0 0-54-15,0 0 0 16,0 0-13-16,-56 100 13 16,68-57-2-16,7 2-4 15,3-1 9-15,2-5-3 16,-1-7 0-16,-3-11 3 16,-2-13 6-16,-1-8-6 15,3-7 70-15,1-18 11 16,2-9-73-16,-2-2 1 15,-11-1-12-15,-8 1 3 0,-2 3-15 16,-2 1-19 0,-8 6-28-16,4 1 14 0,6 1-2 15,4 3 6-15,21 1 35 16,8 3 6-16,2 5 41 16,-1 4 24-16,-1 6-35 15,-3 2-10-15,0 0-16 16,1 18 2-16,-4 3-6 15,-1 11 0-15,-3 3-6 16,-4 4 6-16,1 3 0 16,-5 2 2-16,1-4 0 15,3-2 1-15,2-8-3 0,8-12-3 16,5-13-10 0,8-5 13-16,7-30 0 0,2-12 8 15,-2-9-3-15,-10-4 13 16,-10-3 12-16,-9 1-16 15,-17 4 35-15,-3 2-42 16,-43 6-5-16,-25 9-1 16,-21 14 1-16,-11 19-4 15,4 4-15-15,13 33-69 16,21 7-27-16,27 0-75 16</inkml:trace>
  <inkml:trace contextRef="#ctx0" brushRef="#br0" timeOffset="168900.03">11209 9830 224 0,'0'0'268'16,"0"0"-246"-16,0 0 6 15,0 0-22-15,0 0-1 16,0 0 8-16,-74 72-5 16,63-23-7-16,8 9 35 15,3 4-30-15,0-1-3 16,19 0 4-16,7-10-7 16,13-15-17-16,13-25-45 0,14-11 3 15,8-26 55 1,-3-17 4-16,-12 0 10 0,-13 1 81 15,-17 3-27-15,-16 5 90 16,-8 4-70-16,-5 5-40 16,0 6-10-16,-8 9-34 15,-2 7-4-15,-2 3 4 16,4 10-13-16,-1 22-3 16,5 9 7-16,0 8-12 15,4 2 14-15,0-10-28 16,17-11 21-16,3-18 12 15,-1-12 2-15,4-7 8 16,-1-19 18-16,3-10-14 0,-1-3 5 16,-4 0-17-1,-7 0-8-15,-10 6-66 0,-3 9-153 16,-5 7 25-16,-6 7 118 16,2 5 84-16,8 2 93 15,1 2 10-15,0 1-36 16,0 0-58-16,10 0-6 15,13 11 11-15,4 3 0 16,1 4-3-16,-3 1 13 16,-3 0-22-16,-1 0 1 15,-6-4 3-15,2-1-4 16,-6-1-1-16,-1-9-1 0,-5-1 0 16,-4-3 16-16,2 0-12 15,0-7 132-15,3-15-80 16,2-8-53-16,1-1 17 15,1 0-19-15,6 4 6 16,1 6 0-16,4 5-7 16,-1 7-4-16,0 9 3 15,-1 0 1-15,1 3-7 16,2 14 1-16,1 4 6 16,0 5-8-16,0 2 8 15,-1 1-3-15,1-1-21 16,-3-9-58-16,2-8-16 15,0-11-66-15,2-5-176 16</inkml:trace>
  <inkml:trace contextRef="#ctx0" brushRef="#br0" timeOffset="169085.91">12427 9640 499 0,'0'0'147'0,"-50"-98"3"15,34 70-35-15,7 15-67 16,9 13-40-16,0 10-8 15,0 32-35-15,10 23 27 16,4 18 8-16,-1 12-6 16,-1 4 1-16,2 0 0 15,2-9 3-15,2-10-29 16,5-11-28-16,0-17-34 16,-4-23-128-16</inkml:trace>
  <inkml:trace contextRef="#ctx0" brushRef="#br0" timeOffset="169899.48">12662 9803 853 0,'0'0'0'0,"0"0"-65"15,0 0 65-15,51 78-9 16,-27-40 9-16,3 7 0 15,3-3 23-15,1-1 20 16,-1-6-32-16,-4-2-1 0,-3-8-6 16,-8-6 5-16,-6-12-9 15,-7-5 0-15,2-2 11 16,-4-3-7-16,0-19 42 16,0-9-46-16,0-7 10 15,-11 0-20-15,4 1 10 16,4 5-16-16,3 1 7 15,0 6-40-15,27 2 26 16,13-1-52-16,15 2 40 16,5 1 27-16,-4 6 16 15,-9 3 9-15,-11 7 55 16,-8 2-52-16,-10 3-8 0,-6 0-12 16,-4 0 7-16,-6 5-22 15,-2 8 15-15,0 4 0 16,-2 3-1-16,-9 0 7 15,0 2-5-15,1 2-1 16,1-1 3-16,6-3-6 16,3-6 3-16,12-9-33 15,22-5 17-15,13-7 16 16,2-19 8-16,-4-4 1 16,-13-1 11-16,-11 3 15 15,-10 9-13-15,-6 8 0 16,-5 7 27-16,0 4-49 15,0 0-1-15,0 0-12 16,0 17-59-16,-1 7 63 16,-3 7 9-16,4 3-5 0,0 0 3 15,14-2-8-15,18-11-16 16,18-13 21-16,7-8 5 16,7-17 10-16,-4-20-10 15,-5-8 0-15,-6-2 0 16,-10-3 1-16,-12 9-2 15,-14 7 1-15,-11 10 0 16,-2 7 43-16,0 5-32 16,-10 4 3-16,1 3 29 15,2 5-42-15,-3 0-1 16,1 13-4-16,-4 20 4 16,-5 13-12-16,3 12 12 0,9 4-13 15,6-1 2 1,24-10-15-16,25-12-1 0,17-15-14 15,8-21-54-15,8-10-174 16</inkml:trace>
  <inkml:trace contextRef="#ctx0" brushRef="#br0" timeOffset="170331.66">14482 9330 697 0,'0'0'72'15,"0"0"-5"-15,0 0-17 16,0 0 14-16,0 0-64 0,0 0-8 16,0-36 3-1,1 81-3-15,1 24 8 0,-2 17-5 16,0 10 5-16,-9 7-5 15,-7-7 5-15,-2-9 0 16,3-16-2-16,6-18 2 16,6-16-5-16,3-17-15 15,0-8-34-15,0-12-4 16,6-5-79-16,12-28-108 16</inkml:trace>
  <inkml:trace contextRef="#ctx0" brushRef="#br0" timeOffset="170700.15">14343 9783 754 0,'0'0'39'0,"0"0"-30"15,0 0-11-15,0 0 6 16,132-30 12-16,-52 17 16 16,10-3-29-16,1-4-3 15,-5 1-3-15,-14-5-41 16,-17 3-22-16,-15 2 12 15,-14 2 16-15,-12-2-1 16,-6 1 29-16,-6 0 10 16,0 0 5-16,-2 2 18 15,0 9 58-15,2 2-36 0,-2 5-21 16,0 0-24 0,3 0-8-16,-2 19-18 0,1 20 22 15,1 10 4-15,3 12 7 16,-3 0-7-16,3-7 0 15,-2-10 7-15,-2-10 17 16,-2-10 16-16,0-5-25 16,-5 1-15-16,-25 4 27 15,-26 7-25-15,-32 1-4 16,-20-9-235-16</inkml:trace>
  <inkml:trace contextRef="#ctx0" brushRef="#br0" timeOffset="171297.4">13532 9881 212 0,'0'0'126'15,"0"0"24"-15,0 0-49 16,0 0-47-16,-12-75-32 16,6 66 20-16,3 5-42 15,-3 4 0-15,-4 0-3 16,-12 0 3-16,-13 13-9 15,-13 9 7-15,-12 2-18 16,-5 2-37-16,2-6-100 16,11-6-140-16</inkml:trace>
  <inkml:trace contextRef="#ctx0" brushRef="#br0" timeOffset="171730.89">12131 9693 428 0,'0'0'124'16,"0"0"-69"-16,0 0-28 15,0 0 3-15,0 0-27 16,130-62 16-16,-46 38 45 16,14 1-9-16,12 0 5 15,7 1-46-15,2 6-13 16,-3 8 10-16,-20 8-11 0,-23 0-10 16,-39 3-103-16,-34 7-172 15</inkml:trace>
  <inkml:trace contextRef="#ctx0" brushRef="#br0" timeOffset="172364.39">9584 11009 180 0,'0'0'82'15,"165"-37"65"-15,-35 12-1 16,44 1-63-16,38-2 2 15,35-2-41-15,22 1-38 16,6-3 22-16,-9 1-23 16,-18 3 6-16,-25 1 7 0,-34 4-15 15,-34 6 1-15,-38 4-4 16,-40 3 0-16,-34 5 2 16,-25 1-2-16,-18 2-27 15,-1 0-124-15,-23 0-187 16</inkml:trace>
  <inkml:trace contextRef="#ctx0" brushRef="#br0" timeOffset="172545.94">13092 10565 851 0,'0'0'24'16,"0"0"-24"-16,0 0 0 15,0 0-13-15,0 0-45 16,0 0-87-16,34 20-52 16,-34-15-197-16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01:11.048"/>
    </inkml:context>
    <inkml:brush xml:id="br0">
      <inkml:brushProperty name="width" value="0.05292" units="cm"/>
      <inkml:brushProperty name="height" value="0.05292" units="cm"/>
      <inkml:brushProperty name="color" value="#FF0000"/>
    </inkml:brush>
  </inkml:definitions>
  <inkml:trace contextRef="#ctx0" brushRef="#br0">6980 4210 147 0,'0'0'301'16,"0"0"-253"-16,0 0 35 16,0 0-16-16,0 0-6 15,0 0-4-15,0 0-27 16,-3-50-4-16,1 43 5 15,-4 0-26-15,3-1 2 16,-3 4-2-16,0-1-4 16,-3-1 1-16,-1 1-2 0,-8 1 0 15,-5 3-7 1,-11 1 7-16,-9 0-4 16,-5 14 1-16,-1 10 6 0,0 10-11 15,7 11 8-15,7 10-1 16,9 12-7-16,9 6 4 15,12 8 1-15,5 2 3 16,14-6-5-16,22-11 1 16,7-16-22-16,11-23 12 15,13-19-11-15,12-8-47 16,9-30-10-16,1-23-221 16</inkml:trace>
  <inkml:trace contextRef="#ctx0" brushRef="#br0" timeOffset="500.17">7339 4229 771 0,'0'0'117'15,"0"0"-60"-15,0 0-41 16,0 0-16-16,0 0-12 16,-24 92 3-16,20-2 8 15,-1 20-1-15,2 12-6 16,2-2 8-16,1-13 0 15,0-20 0-15,0-29 3 16,0-23 4-16,0-18-7 16,0-13 0-16,0-4 13 15,0-10 8-15,0-31 27 16,0-22-48-16,3-27-17 0,3-14 14 16,-5-10-4-1,1 1-13-15,3 8 18 0,3 13-21 16,7 16-2-1,9 17 9-15,4 15 0 0,7 18 5 16,6 12 8-16,7 14 3 16,-1 6 0-16,-2 31 0 15,-6 17-3-15,-10 11 2 16,-13 0 1-16,-13-1-9 16,-3-9 9-16,-11-9 0 15,-19-5 5-15,-11-10-4 16,-10-2-1-16,-9-4 1 15,-8-14-1-15,-7-9-1 16,-1-2-15-16,6-9 16 0,21-5-1 16,20 4 2-16,29 5-2 15,20 2-45-15,41-7-168 16,26-6-141-16</inkml:trace>
  <inkml:trace contextRef="#ctx0" brushRef="#br0" timeOffset="1050.51">8065 4446 611 0,'0'0'58'15,"0"0"-9"-15,0 0-37 16,0 0-10-16,-76 104-2 16,54-36 0-16,-2 5 16 0,7-1 5 15,1-10-6-15,4-13-13 16,5-17 3-16,2-13 4 15,2-12-8-15,0-7-1 16,2-7 41-16,-1-24 6 16,2-19-40-16,0-19-7 15,0-7-14-15,2 0-12 16,7 10-67-16,6 18 19 16,3 19 73-16,4 13 1 15,2 13 0-15,3 3 33 16,1 9-28-16,8 24 8 15,1 12-8-15,0 10 0 16,0 2 13-16,-5-1-18 0,-4-13 0 16,-2-11 0-16,-4-14 2 15,-3-11 7-15,-5-7-7 16,2-16 3-16,1-21 56 16,-1-21-61-16,-4-5-29 15,-10 0 10-15,-2 7 19 16,0 11-4-16,-8 16 4 15,2 9 0-15,6 12 8 16,-3 7-8-16,3 1-7 16,0 1-8-16,15 23 8 15,3 17 5-15,-4 15 2 16,0 13 0-16,-6 2 12 16,-1-1-9-16,5-5 4 15,2-7-6-15,6-3 5 0,0-4-12 16,1-12-74-16,-6-19-221 15</inkml:trace>
  <inkml:trace contextRef="#ctx0" brushRef="#br0" timeOffset="2146.66">11565 3652 429 0,'0'0'0'16,"0"0"-5"-16,0 0 5 0,0 0 23 15,40 128 15 1,-39-45-18-16,-1 29 1 0,0 27 18 16,0 36-10-16,-6 36-8 15,-12 24-12-15,-1 14 40 16,-1-3-11-16,2 0-25 16,10-9 17-16,5-6 28 15,3-16-52-15,0-27 0 16,11-27-6-16,7-28 5 15,1-17-3-15,-2-17-2 16,3-14 0-16,-1-15-4 16,-1-19 4-16,-1-18-11 15,-6-18-38-15,-6-8 14 16,-5-7 35-16,0 0 7 16,0-10-7-16,0-13-93 15,0-16-197-15</inkml:trace>
  <inkml:trace contextRef="#ctx0" brushRef="#br0" timeOffset="3029.5">12958 3834 524 0,'0'0'14'0,"0"0"21"15,0 0-28-15,0 0-14 16,0 89 13-16,-5-16-6 0,-11 22 30 15,-11 18-12 1,-9 13 13-16,-4 7-11 0,1-6-14 16,6-18 18-16,9-25-24 15,14-33 0-15,5-25 0 16,5-19 9-16,0-7 22 16,0-10 136-16,0-36-107 15,0-33-60-15,17-28-8 16,3-15-42-16,4-6 7 15,1 8-21-15,6 11-10 16,9 15 12-16,6 18 18 16,7 21 44-16,2 20-13 15,1 19 13-15,-6 16 6 16,-6 10-4-16,-9 30 4 0,-12 11-2 16,-9 10 0-16,-8 5 3 15,-4-4-7-15,-2-7 0 16,0-12 7-16,0-12-5 15,-16-11-2-15,-13-7 8 16,-17-5 25-16,-20-8 23 16,-12 0-47-16,-7-2 3 15,3-10 36-15,20 2-31 16,21 5-13-16,22 5-4 16,19 0-69-16,11 4-198 15,25-3-28-15</inkml:trace>
  <inkml:trace contextRef="#ctx0" brushRef="#br0" timeOffset="3312.3">13542 4034 575 0,'0'0'110'0,"0"0"-65"15,0 0-13-15,0 0-25 16,0 0-7-16,0 0-1 15,-85 71-2-15,60-5 6 16,-2 9-4-16,6 1 1 16,8-1 0-16,11-4-9 15,2-5 14-15,15-10-5 16,17-13 0-16,8-16 8 0,5-12-4 16,7-15-3-16,12-20-1 15,9-24 0-15,14-14-38 16,0-8-84-16,-9-4-205 15</inkml:trace>
  <inkml:trace contextRef="#ctx0" brushRef="#br0" timeOffset="3494.3">13495 4082 681 0,'0'0'74'0,"0"0"-74"15,86-34 8-15,-35 20 21 16,4 3-16-16,6 0-6 0,1 3 2 16,-1 3-9-1,-3 4-24-15,-5 1-64 0,-7-3-112 16,-13-4-286-16</inkml:trace>
  <inkml:trace contextRef="#ctx0" brushRef="#br0" timeOffset="3674.03">13238 4230 632 0,'0'0'0'0,"0"0"-5"0,122 34 5 16,-65-24 8-16,11-2-8 15,10-8-1 1,7 0-20-16,5 0-66 0,4-20-150 15</inkml:trace>
  <inkml:trace contextRef="#ctx0" brushRef="#br0" timeOffset="4196.18">14281 4112 746 0,'0'0'12'15,"0"0"-12"-15,-57 120 0 0,29-43-2 16,2 12 3 0,8 2-1-16,7-4 4 0,8-20 2 15,3-22 10-15,0-23-16 16,0-15 0-16,0-7 21 16,0-2 73-16,0-31-10 15,0-21-84-15,6-15-15 16,11-12-3-16,4 0-42 15,0 2-82-15,8 3 4 16,9 9 12-16,5 12 84 16,5 19 42-16,-3 14 51 15,-9 15 38-15,-6 7-62 0,-13 23-25 16,-11 19 15-16,-6 12-16 16,-17 6 8-16,-19 2 0 15,-6-9-9-15,-4-13 21 16,5-9-17-16,10-15 7 15,9-7 10-15,8-6-10 16,7-3 33-16,1 0 1 16,5 0-15-16,1 0-4 15,0 0-26-15,0 3-16 16,10 9 12-16,14 6 4 16,13 7 3-16,5 3-3 15,4 1 3-15,-3-2-4 16,-2-4 1-16,-3-4-5 0,-2-3 2 15,-2-15-118 1,-4-2-111-16</inkml:trace>
  <inkml:trace contextRef="#ctx0" brushRef="#br0" timeOffset="4418.34">14645 4013 825 0,'0'0'9'16,"0"0"-10"-16,81 0 4 15,-39 0 7-15,10 0 26 16,7 0-26-16,3 3-4 0,1 2-6 16,0 2 2-16,2-5-11 15,0-2-55-15,-10 0-135 16,-18-9-158-16</inkml:trace>
  <inkml:trace contextRef="#ctx0" brushRef="#br0" timeOffset="4581.46">15018 3987 566 0,'0'0'136'0,"0"0"-11"16,0 0-123-16,0 0-2 15,-10 84 0-15,10-18 0 16,7 15 17-16,7 10-16 15,6 0 0-15,5-4-1 0,-6-7-10 16,-14-16-67 0,-5-17-138-16</inkml:trace>
  <inkml:trace contextRef="#ctx0" brushRef="#br0" timeOffset="5431.08">6481 5353 325 0,'0'0'13'0,"0"0"-5"15,0 0-2-15,0 0 59 16,0 0 0-16,0 0 47 15,145-4-46-15,-41-7 20 0,41-2-13 16,34 1-40-16,24-1-20 16,14 1-13-16,4-2 9 15,-10-3-4-15,-20-2-5 16,-33 1 0-16,-36 2-6 16,-37 6 12-16,-36 3-6 15,-26 5 0-15,-23 2-15 16,-14 5-53-16,-43 16-12 15,-25-4-223-15</inkml:trace>
  <inkml:trace contextRef="#ctx0" brushRef="#br0" timeOffset="6210.2">12561 5075 237 0,'0'0'91'0,"0"0"-16"15,0 0-28-15,0 0-4 16,92 26 13-16,-15-23 24 16,27 0-50-16,36-3 23 0,34 0 12 15,30-3-14-15,20-6-34 16,6-2 6-16,6-2-21 16,-3 0 17-16,-6 0-19 15,-16 0 0-15,-27 4-1 16,-32 3 1-16,-34-1-4 15,-39 6-2-15,-31 1-21 16,-29 0-14-16,-19 0-170 16,-15 0-212-16</inkml:trace>
  <inkml:trace contextRef="#ctx0" brushRef="#br0" timeOffset="6367.89">15374 4954 963 0,'0'0'24'0,"0"0"-18"16,0 0-6-16,0 0-55 15,0 0-142-15,0 0-20 16,-85 27-301-16</inkml:trace>
  <inkml:trace contextRef="#ctx0" brushRef="#br0" timeOffset="7306.04">7097 4288 219 0,'0'0'18'0,"0"0"-13"15,0 0 5-15,0 0 13 16,0 0-11-16,0 0 16 16,24-13 51-16,17 2-13 15,6 2-4-15,8 4-52 16,5 1-10-16,2-8-122 15,4-7-191-15</inkml:trace>
  <inkml:trace contextRef="#ctx0" brushRef="#br0" timeOffset="8136.41">12549 3928 239 0,'0'0'185'15,"0"0"-93"-15,0 0-32 16,0 0-7-16,0 0-4 15,0 0 31-15,-6-4-29 16,6 4-21-16,0-1 3 16,0-2-19-16,18-1-6 15,21 0-8-15,14-2-16 16,7 5-17-16,4 1-87 0,-1-8 8 16,-8-3-244-1</inkml:trace>
  <inkml:trace contextRef="#ctx0" brushRef="#br0" timeOffset="8292.58">12911 3856 233 0,'0'0'364'0,"0"0"-243"16,0 0-18-16,0 0-46 16,0 0-57-16,0 0-10 15,-17 33-152-15,30-16 44 16</inkml:trace>
  <inkml:trace contextRef="#ctx0" brushRef="#br0" timeOffset="9907.16">11664 7057 553 0,'0'0'0'0,"0"0"-1"16,0 0-26-16,88 80 24 15,-65 2 3-15,-8 27 4 16,-12 29-4-16,-3 27 3 16,-11 28 37-16,-14 14-32 15,1 7 8-15,5-6-13 16,10-21 3-16,4-12-12 15,4-16-28-15,-2-9-35 0,1-14 42 16,-5-10 27-16,1-9 47 16,0-10 29-16,4-8-41 15,2-12-20-15,8-14-12 16,11-14-3-16,0-10 0 16,-3-15-11-16,-7-12-92 15,-8-15-142-15</inkml:trace>
  <inkml:trace contextRef="#ctx0" brushRef="#br0" timeOffset="11387.52">11851 10221 110 0,'0'0'85'16,"0"0"-9"-16,0 0 56 15,0 0-23-15,0 0-48 16,0 0-59-16,-12 0-2 15,12 14-70-15,8 14 70 16,8 17 1-16,0 19 1 16,1 21-2-16,-1 26 11 15,-2 27 2-15,-1 24 27 16,-3 27-35-16,-2 26 12 16,-1 7 3-16,-2 3-14 15,-1-11 1-15,2-26-7 16,7-20 1-16,4-18 0 15,4-18-1-15,2-13 0 0,1-10 1 16,2-11 0 0,1-5 10-16,0-7-11 0,-1-5 3 15,-2-9-6-15,-7-8-112 16,-8-13-33-16,-5-14 32 16</inkml:trace>
  <inkml:trace contextRef="#ctx0" brushRef="#br0" timeOffset="12103.83">11962 13514 540 0,'0'0'11'16,"0"0"-3"-16,0 0-12 16,30 107 8-16,-21-27-2 15,-9 24 36-15,0 21-24 16,-16 19-6-16,-12 6-8 16,-2 1 0-16,6-12 3 15,6-16-3-15,12-11-34 16,6-12 25-16,0-13-20 15,0-9-57-15,0-16 72 16,0-13-9-16,-3-9 3 16,-1-6-7-16,-2-1-69 0,3-6 36 15,0-4-86-15</inkml:trace>
  <inkml:trace contextRef="#ctx0" brushRef="#br0" timeOffset="12253.41">11847 15272 455 0,'0'0'174'16,"0"0"-27"-16,0 0-49 16,-95-22-33-16,85 22-37 15,10 0-28-15,3 0-47 16,22 0-13-16,7 0-144 0,2-13-422 16</inkml:trace>
  <inkml:trace contextRef="#ctx0" brushRef="#br0" timeOffset="22914.11">5892 5724 74 0,'0'0'55'0,"0"0"32"16,0 0-75-16,0 0-12 16,0 0-29-16,0 0-19 15,0 0 40-15,-119-54-25 16,71 52-71-16</inkml:trace>
  <inkml:trace contextRef="#ctx0" brushRef="#br0" timeOffset="25956.84">5779 5640 368 0,'0'0'201'0,"0"0"-145"16,0 0 37-1,0 0-24-15,0 0-63 0,0 0-6 16,0 6 0-16,-14 44-9 16,-10 20 9-16,-11 9-1 15,-9 4 6-15,1-10-1 16,3-14-4-16,7-10 0 15,9-16 11-15,9-12-9 16,6-8 4-16,2-8 7 16,5-5-4-16,-2 0 58 15,-4-13-17-15,1-20-50 16,4-15-5-16,3-14-71 16,9-9 8-16,17-3-44 15,3-1 54-15,1 11 16 16,-2 11 21-16,5 16 21 0,-3 13 0 15,-2 12 4 1,-4 12 14-16,0 0 5 0,3 17-19 16,0 19 9-16,1 17 0 15,-3 14-10-15,-5 6 16 16,-2 0-19-16,1-9 6 16,-1-9-4-16,-4-12 0 15,-7-10 3-15,-7-5-5 16,0-7 0-16,-12-4 6 15,-9-8-6-15,-7-8-57 16,-4-1-152-16</inkml:trace>
  <inkml:trace contextRef="#ctx0" brushRef="#br0" timeOffset="26116.06">5446 5992 658 0,'0'0'37'0,"0"0"-37"16,0 0 0-16,0 0 0 16,134 0 0-16,-72 0 0 15,9 0-7-15,2 3-30 16,-4-3-171-16</inkml:trace>
  <inkml:trace contextRef="#ctx0" brushRef="#br0" timeOffset="26639.79">6262 5959 48 0,'0'0'465'0,"0"0"-402"16,0 0 4-16,0 0 11 15,0 0 12-15,0 0-67 16,0 0-2-16,-16-39-16 0,2 39-5 16,-5 8 0-1,-2 15-3-15,3 12 3 0,3 3 0 16,9 5 3-16,6 6-7 16,0-2 4-16,12-3-2 15,15-14-7-15,16-16-2 16,12-14 11-16,10-11 3 15,5-27 2-15,-2-10 5 16,-10-7-10-16,-10-3 0 16,-12 3 8-16,-12 0-8 15,-15-1 0-15,-9 6 12 16,-9 4-3-16,-18 10 30 16,0 17-20-16,8 10-15 15,7 9-4-15,7 11 0 16,-1 28-19-16,-6 21 16 0,0 18 6 15,-2 6-3-15,3 4 0 16,3-6 0-16,7-7-4 16,1-10 4-16,0-18-1 15,0-17-10-15,0-15-55 16,0-12-65-16,0-4-52 16,0-30-95-16</inkml:trace>
  <inkml:trace contextRef="#ctx0" brushRef="#br0" timeOffset="26973.05">6287 6113 461 0,'0'0'11'0,"0"0"-8"0,0 0 91 16,0 0-31-16,100 24-13 16,-41-24 81-16,15 0-73 15,8-9-39-15,3-9-13 16,-4-3-6-16,-16-1 4 15,-17 1-4-15,-23 8 0 16,-17 0 16-16,-8 0 8 16,0 1-5-16,-5-2-15 15,-7 3 1-15,-4 5-10 16,4 6 3-16,3 0-30 16,5 9 15-16,4 13-12 0,0 9 26 15,17 6 1-15,16 3 4 16,11-3-5-1,6-9-1-15,4-14 4 0,-1-11-9 16,-3-3 9-16,-1-9-83 16,-7-18-55-16,-11-9-118 15</inkml:trace>
  <inkml:trace contextRef="#ctx0" brushRef="#br0" timeOffset="27107.6">6847 5691 752 0,'0'0'151'16,"0"0"-139"-16,0 0-12 0,0 0-41 16,0 0-93-1,74 108 67-15,-23-43-130 0</inkml:trace>
  <inkml:trace contextRef="#ctx0" brushRef="#br0" timeOffset="27517.04">7361 5978 825 0,'0'0'46'16,"0"0"40"-16,0 0-73 15,0 0-13-15,0 0-2 16,0 0-5-16,-10 123 7 16,26-62 0-16,5-2-1 15,0-11 1-15,-6-17-1 16,-6-15-39-16,0-16 40 0,1-6 6 15,14-27 11-15,9-19-17 16,4-7-7-16,-3 3-28 16,-8 8-26-16,-7 15-53 15,-5 13 52-15,-4 11 58 16,-1 7-24-16,-3 2 22 16,2 0 3-16,3 8 6 15,1 7-3-15,2 5 0 16,-2 1 0-16,-3-1-2 15,-3 2 2-15,-6-1 0 16,0-1 1-16,0-6 0 16,0-4 4-16,1-5-5 0,-1-5 0 15,0 0 0 1,0 0 1-16,2 0-2 0,-1 0 0 16,3 0-42-16,1 0-162 15</inkml:trace>
  <inkml:trace contextRef="#ctx0" brushRef="#br0" timeOffset="27804.85">7464 5613 509 0,'0'0'210'0,"0"0"-105"16,0 0-54-16,0 0 5 15,0 0-49-15,0 0-7 16,10 4-149-16,1 28-11 15,4-2 10-15</inkml:trace>
  <inkml:trace contextRef="#ctx0" brushRef="#br0" timeOffset="28374.03">7929 5668 943 0,'0'0'31'15,"0"0"-31"-15,0 0-12 16,-3 82 11-16,3-24 1 16,0 8 0-16,2 1 0 15,8-10-21-15,3-7-9 16,0-14-21-16,-3-11 8 16,3-13 5-16,6-10-8 15,6-2 41-15,3-12 7 0,1-13-2 16,-5-4 23-16,-8 3 23 15,-2 4-8-15,-7 10 8 16,-4 5-10-16,-3 5 0 16,0 2-36-16,3 0-8 15,3 12-20-15,5 14 23 16,6 11 1-16,6 1 4 16,6-2-19-16,0-11 11 15,-3-9-35-15,-2-13 17 16,2-3 25-16,5-16 1 15,3-17 10-15,-3-4-10 16,-5-2 3-16,-10 5 38 16,-8 7-38-16,-7 7 19 15,-1 8 7-15,0 7-6 0,0 5-19 16,0 0-4-16,0 0-5 16,0 10-1-16,0 19 0 15,0 16 6-15,5 9-3 16,5 7 6-16,-2 2-5 15,-4-1 2-15,-4-3 0 16,0-4 1-16,-1-6-1 16,-16-10 0-16,1-8-3 15,4-10 3-15,5-12-32 16,3-9-84-16,4-22-26 16</inkml:trace>
  <inkml:trace contextRef="#ctx0" brushRef="#br0" timeOffset="28567.95">8094 5661 855 0,'0'0'10'16,"0"0"11"-16,0 0-9 16,0 0-5-16,0 0-5 15,134-40 11-15,-57 40-12 16,5 0 5-16,-2 0-6 15,0 8-14-15,-8 3-20 16,-13-11-234-16</inkml:trace>
  <inkml:trace contextRef="#ctx0" brushRef="#br0" timeOffset="33299.72">12751 5692 276 0,'0'0'147'0,"0"0"-10"15,0 0-41-15,0 0-20 16,0 0-27-16,0 0-43 15,0-14 0-15,0 14-8 16,0 0 2-16,0 0 0 16,0 0 5-16,0 0-1 15,0 0-2-15,0 0 4 0,0 0-4 16,0 0-4-16,-2 0 0 16,-1 0 2-16,-5 1-8 15,-8 17 11-15,-7 11-3 16,-3 10 0-16,0 2 3 15,6 6-9-15,1 3 6 16,5 3 0-16,3 2-3 16,5-1 3-16,6-8 0 15,0-8 0-15,0-13 2 16,6-8-1-16,11-5-1 16,8-8 2-16,15-4 20 15,13-3-22-15,16-19 0 0,2-11-172 16,-10-3-419-1</inkml:trace>
  <inkml:trace contextRef="#ctx0" brushRef="#br0" timeOffset="33518.73">12683 5670 465 0,'0'0'129'16,"0"0"-48"-16,0 0-6 0,0 0-46 15,0 0-19-15,93-38-10 16,-40 27-9-16,6 2 7 16,0-3-97-16,-5-4-71 15</inkml:trace>
  <inkml:trace contextRef="#ctx0" brushRef="#br0" timeOffset="33714.99">12566 5861 435 0,'0'0'39'0,"0"0"29"0,87 16 8 16,-45-15 7-16,3-1-43 15,9 0-18-15,7 0-22 16,4-9-18-16,1-7-88 16,-6-4-263-16</inkml:trace>
  <inkml:trace contextRef="#ctx0" brushRef="#br0" timeOffset="33999.37">13066 5842 604 0,'0'0'0'0,"0"0"-2"15,0 0 2-15,44 78 20 16,-23-40-18-16,2 4-1 16,0-1 1-16,-4-7 2 15,-3-10-3-15,-6-14-1 16,-7-8 0-16,0-2 74 15,10-12 81-15,11-24-84 16,11-11-71-16,0-6 4 16,-5 5-9-16,-11 10-6 15,-5 6-126-15,-1 12-25 16,-3 11-51-16,-1 9-72 16</inkml:trace>
  <inkml:trace contextRef="#ctx0" brushRef="#br0" timeOffset="34831.92">13535 6016 448 0,'0'0'67'0,"0"0"-10"16,118-43 6-16,-77 24-41 15,-9-1 1-15,-11-4 62 16,-7 0-25-16,-7 0-10 16,-7 4-8-16,0 3-37 15,-7 8 0-15,-10 4-5 0,-7 5-18 16,0 10-7-16,0 14-2 16,0 8 25-16,8 3-47 15,10-1 39-15,6 1 3 16,8-4 3-16,21-2-3 15,7-13-2-15,6-13 9 16,4-3 11-16,0-15 36 16,8-13-10-16,1-3-11 15,0-2-24-15,-7 7-2 16,-15 7 0-16,-14 9-13 16,-11 10-10-16,-8 0-102 0,0 9 1 15,0 12 117-15,-2 5 7 16,-4 4 0-16,3-2 6 15,3-2-6-15,0-5 3 16,0-5-3-16,0-9 0 16,8-7 7-16,8-3 14 15,8-16 60-15,4-7-59 16,-2-2-6-16,-3 0 6 16,-7 3-22-16,-6 4 2 15,-4 6 20-15,-3 3-6 16,-3 7 3-16,0 5 5 15,1 0-24-15,2 0-2 16,9 0-52-16,4 17 54 0,14 2-7 16,10-2 7-1,11-4-5-15,3-11-10 0,-2-2-5 16,-5-9 7-16,-8-18-6 16,0-11 19-16,-1-9-9 15,-6-9-41-15,-3-3 12 16,-17 0 38-16,-12 3 0 15,-6 9 43-15,-22 2 73 16,-4 7-61-16,10 15 44 16,9 9-96-16,5 14-6 15,5 5 3-15,0 24-10 16,-1 21 5-16,1 16 4 0,3 13 1 16,4 7-7-1,17-4 8-15,3-7-1 0,3-14 0 16,-2-11 4-16,-4-13-11 15,-3-12-24-15,-3-13-62 16,1-12-40-16,-1-11-124 16</inkml:trace>
  <inkml:trace contextRef="#ctx0" brushRef="#br0" timeOffset="35011.89">14516 5679 715 0,'0'0'0'16,"0"0"-4"-16,0 0 4 16,0 0 23-16,111 25 53 0,-65-16-24 15,9 4-26-15,11-3-26 16,1 0-18-16,5-10-35 16,-7-10-286-16</inkml:trace>
  <inkml:trace contextRef="#ctx0" brushRef="#br0" timeOffset="35148.11">15090 5758 635 0,'0'0'0'0,"0"0"-24"16,0 0-18-16,0 0-110 0,0 0-116 15</inkml:trace>
  <inkml:trace contextRef="#ctx0" brushRef="#br0" timeOffset="43173.28">1408 5713 95 0,'0'0'23'0,"0"0"-13"15,0 0-8-15,0 0 0 16,0 0 2-16,0 0-4 16,0 0 23-16,0 0 17 15,38-45 24-15,-38 36 10 16,0 3 74-16,3-1-107 15,-3 2 18-15,0 3-35 16,0 0-18-16,0 2 30 0,0 0-36 16,1 9-13-1,2 22 12-15,-3 16-5 0,0 11 5 16,0 10-1-16,-12-1 2 16,-9-4 13-16,5-9-13 15,-2-15 0-15,8-16 7 16,6-9 0-16,1-11 15 15,3 0 3-15,0-3 14 16,-1 0 28-16,-6 0-21 16,-1-20-16-16,-1-9-30 15,-1-10-10-15,7-6-63 16,1-4-2-16,2-5 9 16,5 2 61-16,16 1-30 15,4 4 17-15,9 8 8 0,2 7-7 16,0 10 16-16,-2 11-8 15,-4 8 9-15,-9 3 5 16,3 13-5-16,-8 17-1 16,-7 11 1-16,-4 9 6 15,-5 4 4-15,0 2-10 16,-19-3 0-16,5 0 16 16,-7-2-16-16,-4-5 0 15,-5-3-2-15,-3-11-42 16,0-18-236-16</inkml:trace>
  <inkml:trace contextRef="#ctx0" brushRef="#br0" timeOffset="43327.66">1261 5990 456 0,'0'0'0'15,"0"0"0"-15,0 0 20 16,88 7 38-16,-45-6-32 15,9 1 2-15,6 2-28 16,2-4-29-16,3 0-222 16</inkml:trace>
  <inkml:trace contextRef="#ctx0" brushRef="#br0" timeOffset="43510">1769 6025 225 0,'0'0'45'15,"87"-3"8"-15,-33-7-18 16,4-1-35-16,10-7-90 16,1-11-142-16</inkml:trace>
  <inkml:trace contextRef="#ctx0" brushRef="#br0" timeOffset="43824.31">2287 5854 558 0,'0'0'19'16,"0"0"-11"-16,0 0-14 16,-16 93 9-16,16-50-3 15,0 3 0-15,14 4 4 16,6-5-2-16,4-10-2 15,1-10 0-15,1-16 5 16,4-9 6-16,2-9 42 16,6-20 1-16,-4-9-7 15,-9-2-8-15,-7 4-1 16,-14 2-36-16,-4 1 11 0,-22 3-11 16,-14 7-2-1,0 6-40-15,8 9 30 0,10 8 0 16,14 2-76-16,4 24-12 15,0 6 49-15,22 2-184 16</inkml:trace>
  <inkml:trace contextRef="#ctx0" brushRef="#br0" timeOffset="43995.16">2770 6042 580 0,'0'0'91'16,"0"0"16"-16,0 0-71 16,0 0-30-16,0 0-12 0,79-11 1 15,-4 6-94-15,13-5-42 16,7-9-136-16</inkml:trace>
  <inkml:trace contextRef="#ctx0" brushRef="#br0" timeOffset="44488.79">3514 5813 403 0,'0'0'103'16,"0"0"-2"-16,0 0-101 15,0 0 7-15,-87 81-12 16,62-31 9-16,3 1-4 16,5-3 0-16,9-9 2 0,8-11 0 15,0-14-2-15,0-10 0 16,0-4 12-16,0-7 179 15,3-19-115-15,13-14-76 16,5-8-19-16,3 2 13 16,0 0-41-16,-6 2-51 15,5 6 38-15,-3 9 26 16,-6 9-13-16,-1 13 42 16,-6 7 5-16,1 7 10 15,-2 22-10-15,-3 8 0 16,-3 11 6-16,0 4-5 15,0-2-1-15,0-5 0 16,0-11 5-16,15-14 9 16,-6-6 1-16,-3-9-7 0,-2-5 28 15,1-11 110-15,11-23-59 16,6-18-87-16,5-10 5 16,-1-6-10-16,-1 2 5 15,-7 11 0-15,-2 11-5 16,-5 15-15-16,0 15-9 15,-3 11 12-15,-2 3-27 16,-3 7-27-16,-3 21 4 16,0 14 15-16,-19 14-23 15,-11 2-29-15,-3-5-161 16</inkml:trace>
  <inkml:trace contextRef="#ctx0" brushRef="#br0" timeOffset="44772.01">2335 6496 184 0,'0'0'38'0,"0"0"79"16,0 0-7-16,0 0 22 15,0 0-58-15,0 0-57 16,-72 13 8-16,75-13 31 15,30 0-30-15,22-9 17 16,25-12-30-16,16-1-5 16,13-2 11-16,6-1-19 0,-2-1-5 15,-16 4 4 1,-23 3-18-16,-26 9-23 0,-28 10-87 16,-20 0-94-16,-38 0-148 15</inkml:trace>
  <inkml:trace contextRef="#ctx0" brushRef="#br0" timeOffset="45072.31">2145 6696 389 0,'0'0'77'16,"0"0"-76"-16,0 0 12 0,114 14 21 15,-50-14 13-15,13-14-34 16,20-11-8-16,12-8 6 15,3-6-11-15,0 4-37 16,-15 3-11-16,-22 8-42 16,-20 5 19-16,-26 9 67 15,-21 3 4-15,-8 4 64 16,-3-2 14-16,-12 0-52 16,-3 3 34-16,6-1 8 15,6 2 8-15,2 1-47 16,-1 0-23-16,-1 6-12 15,5 10 2-15,1 1-129 16,0-9-121-16</inkml:trace>
  <inkml:trace contextRef="#ctx0" brushRef="#br0" timeOffset="47587.92">15508 5841 342 0,'0'0'192'16,"0"0"-116"-16,0 0 23 15,0 0-33-15,0 0 10 16,0 0-49-16,-7-8-7 15,7 8 3-15,0 0-17 16,0 0 6-16,0-1-12 16,0 1 4-16,0-4-9 15,20-6 5-15,27-7-3 16,21-5-2-16,15-4 5 0,6-3-5 16,1 2-12-1,-7 3 17-15,-11 4-17 0,-17 4 17 16,-21 8-7-16,-18 3 5 15,-11 4-15-15,-5 1 7 16,-24 0-61-16,-18 0-201 16,-12 6-128-16</inkml:trace>
  <inkml:trace contextRef="#ctx0" brushRef="#br0" timeOffset="48152.02">16794 5458 547 0,'0'0'99'0,"0"0"-80"16,0 0-19-16,0 0-12 16,0 0 5-16,-19 72 0 0,-4-23 14 15,-4 4-4-15,-4-2 13 16,5-10-14-16,7-11 4 15,9-14-4-15,3-9 4 16,5-7 10-16,2 0-2 16,0-10 84-16,0-24-9 15,9-14-89-15,13-11-34 16,8-6 5-16,3 2-33 16,2-1 15-16,4 5-12 15,6 9 16-15,8 6 20 16,5 13-26-16,-3 11 33 15,-12 14 14-15,-15 6 4 16,-8 5 13-16,-10 20-15 0,-7 9 0 16,-3 9 11-16,0 4-7 15,0-1 12-15,-7-3-16 16,-4-2 0-16,-5-4-7 16,-6-3 7-16,-5-6-31 15,1-14-201-15</inkml:trace>
  <inkml:trace contextRef="#ctx0" brushRef="#br0" timeOffset="48328.22">16723 5508 427 0,'0'0'0'16,"0"0"-10"-16,0 0 10 15,0 0 4-15,0 0 4 16,98 20 62-16,-31-20-28 15,18 0-20-15,15-7-22 16,4-10-82-16,-1-6-398 16</inkml:trace>
  <inkml:trace contextRef="#ctx0" brushRef="#br0" timeOffset="48510.87">17376 5455 63 0,'0'0'222'0,"0"0"-222"16,0 0 0-16,0 0 62 0,92 20 86 15,-32-20-96 1,10-8-29-16,12-4-23 0,3-5-16 16,-3-5-147-16</inkml:trace>
  <inkml:trace contextRef="#ctx0" brushRef="#br0" timeOffset="48885.07">17954 5332 360 0,'0'0'188'0,"0"0"-188"16,0 0-1 0,0 0-2-16,0 0 6 0,0 0 4 15,-10 67-1-15,10-52 8 16,7 5 28-16,10 2-20 15,7 3-19-15,9-5 12 16,1-1-14-16,3-9 6 16,-9-6-7-16,-8-4 3 15,-4 0 11-15,-5-2-10 16,-2-10 47-16,2-7 2 16,-1-3-7-16,-1-4-26 15,-1-6 3-15,-6-3 1 16,-2-2 17-16,0-5-33 15,-6 6 10-15,-7 6 9 16,-1 9-22-16,1 8-10 16,1 9 3-16,-3 4-30 0,-6 8 0 15,-6 23-74-15,-1 10-32 16,8 0 5-16,20-9-229 16</inkml:trace>
  <inkml:trace contextRef="#ctx0" brushRef="#br0" timeOffset="49117.74">18438 5433 642 0,'0'0'125'15,"0"0"-53"-15,0 0-1 0,0 0-59 16,0 0-10-16,0 0-2 15,83-29-27-15,-11 27 1 16,9-1-9-16,8-4-75 16,2-2-1-16,-4-6-85 15,-10-4 0-15,-20-1-27 16</inkml:trace>
  <inkml:trace contextRef="#ctx0" brushRef="#br0" timeOffset="49600.21">19131 5284 269 0,'0'0'128'16,"0"0"-78"-16,0 0-31 15,0 0-17-15,-105 52 22 16,53-13 9-16,-1-2-10 16,10-1 3-16,15-9-26 0,14-11 3 15,11-8 2-15,1-6-4 16,2-2 4-16,0 0 52 16,0-5 66-16,23-17-70 15,9-10-53-15,10-4-38 16,0-2-19-16,0-1-31 15,-3 4-4-15,-5 8-78 16,-4 9 76-16,-6 10 94 16,-11 8 18-16,-4 0-17 15,-8 19 3-15,-1 14-2 16,0 9 14-16,-17 9 14 16,3 2-9-16,3-1 9 0,6-9-17 15,5-10-13 1,0-15 16-16,15-12 32 0,4-6 64 15,10-12 1-15,2-17-1 16,5-10-50-16,8-11-54 16,-2-5 4-16,0-5-24 15,-9 2 6-15,-5 7 6 16,-10 8-2-16,-3 12 4 16,-8 13-6-16,-2 8 4 15,-4 10-15-15,-1 0-24 16,0 11-111-16,0 20 90 15,-13 10 57-15,-2 1-46 16,3-3-19-16,7-9 21 0,2-9-10 16,-1-3-20-1,-2-6-5-15</inkml:trace>
  <inkml:trace contextRef="#ctx0" brushRef="#br0" timeOffset="50567.03">15586 6246 294 0,'0'0'136'16,"0"0"-117"-16,0 0 39 16,0 0-12-16,0 0-2 15,0 0-11-15,0 3-17 16,28-3 17-16,19 2 30 0,18-1-4 16,8 2-30-1,3 1-26-15,2 5-2 0,2 1-1 16,-5 3-22-16,-6 0-23 15,-11-1-62-15,-9-7-174 16</inkml:trace>
  <inkml:trace contextRef="#ctx0" brushRef="#br0" timeOffset="50730.92">16402 6350 689 0,'0'0'99'15,"0"0"-17"-15,0 0-21 16,0 0-61-16,0 0-4 16,0 0-174-16,4 17 53 0,15-2-39 15,3-6-153-15</inkml:trace>
  <inkml:trace contextRef="#ctx0" brushRef="#br0" timeOffset="51385.13">16734 6333 625 0,'0'0'63'0,"0"0"-63"0,0 0-6 16,-40 71 6-16,24-21 2 16,-1 2-2-16,7-5 2 15,2-12 7-15,4-16-9 16,4-12 0-16,0-7 1 15,0 0 20-15,0-13 71 16,15-21-55-16,15-13-37 16,9-9-24-16,4-4 11 15,3 2 2-15,-2 1-30 16,-2 3 15-16,-6 7-2 0,-4 13 20 16,-9 13 8-1,-3 12 19-15,-5 9-17 0,-2 3-2 16,2 22 0-16,-2 11 0 15,-5 8 2-15,-5 7-2 16,-3 2 0-16,0 0 14 16,0-5-14-16,0-6 0 15,-3-6 0-15,-5-6 0 16,-8-7-58-16,-5-12-105 16,-1-11-163-16</inkml:trace>
  <inkml:trace contextRef="#ctx0" brushRef="#br0" timeOffset="51550.26">16764 6428 646 0,'0'0'57'0,"0"0"49"15,0 0-98-15,0 0-8 16,0 0-5-16,79-12 5 16,-16 16 1-16,10 4-1 15,5-2-35-15,4-4-55 16,-4-2-24-16,-1-6-197 15</inkml:trace>
  <inkml:trace contextRef="#ctx0" brushRef="#br0" timeOffset="51731.75">17441 6360 558 0,'0'0'0'0,"0"0"-10"0,0 0-6 15,0 0 16-15,0 0 41 16,114 17-41-16,-63-17-3 16,8 0-21-16,4-5-64 15,1-14-40-15</inkml:trace>
  <inkml:trace contextRef="#ctx0" brushRef="#br0" timeOffset="51997.73">17877 6277 263 0,'0'0'108'15,"0"0"24"-15,0 0-76 16,0 0-56-16,-72 73 0 16,62-28 3-16,10-1 1 15,0-5-8-15,15-8 4 0,15-11 0 16,6-10 63-16,-2-10-33 16,3-2 32-16,-1-22 8 15,-3-5-20-15,-8-3-34 16,-10-3-16-16,-13 3 7 15,-2 0-19-15,-25 3 12 16,-15 1 0-16,-3 9-4 16,7 8 4-16,9 11-24 15,13 6-97-15,14 19 4 16,0 6-31-16,19-2-93 0</inkml:trace>
  <inkml:trace contextRef="#ctx0" brushRef="#br0" timeOffset="52208.58">18224 6392 398 0,'0'0'199'0,"0"0"-143"16,0 0-34-16,0 0-22 15,0 0-4-15,0 0-3 16,24-7 7-16,15 7 11 15,13 0-9-15,15 0-2 16,13 0 0-16,8 0-68 16,1-18-298-16</inkml:trace>
  <inkml:trace contextRef="#ctx0" brushRef="#br0" timeOffset="52631.26">18985 6191 439 0,'0'0'227'16,"0"0"-222"-16,-76 75-5 16,39-28 0-16,-1 10 2 15,-2 3 6-15,6-1-8 16,10-7 0-16,8-15 4 16,10-17-1-16,3-9-2 0,3-8 0 15,0-3 2-15,0-5 77 16,12-24 2-16,16-10-75 15,8-8-14-15,4-3 7 16,0-1-25-16,-3-2-36 16,4 2-4-16,-2 4 64 15,-2 9-35-15,-6 10 27 16,-8 13 6-16,-11 10 6 16,-5 5 1-16,2 5-4 15,-5 22 0-15,-1 11-2 16,-3 7 2-16,0 7 0 15,0-3 5-15,-5-2-1 16,1-5-1-16,1-5-3 16,3-2 2-16,0-6 2 15,0-4-4-15,0-6-7 0,-4-12-55 16,-3-7-260-16</inkml:trace>
  <inkml:trace contextRef="#ctx0" brushRef="#br0" timeOffset="52807.66">18682 6348 715 0,'0'0'31'0,"0"0"-31"16,0 0-17-16,0 0 7 0,0 0 6 16,0 0 8-1,115 26 1-15,-54-22-4 0,11-3-1 16,7-1 0-16,2 0-86 15,-6-19-178-15</inkml:trace>
  <inkml:trace contextRef="#ctx0" brushRef="#br0" timeOffset="65118.62">5188 7313 293 0,'0'0'133'15,"0"0"-39"-15,0 0-18 16,0 0 15-16,0 0-61 15,-23-72-25-15,22 64 0 16,-3 2 36-16,2-1-15 16,1 3 11-16,-2 1-7 15,1 3-12-15,-1 0 5 0,2 0-23 16,-1 0-6-16,1 25-11 16,-4 19 17-16,-2 16-5 15,-8 12 5-15,0 3 0 16,-3-2-3-16,4-10 3 15,0-9 0-15,5-15 0 16,3-15-7-16,0-12 5 16,6-8-16-16,0-4 16 15,0-17-32-15,2-21-27 16,9-14-637-16</inkml:trace>
  <inkml:trace contextRef="#ctx0" brushRef="#br0" timeOffset="65451.81">4990 7047 402 0,'0'0'66'0,"86"-14"12"15,-42 14-44-15,6 28-4 16,4 10-24-16,-8 16 0 15,-5 9-1-15,-2 7-2 0,-10 7-4 16,-14-5 1-16,-9-7 0 16,-6-9-2-1,-6-10 2-15,-18-10 0 0,-7-5 12 16,-11-5 8-16,-10-6 22 16,-8-6-9-16,-9-1-14 15,1-1 16-15,-2-1-34 16,7 6-2-16,8 3-1 15,7-2-114-15,15-7-190 16</inkml:trace>
  <inkml:trace contextRef="#ctx0" brushRef="#br0" timeOffset="66119.53">5576 7646 340 0,'0'0'112'15,"0"0"-4"-15,0 0-50 16,89-26-32-16,-62 16 20 0,-2-1-9 16,1-3-3-16,-8-4 0 15,-6 1-9-15,-2-1 21 16,-8-2-18-16,-2 0-23 16,-2 2 41-16,-17 5-46 15,-5 4 0-15,-6 9-6 16,-6 0 5-16,4 15-4 15,6 13-13-15,8 2 5 16,12 4-1-16,6 2 14 16,0 0-11-16,9-1 6 15,12-3-10-15,2-8-5 16,2-8-3-16,3-12 5 16,6-4 16-16,7-17 2 0,9-17-9 15,0-11-31-15,-1-2-33 16,-15-3 35-16,-10 1 7 15,-14-4-2-15,-10-1 33 16,-1-6 32-16,-17 1 46 16,0 1 10-16,2 8 22 15,3 13-47-15,5 12-26 16,5 13-24-16,0 8 14 16,3 4-27-16,0 8-13 15,0 32-29-15,8 26 40 16,0 20 1-16,-6 7 1 15,-1 0 0-15,1-9-3 16,2-7 3-16,2-8-9 0,2-7 9 16,-1-12-30-16,-4-10-28 15,0-13-16-15,-3-11-48 16,0-16-121-16</inkml:trace>
  <inkml:trace contextRef="#ctx0" brushRef="#br0" timeOffset="66468.03">6128 7713 527 0,'0'0'139'0,"0"0"-134"16,0 0 30-16,0 0 20 16,0 0-10-16,0 0-8 0,16-9-6 15,5-12-15-15,6-8-16 16,1-2 3-16,-4 0-7 15,-9 2 5-15,-11 5-1 16,-4 2 4-16,0 4-2 16,-13 5-2-16,1 8-4 15,-4 5 4-15,1 0-14 16,-3 26-30-16,4 7 27 16,1 12 8-16,4 6-2 15,6 6 9-15,3-1-7 16,0-3-47-16,19-12 19 0,19-17-14 15,12-19 38-15,7-5 12 16,3-19-102-16,0-17-166 16</inkml:trace>
  <inkml:trace contextRef="#ctx0" brushRef="#br0" timeOffset="66800.86">6445 7528 703 0,'0'0'0'0,"0"0"-52"16,0 0 52-16,10 95 6 15,0-61 52-15,0 4-39 16,4 2 0-16,-1-7-3 16,-1-6-10-16,-3-11 2 0,-3-10-8 15,-5-4 6-15,-1-2 27 16,0 0 35-16,0-5 3 15,0-16-10-15,0-7-61 16,-7-5 0-16,0 1-7 16,7 1-14-16,0 2 20 15,0-3-26-15,26 3-14 16,12 0-12-16,12 4 8 16,7 0 7-16,9 3-55 15,-5 2-10-15,-8-1-50 16,-14-2-177-16</inkml:trace>
  <inkml:trace contextRef="#ctx0" brushRef="#br0" timeOffset="67017.24">5846 7380 575 0,'0'0'18'0,"91"-5"-18"16,-19-3 23-16,13-1-21 15,19 3 0-15,8 1-4 16,10 3-27-16,6-1-124 0,-6-4-160 16</inkml:trace>
  <inkml:trace contextRef="#ctx0" brushRef="#br0" timeOffset="67699.99">6994 7559 842 0,'0'0'90'15,"0"0"-90"-15,0 0 7 16,0 0-14-16,0 0-8 0,0 0 15 15,6 79-1 1,-6-46 2-16,0-6 0 0,0-10-1 16,-2-4 0-16,1-6-2 15,1-7 2-15,-1 0-7 16,1 0 7-16,0-10 1 16,0-9-1-16,9-8-8 15,12 2-10-15,1 3 17 16,2 6-20-16,-2 8 20 15,-1 4 1-15,0 4 0 16,-3 0-5-16,6 9 5 16,-3 9 0-16,0 3-9 15,-2 4 9-15,0 0-1 16,-8-5 1-16,-4-7-8 0,-4-6 5 16,0-7-27-16,4 0 30 15,7-14 22-15,7-12-22 16,4-10-5-16,1 2 1 15,-2 4 3-15,-4 7-5 16,-8 9 6-16,-1 8 0 16,-4 6 8-16,2 0-8 15,0 6-5-15,3 11 5 16,3 4-3-16,3 4-6 16,3 1 3-16,1 2-17 15,3-7-58-15,-2-6 17 16,-1-11 9-16,1-4 24 15,-4-4 31-15,5-18 13 0,-2-8 80 16,-5 2-51-16,-4 1-32 16,-9 5 17-16,-4 9 102 15,0 7-54-15,0 1-40 16,0 5-30-16,0 0-5 16,0 17-72-16,2 8 62 15,2 8 0-15,6 6 4 16,4 0-56-16,0-5-4 15,-1-9 5-15,-1-17-190 16</inkml:trace>
  <inkml:trace contextRef="#ctx0" brushRef="#br0" timeOffset="67852.9">7555 7224 703 0,'0'0'0'0,"0"0"-26"16,84 92 22-16,-63-34-63 15,-3 0-173-15</inkml:trace>
  <inkml:trace contextRef="#ctx0" brushRef="#br0" timeOffset="68365.07">7921 7682 860 0,'0'0'4'0,"0"0"-4"16,0 0-7-16,0 0 7 15,0 0 5-15,0 0-5 16,44 67 0-16,-35-56 3 16,-2-7-3-16,1-3 0 15,-3-1 4-15,1-4 0 16,4-13 12-16,2-2-16 15,3 2-1-15,0 4-12 16,0 3-32-16,4-1-28 16,2 6 69-16,-3 2 4 15,3 3-4-15,-3 0 3 16,4 0 1-16,3 12-1 16,5 1 1-16,2 0 0 0,0 1-1 15,-5-11 1 1,-6-3 2-16,2 0-2 0,0-10 0 15,1-10 0-15,-3-2 0 16,-6 4 0-16,-9 2 4 16,-3 4-3-16,-3 4 17 15,0 4-14-15,0 3 13 16,0 1 1-16,4 0-18 16,1 3-21-16,4 9 18 15,3 8 6-15,4 1 4 16,3 4-7-16,1 2 0 15,-2-4 6-15,-3-4-2 0,-3-7-4 16,-6-3 5 0,0-7-3-16,-3-2-4 0,1-8-144 15,-1-29-300-15</inkml:trace>
  <inkml:trace contextRef="#ctx0" brushRef="#br0" timeOffset="68504.77">8393 7332 900 0,'0'0'50'0,"0"0"-50"15,0 0-17-15,0 0-47 16,0 0 31-16,97 110-148 0,-58-74-205 16</inkml:trace>
  <inkml:trace contextRef="#ctx0" brushRef="#br0" timeOffset="69047.86">9078 7454 645 0,'0'0'185'15,"0"0"-136"-15,0 0-25 16,0 0-14-16,0 0-10 16,0 0 0-16,-33-15-7 15,-2 40-10-15,-9 6 17 16,3 6-11-16,12 6 2 15,10 5-32-15,13 0 18 16,6-4 16-16,9-10 6 0,22-8 1 16,6-13 0-16,-5-6 19 15,-10-5-4-15,-11-2 9 16,-10 0 32-16,-1 0 4 16,0 0-19-16,-30 0-41 15,-19-2-8-15,-11 0 1 16,0 2-24-16,20 0-2 15,19 0-27-15,21 2-50 16,27-2-52-16,49-13 100 16,38-24 62-16,30-15-1 15,11-12-8-15,-6-3 9 16,-11 0 39-16,-27 5 17 16,-28 9-17-16,-36 11-7 0,-23 8 70 15,-22 7-30-15,-2 6-53 16,-19 6-8-16,-16 6-10 15,-5 9 0-15,-2 0-2 16,-1 21 0-16,1 15 1 16,3 11-6-16,1 10 6 15,6 4 0-15,4 6-2 16,7 4 10-16,6-2-16 16,11-5-1-16,4-8-28 15,0-13 19-15,7-11-65 0,1-13-20 16,-8-13-110-1</inkml:trace>
  <inkml:trace contextRef="#ctx0" brushRef="#br0" timeOffset="69314.8">9302 7614 372 0,'0'0'506'0,"0"0"-502"16,0 0-4-16,117-4 0 15,-51-3 8-15,9-3-8 16,2-1 3-16,-3 1 4 16,-10 0-7-16,-15 4 0 15,-18 3 6-15,-13 0-5 16,-14 3-2-16,-4 0-6 0,0 0-11 16,0 3 15-1,-4 17 0-15,-15 9 3 0,-5 7-4 16,-6 5 4-16,-4-2-73 15,4-13-82-15,12-21-318 16</inkml:trace>
  <inkml:trace contextRef="#ctx0" brushRef="#br0" timeOffset="69459.61">9959 7220 906 0,'0'0'16'0,"0"0"-32"15,0 0-17 1,0 0-176-16,0 0 105 0,0 0-238 16</inkml:trace>
  <inkml:trace contextRef="#ctx0" brushRef="#br0" timeOffset="69831.87">10150 7339 576 0,'0'0'27'16,"0"0"-27"-16,0 0 0 16,0 0 10-16,68 75-7 15,-51-60 5-15,-2-3-7 16,3-6-1-16,-4-4 52 16,0-2-23-16,0 0 23 0,1-13 37 15,-6-6-65-15,-2-1-9 16,-4 0-11-16,-3 1-1 15,-7 6 1-15,-20 8-4 16,-7 5-4-16,-8 5 1 16,-4 21-3-16,-3 9 6 15,5 5-10-15,4 6 10 16,5 5-5-16,7 2 5 16,9-3 0-16,11-5 1 15,8-9 3-15,4-14-4 16,34-10 0-16,24-12 3 15,29 0 10-15,19-21-13 0,4-19-82 16,-9-14-400-16</inkml:trace>
  <inkml:trace contextRef="#ctx0" brushRef="#br0" timeOffset="71579.63">12853 7053 585 0,'0'0'29'0,"0"0"41"16,0 0-15-16,0 0-55 15,0 0-29-15,0 0 0 16,12 35 26-16,-3 23 3 0,-6 14 12 16,-3 12-9-16,0 7 7 15,0-1-9-15,-12-3 1 16,3-8 1-16,2-13-3 15,1-13-47-15,0-21-15 16,6-22-134-16,0-13-208 16</inkml:trace>
  <inkml:trace contextRef="#ctx0" brushRef="#br0" timeOffset="73077.71">12630 6906 514 0,'0'0'24'0,"0"0"12"15,0 0-25-15,96-28-10 16,-33 56 22-16,7 10-22 16,1 9 10-16,0 4-8 15,-7 6 1-15,-7 3 6 16,-14-1-10-16,-10-6 0 15,-14-8 0-15,-17-8 5 16,-2-9-5-16,-35-6 0 16,-17-5-5-16,-11-8-3 15,-5-9-20-15,2 0 28 16,1-9 15-16,9-1-4 16,16 0 14-16,19 7-13 0,14 3-12 15,7 0 0 1,30 0-22-16,22 0 22 0,25-2 0 15,17-4 3-15,14-3-3 16,4 3 10-16,-6-1 5 16,-11 7 37-16,-20 0-39 15,-19 7-13-15,-15 12 2 16,-16 5-2-16,-10 4-4 16,-11 1 4-16,-4 1 2 15,0-3 1-15,-2-9-3 0,-4-7 0 16,1-6 5-1,2-3-2-15,3-2-3 0,-3 0 9 16,0 0 18 0,0-8 23-16,0-8-50 0,3-3-11 15,0-4-2-15,21 0-9 16,9-1-15-16,-2 6 23 16,-9 6 14-16,-8 5 27 15,-8 7 27-15,-3 0-35 16,6 0-19-16,1 3-9 15,4 14 9-15,2 7 0 16,2 4-8-16,6-1 1 16,4-4 5-16,2-12 2 15,-3-5 19-15,-5-6-14 16,-2 0-4-16,-2-17 20 0,2-10 2 16,-1-10-22-16,-7-5-1 15,-9-5-32-15,0-11 15 16,-14-2-34-16,-8-4 39 15,1 6 12-15,7 8 11 16,8 8-11-16,6 8-12 16,0 3-31-16,15 1 9 15,12 7-5-15,3 3 30 16,-2 7 8-16,-10 5 2 16,-6 5 19-16,-3 3-13 15,1 0-2-15,6 19-2 16,3 12-3-16,2 13 0 15,-3 10 4-15,-4 15 4 16,-6 7 9-16,-5 4-17 0,-3-3 1 16,0-9 9-16,0-17-5 15,5-17-5-15,-2-15 7 16,0-13-4-16,1-6 13 16,-1 0 117-16,6-16-56 15,3-14-57-15,9-9-20 16,1-2-8-16,-2 4-32 15,-1 5-26-15,-1 13 57 16,-2 7-1-16,0 7 10 16,1 5-3-16,-1 5 3 15,-2 17-7-15,-3 11 7 16,-6 4 0-16,-3 8-2 16,-2-5-2-16,0-1 4 0,0-10 0 15,-8-9 0-15,-11-6 0 16,-7-8 5-16,-8-3-4 15,-9-3 7-15,-3-7-8 16,1-12 3-16,5-1 1 16,17-2-4-16,23 0-34 15,11 1-80-15,37-3 14 16,24-1 46-16,16 0 20 16,9 2 34-16,-4 2 21 15,-21 7 5-15,-26 6 37 16,-27 2 43-16,-15 6-44 15,-4 0-53-15,0 0-9 0,-10 15 0 16,-7 9 7-16,-4 3-7 16,1-1 0-16,7 1 4 15,8-5-3-15,5-5-2 16,21-10-5-16,24-7 6 16,10 0 11-16,3-16-9 15,-1-13 0-15,-15-3 25 16,-14-1-15-16,-15 3 29 15,-11 8-15-15,-2 2-14 16,-2 6 12-16,-8 5-24 16,5 6 0-16,1 3-3 15,2 0 2-15,2 14-29 16,0 18 7-16,0 14 23 0,26 2-7 16,15 5 7-1,12-3-9-15,8-10-11 0,9-16-28 16,3-21-22-16,2-6 13 15,-13-30-42-15,-18-17-135 16</inkml:trace>
  <inkml:trace contextRef="#ctx0" brushRef="#br0" timeOffset="73612.76">15180 6947 217 0,'0'0'528'0,"0"0"-425"16,0 0-6-16,0 0-91 0,0 0-6 15,0 0-19-15,-21 53 11 16,29 29 8-16,-4 11-3 16,1-3 7-16,-1-6-4 15,-4-18 0-15,3-17 0 16,-2-18 6-16,2-16-6 16,-1-8-6-16,-1-7 2 15,2 0 4-15,7-11 19 16,9-14-19-16,9-10-8 15,10 3-31-15,-4 7-38 16,-7 10 77-16,-10 10 0 16,-9 5 3-16,-3 0-6 15,-2 8-3-15,-3 15 6 16,0 14-7-16,-5 9 7 0,-13 0 0 16,2-2 8-16,-1-11-3 15,4-11-4 1,4-12-1-16,-3-5 4 0,-2-5 10 15,-6 0-7-15,-6-14-7 16,0-7 15-16,3-1-13 16,5-1-4-16,11 5-3 15,7-2-64-15,6 2 2 16,31 0-114-16,12-2-14 16,3 5 195-16,-7 5 47 15,-10 3 62-15,-13 5-25 0,-7 2 10 16,-5 0 25-1,1 1-119-15,2 13 2 0,2 7-9 16,1 3 14-16,1 3 0 16,1 0-7-16,-3-3-54 15,1-10-58-15,-1-12-137 16</inkml:trace>
  <inkml:trace contextRef="#ctx0" brushRef="#br0" timeOffset="73769.47">15574 6883 830 0,'0'0'56'15,"0"0"-25"-15,0 0-31 16,0 0-133-16,0 0 16 0,13 112 107 16,10-42-59-1,6-12-90-15</inkml:trace>
  <inkml:trace contextRef="#ctx0" brushRef="#br0" timeOffset="74126.24">16005 7071 632 0,'0'0'116'16,"0"0"-60"-16,0 0-49 16,0 0-7-16,-68 117 0 15,55-51 1-15,10 5 12 16,3 7-13-16,6 3 0 0,15-6 1 15,4-9-1 1,8-22-46-16,8-25-8 0,8-19 54 16,2-19 12-16,1-22-6 15,-7-5 8-15,-8 3 38 16,-14 3 16-16,-13 5-35 16,-7 7-2-16,-3 7-31 15,0 6 50-15,0 9-34 16,0 6-12-16,0 0-8 15,0 0 1-15,0 14-16 16,0 14 0-16,4 11 19 16,8 5-10-16,3-4 3 15,-1-7-47-15,0-9-11 16,-2-15-58-16,2-9-136 16</inkml:trace>
  <inkml:trace contextRef="#ctx0" brushRef="#br0" timeOffset="74293">16257 7045 870 0,'0'0'18'16,"0"0"-18"-16,0 0-5 16,133 51-21-16,-63-6-39 15,3-1-99-15,-3-13-166 16</inkml:trace>
  <inkml:trace contextRef="#ctx0" brushRef="#br0" timeOffset="74742.37">16892 7203 327 0,'0'0'68'0,"0"0"-50"15,0 0 128-15,0 0-71 16,0 0 17-16,0 0-70 16,-4-22-22-16,-23 51 0 15,-8 14 0-15,0 15-2 16,5 8 4-16,9 1-1 15,12-7-1-15,9-11 0 16,0-13-7-16,3-14 7 16,2-9 0-16,-2-8 10 15,-3-5-9-15,0 0 64 16,0 0 16-16,-11-8-65 0,-8-7-16 16,-6-1-23-1,2 3-19-15,8 6 42 0,11 2-61 16,4-1 45-16,30-3-28 15,28-8-36-15,24-9 68 16,16-8-1-16,6-7 13 16,-8-2 1-16,-15-3 8 15,-23 5 44-15,-22 2 60 16,-17 8-29-16,-15 9-9 16,-4 7-75-16,0 10 5 15,-4 5-10-15,-18 0-4 16,-13 20-3-16,-6 18 2 15,-4 10 10-15,0 12-10 16,8 4 10-16,9 5-1 0,9 0-10 16,12-4-24-16,7-10-69 15,9-20-15-15,21-28-185 16</inkml:trace>
  <inkml:trace contextRef="#ctx0" brushRef="#br0" timeOffset="75028.26">16996 7424 639 0,'0'0'0'15,"0"0"-12"-15,0 0 12 16,91 11 18-16,-41-9-14 16,8-2 7-16,5 0 36 0,1 0-21 15,-6-5-12 1,-9-3-8-16,-13 1-3 0,-16 1 1 15,-10 3-4-15,-9 3 0 16,-1 0 9-16,0 0-9 16,0 3-15-16,-3 14 13 15,-12 9 2-15,-4 6 5 16,-5 3-5-16,-3 2-7 16,2-10-49-16,9-17-217 15</inkml:trace>
  <inkml:trace contextRef="#ctx0" brushRef="#br0" timeOffset="75172.78">17508 7120 898 0,'0'0'19'0,"0"0"-19"15,0 0-81-15,0 0 26 16,100 53-59-16,-80-39-362 15</inkml:trace>
  <inkml:trace contextRef="#ctx0" brushRef="#br0" timeOffset="75524.9">17807 7154 869 0,'0'0'0'0,"0"0"-33"16,0 0 13-16,83 58 20 15,-56-29-11-15,0 2-23 16,-6-4-45-16,-2-8 24 16,-4-9 55-16,-5-7 1 15,-3-3 2-15,-4-3 98 16,-3-12 1-16,0-2-83 16,0 3-2-16,-13 3-13 15,-9 7 5-15,-8 4-18 16,-4 4 7-16,-3 21 2 15,3 10-7-15,1 4 10 16,7 6-3-16,4 4 1 0,3 1 1 16,10-4 0-16,9-10-2 15,6-9-1-15,25-16-9 16,15-11 11-16,7-2-2 16,9-24-50-16,6-15-208 15</inkml:trace>
  <inkml:trace contextRef="#ctx0" brushRef="#br0" timeOffset="75688.59">18033 7353 472 0,'0'0'0'16</inkml:trace>
  <inkml:trace contextRef="#ctx0" brushRef="#br0" timeOffset="85266.39">4715 8646 417 0,'0'0'75'16,"0"0"18"-16,0 0-90 15,0 0-2-15,0 0-1 0,-10 76 12 16,-8-21 26 0,-6 14 42-16,-3 12-43 0,-3 6-22 15,-4 6 10-15,0-1-20 16,2-12-1-16,4-18-4 16,10-23 7-16,8-20-2 15,5-16-4-15,1-3-1 16,-5-14 122-16,3-25-90 15,4-28-32-15,2-17-6 16,0-10-29-16,5 0 20 16,2 6-24-16,2 9-2 15,0 7 6-15,9 12-16 16,6 10-33-16,3 12 29 0,10 5 37 16,1 11 12-16,8 10 6 15,-3 12 0-15,-4 1 33 16,-11 32-25-16,-7 13-4 15,-12 11-1-15,-9 4-1 16,0 4 10-16,-22-4-12 16,-8-6 0-16,-4-9 4 15,2-12 2-15,-4-9-5 16,-1-7 5-16,-5-7 8 16,-1-5 39-16,-3-5-30 15,4-1 12-15,6 0-9 16,17 0-24-16,8 0 3 0,10 0-5 15,1 14-2-15,4 6-8 16,20 7 10-16,12 7 0 16,7 1 5-16,9 0-5 15,4-2 0-15,4-2-1 16,-3-5-40-16,-10-4-59 16,-13-11-219-16</inkml:trace>
  <inkml:trace contextRef="#ctx0" brushRef="#br0" timeOffset="86144.74">4785 9293 442 0,'0'0'47'16,"0"0"6"-16,0 0-23 0,0 0 19 15,93-29-19 1,-68 12 16-16,2-7 26 0,3-5-16 15,-8-3-30-15,-2 1-18 16,-13 2-7-16,-7 5 29 16,0 2-30-16,-24 5-6 15,-19 9 6-15,-5 8-2 16,-3 5-8-16,4 24 6 16,14 10 4-16,12 9-6 15,11 7 6-15,10 2-2 16,5 3-6-16,30-6-16 15,12-6 9-15,13-13-51 0,13-15 37 16,5-20 21-16,8-3-27 16,4-30 35-16,-5-13 0 15,-9-10 7-15,-15-6 36 16,-15-1 62-16,-19 5-65 16,-16 7 7-16,-11 10-7 15,0 16-14-15,-5 11-22 16,-4 10-1-16,5 4-6 15,-1 9-4-15,-2 16 6 16,2 12-10-16,5 7 11 16,0 1-2-16,12-6-4 15,18-6-8-15,5-12 11 16,0-13-12-16,-4-6 7 16,-6-2-2-16,-9-9 12 0,-5-10-2 15,0-6 9-15,-8-2-1 16,-1 3 15-16,-2 4-13 15,0 8-9-15,0 8 9 16,0 4-10-16,0 0-1 16,0 3 1-16,10 18-15 15,17 8 10-15,19 2 1 16,15-9 4-16,6-12-12 16,1-10 11-16,-9 0-5 15,-8-26 5-15,-5-14 1 16,-4-13-1-16,-3-2 1 0,-11 5 0 15,-10 8 1 1,-9 10 9-16,-9 6-8 0,0 6 14 16,-7 8 8-16,1 5-24 15,1 7-3-15,5 0 3 16,0 7-13-16,0 21-25 16,0 17 31-16,14 17 6 15,3 10 2-15,3 3-2 16,-5-7 1-16,-5-16 0 15,-7-18-7-15,-2-14 7 16,-1-12 0-16,0-3-3 16,-7-4 7-16,-18 2 14 15,-9-2-18-15,-4-1 3 16,10 0-8-16,13 0-2 16,10 0-89-16,5 0-98 0,17-10-237 15</inkml:trace>
  <inkml:trace contextRef="#ctx0" brushRef="#br0" timeOffset="87663.76">6727 9111 394 0,'0'0'195'0,"0"0"-42"16,0 0-135-16,0 0 9 16,0 0-25-16,0 0 0 15,-45 32 0-15,28 6-2 0,3 5 0 16,5 1-7-1,6-2 7-15,3-1 0 0,0-7 0 16,20-8 3 0,5-9 9-16,3-9 14 0,-2-8 12 15,4 0 6-15,-5-25-13 16,2-8 0-16,0-9-18 16,-4 0-11-16,-7 2-4 15,-5 1-2-15,-9 6-35 16,-2 2 27-16,0 3-44 15,-9 4 1-15,0 10 10 16,5 4 45-16,4 5 37 16,0 5-30-16,10 0 10 15,14 10-13-15,7 12-2 16,-1 11-2-16,3 3 6 0,3 4-6 16,1 4 10-16,-7-6-10 15,-6-5 0-15,-10-9 0 16,-9-9 0-16,-2-7 0 15,-3-3 8-15,0-5-7 16,0-5 43-16,0-18 19 16,0-13-55-16,0-5-9 15,0-4 1-15,0 7-6 16,15 10 5-16,0 10-7 16,2 12 8-16,0 6-5 15,1 5 2-15,-3 20-11 16,7 5 14-16,-1 4-4 0,7 3 2 15,5 1-6-15,5-11-5 16,2-10-19-16,6-15 18 16,2-2 4-16,3-19 10 15,-2-12 0-15,-6-8 19 16,-9-4 0-16,-10 4 17 16,-12 2-12-16,-9 10-6 15,-3 11 17-15,0 6-35 16,-3 8 0-16,0 2-4 15,-4 0 3-15,-2 17-10 16,-3 14 2-16,-2 10 9 16,5 3-11-16,8-3 11 15,1-6-10-15,9-7 7 16,15-12-2-16,1-10 5 16,1-6 0-16,0-10 2 0,-2-10 25 15,-6-5-27 1,-6 4 23-16,-10-3-2 0,-2 7-11 15,0 3 6-15,0 3-16 16,0 8 0-16,0 2-3 16,0 1 3-16,0 0-9 15,0 10-14-15,20 15-31 16,16 12 50-16,21-1 4 16,16-4 0-16,15-17-8 15,6-15 8-15,-11-15 0 16,-15-31 0-16,-21-14 2 15,-14-8 4-15,-12-2-5 0,-15 2 5 16,-6 1 7-16,-14 4-12 16,-24-2-1-16,-14 3 9 15,5 12-7-15,7 16 18 16,19 17-20-16,12 10 1 16,9 7-10-16,0 10 5 15,0 26-85-15,0 23 84 16,6 16 5-16,9 7-6 15,4 2 5-15,4-4-14 16,1-12 10-16,0-13-36 16,-2-19 13-16,0-18-8 15,2-14-7-15,4-4 43 16,2-26 3-16,-3-6 1 0,-6-1 101 16,-6 8-49-1,-5 12-24-15,-4 9-6 0,3 4-26 16,3 4-7-16,2 17 6 15,-1 7 1-15,0 4-18 16,-6 0 18-16,-7-3-16 16,0-2 11-16,0-9 5 15,0-5 0-15,-10-4 0 16,-12-4 0-16,-9 1 4 16,-5-6-4-16,-1 0 0 15,7 0 0-15,4-14 2 16,9-2 2-16,9 1-4 15,8-2 0-15,14-3-6 16,32-4-45-16,15-6-25 0,8-7 39 16,-4 0 14-16,-11-6 23 15,-15 2 3-15,-11 2 54 16,-10 1 47-16,-10-3-40 16,-7-5-42-16,-1-3 2 15,0 0-9-15,-11 9 8 16,1 13-18-16,4 15 0 15,6 10-3-15,0 2-2 16,0 11-41-16,0 25-21 16,0 21 53-16,3 20 8 15,4 13 1-15,4 6 0 16,3 0-9-16,7-10 9 16,7-15-42-16,6-16-45 0,4-26-60 15,6-22-118 1</inkml:trace>
  <inkml:trace contextRef="#ctx0" brushRef="#br0" timeOffset="87982.06">9151 9151 708 0,'0'0'17'16,"0"0"-17"-16,0 0 0 16,0 0-3-16,0 0 3 15,0 0 0-15,25-23 9 16,-20 14 94-16,2-3-4 15,8-5-89-15,2-8-5 0,2 0-2 16,-2 0-2-16,-3 2-1 16,-8 3 0-16,-4 2-1 15,-2 4-9-15,0 6 7 16,-8 3 3-16,-6 5-6 16,-1 0 4-16,-8 15 2 15,-5 19-5-15,0 11 5 16,1 9-12-16,7-1 12 15,10-4-4-15,10-3-5 16,7-11-13-16,26-5 4 16,18-11-16-16,17-12-61 15,9-7-62-15,3-9-372 16</inkml:trace>
  <inkml:trace contextRef="#ctx0" brushRef="#br0" timeOffset="88431.29">9896 9316 752 0,'0'0'51'0,"0"0"-51"16,0 0 0-16,0 0 1 0,0 0 5 16,111-59-3-16,-81 32-3 15,0-7 0-15,0-11 46 16,-2-7-46-16,-3-8 18 16,-2-1-2-16,-11-3-11 15,-11-4 23-15,-1 2-13 16,0 8-4-16,-9 17 40 15,3 17-47-15,4 14 5 16,0 10-9-16,2 0-30 16,-3 14-24-16,-3 28-36 15,-5 23 90-15,-6 14 6 16,5 9-1-16,4 3-5 16,8-4 2-16,0-10-1 0,12-15-2 15,5-18-9-15,4-14-16 16,1-15-44-16,0-15-68 15,-1-2-141-15</inkml:trace>
  <inkml:trace contextRef="#ctx0" brushRef="#br0" timeOffset="88619.43">9839 8986 734 0,'0'0'0'0,"0"0"-18"15,0 0 18-15,0 0 9 0,103 1 30 16,-51-1 10-16,9 0-42 16,8 0-3-16,12 0-2 15,7 0-2-15,-5 0-175 16,-12-6-300-16</inkml:trace>
  <inkml:trace contextRef="#ctx0" brushRef="#br0" timeOffset="88963.73">10619 9283 723 0,'0'0'29'0,"0"0"-24"16,0 0 55-16,0 0 4 15,0 0-53-15,0 0 8 0,38-68-15 16,-35 49 3-16,-1-1 0 15,-2 4-4-15,0 4 1 16,0 7-4-16,0 2 0 16,0 3-8-16,0 0 8 15,-13 3-19-15,-2 11 19 16,-5 8 0-16,5 2-4 16,2 3-3-16,4 6 7 15,3 1-5-15,6 2 5 16,0-6-7-16,20-8-1 0,17-8 8 15,9-7 5 1,14-7-5-16,7 0-43 0,1-26-154 16</inkml:trace>
  <inkml:trace contextRef="#ctx0" brushRef="#br0" timeOffset="89147.91">10864 9353 175 0,'0'0'275'16,"0"0"-259"-16,0 0 30 15,0 0 59-15,0 0-98 0,0 0 3 16,29 3-9-16,-11-3 1 16,3-7-4-16,-4-6-335 15</inkml:trace>
  <inkml:trace contextRef="#ctx0" brushRef="#br0" timeOffset="103598.92">3303 10439 281 0,'0'0'53'0,"0"0"59"15,0 0-30-15,0 0 22 16,0 0-70-16,0-73 53 16,-8 59-13-16,-2 0-51 15,-10-2-22-15,-8 2-1 16,-11 7 5-16,-10 7-15 15,-9 7 10-15,-5 21 0 16,5 10-6-16,7 7 6 16,7 6 0-16,8 11-1 0,4 10 6 15,10 10-9 1,10 5 4-16,9-2 0 0,3-5-7 16,20-10 7-16,15-10-7 15,9-14-26-15,9-16-10 16,11-18-5-16,7-12 6 15,3-10 11-15,-10-17 20 16,-17-4 2-16,-18 2 9 16,-15-1 29-16,-11 2 48 15,-3 6 35-15,-3 5-58 16,-12 8-24-16,0 6-14 16,2 3-16-16,4 12-5 0,7 18-1 15,2 8-5 1,2 6 7-16,26 0-4 0,9-5 8 15,6-4-7-15,1-10 7 16,-4-12 0-16,-4-11 0 16,1-2 3-16,-4-15 7 15,0-17-10-15,-5-5 0 16,-8-4 11-16,-10-1-11 16,-10 5-2-16,-5 3 0 15,-27 4-35-15,-6 8-40 16,1 5-23-16,9 3 64 15,16 5 28-15,6 0 2 16,6 2 5-16,15 1-3 16,16 3 4-16,8 3 16 15,6 0 5-15,1 3 12 0,1 18 29 16,0 6-43 0,2 6-10-16,-3 5-2 0,-12 5-3 15,-8-2 5-15,-11-6-9 16,-8-9 0-16,-4-8-9 15,1-8 9-15,-4-9-23 16,0-1 23-16,0-8 21 16,0-15 12-16,0-9-33 15,-8-2 0-15,2 1 4 16,6 5-2-16,0 7-2 16,0 6 0-16,11 8-1 15,9 4-5-15,1 3 3 0,-3 3 3 16,1 11-14-16,-3 5 14 15,-5 3-2-15,1 2 2 16,-5 3-1-16,-4 2-5 16,-1-7 4-16,-2-8 2 15,0-6-9-15,1-8-1 16,0 0 8-16,4 0 2 16,6-19 21-16,5-8-20 15,6-2-1-15,0 1 0 16,-2 8-2-16,-6 9 2 15,-3 5 0-15,-4 3-3 16,-6 1 6-16,1 2-7 16,-2 0 0-16,0 0 4 15,0 0-12-15,0 0 12 16,0 0 0-16,0 0-1 0,1 3 4 16,1 2-5-16,-2-2 2 15,1-2 0-15,-1 2 3 16,0-2-3-16,0 0 0 15,2-1 1-15,-2 0 2 16,0 2-3-16,0-2 0 16,0 0 0-16,0 0 13 15,0 0-9-15,0 0 3 16,0 0 15-16,0 0-11 16,0 0 10-16,0 0 1 0,0 0-7 15,0 0 25 1,0 0-35-16,0 0 2 0,0 0-1 15,0 0-4-15,0 0 1 16,0 0-3-16,0 0 0 16,0 0 1-16,0-10-1 15,3-8-2-15,4-7 1 16,2-5-2-16,8-9 2 16,-1-1-16-16,-4-1 13 15,0 4-4-15,-8 12 10 16,-2 9-2-16,-2 7 0 15,0 9-3-15,0 0 2 16,0 14-46-16,-3 16 47 16,1 13-9-16,2 3 9 15,0 3 0-15,0-5 0 0,12-4 2 16,1-6-3-16,-2-5 1 16,0-6 0-16,-4 0 2 15,-4-4-2-15,-3-1-2 16,0-2 0-16,0-5 4 15,-5-3 0-15,-3-3-2 16,0-3 0-16,-1-2 22 16,-1 0-11-16,-1 0 18 15,-1-12-13-15,2-1-14 16,5-3-2-16,3 0-1 16,2-6-34-16,22-5 24 15,15-6-64-15,18-6 12 0,2-3 30 16,3-1 26-1,-8 0 7-15,-4 2 0 0,-8-2 11 16,-10 2 37-16,-13 4 10 16,-9 3-25-16,-8 7 34 15,0 7-44-15,0 9 2 16,0 11-25-16,0 2-1 16,0 29 0-16,-3 20-40 15,-8 18 41-15,-3 10-3 16,5-1 8-16,4-5-10 15,5-12-21-15,0-13-40 16,0-13 21-16,9-14-75 16,5-18 5-16,5-6-307 15</inkml:trace>
  <inkml:trace contextRef="#ctx0" brushRef="#br0" timeOffset="104131.66">4900 10911 840 0,'0'0'32'15,"0"0"-32"-15,0 0 2 16,0 0-2-16,3 84-3 16,-3-42 2-16,0 1 2 15,-3-6 3-15,0-7-4 16,3-6 2-16,0-13 4 16,0-3-6-16,0-6 0 15,0-2 7-15,0 0-1 16,0-21 35-16,0-14-41 0,15-8-7 15,9-2-2 1,9 3-21-16,4 5-8 0,7 10 18 16,-4 5-34-16,-3 8 54 15,-9 7 2-15,-10 7 10 16,-3 0-2-16,-2 10-10 16,-2 12 0-16,-5 8-3 15,1 6 7-15,-7-1-2 16,0-3-2-16,0-6 2 15,0-11 1-15,0-6-3 16,3-6 0-16,-1-3 10 16,2 0-2-16,8-14 43 15,6-8-51-15,3-3 13 0,0 2-29 16,-6 7 11 0,-5 2-47-16,-1 6 26 0,0 7 25 15,0 1 1-15,0 0-7 16,6 14 7-16,-2 7 9 15,4 4-6-15,1 5-3 16,-6 1 8-16,-5-2-3 16,-2-2-2-16,-5-6-3 15,0-4-10-15,-2-7-13 16,-10-8-119-16,-3-2-107 16</inkml:trace>
  <inkml:trace contextRef="#ctx0" brushRef="#br0" timeOffset="104312.57">4717 10819 600 0,'0'0'24'15,"0"0"51"-15,0 0-35 16,0 0-37-16,0 0 4 16,100-44-3-16,-57 44-4 15,6 0 0-15,8 0 0 16,13 0-8-16,14 0 8 15,14 0-100-15,3-18-190 16</inkml:trace>
  <inkml:trace contextRef="#ctx0" brushRef="#br0" timeOffset="104563.07">6147 10464 762 0,'0'0'95'16,"0"0"-34"-16,0 0-61 16,0 0 10-16,0 0-23 15,0 0 10-15,-21 123 3 16,0-45-5-16,-1 9 10 16,3 5-5-16,9 0 0 0,3-5-10 15,4-9 8 1,3-19-93-16,0-22-26 0,14-28-84 15,15-15-123-15</inkml:trace>
  <inkml:trace contextRef="#ctx0" brushRef="#br0" timeOffset="105895.35">6259 10925 529 0,'0'0'156'16,"0"0"28"-16,0 0-74 16,0 0-110-16,0 0 8 15,0 0-18-15,1-26 3 16,1 58 7-16,-2 9-3 15,1-1 3-15,1 1-1 16,-2-6-22-16,3-9-27 16,0-11 23-16,1-9-4 15,5-6 30-15,12-13 1 0,5-16 9 16,3-3-4-16,-2 3-5 16,-10 6 5-16,-6 9 16 15,-6 8-9-15,-5 3 20 16,0 3-2-16,3 0-30 15,-1 0-2-15,4 3-8 16,7 13 10-16,2 6-4 16,4 1 4-16,-2 0-11 15,4-3-8-15,4-9-22 16,2-11 8-16,5 0 7 16,4-26-12-16,3-12 5 15,3-10-57-15,0-5 5 0,-6-4 67 16,-8-1 18-1,-7 1 68-15,-6 1-29 0,-2 5 130 16,-1 6-74-16,0 12-35 16,-5 13-24-16,-1 14-7 15,6 6-29-15,6 16-8 16,6 23 7-16,6 18 0 16,-2 13-15-16,-3 6 13 15,-5-2-27-15,-8-9 23 16,-3-13-24-16,-6-18 22 15,-3-14 2-15,1-14 7 16,-1-4 1-16,0-2 4 16,0-3 40-16,0-18 41 15,-6-8-79-15,-10-1-4 16,2 6-3-16,4 11 4 0,3 8-15 16,5 5 10-16,-1 0-24 15,-4 11 3-15,-3 14-8 16,0 11 24-16,4 4-4 15,6 3-24-15,0-4 0 16,5-7-20-16,16-11 0 16,7-17 35-16,8-4 19 15,7-21 17-15,6-15 39 16,-7-3-31-16,-9-1 18 16,-15 8 3-16,-9 8-14 15,-5 12-11-15,-3 4 5 16,-1 6-19-16,0 2-7 0,0 0-1 15,0 0-5-15,3 6-30 16,2 10-6-16,7 10 41 16,4-5-28-16,4-1 1 15,1-10 16-15,-1-10-1 16,0 0 13-16,-1-13 19 16,1-8 10-16,-7-1 20 15,2 1-42-15,-9 4 10 16,0 5 1-16,-4 1-14 15,-2 7 15-15,0 2-19 16,0 2 0-16,1 0-10 16,7 0 1-16,6 13-49 15,10 11 32-15,4 2 15 0,2-1-14 16,0-7-22-16,-4-12-25 16,-1-6 71-16,0-11 2 15,-2-15 49-15,0-3-13 16,-9 5-24-16,2 4 34 15,-9 7-39-15,-2 8-5 16,-3 5 24-16,-1 0-27 16,1 0-7-16,-2 13-12 15,0 13 19-15,0 11-7 16,-8 5 7-16,-9 2 0 16,0-6 6-16,1-12-6 15,4-9 0-15,9-12 1 0,-2-5 2 16,-1 0 23-1,-1-13-8-15,-1-13-4 0,7-4 13 16,1-7-27-16,9-2-3 16,25-2-3-16,5-2-26 15,4-1 13-15,2-2-6 16,0-5 25-16,-2-2-4 16,-3-7 13-16,-1 3-3 15,-11 4 43-15,-10 15-11 16,-10 18 24-16,-2 12-62 15,-6 8-15-15,1 14 2 16,2 29-61-16,-3 21 71 16,0 13 0-16,0-1-24 0,0-3 20 15,0-8-35-15,0-6-26 16,0-11 8-16,11-15-114 16,3-20-43-16</inkml:trace>
  <inkml:trace contextRef="#ctx0" brushRef="#br0" timeOffset="106395.65">8219 10965 875 0,'0'0'24'16,"0"0"-14"-16,0 0-20 15,0 0 5-15,0 0 5 16,0 0-10-16,0 68 10 16,0-37 0-16,0-2 0 0,0-3 4 15,0-8-8 1,0-7-41-16,6-8 45 0,7-3 1 15,1-7 2-15,7-16 9 16,1-8 19-16,-1 1-5 16,-5 5 5-16,-5 11 19 15,-4 8-49-15,-6 5 17 16,4 1-18-16,1 0-8 16,3 7 8-16,6 12-1 15,0 6-8-15,0 3-11 16,-3-3-4-16,-3-6 11 15,1-8-27-15,-2-5 31 16,-1-6 7-16,5 0 4 16,6-18-8-16,4-8 6 15,0 0 0-15,-6 6 15 16,-5 3 14-16,-6 9 3 16,-4 5-7-16,1 3-15 0,-1 0-10 15,1 11-8-15,2 15 7 16,-1 13-14-16,-3 11 15 15,0 7-1-15,0 11-1 16,0 6 4-16,0-1 1 16,-1-3-3-16,-10-9-14 15,0-16 0-15,3-13-35 16,2-19-34-16,3-13-43 16,3-5 61-16,0-30-23 15,15-11-169-15</inkml:trace>
  <inkml:trace contextRef="#ctx0" brushRef="#br0" timeOffset="106606.61">8262 10737 896 0,'0'0'0'15,"0"0"-10"-15,0 0-11 16,0 0 17-16,0 0 4 15,111-33 1-15,-43 21 5 16,13-3-5-16,11-5-1 16,5 1-9-16,1-4 6 0,-15-2-194 15,-20-2-154 1</inkml:trace>
  <inkml:trace contextRef="#ctx0" brushRef="#br0" timeOffset="107140.86">6113 10576 401 0,'0'0'28'0,"0"0"-28"16,0 0-10-16,0 0 10 15,0 0 4-15,0 0-4 16,76-47-6-16,-19 25 6 16,7 1 0-16,6-1-72 15</inkml:trace>
  <inkml:trace contextRef="#ctx0" brushRef="#br0" timeOffset="107363.79">5816 11277 408 0,'0'0'15'0,"0"0"55"16,133 5-12-16,-66-5-14 16,9 0 14-16,18 0-46 0,12-3-12 15,4-11-29-15,4-13-149 16</inkml:trace>
  <inkml:trace contextRef="#ctx0" brushRef="#br0" timeOffset="108000.08">8972 11126 163 0,'0'0'445'0,"0"0"-387"15,0 0 1-15,0 0-52 16,0 0-7-16,0 0 0 16,-19 80 2-16,7-54 3 15,0 2-5-15,-2 1-1 16,1 7-3-16,-2-7-142 16</inkml:trace>
  <inkml:trace contextRef="#ctx0" brushRef="#br0" timeOffset="108909.11">9384 10599 681 0,'0'0'31'15,"0"0"33"-15,52-75-64 16,-51 70 0-16,-1 3-5 15,0 2-1-15,-4 5-9 16,-14 19-12-16,-6 12 27 16,-1 13 1-16,4 6-1 15,9 6-16-15,6 2 16 16,6 2-16-16,0-4-5 16,0-8 3-16,0-9-4 0,0-13 15 15,0-14-3-15,0-8 7 16,0-6 3-16,-11-3 44 15,-11 0 78 1,-12 0-108-16,-11 0-9 0,6 0 3 16,8 0-8-16,15 0 0 15,11 0-4-15,5 0-34 16,16-17-50-16,25-6 56 16,19-13-17-16,10-6 46 15,6-7 3-15,0-5 0 16,1-5 5-16,-6-3 0 15,-10 1 6-15,-17 6 10 16,-20 12 3-16,-13 12 117 16,-11 12-48-16,0 8-34 15,0 6-24-15,-2 5-18 0,-5 6-17 16,-5 25-12-16,-6 18 12 16,-2 18-9-16,3 10 9 15,8 1-18-15,9-2 4 16,0-5-44-16,18-12 13 15,6-15-97-15,-1-21 41 16,3-16 57-16,0-7 44 16,4-21 2-16,2-11 45 15,-8-1 12-15,-4-1-2 16,-5 7 45-16,-10 12-65 16,-2 6 33-16,-3 8-46 15,0 1-24-15,0 0 0 0,0 5-64 16,6 15 51-1,4 5 2-15,1-2 11 0,4-3-11 16,-1-7 11-16,-6-5-15 16,-3-5 12-16,-1-3-2 15,8-2 5-15,7-19 21 16,4-7-21-16,5-5 29 16,0 2-25-16,-10 7 1 15,-7 7 19-15,-5 11-8 16,-6 2 20-16,0 4-36 15,0 0 9-15,0 0-23 16,7 18-45-16,6 10 57 16,10 5-3-16,2 1 5 0,5-5-10 15,0-10-34 1,-2-13-39-16,1-6 56 0,0-10 4 16,1-19-70-16,2-13-106 15,-3-9-91-15</inkml:trace>
  <inkml:trace contextRef="#ctx0" brushRef="#br0" timeOffset="109012.74">10218 10553 318 0,'0'0'101'15,"0"0"2"-15,0 0-103 16,0 0-204-16,0 0 201 16,65 90-6-16,2-48-39 0</inkml:trace>
  <inkml:trace contextRef="#ctx0" brushRef="#br0" timeOffset="109442.09">10689 10730 416 0,'0'0'190'16,"0"0"33"-16,0 0-159 16,0 0-58-16,0 0-6 15,0 0-7-15,-7 31-5 16,-13 21 12-16,-4 13 0 16,-2 10 0-16,5 4 1 15,1-1 7-15,0 1-8 16,7-6 2-16,3-10 0 15,8-13-2-15,2-20-32 16,0-16 1-16,0-14 9 16,0-4 22-16,0-30 84 15,7-17-80-15,0-11-8 0,-7-9 3 16,0-3-15-16,-12-2 9 16,-6 1 7-16,5 8-4 15,13 8 2-15,6 10-21 16,35 13-108-16,14 10 53 15,6 12 72-15,2 14 4 16,-10 0 2-16,-10 22 0 16,-12 10 0-16,-16 3 2 15,-8-6-4-15,-7 0 2 16,-1-8 0-16,-19-1 5 0,-9-3-3 16,-15-3 79-1,-14-1-18-15,-7-1-19 0,-1 1-14 16,5 4-30-1,16 3-7-15,8 0-25 0,8-8-189 16</inkml:trace>
  <inkml:trace contextRef="#ctx0" brushRef="#br0" timeOffset="110191.84">3496 12320 524 0,'0'0'37'16,"0"0"-37"-16,8 77 0 16,-8-19 21-16,-13 8-9 15,-10-1 3-15,1-6 6 0,-1-10-19 16,8-10 1-16,2-4-3 15,6-12-6-15,7-17-194 16</inkml:trace>
  <inkml:trace contextRef="#ctx0" brushRef="#br0" timeOffset="110890.54">3547 12184 554 0,'0'0'82'15,"0"0"-23"-15,0 0-35 16,0 0 19-16,0 0-21 15,0 0-19-15,96-64-3 16,-58 62 0-16,-5 2-7 16,-6 2 7-16,-9 16-3 15,-6 6-20-15,-12 8-44 16,-3 9 47-16,-27 2-41 16,-13 1 6-16,-2 0-55 0,9-10 1 15,9-12 100-15,11-6 9 16,12-4 55-16,4 0 12 15,0 6 7-15,0 7-17 16,10 6-5-16,5 3-39 16,0 0 1-16,0-4 2 15,-5-7-2-15,-2-4 19 16,-5-5-33-16,-3-6 0 16,0-1 16-16,0-3-12 15,0-4-4-15,0 0 26 16,0-4 21-16,-11-13-20 15,1-3-27-15,5-9 0 16,5-5-9-16,2-3-33 16,22-5-59-16,14 0 18 15,6-1 24-15,3-1 59 0,-4 3 31 16,-3 1 25-16,-6 4 60 16,-12 3-45-16,-10 9-27 15,-9 2 0-15,-3 10 4 16,0 5-15-16,0 7-33 15,0 0-10-15,0 22 5 16,0 18-18-16,0 12 23 16,0 10 0-16,12 9 5 15,10 1-11-15,11 3-21 16,5-9-26-16,-1-12-18 16,0-24-99-16,-5-24-168 15</inkml:trace>
  <inkml:trace contextRef="#ctx0" brushRef="#br0" timeOffset="111572.45">4575 12135 833 0,'0'0'64'0,"0"0"-2"16,0 0-62-16,0 0 0 16,0 0 0-16,0 0-1 15,69 105 5-15,-42-52-7 16,-2-4 3-16,-4-5-3 15,-8-7-5-15,-4-12-38 16,-6-8 13-16,-3-10 9 16,0-4-17-16,0-3 41 15,0 0 0-15,-16-14 5 16,-12-3 40-16,-4 4-18 0,4 7 3 16,1 6-16-16,7 1-10 15,4 20-8-15,4 9-2 16,4 7-19-16,8-1 11 15,0 0-52-15,11-5 9 16,19-11 25-16,12-14 19 16,17-6 11-16,13-26 0 15,4-23 2-15,4-7 37 16,-12-1-11-16,-16 10 14 16,-18 11 13-16,-13 12-9 15,-11 12 9-15,-8 6-25 16,-2 5-26-16,0 1-3 0,0 0 1 15,-15 4-23-15,-6 11 4 16,0 5-12-16,2 3 13 16,8 0-18-16,5 4-16 15,6-6 29-15,0 1-43 16,0-5 17-16,11-6 10 16,-2-5 22-16,-3-3 15 15,-3-3 4-15,-3 0 55 16,0 2 66-16,0 8-115 15,0 8-8-15,1 17-8 16,-1 13 8-16,0 11 1 16,0 7-1-16,-3 3 0 15,-13-3 2-15,-5-9-1 0,2-11-1 16,2-19 9-16,2-12-8 16,-4-13 25-16,0-2 29 15,-7-5-22-15,-1-17 3 16,5-9-36-16,16-7-9 15,6-6-137-15,42-5-438 16</inkml:trace>
  <inkml:trace contextRef="#ctx0" brushRef="#br0" timeOffset="112188.79">5713 12138 415 0,'0'0'114'0,"0"0"-1"0,0 0-11 15,0 0 2-15,0 0-78 16,0 0 19-16,0-59-45 16,0 67-10-16,0 23 9 15,4 18 1-15,-1 11-6 16,-3 9 5-16,0 1 1 16,-1 0 1-16,-5-5-1 15,3-7-6-15,3-19-73 16,0-17-44-16,15-22-23 15,21-19 77-15,8-29-111 16</inkml:trace>
  <inkml:trace contextRef="#ctx0" brushRef="#br0" timeOffset="113455.5">5973 12347 119 0,'0'0'310'16,"0"0"-104"-16,0 0-85 0,0 0-80 16,0 0-41-16,0 0-4 15,20 31 2-15,-19-6 4 16,-1 2 2-16,0 3-4 15,0-1 0-15,0-3 4 16,0-8-4-16,0-6-1 16,0-10-26-16,2-2 18 15,9-12 9-15,2-12 0 16,-1-2 5-16,-4 2 15 16,-4 6-15-16,-4 6 28 15,3 7-7-15,-3 4-6 0,0 1 13 16,3 0-33-16,0 0-3 15,5 6-8-15,5 13 10 16,5 6 1-16,6 1-2 16,4 2-19-16,8-6-25 15,4-11-66-15,11-11 13 16,7-20 63-16,2-21-44 16,-4-5 2-16,-8-4 78 15,-6-4 20-15,-11-1 45 16,-6-1-27-16,-11 0 3 15,-6 2 14-15,-7 9 67 16,-1 14 1-16,0 12-64 16,2 10-17-16,5 9-42 0,6 6-1 15,11 24-5 1,12 15-15-16,6 15 7 0,1 3-16 16,-10 0-24-16,-14-12-34 15,-10-12 30-15,-9-14 15 16,0-12 24-16,-3-8 13 15,-12-5 12-15,-6 0 9 16,-10-3 23-16,-14-6-31 16,-4-2-1-16,4 10-6 15,8 1 0-15,10 6 5 16,8 14-5-16,8 3-7 16,8 4 1-16,3 1-19 0,20 2 3 15,24-4 13 1,15-7 9-16,12-12-8 0,8-7-9 15,-2-18-15-15,-9-19 32 16,-13-7 1-16,-16 1 29 16,-11 3 8-16,-13 9 17 15,-9 11 41-15,-6 11-65 16,0 2 4-16,0 7-14 16,0 0-14-16,0 0-7 15,0 0-17-15,0 7 5 16,0 10 4-16,0 3-14 15,10 2 21-15,9-2-2 16,1-6-16-16,-3-6-17 16,-2-8-9-16,1 0 45 15,-1-13 8-15,3-7-6 0,-6-2-2 16,-5 5 48 0,-2 5 15-16,-5 5-3 0,0 5-25 15,0 2-28-15,0 0 1 16,3 0-8-16,1 5-21 15,7 14-23-15,8 6 41 16,7 5-1-16,5-2 2 16,3-5-15-16,-3-12 8 15,-1-11 2-15,0-4 7 16,4-26 9-16,1-8 6 16,-1-2 8-16,-1 5-17 15,-6 7 1-15,-7 10 33 0,-9 7-33 16,0 8-5-16,-7 3-4 15,2 0 0-15,-3 15 1 16,-3 9-8-16,0 4 9 16,-2 5-12-16,-17 0 12 15,0-3 0-15,-1-4-3 16,1-8 2-16,5-9-1 16,4-9-4-16,3 0 6 15,2-15 9-15,5-14-9 16,0-9-6-16,24-8 3 15,15-1 3-15,5-4-1 16,3-1 1-16,-7-1 0 16,-7 3 18-16,-6 7-4 0,-7 11 0 15,-7 15-3 1,-3 8-9-16,-6 9-4 0,-1 3-1 16,-1 23-16-16,-2 17 4 15,0 17 10-15,-6 9 5 16,-10 5-3-16,0 2-5 15,9-1-41-15,7-12-59 16,6-24-57-16,25-30-150 16</inkml:trace>
  <inkml:trace contextRef="#ctx0" brushRef="#br0" timeOffset="113956.56">8194 12250 899 0,'0'0'13'0,"0"0"3"16,0 0-12-16,0 0-8 15,0 0-8-15,0 0 12 16,4 38-6-16,-13-13 6 16,0 1 0-16,0-2 1 15,0-7-1-15,6-5 0 16,3-7-28-16,0-5 14 16,3-4 13-16,23-18 1 15,8-8 0-15,0-1 6 16,-5 4 0-16,-7 10 21 15,-7 8-27-15,-6 4 8 16,-5 5 4-16,-2 0-12 16,1 0-8-16,3 14 7 15,1 5 2-15,-1 1 1 0,5 4-2 16,2 0 0 0,-1-4-6-16,6-1 6 0,2-8-23 15,8-9 6-15,4-2 10 16,4-16 5-16,1-9 0 15,-5-2 2-15,-7 3 0 16,-7 4 7-16,-9 6-7 16,-2 4 23-16,-5 3-10 15,-2 6 30-15,0 1-25 16,1 0-6-16,-1 8-24 16,2 19-11-16,0 13 21 15,3 13 0-15,3 16 4 0,2 2-2 16,-1 4 0-1,-3-5-30-15,-4-5-21 0,-2-14-90 16,-3-20-150-16</inkml:trace>
  <inkml:trace contextRef="#ctx0" brushRef="#br0" timeOffset="114182.61">8070 12042 664 0,'0'0'15'15,"0"0"44"-15,0 0-20 0,0 0-22 16,67-72-17-16,-27 57 0 16,8 2 37-16,9 4-9 15,11 1-21-15,14 2-7 16,12 3-12-16,3-2-21 15,-12-6-187-15</inkml:trace>
  <inkml:trace contextRef="#ctx0" brushRef="#br0" timeOffset="114729.28">8915 12405 307 0,'0'0'143'0,"0"0"57"0,0 0-104 16,0 0-66-16,0 0-21 15,0 0-9-15,-25-8-18 16,37 8-46-16,16 0 40 16,13 3-2-16,9-3-134 15,0 0-235-15</inkml:trace>
  <inkml:trace contextRef="#ctx0" brushRef="#br0" timeOffset="114886.04">9261 12355 568 0,'0'0'61'16,"0"0"47"-16,0 0-90 0,0 0-18 15,0 0-80 1,0 0-1-16,15 11-83 0,20-11-37 16</inkml:trace>
  <inkml:trace contextRef="#ctx0" brushRef="#br0" timeOffset="115073">9788 12356 513 0,'0'0'146'0,"0"0"26"0,0 0-74 15,0 0-54 1,0 0-44-16,0 0-94 0,39-27-21 15,-9 31-20-15,1 2-81 16,-1-3 25-16</inkml:trace>
  <inkml:trace contextRef="#ctx0" brushRef="#br0" timeOffset="169399.38">12713 10607 249 0,'0'0'77'0,"0"0"-25"16,0 0-34-16,0 0 5 16,0 0-21-16,0 0 1 15,0 0 7-15,0 0 2 16,0 0 2-16,6-28-14 15,-3 28 2-15,-3-1 19 16,0 1-21-16,0 0 12 16,0 0 2-16,0 0 2 15,0 0 19-15,0 0-9 16,0 0-20-16,0 0 8 16,0 0-14-16,0 0 0 0,0 0 1 15,0 0 1 1,0 0-2-16,0 0 0 0,0 0 0 15,0 0-6-15,0 0 6 16,0 0-15-16,0 0-28 16,0 0 3-16,0 0 38 15,0 0-12-15,0 2 14 16,0 0-11-16,0 1 11 16,0-3 0-16,0 0 2 15,0 2-1-15,0-2-2 16,0 2 0-16,0-2 1 15,0 0 8-15,0 0-4 16,0 0 0-16,0 0 16 0,0 0-7 16,0 0-1-16,0 0-11 15,0 0 0-15,0 0 15 16,0 0-16-16,0 0 0 16,0 0 1-16,0 0 3 15,0 0-4-15,0 0 0 16,0 0 0-16,0 0 29 15,0 0-29-15,0 0 14 16,0 0 10-16,0 0-9 16,0 0-1-16,0 0-14 15,0-4 0-15,0 1 31 16,0 0-18-16,0 2 16 0,0-1 12 16,0 2-11-1,0 0 3-15,0 0-33 0,0 0 3 16,0 0-14-1,0 0 7-15,0 17-18 0,0 9 22 16,-4 10 0-16,-7 7-2 16,-4 3 2-16,-7 0 0 15,-4 0 2-15,0-5-2 16,2-9 0-16,6-6 3 16,3-9 1-16,7-8-2 15,4-5-2-15,4-2 0 16,-2-2 22-16,-1 0-8 15,-1-10 5-15,0-11-17 16,4-10 1-16,0-6-6 0,0-1-6 16,11-3-4-16,3 3 0 15,4 2 1-15,0 6-11 16,0 2-3-16,2 8-12 16,-5 6 23-16,2 3-15 15,-4 8 30-15,3 3-10 16,3 0 10-16,6 15-4 15,2 16 0-15,3 13 8 16,1 8-5-16,1 7 1 16,5 0 0-16,4-3 0 15,1-12 0-15,-2-14-1 16,-3-12 0-16,-8-17-13 16,-11-1 13-16,0-15 1 0,1-19 8 15,2-13 17-15,1-11-16 16,-7-6 4-16,-4-4 14 15,-11 0 9-15,0 1-9 16,-5 6-7-16,-8 11 6 16,5 11 17-16,4 17-35 15,4 11-7-15,0 11-2 16,2 8-89-16,15 30-52 16,3 14 64-16,-4 9-134 15</inkml:trace>
  <inkml:trace contextRef="#ctx0" brushRef="#br0" timeOffset="170281.59">13430 10917 587 0,'0'0'98'0,"0"0"-95"16,0 0 1-16,0 0 40 15,91 0-8-15,-44-11-33 16,3-3 10-16,-4-6-13 16,-11-1 0-16,-11-1 16 15,-15-2 15-15,-9 2 40 16,0 3-40-16,-12 1-25 16,-14 4-1-16,-9 10-5 15,-6 4 0-15,3 13-6 16,5 19 10-16,9 8-9 15,16 8 1-15,8 2-32 16,26 0 32-16,26-10-42 0,22-13 4 16,13-18 33-1,4-9 9-15,-9-23 5 0,-9-16 26 16,-13-10-2-16,-12-4 39 16,-8 2-39-16,-13 5-11 15,-8 10-1-15,-11 11 7 16,-5 13 0-16,-3 8-18 15,0 4 3-15,0 0-18 16,0 12-17-16,7 21 6 16,5 9 16-16,6 6 4 15,7-4-3-15,4-8-5 16,1-14-3-16,-4-11 0 16,-2-11 6-16,1 0 5 0,1-19 6 15,2-10-4 1,-1-2 11-16,-6 2-4 0,-5 4-4 15,-4 7 13-15,-6 7-18 16,0 6 0-16,-3 4 10 16,5 1-9-16,8 0-2 15,17 7-4-15,12 9 5 16,8 4-4-16,1 0 4 16,-8-4 0-16,-11-6-3 15,-10-5 7-15,-9-5-4 16,-5 0 0-16,1-18 2 15,1-11 11-15,-1-11-7 0,-6-6-6 16,-6-7 18-16,0 3-7 16,-27 5-1-16,-10 9-10 15,-13 16-19-15,-6 13 18 16,3 7-73-16,18 13 1 16,30 18-16-16,15 8-98 15,49 0-44-15</inkml:trace>
  <inkml:trace contextRef="#ctx0" brushRef="#br0" timeOffset="170781.49">15780 10314 753 0,'0'0'63'16,"0"0"9"-16,0 0-28 15,0 0-39-15,0 0-9 16,0 0 4-16,0-20-16 15,0 48 11-15,0 10 0 16,-3 10 4-16,-12 11 1 16,-2 3 0-16,-2 9 3 15,-2 3-3-15,2-2 0 16,4-4 1-16,3-5-1 16,9-7-70-16,3-11-113 15,0-17-193-15</inkml:trace>
  <inkml:trace contextRef="#ctx0" brushRef="#br0" timeOffset="172074.48">15654 10398 429 0,'0'0'41'16,"0"0"52"-16,0 0-31 15,32-74-34-15,-7 66 27 16,2 8-2-16,4 0-34 15,1 17 13-15,-1 14-11 16,-1 13-20-16,0 15 11 16,-9 9-12-16,-8 6 0 15,-12-6-7-15,-1-10 1 16,-18-14-27-16,-12-11 8 16,-3-11 13-16,-1-9-3 15,0-10 15-15,0-3-4 0,1-4 4 16,5-15 2-1,6-3 21-15,17 2 6 0,7-1-16 16,39-3-13-16,22 2-73 16,13 3 29-16,6 7 44 15,-4 10 0-15,-13 2 14 16,-15 0 20-16,-16 13-18 16,-12 3 36-16,-9 8-52 15,-4 6 0-15,-6 2 2 16,-3 4 0-16,0-3 3 15,0-1-5-15,0-5 1 16,0-5-9-16,0-7-17 16,2-5-25-16,12-10 35 0,6 0 4 15,9-14 10-15,0-12-3 16,0-8 0-16,-6 0 4 16,-6 0 1-16,-2 4 19 15,-8 7 82-15,-2 7-65 16,-1 8 14-16,-4 4-23 15,0 4-21-15,0 0-1 16,2 0-6-16,-1 17-15 16,2 11 7-16,2 11 9 15,1 7-1-15,7 0 0 16,8-9 3-16,4-13-13 16,4-12 9-16,0-10 1 0,1-2 2 15,-1-11 3 1,2-17-5-16,-4-6 5 0,-5-4-2 15,-7-1 27-15,-9 0-28 16,-6-2 5-16,0-4 4 16,-17 2-3-16,-5 1-8 15,-3 8 0-15,1 7 6 16,2 7-4-16,1 7-2 16,3 6 0-16,-1 7-10 15,5 0 1-15,-1 6-11 16,-3 11 1-16,1 3 15 15,2-1-8-15,5 0 12 0,2-8 0 16,5-5-6 0,3-3 7-16,0-3-1 0,0 0 0 15,0 0 2-15,0 0 3 16,0 0-3-16,0 0-2 16,0 0 34-16,0 0-31 15,0 0 10-15,0-3-7 16,0 2-3-16,0 1 7 15,0 0-10-15,0 0 0 16,0 0-2-16,0-1 4 16,0-3-2-16,0-2 0 15,4-1 1-15,-1 1 0 16,1 0-1-16,-1 1 0 16,2 1 1-16,-4 0-1 15,0 2 0-15,1 2 0 0,-2 0 2 16,0 0-3-1,0 0 1-15,0 0 0 0,0 0-4 16,0 0 5-16,0 0-1 16,0 0 0-16,0 0 0 15,0 0 5-15,0 0-5 16,0 0 0-16,0 0-2 16,0 0 3-16,0 0-1 15,0 0 0-15,0 0 3 16,0-1-3-16,0 1 0 15,2 0-15-15,-2 6 0 16,0 4-242-16,0-10-134 0</inkml:trace>
  <inkml:trace contextRef="#ctx0" brushRef="#br0" timeOffset="173231.38">17140 10162 711 0,'0'0'8'0,"0"0"66"16,0 0-21-16,0 0-45 16,0 0-8-16,0 0-12 0,-4 33 12 15,-11 25-8 1,-3 13 8-16,-3 10 0 0,3 6 13 15,1-3-9-15,7-5 2 16,8-11-2-16,2-17-1 16,0-20 5-16,0-14-8 15,0-12 0-15,0-5 7 16,0 0-4-16,2-10 47 16,1-13-18-16,-3-7-28 15,0-2 22-15,-27 1-26 16,-15 7 1-16,-7 11-4 15,0 13 3-15,6 0-1 16,4 25-3-16,6 10 8 16,6 8-12-16,9 3 5 0,11 1-31 15,7-5 17-15,3-8-22 16,28-13-7-16,21-17 7 16,19-5 39-16,13-31 14 15,4-16-12-15,-4-8 4 16,-11-1 39-16,-18 5-34 15,-20 11 32-15,-17 12 8 16,-10 12-20-16,-8 10 7 16,0 4-38-16,0 3-2 15,0 0-4-15,0 21-40 16,-8 12 35-16,0 8 9 16,4 6-21-16,4-2 21 15,0-4-22-15,19-12-17 0,9-15-8 16,7-14-3-16,5 0 47 15,3-26 5-15,-3-5 0 16,-5-4 30-16,-11 2 8 16,-8 1-10-16,-5 8 26 15,-4 8-14-15,-4 6-16 16,-3 7-20-16,3 3 0 16,3 0-8-16,7 8-17 15,10 18 7-15,13 5-1 16,10 0-1-16,6-3-4 15,-1-12 7-15,6-13 8 16,-4-3 0-16,-2-19-3 0,-5-10 8 16,-4-5 4-16,-13 2-2 15,-10 1-2-15,-11 6 8 16,-8 2-6-16,0 6 0 16,-3 5-2-16,-4 4 0 15,1 5 5-15,2 3-4 16,-3 0-1-16,-6 13 0 15,-5 17 0-15,-4 12 1 16,1 5-1-16,4 3 0 16,7-2-3-16,9-4 5 15,1-10-2-15,13-8 0 16,20-11 1-16,18-13 6 16,14-2-7-16,5-20 0 0,-1-15 2 15,-3-7 1-15,-6-7-3 16,-5 1 5-16,-12-4-3 15,-16 1 7-15,-17-3-9 16,-10 4 0-16,-5 4 26 16,-12 5-9-16,3 9 37 15,2 13-10-15,8 7-24 16,2 9-11-16,2 3-9 16,-3 10-26-16,-4 27-12 15,-4 30 3-15,3 20 35 16,6 8-1-16,2-6 1 15,6-17-4-15,12-18-13 0,-2-18-13 16,-1-14 19 0,-6-13-48-16,-1-9-33 0,0-4-57 15,-3-28-117-15</inkml:trace>
  <inkml:trace contextRef="#ctx0" brushRef="#br0" timeOffset="173395.45">18251 10439 863 0,'0'0'40'0,"0"0"-26"16,0 0-14-16,0 0 0 15,0 0 0-15,0 0-6 16,121-6 6-16,-45 20-10 16,15-1-13-16,6-6-170 15,3-7-281-15</inkml:trace>
  <inkml:trace contextRef="#ctx0" brushRef="#br0" timeOffset="173762.59">19488 10444 779 0,'0'0'40'0,"0"0"-15"16,0 0-15-16,0 0-5 15,0 0-1-15,0 0-8 16,60 102 0-16,-59-39 4 15,-1 2 2-15,0-1 3 16,0-9-5-16,-1-15 4 16,-2-13-4-16,1-14-2 15,1-6-48-15,-1-7-68 16,2-11 46-16,0-22-455 16</inkml:trace>
  <inkml:trace contextRef="#ctx0" brushRef="#br0" timeOffset="174011.75">19428 10355 325 0,'0'0'466'0,"0"0"-422"16,0 0 7-16,0 0-51 15,0 0-4-15,0 0-5 16,37 17 8-16,8 29 1 16,9 6 0-16,-4 3 0 15,-7-1 1-15,-11-1-1 16,-14-3 0-16,-15-6 2 15,-3-8-2-15,-13-5 0 0,-11-10 4 16,-9-5-3-16,0-7 3 16,-3-6-4-16,-3-3 0 15,2 0 7-15,9-3-7 16,12 0-18-16,16 0-116 16,3-8-274-16</inkml:trace>
  <inkml:trace contextRef="#ctx0" brushRef="#br0" timeOffset="174644.36">19962 10747 783 0,'0'0'99'16,"0"0"-60"-16,0 0-22 16,0 0-17-16,0 0 7 15,79-87-7-15,-71 70 0 0,-4 0 14 16,-4 3-13-1,0 2 5-15,-14 4 3 0,-9 6-5 16,-10 2-8-16,-7 16 1 16,-2 15-2-16,5 8-4 15,10 8-19-15,11 3 8 16,16-1 7-16,7-6-11 16,43-11-4-16,20-20-7 15,10-12 35-15,5-12 30 16,-8-20-10-16,-4-11 0 0,-10-4 15 15,-15-1-23 1,-19 2 15-16,-18 3-7 0,-11 6-19 16,0 9 19-16,0 11-14 15,-6 10-2-15,3 7-4 16,1 2-3-16,-3 27-20 16,0 17 10-16,2 15 13 15,3 9-2-15,0-1 2 16,5-7-3-16,10-14 3 15,8-17-24-15,9-19 11 16,5-12 6-16,6-11 7 16,5-21 9-16,-5-11-8 15,-4-4-1-15,-15-5 21 16,-14-2 3-16,-10-1-2 16,-8 1-22-16,-15 8 0 0,2 17 32 15,8 12-15-15,5 10-10 16,7 7-7-16,-3 0-16 15,-1 19-8-15,-4 19 8 16,-4 8 16-16,8 3-14 16,5-9 11-16,9-10-14 15,28-9 17-15,11-6 0 16,12-6-4-16,5-5-17 16,4-4-85-16,-5-3-127 15</inkml:trace>
  <inkml:trace contextRef="#ctx0" brushRef="#br0" timeOffset="175097.67">20945 10992 826 0,'0'0'104'16,"0"0"-81"-16,0 0-20 15,0 0-1-15,0 0-2 16,0 0-1-16,73 45-5 15,-70-1 6-15,-3 6 1 16,-9 1-1-16,-18 0-16 0,-4-2-27 16,-8-7-44-16,-6-12-90 15</inkml:trace>
  <inkml:trace contextRef="#ctx0" brushRef="#br0" timeOffset="182172.32">21562 10652 249 0,'0'0'45'16,"0"0"43"-16,-11 95-48 15,-6-48-20-15,-8 8-7 16,-5 1 0-16,0-1-12 15,3-6 18-15,11-11-19 16,6-17 0-16,5-8 5 0,5-10 0 16,0-3 74-1,0-1 66-15,0-22-54 0,0-12-54 16,13-9-37-16,1-9-61 16,-3-3 12-16,-3-4-76 15,-1-1 103-15,3 3-110 16,12 4 63-16,11 9 68 15,4 10 2-15,6 11 3 16,-8 8 96-16,-10 11 33 16,-9 5-116-16,-5 10-17 15,-10 21-16-15,-1 14 3 16,-24 9-24-16,-18-2 34 16,-7-6-4-16,-3-10-61 15,7-11 54-15,2-8 13 0,5-8 2 16,3-6 27-16,4-3 15 15,9 0-6 1,9 0-9-16,9 0-14 0,4 0-6 16,9 4-6-16,15 3-2 15,8 5 24-15,3 5-24 16,0 6 0-16,2 2 0 16,-1 2 2-16,-2 1 2 15,0 2-4-15,-1-2-15 16,-6-3 1-16,-7-9-225 15</inkml:trace>
  <inkml:trace contextRef="#ctx0" brushRef="#br0" timeOffset="182655.01">22279 10997 166 0,'0'0'433'0,"0"0"-429"16,0 0-4-16,0 0 15 16,0 0 5-16,0 0 50 15,0 11 30-15,0-11-34 16,0-7 11-16,-2-12-66 16,-2-10-5-16,-4-7-6 15,-8-9-31-15,-11-5 12 0,-13-3-42 16,-5 2-5-16,-1 1 29 15,7 6-7-15,7 9 30 16,12 11 11-16,5 7 3 16,0 11-8-16,3 6 8 15,-4 6-74-15,-3 19 33 16,2 6-8-16,2 5 4 16,-2 3 6-16,5-3 39 15,2 0 2-15,4-2 1 16,5-3 7-16,1-1 13 15,0-4 4-15,16-1-5 16,8-5-7-16,13-6-6 0,7-3 40 16,9-9-32-16,2-2 0 15,-1 0 18-15,0-9-5 16,1-7 35-16,0-2-65 16,1-3-89-16,-1-8-122 15</inkml:trace>
  <inkml:trace contextRef="#ctx0" brushRef="#br0" timeOffset="182882.37">22860 10543 616 0,'0'0'133'16,"0"0"-28"-16,0 0-34 15,0 0-71-15,0 0-10 16,0 0 7-16,-54 83 1 0,41-19 0 15,3 3 0-15,4-5 2 16,3-4 2-16,1-10-2 16,2-9 0-16,0-9 0 15,0-10 2-15,0-9-4 16,3-9-41-16,0-2-82 16,5-21 50-16</inkml:trace>
  <inkml:trace contextRef="#ctx0" brushRef="#br0" timeOffset="183169.51">22619 10575 363 0,'0'0'15'16,"0"0"123"-16,-17-82-38 15,34 76-75-15,11 6-25 16,6 0 2-16,7 23 24 16,2 12-17-16,9 9 19 15,1 6 44-15,0 5-44 16,-8 0-9-16,-9-2-19 15,-10-2 4-15,-9-5-2 16,-14-2-2-16,-3-6-2 16,-5-7 2-16,-16-6 0 15,-4-5 8-15,-5-4-8 16,-7-5 0-16,-8-2 17 0,-3-4-17 16,-2 2 0-1,5 3-1-15,6 1-44 0,17-1-84 16,12-4-154-16</inkml:trace>
  <inkml:trace contextRef="#ctx0" brushRef="#br0" timeOffset="183372.34">23225 11123 659 0,'0'0'19'16,"0"0"-19"-16,0 0 7 15,0 0 31-15,0 0-32 16,0 0 5-16,-39 117 17 0,17-52-18 16,-1 9 1-16,3 1-11 15,2-12 0-15,0-16-67 16,3-19-164-16</inkml:trace>
  <inkml:trace contextRef="#ctx0" brushRef="#br0" timeOffset="186833.57">12544 11589 323 0,'0'0'21'0,"0"0"84"15,0 0-47-15,0 0-4 16,0 0-11-16,0 0-9 15,0 0 3-15,0-29 27 0,0 29-49 16,0 0 4-16,0 0-7 16,-4 0-12-16,-3 20 0 15,-4 13-2-15,-1 16 2 16,-4 10 5-16,-3 8-4 16,2 5-1-16,-2-4 6 15,2-6-5-15,1-8 5 16,5-11-6-16,4-10-14 15,-3-6-19-15,6-7-50 16,-2-11-17-16,0-9-244 16</inkml:trace>
  <inkml:trace contextRef="#ctx0" brushRef="#br0" timeOffset="187112.54">12773 11633 377 0,'0'0'131'0,"0"0"-40"16,0 0-77-16,0 0-11 15,0 0 37-15,0 0 15 16,97-5 9-16,-50-2-1 15,4-1-61-15,0-1 3 16,4-2-3-16,0 2-2 0,-4 0-21 16,-9 2-75-16,-13 1-30 15,-15 2-22-15,-14-3-151 16</inkml:trace>
  <inkml:trace contextRef="#ctx0" brushRef="#br0" timeOffset="187265.17">13032 11540 460 0,'0'0'105'0,"0"0"-32"16,0 0-63-16,-37 82 56 16,22-23-18-16,3 14-37 15,2 11 14-15,1 0-20 16,-2 1-5-16,-1 1 0 16,0-6-22-16,-5-13-176 15</inkml:trace>
  <inkml:trace contextRef="#ctx0" brushRef="#br0" timeOffset="187907.24">13420 12221 613 0,'0'0'156'0,"0"0"-123"16,0 0-33-16,0 0-4 15,0 0 4-15,0 0-2 16,-4 70 2-16,2-28 0 16,-11 8 10-16,-10 3-10 15,-6-5-98-15,-8-11-204 16</inkml:trace>
  <inkml:trace contextRef="#ctx0" brushRef="#br0" timeOffset="191402.82">12273 11648 287 0,'0'0'150'0,"0"0"-49"16,0 0-21-16,0 0-57 16,0 0-19-16,0 0 2 15,69-55-2-15,-53 44-3 16,-3 1-1-16,-2 2 0 15,-2-1 4-15,-2 2-4 16,1 2 0-16,2-1 4 16,3 2-1-16,1 0-3 15,2-2 0-15,0 3 0 16,1 0-11-16,-2 3-2 16,-1 0-30-16,-4 0-54 0,-7 0-105 15,-3 0-48-15</inkml:trace>
  <inkml:trace contextRef="#ctx0" brushRef="#br0" timeOffset="192061.46">12255 12368 236 0,'0'0'90'0,"0"0"42"15,0 0-65-15,0 0 26 16,0 0-48-16,0 0 19 15,-20-2-10-15,20 2-25 16,0 0 4-16,0 0-6 16,0 0-9-16,0 0 16 0,0 0-34 15,7-3 0-15,21-4 7 16,15-1-6-16,9 1 1 16,5 1-2-16,-3 0-40 15,-1 3 10-15,-6 3-107 16,-23 0-25-16,-24-4-381 15</inkml:trace>
  <inkml:trace contextRef="#ctx0" brushRef="#br0" timeOffset="195908.86">13999 11580 358 0,'0'0'125'0,"0"0"-7"0,0 0-73 16,0 0 3-16,0 0-6 16,0 0-42-16,6-33 0 15,-6 33 0-15,-9 7 1 16,-9 12-6-16,-3 12 5 16,-1 5 0-16,-1 10 0 15,-1 10 6-15,2 4-6 16,4 4 0-16,0 0 6 15,8-7-8-15,5-7 2 16,5-9 0-16,0-10-6 16,5-10 7-16,5-8-1 15,5-4 1-15,6-3-1 0,4-6 19 16,10 0-19-16,9 0 0 16,3-8-4-16,6-10-56 15,-1-4-68-15,-7-6-293 16</inkml:trace>
  <inkml:trace contextRef="#ctx0" brushRef="#br0" timeOffset="196120.6">14002 11632 607 0,'0'0'48'0,"0"0"74"15,0 0-79-15,0 0-38 16,0 0 0-16,0 0-5 0,113-31 0 16,-56 25-5-16,3 3-66 15,-1-3 3-15,-4 0-93 16,-10-2-140-16</inkml:trace>
  <inkml:trace contextRef="#ctx0" brushRef="#br0" timeOffset="196307.66">13975 11788 420 0,'0'0'33'16,"0"0"16"-16,98 48 23 0,-46-33-45 16,5-2-5-16,7-5-14 15,3-8-4-15,1 0-8 16,-7-3-81-16,-9-19-146 15,-10-9-48-15</inkml:trace>
  <inkml:trace contextRef="#ctx0" brushRef="#br0" timeOffset="196472.57">14597 11650 192 0,'0'0'134'15,"-6"-72"68"-15,-8 48-77 16,4 10 23-16,4 7-68 16,5 7-20-16,1 0-52 15,0 13 5-15,1 23-24 16,14 24 11-16,0 17 0 15,1 12-4-15,2 7 5 0,2-3-2 16,0-12-18 0,-2-16-61-16,-3-23-72 0,-1-21-81 15</inkml:trace>
  <inkml:trace contextRef="#ctx0" brushRef="#br0" timeOffset="197205.62">14928 11994 611 0,'0'0'7'16,"0"0"33"-16,0 0-29 15,0 0 6-15,0 0 16 16,93-28-28-16,-77 15 49 0,-4-4-15 16,0-3-17-16,-9-3 21 15,-3-4-26-15,0-1 6 16,-17 1-5-16,-11 6-18 15,-5 5-1-15,0 13 1 16,4 3 0-16,5 9-3 16,7 22 3-16,7 11-7 15,9 10-1-15,1 7-12 16,14-5-2-16,22-7-11 16,18-19-4-16,14-20 13 15,13-8 15-15,0-25 9 16,-7-12-15-16,-11-9-5 15,-16 0 19-15,-9-3-3 16,-13 9 4-16,-13 4 12 0,-4 8-8 16,-5 11-4-16,-3 5 82 15,1 7-41-15,1 3-24 16,-2 2-17-16,1 0 1 16,2 0-11-16,-3 10 10 15,0 9 0-15,0 5-9 16,-9-1 10-16,-5 3-1 15,-2 3 0-15,-2 4 7 16,-3 9-5-16,4 1-2 16,4 4 0-16,13-5-10 15,0-4-21-15,26-12-45 16,17-14 41-16,14-12-35 0,16-12 64 16,4-26-4-16,4-9 10 15,-1-11 16-15,-7-7-5 16,-10-1 5-16,-16-4 68 15,-16 5 5-15,-18-1-20 16,-13 4-20-16,-19 6-27 16,-15 10 3-16,1 17-22 15,12 15-3-15,10 14 0 16,3 7-9-16,0 31 8 16,-1 29-6-16,0 24 7 15,3 13-16-15,6 0 5 16,0-10-35-16,20-19-2 15,8-19-39-15,5-20-29 16,-6-21-62-16</inkml:trace>
  <inkml:trace contextRef="#ctx0" brushRef="#br0" timeOffset="198122.55">16165 11788 893 0,'0'0'89'0,"0"0"-89"16,0 0 7-16,0 0-21 16,0 0 14-16,38 110-1 15,-24-58 1-15,-2-1 0 16,-2-4 1-16,-1-2-1 16,-6-8 0-16,-3-12 0 0,0-8 0 15,0-9-11-15,0-4-8 16,0-4 19-16,0-7 2 15,0-19-2-15,0-13 0 16,0-8-2-16,0-3 5 16,0 4-3-16,12 2 0 15,9 6-5-15,7 9-2 16,-4 9-5-16,-4 10 12 16,-4 8-6-16,-4 2 7 15,-1 8-2-15,0 13 0 16,-3 8 1-16,2 5-8 15,-1 1 8-15,2 1 0 16,0 0-3-16,4-3 4 0,0-3-1 16,0-1 0-16,-1-8 1 15,0-7-3-15,-3-6 2 16,-1-5 0-16,-1-3 22 16,2 0 10-16,2-9 15 15,0-10-14-15,2-7-32 16,-3-4 20-16,-4-4-21 15,-6 0 0-15,-2 2-11 16,-7 3 2-16,-13 0-5 16,-6 2-4-16,-1 5-2 15,0 0 16-15,8 6-37 16,12 4-12-16,7 2 49 0,13 3-42 16,19 2 7-16,11 5 34 15,0 0 5-15,3 4 27 16,3 18-23-16,2 7 5 15,3 7 18-15,-4 3-22 16,-6 0-5-16,-8-1 0 16,-10-6 4-16,-13-10-9 15,-8-8 5-15,-5-9-18 16,0-3 11-16,0-2 14 16,-1-2 11-16,-11-16 10 15,3-5-19-15,6-6 27 16,3-2-35-16,1-1 1 15,22 1-4-15,4 2-45 0,5 6 24 16,-7 9 10 0,-2 8 13-16,-5 6-7 0,-4 0 7 15,0 17 0-15,-3 6-9 16,7 4 9-16,-5 2 0 16,5 1 0-16,-4-2 1 15,0-4 0-15,-2-7-1 16,-4-5 0-16,0-7 4 15,-3-2-2-15,-2-1-2 16,-1-2 2-16,1 0 1 16,0 0 3-16,1-2-6 15,1 1-12-15,-1 1-55 16,0 0-169-16,-4 0-56 16</inkml:trace>
  <inkml:trace contextRef="#ctx0" brushRef="#br0" timeOffset="198555.6">17482 11906 756 0,'0'0'171'15,"0"0"-85"-15,0 0-64 16,0 0-18-16,0 0-4 16,0 0-5-16,0 13-5 15,0 21 10-15,0 7 0 16,-4 2 0-16,2-4 3 0,0-8-11 16,-1-7-8-16,0-7-16 15,2-5 10-15,-1-12-77 16,2 0-120-16</inkml:trace>
  <inkml:trace contextRef="#ctx0" brushRef="#br0" timeOffset="198694.3">17495 11621 918 0,'0'0'17'0,"0"0"-17"16,0 0-54-16,0 0 17 15,0 100-55-15,15-44-24 0,10-8-206 16</inkml:trace>
  <inkml:trace contextRef="#ctx0" brushRef="#br0" timeOffset="199271.25">17853 11881 783 0,'0'0'88'16,"0"0"-84"-16,0 0 9 15,0 0-20-15,0 0 7 16,0 0 0-16,70 25 0 16,-59-20 1-16,-7-3-1 15,-4-1 0-15,0-1 6 0,0 0-6 16,0 0 0-16,-19 0-16 16,-10 0 14-16,-4 2-15 15,0 7 8-15,5 8 8 16,4 3 2-16,5 5-10 15,6 5 9-15,7 4 0 16,6 5-9-16,0-3 10 16,10-5-2-16,23-15 1 15,9-16 0-15,16-2 11 16,5-28-11-16,2-13 0 16,-1-4 20-16,-6-6-15 15,-4 2 16-15,-8 1-12 16,-11 3-9-16,-8 5 16 15,-12 7-12-15,-5 10 9 16,-7 13 32-16,-2 6-38 0,-1 6-7 16,2 0-16-16,0 14-23 15,-2 19 32-15,0 11-1 16,0 7 8-16,-2 0-8 16,-9-4 11-16,0-5-3 15,5-6 0-15,3 1 0 16,3-8 5-16,-2-5-5 15,0-7 0-15,-2-5 5 16,-6-6 1-16,-1-2-6 16,-6-1 0-16,-2-3-5 15,-4 0-10-15,-1-3-91 16,-6-9-33-16,-10-3-22 0,-13-4-70 16,-8-2 94-1</inkml:trace>
  <inkml:trace contextRef="#ctx0" brushRef="#br0" timeOffset="199524.22">16041 11708 800 0,'0'0'3'0,"0"0"-4"16,0 0 1-16,80-12 0 16,-41 1 34-16,3-3-34 15,5-5 2-15,3 2 8 16,8-3-10-16,10 0-2 16,13 3-5-16,10 1-84 15,12-3-65-15</inkml:trace>
  <inkml:trace contextRef="#ctx0" brushRef="#br0" timeOffset="200139.32">18969 11723 714 0,'0'0'65'0,"0"0"-60"16,0 0-5-16,0 0 0 16,-28 81-6-16,15-32 6 15,0 7 0-15,2 4 2 0,3 0 2 16,-2-4-8 0,3-6-91-16,1-14-182 0</inkml:trace>
  <inkml:trace contextRef="#ctx0" brushRef="#br0" timeOffset="200502.49">19113 11976 744 0,'0'0'118'16,"0"0"-116"-16,0 0-2 16,0 0-8-16,36 97 5 15,-31-56-33-15,0-3-29 16,-2-8 40-16,2-14-29 15,3-10 25-15,2-6 29 16,9-8 5-16,7-13 19 0,-1-4-24 16,0-4 0-1,-5 4-9-15,-4 2 4 0,-6 6 5 16,-3 6 4-16,-3 5 20 16,-1 6 78-16,1 0-102 15,1 0 7-15,1 15-16 16,3 7 9-16,6 4 0 15,2 3-1-15,6-2-4 16,7-8-1-16,4-11-89 16,6-8 33-16,4-9 10 15,3-20-35-15,3-13-49 16,0-5-45-16</inkml:trace>
  <inkml:trace contextRef="#ctx0" brushRef="#br0" timeOffset="201468.17">19832 11889 99 0,'0'0'167'0,"38"-118"94"0,-26 69-50 16,-4 15-47-16,-2 17-71 15,-4 11-61-15,4 6-32 16,3 3-5-16,4 22-8 16,5 17-3-16,6 15 14 15,1 11-7-15,2-2 4 16,-3-6-15-16,-6-15 10 16,-2-15-9-16,-6-13 18 15,-4-10-10-15,-5-7 11 16,-1 0 0-16,0 0 14 15,0-12 12-15,-9-7-4 0,-9-3-22 16,-6 5 0 0,5 7 26-16,2 10-26 0,1 0-3 15,2 12-6-15,-2 15-23 16,7 5 11-16,9 4-49 16,2 2 31-16,29-12 34 15,21-12-57-15,15-14 49 16,11-3 13-16,2-24 2 15,-9-10 26-15,-15-1 2 16,-17 8 6-16,-15 6 27 16,-14 10-24-16,-8 8-7 15,-2 5-21-15,0 1-8 16,0 0-6-16,0 0-1 16,-15 12-47-16,1 7 39 0,-2 6-9 15,6 3 1-15,9 1 0 16,1-5-17-16,17-11 23 15,22-11-35-15,6-2 49 16,11-16 32-16,-2-12-9 16,-9-2 15-16,-9 0 6 15,-7 1-17-15,-8 7 18 16,-6 6-33-16,-9 8-3 16,-3 5 7-16,-3 3-16 15,0 0-1-15,0 0-6 16,0 7-42-16,1 14 30 15,3 10 10-15,2 2 9 16,4-4-7-16,2-7 7 0,1-10-2 16,8-10 0-16,6-2 4 15,4-14-2-15,4-8 0 16,-2-6-10-16,-5-1 8 16,-4 4-11-16,-8 7 13 15,-4 7 27-15,-8 7-14 16,-1 4 18-16,2 0-31 15,4 12-3-15,0 15-9 16,-2 9 12-16,-2-1 0 16,-5-5 0-16,0-6 4 0,0-12-9 15,0-4 5 1,-7-5 0-16,-10-3-2 16,-3 0 6-16,-2 0-8 15,3-13-9-15,11-12-7 0,8-6 0 16,20-7-113-16,23-3-3 15,12-9 76-15,3-2 60 16,0-2 24-16,-6-1 27 16,-11-1 52-16,-7 8 30 15,-13 9-30-15,-12 16-40 16,-6 14-12-16,-3 7-51 16,0 2-5-16,0 10-13 15,-3 28-22-15,-19 24 33 16,-9 21 2-16,-8 13-7 15,0 4 4-15,6-6-15 0,15-13-29 16,18-24-39 0,16-22-87-16,25-31-160 0</inkml:trace>
  <inkml:trace contextRef="#ctx0" brushRef="#br0" timeOffset="202533.54">21579 12022 821 0,'0'0'63'0,"0"0"63"15,0 0-122-15,0 0-4 16,0 0-6-16,0 0 6 16,-12 49-4-16,-7 0 4 15,2-1 0-15,0-7-2 16,9-13 2-16,5-11-4 0,3-9-3 16,0-6-10-16,0-2 10 15,17-10 4-15,5-16 3 16,3-4 0-16,-7 0 9 15,-5 5-9-15,-4 5 1 16,-1 9-1-16,-2 4 12 16,-5 6-12-16,1 1 0 15,-2 0-2-15,1 0 2 16,-1 3-7-16,0 8 5 16,0 1 4-16,0-4-1 15,0-3-1-15,0-1 0 16,0-4 1-16,0 0 0 15,0 0-1-15,0 0 0 16,0 0 1-16,0 0 5 0,0 0-6 16,0 0 0-1,0 0-2-15,0 0 2 0,0 0 0 16,0 0 0-16,0 0 4 16,0 0 3-16,0 0-7 15,0 0 0-15,0 0 5 16,0 0-5-16,0 0 0 15,0 0 0-15,0 0 5 16,0 0-13-16,0 0 8 16,0 0 0-16,0 0 4 15,0 0 1-15,0 0-5 16,0 0 0-16,0 0 5 0,0 0 5 16,0 0-10-16,0 0 0 15,0 0-4-15,0 0 4 16,0 0 0-16,0 0 0 15,0 0 6-15,0 0-5 16,0 0-1-16,0-7 0 16,9-13-10-16,12-6 10 15,12-3-24-15,13-2-7 16,11 2-26-16,3 0-7 16,-5 6-83-16,-6 6 61 15,-13 7 80-15,-11 6-8 16,-11 3-25-16,-8 1 1 15,-6 0-1-15,0 5 39 0,0 6 0 16,-6 2 21 0,-2-3 53-16,0 5-33 0,-2 1-3 15,2 5-11-15,1-1-14 16,1 2 21-16,-1-5-21 16,7-3-12-16,-2-1 21 15,2-2-15-15,0-5-5 16,0 0 3-16,0-1-4 15,11-5 15-15,7 0-14 16,7-5 3-16,5-15 32 16,1-3-36-16,-6-4 29 15,-5 5-16-15,-8 1 12 0,-5 7 7 16,-4 4-16-16,-1 6 0 16,-2 4 30-16,0 0-47 15,0 0-6-15,0 1-4 16,0 23-37-16,-8 17 34 15,-10 15 13-15,-7 13 0 16,-6 4 2-16,1 0 0 16,4-4-2-16,10-5 0 15,8-13 5-15,7-9-7 16,1-14 2-16,-3-12-37 16,-4-7 28-16,-7-7-148 15,1-2-115-15</inkml:trace>
  <inkml:trace contextRef="#ctx0" brushRef="#br0" timeOffset="202768.69">21548 11905 427 0,'0'0'259'15,"7"-72"-253"-15,8 55 18 16,-4 8 5-16,-7 4-19 15,-1 3 32-15,3-1 31 16,3 0-64-16,9 1 9 16,11 1-16-16,6 1 4 0,14 0-5 15,11 0-1 1,7 0-14-16,3 0 3 0,0 0-128 16,-3 0-1-1,-4-8-150-15</inkml:trace>
  <inkml:trace contextRef="#ctx0" brushRef="#br0" timeOffset="202942.54">22074 11814 454 0,'0'0'368'16,"0"0"-272"-16,0 0-7 15,0 0-50-15,0 0-38 16,0 0-1-16,-8 0-40 15,15 12 11-15,9 3-87 16,5-3-114-16</inkml:trace>
  <inkml:trace contextRef="#ctx0" brushRef="#br0" timeOffset="212856.55">13053 8696 449 0,'0'0'64'16,"0"0"17"-16,0 0-47 16,0 0 20-16,0 0-22 0,0 0-16 15,0 0-1-15,0-15-7 16,0 15-4-16,0 22-4 16,0 19 0-16,0 20 10 15,0 17-6-15,0 15-3 16,-9 9 5-16,-6-3-3 15,-3-5 1-15,-2-14-4 16,4-13 0-16,-1-11-10 16,-1-15-59-16,-2-19-19 15,0-22-404-15</inkml:trace>
  <inkml:trace contextRef="#ctx0" brushRef="#br0" timeOffset="213206.32">12981 8524 630 0,'0'0'7'0,"0"0"92"16,0 0-43-16,0 0-51 15,109-13-5-15,-68 59 0 16,-1 17-11-16,-3 5 11 0,-13 2-3 16,-14-4-2-16,-10-15-24 15,-7-11 26-15,-17-11-7 16,-3-12 10-16,-1-5-2 16,-3-4 13-16,-2-6-11 15,-3-2 18-15,-3 0-4 16,5 0 21-16,1 0-35 15,6 1-6-15,4 8-46 16,15 0-244-16</inkml:trace>
  <inkml:trace contextRef="#ctx0" brushRef="#br0" timeOffset="213506.3">13641 8947 804 0,'0'0'89'16,"0"0"-89"-16,0 0-36 16,3 121 36-16,-3-52 4 15,-5 1-4-15,-6-8 0 16,1-15 10-16,1-17-10 16,2-13 0-16,0-10-1 15,2-7 2-15,-2 0 22 16,-2-1 34-16,-5-19-36 15,-4-15 0-15,2-10-19 0,4-6-2 16,6-2 0-16,6 2 7 16,4 10-16-16,21 7-4 15,16 10-48-15,10 9-2 16,9 8-145-16,-1 6-40 16</inkml:trace>
  <inkml:trace contextRef="#ctx0" brushRef="#br0" timeOffset="214221.62">14009 9085 370 0,'0'0'39'0,"0"0"6"0,0 0 22 16,0 0-6 0,0 0-13-16,0 0-11 0,85-17 14 15,-71-2 17-15,-4-4-7 16,-4-1 12-16,-6-5-44 15,0 0-5-15,-12 0-4 16,-7 7-19-16,-4 6 7 16,0 13-8-16,-1 3-22 15,1 20-19-15,4 14-18 16,11 7-12-16,8 5 29 16,6 4-24-16,29 0 51 15,20-8 3-15,18-14 2 16,15-20 1-16,8-11 9 0,-11-30 0 15,-14-13 5 1,-17-6-3-16,-10-1 6 0,-12 1-8 16,-14 9 0-16,-11 6-8 15,-7 3 6-15,0 12 2 16,0 8 0-16,0 4 11 16,0 10 21-16,0 0-32 15,5 0-11-15,-1 5 1 16,-1 12 10-16,-3 6 0 15,0 4-1-15,-19 2 7 16,-11 6 0-16,-6 1-6 16,2 0 0-16,7-4 4 15,9-3-4-15,11-3 0 16,7-2-1-16,5-5-22 0,29-7 23 16,15-9-7-16,20-3-3 15,14-12 10-15,3-17-25 16,-2-8 25-16,-14-4 0 15,-13-1 35-15,-17 3 62 16,-16 5-31-16,-10 2 11 16,-14 8-2-16,0 5-39 15,0 7-16-15,0 8-20 16,-1 4 4-16,1 0-11 16,0 11-12-16,0 19-12 15,0 13 18-15,0 15 13 16,17 6-7-16,13 4-3 15,11-7-13-15,1-17 9 16,4-20-34-16,-1-21-32 0,-5-6-23 16,-5-38-181-16</inkml:trace>
  <inkml:trace contextRef="#ctx0" brushRef="#br0" timeOffset="214373.55">15159 8523 908 0,'0'0'45'16,"0"0"-45"-16,0 0-31 15,64 73 14-15,-28-9-95 16,0-3-38-16,-2-14-307 0</inkml:trace>
  <inkml:trace contextRef="#ctx0" brushRef="#br0" timeOffset="-214592.48">15635 8785 718 0,'0'0'98'0,"0"0"8"15,0 0-81-15,0 0-8 16,0 0-17-16,0 0-3 16,-45-7-10-16,20 37-2 15,4 8-6-15,8 7 11 16,11 6-3-16,2 1 7 15,6-3 1-15,12-3 5 16,-4-12 3-16,-3-10-2 0,-6-11-1 16,-2-7 6-16,-3-4-5 15,0-2 21-15,0 0-21 16,-9 0 2-16,-20 0 29 16,-8 0-32-16,2 0 5 15,9 0-5-15,13 0 4 16,10 0-9-16,3 0 5 15,0 0-76-15,16 0-31 16,27 0 102-16,21-4-1 16,15-23-25-16,5-11-9 15,-3-8 26-15,-11-4-1 16,-14 6 15-16,-13 3 27 0,-13 7-10 16,-15 5 38-16,-9 2-14 15,-6 4-2-15,0 7 19 16,-1 7-6-16,-6 4-34 15,2 5-5-15,-7 2-13 16,-6 25-8-16,-7 13 6 16,4 13 2-16,9 3-10 15,12 1 7-15,12-8-1 16,29-9-7-16,18-10 11 16,12-15-9-16,14-15-29 15,9-4-107-15,2-30-159 16</inkml:trace>
  <inkml:trace contextRef="#ctx0" brushRef="#br0" timeOffset="-214142.36">17119 9097 811 0,'0'0'13'0,"0"0"-12"16,0 0-1-16,0 0 23 16,0 0 0-16,88-49 5 15,-43 15-27-15,-2-7 17 16,3-9 26-16,-7-4-26 15,-6-4-2-15,-8 0 2 16,-11 1-7-16,-8 7 19 16,-6 5-28-16,0 8-2 15,-3 10 12-15,-2 11-12 16,2 11 0-16,3 5 0 16,0 0-13-16,0 12 1 15,0 27-70-15,-1 21 82 16,1 20-5-16,0 7 5 15,9-7-11-15,18-10-10 16,8-17 1-16,0-14 17 0,-6-12-59 16,-4-11-57-16,-6-15 33 15,-5-1-130-15</inkml:trace>
  <inkml:trace contextRef="#ctx0" brushRef="#br0" timeOffset="-213960.98">17116 8716 637 0,'0'0'41'16,"0"0"-32"-16,0 0 3 15,0 0-8-15,0 0 41 16,84-9 31-16,-26 9-55 0,9 0-6 16,9 0-15-1,5 0-13-15,1 0-87 0,-2-5-238 16</inkml:trace>
  <inkml:trace contextRef="#ctx0" brushRef="#br0" timeOffset="-213626.4">17728 9053 465 0,'0'0'117'0,"0"0"1"0,0 0-66 16,0 0-50-16,0 0 7 16,100-72-4-16,-79 52-5 15,-7-1 1-15,-8 3 1 16,-6 4 32-16,0 3-18 16,-9 0-4-16,-4 6 44 15,-2 5-54-15,0 0-2 16,-3 3 0-16,1 16 0 15,3 10-9-15,4 11-1 16,10 9-15-16,10 8 23 16,30-4-48-16,22-10-8 15,21-16 43-15,3-17-14 0,-1-10-9 16,-10-4-187 0</inkml:trace>
  <inkml:trace contextRef="#ctx0" brushRef="#br0" timeOffset="-213428.62">18585 9207 714 0,'0'0'142'0,"0"0"-88"15,0 0 2-15,0 0-48 0,0 0-8 16,0 0-36-1,0 8-92-15,0-5-44 16,0-3-159-16</inkml:trace>
  <inkml:trace contextRef="#ctx0" brushRef="#br0" timeOffset="-212460.26">18960 9281 324 0,'0'0'84'0,"0"0"-9"16,0 0-42-16,0 0-4 0,0 0-13 16,0 0-16-16,0 0-43 15,17-5-123-15,8 2-48 16</inkml:trace>
  <inkml:trace contextRef="#ctx0" brushRef="#br0" timeOffset="-212288.81">19573 9294 632 0,'0'0'114'0,"0"0"-25"15,0 0-40-15,0 0-44 0,0 0-5 16,0 0-232-16,14 23 75 16</inkml:trace>
  <inkml:trace contextRef="#ctx0" brushRef="#br0" timeOffset="-202667.83">5334 13578 376 0,'0'0'91'16,"0"0"-22"0,0 0-12-16,0 0 21 0,0 0 32 15,0 0-38-15,2-73-24 16,-2 58-16-16,0 4 25 15,-3 4-54-15,0 1 1 16,0 4 1-16,-8 2-5 16,-19 6-6-16,-29 25-13 15,-31 19-18-15,-17 17 33 16,7 11-38-16,26 2-4 16,30-5 16-16,28-7-5 15,16-10 16-15,18-7-5 0,13-10 7 16,9-12 5-1,3-9 12-15,-1-9 0 0,-4-3 7 16,-7-2-6-16,-7 1 9 16,-13 3-10-16,-11 1 0 15,0 6 3-15,-26 2-3 16,-13 3-13-16,-1-3 12 16,-1-4-9-16,3-3 10 15,11-8 0-15,3-3 0 16,9-1-4-16,12 0 4 15,3-12-76-15,13-7-130 16,16-1 22-16,5-7 64 16,8 4 120-16,4-2 33 15,5-2 92-15,3 5-11 16,-4 4 12-16,-3 4-29 0,-10 5-35 16,-9 7 31-16,-5 2-50 15,-1 0-40-15,-1 14 2 16,-2 10-5-16,-1 2-31 15,0 4-42-15,-5-1-6 16,-8-5-64-16,-5-12-178 16</inkml:trace>
  <inkml:trace contextRef="#ctx0" brushRef="#br0" timeOffset="-202508.42">5446 13665 791 0,'0'0'2'16,"0"0"42"-16,0 0-44 16,0 0-151-16,0 0 41 15,0 0-12-15,34 76-69 16</inkml:trace>
  <inkml:trace contextRef="#ctx0" brushRef="#br0" timeOffset="-201721.38">5652 14018 865 0,'0'0'40'15,"0"0"-36"-15,0 0-7 0,0 0 6 16,0 0-3 0,54 90 0-16,-41-68-3 0,-1-3-5 15,0-8-24-15,0-8-18 16,0-3 31-16,3 0 7 15,-2-18 12-15,2-7-1 16,-2-2 2-16,-3 1 16 16,-2 9 1-16,3 1 32 15,8 7-26-15,15 0-21 16,17 2-4-16,10 2 1 16,9 5 0-16,4-3-15 15,6 3 7-15,-1 0-9 0,-4-4 14 16,-5-4-8-1,-10-4 9-15,-14-3-2 0,-15-1 4 16,-12 0 12-16,-10 0-8 16,-9 4 4-16,0 4 21 15,-14 5-27-15,-19 3-4 16,-12 14-6-16,-3 14 5 16,8 7-12-16,4 8 15 15,14 8-2-15,8 7-5 16,7 9 1-16,7 6 6 15,0 8 6-15,14 0-6 16,2-1 48-16,-3-10-47 16,-7-16-1-16,-1-18 14 15,-5-16-13-15,0-11 6 0,0-9 9 16,0 0 18-16,-8 0 30 16,-8-12-57-1,-11-13-7-15,6-6 0 0,6-3-24 16,15-2 7-16,10-5-7 15,32-1-15-15,14-6 36 16,12-3-5-16,5-10 8 16,8-8 4-16,2-7-2 15,-5-8 11-15,-7-2 6 16,-10-5-18-16,-11-3 44 16,-13 5-40-16,-14 8 5 0,-13 17 34 15,-10 20-24 1,0 20 0-16,0 10-20 15,-6 11 3-15,0 3-20 16,-2 24-14-16,-2 29 0 0,-2 27 24 16,8 18 7-16,4 5-2 15,3-8 0-15,14-11-22 16,-3-14 16-16,-7-11-69 16,-5-9-20-16,-2-19-103 15,0-20-312-15</inkml:trace>
  <inkml:trace contextRef="#ctx0" brushRef="#br0" timeOffset="-201421.21">7279 14064 613 0,'0'0'79'0,"0"0"-8"16,0 0-53-16,90-34-18 15,-47 13 12-15,-1-1-1 16,-5-7-9-16,-9 1 35 15,-10-2-15-15,-13 2 11 16,-5 2 7-16,0 2-33 16,-23 7 9-16,-11 12-16 15,-6 5 0-15,-6 10-4 16,4 22 4-16,7 9-1 16,7 10-4-16,13 6-1 15,11 2-2-15,4-1-1 0,14-7-1 16,21-12 0-1,14-13 1-15,11-15-47 0,14-11-31 16,4-4-94-16</inkml:trace>
  <inkml:trace contextRef="#ctx0" brushRef="#br0" timeOffset="-200905.58">8580 14109 657 0,'0'0'20'0,"0"0"-15"16,84-47 13-16,-41 13 38 16,1-7-16-16,-2-5-14 15,-7-1-24-15,-9-8 44 16,-16-5-39-16,-10-5 2 0,0 1 6 15,-17 1-6-15,-16 8-1 16,-1 6-8-16,1 8 1 16,7 13 36-16,12 13-30 15,6 8 3-15,5 7-6 16,3 0-4-16,0 24-13 16,0 13 1-16,3 22 12 15,9 17-2-15,6 13 2 16,3 5 0-16,4-7 8 15,2-11-8-15,0-13-19 16,-2-14-42-16,-8-19-107 16,-7-16-64-16</inkml:trace>
  <inkml:trace contextRef="#ctx0" brushRef="#br0" timeOffset="-200724.56">8563 13680 915 0,'0'0'5'0,"0"0"10"16,0 0-15-16,0 0 0 15,81-5 2-15,-45 9 0 16,8 1-4-16,13 4 0 16,7 2-73-16,5-2-86 15,-5-8-340-15</inkml:trace>
  <inkml:trace contextRef="#ctx0" brushRef="#br0" timeOffset="-200372.39">9190 14040 93 0,'0'0'284'0,"0"0"-259"16,0 0-12-16,0 0 1 15,0 0 42-15,0 0 33 16,71-24-5-16,-54 3-52 16,-1-3 41-16,-7-1 8 0,-4 1-37 15,-5 2-10 1,0-2-10-16,-17 6-14 0,-8 6 5 16,1 5-15-16,2 7 0 15,4 5-4-15,2 17 1 16,5 12-9-16,-1 4-7 15,5 4-6-15,7 3 17 16,0-1-3-16,0-6-10 16,26-6-18-16,12-11-26 15,9-10 51-15,7-9-36 16,-2-2-71-16,-4-16-147 16</inkml:trace>
  <inkml:trace contextRef="#ctx0" brushRef="#br0" timeOffset="-184548.57">13326 13764 307 0,'0'0'133'15,"0"0"-52"-15,0 0 0 16,0 0-37-16,0 0 10 16,0 0-12-16,0 0-22 15,0 0 43-15,-4-68-50 0,2 56 10 16,1-2 17-16,1 1-29 15,0-1 14-15,0 0-22 16,3-3 3-16,17-7-1 16,10 0-5-16,10-3 0 15,8 4-1-15,0 6 3 16,1 6 4-16,-4 6-6 16,-3 5 0-16,-3 3-9 15,-5 21 9-15,-4 9-2 16,-13 11-4-16,-12 12-25 15,-5 2 14-15,-25 0-13 16,-8-7-7-16,-4-10 30 16,-1-12-3-16,5-10 10 15,6-7 0-15,8-5 1 16,9-2 2-16,5-5-3 0,5 1 0 16,0-1 1-1,0 0-1-15,3 4-6 0,14 1 6 16,4 5 0-16,2 2 0 15,-3 5 0-15,-2 2 0 16,-3 6-4-16,-5-3 8 16,-5-1-7-16,-5-2 3 15,0-2 0-15,-2-3 5 16,-20 1-2-16,-8 0 5 16,-10-3 15-16,-10-5-16 15,1-3-7-15,-2-4 14 16,12 0-13-16,16 0 12 15,15 0-13-15,8 2-61 16,21-2-241-16,24 0-58 0</inkml:trace>
  <inkml:trace contextRef="#ctx0" brushRef="#br0" timeOffset="-184232.58">13948 13997 307 0,'0'0'329'0,"0"0"-272"16,0 0-28-16,0 0-29 16,0 0 2-16,0 0-4 15,51-3 2-15,-11 3 0 16,5 0-10-16,6 0-24 16,0 0-137-16,-4 0-280 15</inkml:trace>
  <inkml:trace contextRef="#ctx0" brushRef="#br0" timeOffset="-183838.6">14792 14054 646 0,'0'0'70'16,"0"0"-55"-16,0 0 15 15,0 0 2-15,0 0 4 16,84-84-15-16,-72 52 0 16,-5-10 5-16,-4-5-23 15,-3-6-3-15,-1-10 19 16,-17 6-13-16,-3 4-6 0,5 9 0 16,5 16 4-16,5 14 3 15,4 9-7-15,2 5 0 16,0 0-8-16,2 5 5 15,16 26 3-15,9 19-1 16,0 19 3-16,0 15-8 16,-2 4 6-16,-3-3 0 15,1-8-2-15,-1-14 2 16,0-13-15-16,-2-16-24 16,-5-9-17-16,-5-14-45 15,-4-11-174-15</inkml:trace>
  <inkml:trace contextRef="#ctx0" brushRef="#br0" timeOffset="-183654.46">14654 13788 646 0,'0'0'3'16,"0"0"74"-16,0 0-77 15,0 0 0-15,0 0 21 16,0 0 1-16,102 32-10 15,-46-19-9-15,4-2 6 16,2-1-18-16,-1 0-18 16,-1-2-100-16,-2-4-164 15</inkml:trace>
  <inkml:trace contextRef="#ctx0" brushRef="#br0" timeOffset="-183305.54">15358 14109 562 0,'0'0'81'15,"0"0"-73"-15,0 0-8 16,0 0 0-16,0 0 57 16,0 0 8-16,10-6-53 15,-6-11 36-15,-2-3-12 0,-2 0-15 16,0-3-2-16,-2 4 7 15,-12 4-3-15,-4 4-23 16,1 5 0-16,4 6 4 16,-3 3-4-16,2 17 0 15,2 13-1-15,8 6-18 16,4 7 15-16,0 4-25 16,25-1 3-16,9-3 5 15,14-12-23-15,9-12 3 16,5-16 12-16,7-6-1 15,-2-7 21-15,-4-20-135 16</inkml:trace>
  <inkml:trace contextRef="#ctx0" brushRef="#br0" timeOffset="-182521.75">13374 14539 478 0,'0'0'89'0,"0"0"-55"0,0 0 1 16,0 0 1-16,0 0-22 16,0 0 12-16,36-14 1 15,19 14 23-15,15 0-10 16,18 0-26-16,16 0-4 16,14-2-10-16,7-2 8 15,-1-1-8-15,-8 0 0 16,-13 2-19-16,-16 2 17 15,-21 1-36-15,-26 0 27 16,-25 0-23-16,-15 7-46 16,-38 7 46-16,-24 1-94 15,-22-1-145-15</inkml:trace>
  <inkml:trace contextRef="#ctx0" brushRef="#br0" timeOffset="-182340.52">13414 14693 638 0,'0'0'89'0,"0"0"-47"16,116 0-20-16,-40 0 8 15,14-2-1-15,14-1-28 16,14-3 2-16,8-4-3 16,3 2-21-16,-6 1-31 15,-13 1-91-15,-21 2-137 16</inkml:trace>
  <inkml:trace contextRef="#ctx0" brushRef="#br0" timeOffset="-182198.24">14587 14674 529 0,'0'0'277'0,"0"0"-168"16,0 0-29-16,0 0-80 15,0 0-4-15,0 0-33 16,-7 0-80-16,4 8-70 15</inkml:trace>
  <inkml:trace contextRef="#ctx0" brushRef="#br0" timeOffset="-165803.4">16434 13387 132 0,'0'0'103'0,"0"0"-1"16,0 0 10-16,0 0 0 16,0 0-57-16,0 0 69 15,0 0-100-15,0-73 18 16,0 63 4-16,0 0-7 16,0-1 2-16,0 1-23 0,0 3-12 15,0 4 27 1,0 1-33-16,-1 2-3 0,-4 0 2 15,-11 5 1-15,-12 22-6 16,-13 14 6-16,-9 19 0 16,-1 15-9-16,3 20 9 15,5 14-1-15,7 14-4 16,12 10 10-16,10 4-8 16,10 1 3-16,4-1-19 15,18-14 7-15,17-19-57 16,11-22-9-16,15-27 15 15,20-23 15-15,19-23 17 16,14-9-143-16</inkml:trace>
  <inkml:trace contextRef="#ctx0" brushRef="#br0" timeOffset="-164025.31">16833 13757 311 0,'0'0'169'0,"0"0"-62"15,0 0-76-15,0 0-14 16,0 0 4-16,0 0-18 16,0-33 28-16,0 27-12 15,0 1-19-15,0-1 47 16,0 0-38-16,0-2 15 0,0 2 5 16,0-5-18-1,0 2 26-15,0 0-26 0,0-1-10 16,-8 0 17-16,-3 1-16 15,-3 3-2-15,-4 0 0 16,0 3 1-16,-1 1-8 16,2 2 7-16,-2 0 0 15,0 0-1-15,-1 0 1 16,4 0 0-16,-3 0 0 16,6 6 2-16,0 2-7 15,-5 6 5-15,0 0 0 16,0 4-6-16,-2 3 7 15,3 4-1-15,-1 3 0 0,6 0 0 16,0 3 0 0,5 5 0-16,1 6 0 0,0 5-3 15,4 3 4-15,2 0-1 16,0-6 0-16,0-5 5 16,10-6-18-16,6-11-9 15,3-6-11-15,3-8 21 16,4-8 1-16,-1 0 11 15,2-8-3-15,-3-8 6 16,-5-2 2-16,-1-5-5 16,-1-3 0-16,-4-5 2 15,2-5 2-15,-5 3 8 16,-3 2-3-16,0 2-1 16,-3 7 11-16,-2 3-19 0,2 2 0 15,-1 3 5 1,-1 1-2-16,-2 3 5 0,1-2-8 15,-1 0 3-15,2-2 8 16,-1 2-11-16,2-2 0 16,-1 3 2-16,-1 1 3 15,2 1-5-15,-2 0 9 16,-1-1-4-16,0 1 48 16,0 1-49-16,0 3 11 15,0 1 10-15,0 3-20 16,0-1 7-16,0 2-12 15,0 0 6-15,0 0-11 16,0 0 5-16,0 0-1 0,0 0-6 16,0 0 1-1,0 0 1-15,0 0-3 0,0 0 8 16,0 0-9-16,0 2 9 16,0 8 0-16,-1 0-1 15,-3 1 4-15,-1 2-5 16,2 1 2-16,0 2 0 15,0 2-2-15,2 0 2 16,-2 0 0-16,1 3-1 16,-1 2 4-16,0 1-4 15,-1 4 1-15,1 3 0 16,3 5-2-16,0 0 2 0,0 1 0 16,0-3-4-1,3-4 4-15,7-4 0 0,2-4-10 16,3-9 5-16,2-1-12 15,1-7 12-15,7-2-10 16,0-3 12-16,5 0-33 16,2-10-65-16,-9-13-157 15</inkml:trace>
  <inkml:trace contextRef="#ctx0" brushRef="#br0" timeOffset="-162276.54">17197 14209 160 0,'0'0'84'15,"0"0"119"-15,0 0-83 16,0 0-28-16,0 0 7 16,0 0-36-16,1 0 16 15,-1 0-44-15,0 0-27 16,0 3-6-16,0 16-2 15,0 12 0-15,0 12-5 16,-10 10-26-16,-4 3 11 16,-7-2-97-16,-6-16-79 15</inkml:trace>
  <inkml:trace contextRef="#ctx0" brushRef="#br0" timeOffset="-161227.76">17418 13829 419 0,'0'0'129'16,"0"0"-54"-16,0 0-56 16,0 0 2-16,0 0 8 15,0 0-19-15,44-33 14 16,-29 30 37-16,1 3-29 15,3 0 19-15,4 9-50 16,3 16 1-16,2 12 6 16,0 10 0-16,-5 2-9 0,-5 0 1 15,-6-7 0 1,-5-7-4-16,-6-13 4 0,-1-7-5 16,0-6 0-16,0-4 10 15,0-5-3-15,0 0 23 16,-3-7 21-16,-10-15-26 15,-2-7-20-15,2 0 0 16,7-2-6-16,6-1 6 16,0 5-27-16,15 3 3 15,6 5 24-15,3 8 3 16,-4 5-3-16,6 6 0 16,3 0 1-16,7 16 1 0,3 9-3 15,-3 4 1 1,0 5 0-16,-1 2-5 0,-3-3 5 15,-9-8 0-15,-3-6-5 16,-11-10 5-16,-2-3-16 16,-5-6 10-16,-2 0 6 15,0-10 1-15,0-16-1 16,0-6 0-16,0-6 9 16,-2 1 3-16,2 1 13 15,0 5-25-15,12 5 7 16,17 6-8-16,4 10 1 15,1 7 0-15,2 3-5 16,-2 9 5-16,-1 23 0 0,-9 8 0 16,1 11 2-16,-9 4-11 15,-8 2 9-15,-6-1 0 16,-2-3-7-16,0-4-17 16,-7-18-137-16,1-19-315 15</inkml:trace>
  <inkml:trace contextRef="#ctx0" brushRef="#br0" timeOffset="-159362.5">18712 14377 394 0,'0'0'162'0,"0"0"-67"15,0 0 29-15,0 0-71 16,0 0 2-16,0 0-10 15,0 0-40-15,0-22 22 16,2 22-27-16,-2 0 0 16,0 0-7-16,0 12 7 0,0 10 0 15,0 6 0-15,-3 7-35 16,-17 5-4-16,-6-9-139 16,-6-11-276-16</inkml:trace>
  <inkml:trace contextRef="#ctx0" brushRef="#br0" timeOffset="-157382.86">19179 13483 150 0,'0'0'60'0,"0"0"-18"0,0 0 27 16,0 0-11-16,0 0-8 15,0 0 2-15,-15-28-7 16,13 23-4-16,2 2-21 15,-1-2-12-15,1 3 39 16,0 2-23-16,-2 0-4 16,2 0 8-16,0 0-12 15,0 0 14-15,0 0-27 16,0 0 6-16,0 0-4 16,0 0-5-16,0 0-10 15,0 7 5-15,0 10 5 16,0 9 0-16,0 6 0 15,0 8 0-15,0 10-2 16,2 6 2-16,-2 5 0 16,0 1-4-16,0 2 10 0,0 3-6 15,0-5 0 1,1-3 1-16,4-12 3 0,0-12-4 16,-2-10 0-16,3-9 4 15,-3-2-2-15,-2-6 1 16,2 1-3-16,-3-1 0 15,0 1 2-15,0-2-2 16,0-3 0-16,0 0-1 16,0-2 5-16,0-1 2 15,0-1-6-15,0 0 0 16,0 0 32-16,0 0 3 16,0 0 2-16,0-1 8 0,0-15-38 15,0-6-7-15,0-6-10 16,0-5-8-16,0-3 2 15,0 2 6-15,3 2-8 16,-2 2 18-16,2 5-3 16,0 8 0-16,2 0-17 15,1 7-6-15,3 3 16 16,3 0-31-16,7 6 4 16,5-1 29-16,8 2 8 15,3 0-5-15,-1 3 5 16,1 11 0-16,-4 5-3 15,-1 6 3-15,-5 0-3 16,-4 3 2-16,-3-2 2 16,-9 1-3-16,-4-1-1 0,-5-4 3 15,0-4-1-15,-2-2 6 16,-13-3-4-16,-6-1 28 16,-6 0-5-16,-4-3 7 15,-3-3-16-15,-4-5-2 16,-2-1 37-16,-3 0-43 15,6 0 3-15,4 0-1 16,10 0-8-16,11-2 3 16,4 2-4-16,5 0-15 15,3 0-25-15,0 1-362 16,0 3 103-16</inkml:trace>
  <inkml:trace contextRef="#ctx0" brushRef="#br0" timeOffset="-156732.07">19636 13288 211 0,'0'0'24'0,"0"0"36"15,91 42 41-15,-59 0-37 16,0 14 15-16,-2 21-31 16,-4 18-8-16,-5 14-7 15,-9 7-27-15,-5-5 0 16,-7-4-3-16,0-7 0 15,0-14 4-15,-16-11-7 16,-2-12 0-16,-1-10 5 0,1-9-1 16,0-15-4-1,6-6 0-15,0-7 2 0,-1-5-1 16,1 4-1-16,-3-6-46 16,-2-6-177-16</inkml:trace>
  <inkml:trace contextRef="#ctx0" brushRef="#br0" timeOffset="-156571.38">19898 14612 863 0,'0'0'0'0,"0"0"0"15,0 0-32-15,0 0-68 16,0 0-1-16,0 0-282 15</inkml:trace>
  <inkml:trace contextRef="#ctx0" brushRef="#br0" timeOffset="-95741.74">4889 15362 225 0,'0'0'299'16,"0"0"-274"-16,0 0 34 16,0 0-16-16,0 0-23 15,0 0 10-15,0 0-13 16,0 0-8-16,1 0 42 0,-1 0-15 16,0 0 1-16,0 0 2 15,0 0-17-15,0 0 2 16,0 0-12-16,0 0-11 15,0 0 25-15,0 0-26 16,-1 0 0-16,-7-4 5 16,-6 0-4-16,-14 4-2 15,-15 0 0-15,-14 15 1 16,-11 16-2-16,0 13 2 16,9 4 0-16,13 8-2 15,15 0 6-15,14 3-8 16,12-1 4-16,5-2 0 15,17-3-2-15,19-6 2 0,14-8-6 16,13-10 5-16,13-13-15 16,6-14 3-16,9-2-26 15,-1-19-63-15,-1-14-70 16,-8-8-439-16</inkml:trace>
  <inkml:trace contextRef="#ctx0" brushRef="#br0" timeOffset="-94309.72">5025 15511 791 0,'0'0'43'0,"0"0"11"0,0 0-29 15,0 0-25-15,0 0 0 16,0 0 24-16,62 96 3 15,-25-35-2-15,-1 0-2 16,4-2-18-16,-9-7 4 16,-7-11-9-16,-9-8 0 15,-6-9 0-15,-7-8 0 16,-2-8-2-16,0-4 2 16,0-1-22-16,-11-3 0 15,-13 0-39-15,-4-19-53 16,-6-8-29-16,-2-5 44 0,6-6 64 15,16 1 34 1,14-2-6-16,20 0 1 0,29 1-88 16,9-2-3-16,9 3 51 15,14-2 21-15,3 5 16 16,-1 4 9-16,-7 10 31 16,-18 7 34-16,-18 10-13 15,-14 3-2-15,-19 16 1 16,-7 13 20-16,-3 9-7 15,-22 10-29-15,-2 3-25 16,0-2-2-16,5-2-8 16,4-10 0-16,12-9 1 15,3-12-1-15,3-9 0 16,0-7 1-16,15-9 2 16,7-21 0-16,8-13-3 0,1-10 0 15,-1 1 11-15,-7 2-1 16,-3 11 84-16,-8 13-27 15,-9 11-30-15,-1 6 8 16,-2 9-30-16,0 0-13 16,0 9-4-16,0 11 2 15,3 13 0-15,11 4 2 16,6 2 1-16,9-1-4 16,2-9 1-16,8-4 0 15,2-13-10-15,4-8-6 16,6-4-18-16,4-16 12 15,8-23-23-15,1-8-7 0,-4-8-9 16,-7 4 16-16,-16 7 36 16,-14 7-3-16,-16 7 12 15,-7 12 13-15,0 5 9 16,-1 8 50-16,-4 3-9 16,4 2-23-16,1 7-32 15,0 24-5-15,0 19-3 16,0 15 25-16,4 9 3 15,0 7 5-15,-2-3-24 16,-2-7-7-16,0-10 25 16,0-19-23-16,0-13-4 15,-4-15 11-15,1-8-10 16,-6-3 6-16,-6-3-7 0,-12 0 0 16,-8-6 1-1,-6-13-1-15,4-6-18 0,10-3 0 16,15-5-9-16,12-4-17 15,17-3-91-15,30-6-15 16,19-7 60-16,19-2-4 16,3-3 94-16,-3-1 23 15,-6 1 65-15,-11 3-9 16,-17 2 42-16,-16 8-17 16,-17 8-9-16,-11 7-58 15,-7 12-10-15,0 10-8 16,0 8-19-16,0 3 0 0,-11 27-7 15,-9 19 7 1,-4 19 1-16,4 7-1 0,7 0-2 16,10-7-20-16,3-14 2 15,0-17 20-15,5-14-26 16,3-15-1-16,1-8 21 16,5 0-5-16,4-20 11 15,5-12 0-15,0-3-14 16,-7 2-20-16,-4 8-35 15,-3 9-3-15,-6 9 68 16,-1 6 0-16,-1 1 4 16,5 0 2-16,6 10 31 15,6 6 10-15,10 4-21 16,4 1-16-16,7-3 10 16,2-5-13-16,1-1-3 15,2-7 2-15,-5-5 1 0,-7-3-2 16,-7-19-1-16,-7-6 0 15,-3-4 14-15,-8 6-14 16,-4 4 38-16,-3 7 9 16,0 7-18-16,0 3 18 15,0 5-47-15,5 0 4 16,7 8-13-16,3 13 14 16,9 7-5-16,5 4 0 15,7 4-9-15,3-3 5 16,-6-4-49-16,-11-15-116 15,-12-14-215-15</inkml:trace>
  <inkml:trace contextRef="#ctx0" brushRef="#br0" timeOffset="-94158.99">7363 15250 959 0,'0'0'27'16,"0"0"19"-16,0 0-46 15,0 0-29-15,0 0 6 16,56 109-47-16,-35-46-54 16,-2-5-113-16</inkml:trace>
  <inkml:trace contextRef="#ctx0" brushRef="#br0" timeOffset="-93694.15">7637 15666 725 0,'0'0'119'0,"0"0"-113"15,0 0-3-15,0 0 14 16,0 0-3-16,84 70 9 16,-47-51-22-16,-1-9-1 15,-5-7 8-15,-5-3-5 16,3-3 0-16,2-14-3 16,4 0 3-16,2-5-1 15,2 3-2-15,0 2 0 16,-2 2 0-16,-1 2 2 0,2 5-3 15,1 3 1-15,6 2-1 16,9 2-9-16,7 1 3 16,1-5-3-16,0-2 9 15,-7-6-2-15,-9-8 3 16,-10-7 0-16,-11-2 2 16,-16-2 9-16,-9 1-7 15,-3 0 18-15,-27 9 5 16,-7 9-23-16,-6 13-4 15,0 3 0-15,-2 31 0 16,2 18-4-16,-6 20 4 16,5 15 0-16,1 11 1 15,9 6 13-15,7-2 2 16,10-9-16-16,7-9 3 16,3-10 3-16,5-11-6 0,2-11 0 15,0-13-6 1,0-13-16-16,0-13-49 0,0-13-182 15</inkml:trace>
  <inkml:trace contextRef="#ctx0" brushRef="#br0" timeOffset="-76271.57">12061 15749 258 0,'0'0'38'15,"-4"87"85"-15,-4-32-81 16,5 9-8-16,2 10-8 15,-2 6-13-15,-2 6 30 0,1 9-24 16,-2 6-2-16,-1 5 18 16,4 5-14-16,3 0-11 15,0-2-10-15,0-6 1 16,0-8-3-16,0-13-38 16,11-19-8-16,1-13 41 15,-1-17-6-15,1-13 13 16,-2-6 16-16,-4-3-15 15,-3-5 11-15,-3 2-10 16,0 0-2-16,0 1 0 16,-5-3-5-16,-5-2-26 15,-4-3-12-15,-3 1 43 0,2-1 9 16,3-1-9 0,3 0 27-16,4 0 30 0,4 0-44 15,1 0 3-15,0 0-5 16,0 0 3-16,0 0 17 15,0 0-5-15,0 0-10 16,0-3-5-16,6 0-11 16,3 1-20-16,-1-1-46 15,-4-2-147-15</inkml:trace>
  <inkml:trace contextRef="#ctx0" brushRef="#br0" timeOffset="-59293.99">11917 15330 176 0,'0'0'79'0,"0"0"4"16,0 0-26-16,0 0 24 16,0 0-51-16,0 0-14 15,0 0 23-15,0 0-19 16,0-30-13-16,0 30-7 15,0 0 1-15,0 0-13 16,0 0 4-16,0 0-10 16,0 0 15-16,0 0 0 0,0-1 2 15,0 0 1-15,-4 1 0 16,4-2 1-16,-1 2-1 16,-1 0 0-16,1-1 9 15,-1 1-2-15,2 0 4 16,-1 0-11-16,1 0 3 15,0 3-11-15,3 15 7 16,11 7 1-16,0 9 28 16,1 6-4-16,0 3-5 15,-3 3-11-15,1 0-7 16,1-2 25-16,4 2-24 16,3 0-2-16,6-1 8 15,3-6-8-15,-2-5 0 16,-1-5-9-16,-11-7-49 15,-7 0 25-15,-9-5-102 0,0-3-48 16,-15-3-52-16</inkml:trace>
  <inkml:trace contextRef="#ctx0" brushRef="#br0" timeOffset="-33337">8908 15816 304 0,'0'0'179'15,"0"0"-120"-15,0 0-15 0,0 0-8 16,0 0-2-16,0 0 3 16,0 0 23-16,17-44-34 15,-13 42 1-15,-1 2-27 16,0 0-5-16,7 0 0 16,0 0-72-16,9 0 3 15,-2 0-101-15,3-2-173 16</inkml:trace>
  <inkml:trace contextRef="#ctx0" brushRef="#br0" timeOffset="-31738.1">9443 15516 381 0,'0'0'56'15,"0"0"36"-15,0 0-24 16,0 0-40-16,0 0 11 15,0 0-8-15,6-12 14 16,-6 12-5-16,0 14-10 16,-3 5-15-16,-7 10 43 15,0 3-38-15,0 3-4 16,0 2 3-16,4-2-12 16,2-2 8-16,2-1-15 15,2-3 0-15,0-3 8 16,0 1-4-16,0-2-2 15,0-3 4-15,0-1-3 16,0 1 3-16,2-5-6 0,-2-6 0 16,0-5 6-16,0-3-6 15,0-3 0-15,0 0 6 16,0 0-1-16,0-1 15 16,-3-15-20-16,-12-4 1 15,-2-5-8-15,0-6-20 16,-2-5-4-16,5-9-16 15,8-8-11-15,6-8-12 16,6-4-15-16,19 1 50 16,3 6 28-16,-1 8-32 15,-3 9 38-15,-4 11 1 16,-4 13 37-16,-6 8 2 16,2 9 25-16,-1 0-57 15,4 21 14-15,4 17-18 0,1 14 18 16,2 13 5-16,-1 9 6 15,-1 5 4-15,-1-3-26 16,-5-5-8-16,-3-13 11 16,-5-15-11-16,-2-15-2 15,-2-12 4-15,-2-8-1 16,0-6 2-16,0-2-5 16,-17-5 0-16,-5-19 0 15,-5-7-17-15,-4-3-30 16,0-1-6-16,2 4 13 15,7 7 28-15,4 6 12 16,9 5 18-16,6 5 27 16,3 1-19-16,0 5 1 0,15 0-22 15,9 0-5-15,9 2 5 16,1 0-4-16,6-3-1 16,2-2 22-16,3-4-20 15,-1 1 11-15,-5 0 4 16,-7 7-3-16,-7 1 5 15,-7 0-15-15,-2 20-4 16,-5 17 19-16,-1 16-17 16,-4 16 10-16,0 15-6 15,0 1-4-15,4 3 5 16,-1-5-7-16,0-10 0 16,-3-13 1-16,-1-14 3 0,-4-17-4 15,1-15 0-15,-2-11 1 16,0-3 1-16,0-9-2 15,0-22 0-15,0-16 4 16,0-9-4-16,0-4-3 16,-18-8-5-16,-4 1-5 15,-5-1 11-15,4 4-14 16,8 6 12-16,9 10-6 16,6 12 13-16,3 9-3 15,15 8 0-15,5 5 3 16,4 8-9-16,1 6 6 15,0 0 0-15,2 20 0 16,-3 9 3-16,-6 7-3 16,-9 6 0-16,-12 1 2 0,0 1-4 15,-15-6 2-15,-9-8 0 16,-1-5 0-16,-4-12 1 16,-4-5-1-16,-1-8 0 15,6 0 3-15,8-11-2 16,19-20-1-16,1-12-8 15,22-6-11-15,16-4-18 16,6 7 36-16,4 8 1 16,0 7 11-16,-8 11 40 15,-9 10-37-15,-10 10-4 16,-9 0-2-16,-3 15-6 0,-9 18-2 16,0 16 0-16,0 15 1 15,-9 7 3-15,8 2-4 16,1-6 0-16,7-4 0 15,14-7 3-15,1 0-3 16,-1-10 0-16,-4-7 0 16,-3-15-3-16,-6-11 3 15,-2-12 0-15,-1-1 8 16,-2-28-7-16,7-19 4 16,-3-13-5-16,-4-11 3 15,-3-6-12-15,-1-6-4 16,-13 1-14-16,1 5 21 15,11 11-11-15,2 17 16 16,2 11 1-16,17 12 0 0,-2 11 19 16,1 11-19-16,4 4 0 15,3 17-1-15,2 19 7 16,2 12-6-16,-3 8 0 16,-6 4 2-16,-5-4 4 15,-8-8-6-15,-7-9 0 16,0-11 0-16,-9-10 4 15,-12-3-2-15,-12-11-2 16,-10-4 0-16,-10 0 7 16,-8-16-7-16,4-8-14 15,16-6 7-15,26-4-46 16,15-2-101-16,29-3-215 0</inkml:trace>
  <inkml:trace contextRef="#ctx0" brushRef="#br0" timeOffset="-31592.19">10696 15888 233 0,'0'0'170'0,"0"0"2"16,87 3-54-16,-78 0-31 16,-9-3-24-16,0 0-7 15,0 0 5-15,0 0-9 16,0 0-33-16,0 0-13 16,0 0-12-16,9 0 3 15,12 0-120-15,15-22-279 16</inkml:trace>
  <inkml:trace contextRef="#ctx0" brushRef="#br0" timeOffset="-30355.26">12874 15509 883 0,'0'0'37'0,"0"0"-29"16,-74 131 16-16,51-63 19 15,8-1-43-15,6-11 0 16,5-15 7-16,4-17-4 16,0-14-2-16,-1-10 5 15,-3 0 9-15,0-18 46 16,-1-18-60-16,2-16-2 16,3-12 0-16,0-2-25 0,2 3 0 15,8 9-23-15,5 10-4 16,-1 10 44-16,-1 13 9 15,1 11 2-15,5 10 25 16,2 0-22-16,6 17-3 16,6 16 0-16,10 12 0 15,3 9 24-15,8 1-25 16,-1-5 1-16,-5-13 1 16,-6-14-2-16,-12-15 5 15,-5-8-6-15,-2 0 0 16,2-15 3-16,0-15-3 15,-1-5-14-15,-7-3-7 16,-4-6-28-16,-4 2-3 0,-5-1 2 16,-1 7 50-1,-3 6 86-15,0 10-23 0,0 9-24 16,0 5-9-16,0 6-24 16,0 0-6-16,0 6-5 15,2 16 5-15,7 9-2 16,-1 7 5-16,6 8-4 15,5 2 1-15,10 1 0 16,8-4 1-16,9-5-1 16,5-12 0-16,3-11 3 15,-3-10-1-15,-4-7-2 16,-5-2 3-16,-11-16-3 16,-10-9 10-16,-10-4-10 0,-11-5 0 15,-7-6 3-15,-25 0-3 16,-13-3-3-16,-8 2-2 15,-2 0-4-15,5 3 2 16,10-1-16-16,17 0-14 16,20 1 23-16,3 3-43 15,25 4 26-15,8 5 30 16,2 6 1-16,-2 6 26 16,-3 7-4-16,2 6 5 15,-2 3 16-15,-3 3-37 16,-2 23 5-16,-1 14-7 15,-3 13 0-15,0 13 21 16,-8 8-23-16,-1 2-2 0,-3 1 15 16,-3-1-13-16,2-5-2 15,-1-7 0-15,-1-11-16 16,0-19-22-16,-4-20-80 16,-2-14-237-16</inkml:trace>
  <inkml:trace contextRef="#ctx0" brushRef="#br0" timeOffset="-30195.46">13744 15453 762 0,'0'0'158'16,"0"0"-158"-16,0 0 0 16,0 0 5-16,112 22-5 15,-41-16 0-15,19-3-3 16,12-3-74-16,9-1-165 15</inkml:trace>
  <inkml:trace contextRef="#ctx0" brushRef="#br0" timeOffset="-28791.56">15158 15430 1026 0,'0'0'12'0,"0"0"-12"0,-35 86 0 16,18-28 0-16,-3 5 5 15,1 0-5-15,1-11 0 16,1-14 0-16,1-17-8 16,-1-13 13-16,-6-8-5 15,-6-3 0-15,-2-23 1 16,1-16-8-16,5-15 3 15,7-9-20-15,6-5 10 16,9 4-32-16,3 6 21 16,6 13-24-16,18 12-21 15,6 17 41-15,0 12 29 16,-1 7 2-16,1 11 39 0,6 23-6 16,3 13 8-16,5 10-7 15,4 2-25-15,3 0 18 16,0-5-29-16,-7-7 0 15,-6-6 14-15,-10-8-12 16,-12-9 1-16,-9-7-3 16,-7-5 0-16,-10-3 7 15,-29-4-7-15,-17-5 0 16,-25 0-3-16,-8-12 1 16,-6-11-2-16,14-5 3 15,20 1 2-15,24 4-4 16,19 4 3-16,18 5-1 15,10 1-5-15,24 3-1 0,17-1 5 16,11-1 2 0,13 2 0-16,7-2 1 0,2-3-1 15,-11 2 0-15,-9-3 5 16,-10 1 14-16,-15 3 9 16,-8 5-1-16,-9 4-20 15,-7 3 13-15,-3 0-20 16,-3 22 0-16,-1 16-1 15,-4 18 3-15,-4 20 1 16,0 18-3-16,-13 10 2 16,-11 5 14-16,0-4-16 15,3-10 0-15,2-16 4 0,7-20-3 16,4-22 1 0,7-19-2-16,1-15 0 0,0-3 5 15,0-23-5-15,12-23-2 16,3-17-2-16,0-17-24 15,-8-12 3-15,-7-7-4 16,0-4-9-16,-5 0 25 16,-4 12-7-16,4 18 20 15,5 17 3-15,0 22 12 16,5 17 8-16,7 11-23 16,6 6 6-16,3 6-8 15,8 23 2-15,2 15 0 16,0 11 19-16,-1 4-19 15,-9-1 6-15,-7-10-6 16,-9-7 0-16,-5-7 1 16,0-9-1-16,-13-7 0 0,-12-11-3 15,-8-7 4-15,-8-5-2 16,2-25-14-16,3-10-14 16,14-4 28-16,14-9-14 15,8 0 7-15,20 6 7 16,21 4 2-16,13 6 0 15,11 9-1-15,5 7 1 16,-1 11 15-16,-11 8-15 16,-12 2 9-16,-13 9 20 15,-9 16-25-15,-8 7 5 16,-8 11-10-16,-8 7 3 0,0 10 7 16,-3 4-7-16,-12 6-3 15,-3 2 11-15,-1-2-9 16,-1-6 5-16,-2-8-7 15,2-13 1-15,6-11 3 16,3-13-4-16,5-12 0 16,2-7 1-16,2 0-1 15,2-26-1-15,0-19-20 16,0-19-6-16,8-14 25 16,-4-14-31-16,-3-2 11 15,-1 4 21-15,0 14 2 16,0 17 0-16,0 16 34 15,6 21-12-15,8 14 4 0,10 8-27 16,3 7 0-16,7 22-2 16,-3 18 5-16,-4 13-2 15,-12 5-1-15,-10 2 0 16,-5-10 3-16,0-11-3 16,-3-15 0-16,-11-14 1 15,-5-5-1-15,-8-10 0 16,-9-2 0-16,-4-14-5 15,-2-18-4-15,9-6-7 16,14-6-44-16,17 4-221 16</inkml:trace>
  <inkml:trace contextRef="#ctx0" brushRef="#br0" timeOffset="-28308.51">16251 15831 667 0,'0'0'120'15,"0"0"-28"-15,0 0-51 16,0 0-14-16,106-69-20 16,-75 36 0-16,-1-8-7 15,-4-2 0-15,-9-7-1 16,-3-3 1-16,-11-5 0 16,-3 4-1-16,-15 1 1 15,-18 6-6-15,0 8 4 16,1 13 2-16,9 13 35 15,7 13-26-15,2 7-9 16,1 32 0-16,2 20 0 16,5 17-1-16,6 7 1 15,8 0 0-15,25-4-9 0,14-16-12 16,10-13-19-16,6-21-7 16,4-21-27-16,0-8 60 15,-1-12 10-15,-11-13 4 16,-11-5 18-16,-12-2-4 15,-14-7-1-15,-12 1 0 16,-6 2-13-16,-6 6 5 16,-16 6-5-16,0 10 0 15,6 5 48-15,10 9-19 16,5 0-12-16,1 20-17 0,0 14 0 16,10 6 5-16,12 5-5 15,7-5 0-15,7-6-11 16,8-11-36-16,4-15-39 15,-2-8-136-15</inkml:trace>
  <inkml:trace contextRef="#ctx0" brushRef="#br0" timeOffset="-28141.92">16892 15265 856 0,'0'0'130'15,"0"0"-101"-15,0 0-24 16,0 0-10-16,16 89-12 16,22-38-51-16,10-9-56 0,7-11-193 15</inkml:trace>
  <inkml:trace contextRef="#ctx0" brushRef="#br0" timeOffset="-26809.32">17555 15502 814 0,'0'0'83'0,"0"0"-24"16,0 0-22-16,0 0-34 15,0 0-2-15,-77 97-1 16,64-62 4-16,1 0-13 16,6-6-8-16,6-9-8 0,0-9 2 15,15-11-4-15,12 0 27 16,7-14 0-16,4-11 2 15,-4-2-1-15,-4 1 2 16,-9 4-3-16,-9 2 41 16,-8 7-21-16,-4 2 2 15,0 6-8-15,0 1-9 16,0 4 12-16,0 0-17 16,0 3 0-16,3 18-8 15,13 9 12-15,7 4-4 16,10 2 0-16,8-6 3 15,10-8-9-15,9-12 6 16,2-10 0-16,1 0 1 0,-6-14 1 16,-7-8-2-16,-5-6 0 15,-10-2 1-15,-12-1-8 16,-8-1-4-16,-11 0-14 16,-4 1 15-16,0 3-14 15,-4 1 24-15,-3 1 1 16,1 5 0-16,0 2 21 15,0 3-20-15,5 4-1 16,1 4 11-16,0 0-12 16,0 2 0-16,0-4-1 15,0-3 2-15,1 4 4 16,3-3-4-16,-2 1-1 0,-1 3 30 16,-1 0-29-1,0 2 12-15,0 5-10 0,0-2 6 16,0 2-4-16,0 1-5 15,0 0 0-15,0 0-4 16,0 0 5-16,0 0-1 16,0 0 0-16,0 0 4 15,0 0-4-15,0 0 0 16,0 0 0-16,0 0 12 16,0 0-11-16,0 0 5 15,0 0-6-15,0 0 0 16,0 0 2-16,0 0-2 15,0 0 0-15,0 0-7 0,0 4 7 16,0 13 0 0,-1 12-4-16,-8 12 9 0,-1 5-10 15,0 3 5-15,0 2 0 16,3-4-1-16,4-1 4 16,3-5-6-16,0-8-3 15,9-10-4-15,10-10-4 16,2-9 14-16,-5-4 0 15,0-4 2-15,-5-16-1 16,0-10 2-16,-3-3-3 16,-3-3 0-16,-3 5 0 15,-1 2 0-15,1 8-4 0,1 8 0 16,0 8 7 0,0 5-6-16,4 0 0 0,0 3 3 15,5 13-6-15,0 8 6 16,-3 6 0-16,-3 8-3 15,-6 2 10-15,0-1-6 16,0-1-1-16,-13-5 0 16,-8 0 0-16,-3-4 0 15,-1-5 0-15,1-7 3 16,-1-8-2-16,4-7 2 16,-3-2-3-16,0-7 3 15,2-14 0-15,7-7-3 16,6 2 0-16,7 2-1 15,2 4 3-15,6 3-4 16,22 3-6-16,11 0-30 0,9 0 15 16,5-3-24-16,2 1 14 15,-2-5 18-15,-5-3 10 16,-6-6 3-16,-10-4 2 16,-6-7 0-16,-8-2 31 15,-5-1-23-15,-7-4 5 16,-6 4 17-16,0 1 2 15,0 11 9-15,-6 11-7 16,0 12-21-16,3 9-5 16,-5 13-8-16,-5 30-1 15,-9 22-4-15,1 14 10 16,3 8-8-16,10-3 3 0,8-9-24 16,0-10 21-16,10-16-16 15,9-13 0-15,6-9 4 16,7-13-14-16,8-13-17 15,3-1-178-15</inkml:trace>
  <inkml:trace contextRef="#ctx0" brushRef="#br0" timeOffset="-26476.96">18869 15640 902 0,'0'0'19'0,"0"0"1"15,0 0-20-15,0 0 0 16,0 0 13-16,88-24-13 16,-66 16 0-16,-4-1 5 0,-5-2-3 15,-5 0 20-15,-4-4-22 16,-4-2 7-16,0-2-5 16,-7 1-2-16,-14 2 0 15,-3 5 0-15,2 5 2 16,-4 6-4-16,-3 2 0 15,-4 21 2-15,-3 10 1 16,8 7-1-16,2 7 0 16,9 2-2-16,9-6-15 15,8-6 5-15,5-8-7 16,27-3-12-16,10-9 28 16,12-5-47-16,6-5-67 0,1-7-92 15</inkml:trace>
  <inkml:trace contextRef="#ctx0" brushRef="#br0" timeOffset="-26220.92">19424 15752 967 0,'0'0'59'0,"0"0"-45"16,0 0-12-16,0 0-2 15,0 0 0-15,0 0-3 16,14-16 3-16,-7 16-22 16,4 0-36-16,4 2-82 15,-1-2-114-15</inkml:trace>
  <inkml:trace contextRef="#ctx0" brushRef="#br0" timeOffset="-26060.6">19687 15732 716 0,'0'0'106'0,"0"0"-30"0,0 0-41 16,0 0-33-16,0 0-1 15,0 0-1-15,10 4-53 16,9-2-135-16,11-2-331 15</inkml:trace>
  <inkml:trace contextRef="#ctx0" brushRef="#br0" timeOffset="-25883.04">20149 15704 779 0,'0'0'102'15,"0"0"-58"-15,0 0-20 16,0 0 33-16,0 0-35 15,0 0-4-15,-35-14-18 0,28 15-1 16,-1 13-12 0,4 0-52-16,4-2-94 0,0-5-49 15,9-1-84-15,9-6 54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11:24.378"/>
    </inkml:context>
    <inkml:brush xml:id="br0">
      <inkml:brushProperty name="width" value="0.05292" units="cm"/>
      <inkml:brushProperty name="height" value="0.05292" units="cm"/>
      <inkml:brushProperty name="color" value="#FF0000"/>
    </inkml:brush>
  </inkml:definitions>
  <inkml:trace contextRef="#ctx0" brushRef="#br0">7943 2585 182 0,'0'0'38'0,"0"0"-21"15,0 0-17-15,0 0-6 16,0 0-25-16,0 0-89 16</inkml:trace>
  <inkml:trace contextRef="#ctx0" brushRef="#br0" timeOffset="465.74">7943 2585 238 0,'-17'-37'55'0,"16"37"-11"16,-3 0 60-16,1-4-45 15,0-3-10-15,-1 0 27 16,2 0-48-16,0-1-6 16,-1-1 7-16,2-2-7 15,-1-3 27-15,-1 2-40 16,3-2 9-16,-3 1 17 16,3 1-17-16,-4-1 4 15,1 2-9-15,0 2-11 16,1 1 23-16,2 6-22 15,0 2-2-15,0 0 5 16,0 0-3-16,0 0-3 0,-2 0 0 16,1 0 0-1,1 0-9-15,0 0 9 0,0 9-12 16,0 18 6-16,3 17 5 16,5 16 1-16,-1 11 0 15,-7 8 0-15,0 7-2 16,-7 0 2-16,-5-4 0 15,-3-8 6-15,0-12-4 16,7-12-2-16,5-12 0 16,2-13 0-16,1-9-1 15,0-10 1-15,0-6 0 16,0 0 5-16,0 0-2 16,0 0 8-16,0-17-11 15,0-6-82-15,0-7-75 0,0-2-236 16</inkml:trace>
  <inkml:trace contextRef="#ctx0" brushRef="#br0" timeOffset="948.51">7728 2403 384 0,'0'0'53'0,"0"0"10"15,0 0 2-15,-49-87-16 16,49 72-32-16,0 4 33 16,9-2-50-16,19 2 7 15,14 1-9-15,13 3 4 16,11 7 2-16,6 0 4 16,5 11-4-16,-8 20 0 0,-10 10-4 15,-13 7 0-15,-13-2 0 16,-13-3 1-16,-10-4-1 15,-10-5 0-15,-13 0 0 16,-23-4 15-16,-19-2-15 16,-8-5 0-16,-3-3 6 15,2-3-6-15,6-5 4 16,9 1-4-16,15-3-13 16,16-1 0-16,13-4-67 15,5-5-161-15</inkml:trace>
  <inkml:trace contextRef="#ctx0" brushRef="#br0" timeOffset="1282.32">8376 2564 376 0,'0'0'102'16,"0"0"-4"-16,0 0-67 16,0 0-29-16,0 0 6 0,0 0-7 15,-23 73 5 1,14-28-3-16,0 8 21 0,0 3-18 16,-1 3 1-1,2-2 1-15,2-5-6 0,3-6 4 16,3-6-6-16,0-11 0 15,6-5 6-15,15-9-2 16,9-8-4-16,23-7 11 16,21-10-11-16,26-27 0 15,21-10-73-15,6-6-163 16</inkml:trace>
  <inkml:trace contextRef="#ctx0" brushRef="#br0" timeOffset="1531.73">8381 2581 186 0,'0'0'82'16,"0"0"-12"-16,97-53 58 15,-37 28-43-15,13-3-30 16,12-2-29-16,6 5-21 16,2 4-1-16,-8 8-4 15,-17 11-25-15,-26 2-162 0</inkml:trace>
  <inkml:trace contextRef="#ctx0" brushRef="#br0" timeOffset="1717.21">8370 2779 475 0,'0'0'27'16,"0"0"-20"-16,0 0 81 16,134 0-54-16,-66 2-20 15,19 5-14-15,14-2-7 16,11-5-27-16,0 0-175 15</inkml:trace>
  <inkml:trace contextRef="#ctx0" brushRef="#br0" timeOffset="2247.53">9253 2584 642 0,'0'0'9'0,"0"0"-5"16,-2 83 5-16,1-24 41 16,-1 14-17-16,-2 9-4 15,-1-7-27-15,0-14 0 16,2-22 4-16,2-19-5 0,1-12 6 16,0-8-7-1,-4 0 0-15,4-15 65 0,0-20-41 16,0-21-24-16,0-13-33 15,18-7-36-15,5 2-11 16,7 7 32-16,8 12 31 16,7 11 8-16,1 15 10 15,-6 9-1-15,-2 15 8 16,-5 5-3-16,-4 13-3 16,-8 17-2-16,-2 7 0 15,-5 2 1-15,-9-1 0 16,-5-1-1-16,0-7 0 15,-19-7 1-15,-9-4 27 0,-2-6-3 16,-6-6-9 0,2 1 23-16,2-5-18 0,10-3 1 15,7 2-3-15,11 2-17 16,2 9-1-16,2 3-1 16,2 10-2-16,22 3-6 15,8 3 8-15,11-5-11 16,8-3 0-16,8-7-5 15,5-6 2-15,10-9-42 16,1-2-52-16,-3-19-193 16</inkml:trace>
  <inkml:trace contextRef="#ctx0" brushRef="#br0" timeOffset="2630.47">9876 2571 614 0,'0'0'0'0,"0"0"-4"16,0 0 4-16,89 7 13 15,-32-1 14-15,18-3 0 16,11-2 8-16,5-1-31 16,-4 0 4-16,-4-10-2 15,-10-6-12-15,-10-2-8 16,-17 2-57-16,-23 2-39 15,-23 3-10-15,-12 6 9 16,-39 2-81-16,-12 1 86 16,-9 2 106-16,7 0 93 0,13 0 39 15,16 0-15-15,21 0 49 16,11 0-53-16,2 10-90 16,2 17-16-16,0 16-1 15,0 18 22-15,0 15-11 16,8 13 23-16,5 4-38 15,4-1 0-15,-1-6 4 16,3-5-6-16,-2-22-77 16,-8-23-130-16</inkml:trace>
  <inkml:trace contextRef="#ctx0" brushRef="#br0" timeOffset="3296.54">7943 3548 26 0,'0'0'192'0,"0"0"-121"16,-103-17 4-16,73 12 24 16,6-1 10-16,7-1-53 15,3 1-27-15,6 2 45 16,1 1-24-16,3 3 15 16,2 0-33-16,2 0-29 0,0 0 5 15,0 0-8-15,21 0-6 16,33 0-2-16,43 0 12 15,49 0-4-15,42 0 7 16,30 0-7-16,23 0 8 16,10-11-6-16,4 0-2 15,-11-1 0-15,-23 0 3 16,-28 5-3-16,-31-1 0 16,-29 3 2-16,-31 1-1 15,-22-4-1-15,-31 0 0 16,-22 4 3-16,-17 0-2 15,-8 1 15-15,-2 1 20 16,0 1-31-16,0 1 4 0,0 0-9 16,0 0-24-16,0 10-55 15,-9 10-100-15,4-8-188 16</inkml:trace>
  <inkml:trace contextRef="#ctx0" brushRef="#br0" timeOffset="3439.55">10577 3417 910 0,'0'0'30'0,"0"0"28"15,0 0-37-15,0 0-6 16,0 0-15-16,0 0-18 16,-6-21-29-16,26 52-71 0,5-9-195 15</inkml:trace>
  <inkml:trace contextRef="#ctx0" brushRef="#br0" timeOffset="18398.76">6972 4805 45 0,'0'0'116'0,"0"0"-70"15,0 0 9-15,0 0 53 16,0 0-42-16,0 0-24 16,0 0 8-16,0 0-25 15,25-47-22-15,-20 43 7 16,-2-1-10-16,-2 2 0 16,2-1 15-16,-3 1-8 15,2 1 18-15,-1-1-14 16,2-2-8-16,-2-2 13 0,1 0-16 15,1-3 0-15,3 1 10 16,-3-1 4-16,0-2-7 16,0-2-3-16,0-1 43 15,0 0-33-15,0-2 10 16,-3-3-20-16,0 6 7 16,0-2-6-16,0 3-5 15,0-1 0-15,0 2 0 16,-6-1-4-16,-3 2 4 15,-3 0 0-15,-3 2 1 16,3 2 2-16,-2 0-3 16,4 0 0-16,1 2 1 0,1 1 0 15,-1 0-1-15,0 1 0 16,-3-1 1-16,-2-1-1 16,-5 3 0-16,-2-1 0 15,-4 3 1-15,-1 0-2 16,1 0 1-16,3 0-5 15,-1 0 4-15,2 5 2 16,1 3 1-16,3 3-2 16,1 4 1-16,2 4-5 15,1 3 4-15,1 8 0 16,0 8-1-16,0 3 3 16,0 6-3-16,-1 4 1 15,1-1 0-15,4 1 1 0,1-1-1 16,4 0 0-16,3-3-3 15,0-6 6-15,3-6-5 16,12-8 2-16,1-6 0 16,5-10-7-16,6-6 7 15,6-5 0-15,3 0 6 16,-4-6-6-16,-2-5 0 16,-9-3-1-16,-2-1 5 15,-1-7 1-15,3-2-5 16,3-5 0-16,-3-1-1 15,0 2 3-15,-2 1-2 16,-5 1 0-16,0 2 0 0,-3 0-1 16,-3 2 1-16,2-2 0 15,-6 1 0-15,-2 2 5 16,-2 2-5-16,0 0 1 16,0 5 11-16,0-2-2 15,0 2-10-15,0 4 0 16,0-2 0-16,0 0 2 15,0 4 2-15,0-3-4 16,0 2 0-16,0 3 10 16,0 4 13-16,0-1-14 15,0 0 6-15,0-1-13 16,0-1 2-16,0 3-4 16,0 2 0-16,0 0-2 0,0 0 2 15,0 0 0 1,0 0 1-16,0 0-1 0,0 0-2 15,0 0-5-15,0 0-1 16,0 7-3-16,0 8 11 16,0 9 0-16,0 5 0 15,-5 5 1-15,-3 2-1 16,-3 3 0-16,5 0 1 16,-2-3 2-16,3-2-3 15,2-3 0-15,0-4 0 16,3-3 1-16,0-5 2 15,0-4-3-15,0 0 0 16,0-1 0-16,7 3 0 16,8 0 0-16,6-3 0 0,-2 1 2 15,1-3 1-15,-4-6-3 16,-3-2 1-16,-2 0 1 16,4-4-2-16,-2 0 0 15,5 0 3-15,3 0-2 16,3 0-1-16,0-8 0 15,-2-3 0-15,-4 1 7 16,-5 3-7-16,-8 2 0 16,-1 5 8-16,-2 0-4 15,-1-2 8-15,1-1-12 16,-2 2 7-16,3-4 7 16,-3 4-12-16,0-1 10 15,0-1 6-15,0-2-14 0,0 4-4 16,0-1-1-16,0 2 1 15,0 0-10-15,0 0 10 16,0 3-69-16,-9 17-34 16,-9-3-42-16,9-10-254 15</inkml:trace>
  <inkml:trace contextRef="#ctx0" brushRef="#br0" timeOffset="20628.96">6175 5892 274 0,'0'0'132'0,"0"0"-42"16,0 0-35-16,0 0-13 15,74-79-28-15,-48 65 20 16,6 3 9-16,-1 5-15 16,2 6 10-16,5 0-38 15,-2 6 2-15,0 17 0 16,-1 8-1-16,0 10-1 16,-2 4 0-16,-6 2 2 0,-5-1-3 15,-9-5 1-15,-8-7 0 16,-2-7 2-16,-3-10 3 15,0-9-7-15,0-7 2 16,0-1 0-16,-8-11 53 16,1-17-53-16,-2-9 4 15,0-7 3-15,1 1-6 16,5 1-2-16,3 5-3 16,0 4 2-16,11 9-15 15,13 9 16-15,9 5 1 16,6 10-4-16,4 0 4 15,2 11-1-15,-3 13 0 16,0 7 1-16,-4 5-3 16,-2-2 3-16,-5-3 0 0,-4-11 0 15,-6-8 0-15,-5-11-1 16,-3-1 1-16,0-9 0 16,-3-15-6-16,3-10 6 15,-3-7 0-15,-6-1-7 16,-2 0 10-16,-1 1-3 15,5 6 0-15,6 4 5 16,3 9-5-16,6 5-1 16,0 7 1-16,-2 10-7 15,-1 0 7-15,-3 15 0 16,3 17-2-16,-5 12 2 16,-1 10-7-16,2 5 7 0,-3 6 0 15,1 1 6-15,2 1-4 16,2-5-2-16,-1-8 0 15,2-9 2-15,-5-10-10 16,1-17-29-16,-6-18-306 16</inkml:trace>
  <inkml:trace contextRef="#ctx0" brushRef="#br0" timeOffset="23977.35">6717 6835 94 0,'0'0'54'0,"0"0"45"16,25-75-14-16,-20 53 69 15,-1 2-115-15,-2 1 29 16,-1-1-38-16,-1 4 21 16,0 2-7-16,0 1-7 15,0 5-17-15,0 1 14 16,0 5-14-16,0 1-12 16,0 1-8-16,0 3-12 15,0 19 6-15,0 17 3 0,-4 17 3 16,-10 21-3-16,-2 17 3 15,-8 10-1-15,0 3-2 16,-3-8 6-16,5-12 4 16,1-10-7-16,9-21 0 15,3-20 3-15,4-16-3 16,4-12 0-16,0-8 7 16,1 0 3-16,0-13 73 15,0-21-75-15,13-15-8 16,5-11-12-16,3 1-37 15,-5 6 6-15,-2 8 29 16,-2 8-30-16,2 8 13 0,6 8 18 16,2 8 13-1,1 9-13-15,3 4 10 0,3 3 3 16,-2 18 3-16,1 8-2 16,1 5 3-16,-4 3-4 15,-3 3 0-15,-5-2 7 16,-6-2-7-16,-9-7 0 15,-2-4 0-15,-2-3 1 16,-20-2 12-16,-12-1 10 16,-12-1 1-16,-8-1 19 15,-6-2-40-15,-1-3-3 16,0-3 12-16,6-2-11 16,10-3 1-16,12-1-2 15,17 0 0-15,7-3-5 0,9 1 5 16,0 0-91-16,16-1-134 15,11 0-73-15</inkml:trace>
  <inkml:trace contextRef="#ctx0" brushRef="#br0" timeOffset="24128.56">6702 7528 372 0,'0'0'141'0,"0"0"-48"16,0 0-4-16,0 0 7 15,0 0-52-15,0 0-44 16,-9 0-35-16,22 4-119 16,-2 0-16-16</inkml:trace>
  <inkml:trace contextRef="#ctx0" brushRef="#br0" timeOffset="27722.51">7548 4506 360 0,'0'0'62'0,"0"0"23"16,0 0-3-16,0 0-1 16,0 0-33-16,0 0-26 15,0-57 3-15,0 53-14 16,0 4 7-16,0 0-12 15,1 0-6-15,4 0-23 16,5 21-8-16,-1 10 31 0,0 10-1 16,-3 7 1-16,-2-1 0 15,-4-2 4-15,0-7-1 16,0-13-3-16,3-8 0 16,0-7 2-16,5-7-3 15,13-3 1-15,19-13 0 16,32-29 30-16,33-20-22 15,22-10-1-15,6-1-3 16,-5 9-2-16,-23 14 12 16,-23 12-14-16,-23 11 0 15,-21 8 12-15,-15 7-11 16,-10 6-1-16,-10 5 0 0,-3 1-7 16,0 0-3-1,-3 17-114-15,-21 12 105 16,-9 3-31-16,-1-2-131 0,4-13-191 15</inkml:trace>
  <inkml:trace contextRef="#ctx0" brushRef="#br0" timeOffset="27888.38">8522 4417 376 0,'0'0'133'0,"0"0"-53"16,0 0-61-16,0 0 33 15,0 0-52-15,0 0-21 0,-44 41-19 16,38-18-71 0,5-3-121-16</inkml:trace>
  <inkml:trace contextRef="#ctx0" brushRef="#br0" timeOffset="32334.65">7660 5782 29 0,'0'0'269'0,"0"0"-133"15,0 0-75-15,0 0 2 16,0 0-5-16,13-75-18 0,-13 72 37 16,2 1-6-16,-2 2-31 15,0 0-39-15,0 0 6 16,1 0-14-16,8 22-16 16,0 16 23-16,0 9 3 15,1 8-2-15,-4 1-2 16,-4-12 0-16,-2-7 1 15,3-12 1-15,0-9-1 16,0-8 0-16,3-5-3 16,-2-3 6-16,14 0 7 15,15-25-6-15,23-19-1 16,18-11 6-16,11-3-9 0,1 0 0 16,-4 8 2-1,-4 6-1-15,-7 7-2 0,-13 9 0 16,-16 8 1-16,-17 9 1 15,-12 8-1-15,-9 0 0 16,-4 3 2-16,0 0 3 16,0 0-10-16,0 0 5 15,0 0 0-15,0 0-1 16,0 0 1-16,0 0-4 16,0 0-9-16,-6 12-146 15,-9 5 50-15,0 0-147 16</inkml:trace>
  <inkml:trace contextRef="#ctx0" brushRef="#br0" timeOffset="32498.45">8539 5710 452 0,'0'0'102'15,"0"0"-53"-15,0 0 27 16,0 0 6-16,0 0-82 15,0 0-9-15,-5 28-130 16,-4 0 61-16,1-6-131 16</inkml:trace>
  <inkml:trace contextRef="#ctx0" brushRef="#br0" timeOffset="34382.25">7376 7163 126 0,'0'0'56'0,"0"0"1"16,0 0-25-16,0 0 74 16,20-75-30-16,-19 59-9 15,1 1-2-15,-2 3-23 0,0-2 9 16,0 6 12 0,0 3-60-16,0 2 31 0,0 3-29 15,3 0-5-15,-2 0-2 16,5 13-4-16,-2 12 4 15,4 7 2-15,-2 9 0 16,0 3 2-16,-3 1-2 16,1-4 0-16,-4-6 6 15,0-8-6-15,3-7 3 16,0-11-3-16,3-4 0 16,3-5 0-16,15-3 9 15,18-27-9-15,31-15 18 16,24-13-16-16,17-6 5 15,7-2-7-15,-3 3 0 16,-13 7-2-16,-19 11 2 0,-22 11 0 16,-19 11 2-1,-19 7-1-15,-12 6 9 0,-8 6 1 16,-4 3 0-16,-2 1 15 16,0 0-26-16,0 0 0 15,0 0-4-15,0 0 2 16,0 0 0-16,0 0-33 15,-2 2-24-15,-11 14 18 16,-2 2-101-16,-2-5-100 16</inkml:trace>
  <inkml:trace contextRef="#ctx0" brushRef="#br0" timeOffset="34529.24">8365 6964 307 0,'0'0'147'0,"0"0"-48"16,0 0-27-16,0 0-9 16,0 0-63-16,0 0-59 15,-15 31-28-15,6-17-123 16</inkml:trace>
  <inkml:trace contextRef="#ctx0" brushRef="#br0" timeOffset="57609.56">5604 9405 61 0,'0'0'32'15,"0"0"22"-15,0 0-1 16,0 0 9-16,0 0 12 15,0 0 50-15,0 0-29 0,0 0-22 16,-15 9-8-16,15-9 22 16,-4 2-56-16,4-2-22 15,0 0 6-15,0 0-12 16,0 0 7-16,0 0-2 16,0 0-7-16,0 0 35 15,0 0-24-15,-3 0 16 16,3-5 1-16,0-7-28 15,0-5 2-15,0-5-3 16,0-8 5-16,12-10-5 16,4-10 0-16,5-9-1 0,1-4 0 15,-3 3 2 1,3 2-2-16,-3 0-17 0,2-1-16 16,-2 0 32-1,-5 0-31-15,1 5 30 0,-9 3 3 16,-3 3 1-16,-3 4-1 15,0 2 0-15,-3 2 0 16,-8 2 1-16,-2 4-1 16,1 3 0-16,1 6 1 15,1 5 5-15,4 5-6 16,1 7 0-16,2 4 0 16,2 1 13-16,1 2-12 15,0 0-1-15,0 1 3 16,0 0-1-16,-3 0-4 15,3 0 2-15,-2 0 0 0,1 0-12 16,-5 16 12-16,-1 13 0 16,-4 15-2-16,-1 12 4 15,0 7-1-15,6 5-1 16,5 4 0-16,1 3-3 16,0 5 3-16,9 1 0 15,3 1-1-15,3-1 5 16,-4-6-2-16,3-5-2 15,-2-8 0-15,3-15-5 16,1-8 5-16,-2-10 0 16,1-10-2-16,-1-2 5 15,0-9-2-15,3-2-1 16,2-5 1-16,2-1 3 16,5 0-4-16,3 0-8 0,-1-4 1 15,2-4-67-15,-3-1-48 16,-8-2 16-16,-4-3-109 15,-12-10-56-15</inkml:trace>
  <inkml:trace contextRef="#ctx0" brushRef="#br0" timeOffset="57895.65">5082 8970 488 0,'0'0'40'0,"0"0"88"16,0 0-54-16,0 0-41 16,0 0-2-16,0 0-31 15,27-26-2-15,29 14 1 16,22-5 2-16,12 2 13 15,2-2-12-15,4 0-2 16,2 1 0-16,-1-1-8 16,-3 2-68-16,-16-4-85 15,-23 2-217-15</inkml:trace>
  <inkml:trace contextRef="#ctx0" brushRef="#br0" timeOffset="60357.52">6213 9506 178 0,'0'0'133'16,"0"0"-49"-16,0 0-26 15,0 0-20-15,0 0 16 16,0 0-32-16,1 0-7 15,-1 0 20-15,0 0-17 0,0 0 12 16,0 0-2-16,0 0-10 16,0 0-2-16,0 0-16 15,2 0-3-15,4 0 0 16,4 0 4-16,-1 0-1 16,-1 0 0-16,0 0 2 15,0-3-2-15,4 3 0 16,1-5 0-16,2 1 3 15,3-1-1-15,-3-2-2 16,4 1 0-16,-5 2 1 16,2-1 0-16,-4-1-1 0,-2 0 0 15,-4-2 8 1,-1-1-5-16,0-4 13 0,-1-1 18 16,-1 0-29-1,0-1 15-15,0 1-20 0,-3 2 0 16,0 0-1-16,0 4 1 15,0 1 0-15,0 2-8 16,0-2 5-16,0 0-6 16,0 0 7-16,0 0 2 15,0-1 6-15,0-1-4 16,0 1 1-16,0 1-2 16,0 0 3-16,0-1-1 15,0 3-3-15,-4-1 0 16,1 3-4-16,0-2 6 0,0 2-3 15,-5 0 1-15,5 0 0 16,-6 0-8-16,3-2 8 16,0 3 0-16,2-1 0 15,-1 3 3-15,-1 0-4 16,-1 0 1-16,1 0 0 16,1 0-9-16,-2 5 9 15,-2 3 0-15,-1 3-6 16,-1 0 9-16,2 1-3 15,2-1 0-15,-1-1 1 16,2-4-2-16,2 0 1 16,-1-4 0-16,5 2-3 15,-4 2 7-15,4 1-4 0,0-3 0 16,-3 4 0 0,1 2-4-16,-1 0 4 0,2 1 0 15,-2 0-1-15,-2 3 2 16,2-1-1-16,-2 2 0 15,0 0 0-15,2-2-4 16,2 1 4-16,1 1 0 16,0 1-2-16,0 2 2 15,0 2 0-15,1-1-3 16,5 1 3-16,3-2-2 16,-2 1 2-16,-1-2 0 15,6 0-1-15,-1-2 2 0,1-1-2 16,3 1 1-1,1-1 0-15,5 0-2 0,0-1 2 16,-2-4 0-16,-1-1 1 16,0-2 1-16,-8-3-1 15,-1-2-1-15,-4-1 0 16,2 0 59-16,-2 0-37 16,-1 0-11-16,2 0 14 15,-1 0-14-15,-1 0-7 16,-2 0-4-16,-2 0 0 15,4 0 2-15,-4 0-2 16,0 0 0-16,0 0 3 16,0 0-1-16,0 0-1 15,0 0-1-15,0 0 0 16,0 0-4-16,0 0 4 16,0 0 0-16,0 0-5 15,3 0 8-15,1-1-3 0,1-2 0 16,0 2 2-16,2-2-5 15,0 1 3-15,1 0 0 16,-2 1 3-16,0-1 0 16,-3 2-6-16,0-2 1 15,1 2 2-15,-1 0-5 16,-3 0 5-16,3 0-20 16,-1 0 6-16,-1 0-7 15,2 0-12-15,0 0-12 16,5-3-18-16,2-1 43 15,5-6-65-15,6-5-183 0</inkml:trace>
  <inkml:trace contextRef="#ctx0" brushRef="#br0" timeOffset="61478.23">6751 8843 255 0,'0'0'24'0,"0"0"-16"15,0 0-6-15,0 0 60 16,0 0 26-16,0 0-12 15,0 0-25-15,105-25 17 16,-64 14-52-16,6 1-1 16,3 1-6-16,2 1-6 15,-2 2-2-15,-3 2-1 16,-6 2 0-16,-10 2 0 16,-9 0 0-16,-13 0-1 15,-7 0 1-15,-2 0-13 0,0 10-15 16,-19 6-7-1,-16 6-19-15,-5-3-148 0</inkml:trace>
  <inkml:trace contextRef="#ctx0" brushRef="#br0" timeOffset="61945.02">6738 9168 352 0,'0'0'117'15,"0"0"-52"-15,0 0-51 16,0 0-6-16,0 0-8 16,0 0 37-16,129-21-17 15,-72 17 8-15,6-2 4 16,1 0-8-16,-7 1-9 0,-2-2-11 15,-12 2-4-15,-10 1 8 16,-14 1-2-16,-10 2 10 16,-7 1-16-16,-2 0 0 15,0 0 16-15,0 0-16 16,0 0-9-16,-10 9-44 16,-12 11-58-16,-4 2-69 15,2-3-118-15</inkml:trace>
  <inkml:trace contextRef="#ctx0" brushRef="#br0" timeOffset="65618.17">8584 8422 279 0,'0'0'57'16,"0"0"59"-16,0 0-49 15,0 0-39-15,0 0 2 16,2-84 1-16,-2 73 5 16,0-3-18-16,0 0-6 15,-5-3 1-15,-2-2 26 16,-3-1-21-16,-4-2 16 0,0 0-11 15,-6 0-11-15,-1 2 6 16,0 4-18-16,-3 8 0 16,3 6-1-16,-5 2 2 15,3 0-11-15,-7 20 7 16,0 5 3-16,0 9 4 16,2 8-4-16,3 5 0 15,5 6-2-15,6 5 6 16,6 2-14-16,8-2 10 15,0-1 0-15,10-7-9 16,14-12-3-16,6-12 0 16,7-14-15-16,10-12 27 15,9-8 2-15,7-24-2 16,1-13 0-16,-4-9 9 0,-13-4-6 16,-12-3 5-1,-14 3 25-15,-14 2-23 0,-7 3 27 16,0 10-18-16,-16 6-12 15,-1 13 7-15,4 10-14 16,6 11 0-16,4 3-2 16,3 5-19-16,0 22 20 15,0 14-7-15,0 10 8 16,0 9-2-16,7 2 3 16,9 4-1-16,6-5 0 15,7-7-12-15,10-11 5 16,9-14-20-16,10-14 1 0,3-13 20 15,0-2-105-15,-6-25-85 16</inkml:trace>
  <inkml:trace contextRef="#ctx0" brushRef="#br0" timeOffset="66118.34">9387 8140 439 0,'0'0'50'0,"0"0"119"16,0 0-101-1,0 0-11-15,0 0-23 0,0 0-25 16,15-38-18-16,-10 67 5 16,4 10 1-16,-4 10-3 15,0 9 2-15,-5 1 4 16,0 2 0-16,0-7 2 16,0-8 6-16,-7-10-8 15,1-8 0-15,2-8 11 16,0-8-11-16,-1-6-52 15,-1-6-128-15,3-18-256 16</inkml:trace>
  <inkml:trace contextRef="#ctx0" brushRef="#br0" timeOffset="66301.44">9090 8358 551 0,'0'0'60'16,"0"0"-13"-16,0 0-42 15,0 0-3-15,96-17 98 16,-19 8-73-16,12-1-18 16,5 2 8-16,0 0-11 15,-3 2-6-15,-6 2-7 16,-10 1-108-16,-12-8-85 16</inkml:trace>
  <inkml:trace contextRef="#ctx0" brushRef="#br0" timeOffset="66801.11">9981 7996 617 0,'0'0'56'16,"0"0"56"-16,0 0-100 15,0 0-12-15,0 0 0 0,0 0 11 16,38 78-11 0,-27-30 0-16,1 3 2 0,-2 2 2 15,-3-2-2-15,-2-6-2 16,0-9 2-16,4-11 2 15,5-13-4-15,10-10 0 16,15-4-1-16,10-25 1 16,7-16-34-16,-4-6-7 15,-11-1 41-15,-14 1-5 16,-12 5 11-16,-9 8 101 16,-6 6-95-16,0 12 73 15,0 8-62-15,0 6-23 0,0 4 8 16,0 14-20-1,0 24-15-15,0 15 27 0,0 13-3 16,0 2 3-16,0-3-12 16,0-11-33-16,0-15-38 15,3-13 66-15,9-14-78 16,3-12-3-16,4-17-286 16</inkml:trace>
  <inkml:trace contextRef="#ctx0" brushRef="#br0" timeOffset="67300.46">10620 8133 851 0,'0'0'82'15,"0"0"-74"-15,0 0-8 16,0 0-1-16,0 0-1 0,1 107 4 16,4-65 0-16,0-9-2 15,-2-10 0-15,1-9-1 16,-2-8 1-16,-1-6-9 15,0 0-4-15,-1 0 13 16,4-11 8-16,2-18-8 16,4-4-48-16,7-3 14 15,-1 10 22-15,-3 10 4 16,4 8 7-16,-5 8-5 16,-1 0 6-16,-2 9-9 15,-1 9 5-15,-3 6-8 16,-1 3 8-16,0-1 4 0,-1-6 0 15,-1-7 3-15,-2-7 0 16,3-4-3-16,-3-2 0 16,3 0 22-16,4-11-15 15,10-15-2-15,9-9-5 16,4-5-16-16,-6 7 12 16,-4 7-1-16,-7 7 5 15,-6 11 43-15,-2 5-20 16,-4 3-11-16,3 0-12 15,5 15 1-15,1 13-7 16,-1 9 2-16,-3 7 4 16,0 4-1-16,-2 2 1 15,2-3-52-15,2-3-43 0,2-19-78 16,5-20-203 0</inkml:trace>
  <inkml:trace contextRef="#ctx0" brushRef="#br0" timeOffset="67538.26">11599 7830 890 0,'0'0'9'16,"0"0"-1"-16,0 0-8 16,0 0-2-16,0 0-9 15,-30 87 11-15,11-15 0 0,1 4 0 16,9 2 5-1,4-10-10-15,5-5 5 0,0-9 0 16,0-6-11-16,0-5 11 16,0-9-24-16,2-6-37 15,-1-10-56-15,-1-16-25 16,0-3-171-16</inkml:trace>
  <inkml:trace contextRef="#ctx0" brushRef="#br0" timeOffset="67736.28">11134 8262 347 0,'0'0'99'0,"0"0"-84"16,0 0 27-16,0 0 31 0,94 20 15 16,-35-20-30-16,15 0-23 15,7-8-5-15,2-9-30 16,-2-4 6-16,-6 1-6 15,-1-2-97-15,-8-7-140 16</inkml:trace>
  <inkml:trace contextRef="#ctx0" brushRef="#br0" timeOffset="68199.11">12020 7674 820 0,'0'0'64'0,"0"0"-9"16,0 0-54-16,0 0-1 16,0 0-5-16,0 0-5 15,1 97 10-15,-15-7 0 16,-8 7-1-16,-1-1 1 16,3-15-3-16,5-25 3 15,11-21-19-15,2-15 18 16,2-13-18-16,0-7 19 15,0 0 8-15,8-25 8 16,15-15-16-16,9-8 0 16,5 1-27-16,0 7 4 15,-4 15-22-15,-6 12 37 0,-6 11 0 16,-2 2 8 0,-4 16-1-16,-2 13-1 0,-5 10-4 15,-6 4-4-15,-2 7 3 16,0-2 7-16,-10-7-1 15,2-10 4-15,3-13-3 16,4-11 5-16,-4-7-3 16,-10 0 47-16,-16 0 43 15,-15-14-85-15,-9-1 4 16,-1 3-11-16,4 7-2 16,9 5-96-16,17 0-117 15,19 0-337-15</inkml:trace>
  <inkml:trace contextRef="#ctx0" brushRef="#br0" timeOffset="68936.12">8195 8983 569 0,'0'0'8'15,"0"0"7"-15,0 0 4 16,0 0-14-16,0 0 29 16,0 0 33-16,-24-44-53 15,77 40-12-15,39 0 7 16,45 3 12-16,44 1 24 16,49 0-19-16,48 0-21 0,32 0-2 15,17-5-2-15,4-6-2 16,-1-5-2-16,-13-7-24 15,-20-2 18-15,-32-1-1 16,-38-1 10-16,-37 2 3 16,-42 3-2-16,-45 7 10 15,-35 6-6-15,-35 9 0 16,-30 0-10-16,-22 20-68 16,-56 5-45-16,-46-2-281 15</inkml:trace>
  <inkml:trace contextRef="#ctx0" brushRef="#br0" timeOffset="69448.48">10198 9160 112 0,'0'0'627'0,"0"0"-571"16,0 0 12-16,0 0-68 15,0 0-8-15,0 0 8 16,-49 30 0-16,43 24-2 16,-3 7 0-16,2 2 2 15,0 4-7-15,5-4 7 16,0 0 0-16,2-6 3 16,0-10 0-16,2-13-3 15,10-14 0-15,7-11 0 16,6-9 5-16,6-2 0 0,2-20-5 15,-3-8 30-15,-8-5 8 16,-9-2 9-16,-13 0-28 16,0 0-16-16,-38 1 18 15,-23 13-21-15,-13 12-6 16,2 11-34-16,14 20-58 16,29 5-114-16,29-13-280 15</inkml:trace>
  <inkml:trace contextRef="#ctx0" brushRef="#br0" timeOffset="70229.99">12558 7674 536 0,'0'0'10'15,"0"0"-7"-15,102 5 18 16,-46 27-11-16,4 17 12 16,-2 24 5-16,-8 16-18 15,-13 14 2-15,-14 10-11 16,-17-2 0-16,-6 1 14 16,-25-3-10-16,-26-8 8 15,-33-6 6-15,-27-4-18 16,-24-17-131-16,-11-19-386 15</inkml:trace>
  <inkml:trace contextRef="#ctx0" brushRef="#br0" timeOffset="71063.45">7898 7779 470 0,'0'0'92'0,"0"0"-78"15,0 0-13-15,0 0 4 16,-89 57-2-16,66-7 0 15,1 22 2-15,-2 16 15 16,5 10 18-16,5 10-27 16,7-2-2-16,7-2 4 15,4-9-10-15,26-15 3 0,15-19-6 16,16-20-12 0,8-22 11-16,-1-19-186 0</inkml:trace>
  <inkml:trace contextRef="#ctx0" brushRef="#br0" timeOffset="71231.35">7879 8713 573 0,'0'0'75'0,"0"0"-75"0,0 0-3 16,0 0-54-1,0 0-29-15,0 0-179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13:07.060"/>
    </inkml:context>
    <inkml:brush xml:id="br0">
      <inkml:brushProperty name="width" value="0.05292" units="cm"/>
      <inkml:brushProperty name="height" value="0.05292" units="cm"/>
      <inkml:brushProperty name="color" value="#FF0000"/>
    </inkml:brush>
  </inkml:definitions>
  <inkml:trace contextRef="#ctx0" brushRef="#br0">3253 5796 403 0,'0'0'99'0,"0"0"-16"0,0 0-46 16,0 0 47-16,0 0 8 15,0 0-51-15,0 0-27 16,-5-72 8-16,3 69-4 16,2 3 13-16,0 0-27 15,0 0 3-15,0 0-4 16,0 0-3-16,0 0-12 16,0 20-23-16,0 11 32 15,12 10-3-15,-3 10 4 16,0 2 2-16,0 5-8 15,-5 3 8-15,-1-1-3 16,-3 3 2-16,0-5 2 16,0-6 2-16,0-12-3 15,0-11 0-15,-1-9 0 0,-1-11 1 16,2-2-1-16,-1-6 8 16,1-1-3-16,-5 0 20 15,-5-20 22-15,-4-14-47 16,-5-9-21-16,-1-6-15 15,0 2 34-15,-3 2-1 16,1 4-71-16,-2 7 19 16,2 5-37-16,1 2 31 15,12 4 28-15,6 1-87 16,3-2-22-16,0 2 93 16,9-2 40-16,7-3 9 15,-1 2 7-15,0-1 42 0,-3 4 64 16,-3 2-76-16,-2 4 5 15,-4 4 28-15,0 4-21 16,-3 2-41-16,2 3-8 16,-2 1 0-16,0-1 7 15,0-1-7-15,0-1 0 16,0 0 0-16,0 0 0 16,1 2 2-16,1 0-2 15,-1-1 0-15,4 0 18 16,1-1-18-16,7 1 4 15,1-1-4-15,2 2 4 16,2 0-6-16,2 1 2 16,5-1 0-16,-2 3-2 0,2 0 2 15,-2 0 0-15,0 3 0 16,-3 13 4-16,0 4-6 16,-2 4 2-16,-5 5 0 15,-8 10-10-15,-5 6 6 16,-5 7 4-16,-25-1 1 15,-13 2 6-15,-4-7 9 16,-1-8-16-16,3-6 0 16,8-11 5-16,7-5-3 15,8-7 1-15,8-4 4 16,6-4-3-16,1-1 5 16,4 0 4-16,2 0 43 0,1-6-21 15,0-3-15-15,11-2-20 16,17-1-6-16,7 3 6 15,1 6-3-15,-3 3 3 16,-3 0 0-16,-4 7-7 16,0 13 4-16,-6 6 3 15,-1 10-3-15,-6 4 0 16,-4 1-3-16,-3 2 6 16,-6-3 0-16,0-7-7 15,0-4 9-15,-8-7-2 16,-14-3 1-16,-8-5 1 15,-7-4 6-15,-9 0-8 16,-3-8 0-16,-2-2 9 0,0 0-6 16,6 0 5-1,10-2 10-15,17-1-17 0,10 3-2 16,8 0-49-16,17-7-230 16,24-7-61-16</inkml:trace>
  <inkml:trace contextRef="#ctx0" brushRef="#br0" timeOffset="418.34">3531 6358 336 0,'0'0'198'15,"0"0"-190"-15,0 0-8 16,0 0 30-16,0 0 65 16,0 0-29-16,103-37-1 15,-73 8 5-15,-2-4-70 16,-1-2 16-16,-12 2 13 16,0-1-27-16,-9 2 4 15,-6 2 16-15,0 2-19 16,-14 0-1-16,-7 7-2 15,-4 10 0-15,3 8-10 16,2 3 8-16,4 12-15 16,4 14-4-16,6 8 3 0,6 8 13 15,0 5-14 1,4 3-6-16,16-7 11 0,12-8 14 16,6-12-32-16,10-18-28 15,11-5 59-15,6-25-7 16,3-17-44-16,-7-9-42 15,-13-6-237-15</inkml:trace>
  <inkml:trace contextRef="#ctx0" brushRef="#br0" timeOffset="1049.89">3893 5750 472 0,'0'0'159'15,"0"0"-41"-15,0 0-111 16,0 0 1-16,0 0 29 15,0 0-37-15,-1 10-10 16,19 24 10-16,3 11 0 16,-2 7-3-16,-1 2 3 15,0-4 0-15,-2-3 4 16,-2-3-3-16,4-3-1 16,-1-6 0-16,6-4-7 15,1-9 2-15,11-13-64 16,7-9 32-16,12-2 8 15,7-25-49-15,-1-11-133 16,-8-6-2-16,-9 1 213 16,-16-2 22-16,-12 4 168 15,-9 4 53-15,-6 4-61 0,0 3-81 16,0 10-24-16,0 9-43 16,0 7-32-16,0 4-2 15,-1 0 0-15,-4 17-46 16,-4 17 22-16,-3 12 19 15,-3 3-2-15,2-6-6 16,4-11-15-16,6-10 26 16,3-13-46-16,0-7-2 15,0-2 39-15,0 0 11 16,0-14 58-16,15-13 6 16,3-10-54-16,-2 2 2 15,-7 3-7-15,-6 10 43 0,-3 8-1 16,0 9-34-16,0 3 3 15,0 2-16-15,0 0-18 16,9 10 16-16,6 14-58 16,10 10 60-16,11 4-3 15,3 1 1-15,5-3 0 16,-6-7-2-16,-5-11-3 16,-5-12-4-16,3-6 11 15,3-14 0-15,3-17-1 16,-3-8-5-16,-2-5-58 15,-15 1-109-15,-14 2-84 16</inkml:trace>
  <inkml:trace contextRef="#ctx0" brushRef="#br0" timeOffset="1281.09">4029 5892 724 0,'0'0'101'16,"0"0"-34"-16,0 0-11 15,0 0-9-15,0 0-40 16,0 0-1-16,13-21-10 16,19 11 4-16,13-1-9 15,10-3 7-15,10-3-48 0,16-8-31 16,7-14-92-16</inkml:trace>
  <inkml:trace contextRef="#ctx0" brushRef="#br0" timeOffset="1821.56">4402 5877 59 0,'0'0'343'16,"0"0"-203"-16,0 0-27 16,0 0-7-16,0 0-78 15,0 0-28-15,-26-21-26 16,25 34-30-16,-5 13 43 15,3 8 8-15,3 3-33 16,0-3-16-16,12-10-122 16,16-14-65-16</inkml:trace>
  <inkml:trace contextRef="#ctx0" brushRef="#br0" timeOffset="2780.9">5620 5409 614 0,'0'0'71'0,"0"0"6"15,0 0 13-15,0 0-42 0,0 0-48 16,0 0-3-16,-8-36-15 15,22 70 18-15,2 14 0 16,-2 11 0-16,-3 6 0 16,-8-1-39-16,-3-12 9 15,0-14-16-15,0-16 38 16,0-12-26-16,0-10 34 16,0 0 9-16,-9 0-4 15,-23-3 14-15,-17-9-19 16,-7 3 5-16,3 3 2 15,6 6 7-15,12 1-1 16,10 25-13-16,8 8-3 16,11 6-2-16,6 1-49 0,8-1 31 15,20-7 3-15,11-8-3 16,13-12-28-16,9-13 10 16,4-8 36-16,-3-27 5 15,-5-12 0-15,-8-9 0 16,-9 2 0-16,-14 4 8 15,-11 7 42-15,-12 9 19 16,-3 7 14-16,0 10-10 16,0 9-18-16,0 5-47 15,0 3-8-15,0 3-40 16,0 22-44-16,0 16 78 16,0 14 6-16,0 3-5 0,0-1-59 15,10-8-7-15,7-18-21 16,4-20-250-16</inkml:trace>
  <inkml:trace contextRef="#ctx0" brushRef="#br0" timeOffset="2922.99">5856 5446 572 0,'0'0'0'0,"0"0"-164"15,0 0 147-15,100 38-122 16</inkml:trace>
  <inkml:trace contextRef="#ctx0" brushRef="#br0" timeOffset="3209.91">6299 5494 274 0,'0'0'233'16,"0"0"-141"-16,-95-10 15 15,77 20-107-15,4 17-11 16,1 11 10-16,4 9 2 16,8 6-2-16,1 4-3 15,4-2 4-15,14-5 9 16,-3-11-7-16,0-13-2 16,-9-5 10-16,-2-11-6 15,-4-3 7-15,0-4-11 0,0-3 0 16,-7 0 30-16,-14 0-28 15,-8 0 4-15,3-7-6 16,11-5 4-16,13-2-8 16,8-5-44-16,35-7-246 15</inkml:trace>
  <inkml:trace contextRef="#ctx0" brushRef="#br0" timeOffset="3430.03">6756 5444 546 0,'0'0'40'15,"0"-81"91"-15,-21 45 4 16,-3 6-103-16,0 10 21 16,8 9-42-16,4 11 2 0,-1 1-26 15,-1 26 6-15,-5 20-1 16,-4 15 5-16,-2 14-2 16,2 9 5-16,10-3-43 15,6-2-10-15,7-10 30 16,0-16-65-16,3-13 4 15,8-15-34-15,-3-12-103 16</inkml:trace>
  <inkml:trace contextRef="#ctx0" brushRef="#br0" timeOffset="3830.28">6417 5621 276 0,'0'0'464'15,"0"0"-464"-15,0 0-43 16,0 0 39-16,105 2 4 16,-76 18-3-16,1 7 3 15,-1 5 0-15,-4 4 5 16,-3 0-1-16,-8-6 0 16,-4-6-4-16,-7-11 0 15,-2-9 3-15,-1 0-3 16,0-4-25-16,0 0 25 15,0-17 9-15,0-16 74 16,0-16-83-16,6-4-2 16,7 5-6-16,6 9 16 0,0 13-16 15,2 6-2-15,0 7 10 16,1 7 15-16,-5 6-15 16,1 0-8-16,-3 2 8 15,-4 16-21-15,-2 10 15 16,-1 11 6-16,2 7 0 15,-2 3 6-15,4-2-6 16,6-13-36-16,-3-19-97 16,7-15-296-16</inkml:trace>
  <inkml:trace contextRef="#ctx0" brushRef="#br0" timeOffset="3996.56">6935 5141 780 0,'0'0'145'16,"0"0"-145"-16,0 0-1 15,0 0-83-15,0 0-15 16,0 0 91-16,-2 116-86 16,13-68-173-16</inkml:trace>
  <inkml:trace contextRef="#ctx0" brushRef="#br0" timeOffset="4961.62">7175 5232 896 0,'0'0'3'0,"0"0"-3"15,0 0-72-15,0 0 72 16,-3 107-3-16,0-37 3 15,1 5 0-15,1-8 2 16,1-15 1-16,0-16-3 16,0-15 10-16,0-10-9 15,0-5 13-15,0-5-14 16,0-1 0-16,1 0 20 16,8-4-19-16,8-21-1 15,5-3-3-15,2-2-108 0,-6 9 110 16,-11 10 2-16,-4 11 15 15,-1 0 4-15,-2 0-20 16,4 17-19-16,-2 11 17 16,-1 11 2-16,-1 3 2 15,0 3-2-15,-1-1 0 16,-8-7 11-16,0-7-5 16,-3-10-5-16,-2-6 5 15,-5-3-4-15,-6-9 11 16,-5-2-13-16,-1-4 0 15,3-20 4-15,12-4 1 16,12-3-5-16,4-2 3 16,15 3 1-16,18-1-8 15,8 6-7-15,-2 6 11 0,-3 10-1 16,-9 4 2-16,-8 5-2 16,-5 0-5-16,-2 7-1 15,-1 8-2-15,-2 5 9 16,-1 6 0-16,1 3-6 15,-2-3 9-15,4-4-3 16,-1-11 0-16,2-8 0 16,2-3 14-16,5-9-8 15,5-18 45-15,-2-7-11 16,1-4-7-16,-6 4-12 0,-5 5-21 16,-1 9 6-1,-4 5 6-15,-2 8-12 0,-4 3 0 16,2 4-6-16,-2 0 6 15,6 0-8-15,9 13-28 16,9 12 30-16,10 12-3 16,5 1 9-16,0-4 0 15,-3-7-4-15,1-15 5 16,-5-12-1-16,7-3 0 16,8-28 0-16,4-16 5 15,3-10-5-15,-7-8 0 16,-12 0-2-16,-16-2 3 15,-18 0-2-15,-2 0-3 16,-27 2 4-16,-6 7 26 16,5 14 13-16,7 17-7 0,11 14-3 15,7 8-29-15,3 5-5 16,-2 13-18-16,-2 30-9 16,-4 23 21-16,-2 20 11 15,2 2 0-15,7-5-3 16,1-13-4-16,12-13-5 15,15-5-5-15,1-11-11 16,-1-12-10-16,-11-17-144 16,-11-13-173-16</inkml:trace>
  <inkml:trace contextRef="#ctx0" brushRef="#br0" timeOffset="5227.5">7881 5404 848 0,'0'0'2'15,"0"0"10"-15,0 0-19 16,0 0 12-16,102-43-5 16,-23 31 20-16,9 1-19 15,-3 2 4-15,-12 7-5 16,-13 2 0-16,-15 0-2 16,-14 2 2-16,-12 13-4 15,-8 4 1-15,-7 8 0 16,-4 3 3-16,0 3 0 15,-10 1 3-15,-3 4 0 16,2-4-3-16,2-4-10 16,7-4-52-16,2-12-80 15,5-11-44-15,15-3-132 0</inkml:trace>
  <inkml:trace contextRef="#ctx0" brushRef="#br0" timeOffset="5481.52">8596 5484 320 0,'0'0'196'0,"0"0"-149"16,0 0-27-16,0 0-3 16,0 0-17-16,0 0 11 15,-19 87-4-15,14-52-5 16,5 3 19-16,0 0-19 0,14-5 11 16,11-7 34-1,-2-7 18-15,5-14-20 0,-3-5 30 16,2-15-28-16,3-18 5 15,-2-7-52-15,1-8 0 16,-10 1 0-16,-10 5-3 16,-9 3-34-16,-24 13-42 15,-22 7-127-15,-15 7-23 16,-4 7-51-16</inkml:trace>
  <inkml:trace contextRef="#ctx0" brushRef="#br0" timeOffset="5840.78">8596 5484 277 0,'33'19'105'0,"4"-1"-21"16,1 6-42-16,-4-4 39 16,-1 3-22-16,-6-2-28 0,-5-1-28 15,-4 2 21-15,-8-3-23 16,-1-4-1-16,-4-7 5 16,-4-5-5-16,5-3 0 15,2-4 15-15,5-20-6 16,8-8-9-16,6-4-11 15,-5 0 11-15,1 4 0 16,-4 11 7-16,-6 5 10 16,-2 8 35-16,-2 7-42 15,-2 1-4-15,2 0-6 16,2 9-9-16,1 9 5 16,0 6 8-16,-2 3-8 0,5 0 2 15,-3-1 2-15,0-4 6 16,-2-4-6-16,-1-2 0 15,-3-2 4-15,-3-4-3 16,-1 2-2-16,-2-2-36 16,0-5-56-16,0-5 4 15,-2 0-224-15</inkml:trace>
  <inkml:trace contextRef="#ctx0" brushRef="#br0" timeOffset="6044.69">8539 4887 952 0,'0'0'25'16,"0"0"-19"-16,0 0-2 16,0 0-4-16,0 0-17 15,0 0 15-15,74 41-31 16,-46 14-54-16,-10 5-46 15,-11-11-154-15</inkml:trace>
  <inkml:trace contextRef="#ctx0" brushRef="#br0" timeOffset="92209.55">15661 7769 241 0,'0'0'16'0,"0"0"21"15,0 0 7-15,0 0-5 16,0 0-35-16,0 0-3 15,0 0 33-15,0 0-5 16,-11-9-7-16,9 6 30 16,1 0-17-16,-1-2 4 15,-1 1-30-15,2 3 2 16,-1-2 6-16,2 3-3 16,-1-1 5-16,1 1-19 0,0 0 4 15,0 0 15 1,0-2-19-16,0 1 0 0,10-1 6 15,11-1-6-15,10 0 5 16,7 1-5-16,8 0 2 16,9 2 6-16,11 0-8 15,12 0 0-15,9 0 2 16,9 0-1-16,6 3 0 16,3 4-1-16,-3 2 0 15,-7-4-2-15,-4 1 2 16,-6-3-3-16,-3-1 0 15,2-1 6-15,-2 2-5 16,0-1 2-16,0 4 0 16,4 1-9-16,-5 2-4 15,-2 0 6-15,-6 1-1 0,-7 2-8 16,-6-2 13 0,-2 0-1-16,-9-5 4 0,3-2 2 15,-4-1-2-15,2-2 0 16,0 1-1-16,8-1 5 15,4 0-5-15,4 0 1 16,0 3 0-16,-4-3 1 16,-2 3-1-16,-3-2 0 15,-2-1-1-15,1 1 4 16,1-1 1-16,3 2-4 16,0-2 0-16,-2 0 8 15,-3 0-7-15,-9 0-1 0,-4 0 11 16,-11 0-9-1,-9 0 13-15,-8 0-14 0,-8 0 2 16,-3 0 42-16,-3 0 3 16,0 0 2-16,0 0 2 15,0 0-10-15,0 0 3 16,0 0-37-16,0 0-1 16,0 0-2-16,0 0-5 15,0 0 0-15,0 0-4 16,0 0 2-16,0 1-20 15,0 1-51-15,0 2-45 16,-9 1-18-16,-3-5 38 16,-1 0-340-16</inkml:trace>
  <inkml:trace contextRef="#ctx0" brushRef="#br0" timeOffset="119286.76">18274 12542 274 0,'0'0'45'0,"0"0"-45"16,0 0-27-16,0 0 21 15,0 0 3 1,0 0-3-16,0 0 0 0,0 0 6 16,0 0 4-16,0-4-4 15,0 4 0-15,0 0 4 16,0 0-4-16,0 0-105 15</inkml:trace>
  <inkml:trace contextRef="#ctx0" brushRef="#br0" timeOffset="119499.4">18502 12506 264 0,'0'0'0'0,"0"0"-140"16</inkml:trace>
  <inkml:trace contextRef="#ctx0" brushRef="#br0" timeOffset="119670.66">18782 12557 609 0,'0'0'0'0,"0"0"-176"15,0 0-7-15</inkml:trace>
  <inkml:trace contextRef="#ctx0" brushRef="#br0" timeOffset="121101.65">16533 12583 416 0,'0'0'116'0,"0"0"-25"15,0 0-7-15,0 0-12 16,0 0 0-16,0 0-42 15,-11-62-30-15,11 62 24 16,0 0-23-16,0 0-2 16,0 0-16-16,0 8-154 0,0 16 27 15,0 2 52-15,-3-7-285 16</inkml:trace>
  <inkml:trace contextRef="#ctx0" brushRef="#br0" timeOffset="121267.41">16464 12749 394 0,'0'0'0'0,"0"0"-3"0,0 0-6 16,0 0-36-1,-20 85-26-15,20-69-82 0</inkml:trace>
  <inkml:trace contextRef="#ctx0" brushRef="#br0" timeOffset="121447.6">16525 12886 270 0,'0'0'42'0,"0"0"-42"0,0 0-25 16</inkml:trace>
  <inkml:trace contextRef="#ctx0" brushRef="#br0" timeOffset="121633.58">16963 12704 342 0,'0'0'0'0,"0"0"-299"15</inkml:trace>
  <inkml:trace contextRef="#ctx0" brushRef="#br0" timeOffset="121827.08">16963 12704 306 0,'-50'51'64'16,"50"-51"-64"-16,0 7-103 0</inkml:trace>
  <inkml:trace contextRef="#ctx0" brushRef="#br0" timeOffset="128533.78">18314 15044 54 0,'0'0'191'0,"0"0"-141"16,0 0 34-16,0 0-17 15,0 0-32-15,0 0-9 16,0 0-1-16,3-17-9 16,-3 17-3-16,0-2 18 15,0 2-29-15,0-3 17 0,0 3 0 16,-2-2-15-16,2 2 6 15,0-2-10-15,-1 2 0 16,-1-3 3-16,1 2-3 16,-1-1 0-16,1-2 1 15,-3 0 2-15,1-2-1 16,-2 1-2-16,-1-2 0 16,0 0-4-16,-2-3 4 15,-3-1 0-15,0-2-1 16,-4 1 6-16,0-3-10 15,-4-1 4-15,-1 1 1 16,1 0-5-16,0-2 5 16,1 3 0-16,-3-3 0 0,0 1 1 15,2 2 4-15,-2 0-5 16,2 0 0-16,0 2 0 16,0 1 0-16,-1 0-1 15,-2 1 0-15,0 0 2 16,-4 2-2-16,2 0 1 15,-3 3 0-15,-3 1-2 16,4 1 2-16,-2 1 0 16,-2-1 3-16,0-2-2 15,2-1 0-15,-2 0-1 16,2-1 0-16,1 3-2 16,2-2 4-16,-2 3-2 0,0-1 0 15,1 0 4 1,-3 2-4-16,-1 0 0 0,-2 0 0 15,3-1 8-15,2-1-5 16,1 3 2-16,6-1 41 16,2 2-37-16,-2 0-3 15,0 0-6-15,0 0 0 16,-4 5-2-16,-1 2 3 16,-3 3-1-16,-1 1 0 15,2 2 2-15,2-1-1 16,4 1-1-16,1 2 0 15,2-1-4-15,4 1 4 0,-2 2 0 16,4 6-1 0,-2 4 4-16,1 2-6 0,-1 5 3 15,0 0 0 1,0 2 2-16,1 0-1 0,-1 3-1 16,-1 1 4-16,3-1-2 15,0-2-4-15,2-2 2 16,4-4 0-16,1-2 0 15,2-4 0-15,3 0 0 16,0 1-2-16,0-2 2 16,0 1-4-16,8 0 0 15,5 0 4-15,-2 1 0 16,1 1 0-16,-1 1 0 16,2 1 0-16,1 0 4 15,1 0-8-15,6-3 4 0,2-1 0 16,4 2-1-16,6-4 1 15,-2 2 0-15,3 2 1 16,-1-4-1-16,-4 2 3 16,1-1-3-16,-3-1 0 15,-1 0 2-15,2-3-2 16,0 2 0-16,2-1 0 16,0-3 3-16,-2 1-6 15,2-2 3-15,0-1 0 16,-2-3 0-16,0 1 2 15,2 0-2-15,3-4 0 16,2 0 4-16,4-3-5 0,2-1 1 16,1-2 0-16,3-4 0 15,-4 0 3-15,0 0-4 16,-3 0 1-16,-3-4 0 16,-2-2 9-16,-1 1-9 15,1-1 0-15,2 0 7 16,1-1-6-16,0 0-2 15,0-1 1-15,-1-1 0 16,-2-4 4-16,-5 1-4 16,-2 0 0-16,-4-3 11 15,-4 1 4-15,-1 2 5 16,-4 0-4-16,0-1-10 16,2 2 18-16,-3 1-24 15,6-2 0-15,-2 2 13 16,2-2-8-16,0-3-5 0,-2 4 0 15,2-1 2-15,-4-1 1 16,-1 4-3-16,-4-3 0 16,0 2 27-16,0 2-24 15,-3-1 9-15,1-1-12 16,-1 3 3-16,0-3-1 16,2 1-2-16,-3-3 0 15,2 1 0-15,-3-5 2 16,-1 2-3-16,-1-3 1 15,-2-3 0-15,0 0 3 16,0-1-3-16,0-2 0 16,0 0 3-16,-5 1 2 0,-1 1-6 15,-2-1 1-15,2 1 0 16,-2 2-2-16,3-3 2 16,-1 2 0-16,2 2-1 15,-1 0 4-15,1 3-3 16,1 2 0-16,1 3 1 15,2 1-1-15,-1 3 0 16,-1 1 0-16,2 2-1 16,0 0 7-16,0-1-4 15,0 1-2-15,0-2 0 16,0-1-4-16,0 0 4 16,0 1 0-16,-3-2 2 15,0-2-2-15,-1 1 0 16,-2 1-6-16,-1-1 6 0,1 0 6 15,-2 2-6-15,2-4 0 16,-4 3 2-16,2-2 1 16,2 1-2-16,-1 0-1 15,1 0 3-15,-2 0 1 16,2 2-4-16,0-2 0 16,-1-3 6-16,0 2-1 15,-1 0-2-15,2 1-3 16,-3-1 2-16,2-1-2 15,-1 0 0-15,-1 1 0 16,2-2 7-16,-2 2-5 16,-1-3 4-16,0 2-6 0,-1 0 4 15,2 1-2-15,2 5-2 16,1-2 0-16,-2 2-2 16,5 0 9-16,-2 1-12 15,2 0 5-15,0 0 0 16,0 1 4-16,1 2-4 15,1-3 0-15,1 1 0 16,0 2 1-16,0 0-1 16,0 0 0-16,0 0 2 15,0-2-3-15,0 2 1 16,0 0 0-16,0-1-1 16,-1 1 2-16,1 0 2 0,0 0-3 15,0 0 0 1,0 0 10-16,0 0-10 0,0 0 0 15,0 0 0-15,0 0 4 16,0 0-7-16,0 0 3 16,0 0 0-16,0 0-1 15,0 0 1-15,0 0 0 16,0 0-4-16,0 0 4 16,0 0-11-16,0 0-37 15,0 0-75-15,0 5-17 16,0 7 68-16,0-5-230 15</inkml:trace>
  <inkml:trace contextRef="#ctx0" brushRef="#br0" timeOffset="92864.93">18897 14480 185 0,'0'0'121'0,"0"0"-99"16,0 0 41-16,0 0 18 15,0 0-55-15,0 0 14 16,0 0-19-16,0 0-7 0,-14-43 5 16,12 43-18-16,0 0 1 15,2-1 18-15,0 1-20 16,0 0 0-16,0 0 8 16,0-2-6-16,0 2 16 15,0-1-17-15,0 1 0 16,-1-2 29-16,-1 2-25 15,2 0-4-15,0 0 4 16,0 0-2-16,0 0 7 16,0 0-10-16,0 0 0 15,0 0-2-15,0 0 2 16,0 0-1-16,0 0 1 0,0 8-2 16,0 11-6-16,0 6 8 15,0 4 0-15,3 4 1 16,-1 1-1-16,0 0 0 15,-2 0-1-15,0-2 4 16,0-4 1-16,0-6-4 16,3-5 0-16,1-5-5 15,0 0 5-15,-1-4-13 16,-3 0-44-16,0-8-163 16</inkml:trace>
  <inkml:trace contextRef="#ctx0" brushRef="#br0" timeOffset="95337.98">20208 14433 89 0,'0'0'50'0,"0"0"17"16,0 0-29-16,0 0-12 15,0 0 4-15,0 0-5 16,0-8 37-16,0 8-34 15,0-3-9-15,0 1 12 16,0-1-16-16,0-1 5 16,0 1-20-16,0-2 0 15,0 3 32-15,0-1-24 16,0-1 10-16,0 1 12 16,0-2-21-16,0 0 21 15,0-1-19-15,0 3 32 16,0-2-8-16,0 0-32 15,0 3 9-15,0-1-4 0,0 2-2 16,0 1 6-16,0 0-12 16,0 0 0-16,0 0 12 15,6 0-10-15,6 16-2 16,3 10 0-16,0 11 4 16,-6 9-12-16,-6 0 8 15,-3 4 0-15,0-4 6 16,0-6-4-16,0-4-4 15,0-3-11-15,-11-1-33 16,-11 2-13-16,-8-8-77 16,-4-9-283-16</inkml:trace>
  <inkml:trace contextRef="#ctx0" brushRef="#br0" timeOffset="97069.08">21570 14384 80 0,'0'0'96'0,"0"0"-31"16,0 0-36-16,0 0 91 15,0 0-24-15,0 0 7 0,0 0-68 16,0-51 18-16,0 48 26 16,0 3-52-16,0 0-17 15,0 0-10-15,0 0-16 16,0 0 15-16,0 11-23 15,3 9 24-15,-2 3-2 16,1 7 2-16,-2 6 0 16,0 0 0-16,0 3 5 15,0-1-5-15,-3 3 0 16,3-2 0-16,0 0-13 16,0-1 10-16,0-4-11 15,0-8-2-15,0-4-14 16,0-3 14-16,0-3-26 15,0 0-44-15,0-3-55 0,-6-4-81 16</inkml:trace>
  <inkml:trace contextRef="#ctx0" brushRef="#br0" timeOffset="97200.94">21552 14766 567 0,'0'0'79'15,"0"0"-53"-15,0 0-26 16,0 0-80-16,0 0 7 16,0 0-131-16</inkml:trace>
  <inkml:trace contextRef="#ctx0" brushRef="#br0" timeOffset="101065.9">16573 14422 37 0,'0'0'51'15,"0"0"0"-15,0 0 8 16,0 0-27-16,0 0 2 15,0 0-32-15,0 0 5 16,8-18-7-16,-8 18 0 16,0 0-3-16,0 0 3 15,0 0 0-15,0 0 7 16,0 0-2-16,0 0 2 16,-2 0 9-16,0 0-14 15,1 0 0-15,1 0-2 16,-3 0 0-16,3 0 3 0,-1 0-1 15,-1 0-2 1,1 0 1-16,-3 0 2 0,3 0 36 16,-2 0-7-16,2-1-11 15,-2-2 36-15,1 0-50 16,2 2 8-16,0-1 2 16,0 1-3-16,0-1 26 15,0-3-20-15,0 1-4 16,0 1 22-16,0 0-24 15,0 2 26-15,0 1-2 16,0 0-37-16,0 0 3 16,0 1-4-16,8 17 0 0,5 13-2 15,-4 7 4 1,0 8-2-16,-4 4 0 0,-4 3 5 16,-1-3-7-16,0-5 2 15,0-5-16-15,0-7-6 16,0-8-23-16,0-1 22 15,-7-7-52-15,-4-9-114 16</inkml:trace>
  <inkml:trace contextRef="#ctx0" brushRef="#br0" timeOffset="102216.98">15325 14431 210 0,'0'0'77'0,"0"0"25"16,0 0-48-16,0 0 1 15,0 0-41-15,0 0 25 16,24-65-27-16,-24 60 19 15,0-2-7-15,0 3 1 16,0-1 14-16,0 1 20 16,0 4-52-16,0 0 17 15,0 0-24-15,0 0-5 16,0 9 1-16,0 13 4 16,3 9-3-16,1 8-1 0,-2 9 4 15,-2 5 0-15,0 0 0 16,0-1 0-16,0-5 7 15,0-5-7-15,0-5 2 16,0-4-2-16,0-4-20 16,0-4-23-16,0-11-80 15,0-14-218-15</inkml:trace>
  <inkml:trace contextRef="#ctx0" brushRef="#br0" timeOffset="103196.74">13744 14441 151 0,'0'0'48'0,"0"0"-33"16,0 0-3-16,0 0-2 15,0 0-10-15,0 0 0 16,-5-4 3-16,4 1 0 16,-1-1-3-16,0-1 35 15,1 0 7-15,1 3 61 16,-1 1-76-16,1 1 7 0,0 0-23 15,0 0-10-15,0 3-1 16,0 11 0-16,0 3 3 16,0 4 18-16,0 4-4 15,0 3 20-15,2 2 1 16,5 4-21-16,-4 6-1 16,3 2-12-16,-5 4 4 15,2 1-1-15,-3 1-7 16,0 1 0-16,0-5 1 15,-4-2-1-15,-8-5-67 16,-2-12-223-16</inkml:trace>
  <inkml:trace contextRef="#ctx0" brushRef="#br0" timeOffset="103344.97">13750 14997 51 0,'0'0'372'0,"0"0"-319"16,0 0-50-16,0 0-3 16,0 0-3-16,0 0-131 15,0 0-88-15</inkml:trace>
  <inkml:trace contextRef="#ctx0" brushRef="#br0" timeOffset="105910.7">18078 14019 98 0,'0'0'75'0,"0"0"-30"16,0 0-25-16,0 0-17 16,0 0 19-16,0 0-18 15,9-15-2-15,-9 15 15 16,0 0 2-16,0-3 21 16,0 2-13-16,0-2-1 15,0 1 67-15,0 2-78 0,0 0-13 16,0 0 1-16,0 0-3 15,0 0-2-15,0 0 0 16,0 0 2 0,7 0 6-16,10 0-6 0,10 0 0 15,10 0 15-15,12-3-4 16,9 0 3-16,5 1-9 16,4 2-2-16,2 0 11 15,-1 0-14-15,-5 0-12 16,-9 0 5-16,-9 0-18 15,-10 0 3-15,-8 0-15 16,-8 0-14-16,-8 0 45 16,-8-3 10-16,-3 1-4 15,0-2 33-15,-3 1-16 0,-8-2 9 16,-5 5-26 0,-1 0 5-16,0 0-13 0,-2 0 4 15,0 2-88-15,0-2-46 16</inkml:trace>
  <inkml:trace contextRef="#ctx0" brushRef="#br0" timeOffset="106145.57">18734 13874 237 0,'0'0'39'15,"0"0"6"-15,83-8 4 0,-56 8 1 16,-1 0-17-1,-8 8-18-15,-7 6-11 16,-8 0 20-16,-3 0-20 0,0 3 3 16,-11 0 17-16,-11 3-10 15,-3-1-5-15,-7 3-9 16,-1 0 7-16,-1-1-12 16,-2-1 5-16,6-3-81 15,8-4-90-15,13-7-69 16</inkml:trace>
  <inkml:trace contextRef="#ctx0" brushRef="#br0" timeOffset="106288.88">18779 14150 308 0,'0'0'157'16,"0"0"-84"-16,0 0-16 15,0 0-57-15,0 0-42 16,0 0-28-16,-20 23-147 15</inkml:trace>
  <inkml:trace contextRef="#ctx0" brushRef="#br0" timeOffset="107304.53">17634 14575 49 0,'0'0'23'16,"0"0"-19"-16,0 0-1 15,0 0-3-15,0 0-78 16</inkml:trace>
  <inkml:trace contextRef="#ctx0" brushRef="#br0" timeOffset="108324.51">17753 13866 73 0,'0'0'45'15,"0"0"0"-15,0 0-23 16,0 0-9-16,0 0-13 16,0 0 1-16,0-2 12 15,0 2-13-15,-1 0 0 16,1 0 8-16,0 2-6 0,-2 6 1 15,2 1-3-15,-1 2-8 16,-1-1-29-16,1-2-117 16</inkml:trace>
  <inkml:trace contextRef="#ctx0" brushRef="#br0" timeOffset="108727.82">17629 14207 159 0,'0'0'91'0,"0"0"-23"16,0 0 21-16,0 0-37 16,0 0-52-16,0 0-4 15,11 22-64-15,-5-10-90 16</inkml:trace>
  <inkml:trace contextRef="#ctx0" brushRef="#br0" timeOffset="108869.94">17669 14587 11 0,'0'0'0'0</inkml:trace>
  <inkml:trace contextRef="#ctx0" brushRef="#br0" timeOffset="109080.63">17658 14887 100 0,'0'0'62'16,"0"0"-10"-16,0 0-41 0,0 0-11 16,0 0-26-16</inkml:trace>
  <inkml:trace contextRef="#ctx0" brushRef="#br0" timeOffset="109274.73">17606 15025 193 0,'0'0'77'16,"0"0"-34"-16,0 0 22 0,0 0 4 15,0 0-68 1,0 0 3-16,2 43-4 0,-2-35-31 16,0 0-15-16,0 3-14 15,0-3-17-15,0 1-36 16</inkml:trace>
  <inkml:trace contextRef="#ctx0" brushRef="#br0" timeOffset="109468.59">17683 15265 312 0,'0'0'118'0,"0"0"-63"16,0 0-54-16,0 0 1 15,0 0-2-15,0 0 0 0,-16 43 0 16,14-38-39-16,2 2 29 16,-1 0 1-16,1 2-49 15,-3-1-83-15</inkml:trace>
  <inkml:trace contextRef="#ctx0" brushRef="#br0" timeOffset="109640.63">17675 15492 353 0,'0'0'224'15,"0"0"-93"-15,0 0-28 0,0 0-103 16,0 0-57 0,0 0-20-16,-23 12-41 0,15 0-222 15</inkml:trace>
  <inkml:trace contextRef="#ctx0" brushRef="#br0" timeOffset="110023.14">17611 15942 321 0,'0'0'223'16,"0"0"-147"-16,0 0-37 0,0 0-16 15,0 0-12 1,0 0-11-16,-3-11-29 0,-1 20-36 16,1 1-88-16,3-4-113 15</inkml:trace>
  <inkml:trace contextRef="#ctx0" brushRef="#br0" timeOffset="110196.87">17611 15942 440 0,'32'63'181'0,"-32"-65"-78"15,0 1-43 1,0 1-50-16,0 0-10 15,0 0-135-15,0 1 87 16,0 6-23-16,0 2-122 0,0-1-60 16</inkml:trace>
  <inkml:trace contextRef="#ctx0" brushRef="#br0" timeOffset="138969.71">17667 13827 34 0,'0'0'41'0,"0"0"-13"15,0 0-15-15,0 0 12 16,0 0 15-16,0 0-10 15,0 0 10-15,0 0-14 16,0 0 8-16,0-15 23 16,0 11 16-16,0 1-13 15,0 1-40-15,0 1 3 16,0 1 1-16,0 0-24 16,-2 0 0-16,2 0 0 0,-1 0-3 15,1 0-7-15,-2 0 2 16,2 0 5-16,0 0-7 15,0 0-3-15,0 0 7 16,0 0-6-16,0 0 12 16,5 3-7-16,-3 2-149 15,-2 1-115-15</inkml:trace>
  <inkml:trace contextRef="#ctx0" brushRef="#br0" timeOffset="155115.04">15366 4308 222 0,'0'0'22'0,"0"0"0"16,0 0 11-16,0 0 0 16,0 0-28-16,0 0 28 0,0 0 29 15,0 0 1-15,-22 0 35 16,21 0-45-16,-2 0-14 16,1-2 16-16,2-1-34 15,-1 3-10-15,-1 0-11 16,2 0 3-16,0 0-2 15,0 0-1-15,0 0 0 16,0 0 0-16,0 0-4 16,5-2 1-16,27-3-11 15,24-3 14-15,17-5 10 16,13-2-7-16,7-2-3 16,-2 0 0-16,-8 3 3 0,-11 1-3 15,-12 3 0 1,-14 3 0-16,-12 2 5 0,-13 2-4 15,-9 2-1-15,-8-1 2 16,-4 2-1-16,0 0 2 16,0 0-3-16,-1 0-4 15,-21 0 1-15,-7 11-107 16,3 2-24-16,7-4-211 16</inkml:trace>
  <inkml:trace contextRef="#ctx0" brushRef="#br0" timeOffset="155386.6">15841 4303 442 0,'0'0'179'16,"0"0"-179"-16,0 0-4 15,0 0-3-15,0 0 7 16,-3 104 14-16,3-53-14 16,0 0 0-16,6 5 7 15,4-3-4-15,2-3-3 16,4-3 0-16,1-10 1 0,5-1-4 16,-1-10-108-16,-1-10-221 15</inkml:trace>
  <inkml:trace contextRef="#ctx0" brushRef="#br0" timeOffset="156045.25">16115 4699 295 0,'0'0'139'15,"0"0"-48"-15,0 0 11 16,0 0 7-16,0 0-25 15,0 0-77-15,2-19-3 16,-2 19-8-16,0 0-2 16,0 0 2-16,0 6-4 15,0 10 8-15,0 6-1 16,0 8 1-16,0 7-2 16,-2 5 0-16,-4 2 3 15,0 4-1-15,0 1 0 16,5 0 4-16,1-1-7 15,0-5 3-15,0-5 0 16,4-6 5-16,8-9-4 16,5-5-2-16,-4-5-1 15,8-5 2-15,3-4 15 0,6-4-15 16,12 0 0-16,5-9-2 16,3-9-27-16,-1-1-92 15,-13-1-4-15,-16 1-70 16,-16-1 2-16</inkml:trace>
  <inkml:trace contextRef="#ctx0" brushRef="#br0" timeOffset="156316.48">16063 4732 143 0,'0'0'52'0,"0"0"20"16,105-41 40-16,-61 21-42 16,0 0-20-16,-4 0-2 15,-2 2-20-15,-3 1 18 16,-7 5-46-16,-5 1 2 15,-1 3-2-15,-9 2-33 16,-5 0-114-16,-8 3-165 16</inkml:trace>
  <inkml:trace contextRef="#ctx0" brushRef="#br0" timeOffset="156543.63">16161 4892 159 0,'0'0'105'16,"0"0"-65"-16,0 0 1 15,0 0 55-15,0 0 17 16,0 0-70-16,-1 7-3 16,1-7-11-16,5 0-26 0,20 0 28 15,11 0-24-15,11-8-7 16,9-8-1-16,2-4-180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16:14.530"/>
    </inkml:context>
    <inkml:brush xml:id="br0">
      <inkml:brushProperty name="width" value="0.05292" units="cm"/>
      <inkml:brushProperty name="height" value="0.05292" units="cm"/>
      <inkml:brushProperty name="color" value="#FF0000"/>
    </inkml:brush>
  </inkml:definitions>
  <inkml:trace contextRef="#ctx0" brushRef="#br0">5115 13764 68 0,'0'0'114'0,"0"0"-58"16,0 0-39-16,0 0 5 16,0 0 15-16,0 0 0 15,0 0 20-15,0 0-37 16,-6-31 14-16,6 28 9 16,-2 2-13-16,1-1 8 15,-1 1 2-15,2 1-31 16,0 0 3-16,0 0-12 0,-1 0-6 15,1 0 2-15,0 0-31 16,1 3 34-16,15 6-4 16,7 3 5-16,7-1 2 15,15 0-1-15,15 3-1 16,20 0 0-16,20-2 4 16,19-4-4-16,11-3 0 15,3-3 0-15,-6-2 7 16,-8 0-5-16,-7-2-2 15,-12-7 4-15,-11-2-4 0,-7-1 13 16,-15 1-7-16,-10-2 3 16,-9 1 34-16,-8 2-28 15,-6 1 5-15,-11 4-11 16,-4 2-8-16,-8 2 3 16,-7-1-4-16,-3 1 0 15,1-1 0-15,-2 1 2 16,0-1-2-16,0 2 8 15,0 0-3-15,0 0 13 16,0 0-18-16,0 0 0 16,0 0-11-16,0 0-19 15,0 17-81-15,-9-5-18 16</inkml:trace>
  <inkml:trace contextRef="#ctx0" brushRef="#br0" timeOffset="15472.73">2047 6703 288 0,'0'0'59'0,"0"0"-34"16,0 0 24-16,0 0-33 15,0 0 8-15,0 0 2 16,0 0-4-16,0 0 14 16,-15-21 1-16,15 21-24 15,0-3 29-15,-4 3-26 16,4 0-2-16,0-2 9 16,0 2-10-16,0 0 8 15,0 0-4-15,0 0-13 16,0 0 11-16,0 0-15 15,0 0 0-15,0 0-5 16,0-1 5-16,0 1-1 0,0 0-9 16,0 0 7-16,8 0-5 15,9 0 8-15,8 0 0 16,12 1 1-16,14 1 1 16,15 3-2-16,11-2 0 15,7 1 0-15,5 0-2 16,2-4 2-16,-6 0 0 15,-7 0 3-15,-14 0-2 16,-13 0-1-16,-5-5 0 16,-12-1 6-16,-10 1 30 15,-7 0-30-15,-10 2 25 16,-4 2 14-16,-3-1-29 16,0 2-4-16,0-1-12 0,0-1 1 15,0 2-12 1,0 0 11-16,0 0-28 0,0 0-18 15,0 5-38-15,-2 11 39 16,-6 0-72-16,2-8-189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17:01.463"/>
    </inkml:context>
    <inkml:brush xml:id="br0">
      <inkml:brushProperty name="width" value="0.05292" units="cm"/>
      <inkml:brushProperty name="height" value="0.05292" units="cm"/>
      <inkml:brushProperty name="color" value="#FF0000"/>
    </inkml:brush>
  </inkml:definitions>
  <inkml:trace contextRef="#ctx0" brushRef="#br0">8259 7271 261 0,'0'0'64'16,"0"0"73"-16,0 0-98 15,0 0 42-15,0 0-53 16,0 0 12-16,0 0-3 15,0 0 18-15,-49-71-18 16,46 67 22-16,1 3-24 16,-1-1 13-16,2 1-43 15,1-1 0-15,0 2 9 0,0-2-13 16,0 2 7-16,0 0-8 16,0 0 0-16,0 0-9 15,0 0 4-15,0 0-8 16,23 0 13-16,18 0 0 15,19 0 3-15,18 0-3 16,23 0-3-16,14 0-5 16,21 0-37-16,11-9 4 15,2-7-44-15,-4-3 25 16,-17-1 28-16,-20-1-10 16,-22 2 35-16,-26 2-1 15,-21 1 10-15,-19 5-2 0,-14 2 13 16,-6 1 23-1,-3-2-14-15,-23 0-22 0,-18 2 0 16,-14 0-9 0,-9 3 9-16,0 0-28 0,14 0 7 15,21 0-7-15,14 0 24 16,16 2-1-16,2-3-24 16,13 1-60-16,17-4 89 15,11 1 8-15,5 2 36 16,5 2 11-16,-1 4-14 15,-3 0-25-15,-8 0-2 16,-8 13 26-16,-7 3-39 16,-9 6 0-16,-8 3-2 15,-6 6 7-15,-1 5-8 16,-13 6 2-16,-21 5 0 0,-9 2-9 16,-3-2-39-16,1-5-69 15,7-9-74-15,8-10-67 16</inkml:trace>
  <inkml:trace contextRef="#ctx0" brushRef="#br0" timeOffset="599.94">10540 6690 834 0,'0'0'0'0,"0"0"-65"16,0 0 43-16,-28 113 22 15,13-44 0-15,-4 7 1 0,-1-1 7 16,-3-8-8 0,7-11 0-16,4-17 4 0,6-17-3 15,2-10 6-15,1-7-3 16,0-5 20-16,1 0 71 15,-1-31-73-15,3-18-22 16,0-21-35-16,21-15-101 16,13-12 18-16,8 2 35 15,3 6-181-15,6 13 264 16,2 17 43-16,-3 12-5 16,0 16 58-16,-6 15-11 15,-9 15-42-15,-7 2-12 0,-6 28-27 16,-2 12 16-1,-3 14-20-15,-4 9 0 0,-2 8 5 16,-3 3 2 0,-2-2-1-16,0-5-6 0,-1-15 0 15,-5-11 5-15,0-9-5 16,-4-8 0-16,-14-8-15 16,-5-14-85-16,-4-3-288 15</inkml:trace>
  <inkml:trace contextRef="#ctx0" brushRef="#br0" timeOffset="1135.59">10416 6961 532 0,'0'0'23'16,"0"0"-13"-16,0 0-10 0,0 0 12 16,92-8 21-16,-28 2-15 15,14-3-11-15,9-7 29 16,4-2-34-16,0-3 11 15,-3-1 3-15,-15 3-11 16,-13 2 3-16,-22 5-5 16,-18 2 0-16,-10 9 72 15,-9-1-17-15,-1 2-16 16,0 0-33-16,0 0-7 16,0 2-4-16,0 20-15 15,-1 15 11-15,-11 11-6 16,3 5 12-16,5-4-13 0,4-7-2 15,0-7-35-15,7-11 3 16,17-14-5-16,15-10 45 16,11-19 5-16,12-27 4 15,5-17-2-15,-5-12 4 16,-10-3 10-16,-13 0-1 16,-15 5 7-16,-15 4-19 15,-7 6 79-15,-2 5-38 16,-5 11 3-16,-8 11 3 15,2 16-17-15,5 9-14 16,3 11-17-16,3 3-22 16,0 30-4-16,0 21 12 15,0 26 14-15,3 16 0 16,7 9-3-16,4-7-1 0,1-12-15 16,5-16-17-16,2-24 7 15,-4-14-35-15,3-17-5 16,-2-15-50-16,-4-12-229 15</inkml:trace>
  <inkml:trace contextRef="#ctx0" brushRef="#br0" timeOffset="1448.61">11529 6780 684 0,'0'0'0'15,"0"0"-24"-15,0 0 24 0,86 16 5 16,-41-5-5-1,6-3 5-15,4-3-2 0,-2-5-3 16,0 0 48-16,-4-12-40 16,-4-3 10-16,-10 1 3 15,-11 4-16-15,-13 5 20 16,-10 3 16-16,-1 0-21 16,0 2-2-16,0 0-13 15,-7 0-4-15,-12 3-1 16,-2 14 7-16,4 8-16 15,6 6 2-15,6 3 3 16,5 2-6-16,0-6-36 16,30-9 27-16,10-13-52 15,8-8 58-15,7-16-48 16,-2-24-161-16</inkml:trace>
  <inkml:trace contextRef="#ctx0" brushRef="#br0" timeOffset="1600.88">11982 6353 813 0,'0'0'86'0,"0"0"-33"15,0 0-53-15,0 0-32 16,0 0-173-16,0 0 179 16,73 130-87-16,-31-64-275 15</inkml:trace>
  <inkml:trace contextRef="#ctx0" brushRef="#br0" timeOffset="1950.09">12433 6803 261 0,'0'0'590'16,"0"0"-521"-16,0 0-69 16,0 0-10-16,0 0-3 15,0 0 13-15,23 87 3 16,-6-52-3-16,2-4-49 15,5-13 35-15,0-11-12 16,2-7 26-16,3-9-2 16,3-21 6-16,5-9-8 15,-3-3-9-15,-4 1 13 16,-7 5-2-16,-9 14 8 16,-6 7-6-16,-5 10 48 0,-3 3-26 15,0 2-4-15,0 0-18 16,3 0-20-16,-2 17 12 15,5 9 1-15,2 9 7 16,-2 5 0-16,3-6 3 16,2-5-7-16,3-12-59 15,8-16-42-15,3-2 32 16,5-35-250-16</inkml:trace>
  <inkml:trace contextRef="#ctx0" brushRef="#br0" timeOffset="2102.04">12706 6217 836 0,'0'0'26'0,"-10"-82"24"15,10 68-1-15,0 14-49 16,10 7-59-16,13 30-109 16,4 13 8-16,-4-2-176 15</inkml:trace>
  <inkml:trace contextRef="#ctx0" brushRef="#br0" timeOffset="2664.84">12966 6395 865 0,'0'0'53'0,"0"0"-51"16,0 0-4-16,0 0-11 15,5 101 13-15,10-39 4 16,6 1-4-16,1 7-10 15,-1-7-35-15,-2-12-14 16,-2-15 2-16,-2-16-16 16,6-16 45-16,0-4 28 15,3-15 5-15,-2-11 4 16,0-5 43-16,-5 1 24 16,-3 5-22-16,-5 7 5 15,-4 8-11-15,-3 5-5 16,-1 4-43-16,-1 1-1 0,3 0-1 15,6 0-29-15,6 17-27 16,9 5 53-16,5 4 5 16,1-2-6-16,-4-7-14 15,-7-9 8-15,-3-8 6 16,1 0 6-16,2-18 12 16,4-8-11-16,-5-5-1 15,-5 1 48-15,-6 3-29 16,-5 4 4-16,-2 8-5 15,0 5 3-15,0 7 10 16,0 3-31-16,0 0 0 16,0 0-8-16,3 6-1 15,6 23-37-15,0 19 44 0,3 16 4 16,2 12-2 0,5 4 0-16,0-1 0 0,1-4-2 15,-3-8 2-15,-2-14-4 16,-4-11-12-16,-2-14-21 15,-2-15 36-15,-4-9-29 16,4-4-61-16,2-32 38 16</inkml:trace>
  <inkml:trace contextRef="#ctx0" brushRef="#br0" timeOffset="2849.84">12768 6442 800 0,'0'0'0'0,"87"-17"-31"15,-17 15 2-15,16-1 22 16,16 3-20-16,14 0-49 16,7 0-49-16,-6-3-180 15</inkml:trace>
  <inkml:trace contextRef="#ctx0" brushRef="#br0" timeOffset="3617.78">14701 6882 296 0,'0'0'174'0,"0"0"-100"16,0 0-5-16,97-103 3 16,-64 62 1-16,0-3-37 15,-6-5-34-15,-7-1 7 16,-12 4 19-16,-8 8-6 16,0 11-22-16,-18 12-2 15,-1 12-22-15,-5 3-19 16,2 12-31-16,2 19 39 15,2 11 32-15,6 11-4 16,7 8 5-16,5 7 2 16,0 2 0-16,0-4-6 15,7-10 6-15,-1-11 0 0,-3-12-1 16,-3-8 1 0,0-6 0-16,-9-5-1 0,-11-3 6 15,-8-5 19-15,-6-6-20 16,-2 0 5-16,6 0 7 15,11-10-14-15,15-4 11 16,9-5 20-16,38-7-33 16,25-13-115-16,16-6 104 15,7-7 11-15,0-3 2 16,-11 0 0-16,-7-1 22 16,-15 3 32-16,-16 3 47 15,-14 2-31-15,-11 4-19 0,-9 7-31 16,-8 9 4-1,0 11-17-15,0 10 2 0,0 7-11 16,0 0-19-16,-1 29 6 16,-11 22-23-16,-2 19 36 15,-2 17-6-15,6 13 6 16,7-4-33-16,3-10-33 16,0-17-57-16,15-23 32 15,10-25-158-15,14-21-59 16</inkml:trace>
  <inkml:trace contextRef="#ctx0" brushRef="#br0" timeOffset="3979.72">15745 6578 673 0,'0'0'17'0,"0"-89"176"16,0 71-114-16,-3 11-20 0,2 7-58 16,1 0-1-1,0 24-77-15,0 20 68 0,-3 16 8 16,0 15 2-16,0 8-2 15,3-5-29-15,0-11 2 16,3-18 3-16,3-18-1 16,-2-14 21-16,0-10-23 15,-3-7 16-15,-1 0 12 16,0-15 36-16,0-16 6 16,-9-13-26-16,-24-6-10 15,-11 4 31-15,1 10-12 16,11 16-10-16,14 13 6 0,11 7-21 15,-3 7-19-15,-3 22 16 16,1 20-15-16,6 8-13 16,6 4 23-16,11-6-52 15,22-12 31-15,13-13-11 16,9-16-14-16,9-14 8 16,0-9-59-16,-3-23-175 15</inkml:trace>
  <inkml:trace contextRef="#ctx0" brushRef="#br0" timeOffset="4169.56">14969 6676 205 0,'0'0'44'0,"0"0"65"16,110 14-22-16,-33-14-37 15,13 0-13-15,7 0-37 16,9 0 0-16,4-3-5 16,-1-8-188-16</inkml:trace>
  <inkml:trace contextRef="#ctx0" brushRef="#br0" timeOffset="4344.72">16087 6949 793 0,'0'0'0'15,"0"0"-76"-15,0 0 63 16,0 0-11-16,0 0-43 16,0 0-140-16</inkml:trace>
  <inkml:trace contextRef="#ctx0" brushRef="#br0" timeOffset="4696.25">17074 6476 697 0,'0'0'86'16,"0"0"24"-16,0 0-39 16,0 0-71-16,0 0-3 15,0 0-72-15,-4 39 58 16,-15 28 5-16,-8 11 12 0,-1 5 0 15,-2-5 8-15,3-11-8 16,4-17-19-16,3-16-55 16,4-17-36-16,6-17-65 15,10-14-273-15</inkml:trace>
  <inkml:trace contextRef="#ctx0" brushRef="#br0" timeOffset="4961.95">16933 6334 141 0,'0'0'354'16,"0"0"-349"-16,0 0-5 15,0 0 3-15,93 108-3 0,-54-50 12 16,2 5 11 0,-2 2-6-16,1 0-6 0,-8-1-7 15,-9-4 8-15,-7-11-8 16,-14-11-4-16,-2-8 8 15,-14-11-5-15,-20-2 7 16,-15-3-8-16,-18-6 0 16,-18-4 22-16,-8 2-24 15,8 3-4-15,20-3-38 16,32-5-402-16</inkml:trace>
  <inkml:trace contextRef="#ctx0" brushRef="#br0" timeOffset="5877.53">17373 6967 498 0,'0'0'90'16,"0"0"-1"-16,0 0-64 16,68-75 42-16,-42 41-5 15,-4-4-46-15,-3-3 16 16,-5 2-8-16,-13 3-1 15,-1 2 2-15,-13 5-25 16,-10 9 0-16,0 11-1 16,-3 9 1-16,-2 7-10 15,-2 24-8-15,0 12-11 16,8 11 0-16,15 12-14 0,7 3-24 16,31-3 12-16,29-15-9 15,17-22 21-15,15-26-4 16,-6-3 47-16,-7-34 32 15,-12-7 9-15,-12-12-9 16,-13-4 33-16,-12 1-17 16,-13 4 2-16,-17 7 3 15,0 10-29-15,-3 12 11 16,-6 9-21-16,4 12-11 16,3 2-6-16,1 2 2 15,-1 27-46-15,1 16 45 16,1 17 4-16,0 9 1 0,17-4-3 15,9-4 0-15,3-17-10 16,3-13 10-16,-1-16 0 16,1-14 0-16,0-3 0 15,3-17 15-15,1-17-15 16,-4-10 0-16,-6-9 1 16,-12-7-1-16,-14-1 0 15,-2 3-3-15,-22 10 6 16,0 12 0-16,5 14 1 15,10 12 8-15,7 7 1 16,2 3-13-16,0 0-10 16,0 0-1-16,0 13-56 15,0 6 61-15,0 1 2 0,5-1 4 16,7-5 4-16,2-3-2 16,0-7-2-16,-3-2 6 15,-1-2-4-15,-7 0 9 16,-2 0-11-16,-1 0 13 15,0 0 45-15,0 0-36 16,0 0 1-16,0 0-4 16,0 0-17-16,0 0 3 15,0 0-5-15,0 0 0 16,0 0-3-16,0 0 3 16,0 0 0-16,0 0-3 15,0 0 9-15,0 2-11 0,0-2 5 16,0 0 0-1,0 1-7-15,0 1 7 0,2 5-4 16,6 5 3 0,5 8 2-16,2 6-1 0,5 8 0 15,1 4 0-15,3-1-8 16,-4-2 8-16,-1-5-25 16,-7-3-7-16,-6-3-20 15,-6-4-45-15,0-10-58 16,-4-6-217-16</inkml:trace>
  <inkml:trace contextRef="#ctx0" brushRef="#br0" timeOffset="6426.5">18365 6413 734 0,'0'0'58'0,"0"0"4"16,0 0-43-16,0 0-19 15,0 0-163-15,0 0 130 16,40 79-69-16,-13-30-211 16</inkml:trace>
  <inkml:trace contextRef="#ctx0" brushRef="#br0" timeOffset="7044.6">18902 6715 590 0,'0'0'113'16,"0"0"-3"-16,0 0-26 16,0 0-84-16,0 0-4 15,-117 3 0-15,71 39 1 16,0 11 1-16,5 3-39 16,7 0-15-16,13-6 25 15,20-11-60-15,4-13-4 16,36-13 10-16,10-13 17 15,7-8 68-15,0-19 5 16,-8-7-3-16,-9-3 109 16,-13 1-12-16,-10 0 6 15,-11 5 6-15,-4 2-67 16,-1 10 3-16,0 7-21 0,0 8-25 16,0 4 3-16,0 0-4 15,0 8-42-15,0 22-55 16,0 11 97-16,0 11 3 15,0 1-3-15,18-6-45 16,20-11 17-16,17-13-26 16,15-15 48-16,9-8-4 15,-1-17-42-15,-4-16 42 16,-4-13 4-16,-13-9 6 16,-11-7 4-16,-12-4-2 15,-14 0-2-15,-11 0 10 0,-9 3-10 16,0 1 49-16,-15-1 41 15,-3 7-9 1,6 5 31-16,2 15-68 0,6 14-26 16,3 15-15-16,1 7-3 15,-3 0-4-15,-1 23-56 16,-7 24 32-16,-7 21 18 16,5 13 10-16,4 10 0 15,9 2-1-15,0-1-7 16,12-9-2-16,16-11-32 15,4-18-7-15,-1-18-20 16,2-18-43-16,-6-18-60 16,-10-12-301-16</inkml:trace>
  <inkml:trace contextRef="#ctx0" brushRef="#br0" timeOffset="7345.52">19237 6674 437 0,'0'0'21'16,"0"0"-18"-16,0 0 48 16,117 5 52-16,-39-5-25 15,15 0-13-15,12-5-19 16,-8-7 3-16,-11-2-36 16,-19-2 5-16,-19 2 25 15,-15 3-32-15,-16 3 11 16,-11 4-11-16,-6 4-9 15,0 0-2-15,0 0-4 0,0 14-37 16,-13 15 29-16,-5 19 12 16,-7 9-7-16,1 10 3 15,2-2-45-15,10-11-3 16,12-16-62-16,0-16-28 16,23-19-64-16</inkml:trace>
  <inkml:trace contextRef="#ctx0" brushRef="#br0" timeOffset="7975.8">20182 6737 635 0,'0'0'16'16,"0"0"89"-16,0 0-1 15,0 0-52-15,0 0-33 0,0 0-19 16,10-16-19-16,-16 44 0 16,-9 16 19-16,0 5-1 15,3-1 1-15,9-9 0 16,3-15-1-16,0-7 1 15,0-6 0-15,11-6 0 16,8-5 3-16,12 0 10 16,10-5-12-16,8-18 0 15,-4-7 9-15,-5-3-7 16,-14-6-3-16,-12 3 5 16,-9 0 11-16,-5 2 1 15,-2 7-17-15,-22 3-15 16,-5 7 1-16,-6 5-65 0,2 7-54 15,8 5 35-15,10 0-28 16,12 0 52-16,3 2 29 16,6 5 45-16,21 7 32 15,7 3 43-15,5 7-12 16,4 4-17-16,-6 3-27 16,-5 3 9-16,-7 0-28 15,-7-1 3-15,-5-6 5 16,-4-7-8-16,-4-9 0 15,-5-5 0-15,0-6 3 16,0 0 15-16,0-14 19 16,0-16-33-16,0-9 21 0,0-4-23 15,17 0-2-15,10 5 0 16,3 5 1 0,3 8 20-16,0 8-3 0,0 9-14 15,-2 5 1-15,-3 3-4 16,-5 0-2-16,-5 8 1 15,0 12-5-15,-3 10-3 16,1 4 6-16,-7 4 2 16,-4 4-2-16,-5-2 8 15,0 0-6-15,-6 1 2 16,-6-10 0-16,0-1-4 16,-3-13-122-16,0-13-192 15</inkml:trace>
  <inkml:trace contextRef="#ctx0" brushRef="#br0" timeOffset="8178.36">19998 6087 905 0,'0'0'12'16,"0"0"6"-16,0 0-11 15,0 0-14-15,0 0-135 16,0 0 97-16,15 111-23 16,-8-68-54-16,1-15-260 15</inkml:trace>
  <inkml:trace contextRef="#ctx0" brushRef="#br0" timeOffset="10738.9">9364 10536 117 0,'0'0'325'0,"0"0"-229"15,0 0-64-15,0 0-5 16,0 0 17-16,0 0 7 16,11-17-50-16,17 8 2 15,8-3 20-15,15 1 16 16,13 0-4-16,18 2-23 16,18-3-9-16,12 1 28 15,14 2-30-15,6-1-1 16,6-2 3-16,2-3 1 0,-5-5-4 15,-8-3 0 1,-16 1 0-16,-18 0-3 0,-20 2 3 16,-21 0 0-16,-17 3 4 15,-18 0-1-15,-12 4 3 16,-5-1-6-16,-9 2-21 16,-36 4-23-16,-23 3-158 15,-20 1-138-15</inkml:trace>
  <inkml:trace contextRef="#ctx0" brushRef="#br0" timeOffset="10956.6">10753 10053 397 0,'0'0'65'16,"130"-29"36"-16,-58 26-15 16,-1 3-56-16,-13 10 8 15,-12 13-13-15,-13 9-22 16,-10 8 0-16,-13 8-3 15,-8 4 0-15,-2 3-2 16,-14-1 3-16,-20-3-1 16,-14 0 9-16,-14 2-4 15,-16-1-5-15,-11-5-67 16,6-12-261-16</inkml:trace>
  <inkml:trace contextRef="#ctx0" brushRef="#br0" timeOffset="12320.07">12285 9679 749 0,'0'0'24'0,"0"0"14"16,0 0-38-16,0 0-8 15,0 0-6-15,28 136 8 16,-20-53 6-16,-3 13 0 16,-3 9 1-16,-2 8-1 15,0-4 0-15,-2-13 5 16,-8-20-5-16,1-30 0 16,3-20 7-16,3-15-7 15,-4-11 14-15,-6-6 45 16,-8-29 21-16,-9-22-68 0,-5-23-12 15,3-14-19 1,5-8-2-16,10 1-4 0,10 11 4 16,7 7-7-16,18 6-18 15,21 9-15-15,11 9-5 16,7 11 62-16,3 16 4 16,-2 19 2-16,-3 13 18 15,-2 6-20-15,-3 22 1 16,-5 11 3-16,-5 3-4 15,-9 3 0-15,-16 2-2 16,-15-4 6-16,0-5-1 16,-31-4-3-16,-10-1 0 15,-8-3 19-15,-3-6-19 16,-3-4 0-16,1-8 8 16,8-5-6-16,15-5-4 0,17-2-27 15,14 0 18-15,14-5 10 16,29-11-133-16,22-6 58 15,16-2 76-15,9 2 11 16,-5 2 51-16,-10 6 18 16,-12 7 4-16,-16 7 26 15,-4 0-83-15,-6 13-24 16,-4 15-3-16,-6 8 1 16,-2 5-5-16,-9-1 4 15,-5-5 0-15,-7-8-5 16,-4-8 5-16,0-7-1 15,0-4-3-15,0-8 8 0,-7 0 3 16,-8-4 1-16,-1-14-6 16,-2-6 1-16,6-8-3 15,10 1-45-15,2-5 5 16,25-1-45-16,13 6 49 16,-1 2 36-16,-8 9 3 15,-11 8 81-15,-7 6 3 16,-1 6-56-16,3 0-31 15,5 6 6-15,9 16-13 16,3 9 5-16,4 4 2 16,5 3 0-16,2 1 0 15,0-3 0-15,2-7 2 16,-4-9-1-16,-5-11 5 0,-1-9-6 16,-8-2 0-1,-2-20 31-15,-6-6-4 0,-2-8-14 16,-7-4 1-16,-8-6-12 15,-3 0 3-15,-27-4-5 16,-8 6 4-16,0 5-11 16,6 12 7-16,14 11 0 15,8 6-1-15,8 6 2 16,2 2-2-16,0 2-51 16,28 0-12-16,13 0 63 15,12 0-11-15,0 0 12 16,-4 0 5-16,-8 0-5 0,-7 10 17 15,-3 5-17-15,0 9 4 16,-1 5-1-16,2 10-3 16,-1 9-3-16,-4 10 2 15,-2 7 2-15,-5 10-7 16,-10 8 3-16,-7 2 3 16,-3-5 3-16,0-13 0 15,-10-21-3-15,-4-17 4 16,5-12-1-16,-6-9 6 15,-1-8-1-15,-8 0 32 16,-6-2 14-16,0-11-54 16,0-1-2-16,10-11-103 15,8-10-533-15</inkml:trace>
  <inkml:trace contextRef="#ctx0" brushRef="#br0" timeOffset="12570.9">14226 10074 787 0,'0'0'0'16,"0"0"-4"-16,0 0 4 15,92-50 2-15,-59 33-2 16,0-4 0-16,-5-1 32 16,-9-3 6-16,-8 0 13 15,-7 1-5-15,-4 0-26 16,0 5-11-16,-10 7-9 15,-12 7-2-15,-7 5-14 0,-4 12-12 16,-3 22-26-16,5 12 16 16,6 10-40-16,13 4-16 15,12 1-25-15,8-11-112 16</inkml:trace>
  <inkml:trace contextRef="#ctx0" brushRef="#br0" timeOffset="13003.66">14982 9813 704 0,'0'0'87'15,"0"0"32"-15,0 0-100 16,0 0-18-16,0 0-1 0,-93 31-2 16,62 23 2-16,7 10-8 15,6 5 6-15,9-1-26 16,9 1-11-16,0-10-6 15,10-15-40-15,13-21 15 16,10-23 50-16,8-17 20 16,8-28 15-16,6-18-15 15,4-7 0-15,5-8 23 16,1-2-18-16,-7-5 3 16,-12 3 9-16,-16 4-4 15,-14 6 62-15,-9 16 13 16,-2 19-28-16,-4 17-6 0,-1 12-54 15,0 8 0-15,0 3-4 16,0 24-23-16,-3 21 23 16,-11 20-3-16,-3 16 7 15,2 10-6-15,8 1 6 16,7-6-3-16,0-16-14 16,9-15-8-16,9-17 0 15,-2-14-43-15,2-22-51 16,3-10-46-16</inkml:trace>
  <inkml:trace contextRef="#ctx0" brushRef="#br0" timeOffset="13163.56">15501 9697 800 0,'0'0'72'0,"0"0"-72"15,109-57 0-15,-51 39-4 16,9 1 4-16,2-1 0 15,-5 4-8-15,-9 2-68 16,-16-5-53-16,-12-9-202 16</inkml:trace>
  <inkml:trace contextRef="#ctx0" brushRef="#br0" timeOffset="13349.64">14163 9281 818 0,'0'0'0'15,"0"0"-63"-15,0 0 1 16,0 0 62-16,146 30 0 16,-49-17-90-16,12-11-359 15</inkml:trace>
  <inkml:trace contextRef="#ctx0" brushRef="#br0" timeOffset="14452.7">17013 9732 104 0,'0'0'456'0,"100"-72"-417"0,-57 36 0 16,-8 0 34-16,-10 1-5 16,-11 0-26-16,-14 6-13 15,0 1-19-15,-18 9-7 16,-13 8-3-16,-7 8-16 16,-1 3 12-16,0 25-39 15,0 16 12-15,7 14 0 16,4 13-14-16,9 5 44 15,8 3-16-15,11-3 17 16,0-6-10-16,27-12 11 16,-1-10-1-16,-2-11 0 0,-11-12 0 15,-4-7-1 1,-9-6 1-16,0-5 0 0,0-1 9 16,-9-3-6-16,-13 0 9 15,-13-7 5-15,0-12-16 16,9-5 22-16,14-3-8 15,12-4-13-15,26-4-2 16,28-7-28-16,19-2 16 16,15-3 7-16,8-4 4 15,4 0-5-15,-4-4 6 16,-15-1 0-16,-15 1 31 16,-20 2 32-16,-19 7 10 15,-12 7-22-15,-10 10-8 0,-4 12 7 16,-1 12-46-1,0 5 0-15,0 5-8 0,0 29-59 16,-3 23 58-16,-12 18 5 16,3 13-21-16,6 3-3 15,6-10-60-15,3-11 17 16,25-23 1-16,11-21-5 16,7-21-46-16,8-8 49 15,1-31 13-15,1-16 3 16,4-13-17-16,-5-5 69 15,-4-4 118-15,-8-1 23 16,-11 6-17-16,-13 8 42 0,-6 15-51 16,-5 18-15-1,-5 13-72-15,-1 11-10 0,1 2-18 16,3 17-39-16,6 24 28 16,9 22 10-16,1 15-10 15,2 6 7-15,-2-4-25 16,-3-14-10-16,-2-19 23 15,-5-19-2-15,-4-16 18 16,-5-7 0-16,-3-5 2 16,2 0 21-16,-2-14 16 15,0-14-18-15,0-6-4 16,-10-2-15-16,-8 7 12 16,-2 10-2-16,8 7-5 15,4 10 3-15,0 2-10 16,-4 4-19-16,-6 23 19 0,0 6-21 15,2 6 3 1,10 4-11-16,6-6-14 0,13-5 17 16,19-8-13-16,12-11-10 15,3-9-5-15,0-4-70 16,-5-17-140-16</inkml:trace>
  <inkml:trace contextRef="#ctx0" brushRef="#br0" timeOffset="14640.25">17538 9498 617 0,'0'0'217'0,"0"0"-204"16,0 0-13-16,0 0-56 16,0 0 51-16,0 0 5 15,108 33 0-15,-32-18 7 16,12-2-7-16,17-5-64 15,10-8-123-15</inkml:trace>
  <inkml:trace contextRef="#ctx0" brushRef="#br0" timeOffset="14813.69">18974 9624 294 0,'0'0'621'0,"0"0"-570"0,0 0-22 16,0 0-29-16,0 0-70 16,0 0-154-16,-29 58 154 15,-8-43-366-15</inkml:trace>
  <inkml:trace contextRef="#ctx0" brushRef="#br0" timeOffset="16035.58">14310 9912 472 0,'0'0'74'0,"0"0"-41"15,0 0 13-15,0 0-35 16,0 0-1-16,0 0 0 0,-20-1-8 15,18 1-4 1,-2 8 1-16,-2 17 1 0,-2 9 1 16,-1 7-1-16,6 4 0 15,1 0 0-15,2-3 3 16,5-5-6-16,24-9 0 16,18-9 3-16,20-13 14 15,21-6-14-15,14-2-2 16,5-16-1-16,-5-2-21 15,-16 2-54-15,-20 1-74 16,-23 2-136-16</inkml:trace>
  <inkml:trace contextRef="#ctx0" brushRef="#br0" timeOffset="16929.61">19974 9276 627 0,'0'0'69'0,"0"0"54"15,0 0-29 1,0 0-94-16,0 0-1 0,0 0-3 16,-1 35 2-16,7 26-2 15,-1 14 4-15,-5 11 0 16,0-2 0-16,0-10 0 15,0-15-25-15,-3-16-14 16,0-17-10-16,-1-10-19 16,3-16-49-16,-4 0-128 15</inkml:trace>
  <inkml:trace contextRef="#ctx0" brushRef="#br0" timeOffset="17217.28">19867 9228 555 0,'0'0'31'0,"0"0"29"16,0 0-47-16,0 0-15 15,120 36 2-15,-60 10 0 16,10 9 1-16,5 11-1 16,-7 4 8-16,-9-1-8 15,-16-8 0-15,-16-7-1 16,-14-8 1-16,-13-10 0 15,-6-6 1-15,-25-8 3 16,-17-6 0-16,-12-7-4 16,-12-6 3-16,0-3 7 15,8 0-10-15,16-5 0 0,18-1 0 16,23-3-57-16</inkml:trace>
  <inkml:trace contextRef="#ctx0" brushRef="#br0" timeOffset="19330.87">20590 9680 718 0,'0'0'113'0,"0"0"-83"16,0 0-30-16,0 0 14 15,0 0 9-15,0 0-23 16,64-45 0-16,-47 27 9 15,-3-4-8-15,-8-3 29 16,-6-1-8-16,0 0-19 0,-12 3 25 16,-11 7-28-16,-4 9-5 15,-3 7 4-15,-1 14-23 16,2 18-11-16,9 6-13 16,11 6-16-16,9 4 19 15,7 1-9-15,23-1 25 16,17-8 1-16,15-17-28 15,6-14 40-15,-1-9 15 16,-7-11 1-16,-9-13 23 16,-9-9-15-16,-4-2 17 0,-10-2 5 15,-9 0-16-15,-12 2 47 16,-7 6 12-16,0 6-38 16,0 9 43-16,0 8-51 15,0 6-27-15,0 0-7 16,0 13-42-16,3 17 29 15,7 13 16-15,7 8 4 16,5-3 1-16,7-6-1 16,2-11-1-16,-1-12 0 15,-2-12 2-15,-4-7 10 16,0 0-11-16,4-20 1 16,-1-8 9-16,-3-6-10 15,-6-2 0-15,-9 0 5 16,-6 4-3-16,-3 5 7 15,0 6-5-15,0 5 1 0,0 8 9 16,0 2-14-16,0 4 0 16,0 2-1-16,0 0 1 15,0 0-1-15,0 0-7 16,0 0 8-16,0 0-3 16,0 0 3-16,0 0 0 15,0 0 3-15,0 0 0 16,0 0 6-16,0 0-9 15,-2 0 0-15,2 0 17 16,0 0-17-16,0 0 0 0,-1 0 7 16,1 0-6-1,0 0 2-15,0 0-3 0,0 0 0 16,0 0-1 0,0 0 1-16,0 0 0 0,0 0 0 15,0 0 2-15,0 0-1 16,0 0-1-16,0 0 0 15,0 0 22-15,0 0-20 16,0 0 9-16,0 0 1 16,0 0-11-16,0 0-2 15,0 0 1-15,0 0 0 16,0 0 0-16,0 0 0 16,0 0 0-16,0 0-2 15,0 0 6-15,0 0-9 16,0 0 5-16,0 0 0 15,0 0 0-15,0 0 0 0,0 0 0 16,0 0 4-16,0 0-2 16,0 0 5-16,0 0-7 15,0 0 0-15,0 0 9 16,0 0-9-16,0 0 0 16,0 0 0-16,0 0-11 15,0 0-41-15,0 0-106 16,0 3-117-16,0 4 149 15,0-3 4-15,0-1-43 16,0-3 67-16,-6 0 98 16,0-3 98-16,-3-6 90 15,5-1-50-15,-1-1-27 16,-1-1-22-16,4 3 1 0,-1 1 3 16,2 3-50-16,-1 3-5 15,2 1-38-15,-2 1 2 16,2 0-2-16,0 0 0 15,0 0-2-15,0 0 2 16,0 0-8-16,22 0 6 16,11 0 2-16,14 0 0 15,5 0 0-15,0 0 0 16,-8-2 0-16,-11-5 0 16,-15 0 1-16,-9 1 14 15,-8 4 12-15,-1 2 8 16,0 0-1-16,0 0-34 15,0 0-2-15,0 0 1 0,0 0-10 16,0 15-12-16,0 11 6 16,-7 12 17-16,-2 2-11 15,3 2-2-15,4-9-12 16,2-7 3-16,5-11-20 16,17-10 31-16,8-5 7 15,6 0 4-15,4-17 4 16,3-9 3-16,-7-5-7 15,-4 1 3-15,-12 1 4 16,-9 2 22-16,-2 4 1 0,-9 6 4 16,4 6 23-1,-4 4-51-15,0 7-1 0,0 0-5 16,0 0-12-16,0 7-22 16,0 18-12-16,-4 11 46 15,4 5-8-15,4-2-2 16,30-4-7-16,19-13 2 15,21-9 5-15,13-12 5 16,5-1-26-16,-4-16-9 16,-12-10 35-16,-16-6 10 15,-19 5-5-15,-17 0 12 16,-13 4 37-16,-8-1 7 16,-3 2-24-16,-6 3-29 15,-12 4 18-15,2 9-21 16,-4 6-7-16,-4 8 1 0,-4 17 0 15,-6 8 2-15,1 4-13 16,8-1 2-16,13-7 12 16,12-7-11-16,0-8 11 15,13-7 1-15,10-5 4 16,0-2 4-16,2 0-6 16,0-9 0-16,-2-10 11 15,-2-1-9-15,-4-1-2 16,-4 1 3-16,-5 8 19 15,-4 3 24-15,-4 6-35 0,2 3-10 16,-2 0 4 0,1 0-5-16,1 0-6 0,2 10-35 15,8 16 27-15,2 4 5 16,9 2 9-16,9-9-17 16,8-11 5-16,8-12 16 15,5 0-4-15,-2-18 0 16,-4-10 5-16,-4-10-3 15,-7-5-2-15,-1-6 0 16,-7-2 5-16,-10 0-2 16,-8-1-3-16,-10 1 23 15,0 2-14-15,-5 6 36 16,-4 12-12-16,3 14-21 16,3 12-4-16,3 5-8 15,-3 0-5-15,-7 19-16 0,-7 26 1 16,-5 16 5-1,0 11 15-15,9 1-17 0,12-13 13 16,1-5-20-16,8-10 20 16,8-7-14-16,-3-6-83 15,-4-15-100-15,-5-12-181 16</inkml:trace>
  <inkml:trace contextRef="#ctx0" brushRef="#br0" timeOffset="19582.76">22662 9475 700 0,'0'0'77'0,"0"0"-8"16,0 0-62-1,0 0 0-15,108-47-7 0,-40 39 0 16,7 4 10 0,-1 2-5-16,-5 2-5 0,-14 0 24 15,-16 0-6-15,-16 0 19 16,-12 0-37-16,-6 4 0 15,-4 14-6-15,-1 10 6 16,0 11 0-16,-15 14-5 16,-7 6 3-16,2 2-15 15,7-6-68-15,13-14-90 16,15-22-62-16</inkml:trace>
  <inkml:trace contextRef="#ctx0" brushRef="#br0" timeOffset="20146.61">23585 9549 420 0,'0'0'50'0,"0"0"39"16,0 0-2-16,0 0 13 15,0 0-67-15,0 0-33 16,-15 2-24-16,-13 31 24 16,-2 2-2-16,9-1 5 15,11-2-5-15,7-8 2 16,3-5 0-16,0-7 7 15,9-3-4-15,2-6-3 16,3-3 9-16,5-5-5 16,2-16 11-16,2-8-15 15,-1-5 0-15,-5-3 1 0,-1 1 0 16,-4 7-1-16,-2 8 1 16,-2 9 1-16,-5 7 40 15,0 5-42-15,0 0 4 16,0 0-10-16,0 16-4 15,0 6 10-15,-1 5-2 16,-2 3 4-16,2-5-3 16,-1-5 1-16,2-6 0 15,1-6 0-15,-3-4 3 16,-1-4-3-16,2 0 5 16,5-4 6-16,5-18 33 15,4-5-44-15,4-2 0 0,-2 6-6 16,3 0 6-16,-1 6-27 15,-2 5-15-15,-3 5 42 16,-6 4 6-16,-5 1-5 16,-4 2 9-16,2 0-10 15,-2 3 0-15,0 13-5 16,0 6 5-16,0 7 0 16,0-1 4-16,0-2-4 15,-3-2 0-15,-3-3 1 16,2-6-1-16,2-5-116 15,2-10-64-15,0-4-196 16</inkml:trace>
  <inkml:trace contextRef="#ctx0" brushRef="#br0" timeOffset="20311.78">23465 8954 900 0,'0'0'48'15,"0"0"-21"-15,0 0-11 16,0 0-16-16,0 0-72 16,0 0 9-16,52 80-60 15,-35-32-178-15</inkml:trace>
  <inkml:trace contextRef="#ctx0" brushRef="#br0" timeOffset="24225.83">21379 9890 185 0,'0'0'57'15,"0"0"9"-15,0 0 92 16,86-46-69-16,-57 30-38 16,-2-1 0-16,0 0-23 15,-3 0 50-15,-4 2-32 0,-5 0-43 16,-1 1 23-1,-4 0-19-15,-1 2-4 0,4-4 1 16,-1 2 0-16,2-2-1 16,-2 1-3-16,6-2 0 15,0-2-4-15,6-4 4 16,4 1-1-16,-1-1-1 16,2-1 4-16,-5 4-4 15,-4-2 2-15,-3 3 0 16,-4 2-2-16,-3 2 2 15,-3 1 0-15,-2 5 4 16,-4 4-3-16,-1 2-2 0,0 3 1 16,0 0 0-1,0 0-11-15,0 0 11 0,0 0-6 16,0 0 3-16,0 0-2 16,0 0 1-16,-3 8 4 15,-1 1 0-15,1 3-5 16,0 3 5-16,-1 3 0 15,-1 1-1-15,-1 0 6 16,-2 1-8-16,-3-2 3 16,5 0 0-16,-2-1 1 15,3 1-1-15,3 1 0 16,0-4-1-16,1 1 5 16,-2 0-4-16,-1 1 0 15,2-3 0-15,1 3-3 16,-1-2 3-16,2-1 0 0,0-4 5 15,27-5-1-15,28-5 2 16,28 0-6-16,31-17 3 16,16-13-8-16,-1-7 4 15,-6-4-21-15,-23-1-2 16,-18 1-31-16,-26 2-56 16,-30 1-199-16</inkml:trace>
  <inkml:trace contextRef="#ctx0" brushRef="#br0" timeOffset="24758.57">21980 9068 541 0,'0'0'76'0,"0"0"-12"16,0 0-24-16,0 0-35 16,0 0-5-16,0 0-16 15,2 33 16-15,4-10 0 16,1-4 2-16,4-5-3 15,8-7 1-15,8-7 0 16,6 0 12-16,3-9-8 0,-4-14-4 16,-5-5 7-1,-8 0-3-15,-11 0 7 0,-8 2-11 16,0 2 12-16,-22 7 19 16,-19 6-31-16,-17 11-4 15,-14 8-27-15,-3 20-87 16,7 9-194-16</inkml:trace>
  <inkml:trace contextRef="#ctx0" brushRef="#br0" timeOffset="26175.59">21088 9448 111 0,'0'0'92'0,"0"0"-29"16,0 0 65-16,0 0-31 15,0 0 20-15,0 0-61 16,0 0-13-16,-28-40 11 16,28 35-4-16,0 2-28 15,0 2 29-15,0-1-36 0,0 2 5 16,0 0-12-16,0 0-5 16,0 0-6-16,0 2-3 15,0 13 5-15,0 11-11 16,9 9 12-16,0 5 0 15,-2 4-1-15,0-2 4 16,2-2-10-16,-2-4-7 16,-2-7-6-16,3-9 13 15,2-3-13-15,-1-8 11 16,-1-4 6-16,0 0 3 16,3-2-3-16,0-2 0 15,3-1 3-15,2 0 1 16,1 0 0-16,3-1-1 0,2-14 2 15,4-2 1-15,2-4 4 16,3-6-7-16,-2 1 0 16,-3-2 52-16,0 1-41 15,-7 4 3-15,0-1-4 16,-3 6-10-16,-3 1 2 16,-3 1-2-16,-2 4 0 15,1 0-3-15,-3 2 5 16,-3 2-2-16,-3 1 0 15,1 0 4-15,-1 0 16 16,0-1-10-16,0-1-1 16,0-1 11-16,0 3-19 15,0 3-1-15,0 1 0 16,0 1 5-16,0 2-7 0,0-1 2 16,0 1 0-16,0-2-4 15,0-1 4-15,0 3-2 16,-3-2-2-16,2 0 4 15,-2 2-4-15,1-1 4 16,1 1 0-16,1 0-1 16,-2 0 1-16,1 0-4 15,-2 0 0-15,0 3-8 16,-1 11 4-16,0 2 7 16,1 0 1-16,-1-1-6 15,2 1 6-15,1-1 0 0,-1 0-1 16,2 0 4-1,0-3-7-15,0-1 4 0,0 1 0 16,0-2-1-16,9-1 1 16,5-3 0-16,8-2-2 15,11-4 4-15,9 0 5 16,5-11-7-16,9-7 0 16,2-5 2-16,1-4-2 15,-2 2-2-15,-7-1-18 16,-4 6 19-16,-14 3-10 15,-3 9 11-15,-10 5-13 16,-10 3-41-16,-9 2-137 0,-18 10-79 16</inkml:trace>
  <inkml:trace contextRef="#ctx0" brushRef="#br0" timeOffset="26656.84">21419 9844 346 0,'0'0'90'16,"0"0"-65"0,0 0-14-16,0 0 79 15,0 0-28-15,0 0-55 0,29-16 46 16,-6 3-25-16,4-5 23 16,8-3-10-16,4 0-41 15,4-2 7-15,6 1-7 16,2-3-62-16,2 3-39 15,-3 0-130-15,-7 5-29 16</inkml:trace>
  <inkml:trace contextRef="#ctx0" brushRef="#br0" timeOffset="50184.57">7733 12700 391 0,'0'0'154'0,"0"0"-69"15,0 0-11-15,0 0 23 16,0 0-63-16,0 0-23 15,0 0 29-15,0 0-36 16,11-55-3-16,-11 55-1 16,0 0 5-16,2 0-8 15,3 6 3-15,2 11 0 0,4 8-10 16,-1 8 13-16,-3 4-3 16,-2 9 0-16,4 9 0 15,1 9 0-15,1 8 0 16,5-4 0-16,5-1 3 15,1-6-3-15,7-11 0 16,2-13 0-16,2-9 1 16,4-15-2-16,0-12 1 15,2-1 0-15,6-20 9 16,6-17-5-16,4-9-4 16,-3-8 0-16,-8-2 6 15,-10-3 4-15,-12-4-10 0,-13-2 0 16,-9 1 14-1,-5 3-13-15,-20 7 8 0,-5 6-9 16,-1 12 7-16,3 8-9 16,5 14 2-16,8 9 0 15,5 5-11-15,-2 5-27 16,9 14 6-16,-1 8 26 16,4 4 12-16,0 3-7 15,13-2 1-15,11 2 0 16,6-3 1-16,7-2-1 15,9-6 0-15,8-5 0 16,8-5-4-16,4-8 3 16,3-5-126-16,-10-8-109 0</inkml:trace>
  <inkml:trace contextRef="#ctx0" brushRef="#br0" timeOffset="50701.49">9148 12839 614 0,'0'0'181'16,"0"0"-99"-16,0 0-60 0,0 0-3 15,0 0-7 1,0 0-14-16,-110-57 2 0,74 86 0 16,-1 15-10-16,2 9 10 15,4 10 0-15,4 2-5 16,9-2-35-16,8-3 26 16,8-12-47-16,2-15 5 15,11-15 22-15,20-15 14 16,14-3 20-16,7-27 34 15,2-11 16-15,-8-4 0 16,-13 0-33-16,-11 2 16 16,-13 1 21-16,-6 1-29 15,-3 1-3-15,-3 4-5 0,-9 8-13 16,3 13 16-16,5 5-20 16,4 7 0-16,0 0-10 15,0 20-13-15,0 16-7 16,10 13 28-16,11 5-23 15,7-5 8-15,7-8-15 16,7-12-17-16,5-12-13 16,4-14 5-16,-3-3-76 15,-7-17-294-15</inkml:trace>
  <inkml:trace contextRef="#ctx0" brushRef="#br0" timeOffset="51000.65">9529 12901 797 0,'0'0'96'0,"0"0"-96"16,0 0 1-16,0 0-3 15,0 0 4-15,37 83-7 16,-27-44 5-16,1-1 0 16,-1-4 4-16,-1-8-1 15,-3-7-2-15,-3-8-1 16,-1-7 1-16,-1-2 7 15,-1-2-5-15,0 0-3 16,5-9 71-16,3-16-31 16,6-9-40-16,8-9-6 15,6-3 0-15,7 4-8 16,5 4-47-16,5 7-18 0,-2 11 9 16,-3 10-34-16,-7 9-50 15,-10 1-229-15</inkml:trace>
  <inkml:trace contextRef="#ctx0" brushRef="#br0" timeOffset="51204.57">10124 12769 859 0,'0'0'29'16,"0"0"26"-16,0 0-55 0,0 0-12 15,0 0 8-15,0 0 1 16,3 95 1-16,-10-37 2 16,-6 3-3-16,3 2-7 15,2-8-94-15,7-13-65 16,-1-17-149-16</inkml:trace>
  <inkml:trace contextRef="#ctx0" brushRef="#br0" timeOffset="51377.68">9967 12458 888 0,'0'0'0'16,"0"0"0"-16,0 0-170 15,0 0 103-15,58 101-68 16,-47-47-81-16</inkml:trace>
  <inkml:trace contextRef="#ctx0" brushRef="#br0" timeOffset="51865.69">10637 13065 371 0,'0'0'188'0,"0"0"-139"16,0 0-7-16,0 0 42 16,18-85-20-16,-21 61-19 15,-14-1-5-15,-4 2-8 16,-2 6 17-16,3 9-36 16,-2 8-7-16,-6 8-10 15,-2 23 4-15,-5 15-11 16,4 6-5-16,6 1-24 15,7 2 16-15,13-7-37 16,5-7-28-16,18-17 63 16,18-14-16-16,11-10 42 15,6-17 7-15,2-18 24 16,-3-7 45-16,-8-3-16 0,-10-4-14 16,-10 5 22-16,-11-2-56 15,-7 6 4-15,-6 3 14 16,0 10-25-16,-3 10 0 15,-3 10-5-15,4 6 0 16,2 1-13-16,-2 14-7 16,0 19-31-16,2 15 48 15,0 8 6-15,2-1-6 16,20-7-17-16,12-8-33 16,9-11 23-16,4-12-80 15,-3-13-50-15</inkml:trace>
  <inkml:trace contextRef="#ctx0" brushRef="#br0" timeOffset="52631.42">10943 13024 860 0,'0'0'2'0,"0"0"8"16,0 0-10-16,0 0-6 16,0 0 5-16,0 0 1 15,58 51-4-15,-46-25 3 0,2 1 1 16,-3-4 2-16,-2-6-2 16,-3-6 0-16,-3-3 2 15,-2-6 2-15,1-2 2 16,5 0-2-16,7-13-3 15,9-16 11-15,6-6-12 16,-1-1-19-16,-2 6 9 16,-4 4-4-16,-7 9 10 15,-3 7 2-15,-5 7 2 16,-1 3-12-16,0 0 12 16,0 17-13-16,3 9 9 15,-3 3 4-15,3 1 0 0,4-1 0 16,4-10 0-1,11-7-1-15,13-10 1 0,8-2 0 16,7-20 4-16,1-13 1 16,-9-7-2-16,-5-5-3 15,-7 0 1-15,-6 2 38 16,-4 8-38-16,-8 8 2 16,-4 11 10-16,-8 7-12 15,-2 3 6-15,-4 6-7 16,2 0-11-16,-1 0 4 15,2 2-14-15,3 5 21 16,-3 1 0-16,2-3 3 16,-2-1-3-16,-2-1 0 15,-1-3 0-15,0 0 0 16,0 0 0-16,0 0 0 0,0 0 10 16,-12 0-8-16,-4 0 3 15,2 0-5-15,1 7 0 16,2 3-6-16,-1 7 6 15,4 7 0-15,2 8-4 16,3 6 7-16,3 4-7 16,0-1 1-16,13-4 3 15,17-7 5-15,13-10-1 16,5-11-4-16,3-4 25 16,-1-5-23-16,-2 0-2 0,3-17-18 15,-5-8-199 1,0-1-237-16</inkml:trace>
  <inkml:trace contextRef="#ctx0" brushRef="#br0" timeOffset="52998.47">12196 13034 516 0,'0'0'144'16,"0"0"22"-16,0 0-92 15,0 0-45-15,0 0 24 16,0 0-53-16,7-25 1 15,11 18-1-15,9-3 1 16,5-2 1-16,6-5-2 16,2-4 0-16,-6 1 3 15,-4-5-3-15,-10 0 0 0,-4 0 3 16,-7 0-2-16,-8 4-2 16,-1 3 1-16,-15 3-8 15,-22 6-2-15,-11 8-22 16,-4 1 8-16,-3 14 23 15,7 18 1-15,5 8-6 16,9 7 6-16,13 1 0 16,11 5-5-16,10-5 5 15,2-4 0-15,25-7-3 16,11-10 7-16,8-10-2 16,10-11-2-16,4-6 0 15,5-4-8-15,1-26-112 0,-3-12-372 16</inkml:trace>
  <inkml:trace contextRef="#ctx0" brushRef="#br0" timeOffset="53715.67">13208 12905 602 0,'0'0'80'0,"0"0"-75"15,0 0 4-15,0 0-5 16,0 0 4-16,0 0-8 16,-16 0 0-16,26 0 7 15,22 0 0-15,18 0 25 16,18-5 7-16,16-4 2 16,9-1-41-16,6 1 0 15,0-1 4-15,-2-2-3 16,-4-3-2-16,-8-2-26 15,-12-2-54-15,-15-3 17 16,-22 0-8-16,-20 2 72 16,-16-1 9-16,0 1 16 15,-25 3-9-15,-2 2-14 0,-1 7 1 16,11 8 21 0,2 0-24-16,5 3-3 0,1 16 0 15,5 7 3-15,1 7-4 16,3 4 4-16,0 4 0 15,0-4-1-15,11-3 6 16,4-7-5-16,-3-1 12 16,-1-9-9-16,-7 1 2 15,-4-3-5-15,0 1 0 16,-12 0-6-16,-16-9-68 16,-2-7-417-16</inkml:trace>
  <inkml:trace contextRef="#ctx0" brushRef="#br0" timeOffset="54762.84">15426 12548 45 0,'0'0'514'15,"0"0"-466"-15,0 0-48 0,0 0 0 16,0 0 3-1,82 67 3-15,-61-31 19 0,-3 7-23 16,0 4 4-16,0 1 18 16,-6-2-22-16,-1-5 4 15,-3-9-5-15,-5-12 4 16,-3-9 2-16,0-6-7 16,0-4 0-16,-1-1 119 15,-28-3-22-15,-14-17-91 16,-17-5-6-16,-7-5 4 15,6 2-4-15,15 2 0 16,16 3 0-16,22 1-5 16,8 0-18-16,29-8-40 15,22-3-28-15,14-4 80 16,17 0 6-16,6 2 5 0,6 8 0 16,-1 3-1-16,-7 9 1 15,-9 8-42-15,-19 0-91 16,-21 2-239-16</inkml:trace>
  <inkml:trace contextRef="#ctx0" brushRef="#br0" timeOffset="55379.43">15927 11959 556 0,'0'0'3'0,"0"0"33"16,105-15-32-16,-54 15 31 15,4 3 12-15,1 14-31 16,-2 8 4-16,-6 8-20 16,-8 9 10-16,-11 4-14 15,-12 4 4-15,-9-3-2 16,-8-4-5-16,-2-7-12 16,-14-9 10-16,-5-5 0 15,0-7-1-15,8-6 2 16,0-4 8-16,3-5 0 0,4 0 49 15,0 0 76-15,2-3-30 16,2-7-39-16,2-4-46 16,3-3 2-16,29-6-12 15,17-3-3-15,19 2-8 16,9 5-10-16,-1 9-33 16,-8 3 2-16,-13 7-74 15,-14 0 51-15,-17 7-29 16,-18 10-138-16</inkml:trace>
  <inkml:trace contextRef="#ctx0" brushRef="#br0" timeOffset="55878.41">16582 13196 503 0,'0'0'114'0,"0"0"-83"0,0 0-31 15,0 0 0 1,0 0 29-16,0 0-22 0,2 8 8 15,-1-8 13-15,7 0 32 16,4-6 59-16,10-16-104 16,3-8-8-16,2-8 7 15,-5-5-9-15,-5 0-4 16,-11-1-1-16,-6 3 0 16,0 2-2-16,-14 5 2 15,-3 5 0-15,3 12 32 16,3 7-20-16,4 10-7 15,1 0-5-15,0 26-10 16,-3 15-6-16,-2 14 16 16,1 10-6-16,6 5 0 15,4 0 6-15,0-1-5 0,0-9-14 16,12-10-8 0,7-12 21-16,7-13-40 0,2-13-20 15,3-12-43-15,0-5-160 16</inkml:trace>
  <inkml:trace contextRef="#ctx0" brushRef="#br0" timeOffset="56070.98">16453 13031 223 0,'0'0'58'0,"0"0"59"15,0 0 33-15,0 0-78 16,112 8-28-16,-64-8-13 16,3 0-30-16,9 0-2 15,3 0-15-15,-8 0-227 16</inkml:trace>
  <inkml:trace contextRef="#ctx0" brushRef="#br0" timeOffset="56429.81">16934 13229 307 0,'0'0'56'0,"0"0"-11"0,96 0 73 16,-53-3-26-16,-1-8-51 15,-1-3 18-15,-5-2 26 16,-11 0-41-16,-9 4 25 15,-10 2-38-15,-6 0-19 16,0 3-7-16,-11 0-5 16,-14 5 0-16,-5 2-7 15,-3 0 7-15,3 13-15 16,2 8-3-16,6 6 0 16,2 3 14-16,4 2 2 15,8 1-1-15,8-2 3 16,0-1 0-16,31-5-7 0,14-5 7 15,16-7 0-15,14-10-4 16,8-3-52-16,-3-18-157 16</inkml:trace>
  <inkml:trace contextRef="#ctx0" brushRef="#br0" timeOffset="56997.55">17692 12364 465 0,'0'0'28'16,"0"0"42"-16,0 0-50 0,0 0 18 15,0 0 5 1,113-59-28-16,-69 50-7 0,2 2-8 16,-1 6 0-16,2 1-12 15,-8 0-22-15,-11 0-211 16</inkml:trace>
  <inkml:trace contextRef="#ctx0" brushRef="#br0" timeOffset="57173.64">17707 12533 746 0,'0'0'85'16,"0"0"-73"-16,0 0-8 0,81 0-4 15,-22 0 0-15,14 0 0 16,10 2-13-16,11-2-90 16,1 0-126-16</inkml:trace>
  <inkml:trace contextRef="#ctx0" brushRef="#br0" timeOffset="57842.78">19616 11969 632 0,'0'0'32'0,"0"0"109"16,0 0-86-16,0 0-22 16,0 0-8-16,0 0-25 0,0 0 4 15,-57-5-13-15,29 53 9 16,-2 22-3-16,2 15 0 15,6 5 6-15,11 0-6 16,11-8-14-16,12-17-48 16,36-19 57-16,16-15-41 15,11-16 4-15,8-15-37 16,0 0-139-16,-10-27-173 16</inkml:trace>
  <inkml:trace contextRef="#ctx0" brushRef="#br0" timeOffset="58292.38">20000 11876 638 0,'0'0'108'15,"0"0"25"-15,0 0-97 16,0 0-36-16,0 0-3 15,0 0 1-15,-14 88 2 16,7-24 0-16,-1 5-1 16,5-4 1-16,2-13 0 15,1-14 0-15,0-14 3 16,0-15-6-16,0-6 2 16,1-3-13-16,15 0 9 0,13-22 5 15,7-7-34-15,7-7-41 16,-6 6 28-16,-6 5 46 15,-8 8 2-15,-5 9 3 16,-8 7 52-16,-4 1-56 16,0 10-2-16,-6 18-1 15,0 11 2-15,0 4 1 16,-6-3 0-16,-9-5 0 16,-4-11 0-16,2-7 0 15,-3-4 0-15,-3-2 4 16,4-3-1-16,-4-7-2 15,4-1-1-15,3 0-16 16,4-14-11-16,12-7-93 16,1-1-377-16</inkml:trace>
  <inkml:trace contextRef="#ctx0" brushRef="#br0" timeOffset="58497.18">20393 12227 615 0,'0'0'153'0,"0"0"-41"15,0 0-70-15,0 0-42 0,0 0 0 16,101-34 4 0,-34 34-4-16,11 0-10 0,10 0-58 15,2 0-115-15,-8 0-228 16</inkml:trace>
  <inkml:trace contextRef="#ctx0" brushRef="#br0" timeOffset="58859.79">21192 12025 684 0,'0'0'88'0,"0"0"20"15,0 0-76-15,-83-27-32 16,57 51-4-16,-5 12 4 15,0 7-2-15,6 10 2 16,7-1-5-16,12-4-16 0,6-11-39 16,10-15 20-1,18-9-17-15,7-13 57 0,-1 0-1 16,0-18 3-16,-4-10-2 16,-6-1 7-16,-9-4 0 15,-6 2 59-15,-9-1-28 16,0 3-14-16,-6 5 31 15,-3 9-35-15,3 8-10 16,3 7-10-16,-1 0-8 16,1 22-36-16,0 14 25 15,3 11 19-15,0 3-12 16,22-3-11-16,12-7-10 0,10-6 1 16,1-12-41-16,1-17-96 15</inkml:trace>
  <inkml:trace contextRef="#ctx0" brushRef="#br0" timeOffset="59093.35">21427 11844 845 0,'0'0'1'0,"0"0"14"16,0 0-22-16,115 53 7 15,-76-7 0-15,-2 14 8 16,-8 5-6-16,-7 4-4 16,-12-2 1-16,-10-5 1 0,-2-1 3 15,-33 1-3-15,-22 2-1 16,-25-1-32-16,-18-11-137 16,-12-19-248-16</inkml:trace>
  <inkml:trace contextRef="#ctx0" brushRef="#br0" timeOffset="59775.29">19534 12879 615 0,'0'0'71'16,"0"0"51"-1,0 0-114-15,0 0 3 0,110-15 6 16,-27 3-6-16,27-1 13 15,36 1-24-15,26-1 0 16,23-1 27-16,14-2-25 16,-7 0-2-16,-11 0 3 15,-26 0-2-15,-28 6 8 16,-37 0-9-16,-27 8 0 16,-30 0 1-16,-22 2-1 15,-17 0-11-15,-4 12-80 16,-38 12-17-16,-19 5 39 15,-15 1-231-15</inkml:trace>
  <inkml:trace contextRef="#ctx0" brushRef="#br0" timeOffset="60124.73">20565 13070 715 0,'0'0'145'0,"0"0"-81"16,0 0-64-16,0 0-3 16,0 0-3-16,0 0 6 15,-29 80-3-15,17-37 3 16,-2 5 0-16,4 8-2 16,3 0 2-16,4-4-2 0,3-7-17 15,0-14-6-15,23-12 18 16,13-11 0-16,8-8 7 15,2-3 15-15,-4-11-10 16,-14-1 4-16,-11-2 32 16,-12 5 7-16,-5-5 2 15,0 0-48-15,-20-5 0 16,-26 0 0-16,-15 3-2 16,-5 5-16-16,11 7-59 15,22 6-18-15,33-1-69 16,30-3-516-16</inkml:trace>
  <inkml:trace contextRef="#ctx0" brushRef="#br0" timeOffset="61608.24">21745 11810 273 0,'0'0'177'0,"0"0"-25"16,0 0-50-16,0 0 30 15,0 0-61-15,0 0-36 0,28-56-35 16,-18 56 5 0,7 17-13-16,4 13 8 0,3 13-1 15,-5 13-11-15,-4 6 6 16,-2 1-20-16,-1-3-8 15,-1-7-12-15,2-9 37 16,-1-8-15-16,1-8 3 16,-1-12 11-16,-1-6 13 15,-4-6-3-15,-4-4 11 16,-3 0 42-16,0 0 62 16,0 0-55-16,0-3-32 15,-1-1-15-15,-2 1-12 16,-5 3-2-16,-1 0-1 15,-6 7-8-15,-6 13-4 16,-4 6 0-16,0 9 0 0,0 2 10 16,3 0-8-1,5-7 9-15,11-6-10 0,1-8 13 16,5-6-17-16,0-3 17 16,0-1-10-16,0-1 10 15,0 1-8-15,0-2 7 16,0-2 1-16,2 2-1 15,-2-1-15-15,0-1 14 16,0-1 0-16,0 4-6 16,0 2 14-16,0 0-6 15,0 2 0-15,0 1 0 16,0-3 0-16,0 3 0 0,0-5 0 16,-2-1 1-1,2 1 3-15,-1-1-5 0,-2 1 1 16,-2-1 0-16,4 3-1 15,-2-2 1-15,0 0 0 16,0 2-1-16,-2-4 4 16,2 3-3-16,-1-1 0 15,-1-2 1-15,1 2-4 16,1-2 3-16,3-2 0 16,0-1 1-16,0 0 3 15,0 0-4-15,0 0 0 16,0 0 0-16,0 0 6 15,0 0-6-15,0 0 0 16,0 0-1-16,0 0 6 16,15 0-5-16,12 2 0 0,4-1 1 15,6-1-2-15,1 0 1 16,-7 0 0-16,-6-1 4 16,-8-7-3-16,-10 2 5 15,-2 1 15-15,-5 1-11 16,0-1 32-16,0 2-39 15,0-1-2-15,0 3 1 16,0 0 5-16,-2 1-12 16,-8 0 5-16,-6 14 0 15,-1 12-7-15,-3 13 7 16,6 9-1-16,5 13-5 16,7 2 11-16,2 4-8 0,0-4 3 15,2 0 0-15,7-5-2 16,-4-3 2-16,-3-3 0 15,-2-1-1-15,0-4 5 16,-12-5-2-16,-7-3-2 16,-7-2 0-16,-4-4-15 15,1-4 14-15,3-3-33 16,4-6-5-16,7-10-86 16,2-10-12-16,4 0-62 15,1-26-156-15</inkml:trace>
  <inkml:trace contextRef="#ctx0" brushRef="#br0" timeOffset="62139.49">22227 11530 660 0,'0'0'5'16,"0"0"70"-16,0 0 4 15,0 0-29-15,0 0-50 16,0 0 8-16,101-21-14 16,-74 55 6-16,-8 13-6 15,-15 6 1-15,-4 5-2 16,-7 1 0-16,-14-3-6 16,-3-3-3-16,-1-9 7 15,3-10-16-15,4-5-17 16,3-12 27-16,6-5 8 15,9-9 6-15,0-1 2 0,0-2 5 16,4 0 126 0,26-7-57-16,19-7-64 0,15-3 4 15,8 4-15-15,5 4 3 16,-3 6-3-16,-8 3 0 16,-11 0-8-16,-13 0 8 15,-10 0-36-15,-15 3-21 16,-8 6-95-16,-9-4-132 15</inkml:trace>
  <inkml:trace contextRef="#ctx0" brushRef="#br0" timeOffset="63372.38">19156 11814 403 0,'0'0'29'16,"0"0"74"-16,0 0-11 15,0 0-73-15,0 0 0 0,0 0-13 16,-105-26-3 0,61 60-3-16,-2 11 0 15,7 10 0-15,8 10-1 16,14 9 1-16,16 3 0 0,1 1 0 16,29-8 2-16,14-6-2 15,5-12 0-15,1-8 0 16,-9-10 6-16,-13-10-6 15,-12-12 0-15,-9-3 0 16,-6 1 1-16,-9 2 2 16,-21 7-2-16,-16 3 14 15,-8-1 7-15,-3-1-20 16,9-6-2-16,12-6 7 16,13-3-5-16,11-4 2 0,9-1-4 15,3 0 0 1,6-1-4-16,17-12-7 0,5 2 6 15,0 5 5-15,-3 6 15 16,-2 0-4-16,4 8-11 16,-3 12 0-16,1 9-10 15,-3 10 10-15,-4 11 0 16,-1 6-3-16,-10 5 9 16,-7 3-10-16,0-1 4 15,-1-1 0-15,-12-2-4 16,2 0 4-16,0-4 0 15,2-3-2-15,2-5 6 16,3-7-5-16,4-7 1 0,0-5 0 16,0-4 19-1,0 0-11-15,6 0 8 0,2-3-4 16,1 2-9-16,-1-1 4 16,0-2-7-16,2 1 0 15,-3-6 2-15,-1-2-2 16,3-3 0-16,-2-1 4 15,1-1-2-15,-2-4 4 16,1 0-6-16,4-3 0 16,4 1 21-16,9-1-8 15,10-2 24-15,15 0-18 16,9-2-19-16,8-8 1 16,1 0-1-16,-1-1-31 15,-10 5-26-15,-11-1-104 0,-21 1-261 16</inkml:trace>
  <inkml:trace contextRef="#ctx0" brushRef="#br0" timeOffset="63551.31">19559 13750 718 0,'0'0'156'0,"0"0"-93"16,0 0-43-16,0 0-15 15,0 0-5-15,0 0-2 0,2 0-32 16,8 0-14 0,1 5-123-16,-6-1-114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12:49.274"/>
    </inkml:context>
    <inkml:brush xml:id="br0">
      <inkml:brushProperty name="width" value="0.05292" units="cm"/>
      <inkml:brushProperty name="height" value="0.05292" units="cm"/>
      <inkml:brushProperty name="color" value="#FF0000"/>
    </inkml:brush>
  </inkml:definitions>
  <inkml:trace contextRef="#ctx0" brushRef="#br0">4405 4377 203 0,'0'0'46'0,"0"0"56"16,0 0 13-1,0 0-53-15,0 0 26 0,0 0-17 16,0 0-29-16,1-61 7 16,-1 50-10-16,-4-1-22 15,3 3 24-15,1 0-39 16,0 4 9-16,0 1-11 15,-2 0 3-15,2 0 11 16,0 1-14-16,0 0 0 16,-2 0 15-16,2 0-10 15,0 0 5-15,0 3-10 16,0 0 6-16,0 0-16 16,0 12 9-16,-1 29-31 15,-11 24 24-15,-16 27 9 16,-18 28-1-16,-14 12 0 0,1-10 1 15,9-17-9-15,12-34 8 16,18-34-1-16,11-21-2 16,6-12 6-16,0-4 4 15,0-6 32-15,3-25-21 16,0-21-17-16,6-20-1 16,15-16-52-16,7-6 24 15,0 5-19-15,1 9 7 16,-4 10 9-16,2 12 5 15,-6 11 20-15,-2 13 2 0,2 11 4 16,-4 9 16-16,6 11-14 16,3 3-2-16,-1 0 0 15,6 17 0-15,2 8-1 16,0 7 1-16,0 7 0 16,-3 7 26-16,-5 2-20 15,-8-1 11-15,-7 3-16 16,-9 1 5-16,-1 0 12 15,-6-1-18-15,-19-6-3 16,-8-7 2-16,-7-12-28 16,-5-6-29-16,-4-17-94 15,3-2-224-15</inkml:trace>
  <inkml:trace contextRef="#ctx0" brushRef="#br0" timeOffset="184.79">4098 4691 187 0,'0'0'349'0,"0"0"-237"0,0 0-35 16,0 0-40-16,0 0-21 16,0 0-16-16,41-31 2 15,1 25 18-15,12-2-20 16,7 0 1-16,6-2 6 16,6-1-7-16,6-7-82 15,-3-7-104-15,-13-3-272 16</inkml:trace>
  <inkml:trace contextRef="#ctx0" brushRef="#br0" timeOffset="367.05">4602 4610 617 0,'0'0'13'15,"0"0"-2"-15,0 0 27 16,110-7-2-16,-53-3-18 15,4-4-2-15,6-3-12 16,3-3 0-16,5-1-4 16,-7-4-99-16,-11-5-282 15</inkml:trace>
  <inkml:trace contextRef="#ctx0" brushRef="#br0" timeOffset="931.77">5118 4480 721 0,'0'0'0'0,"0"0"-3"16,0 0-7-16,0 0 10 16,0 0 3-16,0 0-2 15,27 53 32-15,-20-47-20 16,1 0 2-16,5-1 15 15,-1 0-17-15,0 0 4 0,-2 2-17 16,-2-4 3 0,-3 0 1-16,0 0-4 0,-2 1 0 15,-3 0 3-15,2 2-1 16,-1 0 0-16,4 5-2 16,0 2 0-16,4 2 3 15,5 5-3-15,-2 4 0 16,1 2 2-16,-2 1-1 15,-2-2-1-15,-2-2 0 16,-2-10 0-16,1-6 2 16,-3-3-2-16,1-4 0 15,5 0 16-15,12-17-10 16,12-15 8-16,11-6-14 16,6-5 0-16,1 0-14 15,-4 5 8-15,-11 5-20 16,-19 1 25-16,-7 2 1 0,-10 2 9 15,-15-1-6-15,-22 2 5 16,-15 2-7-16,-7 6-1 16,0 4 0-16,6 7 4 15,12 7-2-15,9 1-4 16,10 10-5-16,4 17-71 16,0 10-19-16,3-1-90 15,2-4-209-15</inkml:trace>
  <inkml:trace contextRef="#ctx0" brushRef="#br0" timeOffset="1170.76">5862 4592 415 0,'0'0'134'16,"0"0"-75"-16,0 0 17 16,0 0-4-16,0 0-70 15,0 0-2-15,24-13-4 16,18 4 4-16,6-2 0 16,7 2 0-16,6-6-105 0,3-8-169 15</inkml:trace>
  <inkml:trace contextRef="#ctx0" brushRef="#br0" timeOffset="1664.69">6469 4381 656 0,'0'0'86'16,"0"0"-78"-16,-71 82 3 15,38-34 16-15,3 6-6 16,2-1-21-16,8 0 0 15,7-12 4-15,4-15-4 0,7-13 0 16,2-10 3 0,0-3-2-16,0-19 30 0,8-18-11 15,14-16-6-15,5-5-28 16,0-1-11-16,0 4-55 16,3 7 18-16,0 7 25 15,-2 12 32-15,-3 10 2 16,-1 8 3-16,-3 11 2 15,-2 0-2-15,1 13 0 16,-1 13 12-16,-4 13-9 16,4 7 10-16,-2 5-13 15,5 2 0-15,0-6 13 16,1-5-13-16,-1-13 0 16,-2-12 4-16,-7-14-3 15,3-3 17-15,1-25 8 0,4-16-1 16,6-10-2-1,-5 0-21-15,-4-2 3 0,-6 4 31 16,-8 2-22-16,-4 3 16 16,0 10-16-16,0 10-6 15,0 12-12-15,3 10 4 16,0 2-91-16,2 17-99 16,-4 13 32-16,-1 4-170 15</inkml:trace>
  <inkml:trace contextRef="#ctx0" brushRef="#br0" timeOffset="2233.48">8207 4871 56 0,'0'0'588'16,"0"0"-461"-16,0 0-80 15,0 0-43-15,0 0 20 16,0 0 4-16,4-18-19 16,-4 13 24-16,-4-2-4 0,-14-9-27 15,-10-4 10-15,-13-8-12 16,-9-12-13-16,-4-9-12 15,0-11-16-15,7-6 29 16,13-4-19-16,17 0-20 16,13 7 49-16,4 12-6 15,13 14 8-15,12 12 20 16,5 9-7-16,0 13-10 16,-2 3-3-16,-4 15 0 15,-3 18-8-15,-9 17 13 16,-12 11-5-16,-3 4 3 15,-30 9-2-15,-10 0 7 0,-8-8-8 16,2-10 0-16,1-11 10 16,8-15-6-16,3-5-4 15,4-5 1-15,12-8 1 16,3-2 2-16,11-3-4 16,7-3-9-16,4 0-4 15,27-4 19-15,21 0-6 16,22-13 1-16,30-16 2 15,23-11 1-15,13 1-4 16,9 3-72-16,-10 3-34 16,-21 5-245-16</inkml:trace>
  <inkml:trace contextRef="#ctx0" brushRef="#br0" timeOffset="2680.68">9261 4531 810 0,'0'0'24'15,"0"0"3"-15,0 0 34 16,0 0-57-16,0 0-1 16,0 0-6-16,-35 25-5 15,-10 47 8-15,-15 8 0 16,1 0 3-16,7-18 6 15,14-18-9-15,16-19 0 16,13-14 0-16,3-7 3 16,6-4-3-16,0-11 0 0,3-28-6 15,24-24-19-15,10-24-50 16,12-5-12-16,1 3 37 16,-3 7-3-16,-2 18 20 15,1 14 33-15,-4 18 14 16,4 15 12-16,-6 15-17 15,-7 4-5-15,-4 28 3 16,-9 15 0-16,-5 8 0 16,-1 8 10-16,-2 1-9 15,-2-3 12-15,2-6-17 16,-4-8 0-16,-5-12 15 16,-3-4-18-16,0-3-1 15,-26-6-41-15,-7-13-117 16</inkml:trace>
  <inkml:trace contextRef="#ctx0" brushRef="#br0" timeOffset="2855.26">9096 4703 594 0,'0'0'33'16,"0"0"3"-16,0 0-32 16,0 0-4-16,0 0 0 15,0 0 2-15,97-7 0 16,-36 7-2-16,12 0 0 15,9-3 4-15,9-10-4 0,-4-2-33 16,-6-1-114 0,-16 0-197-16</inkml:trace>
  <inkml:trace contextRef="#ctx0" brushRef="#br0" timeOffset="3052.69">9783 4651 792 0,'0'0'37'0,"0"0"-12"16,0 0-25-16,0 0-12 16,0 0-8-16,0 0 2 15,83 17-11-15,-24-17-8 16,14-9 11-16,9-12-17 0,2-4-34 16,-5-1-120-1,-12 1 63-15,-16 2-41 0</inkml:trace>
  <inkml:trace contextRef="#ctx0" brushRef="#br0" timeOffset="3347.45">10397 4492 307 0,'0'0'180'15,"0"0"-77"-15,0 0-68 16,0 0-2-16,-104 101-20 16,79-52-12-16,4 0 16 15,9-2-17-15,7-5 0 16,5-12 3-16,20-10 0 15,19-14-3-15,15-6 15 16,10-17 28-16,-1-17 29 0,-5-8-67 16,-12 1 8-1,-16-2 42-15,-17 0-48 0,-13 1 31 16,-5 6-38-16,-36 2 3 16,-22 11-14-16,-17 15 11 15,-4 8-51-15,14 5-7 16,20 20-76-16,31 6 38 15,19-2-100-15,25 1-193 16</inkml:trace>
  <inkml:trace contextRef="#ctx0" brushRef="#br0" timeOffset="3562.65">10786 4671 690 0,'0'0'0'0,"0"0"-54"15,0 0 53-15,0 0-5 16,0 0 1-16,0 0-8 16,117 12 13-16,-55-12 0 15,8-9 0-15,7-11-16 16,-3-7-155-16</inkml:trace>
  <inkml:trace contextRef="#ctx0" brushRef="#br0" timeOffset="3995.3">11625 4466 928 0,'0'0'0'16,"0"0"-2"-16,0 0-47 15,0 0 38-15,-56 124 11 16,20-48 0-16,-4 7 7 16,-2-8-5-16,9-18 2 15,12-22-4-15,15-15 0 16,5-14 2-16,1-6-2 16,0 0 0-16,0-23 26 15,15-25-26-15,10-21-1 16,2-16-5-16,1-1-16 0,2 3 9 15,5 8-99-15,5 11 9 16,3 14 47-16,-3 12 14 16,-2 13 42-16,-4 15 22 15,-3 10 0-15,-5 5 27 16,-6 26-49-16,-3 14 8 16,-4 15 17-16,-2 8-15 15,1 4 5-15,0-4-15 16,0-7 5-16,1-8 6 15,-4-13-11-15,-3-8 0 16,-3-12 6-16,-3-8-6 0,0-7-43 16,0-5-117-1,-15-11-259-15</inkml:trace>
  <inkml:trace contextRef="#ctx0" brushRef="#br0" timeOffset="4184.07">11686 4536 763 0,'0'0'61'16,"0"0"3"-16,0 0-58 16,0 0-6-16,0 0-3 15,0 0-8-15,45-1 11 16,-3 8 0-16,11-6 8 16,15-1-5-16,17-1-6 15,11-17-66-15,6-11-127 0,-3-7-270 16</inkml:trace>
  <inkml:trace contextRef="#ctx0" brushRef="#br0" timeOffset="5028.06">4148 5387 483 0,'0'0'26'0,"0"0"42"16,0 0-7-16,0 0-61 16,0 0 28-16,0 0-17 15,123-15 30-15,-19-2 25 0,27-4-22 16,29-2-22-16,30 3-22 15,20 0 4-15,15 1-10 16,6-1-6-16,-12 1-68 16,-20 0 13-16,-29 4 10 15,-25 2-2-15,-26 1-56 16,-21 1 52-16,-25-1-101 16</inkml:trace>
  <inkml:trace contextRef="#ctx0" brushRef="#br0" timeOffset="5196.84">6860 5129 864 0,'0'0'7'16,"0"0"10"-16,0 0-17 16,0 0-4-16,0 0 3 15,0 0-60-15,12 0-61 16,-12 5 40-16,-9-5-234 15</inkml:trace>
  <inkml:trace contextRef="#ctx0" brushRef="#br0" timeOffset="8640.92">1787 6912 281 0,'0'0'88'0,"0"0"1"16,0 0-59-16,0 0-9 15,0 0 25-15,0 0-13 0,-13-80-32 16,13 65 2-16,0 1 19 15,0-1 9-15,0 4 8 16,0 0-4-16,0 4-18 16,0 2 16-16,0 0-26 15,0 2-6-15,0 2 9 16,0-1-8-16,0 2 11 16,0 0-13-16,0 0 0 15,0 0 1-15,0 0-1 16,0 9-14-16,0 25 4 15,3 26 7-15,-3 33-1 16,-9 25 4-16,-24 18 0 0,-10 4 5 16,4-3-3-16,6-11-2 15,12-14 5-15,11-10-4 16,7-15-1-16,3-9 0 16,0-8 0-16,0-8 1 15,0-6-1-15,0-9 0 16,0-10 5-16,-5-7-2 15,-5-10 1-15,-1-9-4 16,2-8 0-16,-4-3 27 16,1 0-16-16,0-12-3 15,4-17-8-15,8-18-115 16,0-27-325-16</inkml:trace>
  <inkml:trace contextRef="#ctx0" brushRef="#br0" timeOffset="9442.33">1844 6636 260 0,'0'0'128'0,"0"0"-54"16,0 0-18-16,0 0-21 15,0 0 18-15,0 0-34 16,-6-5-5-16,6 2 6 0,16-1-4 16,17-2 15-16,18-1-31 15,29 3 0-15,22 1-3 16,26 1 7-16,24-2-4 16,24-6 0-16,18-7-3 15,3-5-7-15,-13 1 8 16,-24 1-6-16,-31 1 1 15,-35 4 7-15,-27 3 0 16,-28 3 3-16,-20 5-3 16,-11 0 50-16,-8 4 28 15,0 0-25-15,0-3-8 16,-20 3-45-16,-15 0-1 16,-13 3-35-16,-3 16-28 15,2 5-20-15,17 0-38 16,13-5-170-16</inkml:trace>
  <inkml:trace contextRef="#ctx0" brushRef="#br0" timeOffset="9790.63">3643 6536 607 0,'0'0'21'0,"0"0"-14"16,0 0 1-16,0 0-9 0,0 0 1 16,0 0-10-16,-9 78 0 15,6-10 20-15,-5 20-5 16,0 20 11-16,0 10-14 16,5 12 20-16,3 1-21 15,0-2 1-15,0 1 13 16,0-8-13-16,0-6 5 15,0-6-5-15,0-2 1 16,0-10 19-16,-6-14-21 16,2-12-1-16,3-24 4 15,1-14-4-15,0-10-29 16,0-9-15-16,-3-9-165 16,-7-6-136-16</inkml:trace>
  <inkml:trace contextRef="#ctx0" brushRef="#br0" timeOffset="10655.71">1362 8584 478 0,'0'0'94'16,"0"0"-41"-16,0 0-30 16,0 0-7-16,101-24-7 15,-51 17 36-15,11-1-40 0,12 3 3 16,12-1 21 0,9 3-18-16,18-2 6 15,22 2-14-15,23-2-1 0,26 1 13 16,14-2-15-1,5-5 0-15,-4-3-6 0,-28-4 4 16,-30 1-6-16,-37 0-13 16,-37 6 21-16,-29 3-2 15,-22 4 2-15,-15 4-2 16,-6 0-19-16,-30 14-126 16,-16-5-158-16</inkml:trace>
  <inkml:trace contextRef="#ctx0" brushRef="#br0" timeOffset="10814.22">3377 8441 672 0,'0'0'43'0,"0"0"69"0,0 0-34 16,0 0-10-16,0 0-24 16,0 0-44-16,6-22-3 15,-6 22-8-15,0 11-161 16,-20 3-96-16</inkml:trace>
  <inkml:trace contextRef="#ctx0" brushRef="#br0" timeOffset="11939.37">2450 6702 178 0,'0'0'104'0,"0"0"29"15,0 0 19-15,0 0-85 0,0 0-55 16,0 0-3-16,0-35-4 15,0 35-5-15,0 12-9 16,-2 16 6-16,-7 14 5 16,-3 21-7-16,-1 22 2 15,-5 21 3-15,1 15 28 16,0 8-27-16,0-4 2 16,1-3 4-16,7-9-6 15,-2-6 5-15,1-7-6 16,-1 3 0-16,-5 3 13 15,-2 0-12-15,-4-1-1 16,-4-3 8-16,1-12-7 16,3-11 12-16,4-14-13 0,4-19 0 15,7-17 12-15,2-12-9 16,4-9-2-16,-2-8 1 16,-2 0 1-16,4-10 33 15,1-21-36-15,0-25-122 16,7-19-141-16</inkml:trace>
  <inkml:trace contextRef="#ctx0" brushRef="#br0" timeOffset="12606.56">2941 6599 465 0,'0'0'33'0,"0"0"-33"15,0 0-7-15,0 0-8 16,0 0-3-16,0 0 10 16,26 78 3-16,-20-28-36 0,-2 25 41 15,-2 29 184-15,-2 18-162 16,0 18-5-16,0 0-6 15,0-6 20-15,-4-3-29 16,1-8 0-16,0-5 12 16,0 0-11-16,-1-5 9 15,-3-7 8-15,1-7-9 16,-3-16 18-16,-1-18-29 16,4-18 0-16,-2-17 11 15,3-18-5-15,5-9-5 16,-2-3 144-16,2-8-98 15,0-27-45-15,0-17-2 16,2-15-80-16,17-8-96 0,-6-1-244 16</inkml:trace>
  <inkml:trace contextRef="#ctx0" brushRef="#br0" timeOffset="13452.91">1606 7252 216 0,'0'0'159'16,"0"0"-95"-16,0 0-23 15,0 0-29-15,0 0-3 16,0 0-9-16,-1 2-16 15,1 0 14-15,0-2-1 16,0 1 3-16,0 0 14 16,18 1-13-16,29-2 26 15,25 0 39-15,27 0-45 16,22-2-6-16,14-7-12 16,6-7-6-16,9-2-13 15,7-7-10-15,-3 0 23 0,-4-1-9 16,-10 2 12-16,-14 2 3 15,-13 3-3-15,-16 2-2 16,-12 5-14-16,-16 1-23 16,-17 1 38-16,-15 1-8 15,-16 3 9-15,-9 1 15 16,-9 4 32-16,-3 1 12 16,0 0-44-16,0 0-8 15,0 0 18-15,0 0-10 16,0 0 22-16,0 0 12 15,0 0-45-15,0 0 1 0,0 0-5 16,0 0 0 0,0 0 4-16,0 0-4 0,0 0 0 15,0 0-1-15,0 0 3 16,0 0-3-16,0-1 1 16,-6 1 0-16,-7 0-7 15,-8 0 7-15,-5 16-97 16,-8 3-37-16,-6-3-225 15</inkml:trace>
  <inkml:trace contextRef="#ctx0" brushRef="#br0" timeOffset="14121.68">1543 7954 345 0,'0'0'53'0,"0"0"-1"16,0 0-28-16,0 0 14 16,0 0-8-16,0 0 8 0,80 7 9 15,-26-7-11-15,16-9 0 16,21-7-9-16,24-3-14 15,20-1 6-15,26-3-19 16,26-1-5-16,17-5 5 16,5 0-23-16,-12-2-8 15,-36 5-2-15,-46 2 33 16,-42 11-3-16,-34 4 9 16,-27 5-6-16,-11 2 53 15,-1 2 21-15,0 0-30 16,-17 0-44-16,-20 0-6 15,-10 0-3-15,-8 3-12 0,1 6-31 16,12-1-16 0,14 0-5-16,13-4-97 0,14-1-271 15</inkml:trace>
  <inkml:trace contextRef="#ctx0" brushRef="#br0" timeOffset="14255.72">3273 7737 427 0,'0'0'165'0,"0"0"-57"16,0 0-105-16,0 0-3 15,0 0-205-15,0 0 5 16</inkml:trace>
  <inkml:trace contextRef="#ctx0" brushRef="#br0" timeOffset="15467.72">3655 7431 333 0,'0'0'135'0,"0"0"-23"16,0 0-44-16,0 0-10 16,0 0-39-16,0 0-14 15,67-3-5-15,0-11 2 16,24-3 30-16,21-5-2 15,10 1-19-15,8-1 8 16,7 1-13-16,5 1-6 16,-2 1 0-16,-9 1-11 15,-14 0 11-15,-19 0-55 16,-22 0 20-16,-24 1 24 0,-22 4-19 16,-19-3 24-16,-11 1 4 15,-8-2-28-15,-25-1-4 16,-16 6-108-16,-12 2-38 15,-2 2-21-15</inkml:trace>
  <inkml:trace contextRef="#ctx0" brushRef="#br0" timeOffset="15651.75">4808 7053 92 0,'0'0'177'15,"0"0"17"-15,0 0-179 16,0 0 35-16,0 0 19 16,112-76-17-16,-72 71-21 15,6 5-10-15,2 6 2 16,-3 19-23-16,-5 9 0 15,-12 1 0-15,-13-1 5 0,-13-1-5 16,-2-4 1 0,-17-2 0-16,-17-1 25 0,-14 5-26 15,-9-1-5-15,2-1-13 16,4-5-72-16,14-10-122 16</inkml:trace>
  <inkml:trace contextRef="#ctx0" brushRef="#br0" timeOffset="16450.63">5391 6327 441 0,'0'0'37'15,"0"0"53"-15,0 0-10 16,0 0 5-16,0 0-62 16,0 0 2-16,-45-59 0 15,45 59-25-15,0 7-15 16,0 27-13-16,5 27 19 16,2 30 9-16,-7 30 0 15,-12 30 9-15,-18 22-3 16,2 9 4-16,10 0-10 15,12-13 0-15,6-12 8 0,0-18-8 16,7-17 0-16,-3-12 7 16,-4-16-6-16,0-19 1 15,-5-20-2-15,-4-22 0 16,3-19 11-16,-3-12-5 16,3-2 18-16,-4-19 38 15,0-24-62-15,10-18-82 16,7-20-287-16</inkml:trace>
  <inkml:trace contextRef="#ctx0" brushRef="#br0" timeOffset="17473.19">5488 6224 342 0,'0'0'189'16,"0"0"-137"-16,0 0-47 15,0 0 25-15,0 0-2 16,0 0-28-16,113-28 0 15,-23 14 19-15,21 0 15 0,21 3 17 16,23 0-43-16,36 3-3 16,32-1 5-16,27-4-10 15,13-4-4-15,-13-3-9 16,-22-2-18-16,-37-2 28 16,-38-2 3-16,-33-1 0 15,-44 1 16-15,-22 8-10 16,-30 6 4-16,-14 3-6 15,-4 5-2-15,-6 1-4 16,-3 3 0-16,-25 0 2 16,-11 0-9-16,-3 7 9 15,5 5 0-15,7 2-3 16,10 3 3-16,1 3-3 16,4 3-42-16,3 2 18 0,5 2 24 15,5-1-12-15,2 2 14 16,0 0 1-16,0 8 0 15,0 10 5-15,2 15-4 16,-1 25 7-16,-1 21 38 16,0 26-9-16,-4 23-3 15,-5 8-20-15,-4 4-12 16,8-8 14-16,0-21-16 16,2-11 0-16,0-18 4 15,-2-15-2-15,2-15-2 16,-3-12 3-16,1-15 1 15,-1-8-8-15,0-15-53 16,6-18-95-16,0-12-276 0</inkml:trace>
  <inkml:trace contextRef="#ctx0" brushRef="#br0" timeOffset="18165.75">5311 8378 408 0,'0'0'128'16,"0"0"-40"-16,0 0 24 15,0 0-68-15,0 0-2 16,0 0 0-16,-56-31-25 16,62 28-9-16,39 0-14 15,34 0 6-15,40-3 0 16,32 2-3-16,29-2 3 16,19-1 0-16,24-2 0 0,15-6 4 15,5-4 0-15,3-4-4 16,-24-2-17-16,-19 0 15 15,-34 2-33-15,-34 0-2 16,-38 2 23-16,-42 0 14 16,-31 5 17-16,-24-4 46 15,-6 3-24-15,-39 6-39 16,-35 10-8-16,-29 1-40 16,-18 11-134-16</inkml:trace>
  <inkml:trace contextRef="#ctx0" brushRef="#br0" timeOffset="18931.04">6360 6257 195 0,'0'0'57'16,"0"0"-27"-16,0 0 73 15,0 0 47-15,0 0-36 16,0 0-37-16,24-13-51 16,-21 15-26-16,-1 30-48 15,-2 26 26-15,0 31 21 0,-8 28 2 16,-19 20 19 0,-6 19-13-16,2 5 0 0,6 0 11 15,9-7-15-15,5-11 13 16,5-4-6-16,-3-5-2 15,-3-1 17-15,-7-4-25 16,-5-8 0-16,-6-17 0 16,5-22-10-16,2-27-11 15,11-25 4-15,2-16 17 16,4-14 13-16,3 0 18 16,0-23-12-16,3-19-19 15,3-26-70-15,24-26-359 16</inkml:trace>
  <inkml:trace contextRef="#ctx0" brushRef="#br0" timeOffset="19466.81">7103 6188 527 0,'0'0'55'15,"0"0"72"-15,0 0-124 16,0 0 63-16,0 0-34 16,0 0-32-16,0-31-2 15,0 69-15-15,0 21 17 16,0 20 2-16,0 21 1 15,-3 25-3-15,-12 24 21 16,-1 19-20-16,1 14 18 0,2 1-19 16,2-13 5-16,-4-13 5 15,-6-18-6-15,-4-15-4 16,-2-11 7-16,2-13-7 16,2-15 0-16,6-16 0 15,4-23-17-15,5-19 10 16,2-12-6-16,1-11-3 15,2-4 6-15,0-4-32 16,3-31-358-16</inkml:trace>
  <inkml:trace contextRef="#ctx0" brushRef="#br0" timeOffset="20163.86">5440 6841 305 0,'0'0'22'0,"0"0"46"16,0 0-8-16,0 0-37 15,-85 15-1-15,81-12 5 16,4-1 9-16,0 3-3 16,0 4-29-16,7 4 3 15,26 2 7-15,25-1 36 16,25-4 3-16,22-6-20 16,19-4-18-16,14-4 13 15,13-17-22-15,19-7-3 0,12-1 6 16,12-3-7-16,5 1-1 15,-6 7-1-15,-9 4-17 16,-19 5-4-16,-17 1-30 16,-23 0 22-16,-26 1 21 15,-25 1 8-15,-29 3 11 16,-22 1-1-16,-13 5 19 16,-4 1 28-16,-2 2-49 15,-2 0-8-15,-1 0-62 16,2 0 8-16,-3 8 22 15,0-1-1-15,0-1 15 0,0-3 9 16,0 0 10 0,0-3-1-16,0 0 28 0,-13 0 33 15,-14 3-20-15,-16 6-41 16,-17 4-94-16,-10-4-352 16</inkml:trace>
  <inkml:trace contextRef="#ctx0" brushRef="#br0" timeOffset="20780.92">5225 7745 53 0,'0'0'70'0,"0"0"-40"16,0 0 62-16,0 0-32 16,0 0 24-1,0 0-8-15,-13 0-14 0,13 0 0 16,15 0-58-16,19 0 10 16,16 0 34-16,25-4-18 15,15-2 25-15,19-5-41 16,22-2-6-16,18-2 21 15,20-3-26-15,20-3-1 16,13-5-2-16,8-1 0 16,-1-2-7-16,-21 0 4 15,-27 3 3-15,-32 1 9 16,-29 1 12-16,-22 3 42 0,-8 4-29 16,-4 4-31-16,-8 6 7 15,-8 2-10-15,-13 3 0 16,-11 2-8-16,-12 0 3 15,-7-3 1-15,-7 3 0 16,0 0 4-16,0 0-5 16,0 0 5-16,-12 0 0 15,-24 0-9-15,-17 12-57 16,-15 0-122-16,-2-11-329 16</inkml:trace>
  <inkml:trace contextRef="#ctx0" brushRef="#br0" timeOffset="21944.87">2621 6763 467 0,'0'0'79'0,"0"0"-79"0,0 0 1 15,0 0 31-15,-96 126-2 16,68-58 10-16,3 6 0 16,-2-5-27-16,3-8 0 15,6-19-13-15,8-16 4 16,5-14 2-16,2-8-6 15,3-4 0-15,0-2 53 16,0-29 44-16,15-20-93 16,9-17-4-16,2-7 0 15,2 6-11-15,-4 8 11 0,-6 12-32 16,-2 13 24 0,-4 12-8-16,-3 11 12 0,-3 11-1 15,1 2-1-15,3 3 3 16,10 16-7-16,1 12 10 15,-2 5 3-15,2 11-1 16,-3 6 5-16,2 3-7 16,-1-1 0-16,-5-10 7 15,-3-8-7-15,-6-10-1 16,-5-8-17-16,0-8-54 16,-3-7 19-16,-10-4 3 15,-4 0-67-15,-5-15-57 16,-7-2-144-16</inkml:trace>
  <inkml:trace contextRef="#ctx0" brushRef="#br0" timeOffset="22114.89">2437 7112 342 0,'0'0'138'16,"0"0"-26"-16,0 0-47 15,0 0-12-15,0 0-49 16,88-55 4-16,-47 51-4 15,6-4 0-15,4 3-3 16,6-4-1-16,1-2-12 16,2-3-22-16,-1-10-149 15</inkml:trace>
  <inkml:trace contextRef="#ctx0" brushRef="#br0" timeOffset="23014.66">6738 6389 488 0,'0'0'143'15,"0"0"-77"-15,0 0 54 16,0 0-44-16,0 0-49 0,0 0-11 16,-27-41-16-1,27 53-7-15,6 13-1 0,1 7 8 16,-2 8 0-16,-5 3 1 15,0 0 7-15,0 2-8 16,0-1 0-16,0-6-8 16,-2-9 2-16,-1-4-56 15,0-9-46-15,-4-9-13 16,-2-7-235-16</inkml:trace>
  <inkml:trace contextRef="#ctx0" brushRef="#br0" timeOffset="23676.96">6681 6385 292 0,'0'0'151'0,"0"0"-69"0,0 0 36 16,0 0-88 0,0 0-26-16,0 0 20 0,-16-52-19 15,16 47 19-15,7-2 35 16,14-4-32-16,12 0-21 15,13 1-6-15,3 8 0 16,3 2-6-16,-1 0 6 16,-6 8-15-16,-7 4-9 15,-7 5-22-15,-11-5 18 16,-12-1 5-16,-8 3 5 16,-3 0 9-16,-27 2 6 15,-15-1 3-15,-7-1 17 16,0-1-10-16,10 3 7 15,12-1-14-15,14 4 4 16,15-4-16-16,1-1-12 0,17-1-14 16,12-4 36-16,2-1 0 15,-3-3 2-15,-7 1 0 16,-1 0 0-16,-3 2 31 16,0 3-26-16,-2 3 1 15,-5 6 5-15,-4 2-9 16,-6 1 2-16,0-1-4 15,-13 2 4-15,-17-6 12 16,-9-1-15-16,-13-5-1 16,-9-2 22-16,-3-4 9 15,-2-6-6-15,8 0 6 16,16 0-10-16,17 0 11 0,20-4-32 16,5-11-116-1,30-7-514-15</inkml:trace>
  <inkml:trace contextRef="#ctx0" brushRef="#br0" timeOffset="23843.3">6795 6759 600 0,'0'0'152'0,"0"0"-24"15,0 0-65-15,0 0-44 16,0 0-19-16,0 0-202 15,46-2 76-15,-1-13-446 0</inkml:trace>
  <inkml:trace contextRef="#ctx0" brushRef="#br0" timeOffset="25127.62">8000 6738 136 0,'0'0'95'16,"0"0"-74"-16,0 0 15 0,0 0 74 16,-87 2 19-1,81-2-11-15,5 0-23 0,-2 0-14 16,3 0-38-16,0 0-29 16,1 0-14-16,33 0-4 15,28-7 4-15,32-10 3 16,29-8-3-16,30-8 0 15,26-6 0-15,22-6 1 16,15-6-7-16,3-2-33 16,-10-1-49-16,-25-1 50 15,-34 7 0-15,-35 4 4 16,-40 9 8-16,-33 9 26 16,-28 6 4-16,-14 6 21 15,-17 3-18-15,-27 2 3 0,-18 9-9 16,-19 0 0-16,-1 0-1 15,14 5 0-15,23 2 7 16,27 1-7-16,18 3-8 16,5 4 3-16,20 3 4 15,9 2 1-15,6 1 5 16,1-2-4-16,-1 5 12 16,3-2-12-16,-6-3 8 15,-5 2 28-15,-12-3-34 16,-7-3 0-16,-11 1 1 15,-2-4-3-15,-7 2 21 0,-26 0-17 16,-16 0-1-16,-11 2 2 16,-2-3-6-16,12-6-95 15,20-7-253-15</inkml:trace>
  <inkml:trace contextRef="#ctx0" brushRef="#br0" timeOffset="25557.81">10243 5484 555 0,'0'0'22'0,"0"0"68"16,3-73 12-16,-3 62-32 16,0 6-1-16,0 5-46 15,0 2-19-15,0 32-4 16,0 31-2-16,-3 39-3 15,-15 39 5-15,-7 21 0 16,1 11-1-16,1-6 5 0,7-12-4 16,7-11 0-16,5-16 1 15,-1-9 4-15,-4-9-5 16,-4-12-12-16,-6-14-4 16,-1-19-24-16,4-24-41 15,10-20-84-15,6-23-204 16</inkml:trace>
  <inkml:trace contextRef="#ctx0" brushRef="#br0" timeOffset="26656.6">10361 5416 189 0,'0'0'19'16,"79"-44"43"-16,-18 18 27 15,18-2 38-15,18 1-37 16,22 0-45-16,24 9 11 16,21 4-41-16,28 7-7 15,21 0 8-15,12 0-16 16,-1-3-1-16,-12-4-11 16,-26-2-7-16,-20-2 10 15,-27-3 7-15,-25 0 2 16,-24 2 1-16,-33 5 0 15,-25 4 2-15,-17 5-3 16,-12 3 0-16,-3 2-13 0,0 0-50 16,-20 14 44-1,-5 1 17-15,-4 4 2 0,0 0 0 16,7 2 0-16,1 3 2 16,2 7 1-16,3 5-3 15,3 4 0-15,4 4 4 16,6 5-2-16,3 6 7 15,0 8 7-15,0 7-9 16,2 18 44-16,1 12-33 16,-3 8 1-16,0 10 18 15,0-3-7-15,0-3-16 16,0-7-14-16,0-8 0 0,-3-3 4 16,-8-8-4-16,-7-5 0 15,-8-8 6-15,0-11-4 16,4-13 4-16,2-18-6 15,10-12 0-15,4-11-2 16,0-8 6-16,-6 0-4 16,-13 0 40-16,-17 0-37 15,-16 0-3-15,-15 0-9 16,-17 0-18-16,-14 0 19 16,-16 7-2-16,-9 1 6 15,-4 1 0-15,-3 1 8 16,-5-1 9-16,-1 5 4 15,-11 4 1-15,-1 3 19 0,9 4-28 16,11 1-1 0,23 5 2-16,28-1-8 0,25 1-4 15,21-7-38-15,20-7-50 16,12-11-46-16,5-6-165 16</inkml:trace>
  <inkml:trace contextRef="#ctx0" brushRef="#br0" timeOffset="27156.49">11132 5528 360 0,'0'0'209'15,"0"0"-208"-15,0 0 57 16,0 0-24-16,0 0-33 0,0 0 8 16,55-61-8-16,-46 58 6 15,1 3 51-15,-2 0-52 16,1 20-6-16,-1 24 2 16,-7 26-1-16,-1 41 32 15,-14 27-7-15,-11 22-24 16,-2 7 21-16,8-17-19 15,6-8-4-15,9-18 3 16,4-11-1-16,0-8 4 16,4-10-6-16,0-14 0 0,-1-15-7 15,-3-21-5 1,3-20-71-16,1-19-27 0,7-10-158 16</inkml:trace>
  <inkml:trace contextRef="#ctx0" brushRef="#br0" timeOffset="27558">11591 5542 472 0,'0'0'0'16,"0"0"-10"-16,60-80 2 16,-41 63 8-16,-3 0 20 0,-6 8 51 15,-6 2 25-15,-4 4 17 16,0 3-73-16,0 0-40 16,0 11-3-16,0 15 3 15,0 14-5-15,0 11 6 16,0 15-1-16,-1 23 0 15,-5 23 5-15,-1 20 17 16,0 21-12-16,6 2-4 16,1-2 20-16,0-8-21 15,0-19-5-15,1-15 7 16,2-18-6-16,1-21-2 0,0-17-5 16,2-19-69-16,6-23-49 15,1-13-276-15</inkml:trace>
  <inkml:trace contextRef="#ctx0" brushRef="#br0" timeOffset="28055.78">10147 6076 387 0,'0'0'105'16,"0"0"6"-16,0 0-42 16,0 0 16-16,0 0-28 15,0 0-51-15,3-16-6 16,63 9 0-16,43-5 1 16,37-5 26-16,42-6-23 0,26-3-3 15,20-4-1-15,7-3 2 16,-1-4-9-16,-11 3-1 15,-19-5-7-15,-27 5 14 16,-29 4-17-16,-30 9-10 16,-32 8-11-16,-29 8-12 15,-27 2 45-15,-23 3-20 16,-13 0-15-16,-30 0 35 16,-27 21 11-16,-24 11-10 15,-20 1-41-15,-9-7-356 16</inkml:trace>
  <inkml:trace contextRef="#ctx0" brushRef="#br0" timeOffset="28473.59">10039 6564 208 0,'0'0'157'0,"0"0"-39"16,0 0-7-16,0 0-52 0,0 0-53 15,0 0-5-15,11 23-1 16,33-20 0-16,18-3 13 15,23 0-12-15,23-11 3 16,31-10-4-16,30-9 2 16,32-7-5-16,30-5 3 15,15-7 0-15,4-4-4 16,-11 1-9-16,-33 6 13 16,-40 9 0-16,-47 10 4 15,-45 7 3-15,-35 9-3 16,-22 3 16-16,-16 7 8 0,-1 1-28 15,0 0-9 1,-23 0-56-16,-22 7-86 0</inkml:trace>
  <inkml:trace contextRef="#ctx0" brushRef="#br0" timeOffset="29021.82">11417 5588 511 0,'0'0'78'0,"0"0"-12"16,0 0-18-16,0 0-14 15,0 0-34-15,0 0-45 16,-14-34 15-16,-8 34 16 16,-6 8 14-16,-6 4 0 15,-1-2-2-15,5-1 6 16,5 5-1-16,8 3-3 15,4 5 0-15,8 7 3 16,5 3-3-16,9 4 0 16,30-4 7-16,25-8-6 15,20-14-2-15,11-10-11 0,1-13-97 16,-8-23-258-16</inkml:trace>
  <inkml:trace contextRef="#ctx0" brushRef="#br0" timeOffset="30170.59">8067 7925 448 0,'0'0'124'0,"0"0"-53"15,0 0 70-15,0 0-91 16,0 0-37-16,-86-30 6 15,81 30-12-15,2 0-7 16,3 2-3-16,0 17 3 16,31 7-14-16,29 4 13 15,34-3 1-15,37-6 0 16,28-10 6-16,27-10 3 16,18-1-9-16,-4-9 0 15,-12-8-7-15,-23 0 1 16,-27-2-26-16,-30 3 19 15,-29 4 13-15,-31 3-4 16,-23 4 4-16,-18 0-89 0,-7 1 82 16,-33 0-104-16,-25 0-34 15,-19-1 76-15,-8-1 69 16,-1-5 93-16,22 0 24 16,19 0 26-16,24 4-28 15,19 5-61-15,2 2-54 16,11 3-38-16,19 17 38 15,9 5 8-15,7 5-8 16,-1 3 0-16,-3 4-4 16,-4 6 7-16,-6 1-3 15,-4 2 0-15,-13-3-1 16,-15-4-8-16,0-7-111 0,-31-5 25 16,-11-10-73-16</inkml:trace>
  <inkml:trace contextRef="#ctx0" brushRef="#br0" timeOffset="30652.93">10240 7821 632 0,'0'0'4'0,"0"0"25"16,0 0-23-16,0 0 0 16,0 0 2-16,0 0-5 15,-58-57 1-15,43 72-4 0,1 19-3 16,-6 16-7 0,-3 22 19-16,5 24-9 0,4 16 12 15,5 17 6-15,7 10 28 16,-1 6-39-16,-1 6 18 15,-1-1 25-15,-4-1-48 16,-1-10 9-16,-4-16-11 16,-1-18-6-16,-3-20-17 15,0-20-74-15,6-23-1 16,7-26-230-16</inkml:trace>
  <inkml:trace contextRef="#ctx0" brushRef="#br0" timeOffset="31401.8">10620 7728 404 0,'0'0'36'0,"0"0"22"16,91-39-16-16,-35 29 22 16,12 2-26-16,20 1-2 15,21 0 22-15,27 2-41 16,34 1 8-16,32-4-25 16,31 0 13-16,15-3-21 15,-2-2 8-15,-19 1-7 16,-32-5-2-16,-37 3 14 15,-36-1-5-15,-40 4 6 0,-32 3 0 16,-23 4 40-16,-18 1-46 16,-9 1 5-16,0 1-13 15,0 1 3-15,-9 0 5 16,-12 7-2-16,-5 5 9 16,4 1-3-16,3-1-4 15,5 2 0-15,4 3-2 16,2 10 8-16,5 7-8 15,2 11 2-15,-2 8 0 16,0 12-5-16,-4 15 5 16,-5 18 0-16,-5 14 1 15,-1 18 0-15,-3 8 42 16,5 4-25-16,0 4-7 16,5-3 23-16,1-5-34 0,5-12 0 15,2-17-3-15,0-20 3 16,0-24-22-16,-2-21-9 15,1-21 26-15,0-12-4 16,-1-5 18-16,2-4 8 16,-4-1 9-16,-7 2-24 15,-8 2-2-15,-6-5-144 16,-6-3-531-16</inkml:trace>
  <inkml:trace contextRef="#ctx0" brushRef="#br0" timeOffset="32152.02">10055 9585 476 0,'0'0'101'16,"0"0"-4"-16,0 0-14 16,0 0-27-16,0 0-36 15,0 0-20-15,-55-31-14 16,56 41 11-16,26 9-10 15,25 2 13-15,28-1 8 16,39-8-7-16,39-9 5 16,40-3-6-16,31-15 0 15,24-14 24-15,8-9-20 0,6-4-4 16,-8-1 0 0,-23 2 2-16,-28 4 1 0,-38 8-3 15,-44 3 0-15,-42 6 10 16,-38 11-5-16,-26 1 13 15,-17 5 25-15,-3-2-17 16,-7 4-17-16,-19-2-9 16,-12 3-41-16,-8 0 38 15,1 3-42-15,2 6-24 16,3-4-57-16,2-5-239 16</inkml:trace>
  <inkml:trace contextRef="#ctx0" brushRef="#br0" timeOffset="32704.31">11242 7821 237 0,'0'0'44'0,"-21"78"-11"16,9-5 62-16,-1 18-8 16,1 17-41-16,-3 14 2 0,0 5-2 15,-1 3-27-15,-1 2-2 16,-2 1-17-16,-1 1 0 16,-5 2 6-16,-3-8-6 15,0-14-12-15,4-21-10 16,15-24-54-16,9-27-82 15,1-29-32-15</inkml:trace>
  <inkml:trace contextRef="#ctx0" brushRef="#br0" timeOffset="33167.02">11990 7700 545 0,'0'0'91'0,"0"0"29"0,0 0-45 16,0 0-40-1,0 0-11-15,0 0-24 0,7 15-36 16,-7 31 24-16,0 17 13 16,0 16-1-16,-10 16 0 15,-7 18 1-15,-2 16-7 16,5 14 6-16,11 8 0 15,3 8-2-15,0-5 6 16,5-3-4-16,-2-12 6 16,-3-21-5-16,0-22 8 15,0-29-9-15,-3-24-5 16,-6-18 0-16,0-17-64 16,-2-8-42-16,-3-30-243 0</inkml:trace>
  <inkml:trace contextRef="#ctx0" brushRef="#br0" timeOffset="33686.89">10073 8639 502 0,'0'0'53'16,"0"0"14"-16,0 0-9 16,0 0-58-16,0 0 0 15,112-15 31-15,-47 9-15 0,13-3 18 16,15-2 3 0,26 1-19-16,26-2 10 0,35 0-28 15,35-1 0-15,28-4-9 16,24-6 4-16,3-5-63 15,-18-2 30-15,-27-3 21 16,-40 2 7-16,-43 3 10 16,-41 0 0-16,-38 8 13 15,-32 4 39-15,-20 5 51 16,-6 5-70-16,-5 2-23 16,-1 4-20-16,-35 0-27 15,-28 10-123-15,-24 12 80 16,-16 2-218-16</inkml:trace>
  <inkml:trace contextRef="#ctx0" brushRef="#br0" timeOffset="34286.28">9763 9144 117 0,'0'0'31'0,"0"0"49"15,-120 5 7-15,81-5 28 16,7 0 16-16,3-1-69 16,12-3-7-16,8 0-23 15,2 4-6-15,5 0-6 16,2 0-20-16,0 0-15 15,18 0 7-15,32 0-1 0,37 0 9 16,35 0 34 0,41-3 3-16,39-15-6 0,32-4-30 15,22-3 10-15,7-8-14 16,7-4 3-16,-5-4-41 16,0-1 31-16,-8 4 1 15,-23 3-13-15,-25 5-12 16,-32 5 34-16,-38 2-4 15,-36 4 4-15,-37 3 0 16,-33 5 2-16,-19 2 0 16,-12 3 82-16,-2 0-45 15,-18 1-39-15,-26 5-8 16,-22 0-105-16,-17 0-15 16,-11 0-424-16</inkml:trace>
  <inkml:trace contextRef="#ctx0" brushRef="#br0" timeOffset="34782.05">11472 7906 539 0,'0'0'120'0,"0"0"1"0,0 0-61 16,0 0-28-16,0 0-32 15,0 0 5-15,-37 112-13 16,7-43 8-16,3-2 0 16,4-10-13-16,7-15-41 15,7-13 7-15,6-8 18 16,3-9-8-16,0-10-51 16,8-2-135-16</inkml:trace>
  <inkml:trace contextRef="#ctx0" brushRef="#br0" timeOffset="35082.15">11433 7897 678 0,'0'0'24'16,"0"0"6"-16,0 0-12 15,92-8-11-15,-30 16 11 16,6 14-7-16,5 9-8 15,-5 8 8-15,-13 3-11 16,-16 0 0-16,-16-4 1 16,-12-5-1-16,-11-1 0 15,-7-2 8-15,-35 2 1 0,-25 4 9 16,-17-3-18 0,-10-1 1-16,-6-6-4 0,5-9-34 15,17-10-67-15,16-7 18 16,29 0-28-16,30-8-58 15,4-8-82-15</inkml:trace>
  <inkml:trace contextRef="#ctx0" brushRef="#br0" timeOffset="35215.89">11562 8291 445 0,'0'0'163'0,"0"0"-50"15,0 0 22-15,0 0-83 16,0 0-12-16,0 0-35 15,-11-42-5-15,8 42-160 0,-3 4-43 16</inkml:trace>
  <inkml:trace contextRef="#ctx0" brushRef="#br0" timeOffset="36863.58">12776 5910 325 0,'0'0'75'16,"0"0"4"-16,0 0 11 15,0 0-15-15,0 0-61 16,0 0-8-16,0 0 52 15,140 7 12-15,-28 5-15 16,38 5-10-16,38 8-37 0,29 8 8 16,23 5-16-16,2 2-17 15,-11-6 4-15,-11-2-76 16,-28-11 10-16,-32-7 55 16,-26-6 17-16,-32-8 6 15,-30 0 2-15,-26 0 2 16,-24 0 63-16,-16 0-28 15,-6-3-24-15,-6-2-14 16,-37-4-143-16,-21-6-361 16</inkml:trace>
  <inkml:trace contextRef="#ctx0" brushRef="#br0" timeOffset="37096.7">14836 5799 544 0,'0'0'17'0,"127"-32"5"16,-69 32 58-16,-5 0 38 15,-8 21-104-15,-4 12-3 16,2 8 5-16,-7 14-14 16,-3 8 3-16,-16 14-5 15,-14 7 1-15,-3-1-3 16,-14-8 2-16,-20-13-40 15,-23-10-34-15,-23-9-23 0,-22-8-111 16</inkml:trace>
  <inkml:trace contextRef="#ctx0" brushRef="#br0" timeOffset="37829.83">12746 8294 355 0,'0'0'99'16,"0"0"-2"-16,0 0-92 16,0 0 6-16,0 0 23 15,0 0-6-15,101-76-7 16,-43 37 4-16,25-16 22 16,28-13 44-16,37-16-48 15,35-14-8-15,37-7-15 16,35-7-19-16,15 0-1 0,12 0 0 15,-26 10 0-15,-28 9-11 16,-44 14 11-16,-47 10-12 16,-36 13-5-16,-45 18-19 15,-31 9 11-15,-25 15 24 16,-16 8-13-16,-46 6 5 16,-29 3-2-16,-19 21-44 15,-2 4-18-15,18 1-26 16,29-6-50-16,29 0 66 15,24-10-184-15</inkml:trace>
  <inkml:trace contextRef="#ctx0" brushRef="#br0" timeOffset="38128.76">14947 6821 570 0,'0'0'53'16,"0"0"69"-16,0 0-45 15,0 0-77-15,82-50 6 16,-26 50 12-16,2 19-10 16,-11 6 6-16,-7 9-11 15,-6 14 5-15,-3 12-1 0,-6 14-7 16,-7 5 0-16,-18 4 10 15,-4 2-10-15,-40-7-3 16,-21-10-39-16,-17-14-45 16,-12-16-28-16,-9-14-172 15</inkml:trace>
  <inkml:trace contextRef="#ctx0" brushRef="#br0" timeOffset="38662.2">15557 5568 288 0,'0'0'107'16,"0"0"-92"-16,0 0 57 15,0 0-45-15,0 0-17 16,0 0-10-16,-19 32 1 16,15 29 44-16,-2 36 27 15,-2 40 13-15,-7 41-21 16,-6 27-46-16,-4 22 6 15,0 8-1-15,1-8-22 0,4-12 17 16,1-22-16 0,-3-20-2-16,-4-19 22 0,4-10-17 15,-1-12-5-15,4-15 0 16,7-21-68-16,12-38-104 16,0-40-331-16</inkml:trace>
  <inkml:trace contextRef="#ctx0" brushRef="#br0" timeOffset="39710.79">15687 5450 558 0,'0'0'79'16,"0"0"-58"-16,0 0-19 16,143-47 9-16,-44 39 7 15,20 5-11-15,20-2 39 16,22 0-43-16,24-4 0 16,27-3 11-16,17-3-8 15,-3-2-5-15,-14-1-1 16,-26 4 2-16,-32 3-17 0,-32 2 11 15,-28 3-31-15,-37 2 33 16,-28 4-6-16,-17 0 5 16,-12 0-24-16,-10 0 23 15,-17 14-4-15,-9 9 8 16,-1 5 0-16,3 6 4 16,4 7-1-16,3 7-3 15,0 10 0-15,2 11 0 16,2 15 18-16,-1 12-11 15,7 3-1-15,3 8 1 16,7 1-5-16,7 4 4 16,0 10-6-16,4 5 5 0,7 6 10 15,-4 13-12-15,-7 6 27 16,0 3 10-16,0-1-12 16,-16-10 4-16,-8-11-22 15,-2-10-7-15,0-12 15 16,2-14-18-16,7-14 0 15,8-15 7-15,5-18-4 16,4-16-6-16,0-17-1 16,0-15-12-16,0-2 16 15,0-21 18-15,-3-11-7 16,-9-4 50-16,-3 2 0 16,-7 5-7-16,-11 12-54 15,-18 12 8-15,-25 5-26 0,-25 20-15 16,-23 14-11-16,-6 3 3 15,3-4-7-15,11-2 30 16,9-6 7-16,5-7 11 16,-4-3-5-16,-4-5 7 15,-15-3-2-15,-16-2 12 16,-15-3-7-16,-16-2 13 16,-2 0-18-16,17-2-3 15,26-17-7-15,43-12-42 16,49-10-39-16,39-11-16 15,51-13-230-15</inkml:trace>
  <inkml:trace contextRef="#ctx0" brushRef="#br0" timeOffset="40311.55">16428 5595 450 0,'0'0'65'0,"0"0"-13"16,0 0 41-16,0 0 33 15,0 0-77-15,0 0-29 16,-22-41-20-16,24 48-38 16,11 18 9-16,7 18 29 15,-10 24 6-15,-10 26-5 16,-4 32 5-16,-29 31-3 15,-9 23-2-15,6 22 42 16,8 19-35-16,11 2-2 16,8-5 2-16,-4-15-6 15,-4-26 7-15,-6-25-9 16,-3-29 1-16,3-26-10 16,9-27-2-16,13-24-46 15,1-24-12-15,26-21-17 0,15-29-155 16</inkml:trace>
  <inkml:trace contextRef="#ctx0" brushRef="#br0" timeOffset="40759.8">17307 5417 599 0,'0'0'19'15,"0"0"0"-15,0 0-6 16,0 0-4-16,0 0-9 15,0 0-1-15,0 78 1 16,-31 9 2-16,-6 24 71 16,1 15-12-16,3 19-42 15,6 12-11-15,9 10 49 16,8 11-47-16,10 10 0 16,0 0 2-16,10 1-10 0,2-10 12 15,-6-22-14 1,-6-17 0-16,0-23 10 0,-9-26-10 15,0-28 0-15,3-27 3 16,4-17-1-16,2-16-2 16,0-3 0-16,0-22-62 15,11-34-534-15</inkml:trace>
  <inkml:trace contextRef="#ctx0" brushRef="#br0" timeOffset="41226.83">15447 6512 107 0,'0'0'340'0,"0"0"-313"0,97 0 71 16,-42 0-33-1,4 0-33-15,-3-1 11 0,-5-4-26 16,-8-3 22-16,2-2-1 15,10 0-1-15,23-2-16 16,29-2-21-16,36-1 1 16,35 0 0-16,29-5-1 15,21-3-31-15,5-3-54 16,-5-1 31-16,-16 0 32 16,-32 3 5-16,-36 4 17 15,-37 5 5-15,-43 4-5 16,-30 6 0-16,-27 5-3 15,-18 0-14-15,-47 10-150 16,-35 7-158-16</inkml:trace>
  <inkml:trace contextRef="#ctx0" brushRef="#br0" timeOffset="41691.6">15204 7071 440 0,'0'0'0'16,"0"0"-3"-16,0 0-1 15,0 0 4-15,0 0 14 16,0 0 0-16,52 22 73 16,12-16 34-16,24-5-50 15,25-1-9-15,20 0-35 16,20-10-22-16,18-8 5 15,22-7-10-15,23-9 0 0,27-12-8 16,15-4-2 0,-7 2-2-16,-20 6-13 0,-34 8-9 15,-41 5 28-15,-39 5-14 16,-34 2 20-16,-32 6 5 16,-27 5-3-16,-16 4-4 15,-8 5 2-15,-23-1-125 16</inkml:trace>
  <inkml:trace contextRef="#ctx0" brushRef="#br0" timeOffset="42325.76">16740 5644 424 0,'0'0'51'0,"0"0"85"16,0 0-80-16,0 0-22 16,0 0-16-16,0 0-10 0,-20 39-9 15,6-3 1 1,-2 11 0-16,-10 10 36 0,-3 15-1 15,-11 14-20-15,3 3-9 16,6-10-2-16,15-12 1 16,14-22-5-16,2-14 0 15,15-12-6-15,16-11 16 16,11-8-10-16,13 0 20 16,8-17-19-16,1-5-1 15,-4 0-27-15,-8-4-127 16,-12-4-234-16</inkml:trace>
  <inkml:trace contextRef="#ctx0" brushRef="#br0" timeOffset="42525.97">16457 5832 685 0,'0'0'3'0,"0"0"-3"15,107-48 15-15,-58 31 1 16,-4 0 53-16,0 2-62 16,1-1-1-16,5 1 23 15,4 3-29-15,2 3-1 16,-6 5-111-16,-7 2-120 16</inkml:trace>
  <inkml:trace contextRef="#ctx0" brushRef="#br0" timeOffset="42746.72">16458 6039 238 0,'0'0'209'16,"0"0"-204"-16,0 0 54 15,0 0 23-15,0 0-17 16,94 23 19-16,-61-23 10 15,7-9-68-15,10-2-2 16,6 0-24-16,7 4-14 0,1 4-46 16,-1-1-85-16,-10-2-241 15</inkml:trace>
  <inkml:trace contextRef="#ctx0" brushRef="#br0" timeOffset="43639.66">17834 6525 88 0,'0'0'192'16,"0"0"-29"-16,0 0 24 16,0 0-70-16,0 0-48 15,0 0-55-15,-29-16-8 0,37 16-5 16,19 0-1-16,19 0 0 15,13-6 13-15,21-6-2 16,19-3-1-16,21-2-10 16,23-2 3-16,14-2-2 15,7-3-1-15,-3-1-25 16,-15 2-49-16,-18-3-5 16,-28 4 20-16,-33 0-38 15,-34 2 6-15,-30 1 87 16,-8 2 4-16,-33-1 26 15,-12 3 27-15,-2 1-29 16,7 6 61-16,10 8-20 0,14 0-64 16,11 8-1-16,10 13-1 15,0 8-9-15,10 4 8 16,10-2 4-16,-1-8 3 16,-4-6-4-16,-8-9 3 15,-6-3 61-15,-1 1-8 16,0 4-35-16,0 5-10 15,0 8-7-15,-17 4 0 16,-10 1-2-16,-13 0-3 16,-14-3-13-16,-1-5-134 15,7-9-56-15,15-9-198 16</inkml:trace>
  <inkml:trace contextRef="#ctx0" brushRef="#br0" timeOffset="44124.95">19531 5420 445 0,'0'0'18'15,"0"0"22"-15,0 0 16 16,-80-45 0-16,72 45-39 16,2 8-17-16,1 26-2 15,-1 21-4-15,-2 34 6 16,-9 40 18-16,-11 37 6 16,-4 37 46-16,3 18-21 15,9 7-25-15,14-4-6 16,6-23-17-16,5-22 13 15,9-26-11-15,-3-32 4 0,-6-18 4 16,-2-22-11-16,-1-16 0 16,12-12 0-16,9-26-125 15,10-24-207-15</inkml:trace>
  <inkml:trace contextRef="#ctx0" brushRef="#br0" timeOffset="45172.75">19938 5288 374 0,'0'0'50'0,"127"-17"-6"15,-40 6 35-15,14 1-16 16,20-2-41-16,19-2 15 0,25 1-6 16,22 1 23-16,6 4-19 15,5 5-27-15,-12 3 16 16,-14 0-24-16,-14 0-3 15,-28 0 3-15,-27 2 0 16,-33-1 0-16,-32-1 0 16,-21 0 0-16,-14 0 6 15,-3 2-1-15,0-2-5 16,0 1 2-16,0 1-2 16,0 1-1-16,0 1-50 15,0 3 48-15,0 1-10 16,0-1 13-16,0 0 0 0,0 2-1 15,1 4 3 1,1 10-2-16,5 8 0 0,1 13 0 16,3 13-2-1,0 23 2-15,-8 24 0 0,-3 24 6 16,-1 22 1-16,-25 13 26 16,-7 6-20-16,-1 6 2 15,0 1 26-15,8 2-36 16,13-8 6-16,9-11-4 15,4-16-4-15,4-23 6 16,9-20-9-16,4-23 0 16,-7-20 5-16,1-16-5 15,-1-9 0-15,-1-9-17 16,0 0-54-16,4-4-6 0,6-7-123 16,6-5-105-16</inkml:trace>
  <inkml:trace contextRef="#ctx0" brushRef="#br0" timeOffset="45888.47">19920 8084 132 0,'0'0'136'0,"0"0"-58"16,0 0 0-16,0 0 32 15,-76-78-38-15,60 58-3 16,1-1-29-16,-3 5-3 16,-3 0-32-16,-1 2-1 15,-5 1 14-15,-1 2-5 16,-2-1 3-16,2 4 6 16,5 3-21-16,7 0 8 15,8 4-2-15,5 0-4 16,3 1-3-16,0 0-12 15,20 0 12-15,20 4 5 16,21 1-2-16,21 0 4 0,24-4 13 16,30 2-3-1,35 2 15-15,43 1-32 0,38-3 0 16,31-3-3-16,17-9-3 16,-5-14-36-16,-23-7-10 15,-35-3 41-15,-54 1 9 16,-57 5 4-16,-55 7 34 15,-37 7 37-15,-29 7-23 16,-5 0-26-16,-29 1-24 16,-38 5-18-16,-34 0-26 15,-27 0-138-15,-8 0-158 16</inkml:trace>
  <inkml:trace contextRef="#ctx0" brushRef="#br0" timeOffset="46786.91">20435 5419 306 0,'0'0'65'16,"0"0"111"-16,0 0-92 15,0 0-15-15,0 0 3 16,0 0-67-16,0-29-5 16,0 36-1-16,0 22-12 15,0 24 11-15,0 33 2 16,0 37 0-16,-7 31 7 16,-18 33 0-16,-4 13-7 15,-3 4 18-15,10-2-14 16,9-19 7-16,13-19-11 0,0-20 1 15,1-22 2-15,6-18-3 16,-2-15 0-16,-5-18 6 16,0-18-3-16,0-12-2 15,0-18-1-15,5-16-66 16,14-9-66-16,15-50-140 16</inkml:trace>
  <inkml:trace contextRef="#ctx0" brushRef="#br0" timeOffset="47353.51">21211 5417 311 0,'0'0'59'0,"0"0"69"15,62-82-20-15,-39 52-44 16,-6 4 42-16,-6 6-17 16,-7 7-48-16,-1 9 6 15,-3 4-31-15,0 3-16 16,0 35-39-16,0 29-13 15,-17 33 52-15,-13 36-4 16,-11 23 9-16,-6 18-10 0,-9 12 5 16,7-1 0-1,13-3 14-15,21-7-14 0,15-16 0 16,0-19 3-16,15-17 0 16,6-21 0-16,-5-18-3 15,3-15 0-15,-3-16 3 16,-1-17-3-16,-6-13-21 15,-7-9-66-15,-2-13-59 16,-20-8-149-16</inkml:trace>
  <inkml:trace contextRef="#ctx0" brushRef="#br0" timeOffset="48020.62">19597 6099 199 0,'0'0'114'0,"0"0"-40"16,0 0 71-16,0 0-88 16,0 0-24-16,0 0 30 15,-57-23-26-15,51 20-6 0,1 3-13 16,3 0-12-16,2 0-6 15,0 2-1-15,18 12-8 16,32 4 2-16,41 2 14 16,38-6-3-16,37-4 8 15,22-10-8-15,18 0-4 16,12-8-1-16,1-17-23 16,-10-4 16-16,-18-5 9 15,-22 0-1-15,-26 5 6 16,-18 5-3-16,-19 6-6 15,-18 7 0-15,-18 4-8 16,-24 3-3-16,-22 1-48 0,-24 3 39 16,-7 0-48-1,-33 0 42-15,-22 16-51 0,-6 4-81 16</inkml:trace>
  <inkml:trace contextRef="#ctx0" brushRef="#br0" timeOffset="48586.68">19394 6746 437 0,'0'0'166'0,"0"0"-68"16,0 0 2 0,0 0-62-16,0 0-25 0,0 0-13 15,-18-1-4-15,18 1-1 16,30 0-44-16,31 0 49 16,29 4 11-16,30 1-7 15,20-5 21-15,24 0-24 16,29-2-1-16,36-21 17 15,36-7-15-15,22-9-2 16,10 0 0-16,-12 0 5 16,-24 3-12-16,-34 2-3 15,-47 3-24-15,-48 4 26 16,-47 7 3-16,-35 8 5 0,-24 6 0 16,-14 6-1-16,-9 0-56 15,-3 7-64-15,-3 12-17 16,-23-2 84-16,-6 0-91 15,-3-7-36-15</inkml:trace>
  <inkml:trace contextRef="#ctx0" brushRef="#br0" timeOffset="49352.08">20651 5459 355 0,'0'0'196'0,"0"0"-97"16,0 0 7-16,0 0-27 15,0 0-44-15,0 0-14 16,24-21-21-16,-24 24-9 15,-4 20-2-15,-8 16 11 16,-9 22 0-16,0 21 4 16,-3 19 1-16,0 5-4 15,5-3-1-15,4-14 7 16,6-18-22-16,6-18 8 16,3-19-20-16,0-16 17 0,0-10-5 15,0-5 3-15,0-3 11 16,8-3-5-16,11-18-1 15,3-11-114-15,-1-7-25 16,-10-8-193-16</inkml:trace>
  <inkml:trace contextRef="#ctx0" brushRef="#br0" timeOffset="49661.66">20654 5540 432 0,'0'0'31'16,"0"0"45"-16,0 0-4 16,0 0-34-16,0 0-5 15,0 0 0-15,7-54 27 16,27 38-34-16,12-1-23 15,9 0-3-15,0 1 20 16,0 0-20-16,-4 4 9 16,-9 0-9-16,-9 4 0 15,-10 5-5-15,-5 3 5 16,-8 0-117-16,-5 6 5 0,-5 9-132 16,-6-1-7-16</inkml:trace>
  <inkml:trace contextRef="#ctx0" brushRef="#br0" timeOffset="49884.79">20524 5789 501 0,'0'0'13'16,"0"0"-8"-16,0 0 80 15,0 0-33-15,0 0 10 16,0 0 4-16,42 22-5 15,-18-22 1-15,12 0-36 0,9-5-12 16,8 0-14 0,4 3-36-16,-3-5-30 0,-14-3-164 15</inkml:trace>
  <inkml:trace contextRef="#ctx0" brushRef="#br0" timeOffset="54163.2">980 9399 391 0,'0'0'37'0,"0"0"-28"16,-10 95 78-16,-17-24-7 16,-12 15-22-16,-3 3-36 15,-4-4 24-15,3-12-44 16,4-11 3-16,8-18 5 15,4-15-10-15,8-14 13 16,2-9-1-16,2-6 9 0,3-16 23 16,8-23-44-16,4-21-2 15,6-18-29-15,19-11-33 16,8-1 18-16,-3 5 1 16,-2 8 2-16,2 18 39 15,-3 14 8-15,7 12 1 16,-4 17 32-16,2 13-21 15,0 3 6-15,2 25-22 16,-2 17 0-16,-4 9 17 16,-1 13-17-16,-12 9 9 15,-9 1 1-15,-6-7-10 16,0-9 0-16,-20-12-1 0,-8-16-53 16,-3-12-99-16</inkml:trace>
  <inkml:trace contextRef="#ctx0" brushRef="#br0" timeOffset="54341.97">822 9746 494 0,'0'0'61'0,"0"0"-5"15,97-6-8-15,-49-1-4 16,9 0-28-16,7-7-16 15,10 1-7-15,-2-1-83 0,-11-3-151 16</inkml:trace>
  <inkml:trace contextRef="#ctx0" brushRef="#br0" timeOffset="54515.47">1501 9671 167 0,'0'0'33'0,"88"-10"-29"15,-24-11-4-15,15-5-17 0,2-7-81 16</inkml:trace>
  <inkml:trace contextRef="#ctx0" brushRef="#br0" timeOffset="54795.66">2075 9443 268 0,'0'0'135'0,"0"0"-10"16,-112 48-21-16,81-21-41 16,10 5-54-16,8 3 13 15,11 4-22-15,2-3 1 16,0 0 6-16,21-3-7 16,3-2 0-16,13-9 4 15,6-13 3-15,8-9 3 16,4-19-7-16,-2-17 22 15,-6-10 51-15,-15-3-32 16,-11 6-25-16,-14 4-12 0,-7 8-1 16,-16 6-12-1,-26 11 4-15,-12 14-22 0,-10 0 23 16,6 17-113-16,19 9-10 16,20-2-15-16,19-7-75 15</inkml:trace>
  <inkml:trace contextRef="#ctx0" brushRef="#br0" timeOffset="54972.08">2491 9587 673 0,'0'0'170'0,"0"0"-135"0,0 0-29 16,0 0-2-16,118-28-4 15,-54 18-62-15,8-8-118 16,6-7-224-16</inkml:trace>
  <inkml:trace contextRef="#ctx0" brushRef="#br0" timeOffset="55428.83">3185 9293 587 0,'0'0'107'15,"0"0"-93"-15,0 0-5 16,-87 89 28-16,59-43-10 15,1 1-16-15,6-4-8 0,1 0 2 16,3-4 4-16,-2-7-9 16,5-10 0-16,2-8 4 15,6-14 1-15,3 0 95 16,3-25-90-16,0-11-10 16,6-10-31-16,18-9-49 15,9-3-4-15,0 9 47 16,-2 3 8-16,-3 17 29 15,-2 10 23-15,-5 11 24 16,8 8 2-16,-2 0-44 16,2 19 1-16,5 6 21 15,2 7-22-15,4 6 2 16,3-4-7-16,-4 2 6 16,-6-9-1-16,-15-10-5 0,-5-9 0 15,-8-8 10-15,0-4 26 16,4-22 46-16,0-15-66 15,-1-7-9-15,0-10 11 16,-8-1-18-16,0 2 0 16,-8 3-2-16,-6 12 2 15,0 13-12-15,3 13-33 16,1 13-42-16,5 3-22 16,-1 15-104-16,-1 17 12 15,-2 6 20-15</inkml:trace>
  <inkml:trace contextRef="#ctx0" brushRef="#br0" timeOffset="55812.05">1082 10278 449 0,'0'0'47'16,"0"0"-24"-1,0 0 69-15,91 19-23 0,-24-19-18 16,27 0 3-16,25-3 13 15,33-19-38-15,27-10-5 16,21-6-2-16,12-5-16 16,0-3 1-16,-10 4-7 15,-12 2 1-15,-21 9-2 16,-29 8 1-16,-34 6-4 16,-32 8 3-16,-35 9-32 15,-24 0-106-15,-15 7-113 16,-34 7 54-16</inkml:trace>
  <inkml:trace contextRef="#ctx0" brushRef="#br0" timeOffset="55945.48">2992 10154 466 0,'0'0'207'0,"0"0"-66"16,0 0-101-16,0 0-40 15,0 0-6-15,94-8-75 16,-59-3-38-16,-10-6-343 15</inkml:trace>
  <inkml:trace contextRef="#ctx0" brushRef="#br0" timeOffset="57542.28">1984 6176 319 0,'0'0'121'16,"0"0"49"-16,0 0-74 15,0 0-94-15,0 0 81 0,0 0-56 16,0-38-25 0,3 38-2-16,5 5-41 0,-1 17 41 15,3 8-10-15,1 0 10 16,-6 0 0-16,8-2 3 16,-4-7 0-16,4-4-2 15,2-5-1-15,6-9 0 16,7-3 8-16,8-5-4 15,6-22-4-15,5-11 8 16,0-10-4-16,-3-2 0 16,-8 0-4-16,-7 4 0 15,-7 5 16-15,-10 8-16 0,2 10-1 16,-4 9 0 0,-4 12-123-16,-3 2-71 0,-3 0-120 15</inkml:trace>
  <inkml:trace contextRef="#ctx0" brushRef="#br0" timeOffset="57708.63">2508 6028 529 0,'0'0'161'15,"0"0"-142"-15,0 0 72 16,0 0-71-16,0 0-20 15,0 0-123-15,-11 22-112 16</inkml:trace>
  <inkml:trace contextRef="#ctx0" brushRef="#br0" timeOffset="59575.51">4459 10129 725 0,'0'0'66'0,"0"0"-28"16,0 0-38-16,0 0-9 16,0 0 9-16,-53 73 4 15,9-10-3-15,-8 8-1 16,1-6 10-16,5-11-5 16,11-19-5-16,7-14 0 0,13-10 2 15,-1-9 4-15,2-2 0 16,5-14-6-16,3-22 10 15,6-16-10-15,2-17 0 16,22-7-19-16,10 0 3 16,12 2-3-16,8 15-12 15,3 8 20-15,1 14 11 16,-11 13 9-16,-5 15 26 16,-6 9-21-16,-3 9-7 15,-1 21 0-15,-3 10-7 16,-5 6 0-16,-8 5 4 15,-8 2-3-15,-5 3-1 0,-2-8 0 16,1-10 1 0,-2-14-8-16,6-13 5 0,2-11-38 15,6-11 40-15,8-20 3 16,-1-12 2-16,2-3-4 16,-4 0 3-16,-1 0 6 15,-2 3-10-15,2 3-39 16,0 4-35-16,0 8-38 15,0 6-87-15,-2 9 74 16,0 6 66-16,-5 5 59 16,-3 2 46-16,-4 0 13 15,-4 0 65-15,0 17-34 16,0 8-22-16,0 8-23 16,-6 10-12-16,0-1 7 0,3 3-26 15,3 1 1-15,0-1 10 16,15-2-19-16,12-7 17 15,3-12-10-15,1-15 26 16,-1-9 31-16,3-7-46 16,0-23 12-16,-2-8-3 15,-4-5-32-15,-5-1 4 16,-13-2-5-16,-7-1-14 16,-2-2 5-16,-20 0-48 15,-10 3 14-15,0 3 8 16,5 2 19-16,19 7-2 15,6-2-32-15,20 4-34 16,23 1 73-16,12 1-8 0,7 3 19 16,3 1 4-1,2 0 4-15,-1 5 23 0,-4 3 8 16,-2 9-31-16,-5 9 23 16,-10 0-31-16,-4 27 0 15,-8 16 5-15,-6 14-5 16,-11 9 13-16,-6 5-11 15,-8 1 2-15,-2 1 24 16,0-2-28-16,-3-3 12 16,-6-5 6-16,2-8-17 15,1-14 7-15,-1-17-8 16,5-15 0-16,2-9 21 0,-7 0 22 16,-5-10 20-1,-9-17-37-15,-12-4-22 0,-7-2-6 16,2 8 2-16,7 10 0 15,9 11-3-15,6 4 3 16,0 9-36-16,2 16 35 16,0 11-9-16,5 7 3 15,5 5-9-15,4 2 7 16,0-2 2-16,15-7-15 16,18-12-21-16,26-15-9 15,14-14-48-15,14-20-58 16,-2-28-286-16</inkml:trace>
  <inkml:trace contextRef="#ctx0" brushRef="#br0" timeOffset="59924.91">6041 10199 429 0,'0'0'5'15,"0"0"-5"-15,0 0 22 16,42 72-8-16,-18-62 14 15,7-10-18-15,2 0 84 16,3-16-18-16,0-12-45 16,-2-2-11-16,0 1-12 15,-5 0 1-15,-7 5-2 0,-10 0-7 16,-6 5 0 0,-6-1 8-16,-12 5 0 0,-21 5 3 15,-7 7-11-15,-6 3 0 16,5 16-7-16,1 16 7 15,3 12-2-15,7 11-6 16,7 10 9-16,9 7-3 16,11 6 1-16,3-2 1 15,6-16-6-15,28-16 6 16,18-21 0-16,15-15-5 16,14-8-46-16,1-13-14 15</inkml:trace>
  <inkml:trace contextRef="#ctx0" brushRef="#br0" timeOffset="60256.77">4335 10931 64 0,'0'0'412'0,"97"0"-295"0,-17-1-46 15,26-9-1 1,30-4 5-16,32-4-39 0,25-6 13 16,17-1-22-16,2-2-15 15,-21 0 27-15,-25 6-34 16,-40 3-3-16,-32 2 14 15,-30 7-14-15,-23 1 7 16,-19 3-9-16,-19 5-12 16,-7 0-30-16,-47 10-102 15,-25-2-156-15</inkml:trace>
  <inkml:trace contextRef="#ctx0" brushRef="#br0" timeOffset="61805.64">7477 9969 461 0,'0'0'93'0,"0"0"-86"16,0 0 1-16,0 0 9 15,133-33 24-15,-45 19 12 16,14 2-24-16,14-3-14 16,2 5 25-16,3 1-39 15,-3 7 1-15,-4 0-4 16,-9 2-46-16,-11 0-5 16,-20 0-32-16,-23 0-97 15,-24 4 14-15</inkml:trace>
  <inkml:trace contextRef="#ctx0" brushRef="#br0" timeOffset="62207.08">7431 10142 296 0,'0'0'88'0,"0"0"44"16,0 0-26 0,0 0-73-16,0 0-10 0,0 0-23 15,17-3-3-15,-11 30-1 16,-1 22 8-16,-1 24-12 15,-4 22 19-15,0 22-11 16,0 12 54-16,-9 4-52 16,3 2 4-16,6-4-1 15,0-11-1-15,10-5 4 16,5-9-8-16,-9-12 0 16,-6-20-4-16,0-22-27 15,0-26-22-15,0-23 2 16,3-3-43-16,6-33 86 15</inkml:trace>
  <inkml:trace contextRef="#ctx0" brushRef="#br0" timeOffset="62804.69">8972 9985 620 0,'0'0'51'0,"0"0"7"15,0 0-11-15,0 0-47 16,0 0-24-16,0 0-5 16,-17 105 28-16,17-16 2 15,-4 19 43-15,-6 10-25 16,-1 12-10-16,1-1 29 15,10-4-37-15,0-4 7 16,0-9-8-16,10-12 4 16,-1-12 3-16,0-13-7 15,-2-16 0-15,4-14 3 16,-3-16 2-16,-1-11-9 16,3-9 4-16,4-6-53 0,4-3-66 15,0-9-325-15</inkml:trace>
  <inkml:trace contextRef="#ctx0" brushRef="#br0" timeOffset="63407.39">7361 11780 315 0,'0'0'92'0,"0"0"-75"16,0 0 46-16,0 0 22 15,0 0-13-15,0 0-12 16,3 0-47-16,38-9 49 16,20-2 2-16,21-1-34 15,19 0 14-15,19-1-23 16,15 0-9-16,7-1-12 15,0 2 0-15,-7 0-5 16,-16 2 5-16,-17 3-21 0,-12-1 5 16,-13 0-61-16,-16-1 23 15,-16 1 33-15,-18 1 7 16,-16 4-1-16,-11 1 15 16,0 2-151-16</inkml:trace>
  <inkml:trace contextRef="#ctx0" brushRef="#br0" timeOffset="63557.66">8684 11610 852 0,'0'0'64'16,"0"0"-53"-16,0 0-11 16,0 0-98-16,0 0-2 15,0 0-5-15,24 0-202 16</inkml:trace>
  <inkml:trace contextRef="#ctx0" brushRef="#br0" timeOffset="67982.66">2249 13004 721 0,'0'0'52'15,"0"0"-52"-15,0 0 7 16,0 0-9-16,-22 119 5 15,-6-49 1-15,-8 11 16 16,-7 3-15-16,1-2 3 16,5-11-8-16,4-16 0 15,9-20 8-15,11-16-8 16,5-13 0-16,3-6 9 16,3-14 55-16,2-27-31 15,0-19-33-15,9-16-35 16,19-6 28-16,5 0-56 15,4 2-17-15,3 5-1 0,-4 12 2 16,-6 13 27-16,-2 18 52 16,-4 15 28-16,-1 17 12 15,2 5-40-15,2 29 0 16,0 13 25-16,-2 11 9 16,-7 8-8-16,-2 4 4 15,-2 0-21-15,-4-2 12 16,-2-7-21-16,-5-6 0 15,-3-9-2-15,-5-9-5 16,-20-18-110-16,-5-19-396 16</inkml:trace>
  <inkml:trace contextRef="#ctx0" brushRef="#br0" timeOffset="68154.6">2115 13343 657 0,'0'0'12'0,"0"0"-12"16,0 0-3-16,0 0 3 16,0 0 30-16,136 15-17 15,-63-15 17-15,13 0-15 16,12-12-15-16,2-2-82 16,-4-6-122-16</inkml:trace>
  <inkml:trace contextRef="#ctx0" brushRef="#br0" timeOffset="68336.6">2851 13288 657 0,'0'0'1'0,"0"0"7"15,0 0-8-15,122 0 0 16,-52 0-3-16,8-8-11 15,4-6-104-15,0-6-314 16</inkml:trace>
  <inkml:trace contextRef="#ctx0" brushRef="#br0" timeOffset="68716.43">3607 13146 822 0,'0'0'53'15,"0"0"28"-15,0 0-71 16,0 0-10-16,0 0 0 16,0 0-12-16,-17 97 12 15,25-40 0-15,3 1 2 16,2 3 1-16,2-11-6 15,9-14-11-15,7-16-25 0,15-20 37 16,17-7-8-16,5-27 8 16,1-11-1-16,-17-5 6 15,-22 2 2-15,-22 0-5 16,-13 4 3-16,-44 3 16 16,-27 9-19-16,-17 4 0 15,-1 12-4-15,14 10 12 16,25 6-17-16,25 8 8 15,22 22-103-15,8 2-58 16,24-6-300-16</inkml:trace>
  <inkml:trace contextRef="#ctx0" brushRef="#br0" timeOffset="68915.67">4163 13280 866 0,'0'0'23'0,"0"0"1"16,0 0-19-16,0 0-5 16,0 0 0-16,0 0-12 15,97-39-44-15,-50 34-48 16,8-6 30-16,6-9-91 16,5-9-76-16</inkml:trace>
  <inkml:trace contextRef="#ctx0" brushRef="#br0" timeOffset="69282.63">4909 12922 706 0,'0'0'94'0,"0"0"-94"15,-37 80 0-15,-5-9 22 16,-9 11-13-16,-1 2 3 16,6-7 9-16,6-13-16 15,13-19 8-15,13-20-13 16,7-16 1-16,5-6 17 15,1-3-16-15,1-17 49 16,1-23-51-16,22-18-1 16,9-12-35-16,4-5-18 0,0-1-47 15,0 4 26 1,3 4 1-16,4 12 21 0,0 14-14 16,-5 13 67-16,-5 17 31 15,-8 12 35-15,-4 0-33 16,-2 20-6-16,-1 18-12 15,-2 10 16-15,-2 13 26 16,-3 3-33-16,-3 1-4 16,-2-4-20-16,-6-10 6 15,0-6 4-15,0-9-10 16,-12-5-11-16,-6-11-103 16,-4-18-182-16</inkml:trace>
  <inkml:trace contextRef="#ctx0" brushRef="#br0" timeOffset="69437.43">4655 13164 856 0,'0'0'57'15,"0"0"-57"-15,0 0-13 16,0 0 11-16,0 0 2 16,102 51-2-16,-51-32-31 15,5-4-52-15,5-9-8 16,-1-6-159-16</inkml:trace>
  <inkml:trace contextRef="#ctx0" brushRef="#br0" timeOffset="70047.11">2206 13950 271 0,'0'0'30'15,"0"0"-4"-15,0 0 6 16,-83 0 11-16,80 0 96 16,3 0-42-16,0 0-47 15,22-2-28-15,19-7 12 16,20-5 47-16,22 0-41 0,29-1-25 16,29 2 13-16,34-4-21 15,32-7-7-15,26-3 0 16,10-8 2-16,3-1-4 15,-12 1 2-15,-22 3 0 16,-21 8-4-16,-31 5 6 16,-20 9-2-16,-26 4 0 15,-23 5-14-15,-23-1-37 16,-23 2-43-16,-21 0 41 16,-17 0 23-16,-7 0-123 15,-10 0-140-15</inkml:trace>
  <inkml:trace contextRef="#ctx0" brushRef="#br0" timeOffset="70196.97">5097 13603 810 0,'0'0'45'16,"0"0"-45"-16,0 0-3 15,0 0-100-15,0 0 39 16,0 0-3-16,15-19-201 15</inkml:trace>
  <inkml:trace contextRef="#ctx0" brushRef="#br0" timeOffset="74310.62">4906 6996 223 0,'0'0'98'16,"0"0"23"-16,0 0-15 0,0 0-19 16,0 0-38-16,0 0-8 15,0 0-40-15,-1-24 12 16,1 19 13-16,0 3-20 15,0-1 28-15,0 3-14 16,0-1-14-16,0 1 11 16,0 0-17-16,0 0-1 15,0 0 1-15,10 0 0 16,9 0-3-16,5 0 3 16,3 1 0-16,10 7-5 15,4 3 5-15,5-1-3 16,0-1-5-16,0-1-22 15,-6-5 23-15,-5-3-17 0,-10 0 24 16,-8 0 0 0,-10 0 8-16,-4 0 1 0,-3 0 32 15,0 0-19-15,0 0-13 16,0 0-9-16,0 0-19 16,0 0-7-16,0 0-31 15,0 0 11-15,0 0 32 16,0 0 14-16,0 0 6 15,0 0-5-15,0 0 45 16,0 0 9-16,0 0-33 16,0 0-7-16,0 0-10 15,0 0 2-15,0 0-8 16,0 0 1-16,0 0 0 16,0 0-11-16,0 3 10 0,0 7-2 15,-9 11 2-15,-10 5 2 16,-8 10-3-16,-5 6 2 15,-3 4 0-15,-6 4-5 16,-4 0 8-16,4 0-3 16,5-4 0-16,6-4 2 15,7-9-5-15,6-9 3 16,7-4 0-16,4-9 4 16,1-4-4-16,3-3 0 15,2-3 0-15,-2 2 3 16,2-3 12-16,-1 0-6 0,-1 0 36 15,2 0 10 1,-3 0-32-16,0 0-3 0,0 0-17 16,1 0 5-16,-2-3-7 15,4 3-1-15,0 0 0 16,0 0-11-16,0 0-11 16,0 0-30-16,0 0-42 15,0-9-153-15</inkml:trace>
  <inkml:trace contextRef="#ctx0" brushRef="#br0" timeOffset="76302.13">2597 6676 173 0,'0'0'112'0,"0"0"-69"15,0 0 35-15,0 0-65 16,0 0-13-16,0 0-82 16,0 0 34-16,0 0 39 0,0 0-11 15,0 0 20 1,0 0 3-16,0 0 42 0,0 0 42 16,0 0-15-1,0 0-34-15,0 0 4 0,0 0-41 16,0 0-1-16,-1 0 7 15,1 0-4-15,0 0 1 16,0 0 4-16,0-2 15 16,0 2 41-16,0-1-36 15,0-1 17-15,0 2-12 16,0-1-18-16,0 1-6 16,0-2-9-16,0 2 0 15,0 0 6-15,0 0-6 16,0 0 0-16,0 0 0 15,0 0 3-15,0-3 2 16,0 3-5-16,0-3-1 0,0 1-11 16,0 2 12-16,0 0-35 15,0 0 0-15,0 0 7 16,0 0 2-16,0 0-16 16,0 0-22-16,0 0 57 15,0 0-19-15,0 0 25 16,0 0-1-16,0 0 2 15,0 0-1-15,0 0-79 16,0 0 16-16,0 0 55 16,0 0-20-16,0 0 13 15,0 0 16-15,0 0 0 0,0 0 5 16,0 0 0 0,0 2-1-16,0 1-8 0,0 3-77 15,-3-3-60-15</inkml:trace>
  <inkml:trace contextRef="#ctx0" brushRef="#br0" timeOffset="77478.46">2564 7011 217 0,'0'0'75'15,"0"0"-29"-15,0 0 58 16,0 0-14-16,0 0-53 15,0 0-7-15,0 0-6 16,0 0-13-16,0 0 10 16,0 0-12-16,0 0 0 15,0 0 24-15,0 0-30 16,0 0 3-16,0 0-4 16,0 0 0-16,0 0 3 15,0 0-5-15,0 0 0 16,0 0 3-16,0 0 6 0,0 0-8 15,0 0 4 1,0 0 0-16,0 0-3 0,0 0-2 16,0 0 0-16,0 0-3 15,0 0 4-15,0 0-1 16,0 0 0-16,0 0 2 16,0 0 1-16,0 0-3 15,0 0 0-15,0 0-2 16,0 0 2-16,0 0 0 15,0 0 0-15,0 0 5 16,0 0-2-16,0 0-3 16,0 0 0-16,0 0-1 0,0 0 1 15,0 0-2 1,0 0 0-16,0 0 1 0,0 0-6 16,0 0 2-16,0 0 5 15,0 0-9-15,0 0 7 16,0 0 2-16,0 0-10 15,0 0-44-15,0 0-18 16,0 0-130-16,0 0-84 16</inkml:trace>
  <inkml:trace contextRef="#ctx0" brushRef="#br0" timeOffset="78460.32">6967 6578 11 0,'0'0'310'16,"0"0"-138"-16,0 0-22 15,0 0-49-15,0 0 1 16,0 0-78-16,-9 0-15 15,9 0 12-15,-1 0-19 0,1 0 1 16,-2 0-3-16,1 0 1 16,-2 0-4-16,2 0 3 15,1 0-2-15,0 0-5 16,0 0-9-16,0-3 7 16,0 2 0-16,-3 0-17 15,1-2 22-15,-1 1-48 16,-3 2-2-16,-3 0-33 15,-1 0-127-15,-1 0 17 16</inkml:trace>
  <inkml:trace contextRef="#ctx0" brushRef="#br0" timeOffset="81654.91">2368 8104 267 0,'0'0'114'0,"0"0"-17"15,0 0-66-15,0 0-24 0,0 0 3 16,0 0-10-16,-18 0 6 16,18 0-6-16,-2 0 0 15,0 0 20-15,2 0 21 16,-1 0 17-16,1 0-10 16,0 0-26-16,0 0 3 15,0 0-25-15,0 0 0 16,0 0 2-16,0 0-1 15,0 0-1-15,0 0 0 16,0 0 4-16,0 0 4 16,0 0-8-16,0 0 0 15,0 0 19-15,0-2-18 16,0 1 11-16,0 0-9 0,0-1 3 16,0 1 0-16,0-1-6 15,0-3 0-15,3 0-10 16,8-2 7-16,6-4 2 15,-2 1 0-15,2-1 2 16,-2 1-2-16,-2 0 1 16,1-1 0-16,0 4 1 15,-2-1 0-15,-1 4-1 16,-4 3 0-16,4 1 0 16,-6 0-8-16,0 0 8 0,-3 0-2 15,-2 0-6 1,0 8 8-16,0 4-4 15,0 8 3-15,0 2 2 0,-5 3 2 16,-4 0-3-16,-3-3 0 16,3-5 2-16,2-6 0 15,2 0-2-15,2-5 0 16,2-1-11-16,-1 1 10 16,2-3-35-16,0 2 18 15,0-2-3-15,3 0-3 16,10-1 22-16,10-2 1 15,1 0 1-15,-1 2-4 16,3 1 4-16,-2 4 0 16,-5 1 1-16,-2 3 2 15,-4 4-4-15,-4 3 1 0,-4 3 0 16,-5 0-1-16,0-1 1 16,0 0 0-16,-15-6 5 15,-12 3-3-15,-6-2 0 16,-7-1-2-16,0-2 1 15,-2-3 0-15,0-1-1 16,5-3 0-16,7-2 2 16,12-3 1-16,8 0 16 15,10 0-19-15,0 0-7 16,3 0-15-16,15-13-266 16</inkml:trace>
  <inkml:trace contextRef="#ctx0" brushRef="#br0" timeOffset="82817.95">6383 7864 413 0,'0'0'160'0,"0"0"-94"15,0 0-30-15,0 0 16 16,0 0 1-16,0 0-45 0,-45-4 10 16,45 2-15-16,0 1 31 15,0-3 9-15,2 1-20 16,15-4-11-16,10 0-12 16,6 1 0-16,4 5-4 15,1 1 4-15,-5 0-34 16,-2 14-35-16,-9 3 16 15,-9 4 16-15,-8 1 7 16,-5 0 30-16,-2 2-8 16,-16-3 9-16,-5-2-1 15,-1 0 10-15,-5 1-3 16,1-2 14-16,-3 0-21 0,1-1 6 16,2-5 0-16,5-3-6 15,10-4 0-15,3 0 3 16,7-3-1-16,3-1-2 15,0-1 2-15,0 0 11 16,21-5 70-16,19-12-76 16,13-6-7-16,7-1 9 15,0-2-5-15,-2 1-8 16,-6 2 4-16,-4 5-37 16,-11 4 32-16,-7 5-78 15,-11 6 18-15,-8 0-47 16,-10 3-108-16</inkml:trace>
  <inkml:trace contextRef="#ctx0" brushRef="#br0" timeOffset="84050.48">11327 6503 463 0,'0'0'160'16,"0"0"-47"-16,0 0 47 15,0 0-144-15,0 0 26 0,0 0-14 16,-16-15-25 0,16 15-6-16,0 1-4 0,0 13 7 15,0 8-8-15,3 9 11 16,0 5-3-16,-3 4 0 15,0-4 1-15,-3-2-10 16,-3-8-22-16,1-9-6 16,5-8-3-16,0-9-20 15,9 0 60-15,14-21 8 16,-1-1 6-16,-2-2 54 16,-6 2-53-16,-6 5 1 15,-4 4 25-15,-4 6-22 16,0 3 0-16,0 4-17 15,0 0 10-15,0 0-24 0,0 21-28 16,0 11 40-16,-12 11-7 16,-5 11 7-16,0 4-3 15,2-2 3-15,8-8-36 16,7-3 3-16,0-9-23 16,0-6-61-16,6-12-168 15</inkml:trace>
  <inkml:trace contextRef="#ctx0" brushRef="#br0" timeOffset="85132.8">11256 9278 302 0,'0'0'13'0,"0"0"21"16,0 0 30-16,0 0 76 16,0 0-3-16,0 0-58 15,-9-38-4-15,9 33-19 16,0 2-24-16,0-5 6 16,0 2-26-16,1-5-2 15,20-5-15-15,9-1 5 16,6 0 0-16,6 3 0 15,-1 3 4-15,-7 5-4 16,-4 6 0-16,-7 0 1 16,-4 0-15-16,-3 9 4 0,-8 8-49 15,-6 3-10 1,-2 2-14-16,-10-1 42 0,-10-1 24 16,-5-6 17-16,2-2 3 15,5-2 3-15,3-2 25 16,6 1 35-16,8 2-53 15,1 4-10-15,0 2-3 16,12 3 1-16,9-2-1 16,2-2 0-16,-3-2 0 15,-4-5 16-15,-5-6-12 16,-8 2 2-16,1-3-3 16,-4-1-1-16,0-1 17 15,0 3-19-15,-4 1 0 16,-19 1 14-16,-13 4-3 0,-10-1-5 15,1 2-6-15,1 4 5 16,9 0-17-16,13-1-86 16,12-4-103-16,8-8-236 15</inkml:trace>
  <inkml:trace contextRef="#ctx0" brushRef="#br0" timeOffset="86248.39">16384 7471 452 0,'0'0'121'0,"0"0"-34"16,0 0-25-16,0 0-28 16,0 0-13-16,0 0-15 15,0 0 40-15,73-71-5 16,-42 64-39-16,5 0-4 16,-2 7 4-16,-2 0-4 0,-7 4-12 15,-8 12-15-15,-6 3 28 16,-9 2-31-16,-2 3-2 15,-16 1 29-15,-16 5 5 16,-5 1 8-16,-2-1-8 16,3-3 0-16,6-4-1 15,9-5 1-15,7-3-12 16,6-6 10-16,8-8-7 16,0-1-8-16,21 0 17 15,16-15 15-15,15-6 79 16,8 1-48-16,6 3-39 0,9 4-7 15,5 5-10-15,-1 2-17 16,-10 6-62-16,-17 0-76 16,-20-4-210-16</inkml:trace>
  <inkml:trace contextRef="#ctx0" brushRef="#br0" timeOffset="87230.41">20787 7122 208 0,'0'0'86'16,"0"0"47"-16,0 0 9 16,0 0-110-16,0 0 10 15,0 0 12-15,-60-69 21 16,59 58 4-16,-1 3-52 15,1-2 12-15,1 1-6 16,-2 5-16-16,2-1 3 16,0 3-11-16,-1 2 7 15,1 0-16-15,-5 9-15 16,-4 23 9-16,-8 23 2 0,-7 18 4 16,-5 11 0-16,3 8 6 15,7-4-17-15,8-6 11 16,9-19-65-16,2-13 25 15,0-16-88-15,12-19-22 16,6-15-258-16</inkml:trace>
  <inkml:trace contextRef="#ctx0" brushRef="#br0" timeOffset="87384.7">20718 7510 476 0,'0'0'45'16,"0"0"-34"-16,0 0 43 0,0 0-32 16,0 0-22-16,0 0-4 15,0 60-4-15,0-54-245 16</inkml:trace>
  <inkml:trace contextRef="#ctx0" brushRef="#br0" timeOffset="92276.4">3986 15194 219 0,'0'0'92'0,"0"0"62"15,0 0-20-15,0 0-92 16,0 0 5-16,0 0-38 15,0 0 19-15,-63-10-15 16,55 10-12-16,4 0 10 16,1-1 0-16,3 1 47 15,0 0-24-15,-1 0-27 16,1 0 23-16,0 0-30 16,0 0-8-16,0-1 7 0,16-4 2 15,23-2 1-15,19-5-2 16,33-5 2-16,27-1 18 15,31-5-19-15,30-2 0 16,18-2 11-16,21-3-11 16,8-1 4-16,3-3-5 15,-6-1-13-15,-15 0 2 16,-22 1 0-16,-22 4 11 16,-25 5-2-16,-29 4 5 15,-23 2-4-15,-31 6 1 16,-24 5 0-16,-18 4 31 15,-9 1-31-15,-5 3 6 0,0 0 7 16,0 0-13-16,-7 0 8 16,-11 0-8-16,-6 0-27 15,2 11 3-15,5 1-96 16,5-4-23-16,7-8-207 16</inkml:trace>
  <inkml:trace contextRef="#ctx0" brushRef="#br0" timeOffset="93474.44">6061 14519 481 0,'0'0'61'0,"0"0"-1"16,0 0-52-16,0 0-5 16,0 0 12-16,0 0-15 15,-68 3 0-15,67 8-3 16,1 1 8-16,0 4-8 16,9 1 3-16,22 1 0 15,11-1 31-15,10 0-19 16,14-2-4-16,7-6 2 15,12-5-10-15,-3-4 7 16,-3 0-7-16,-10 0 0 16,-11-7 29-16,-11 1 1 15,-9-2 24-15,-10 5-14 0,-6 2-37 16,-8 0 0-16,-8 1-3 16,-3 0-16-16,-3 0 12 15,0 0-38-15,0 0 42 16,-6 2 0-16,-5 1 4 15,4 0 0-15,-2 0-4 16,3-1 0-16,2-2 4 16,1 2-4-16,0-1 0 15,-2 2 0-15,-1 3 7 16,-1 4-13-16,-5 8 6 16,-4 8 0-16,-9 9 0 15,-5 7 0-15,-5 3 0 16,-8 2 3-16,-9-1-2 0,-5-3 3 15,-1-4-4-15,5-7 0 16,13-11 1-16,15-12 1 16,13-4-2-16,6-5 46 15,0 0-7-15,-1 0-22 16,2 0-10-16,1 0-7 16,2 0 36-16,1 0-36 15,1 0 0-15,0 0 1 16,-2 0 5-16,2 0-6 15,0 0 0-15,0 0 0 16,0 0-1-16,0 0 1 16,-3 0 0-16,3 0 0 0,0 0 4 15,0 0-6 1,0 0 2-16,0 0 0 0,0 0-1 16,0 0 1-16,0 0 0 15,-3 0 3-15,3 0-2 16,-2-5 0-16,-1 1-1 15,-1-1 0-15,1-5-1 16,0-4 1-16,3-9 0 16,0-12-2-16,0-8 5 15,0-11-3-15,0-7 0 16,-3 0 0-16,-6 6 13 16,-4 7-6-16,-1 7 6 15,1 9 1-15,0 9-12 16,-1 8 5-16,8 10-7 0,2 3 0 15,2 2-1-15,2 0 1 16,0 4-7-16,0 18-4 16,0 11 11-16,0 9-6 15,0 5 6-15,9 0 0 16,6-1-7-16,0 0 7 16,1-8 0-16,2-1-1 15,-3-5 6-15,3-3-10 16,-3-4 5-16,-3-3-26 15,-6 0 19-15,-6-2-62 16,0-2-60-16,-3-7-180 16</inkml:trace>
  <inkml:trace contextRef="#ctx0" brushRef="#br0" timeOffset="120041.26">11289 5615 89 0,'0'0'65'0,"0"0"-5"15,0 0 7-15,0 0 23 16,0 0 46-16,0 0-76 16,0 0 16-16,0 0-52 15,0 0 2-15,0-41 36 16,0 38-62-16,1 3 0 15,-1-1 2-15,0 1-2 16,0-2 0-16,0 2-1 0,0 0 6 16,0 0-6-1,0 0 1-15,0 0-11 0,0 0 7 16,0 0-40-16,0 0 7 16,4 0-13-16,1 0 30 15,1 0 20-15,3 0 0 16,4-4 0-16,1-1 26 15,5-3-26-15,-1 4 0 16,1-1 1-16,1 5 2 16,-5-2-6-16,1 2-3 15,-4 0-1-15,-3-2-5 16,-2 2 12-16,-5 0 0 0,-1 0-2 16,-1 0-9-1,3 2 10-15,-1 6-7 0,1 3 8 16,0 0-6-16,-3-3 6 15,1-1 0-15,-1-1-2 16,0-4 5-16,0 0-5 16,0-1 2-16,0 3 0 15,2-2-2-15,-2 3 2 16,0 5 0-16,0-4-5 16,0 0 8-16,0-1-8 15,0 1 5-15,0-3 0 16,0 0 0-16,0-3 2 15,-2 0-2-15,-4 0 32 16,-1 0-2-16,-2 0 11 16,0 0-40-16,6 0 0 0,0 0 53 15,1 0 5-15,1 0-40 16,-1-2-19-16,2-3-17 16,2-2-94-16,12 1-170 15</inkml:trace>
  <inkml:trace contextRef="#ctx0" brushRef="#br0" timeOffset="122478.41">9433 7785 336 0,'0'0'122'0,"0"0"-15"16,0 0-24-16,0 0-47 15,0 0-16-15,0 0 3 16,-9-20-16-16,9 20 32 16,0-1-36-16,0 1 5 15,0-3-8-15,0 3-8 16,0 0 1-16,9 0 1 15,12 0 6-15,6 4 5 16,4 5-5-16,9 0 0 0,5 4-3 16,3 2 6-1,4 5-4-15,0 2 1 0,-3 3 0 16,2-1-14-16,-6-1 9 16,-6-3-17-16,-7-5 21 15,-5-3 0-15,-6 2-1 16,0-4 2-16,-3 0 0 15,-6-5-5-15,-4-3 5 16,-4-2 0-16,0 2 6 16,-4-2-6-16,0 0 18 15,0 0 18-15,0 0-24 16,0 0 12-16,0 0-24 16,0 0 0-16,0 0 20 15,0 0-10-15,0 0 19 0,0 0-8 16,0 0-20-16,0 0 14 15,0 0-15-15,0 0 0 16,0 0-3-16,0 0 2 16,0 0-11-16,0 0-1 15,0 0 13-15,0 0 1 16,0 0 7-16,0 0 3 16,0 0 24-16,0-9-34 15,-8 1 8-15,-11 5-9 16,-18 3 1-16,-19 5-18 15,-25 21 15-15,-13 9-15 16,-7 4 5-16,4 0-8 16,18-2 19-16,16-5-5 15,17-5 6-15,14-5 1 0,9-3-1 16,9-4-3-16,5-3 2 16,2-2 2-16,5-6-1 15,1-4 0-15,1 1 0 16,0-1 1-16,0 0-1 15,0 0 0-15,0 0 16 16,0 0-2-16,0 0 18 16,0 0-8-16,-2 0-13 15,2 0 18-15,-1 0-29 16,-1 0 0-16,2 0-4 16,0 0 10-16,0 0-12 15,0 0-1-15,0 0-33 0,0 0 21 16,0 0-73-16,0 0-11 15,0 0 16-15,6 0-44 16,0 0 39-16,3-1-69 16</inkml:trace>
  <inkml:trace contextRef="#ctx0" brushRef="#br0" timeOffset="124082.64">9496 6028 107 0,'0'0'17'15,"0"0"-13"-15,0 0 11 16,0 0 17-16,0 0 10 0,0 0-20 16,0 0 7-1,-45 15-2-15,33-5 1 0,-1-1-4 16,2 1-1-16,1 0-11 16,4-5-4-16,4-3-1 15,1-2-6-15,1 0 62 16,0 0 31-16,0 0-36 15,0 0-33-15,0 0-25 16,0 1 0-16,0 5 0 16,21 1 1-16,14 3 16 15,13-3-14-15,14 0 8 16,9-3 27-16,7 0-29 0,2 1 3 16,-5 0-10-1,-5 1 3-15,-11-3-4 0,-8 0-1 16,-9-1 0-16,-11-2-3 15,-11 0 3-15,-12 0 0 16,-6 0 4-16,-2 0 8 16,0 2 47-16,0-2-37 15,0 0-5-15,0 1 9 16,0-1-22-16,0 0 4 16,0 0-3-16,0 0 1 15,0 0-10-15,0 0 4 16,0 0-14-16,0 0 9 15,0 1-15-15,-10 4 19 16,-1 1-5-16,-4-2 12 16,0 1-5-16,0 0-1 0,-1 3 0 15,-5 1-1-15,0 7 1 16,-4 5 0-16,-4 5-2 16,-3 5 4-16,-6 6-4 15,-2 1 2-15,0-1 0 16,2-3 0-16,6-7 0 15,5-4 0-15,5-9-1 16,4-3 4-16,2 0-3 16,5-5 0-16,-1 0 0 15,4-2 1-15,4-2-1 16,2 0 0-16,-2 0-1 16,-3 1 4-16,1-1 1 0,-2-1-4 15,8 0 0-15,-2-1 3 16,2 0-3-16,0 0-1 15,0 0-1-15,0 0 2 16,0 0-3-16,0 0-45 16,0 0-11-16,0 0 49 15,-1 3-18-15,-2 1 28 16,-2 2-3-16,0 0 6 16,-3 0-6-16,2 4 3 15,-2-6-37-15,0 4-10 16,2-4-15-16,0 0-78 15,6-2-8-15,0-2-20 16</inkml:trace>
  <inkml:trace contextRef="#ctx0" brushRef="#br0" timeOffset="124461.47">9515 6259 243 0,'0'0'59'16,"0"0"54"-16,0 0 7 16,0 0-65-16,0 0-16 0,0 0 17 15,-37-61-16-15,35 61-5 16,2 0-17-16,0 0-13 15,0 0-10-15,0 0-11 16,0 0 0-16,0 14 9 16,0 6 7-16,0 3 0 15,0 5 0-15,0 2 7 16,8 1 8-16,1 0-13 16,2 0-1-16,2-4 13 15,0-4-13-15,3-3-2 16,4-1-5-16,-1-5-102 15,2-12-164-15</inkml:trace>
  <inkml:trace contextRef="#ctx0" brushRef="#br0" timeOffset="124602.78">9627 6433 650 0,'0'0'148'15,"0"0"-148"-15,0 0-143 16,0 0-80-16,0 0-154 16</inkml:trace>
  <inkml:trace contextRef="#ctx0" brushRef="#br0" timeOffset="125642.38">9512 7836 223 0,'0'0'65'0,"0"0"26"16,0 0 5-16,0 0-37 15,0 0-12-15,0 0 4 16,0-41-10-16,0 41-35 16,0 0-5-16,0 0 23 15,0 0 6-15,0 0-14 16,0 0-16-16,0 0-2 16,0 4-8-16,0 16-11 15,0 14 21-15,0 16 0 16,0 14 6-16,-8 4-7 15,-2-2 1-15,3-9 0 16,1-11 0-16,3-10 0 16,3-14-11-16,0-8 10 0,0-4-6 15,0-2-14-15,0-6-95 16,0-2-256-16</inkml:trace>
  <inkml:trace contextRef="#ctx0" brushRef="#br0" timeOffset="125802.2">9384 8365 671 0,'0'0'15'0,"0"0"-1"0,0 0-14 16,0 0-124-1,0 0 28-15,0 0-171 0</inkml:trace>
  <inkml:trace contextRef="#ctx0" brushRef="#br0" timeOffset="140298.4">14914 5894 301 0,'0'0'69'0,"0"0"26"16,0 0-15-16,0 0-35 15,0 0 31-15,0 0-53 16,0 0 41-16,-6-23-11 16,6 23-29-16,0-2 24 0,0 2-43 15,0 0 0-15,0 0 5 16,0 0-9-16,0 0-1 15,-1 0 0-15,1 0 4 16,0 0-4-16,0 0 0 16,0 0 0-16,0 0-6 15,0 0 6-15,0 0-9 16,12 6-35-16,13 11 44 16,8 6 0-16,6 1 0 15,4 4 0-15,2 0-8 16,3 1 8-16,3 0-26 15,5-6 19-15,-1-3-5 16,-3-3 8-16,-11-2-2 0,-13-5 6 16,-14-5-2-1,-9 0 3-15,-5-2-1 0,0 0 25 16,0-3-3-16,0 3 10 16,0-3-32-16,0 2 0 15,0 0-6-15,-7-1 8 16,6 0-2-16,1 1 0 15,0-2 4-15,0 0-10 16,0 1 6-16,0-1 0 16,0 0-10-16,0 0 10 15,0 0 0-15,0 0-5 16,0 0 10-16,0 0-9 16,0 3 4-16,-8 4-25 15,-10 5 4-15,-12 10 13 0,-11 6 8 16,-10 8 0-16,-4 4 0 15,-8 7-5-15,-1 5 5 16,0 1 0-16,4-4-1 16,14-8 1-16,11-10 0 15,10-11-1-15,7-6 4 16,8-4-3-16,5-5 0 16,4-5 0-16,-2 0 20 15,3 0 30-15,0 0-3 16,0 0 5-16,0 0-18 15,0-7-8-15,0-3-26 16,0 2 0-16,0 1-5 16,3 7 5-16,-3 0 0 15,0 0-10-15,0 0-16 16,0 0 10-16,0 0-48 0,0 0-70 16,0 0-25-16,0 3 8 15,-6-3-240-15</inkml:trace>
  <inkml:trace contextRef="#ctx0" brushRef="#br0" timeOffset="146973.41">11299 6479 293 0,'0'0'64'16,"0"0"-30"-16,0 0 7 0,0 0 0 15,0 0-38-15,0 0 1 16,0 0 9-16,-2-9 0 15,0 6 22-15,1 0-6 16,-1 0 12-16,0 1 4 16,2 0-45-16,-1 1 11 15,1 1 14-15,0 0-17 16,0 0-2-16,0 0-6 16,0 0 0-16,0 0 0 15,0 0 0-15,0 0 0 16,0 0 2-16,0 0-2 15,-2 0 0-15,-1 0-4 16,-3 11 4-16,-5 11-7 0,-6 11 7 16,-4 4 0-1,3-1 3-15,0 0-1 0,3-7-1 16,1-3-1-16,4-4 0 16,0-2 1-16,-2-1-1 15,1-3 0-15,4-2 4 16,-4-3-2-16,4-3-2 15,3-2 0-15,-1-3 0 16,2-1 2-16,3-1-2 16,0-1 0-16,0 0 2 15,0 0 0-15,0 0-4 16,0 0 0-16,10 0 2 0,13 0 15 16,4 0-13-1,2-5 0-15,-4 4 5 0,-3-1-5 16,0 1-1-16,0 1-1 15,1 0 0-15,4 0-1 16,3 0 1-16,-2 0 0 16,-1 0-1-16,-3 0 6 15,-8 0-7-15,-4-5 2 16,-4-1 0-16,-5 2 16 16,-3 0 15-16,1 1 0 15,-1 3 3-15,2-3-34 16,-2 3-7-16,0 0-40 15,0 0 2-15,-11 0-66 16,-2 0-193-16</inkml:trace>
  <inkml:trace contextRef="#ctx0" brushRef="#br0" timeOffset="147153.09">11423 6797 184 0,'0'0'225'16,"0"0"-67"-16,0 0 0 15,0 0-5-15,0 0-91 16,0 0-19-16,-32-20-17 16,32 20-25-16,0 0-1 15,0 0-52-15,0 0-75 16,0 9-75-16,-3-1 56 16,2-6-159-16</inkml:trace>
  <inkml:trace contextRef="#ctx0" brushRef="#br0" timeOffset="149270.12">11317 7942 130 0,'0'0'52'0,"0"0"-2"16,0 0-8-16,0 0-14 16,0 0 9-16,0 0 67 15,-23-17-79-15,18 9 46 0,2 5 41 16,1 0-75-16,1-2-1 15,1 2-5-15,-2 2-13 16,2-1 19-16,0 1-37 16,0-1 0-16,0 0 11 15,0-1-7-15,0 1 1 16,0-1 11-16,0 2-11 16,0-2 4-16,21-1-9 15,10 0 0-15,8 1 2 16,7-1-2-16,1 3-2 0,3-1-1 15,-6 1 2 1,-8 0-9-16,-13 1-16 0,-5 0-23 16,-10 0-4-16,-8 9-6 15,-10 9-28-15,-33 3-154 16</inkml:trace>
  <inkml:trace contextRef="#ctx0" brushRef="#br0" timeOffset="150070.92">11208 8405 144 0,'0'0'23'15,"0"0"15"-15,0 0-13 16,0 0-20-16,0 0 12 16,0 0 8-16,-9 0 7 15,6 0 23-15,0 0-31 16,0 0 77-16,2 0-46 15,-4 0 7-15,4 0-11 0,-1 0-21 16,2 0-5-16,0 0-22 16,0 0 3-16,0 0 0 15,0 0-6-15,0 0-3 16,0 0 0-16,0 0 6 16,5 2-2-16,5 8-1 15,5 4-7-15,5 2 5 16,5-6-126-16,0-8-282 15</inkml:trace>
  <inkml:trace contextRef="#ctx0" brushRef="#br0" timeOffset="150211.47">11372 8451 111 0,'0'0'0'16</inkml:trace>
  <inkml:trace contextRef="#ctx0" brushRef="#br0" timeOffset="155132.66">18874 6213 138 0,'0'0'144'16,"0"0"-28"-16,0 0 34 15,0 0-50-15,0 0-71 16,0 0-25-16,0 0 29 16,-7-5-32-16,6 5-1 15,1 0 12-15,0 0 9 16,0 0 14-16,0 0-20 16,0 0-8-16,0 0 21 15,0 0-28-15,0 0 0 16,0 0 0-16,0 0 3 0,0 0-6 15,0 0 0 1,0 0 3-16,0 0-10 0,3 0 8 16,16 0 2-16,8 0 2 15,7 2 0-15,5 4-4 16,2 0-14-16,-3 1 0 16,-5-2 6-16,-9-1 10 15,0 0 0-15,-8-2 1 16,-8 0 3-16,-5-2-6 15,0 0 2-15,-3 0 0 16,0 0 17-16,0 0-17 16,3 0-11-16,1 3 0 15,3 0 11-15,-2-1-3 16,-4-1-1-16,-1-1 4 16,0 0-5-16,0 0 12 15,0 0-7-15,0 0 13 0,0 0-4 16,0 0-7-16,0 0-2 15,0 0 0-15,0 0-7 16,0 2 7-16,0-2 0 16,0 0 3-16,0 0-2 15,0 0 11-15,0 0 12 16,0 0 8-16,0 0 30 16,0 0-49-16,0 0-7 15,0 0-6-15,0 0-6 0,0 0 4 16,3 0-14-1,0 0 16-15,-2 0-6 16,1 0 11-16,-2 0-5 16,0 0 5-16,0 0 1 0,0 0-2 15,0 0-4-15,0 4-7 16,0 7-2-16,-12 6 9 16,-8 5 0-16,-3 3 0 15,-5 0 1-15,-3-1 2 16,-2 2-3-16,3-3 0 15,-1 0-3-15,4-2 5 16,3 1-2-16,0-2 0 16,3 1 2-16,3-3-4 15,2-2 2-15,1-1 0 16,5-6-2-16,5-4 2 0,2-2 0 16,3-3-1-1,0 0 4-15,0 0 9 0,0 0-11 16,0 0 22-16,0 0-2 15,0-8-21-15,0 1-22 16,8 0-10-16,8 1-77 16,-4-2-36-16,-1-3-217 15</inkml:trace>
  <inkml:trace contextRef="#ctx0" brushRef="#br0" timeOffset="185236.96">3734 14720 270 0,'0'0'75'16,"0"0"-71"-16,0 0-2 16,0 0 53-16,0 0-25 0,0 0-13 15,0 0 22 1,0 0 11-16,0 0 31 0,-34-15-20 16,29 12 5-1,2-1 4-15,0-1-53 0,1 1-7 16,-1 0-10-16,0 1 4 15,-1 0 2-15,-2-4-6 16,-1 2 0-16,4 0 3 16,-3-2-1-16,-2 2-3 15,4 0 1-15,-2 0 0 16,1 1-5-16,1 1 5 16,-1 2-3-16,1-2-3 15,-1 0 4-15,-5 0 1 16,4 0-12-16,-2 1 13 15,-3-3-3-15,2 1 3 0,-6-1 0 16,6 2-1-16,-3-2 5 16,3 1-5-16,-3 1 1 15,1 1 0-15,-2-1-4 16,1 1 4-16,-1 1 0 16,4-2-1-16,0 1 4 15,-3 1 2-15,0-1-5 16,0 1 5-16,0 1 7 15,3-2-9-15,2 2-3 16,-1 0 10-16,1 0-9 16,-2 0 0-16,-2 0-1 15,-3 0 1-15,-2 0-5 0,0 0 4 16,1 2 0-16,2 1 0 16,3 1 4-16,3 0-5 15,-3 2 1-15,1 1 0 16,0 1-1-16,-1 3 1 15,-1 0 0-15,1 0 2 16,-5 0 2-16,4 3-8 16,-3-1 4-16,-3 1 0 15,2 2 4-15,2-1-4 16,4-2 0-16,0-2 1 16,3-1 2-16,3 2-5 15,0 2 2-15,-2 6 0 16,1 2-2-16,1 3 2 0,-5 5 0 15,4-3 1 1,-5 2 2-16,3 0-5 0,-3 0 2 16,0 0 0-16,2-4 0 15,-1-2 0-15,0-4 0 16,6 0 1-16,-1-2 1 16,0 0-4-16,1 0 2 15,-1-2 0-15,0 0 1 16,-1 2-1-16,4-5 0 15,-2 4-1-15,2-1 5 16,0 0-4-16,0 2 0 16,0-2 0-16,0-1-2 0,0 3 2 15,2 0 0 1,4-1 0-16,-3 1 4 0,3 0-4 16,-3 0 0-16,6-1 0 15,-3-3-5-15,1 3 5 16,2-2 0-16,0 1-1 15,3-1 3-15,0 0-3 16,3-1 1-16,-3 2 0 16,6-2-1-16,-3 0 1 15,1-2 0-15,1-3-4 16,-1 1 8-16,8-1-9 16,-3-1 3-16,4 1 2 15,2 1 4-15,-2-1-4 16,-1-1 0-16,0 1-4 15,-4 0 9-15,3-1-4 0,-2 1-1 16,0 1 0-16,3-2-7 16,0-1 7-16,1-1 0 15,2-1 5-15,-3-1-3 16,4-1-4-16,-1-1 1 16,-3-1 1-16,0 0-5 15,2 0 5-15,0 0-1 16,-2 0-3-16,0 0 4 15,-2-3-4-15,-3-2 4 16,-5 0 0-16,-2-2-1 16,1 2 1-16,-1-2 0 15,1 0 0-15,-1-2 3 16,-4 1-1-16,4-1-2 0,-5 0 0 16,2 0 0-16,3-1 0 15,0 0 0-15,0 1-3 16,0 1 7-16,-3 2-5 15,0-2 1-15,0 3 0 16,-6 1 12-16,1-2-8 16,-1 0 24-16,-1-2-13 15,1-1-14-15,1-4 16 16,-1-1-17-16,3 0 4 16,-3-3-1-16,3 0 0 15,-3 0-3-15,-1 0 7 16,-2 1 0-16,0 0 20 0,0 0-19 15,0-1-6-15,-5 0 26 16,-1 1-23-16,1-1-3 16,0 1 3-16,2 3 0 15,1 0-7-15,-1 5 2 16,0-3 0-16,-1 3-2 16,-1-2 2-16,-2-2-1 15,-2 0-4-15,1-1 10 16,-2-1-8-16,-2 0 3 15,0 1 0-15,1 1-1 16,1-2 5-16,1 1-4 16,-2-3 0-16,0 2 1 0,0-2 0 15,0 3-1 1,2-3 0-16,-2 0 0 0,-1 0 0 16,3 1 0-16,0 0-2 15,-4 2 8-15,4 0-9 16,0 2 3-16,-1-2 0 15,1 3-5-15,-2 2 5 16,4 2 0-16,2 2-1 16,1 0 6-16,-1-1-4 15,0 1-1-15,4 0 0 16,-2-1 2-16,0-2-2 16,0 2 0-16,-1-1 0 15,1-1 5-15,0 2-6 16,-3-1 1-16,1-1 0 15,-1 0-2-15,-1-1 2 0,0-1 0 16,2 4-1-16,-1-2 5 16,0 0-5-16,0-3 1 15,2 5 0-15,-1 0-1 16,2 0 1-16,0 3 0 16,2-3 0-16,-2 2 3 15,-2 2-5-15,2-2 2 16,-2-1 0-16,3 1-2 15,-1 2 3-15,0-2-1 16,0 1 0-16,-2-2 3 16,2 1-8-16,-2 2 5 15,2-2 0-15,-2 0-1 0,2 2 3 16,0-2-2 0,0 2 0-16,-1-2 3 0,4 1 4 15,-5-2-7-15,5 2 0 16,-4-1 2-16,4 2-1 15,-3-1-1-15,0 1 0 16,1-1 2-16,1 1-4 16,-1-2 2-16,-1 1 0 15,3-1 0-15,-1 3 3 16,-1-2-3-16,2 2 0 16,0 0 4-16,0 0-9 15,0 0 5-15,0 0-15 16,0 0 11-16,0 0-22 0,0 0-21 15,0 0-9-15,11-4-20 16,11-4 27-16,5-6-121 16,1 0-203-16</inkml:trace>
  <inkml:trace contextRef="#ctx0" brushRef="#br0" timeOffset="192813.18">7643 14129 110 0,'0'0'18'0,"0"0"-12"15,0 0-5-15,0 0 42 16,0 0-23-16,0 0 4 16,0 0 21-16,-65-46 2 15,55 33-1-15,1 0 20 16,-1 1-11-16,1-3-5 15,-4 6-32-15,2-1-6 0,1 0-1 16,-3 3-10 0,-4-3 6-16,-2 4-7 0,-5-2 1 15,6 0 0-15,-4 4-1 16,-2-4 0-16,6-1 13 16,-5 2-13-16,3-1 22 15,-3 1-8-15,4 2-14 16,-2-1 32-16,-1 2-32 15,2 2 0-15,1 0 4 16,2 2-1-16,-2 0 0 0,4 0-3 16,0 0 0-1,0 0 4-15,3 0-4 16,-1 5 0-16,1 1 1 0,0-1 2 16,-1 3-4-16,0-2 1 15,0 3 0-15,-4-1 0 16,4 0 0-16,-3 1 0 15,1-2 2-15,-2 2 1 16,1-2 1-16,0 6-4 16,-2-2 3-16,0 3 20 15,-1 1-23-15,-2-1 0 16,1 5 7-16,-2-2-4 16,8 0-3-16,0-4 0 15,2-1 1-15,3-1-1 16,3 0 0-16,1 1 0 0,-1 1-1 15,2 0 5 1,-1 2-6-16,-3 0 2 0,0 4 0 16,-1 0 0-16,0 1 0 15,3 1 0-15,-1-1 4 16,1 0-3-16,-2-2 8 16,3 0-9-16,3-2 0 15,0 1 13-15,2-2-12 16,0 2-1-16,0 2 7 15,0 0-4-15,0 1 5 16,0 2-8-16,0-3 0 16,0 1 3-16,0 3-3 15,4 2 0-15,7 2-1 16,-2-1 3-16,3 1-2 0,1-3 0 16,1 2 0-16,1-4-1 15,-2 3 1-15,4-4 0 16,-5 1 1-16,3-1 1 15,1 1 6-15,0-3-8 16,-1-2 0-16,2-2 7 16,-4 3-7-16,2-3 0 15,-3 2 4-15,3-2-2 16,-4 1 2-16,3 0-4 16,1-2 0-16,-1 0 18 15,-1-3-18-15,1 1 0 16,-1-1 5-16,2-2-5 15,1 1 7-15,1 1-7 0,0-3 0 16,4 1 5-16,-3-1 2 16,5 1-7-16,0 2 11 15,-1-2-6-15,3 0 6 16,-1-2-11-16,1-2 0 16,0-2 8-16,-1 0-6 15,3-3-2-15,0 0 8 16,1 0-6-16,1 0 6 15,-1-1-8-15,2-4 0 16,-2-3 5-16,0 2-3 16,-4-1-2-16,-6 0 3 15,-2 1-2-15,-2-2 17 0,1 0-11 16,-2-3-3 0,5 1 29-16,2-3-32 0,-1-3-1 15,9 0 0-15,-2 2 4 16,-3-2-3-16,-3 3-1 15,-4 0 0-15,-5 2 7 16,2 0-2-16,-2-3-5 16,-2 4 3-16,1-3 5 15,-3 2-5-15,1-1-3 16,0-2 0-16,0-3 4 16,-2-1 3-16,3-3-7 15,-3-3 15-15,3-1-15 16,-3-1 12-16,2 2-12 0,1 1 0 15,-2 1 2-15,-1 4 3 16,-2-1-5-16,-2 4 0 16,-1-1 1-16,-1 1 5 15,0-3-6-15,0 4 0 16,0-3 11-16,0 0-6 16,0-2-5-16,-4 1 5 15,-1-1-1-15,-3 0 7 16,3-1-11-16,-2 2 0 15,-1-2 4-15,-2 1-4 16,2 2 0-16,1-1-1 16,1 2 6-16,-3 1-4 15,5 1-1-15,-4 1 0 16,5 1 4-16,0 0-2 0,-2 2-2 16,1 1 0-16,-2-1 5 15,-1 0 3-15,2 1-8 16,-1 2 0-16,0 0 4 15,6 2-4-15,-4 0 0 16,4 1 0-16,-2 0 7 16,1-2-8-16,-2 3 1 15,-2-4 0-15,4 2-2 16,-4-2 2-16,1-1 0 16,-1 2-3-16,-2-3 7 15,-2 2-9-15,2-2 5 16,-1 2 0-16,-1 0 2 15,2 1 0-15,1 1-2 0,1-1 0 16,-2 3 1 0,2 0-2-16,1-2 1 0,-1 1 0 15,2 0-1-15,-1 0 5 16,-1-3-4-16,-3 4 0 16,0-1 0-16,1-1-2 15,2 0 2-15,-5 0 0 16,4 1-1-16,1-1 3 15,-1 2-2-15,2 0 0 16,-4 1 1-16,2-1-5 16,2 2 4-16,1 1 0 15,0-3-6-15,1 2 11 0,2 1-5 16,-1 0 0 0,1 0 1-16,0 0-1 0,0 0 0 15,0 0 0-15,0 0-4 16,0-1 7-16,0 1-3 15,0 0 0-15,0 0 3 16,0 0-11-16,0 0 8 16,0 0-8-16,0 0-4 15,0 0 0-15,0 0-6 16,0 0-9-16,0 0-44 16,0 5-26-16,0 7 40 15,0-3-54-15,0-1-22 16,0 0-46-16,3-4 105 0,-3 1 48 15,0-3 26 1,0 0 8-16,0-2 41 0,0 0 45 16,0 0 19-16,0 0-33 15,0 0 2-15,0 0-18 16,0 0-26-16,0 0-8 16,0 7-30-16,0 6-81 15,0 4 12-15,0 3-42 16,-2-2-140-16</inkml:trace>
  <inkml:trace contextRef="#ctx0" brushRef="#br0" timeOffset="195723.99">3385 15098 199 0,'0'0'48'0,"0"0"69"15,0 0-64-15,0 0 15 0,0 0-22 16,0 0 25-16,0 0-35 16,0-35-18-16,0 31-5 15,0-1 12-15,0 0-20 16,-2 0 27-16,1-2-23 16,-1 1-1-16,-1 2 37 15,0-1 0-15,3 1-33 16,-3 0 15-16,-1-1-11 15,4 1 26-15,0 2-24 16,-4-3 4-16,4 1-3 0,0-2-12 16,0 4 2-1,0-1-5-15,0 2-2 0,0-2 8 16,0 3-10-16,0 0 0 16,0 0-7-16,0 0-7 15,8 21-23-15,4 13 25 16,0 14 9-16,-3 11-10 15,-5 9 14-15,-2-1-1 16,-2-1 5-16,0-6-3 16,0-11 1-16,0-6-3 15,3-14 0-15,3-9-5 16,-3-10 5-16,0-6 0 16,-1-4 0-16,-2 0 2 15,1 0 2-15,1 0-4 16,2-12 2-16,2-3 5 15,-2-2-7-15,-1 4-4 0,2 0-41 16,-4 3-181-16</inkml:trace>
  <inkml:trace contextRef="#ctx0" brushRef="#br0" timeOffset="197176.84">7087 14428 193 0,'0'0'86'0,"0"0"-50"15,0 0 50-15,0 0-35 16,0 0-1-16,0 0 30 16,-32-39-59-16,32 30 11 15,0 0-3-15,11-3-19 16,7 0 40-16,-4 2-18 15,6 1-5-15,2 2 8 0,4 4-34 16,-1 3 6-16,4 0-5 16,-1 3 4-16,-3 11-4 15,-1 5-2-15,-6 4 0 16,-5 8-5-16,-8 3 7 16,-5 7-2-16,0 1 0 15,-9 3-9-15,-9-4 1 16,-3-4-15-16,2-3 17 15,-2-8-1-15,0-4 8 16,3-1-1-16,-3-2 0 16,-1-2 3-16,2-4-8 15,1-1 5-15,2-2 0 0,3-2-3 16,3-4 5-16,5 3-2 16,5-7 0-16,1 2-20 15,7-2 19-15,19 0 2 16,14-10 9-16,9-4 39 15,-3 0-15-15,0 0-7 16,-1 0-17-16,-3 1-7 16,-2 3 12-16,-4 0-15 15,-6 3 0-15,-5 4 4 16,-8 1-4-16,-1 2-11 16,-7 0-57-16,-3 0-10 15,-3 0 24-15,-3-2-163 16</inkml:trace>
  <inkml:trace contextRef="#ctx0" brushRef="#br0" timeOffset="197321.53">7573 14758 638 0,'0'0'135'0,"0"0"-135"16,0 0-130-16,0 0-124 15</inkml:trace>
  <inkml:trace contextRef="#ctx0" brushRef="#br0" timeOffset="199495.96">3544 15380 249 0,'0'0'43'0,"0"0"-10"0,0 0-15 16,0 0-18-16,0 0-7 16,0 0-33-16,0 0-136 15</inkml:trace>
  <inkml:trace contextRef="#ctx0" brushRef="#br0" timeOffset="201585.88">2345 16096 469 0,'0'0'119'0,"0"0"-48"0,0 0-27 15,0 0-16-15,0 0 12 16,0 0-31-16,0-5-3 16,3-2 4-16,11-4-4 15,3-4-6-15,10-3 0 16,9-5 3-16,9-4-7 15,15-4 4-15,6-3-7 16,6-7 1-16,1 0 4 0,-3-2-1 16,-4 4-4-1,-11 5 7-15,-10 7-7 16,-14 7 7-16,-16 10 0 0,-9 5-5 16,-6 3-22-16,0 2 11 15,-15 0-43-15,-6 0 15 16,-3 2 34-16,2 7-71 15,5 1-76-15,1-3-34 16</inkml:trace>
  <inkml:trace contextRef="#ctx0" brushRef="#br0" timeOffset="201884.81">2952 15553 548 0,'0'0'58'16,"0"0"48"-16,0 0 18 15,0 0-101-15,0 0-23 16,0 0 0-16,18-13-11 16,6 32 9-16,6 4 2 15,0 2 0-15,-2 5 0 16,-7-1 0-16,-6 5-1 15,-11 2-5-15,-4 3 2 16,-10 2 2-16,-16 0-52 16,-6-4-35-16,-6-4-32 0,-5-5-292 15</inkml:trace>
  <inkml:trace contextRef="#ctx0" brushRef="#br0" timeOffset="202783.89">430 16409 466 0,'0'0'116'0,"0"0"-96"15,0 0-20-15,0 0 2 16,0 0 2-16,0 0 5 15,-29 64 17-15,18-37 9 16,0 4-31-16,2 3 1 16,-3 2 14-16,5 0-11 15,2 0 7-15,1 1 1 16,4-3-13-16,0 1 20 0,6-3-23 16,6-7 0-16,7-6 1 15,2-5 3-15,-3-9-5 16,6-5 1-16,6 0 0 15,0-19 16-15,10-4-16 16,0-7-2-16,-6 0-22 16,-1-1-29-16,-3 2 44 15,-6-1-21-15,-6 2-46 16,-8 1-7-16,-10-2-142 16</inkml:trace>
  <inkml:trace contextRef="#ctx0" brushRef="#br0" timeOffset="202968.1">415 16386 714 0,'0'0'97'16,"0"0"-24"-16,0 0-64 15,0 0 1-15,0 0-10 16,0 0-14-16,73-69-19 15,-38 54-67-15,3-1-15 16,-2 0-200-16</inkml:trace>
  <inkml:trace contextRef="#ctx0" brushRef="#br0" timeOffset="203416.43">370 16713 321 0,'0'0'73'16,"0"0"27"-16,0 0-63 15,0 0 28-15,0 0 5 16,99 6-27-16,-47-26-19 16,3-4-12-16,-4-3 3 15,-12 5-12-15,-14 4 13 16,-9 10 66-16,-8 6-54 0,-4 2-10 15,0 0-18 1,7 9-2-16,3 11-7 0,2 7 9 16,-1 4 0-16,0 0 6 15,1-2-3-15,-4-3-3 16,-3-6 0-16,0-9 4 16,-6-7-1-16,-1-4-3 15,2 0 0-15,6-17 18 16,1-12-8-16,7-12-2 15,-2-2-3-15,-1-1 0 16,0 2 3-16,-2 6-8 16,-1 9 0-16,-4 8-3 0,-5 8 3 15,1 7-6 1,-1 4-31-16,-1 0-138 0,-2 4-70 16</inkml:trace>
  <inkml:trace contextRef="#ctx0" brushRef="#br0" timeOffset="204249.15">1129 16627 132 0,'0'0'468'15,"0"0"-391"-15,0 0-20 16,0 0-14-16,38-73 40 15,-35 54-46-15,-3 2 1 0,0 0-20 16,-2 2 1-16,-11 2 0 16,-4 5-16-16,-7 8-6 15,1 7-3-15,-3 16-52 16,4 7 40-16,9 1-35 16,11-3 7-16,2-4 28 15,15-3 1-15,13-5 10 16,11-5 7-16,3-5 0 15,10-6 13-15,-6 0-10 16,-4-14 0-16,-9-8 23 16,-9-4 4-16,-9-1 7 15,-4-1-5-15,-6 3-26 0,-5 5 34 16,0 7-35-16,0 7 1 16,0 5 11-16,0 1-16 15,0 0-1-15,0 0 0 16,6 2-19-16,10 11 5 15,1 3 14-15,4-3 0 16,-1-3-3-16,-4-4 5 16,6-6-4-16,-9 0 0 15,2 0 2-15,0-15 7 16,-2-2-1-16,-5 0-6 16,1-1 33-16,-9 4-22 15,3 4 10-15,-3 4-21 16,0 5 3-16,0 1 2 15,0 0-5-15,2 0-9 16,9 0 7-16,7 3-9 0,13 10 11 16,10-2 0-16,-1-1-16 15,-1-5 9-15,-9-2-11 16,-9-3-2-16,-4 0 14 16,-3-8 6-16,-2-18 4 15,4-11-4-15,-2-7 0 16,-4-6-4-16,-7-1 4 15,-3 3 0-15,-21-1 25 16,-16-1-12-16,-5 7 10 16,8 8 1-16,14 16-8 0,10 9 10 15,10 9-26 1,0 1 0-16,0 0-9 0,0 13 5 16,16 22-11-16,4 20 11 15,-5 13 4-15,-5 6-15 16,-10 0 15-16,0-7-16 15,0-7-2-15,-1-11-33 16,-2-11-10-16,3-11-66 16,0-15-72-16</inkml:trace>
  <inkml:trace contextRef="#ctx0" brushRef="#br0" timeOffset="204445.88">1532 16303 427 0,'0'0'373'0,"0"0"-327"0,0 0-46 15,0 0-6-15,0 0 5 16,0 0 2-16,67-15-1 16,-16 6 0-16,4-6 0 15,6-2-9-15,5-4-34 16,0-6-72-16,2-5-275 15</inkml:trace>
  <inkml:trace contextRef="#ctx0" brushRef="#br0" timeOffset="208304.42">7339 15352 163 0,'0'0'101'16,"0"0"-27"-16,0 0-10 15,0 0 10-15,0 0 20 16,0 0-39-16,0 0-27 16,0-44 69-16,0 41-29 15,0 3-46-15,0 0 3 16,0 0-21-16,0 0-4 15,-6 11-9-15,-13 17 9 16,-10 14 4-16,-2 6-4 16,-2 9 0-16,2 2 5 15,3-1-4-15,3-4-2 0,0-4-34 16,7-10-70 0,5-10 65-16,7-12-36 0,3-13-56 15,3-5 25-15,3-14-93 16</inkml:trace>
  <inkml:trace contextRef="#ctx0" brushRef="#br0" timeOffset="208697.08">7276 15329 610 0,'0'0'76'0,"0"0"-30"0,0 0-40 15,0 0 35 1,0 0-35-16,-85 71-3 0,70-49 7 16,1-3-8-16,4-6 1 15,3-4-3-15,2-7-15 16,5-2 4-16,0-1-33 16,5-22 10-16,13-9-20 15,9-6-11-15,1-4-34 16,2 1 7-16,0 5 3 15,-5 8 20-15,-4 11 69 16,-9 7 76-16,-6 10 85 16,1 0-109-16,-4 15-34 0,2 14 37 15,-4 9-10 1,2 8 5-16,0 3-45 0,2-4-3 16,2-3 6-16,5-12-8 15,-1-8-24-15,-5-11-156 16</inkml:trace>
  <inkml:trace contextRef="#ctx0" brushRef="#br0" timeOffset="209361.93">6029 16066 174 0,'0'0'441'16,"0"0"-311"-16,0 0-63 16,0 0-8-16,0 0-58 15,0 0 6-15,-37-30-4 16,25 45-3-16,-1 12 0 0,-1 7-2 15,-1 6 5-15,3 7 3 16,-1 4-6-16,7-1 0 16,2 2 5-16,4-4-5 15,0-6 0-15,0-10 0 16,7-9 4-16,9-9-4 16,4-11 0-16,10-3 0 15,10-13 15-15,6-18-11 16,6-10-4-16,-1-3 0 15,0 0-12-15,-8 3-58 16,-9 7-61-16,-10 5-125 16</inkml:trace>
  <inkml:trace contextRef="#ctx0" brushRef="#br0" timeOffset="209563.19">6077 15931 679 0,'0'0'96'16,"0"0"30"-16,0 0-56 16,0 0-48-16,0 0-19 15,6-72-3-15,9 65 7 16,6 2-16-16,1-1-12 16,2 3-16-16,0-2 13 15,-3 5-94-15,-6 0-41 16,-10 0-162-16</inkml:trace>
  <inkml:trace contextRef="#ctx0" brushRef="#br0" timeOffset="209926.72">5973 16141 674 0,'0'0'83'0,"0"0"-72"15,0 0-11-15,0 0 34 16,0 0-17-16,0 0 18 15,97 70-34-15,-54-68 0 16,2-2 20-16,-1 0-20 16,-6 0-1-16,-10 3 0 15,-9 7 3-15,-5 7-10 0,-2 3 7 16,-4 3 0 0,-4 4-3-16,3 4 7 0,-2-5-4 15,1-8 0-15,-2-6-1 16,-1-8-11-16,-2-4 12 15,2 0 0-15,5-12 13 16,1-13-8-16,9-9 5 16,-2-1 0-16,-1-2-5 15,4 2 8-15,-1 0-13 16,0 6 0-16,0 4-10 16,3 8-28-16,-3 9-54 15,-4 8-12-15,-7 0-130 16</inkml:trace>
  <inkml:trace contextRef="#ctx0" brushRef="#br0" timeOffset="210743.63">6633 16233 320 0,'0'0'336'15,"0"0"-266"-15,0 0 12 16,0 0-64-16,0 0-16 15,43-76 15-15,-41 64-16 16,-2 1 9-16,0 1-10 16,-12 5 4-16,-10 5 2 15,-6 0-6-15,-1 9 0 16,7 13-4-16,3 2 10 0,12 1-9 16,7-2 3-16,2-2-1 15,22-1-9-15,10-3 10 16,6-3 0-16,5-6-1 15,-3-8 4-15,0 0-2 16,-4-14-1-16,-3-10 3 16,-7-3 2-16,-8-1-5 15,-7 3 0-15,-10 6 3 16,-3 2-1-16,0 9 8 16,0 4-10-16,-5 4 4 15,4 0-16-15,1 0 12 16,0 15-6-16,4 4 1 15,10 1 6-15,6-2-2 0,6-1-4 16,-1-5 5-16,-6-6-11 16,-2-5 11-16,-6-1 0 15,-1 0 1-15,-3-12 1 16,2-5 2-16,-1-3-4 16,1 0 0-16,0-1-9 15,-2 5 9-15,1 6 0 16,-2 2-5-16,7 7 9 15,-1 1-8-15,6 0 4 16,0 4 0-16,7 11-4 16,4 4 4-16,2 3 0 15,-1-2 0-15,-6-1 1 0,-5-7-2 16,-4-5-83 0,1-7 36-16,1-5 40 0,4-21 8 15,2-12 0-15,0-7 5 16,-2-8-5-16,-5-2-2 15,-7-1 1-15,-9 3 1 16,-1 6 67-16,-22 9 17 16,-1 10-33-16,5 13-28 15,8 10-12-15,7 5 5 16,3 2-16-16,1 23 0 0,-3 18-9 16,0 18 9-1,-3 11 0-15,-4 3 1 0,2-5 0 16,2-10-2-1,6-12-18-15,0-13-48 0,0-13 21 16,3-8-48-16,5-14-4 16,-3 0-262-16</inkml:trace>
  <inkml:trace contextRef="#ctx0" brushRef="#br0" timeOffset="210916.06">7278 15973 128 0,'0'0'532'16,"0"0"-502"-16,0 0-24 0,0 0 43 15,0 0-9 1,115-12-38-16,-75 2 16 0,4 0-18 16,3-3-32-16,-1-4-111 15</inkml:trace>
  <inkml:trace contextRef="#ctx0" brushRef="#br0" timeOffset="-214092.56">4493 14563 179 0,'0'0'107'0,"0"0"-66"16,0 0 121-16,0 0-45 15,0 0-89-15,0 0 18 0,-26-27-38 16,21 25 5-16,3 2-13 16,1 0 0-16,-1 0 2 15,2 0-1-15,0 0-1 16,0-1 0-16,0 1 3 15,0-1-6-15,0 1 3 16,0 0 0-16,0 0-1 16,0-3 2-16,0 3-2 15,0 0-8-15,2 0 9 16,12 0-1-16,6-4 1 16,7-1 0-16,4-3 6 15,5 2-4-15,-2 0-4 0,3-1-2 16,-4 3 4-16,-1 1-10 15,-4 0 4-15,-1 0-20 16,-5 2 7-16,-3 0-18 16,-4 1 28-16,-4 0-18 15,1 0 7-15,-2 0 5 16,-1 0 11-16,-1-2 4 16,-2 1 4-16,4-1-3 15,-5 1 4-15,1-1-2 16,-5 2 6-16,-1 0 24 15,2 0-20-15,-2 0 0 16,0 0-2-16,0 0-11 16,0 0 6-16,0 0-6 0,0 0 0 15,0 0-2 1,0 0 2-16,0 9 0 0,-3 1 2 16,-5 1-1-16,-1 1 1 15,-3 5-2-15,-1-3 0 16,-2 4 0-16,0 0 0 15,-3 1 0-15,0-1 1 16,3-2 3-16,-1-3-3 16,1-1-1-16,0-2 0 15,0-3 0-15,3-2 0 16,0 0 0-16,3-2-2 16,0-2 6-16,3 0 2 0,2-1-6 15,1 0 2 1,3 2 3-16,0-2-5 0,0 0 0 15,0 0 0-15,0 0 1 16,6 0-3-16,4-2 2 16,2-2 0-16,3-2 0 15,2 2 0-15,5-1 0 16,0-1-1-16,2 1 4 16,-1 1-3-16,-3 0 0 15,0 1 0-15,-4 2-2 16,-5 1 2-16,4 0 0 15,-6 0 0-15,-1 0 2 16,0 0-3-16,1 3 1 0,0 1 0 16,1 1-2-1,-2 0 2-15,2 1 0 0,-1-1 0 16,0 2 3-16,-4-4-5 16,-2 3 2-16,0-2 0 15,-3 2-1-15,1 1 1 16,-1 0 0-16,0 1 1 15,0 1 1-15,0 0-2 16,0 0 0-16,0-1 0 16,0 0 0-16,-1-1 0 15,-4 0 0-15,1 0 3 16,-4 3-2-16,-2 1 20 16,-1 0-21-16,-2 3 2 15,-2-1 7-15,-2-1-5 0,-2 2-4 16,-2 0 2-1,2-1 1-15,-2-5 0 0,0-3-3 16,0-1 0-16,5-4 13 16,1 0-5-16,0 0 26 15,4 0 9-15,1 0-33 16,3 0 9-16,-1-4-19 16,-1 0 0-16,3 0 36 15,1 1-36-15,0-1 17 16,-1-1 1-16,1 1-6 15,1 0 7-15,0 3-19 16,2 0 4-16,2 1-2 16,0 0-2-16,0 0-9 15,-1 5-44-15,-4 8-89 16,2-2 74-16,-2-6-315 0</inkml:trace>
  <inkml:trace contextRef="#ctx0" brushRef="#br0" timeOffset="-213950.69">4687 14897 534 0,'0'0'191'16,"0"0"-82"-16,0 0-109 16,0 0-33-16,0 0-171 0,0 0-238 15</inkml:trace>
  <inkml:trace contextRef="#ctx0" brushRef="#br0" timeOffset="-209428.8">3954 15159 106 0,'0'0'82'0,"0"0"-15"0,0 0-14 16,0 0-19-16,0 0-10 16,0 0 11-16,0 0-4 15,-6 0 5-15,6 0-10 16,-4 0-21-16,4 0 55 16,-1 0-23-16,1 0-15 15,0 0-2-15,0 0-16 16,0 0-4-16,0 0-4 15,0 0-25-15,0 0 3 16,0 0-31-16,0 0 9 16,0 0 48-16,13 0 2 15,5 0 6-15,7 0-8 16,5 0 0-16,3 0-6 0,7 0-54 16,-1 0 12-16,1-5 2 15,3-5 32-15,-4-1 14 16,-1-1 12-16,-4 3 47 15,-2-2 6-15,3 5-59 16,4-3 1-16,-2 3-3 16,2 1-4-16,1-1-27 15,-3-1-4-15,-4 2 31 16,-6-1 7-16,-3 0-2 16,-5 2 19-16,3 0-2 15,2-1 2-15,2 1-7 16,1 1-17-16,0 0 0 0,-2 1-3 15,2 2-19-15,-5 0 4 16,-1 0-1-16,0 0 16 16,0 0-1-16,4 0 4 15,-1-3 0-15,5-2 2 16,6-2-1-16,2 0-1 16,2 0 0-16,-1-1 4 15,-7 1-4-15,-1 0 0 16,-7 4 0-16,1-1-3 15,-3 1 3-15,-1 2 0 16,-1-4-2-16,5 2 0 0,-3-5-8 16,4 2 10-1,-1-2 0-15,3 1 6 0,-1 2-4 16,1 0 0-16,2 1-1 16,-5-1 2-16,6 3-3 15,-2 1 0-15,-1-2-6 16,1-1 2-16,2-1-3 15,1 0-3-15,1-5-3 16,-4 4 13-16,-1-2 7 16,-8 3 10-16,2 1 21 15,-3 1-4-15,0 0-32 16,1 3-2-16,-1 0 0 16,3 0-8-16,0 0-15 15,3 0-31-15,-2 0 0 16,4 0 45-16,-2-6 9 0,1 1 9 15,-3-1 23-15,2 2 3 16,-6-1-6-16,6 4-29 16,-2 0 2-16,-2 1-8 15,0 0 1-15,3-3-15 16,-1 2 7-16,1-1-13 16,-3 0 23-16,-6 0-19 15,-1-1 22-15,-2 1 6 16,2-3-3-16,-1 1-1 15,7 0-2-15,1-3 2 16,1 1-1-16,-2 0-1 16,-2 1 0-16,-3 0 41 0,-2 1-32 15,-3 1 7 1,3 1-12-16,0-1 5 0,3-2 3 16,0 1-10-16,1-3 2 15,-5 2 40-15,-2 0-4 16,-5 3 29-16,-3-1-11 15,4 3-49-15,-5 0 3 16,0 0-12-16,0 0 0 16,0 0-7-16,0 0-2 15,0 0-4-15,0 0 5 16,0 0 8-16,-7 0-5 16,-13 5 5-16,-8 8-11 0,-2 0-96 15,-3-5-304 1</inkml:trace>
  <inkml:trace contextRef="#ctx0" brushRef="#br0" timeOffset="-208214.29">6094 14625 142 0,'0'0'74'0,"0"0"-49"15,0 0 16-15,0 0 2 16,0 0 2-16,0 0 43 16,-16-9 0-16,16 9-42 15,0 0-18-15,0 0-28 0,5 0 3 16,12 0-1-1,6 0-2-15,8 0 0 0,7 0 9 16,2 0 5-16,3 0 3 16,3 0-17-16,1 0 2 15,-1 0 3-15,-6 0-5 16,-5 0 0-16,-5 0-2 16,-8 0 4-16,-3 4-4 15,-5-1 1-15,-2 2 1 16,2-1-7-16,0-2 7 15,2 1 0-15,-2 0 2 16,-1 0-1-16,-2-3-2 16,-3 2 0-16,-2-2 1 0,-1 0 0 15,-2 0 0 1,0 2 0-16,3-1-3 0,0 1 8 16,1-2-8-16,2 1 3 15,-3-1 0-15,0 0-4 16,-4 0 4-16,-2 0 0 15,0 0 42-15,0 0 62 16,0 0-35-16,0 0-69 16,0 0 2-16,0 0-15 15,0 0-33-15,1 0-58 16,1 1 89-16,2 1 5 16,-4-1 10-16,0 1-6 0,0-2 6 15,0 0 42-15,0 0-2 16,0 0 13-16,0 0-10 15,0 0-38-15,0 1-4 16,0 3-1-16,0-1 0 16,-7 4-17-16,-1 0 2 15,-2 5-12-15,-2-1 26 16,0 5 0-16,-6 3-3 16,0 4 1-16,-7 7 3 15,-7 7-3-15,-2 8 3 16,-2 1 0-16,-1-2 0 15,3-5 4-15,3-6-2 16,5-9-2-16,8-7 0 16,5-9 0-16,4-4 0 15,2 0 0-15,2-2 10 0,-1 0 0 16,0-2 13-16,0 2-18 16,-1-2-3-16,0 0 32 15,-1 0-32-15,-1 0 2 16,-2 0-1-16,-2 1 3 15,1 2-5-15,-3 2-1 16,3-2 0-16,-1 3-1 16,4-3 1-16,1 0 0 15,2-1 0-15,5-1 4 16,-1-1 0-16,2 0-4 16,0 0 0-16,0 0 22 15,0 0-21-15,0 0 15 0,0 0 10 16,0 0-17-16,0 0-1 15,0 0-8-15,0 0 0 16,0-4-14-16,2-7-9 16,10-3-10-16,2 1-27 15,-1-1-50-15,-1 0 42 16,-5 4 11-16,-3-5-125 16,-2-3-155-16</inkml:trace>
  <inkml:trace contextRef="#ctx0" brushRef="#br0" timeOffset="-207797.79">6186 14595 488 0,'0'0'102'16,"0"0"2"-16,0 0-50 16,0 0-10-16,0 0-15 15,0 0 25-15,0-63-36 16,0 63-18-16,0 2-1 0,0 18-8 15,-5 10-1-15,-2 9 14 16,1 5-4-16,3 4 0 16,3 3 3-16,0 7 0 15,0-2-3-15,0 2 0 16,0-8 3-16,0-9-3 16,0-11-7-16,0-10-30 15,0-8-20-15,0-3 18 16,0-3-38-16,3-6-151 15</inkml:trace>
  <inkml:trace contextRef="#ctx0" brushRef="#br0" timeOffset="-207643.26">6162 15011 179 0,'0'0'663'15,"0"0"-523"-15,0 0-120 16,0 0-14-16,0 0-12 15,0 0-4-15,24-29-50 16,-18 37-115-16,-6 3-128 16</inkml:trace>
  <inkml:trace contextRef="#ctx0" brushRef="#br0" timeOffset="-206437.55">3514 15204 545 0,'0'0'135'0,"0"0"-46"15,0 0 6-15,0 0-73 16,0 0-22-16,0 0 0 16,0 5-22-16,0-2-44 0,7 1-100 15,6 1 14-15,2-5-111 16</inkml:trace>
  <inkml:trace contextRef="#ctx0" brushRef="#br0" timeOffset="-201720.62">7935 14541 282 0,'0'0'102'0,"0"0"3"16,0 0-24-16,0 0-17 16,117-24-50-16,-69 19-4 15,10 0-10-15,6 1 0 16,3 1 1-16,3 0-1 16,8 1 0-16,10 0 6 15,14-2 6-15,22 0 22 16,22-2-14-16,23-1-19 0,25-2 16 15,9-3-13-15,7-2-8 16,-6 4 3-16,-12-3-33 16,-17 2 6-16,-15-1 8 15,-17-3-1-15,-19 1 18 16,-17 2-19-16,-21 0 22 16,-25 4 4-16,-18 0-1 15,-18 4 11-15,-13 0-13 16,-7 3 3-16,-5 1 49 15,0-2-26-15,-2 2-5 16,-17 0-22-16,-7 0-17 16,-4 3 10-16,-1 4-33 15,1 2-24-15,3-2-36 16,4-4-89-16</inkml:trace>
  <inkml:trace contextRef="#ctx0" brushRef="#br0" timeOffset="-201351.62">10568 14139 623 0,'0'0'64'15,"0"0"21"-15,0 0-61 0,0 0-24 16,0 0-18-16,0 0 15 15,67-13-5-15,-15 24 16 16,1 2-8-16,-6 2 5 16,-5 0-5-16,-6 3 37 15,-3 5-32-15,2 4 2 16,-5 5-7-16,-7 6 7 16,-6 6-9-16,-9 2 2 15,-6-3 0-15,-2-4 3 16,0-6-3-16,0-8 0 15,-15-5 0-15,-12-1 2 16,-14-5 5-16,-11 3-7 16,-4-5-9-16,1 1 8 15,7-2-43-15,11-1-26 16,20-4-147-16,12-6-210 0</inkml:trace>
  <inkml:trace contextRef="#ctx0" brushRef="#br0" timeOffset="-199888.91">11542 13539 255 0,'0'0'21'0,"0"0"-11"15,0 0 35-15,-117-5-18 16,75 12 49-16,0 6-2 15,4 9-24-15,7 6 7 16,3 11-28-16,1 14-8 16,-4 10 22-16,-5 10-43 15,-4 9 0-15,2 5 16 0,9 3-16 16,9 1 12 0,10-4-12-16,10-2 0 0,13-2-9 15,23-1 24-15,14-3-10 16,7-2 28-16,9-5-16 15,8-5-2-15,8-11-15 16,6-10 1-16,5-19 4 16,-2-11-5-16,-6-16 0 15,-1 0 9-15,-4-21-9 16,-5-17 26-16,2-12 5 16,-2-12-12-16,-1-6 16 15,0-4-35-15,-9-3-3 0,-7 2-1 16,-10-7-8-16,-12 7 11 15,-11-2-11-15,-8-2 12 16,-10 4-8-16,-7 1 8 16,-9 3 0-16,-19 2 26 15,-6 0-17-15,-10-1 25 16,-8 0-3-16,-8 7-21 16,-4 8 14-16,-6 17-24 15,-10 12 0-15,-13 16-1 16,-15 8 0-16,-5 16-20 15,3 22-62-15,22 14-39 16,25 7 32-16,31-3-150 16</inkml:trace>
  <inkml:trace contextRef="#ctx0" brushRef="#br0" timeOffset="-199039.59">11449 14090 292 0,'0'0'147'0,"0"0"-68"15,0 0 18-15,0 0-42 16,0 0 7-16,0 0-18 16,0-3-44-16,0 3 0 15,0 0-3-15,14 0 3 0,7 3 4 16,6-2 0-16,7-1-4 16,5 0 16-16,8 0-13 15,6-8 31-15,4-4-34 16,1 0 1-16,-5-1 29 15,-6 1-22-15,-9 3 9 16,-9 0 0-16,-10 2-13 16,-4 2 13-16,-8 2-17 15,-3 3 0-15,-3 0-1 16,-1 0 1-16,0 0-1 16,0 0-1-16,0 0-4 15,0 3-5-15,-5 11 11 0,-15 2 0 16,-7 9 0-16,-6 2 3 15,0 4-3-15,2-1 0 16,6-1 5-16,4-3-7 16,4-2 2-16,7-4 0 15,4-4-8-15,4-6 6 16,2-2-23-16,0-4 16 16,14-1-9-16,9-3 9 15,5 0 9-15,2 0 0 16,0 0-2-16,2 0 7 15,2 0-5-15,0 2 0 16,-1 6 1-16,-4 5-3 16,-10 2 2-16,-5 4 0 0,-10 1-11 15,-4 2 11 1,-3 0-3-16,-23 0 3 0,-9-2 0 16,-12-4 9-16,-11-3-9 15,-10-3 0-15,-7 1 3 16,0-2-3-16,6 1-28 15,21-6-124-15</inkml:trace>
  <inkml:trace contextRef="#ctx0" brushRef="#br0" timeOffset="-198876.87">12036 14461 783 0,'0'0'105'15,"0"0"-66"-15,-87 3-8 16,50 13-31-16,2 4-48 16,7-6-97-16,8-5-229 15</inkml:trace>
  <inkml:trace contextRef="#ctx0" brushRef="#br0" timeOffset="-197057.86">7995 14540 122 0,'0'0'73'15,"0"0"-18"-15,0 0-10 16,0 0-6-16,0 0-4 16,0 0-22-16,14-17 59 15,-10 14-13-15,3 3-59 0,1 0 0 16,3 0 1-16,5 0 1 15,7 0 2-15,11 0-4 16,13 0 0-16,11 0 6 16,10 0-6-16,3 0 0 15,4-3 5-15,-2 0 3 16,-3 1 13-16,-4-1 2 16,-5 0-6-16,-2-1 22 15,1-1-33-15,7 1 14 16,6 0 2-16,6-2-15 15,2 1 0-15,-3-1-7 16,-4 0 0-16,-5-1-1 16,-8 3 3-16,-8 1-2 0,-9 1 0 15,-6 0 4 1,-2 1-6-16,-1 0 2 0,5-3 0 16,7-1 2-16,0 2-2 15,2-1 0-15,-3-1 1 16,-4 0 1-16,-6 1 10 15,-5 2-12-15,1 1 5 16,-3-1-1-16,3 2-4 16,2 0 0-16,3 0 0 15,3 0 3-15,2 0-3 16,3 0 0-16,-3-3 0 16,-5 0-3-16,-4 1 3 0,-5-1 0 15,-4 1 0 1,-2 1 4-16,1 0-5 0,-5 1 1 15,-2 0 0-15,1 0-2 16,0 0 2-16,0-2 0 16,3-1-1-16,4 1 5 15,5-1-5-15,-1 0 1 16,2-1 0-16,-3 0-8 16,-5 1 8-16,1 2 0 15,-4-1 0-15,-2 0 4 16,2 2-6-16,2 0 2 15,1 0 0-15,4 0-1 16,-1 0 1-16,0-1 0 16,-3 1 0-16,-5 0 4 15,-2 0-5-15,-5 0 1 0,-1 0 0 16,4 0-2-16,1 0 2 16,5 3 0-16,4 0-1 15,2 0 4-15,-2-1-5 16,-7-2 2-16,-6 0 0 15,-5 0 3-15,-5 0 5 16,0 0 48-16,0 0 40 16,-5 0-71-16,-5 0-13 15,-1-3-12-15,2 0 0 16,4-1 12-16,-2 4-11 16,0 0-2-16,-2 0-7 15,-3 4-115-15,-2 2-3 0,0-6-340 16</inkml:trace>
  <inkml:trace contextRef="#ctx0" brushRef="#br0" timeOffset="-196058.77">10491 14050 220 0,'0'0'50'0,"0"0"-11"16,0 0 97-16,0 0-63 16,0 0-16-16,0 0 16 15,-8-11-44-15,6 11-16 16,1 0 0-16,-1 0-9 15,2 0-2-15,0 0-1 0,0 0 0 16,0 0 18-16,0 0-19 16,0 0-7-16,0 0 5 15,0 1-1-15,0 9 3 16,13 4 0-16,8 1 0 16,9 2 6-16,8-1-6 15,3-1 0-15,6 1 7 16,5 0-6-16,-5-2 1 15,-1 0-2-15,-3 0 2 16,-3-1-2-16,0 2 0 0,-4-1 0 16,-3 1-2-1,-3 2 6-15,-5-1-4 0,-3 1 0 16,-5-1 0-16,-2-2-13 16,-3-2 13-16,-3-1-2 15,0-5-3-15,-5 1 9 16,-1-4-5-16,0 0 1 15,0-1 0-15,0 0 5 16,0 2-5-16,0-1 0 16,-3-3 0-16,2 2 5 15,-2-1-4-15,0-1-1 16,0 0 1-16,0 0 75 16,0 0-16-16,-4 0-4 15,-6 0-41-15,0 0-12 0,4 0-1 16,3 0-2-16,3 0 0 15,-3 0-16-15,0 0 7 16,-2 0-1-16,2 0 8 16,-1 3-3-16,1 1 2 15,-4 3 3-15,-6 1 0 16,-3 3-2-16,-3 3 2 16,-8 4 0-16,-3 3-2 15,-4 2 5-15,-4 0-3 16,3 2 0-16,2-4 0 15,5-1-1-15,4-1 1 16,1-2 0-16,3 0 0 16,4-3 3-16,5-1-5 0,5-3 2 15,4-4-1 1,2-3-18-16,0-1 2 0,0-2-6 16,5 0 3-1,11 0-26-15,5-4-4 0,1-3-139 16,-5-3-115-16</inkml:trace>
  <inkml:trace contextRef="#ctx0" brushRef="#br0" timeOffset="-195908.6">10837 14665 312 0,'0'0'209'15,"0"0"-108"-15,0 0 15 16,0 0-17-16,0 0-6 16,0 0-15-16,-41-14-39 15,40 14-27-15,-2 0-12 16,1 3-62-16,-2 14-6 0,-4-4-114 15,-3-8-248-15</inkml:trace>
  <inkml:trace contextRef="#ctx0" brushRef="#br0" timeOffset="-195126.89">7140 14558 36 0,'0'0'0'15</inkml:trace>
  <inkml:trace contextRef="#ctx0" brushRef="#br0" timeOffset="-194877.72">7140 14558 80 0,'14'0'117'15,"-14"0"-15"-15,-3 0 8 16,0 0-31-16,3 0-48 15,0 0-31-15,0 0 0 16,0 0 5-16,0-1-1 16,0-2 0-16,-3 0 34 15,3-2 9-15,-3 2 30 0,1 0-6 16,1 0-41-16,1 3-16 16,0 0-14-16,0 0 0 15,0 0-1-15,0 0-23 16,0 0-7-16,0 0-7 15,0 0 22-15,0 0 13 16,0 0-14-16,0 0-6 16,0 0-88-16,0 0-314 15</inkml:trace>
  <inkml:trace contextRef="#ctx0" brushRef="#br0" timeOffset="-194640.94">7133 14516 442 0,'0'0'0'0,"0"0"0"15,0 0-44-15,0 0-2 16,0 0 8-16,0 0-14 16,4 0-117-16</inkml:trace>
  <inkml:trace contextRef="#ctx0" brushRef="#br0" timeOffset="-191782.88">7373 14747 262 0,'0'0'44'0,"0"0"-44"0,0 0-24 16,0 0-55-1,0 0 24-15,0 0 37 0,2 19-49 16</inkml:trace>
  <inkml:trace contextRef="#ctx0" brushRef="#br0" timeOffset="-191730.62">7373 14747 26 0,'0'27'99'15,"0"-27"-52"-15,0 2-47 16</inkml:trace>
  <inkml:trace contextRef="#ctx0" brushRef="#br0" timeOffset="-183005.5">11502 14984 280 0,'0'0'127'15,"0"0"27"-15,0 0-65 16,0 0-27-16,0 0 40 16,0 0-63-16,0 0-6 15,-12 3-33-15,4 11 8 16,-6 12 4-16,-8 15-12 16,-7 12 0-16,-5 9 5 15,-1 3-4-15,-2-1-2 16,4-7-22-16,2-7-63 15,4-11 17-15,6-10-4 0,5-12 3 16,2-6 15 0,7-11-47-16,2 0-226 0</inkml:trace>
  <inkml:trace contextRef="#ctx0" brushRef="#br0" timeOffset="-182744.89">11388 14983 671 0,'0'0'81'16,"0"0"-81"-16,0 0 0 16,-93 51-7-16,58-17 7 15,3 2-7-15,3-2-9 0,6-4-5 16,4-8 10-16,6-5-4 15,6-11-3-15,7-6 17 16,0 0-12-16,16-9 9 16,15-15-109-16,8-10-108 15,10-3-84-15</inkml:trace>
  <inkml:trace contextRef="#ctx0" brushRef="#br0" timeOffset="-182638.89">11388 14983 330 0,'120'15'244'0,"-113"-12"-197"16,-2 25-17-16,-5 19-21 15,0 12-5-15,-19 10-4 16,-11-4-34-16,-3-9-213 0</inkml:trace>
  <inkml:trace contextRef="#ctx0" brushRef="#br0" timeOffset="-182070.96">10650 15754 684 0,'0'0'125'0,"0"0"-13"15,0 0-94-15,0 0-18 16,0 0-3-16,0 0 3 16,-49 54 0-16,28 3 0 0,-1 3 0 15,2 1-5-15,3-10-6 16,4-7 8-16,5-10-12 16,2-6 10-16,3-6-9 15,3-8 14-15,0-3-4 16,0-5 0-16,3-3 8 15,15-3 0-15,16 0 18 16,14-1-8-16,15-18 10 16,11-5-24-16,2-5-5 15,4-5-14-15,-7-2-44 16,-12 6-28-16,-17 6 26 16,-16 10 11-16,-18 5-5 15,-10 3-102-15,-2 2-121 0</inkml:trace>
  <inkml:trace contextRef="#ctx0" brushRef="#br0" timeOffset="-181874.68">10802 15591 635 0,'0'0'117'15,"0"0"-10"-15,0 0-65 16,0 0-34-16,0 0-5 15,0 0-3-15,30-26-3 16,-3 26-6-16,4 0-38 0,7 0-61 16,-1 0-1-16,-6 0-215 15</inkml:trace>
  <inkml:trace contextRef="#ctx0" brushRef="#br0" timeOffset="-181474.09">10695 15861 369 0,'0'0'124'16,"0"0"-45"-16,0 0-36 15,0 0 6-15,16 72-27 16,10-67-14-16,8-5 19 16,8 0-24-16,4-8 6 0,-3-5-2 15,-9 4-1-15,-8 5 6 16,-13 4 3-16,-5 0-7 15,-5 16 8-15,0 9-4 16,-1 8 19-16,0 5-21 16,-1 0-9-16,3-2 10 15,-1-10-11-15,1-6 0 16,-1-8-6-16,0-10 6 16,7-2 0-16,5-17 9 15,9-20 12-15,3-13 4 16,0-7-7-16,-6-5 0 15,0 2 20-15,-3 9-37 0,2 10-2 16,0 12-2-16,1 12-38 16,-3 10 7-16,-2 7-73 15,-4 0-8-15,-6 13-12 16,-6 8-173-16</inkml:trace>
  <inkml:trace contextRef="#ctx0" brushRef="#br0" timeOffset="-180674.76">11289 15879 604 0,'0'0'84'0,"0"0"3"16,0 0-49-16,0 0 2 16,0 0 1-16,85-86-28 15,-79 70 9-15,-3 2-22 0,-3 0 0 16,0 3 25-16,-5 4 0 15,-13 7-13-15,-7 0-12 16,-1 13-19-16,-2 12 17 16,4 5-29-16,8-1-8 15,7 0 22-15,9-5-14 16,0 1 18-16,12-6-28 16,13-6 41-16,6-6-2 15,4-7 2-15,7-3-3 16,-1-19-5-16,-2-4 4 15,-8-5-9-15,-5 4 3 16,-13 4 10-16,-7 9 11 16,-4 5-7-16,-2 7 14 0,0 2-15 15,5 0-3-15,0 6-39 16,4 7 36-16,7 1 3 16,1 1-4-16,5-6 4 15,3-1 0-15,-4-3 0 16,0-5 4-16,-4 0-4 15,-7-6 2-15,-2-8 1 16,-3-1 32-16,1-3-1 16,-4 3-26-16,-2 0 39 15,0 3-26-15,0 4 2 16,0 4 11-16,0 2-33 16,4 2 2-16,6 0-3 0,7 0 0 15,9 0-5 1,6 6 9-16,7 2-4 0,5-2 0 15,0 0-10-15,-3-6 6 16,-10 0-17-16,-4 0-31 16,-2-6-5-16,-1-15 8 15,6-9 29-15,0-7-8 16,-1-4 15-16,-8 0 5 16,-7 1 8-16,-14 0 0 15,0 4 9-15,-15 1 12 16,0 11 97-16,3 8 6 15,9 8-75-15,2 8-20 0,1 0-29 16,0 13-7 0,0 18 1-16,3 15 9 0,-3 9-3 15,0 8 0-15,-15-1 1 16,-6-1-2-16,-1-4 1 16,-1-2-21-16,1-7 10 15,1-3-45-15,4-12-13 16,6-13-98-16,8-14-140 15</inkml:trace>
  <inkml:trace contextRef="#ctx0" brushRef="#br0" timeOffset="-180471.77">11946 15593 809 0,'0'0'84'16,"0"0"-61"-1,0 0-23-15,0 0-4 0,0 0 4 16,0 0 6-16,124 1-5 16,-72-1-2-16,4 0-7 15,-3 0-45-15,-1-7-32 16,-9-6-28-16,-14-2-229 16</inkml:trace>
  <inkml:trace contextRef="#ctx0" brushRef="#br0" timeOffset="-179422.18">10798 15654 258 0,'0'0'121'0,"0"0"-87"16,0 0 26-16,0 0-18 15,0 0-35-15,0 0 29 16,1-9-20-16,-5 9-13 16,-8 1 14-16,-3 15-15 0,-2 5 4 15,-2 5 6 1,-1 6-12-16,3-1-15 0,1-4-167 15</inkml:trace>
  <inkml:trace contextRef="#ctx0" brushRef="#br0" timeOffset="-179108.67">10781 15662 53 0,'0'0'13'15,"0"0"50"-15,0 0 31 16,0 0-37-16,0 0-25 15,0 0 3-15,61-10-25 16,-41 3 17-16,7-1-27 16,0 0-24-16,-2 2-18 15,-4-2-131-15</inkml:trace>
  <inkml:trace contextRef="#ctx0" brushRef="#br0" timeOffset="-173198.96">8778 13975 163 0,'0'0'26'0,"0"0"17"15,0 0-25-15,0 0 13 16,0 0-18-16,0 0 7 16,0 0 42-16,0-56-28 15,0 46 31-15,5-3-8 16,-1 2-23-16,2-3 8 15,0-1-22-15,3 0-6 16,0 1 29-16,3 0-35 16,0 0-5-16,1 0 15 15,4 1-14-15,-1 0 24 0,5 1-13 16,1 2-9-16,1 3 21 16,1 3-27-16,4 4 0 15,2 0 7-15,1 0-5 16,-1 7-2-16,-2 7 0 15,-7-2 0-15,-4 1-3 16,-4-2 3-16,-6 5 0 16,-4 4-3-16,-2 8 6 15,-1 8-1-15,-1 6-2 16,-15 5 0-16,-11 2 3 16,1 1-3-16,-2-4 0 15,3-9 1-15,3-6 4 16,2-4-6-16,4-3 1 0,2-5 0 15,4-4-2-15,3-2 2 16,2-5 0-16,4-2 0 16,-1-1 4-16,2-2-8 15,0-1 4-15,0-2 0 16,0 0-5-16,12 0 11 16,13 0 19-16,5-3 20 15,0-9-25-15,1 2 11 16,-1-3-22-16,-1 2-3 15,3 1 3-15,-1-2-9 0,4 2 0 16,0 2-1 0,1-1 4-16,-3 0-6 0,-3 2-7 15,-6 1 8-15,-6 3-18 16,-6 1 11-16,0 2-14 16,-6 0-39-16,-6 0-59 15,0 2-127-15</inkml:trace>
  <inkml:trace contextRef="#ctx0" brushRef="#br0" timeOffset="-173038.98">9309 14330 636 0,'0'0'76'15,"0"0"94"-15,0 0-146 0,0 0-24 16,0 0-133-16,0 0 9 15,-12 27-170-15</inkml:trace>
  <inkml:trace contextRef="#ctx0" brushRef="#br0" timeOffset="-168252.69">12077 13585 161 0,'0'0'99'0,"0"0"55"16,0 0-34-16,0 0-36 15,0 0 5-15,0 0-46 16,0 0 57-16,-19-39-79 15,19 39-17-15,0-1 19 0,-1 1-22 16,1 0 5 0,0 0-6-16,0 0 1 0,0 0 1 15,0-1-2-15,1-2 0 16,20-1-1-16,18-5 3 16,21-4 0-16,22-4-2 15,27-5 0-15,36-7 14 16,36-10-14-16,34-6 2 15,22-7 2-15,2-5 1 16,-4-1-5-16,-22-3 0 16,-20 1 0-16,-24 2 0 15,-25 4 0-15,-24 7 0 16,-25 9 2-16,-26 10 1 16,-28 11-1-16,-21 6-2 0,-15 5 0 15,-5 1 14-15,-19 2-14 16,-18 3-9-16,-12 0 1 15,0 8-22-15,7 10-12 16,11 5-32-16,10-2-55 16,12-5-186-16</inkml:trace>
  <inkml:trace contextRef="#ctx0" brushRef="#br0" timeOffset="-167437.18">14075 12707 323 0,'0'0'84'0,"0"0"5"16,0 0-15-16,0 0 5 15,0 0-79-15,0 0 1 0,-72-24 49 16,72 24-36 0,0 0-2-16,0 0-4 0,18 0-3 15,16 0 19-15,16 0 13 16,6 0-32-16,13 0 20 16,7 0-25-16,3 0 0 15,5 0 5-15,-6-4-3 16,-4-4-2-16,-8 1 0 15,-11 2 0-15,-12 0 15 16,-16 0-10-16,-12 2 1 16,-9 3 29-16,-5 0-5 15,-1 0 10-15,0 0-31 16,0 0 0-16,0 0-11 16,0 0 2-16,-6 5 0 0,-5 6-2 15,0 3-11-15,0 3 11 16,-2 2-2-16,-1 2 4 15,-5 6-11-15,-4 10 11 16,-9 11 0-16,-11 10 0 16,-9 10 1-16,-4 4 4 15,-1 3-5-15,7-6 0 16,14-9-7-16,15-10 7 16,17-17-67-16,4-17-72 15,22-16-222-15</inkml:trace>
  <inkml:trace contextRef="#ctx0" brushRef="#br0" timeOffset="-166038.84">15501 12017 350 0,'0'0'9'16,"-112"0"0"-16,43 9-3 15,-2 9 22-15,-4 3 52 16,5 6-51-16,5 4 2 16,8 11 16-16,2 7-15 15,4 13 9-15,-2 12-22 16,3 19-15-16,5 12 42 15,8 10-46-15,10 2 2 16,11-6 12-16,16-10-11 16,0-11 3-16,29-13-5 0,19-14 4 15,13-14 29-15,14-15-22 16,13-15 7-16,21-19 18 16,10-5-9-16,9-31-9 15,5-13-13-15,-6-16 1 16,-9-9 19-16,-10-12-12 15,-18-3 7-15,-20-6 11 16,-19-1-22-16,-25-4 6 16,-21 4-16-16,-8 6 7 15,-40 6-18-15,-18 14 11 16,-19 9-2-16,-14 9-6 16,-5 10 5-16,5 13-1 0,11 14-10 15,15 13-40-15,16 4 10 16,13 31-87-16,12 14-23 15,12 1-220-15</inkml:trace>
  <inkml:trace contextRef="#ctx0" brushRef="#br0" timeOffset="-165522.04">15290 12317 615 0,'0'0'242'16,"0"0"-197"-16,0 0-38 15,0 0 0-15,0 0-7 16,-38 80-3-16,21-19 0 15,-1 9 6-15,1-5 1 16,3-7-4-16,5-11 1 16,8-9-3-16,1-11 2 15,0-7 0-15,19-11-6 16,12-9 12-16,10 0-2 0,5-17-4 16,-4-10 2-16,-7-5-4 15,-6 0 2-15,-7-1-2 16,-7 3 2-16,-8 2 0 15,-7 2 3-15,0 4-3 16,0 3 3-16,-7 8 33 16,1 5-36-16,2 6 0 15,-2 0-3-15,-3 12 4 16,1 15-6-16,-5 9 4 16,4 6 1-16,1 5-5 15,5 4 5-15,3 5 0 16,0 3-4-16,0 3 8 15,0 2-8-15,0-5-1 0,0-13-136 16,-5-17-240 0</inkml:trace>
  <inkml:trace contextRef="#ctx0" brushRef="#br0" timeOffset="-164373.76">12473 14573 370 0,'0'0'5'0,"0"0"33"16,0 0 22-16,-104-3-5 16,75 3-16-16,2 3-2 15,7 3 0-15,5-2-9 16,8 2-11-16,6 4 12 15,1 4-26-15,8 7 0 0,32 7 6 16,23-1-5-16,28 1 38 16,26-5-18-16,20-5-6 15,21-5 29-15,17-4-37 16,1 1 17-16,6-3-13 16,-10 0-13-16,-11 4 12 15,-11-2-13-15,-13-3 0 16,-13 0-2-16,-18-6 3 15,-18 0-1-15,-21 0 0 16,-25 0-4-16,-20-9 3 16,-13-1-39-16,-7 2-25 15,-2-4 59-15,0 2-47 16,-8-1 14-16,-18-5-10 16,-10-4-2-16,-9-3 23 0,-3-5-3 15,-1-2 31-15,7 3 55 16,12 3 1-16,13 3 7 15,15 6-7-15,2 5-23 16,11 6-11-16,17 4-22 16,3 0 8-16,8 5 7 15,-3 15-11-15,1 8 4 16,-6 6-7-16,-4 9 8 16,-9 6-9-16,-10 4 0 15,-8-4 0-15,0-2 2 16,-11-8 2-16,-13-6-4 15,-4-5 0-15,-5-6-5 16,2-5-2-16,2-5-35 0,4-1 1 16,4-5-56-16,11-6-203 15</inkml:trace>
  <inkml:trace contextRef="#ctx0" brushRef="#br0" timeOffset="-163824.64">14983 14570 650 0,'0'0'47'16,"0"0"95"-16,0 0-57 16,6-87-49-16,-9 76-14 15,-10 7-22-15,-8 4 7 16,-9 7-22-16,-10 24 15 16,-11 13 0-16,-3 14-6 15,2 16 6-15,1 10 0 16,4 4-2-16,9-1 2 15,13-14-4-15,16-9 4 0,9-9-11 16,15-8 8 0,30-8-5-16,18-15 6 0,23-20 2 15,17-4 0-15,18-34 1 16,14-17 0-16,-3-13-1 16,-12-7 30-16,-21-4-4 15,-22-5 10-15,-22 3-23 16,-19 2-1-16,-17 6-5 15,-19 2-7-15,-30 8-4 16,-37 0-1-16,-40 10 5 16,-37 11-1-16,-21 14-22 15,-1 11-33-15,20 9 18 0,38 4-22 16,44 0 12 0,37 9 27-16,27 6-134 0,18 5-191 15</inkml:trace>
  <inkml:trace contextRef="#ctx0" brushRef="#br0" timeOffset="-163291.71">15069 14651 729 0,'0'0'99'0,"0"0"-90"16,0 0-6-16,0 0-3 15,0 0 0-15,-68 106-4 16,53-61 4-16,3 0-9 15,2-6-26-15,5-9-34 16,5-16 41-16,0-5 7 16,14-9 10-16,12 0-2 15,12-6 13-15,8-14 0 16,3-1 0-16,-1 1 5 16,-8 6 24-16,-10 3 45 15,-12 7-18-15,-8 4 2 0,-5 0-58 16,-5 0-7-16,0 20 4 15,-12 8 6-15,-21 6 3 16,-7 6-6-16,-6-4 3 16,0-3 5-16,4-5-8 15,10-10 0-15,7-7 4 16,7-7 2-16,5-4-4 16,-4 0-2-16,5 0 2 15,2 0-15-15,3-9 10 16,7-7-155-16,0-3-189 15</inkml:trace>
  <inkml:trace contextRef="#ctx0" brushRef="#br0" timeOffset="-163077.66">15277 14616 636 0,'0'0'90'0,"0"0"0"16,0 0-49-16,0 0 10 16,0 0-51-16,0 0 0 15,-18-4-8-15,33 4 16 16,12 0-16-16,12 0 8 16,9 0-81-16,5 0-56 0,1-14-214 15</inkml:trace>
  <inkml:trace contextRef="#ctx0" brushRef="#br0" timeOffset="-162906.34">15511 14558 869 0,'0'0'0'15,"0"0"-22"-15,0 0 15 16,0 0 4-16,0 0-9 15,0 0-106-15,29 75-93 16,-8-75-285-16</inkml:trace>
  <inkml:trace contextRef="#ctx0" brushRef="#br0" timeOffset="-160797.03">15499 12391 139 0,'0'0'50'0,"0"0"-15"16,0 0-24-16,0 0-11 15</inkml:trace>
  <inkml:trace contextRef="#ctx0" brushRef="#br0" timeOffset="-159740.78">15171 14858 182 0,'0'0'82'0,"0"0"-50"15,0 0-2-15,0 0 42 16,0 0-44-16,0 0 16 16,3 0 21-16,-3 0 24 15,0 0-7-15,0 0-9 16,0 0-33-16,0 0-5 15,0 0-35-15,0 0-1 16,0 0-1-16,0 0 1 0,0 0-7 16,0 0 8-16,0 0 0 15,0 0 3-15,0 0 6 16,0 0-7-16,0 0 20 16,0 0-16-16,0 0 10 15,0 0-16-15,0 0 0 16,0 0 16-16,0 0-16 15,0 0 0-15,0 0 5 16,3-4-4-16,4-1 7 16,-1-1-8-16,2 2-27 15,1-1-78-15,0-2-69 16</inkml:trace>
  <inkml:trace contextRef="#ctx0" brushRef="#br0" timeOffset="-156648.51">12276 13554 149 0,'0'0'39'0,"0"0"-16"16,0 0 9-16,105-25-27 15,-76 18-2-15,4 2-3 0,0-3-13 16,1 2 12-16,5-4-11 16,1 0-7-16,5-3 17 15,3-1 4-15,2-2 16 16,4 1 21-16,-2-4-16 16,-1 2 16-16,0 0 11 15,-5 0-36-15,-1 5 0 16,-5-1-11-16,-1 4-3 15,-1-1 15-15,-4-1 5 16,1 2 28-16,-2-2 1 16,-1-1 7-16,2-1-2 15,0 1-43-15,2 1-4 16,1 1-7-16,0 1 4 16,-1 4-14-16,-5-1-2 0,-1 3 5 15,-1 0 1-15,-4 0 7 16,2-2-1-16,-1 1 0 15,0-1 1-15,3-2 7 16,0 2-8-16,0-3 0 16,-3 0 1-16,0 0 2 15,-6 0-3-15,-1 2 0 16,1-2 1-16,1 3-13 16,5-2 12-16,3 2 0 15,9-3 0-15,-1 1 4 0,-1-6-5 16,0 0 1-1,-3 0 0-15,-2-4 4 16,3 1-4-16,2 1 0 0,3 2 5 16,3 4-5-16,4 1 0 15,3 0-1-15,0-2 5 16,2 3-6-16,-5-4 2 16,-7 0 0-16,-10 0 16 15,-12 5 26-15,-5-2 26 16,-6 4-1-16,0 1-50 15,1 1-4-15,4-1-13 16,3-1-9-16,6 3 5 16,0-1-10-16,-1 1 11 15,-5 1 1-15,-7 0 2 16,-1 0-3-16,-5 0 7 0,-1 0-4 16,0 0 18-1,0 0-17-15,0 0 5 0,-13 0-6 16,-11 0-40-16,-6 0-80 15,0 0-92-15,8 0-165 16</inkml:trace>
  <inkml:trace contextRef="#ctx0" brushRef="#br0" timeOffset="-155698.8">14312 12627 238 0,'0'0'88'15,"0"0"27"-15,0 0 12 16,0 0-61-16,0 0-54 0,0 0-8 16,-2 0-4-16,2 0 0 15,0 0 0-15,11 3 0 16,13 1 0-16,7 1 0 15,4 1 0-15,3 0 6 16,5-1-6-16,-4 2 0 16,3-2 0-16,-5 1 0 15,2 2 0-15,-1-3 0 16,-3 1-6-16,-1-2 2 16,-9 1 0-16,-9 0-4 15,-7-3 8-15,-8-2-2 16,-1 3 12-16,0-3 15 15,0 0 46-15,0 0 5 16,0 0-35-16,-4 2-41 0,-5 2 5 16,1 2-17-16,3-1-17 15,-2 2-9-15,3 0 21 16,1-4 17-16,1-1 0 16,2-2 0-16,-3 1 0 15,-1 2 0-15,-3 3 0 16,-2 4 0-16,-5 5-3 15,-1 7 9-15,-7 12-11 16,-5 10 5-16,-7 10 0 16,-5 6-4-16,-1 1 4 15,-3 2 0-15,4-2 6 16,4-4-5-16,7-13 6 16,7-8-7-16,9-12 0 0,6-12 0 15,3-9 0-15,3-1 0 16,0-2 50-16,0 0 20 15,0-7-4-15,0-3-66 16,2-5-18-16,8 6 18 16,-1 4-136-16,0 2 1 15,-3 3 49-15,-3 0-42 16,-2-2 95-16,1 1 27 16,-2 0 6-16,0-2 65 15,0-1 91-15,0 1-53 16,0-3-16-16,0 2-37 15,0 0 33-15,0 4-46 16,0 0-30-16,0-3 7 0,0 3-14 16,0 0-8-16,0 0-21 15,5 0-35-15,-2 0 29 16,1 0-20-16,0 0 4 16,-4 3-6-16,0-1-74 15,-4-2-75-15</inkml:trace>
  <inkml:trace contextRef="#ctx0" brushRef="#br0" timeOffset="-154604.5">11821 13929 585 0,'0'0'70'16,"0"0"88"-16,0 0-124 15,0 0-22-15,0 0 40 0,0 0-41 16,0-57 6-1,0 54-10-15,0 2-3 0,1-1 12 16,-1 2-16-16,2 0-18 16,0 0-24-16,1 0-117 15,7 3 78-15,6 2-65 16,11-5-74-16</inkml:trace>
  <inkml:trace contextRef="#ctx0" brushRef="#br0" timeOffset="-153963.48">15623 12847 505 0,'0'0'0'16,"0"0"-4"-16,0 0 2 15,0 0 2-15,0 0 20 16,0 0-19-16,-2 10 23 16,1-10 27-16,1 0 13 15,0 0 2-15,-1 4-66 16,-4 1-44-16,-3 4-3 16,0-6-191-16</inkml:trace>
  <inkml:trace contextRef="#ctx0" brushRef="#br0" timeOffset="-152719.08">13132 12230 635 0,'0'0'15'0,"0"0"82"16,0 0-51-16,0 0-6 16,0 0 2-16,0 0-39 15,-6-29-1-15,-6 32-2 16,-3 11 0-16,-3 5-3 0,0 2 4 16,2 6-1-1,0 3 0-15,1 3 4 0,3 5-3 16,-1 2-1-16,5-1 0 15,0-3 0-15,2-4 5 16,-2-8-5-16,0-5 0 16,-1-4 1-16,2-1-4 15,0-2 3-15,5-2 0 16,2 0-7-16,0-1 7 16,7-1-13-16,16-8-11 15,10 0 24-15,10 0 2 16,0-5-2-16,2-7 0 15,-7 0 8-15,-2 4-3 0,0-1-2 16,-3 4-3-16,1-2-1 16,-3 4-12-16,1 0-77 15,-4-1 3-15,-4-3-38 16,0-5-136-16</inkml:trace>
  <inkml:trace contextRef="#ctx0" brushRef="#br0" timeOffset="-152399.61">13498 12491 82 0,'0'0'30'16,"0"0"5"-16,0 0-18 15,0 0 69-15,0 0 2 0,0 0 32 16,-36-62 18-16,30 55-20 16,1 1-19-16,0 2-4 15,2 1-65-15,1 3-17 16,2 0 7-16,0 0-20 15,0 0 0-15,-1 8-9 16,-1 16 9-16,-1 10-5 16,-2 6 5-16,-2 1 0 15,-2 3-1-15,0 2 4 16,-3 2 0-16,1 1-3 16,6-5 0-16,2-4-5 15,3-5 5-15,0-6 0 0,0-7 4 16,0-4-4-1,0-4-2-15,0-3-41 0,1-6-88 16,-1-5-67-16</inkml:trace>
  <inkml:trace contextRef="#ctx0" brushRef="#br0" timeOffset="-152232.33">13384 12850 645 0,'0'0'159'16,"0"0"-47"-16,0 0-98 16,0 0-5-16,0 0-9 15,0 0-115-15,11 12-29 16,1 7-82-16</inkml:trace>
  <inkml:trace contextRef="#ctx0" brushRef="#br0" timeOffset="-148639.53">13138 14251 417 0,'0'0'33'15,"0"0"20"-15,0 0-32 16,0 0-5-16,0 0 48 15,0 0-53-15,-13 0 9 16,13 0 7-16,-3 0-12 16,3 0 20-16,0 0-26 15,0 0-9-15,0 0 12 16,0 0-11-16,0 0-1 0,0 0 4 16,0 0-3-16,0 0 13 15,0 0-14-15,0 0 0 16,4 0 11-16,8-2-8 15,6-1 10-15,-1 0-5 16,2-1-4-16,0 0 8 16,-1 0-12-16,1 2 0 15,2-1 12-15,-1 2-9 16,-1 1-3-16,-1 0 1 16,-3 0 5-16,-4 0-3 15,3 1-3-15,-5 7 0 16,-2-1-4-16,-2 5 4 0,-2 1-3 15,-3 3 2-15,0 2 1 16,-10 3 1-16,-10 2-1 16,-5-1 0-16,0-2 2 15,-1-3 0-15,6-3-2 16,3-6 0-16,8-2 4 16,2-3-5-16,5-3 1 15,2 0 0-15,0 0 6 16,0 0-4-16,0 0-2 15,16-1 0-15,3-5 3 16,1 4-8-16,0 2 5 16,-2 0 0-16,2 0-10 15,1 0 5-15,0 6 1 16,3 5 1-16,-2 2 3 16,1 2-13-16,-4 2 13 0,-1 2 0 15,-6 1-4-15,-2 0 4 16,-5 1-2-16,-5-4 2 15,0 3 0-15,0-4-7 16,-16 0 7-16,-7-2 0 16,-2-2 9-16,-5-3-7 15,-6-4 2-15,1-2 2 16,-3-3-6-16,5 0 44 16,4 0-23-16,8-7 11 15,7 3 14-15,5 3-41 16,3-1 0-16,5 2-5 15,1 0-35-15,0 0-27 0,1 0-75 16,14 5-52 0,2-4-345-16</inkml:trace>
  <inkml:trace contextRef="#ctx0" brushRef="#br0" timeOffset="-148484.78">13325 14741 616 0,'0'0'106'16,"0"0"20"-16,0 0-59 16,0 0-57-16,0 0-10 15,0 0-195-15,0 0 71 16,-9 25-348-16</inkml:trace>
  <inkml:trace contextRef="#ctx0" brushRef="#br0" timeOffset="-146208.65">12261 14718 238 0,'0'0'89'16,"0"0"79"-16,0 0-122 0,0 0-17 16,0 0-13-16,0 0-13 15,0-14 3-15,2 12-6 16,-2 1 0-16,1 1 22 15,3 0-11-15,-1 0-9 16,6 0-2-16,4 0 2 16,1 0 14-16,7 0-15 15,2 0 7-15,4 0 24 16,7 0-29-16,3 0 1 16,5 1-4-16,3 4 5 15,10-1 0-15,9-4 1 16,11 1-6-16,9-1 32 0,7 0-20 15,3 0-6-15,2 0-1 16,-4-1 0-16,-8-3 2 16,-8 1-7-16,-3 3 0 15,-6 0-3-15,-3 0 5 16,-4 0-3-16,-5 0 1 16,-10 1 0-16,-6 2-5 15,-4 0 5-15,-5 1 0 16,-3 0 4-16,0-1-2 15,1-2-2-15,2 1 0 16,2-1 1-16,-3 0-3 16,1 2 2-16,-3-1 0 15,-2 0-2-15,-1 1 5 0,-3-1-5 16,-1-2 2 0,-1 0 0-16,-1 0-7 0,-5 0 7 15,-4 0 0-15,-4 0 7 16,-4 0 29-16,-1 0 7 15,0 0-43-15,0 0 5 16,2 0-17-16,-1 0 12 16,5 0-5-16,-3 0 1 15,0 0 8-15,0 0-3 16,-3 0-1-16,0 0 0 16,0 0 63-16,1 0-48 15,-1 0-15-15,0 0 7 0,3 0-1 16,1 0-8-1,5 0 2-15,5 0 0 0,1 1-1 16,3 0 1-16,-4 1 0 16,-4 1-1-16,-1-3 3 15,-6 1-2-15,-1 1 0 16,-2-2 2-16,0 0 35 16,0 0-31-16,0 0-2 15,0 0-1-15,0 0-3 16,3 0-1-16,0 0-14 15,7 2 12-15,-3 1-20 16,2 1 23-16,-3-2-4 16,2 1-2-16,-4 0 6 15,-2-3-1-15,1 4 1 16,-2 2-27-16,-1 1-33 0,0 4-74 16,0-5 19-1</inkml:trace>
  <inkml:trace contextRef="#ctx0" brushRef="#br0" timeOffset="-145372.67">14131 14454 426 0,'0'0'101'15,"0"0"-100"-15,0 0-1 16,0 0 26-16,0 0 21 16,0 0-6-16,95 15-27 15,-65-9-14-15,-1-2 36 16,-2 2-20-16,-3-1 2 16,-2 5 8-16,2-1-26 0,0 1 11 15,1 3-11-15,1-2 1 16,0 1 3-16,3-2-4 15,-4-2 0-15,1-3 4 16,-3 0 0-16,-2-1-2 16,-6 1-2-16,0-1 0 15,-6-2-1-15,-4-1 1 16,-4 1 0-16,-1-2 4 16,0 0 3-16,0 0 44 15,2 0-51-15,-2 0 4 0,0 3-7 16,0-3 3-1,0 0 0-15,0 0 5 0,0 0-4 16,0 0 32-16,0 0 19 16,0 0-23-16,0 0 12 15,0 0-41-15,-5 0 0 16,-2 0 0-16,-4 0 3 16,-1 8-6-16,-3 9 3 15,-9 11 0-15,-10 11-7 16,-7 11 7-16,-7 4 0 15,-3 0 0-15,-1-3 4 16,7-11-5-16,8-6 1 16,10-12 0-16,8-8 4 15,11-7-4-15,3-2 0 16,4-4-3-16,1-1 6 0,0 0-11 16,0 0 6-16,0 0 2 15,0 0-1-15,0 0 1 16,0 0 0-16,0 0 4 15,0 0-4-15,6 0-2 16,-2 0-42-16,0 0-51 16,3 0-62-16,-1 0-142 15,-3 3-74-15</inkml:trace>
  <inkml:trace contextRef="#ctx0" brushRef="#br0" timeOffset="-145241.83">14256 15047 191 0,'0'0'443'0,"0"0"-244"15,0 0-83-15,0 0-58 16,0 0-33-16,0 0-25 16,0-13-26-16,0 13-232 15,0 3-2-15</inkml:trace>
  <inkml:trace contextRef="#ctx0" brushRef="#br0" timeOffset="-144643.43">11910 14398 587 0,'0'0'77'0,"0"0"-22"0,0 0-26 15,0 0-29-15,0 0-37 16,0 0 20-16,29-10 17 15,-13 13-8-15,4 4-46 16,-1 0-208-16</inkml:trace>
  <inkml:trace contextRef="#ctx0" brushRef="#br0" timeOffset="-144177.14">12157 14554 3 0,'0'0'81'0,"0"0"-24"16,0 0-3-16,0 0 6 16,0 0-15-16,0 0 31 15,-17-15-76-15,17 15-1 0,4 0-82 16,10 0-112-1</inkml:trace>
  <inkml:trace contextRef="#ctx0" brushRef="#br0" timeOffset="-143796.14">15380 14802 617 0,'0'0'0'0,"0"0"-158"0,0 0-113 15</inkml:trace>
  <inkml:trace contextRef="#ctx0" brushRef="#br0" timeOffset="-143494.44">15380 14802 130 0,'-11'60'169'16,"11"-60"-70"-16,0 0-2 15,0 0-73-15,0 0-18 0,0 0 0 16,0 0-6 0,0 0-3-16,0 0 3 0,2-1 0 15,1-5 0-15,-2 5 0 16,-1 0 0-16,0 1 17 15,0 0 14-15,0 0-8 16,0 0-23-16,0 0-55 16,0 0-102-16,0 0-68 15</inkml:trace>
  <inkml:trace contextRef="#ctx0" brushRef="#br0" timeOffset="-141729.79">14122 14495 286 0,'0'0'120'0,"0"0"61"16,0 0-98-16,0 0-36 15,0 0-15-15,0 0-32 16,-19-26-11-16,19 26 9 15,2 0 2-15,8 9-2 16,5 2 2-16,3 2 0 16,3 2-1-16,6 2 1 15,6 3 0-15,4-1 0 16,3 1 5-16,0-1-6 16,-1-3 1-16,-2-4 0 0,-6-2 0 15,-8-5 1-15,-5-1-1 16,-7 1 20-16,0-2-9 15,-3 1 3-15,-1 0-14 16,1 0-11-16,-4 1 10 16,-3-4-34-16,-1-1 3 15,0 0 31-15,0 2 1 16,0-2 18-16,0 0 39 16,0 0 7-16,-1 0-23 15,-5 0-32-15,3 0-2 16,-1 0-7-16,1 0 3 15,1 0-3-15,-1 0 0 0,2 0 0 16,-1 0 0 0,0 0 0-16,1 0 0 0,-2 0 0 15,-1 0 4-15,-2 4-14 16,-3 12 10-16,-3 0 0 16,-10 10-6-16,-5 5 7 15,-5 6-1-15,-5 4 0 16,-1 0 0-16,3-4 0 15,2 3 0-15,1-5 0 16,2-5-5-16,7-6 2 16,5-10-8-16,7-6 9 15,6-5 2-15,4-3 12 16,1 0 4-16,-3 0 12 0,3 0 16 16,0 0-39-1,0 0 3-15,0 0-8 0,0 0 0 16,4-2-2-16,-2 2 2 15,-2-1 0-15,1 1-2 16,-1 0 7-16,0 0-5 16,0 0 0-16,0 0 3 15,0 0-1-15,0-1-2 16,0 1 0-16,0 0-4 16,0 0 10-16,0 0-6 15,0 0 0-15,0-2 0 16,0 2 5-16,0 0-5 15,0 0 0-15,0 0 0 0,0 0 6 16,0-1-5-16,2-2-1 16,2 1 0-16,-1-1-2 15,-2-2 2-15,2 3 0 16,-2-1-3-16,1 0 11 16,0 0-10-16,-1 2 2 15,-1 0 0-15,2 1 1 16,-2 0-1-16,0 0 0 15,0 0-2-15,0 0 5 16,0 0-3-16,0-3 0 16,1 0 0-16,1 0 1 15,-1-1-1-15,2 1 0 0,0-1 7 16,-1 1-4 0,2 3-4-16,-4-2 1 0,2 2 0 15,-2 0 2-15,0 0-2 16,0-1 0-16,0 1-3 15,0-2 9-15,0 1-7 16,0 0 1-16,0 1 0 16,0 0 1-16,1 0-1 15,-1 0 0-15,0 0-3 16,2 0 7-16,-2 0-4 16,0 0 0-16,0 0 0 15,0 0-4-15,0 0 4 16,0 0 0-16,0 0 0 15,0 0 6-15,0 0-8 0,0 0 2 16,0 0 0-16,0 0-3 16,0 0 3-16,0 0 0 15,0 0-1-15,0 0 5 16,0 0-5-16,0 0 1 16,0 0 0-16,0 0-2 15,0 0 2-15,0 0 0 16,0 0 0-16,0 0 2 15,0 0-2-15,0 0 0 16,0 0-3-16,0 0-10 16,4 0-30-16,-1 0 6 15,-1 7-116-15,-2-4-11 16</inkml:trace>
  <inkml:trace contextRef="#ctx0" brushRef="#br0" timeOffset="-138771.77">11930 14525 203 0,'0'0'45'15,"0"0"-14"-15,0 0-14 0,0 0 1 16,0 0 18-16,0 0 18 15,0 0 56-15,-1-9-23 16,1 7-47-16,-2 2 31 16,2-2 18-16,0 2-26 15,0 0-38-15,0 0-23 16,0 0-1-16,0 0-1 16,0 0-27-16,0 0 23 15,0 0-41-15,0 0 30 16,0 0 11-16,0 0 8 0,0 0 0 15,0-3-4 1,0 3 0-16,0 0 22 0,0 0-22 16,0 0 0-16,0 0 2 15,0 0 0-15,0 0 1 16,0 0-3-16,0 0 0 16,0 0 2-16,0 0 2 15,0 0-4-15,0 0 8 16,0 0-6-16,0 0-4 15,0 0 1-15,0 0-34 16,0 0 26-16,0 0-38 16,0 0 20-16,0 0 20 15,0 0 7-15,0 0-3 16,0 0 3-16,0 0 0 0,0 0 11 16,0 0-11-16,0 0-5 15,-3 0 3-15,3 0 4 16,-1 3-4-16,-1 2-3 15,2-2-12-15,0-1 3 16,-1-1 9-16,1 1 5 16,0-2-2-16,0 0 4 15,0 0-2-15,0 0 0 16,0 0 0-16,0 0 0 16,0 0 3-16,0 0-3 15,0 0 7-15,0 0-6 0,0 0 17 16,0 0-18-1,0 0 7-15,0 0 14 0,0 0-4 16,0 0-9-16,0 0-8 16,0 0-11-16,0 0-3 15,0 0-11-15,0 0-12 16,0 0 33-16,0 0-5 16,0 0 9-16,0 0 3 15,0 0-3-15,0 0 21 16,0 0-21-16,0 0-10 15,0 0 7-15,0 0-120 16,0 0-89-16,0 0 98 16</inkml:trace>
  <inkml:trace contextRef="#ctx0" brushRef="#br0" timeOffset="-137594.01">11894 14523 211 0,'0'0'81'15,"0"0"-29"-15,0 0-52 16,0 0-7-16,0 0 2 15,0 0-7-15,-15 6-48 16,11-1-8-16,1-2-27 16,-3-3 71-16,6 0 14 15,0 0 10-15,0 0 16 0,0 0 0 16,0 0-16-16,0 0-39 16</inkml:trace>
  <inkml:trace contextRef="#ctx0" brushRef="#br0" timeOffset="-120933.18">15924 13036 200 0,'0'0'45'0,"0"0"-7"16,0 0-1-16,0 0 18 16,0 0 48-16,0 0-62 15,0 0 20-15,0 0-12 16,0-34-25-16,0 29 27 0,0 1 10 15,0 1-34-15,0 2 1 16,0 1 5-16,0-2-12 16,0 2 7-16,0 0-18 15,0 0-3-15,0 0 16 16,0 0-23-16,0-1 0 16,0 1 7-16,0-3-4 15,2 0 8-15,13 3-11 16,6 0 0-16,9 0-6 15,17 7 6-15,14 18 0 16,16 9-3-16,19 10 8 16,13 11-4-16,12 2-1 0,11 2-2 15,8-6-10-15,2-5-25 16,-2-10 27-16,-11-10 2 16,-20-6 8-16,-16-6 8 15,-19-1-8-15,-13-2 0 16,-13 1 16-16,-9-2-16 15,-10-3 0-15,-10 1-2 16,-8-4 9-16,-6-3-10 16,-5-2 3-16,0 1 0 15,0-2 0-15,0 0 0 16,0 3-5-16,0 5 0 16,-5 6-21-16,-12 6 22 15,2 2-92-15,3-9-138 0</inkml:trace>
  <inkml:trace contextRef="#ctx0" brushRef="#br0" timeOffset="-119751.22">17513 13243 479 0,'0'0'69'0,"0"0"29"15,0 0-47-15,0 0-2 16,0 0 16-16,0 0-51 15,-70-39-12-15,68 39 15 16,1 0-10-16,1 0 11 16,0 0-18-16,0 0 10 15,0 0-23-15,0 0 13 0,0 0-12 16,0 0 12-16,12 4 0 16,7 6 8-16,8 1-8 15,6 4 0-15,7 2 9 16,6 2-9-16,6 8 0 15,1 0-1-15,0 6 3 16,-2 2-2-16,-9 2 0 16,-10-1 0-16,-6-2-12 15,-14 2 12-15,-5-1-7 16,-7 2 2-16,0 1 5 16,-22 3-2-16,-11 0 2 15,-11-2 0-15,-10 0 10 16,-13-3-10-16,-6-1 0 0,0 3 7 15,11-4-6-15,10 0-1 16,18 0-17-16,15-4-85 16,17-10-53-16</inkml:trace>
  <inkml:trace contextRef="#ctx0" brushRef="#br0" timeOffset="-118234.02">18673 13147 445 0,'0'0'73'16,"0"0"23"-16,0 0-38 15,0 0-55-15,-121-43 0 16,62 43 6-16,-4 6-7 15,-7 17-2-15,0 9 10 16,-2 11-5-16,-7 20 32 0,-1 15-26 16,1 25 8-1,4 21 13-15,14 9-30 0,17 9 4 16,24-6-6 0,20-5 3-16,13-10-8 0,34-13 5 15,18-19 0-15,22-23-5 16,20-25 12-16,14-25-7 15,13-16 3-15,5-23 2 16,-3-23 64-16,-9-10-46 16,-11-11 5-16,-19-4 18 15,-15-7-23-15,-21-6-4 16,-21-7-19-16,-19-4 6 16,-21-4 6-16,-8-9-12 15,-39 4 0-15,-23 1-4 16,-26 12 10-16,-15 15-11 0,-7 16 5 15,10 19-11-15,20 18 0 16,24 20-15-16,22 10-60 16,23 39-59-16,13 16-14 15,6 13-200-15</inkml:trace>
  <inkml:trace contextRef="#ctx0" brushRef="#br0" timeOffset="-117803.18">18362 13435 679 0,'0'0'93'15,"0"0"-22"-15,0 0-67 16,0 0 6-16,-84 87-10 16,74-16 0-16,7 18 2 15,3 15-1-15,0 4 2 0,0-10-3 16,19-16-21-1,11-26-33-15,18-26-34 0,19-25 53 16,6-7 28-16,-1-29 7 16,-14-8 13-16,-17-7 35 15,-21 3 38-15,-17 1 22 16,-9 2-79-16,-44 3-8 16,-27 6-21-16,-17 13-3 15,6 15-40-15,28 3-138 16,37 22-116-16,23 6-70 15</inkml:trace>
  <inkml:trace contextRef="#ctx0" brushRef="#br0" timeOffset="-116585.85">15570 14832 395 0,'0'0'101'16,"0"0"-10"-16,0 0-30 0,0 0-19 16,0 0 18-1,102-64-30-15,-53 53-17 0,8 1 6 16,6 0-19-16,5 0 0 16,1 0 28-16,4-3-8 15,6 0 6-15,14-3 1 16,21-2-21-16,21-5 13 15,26-10-19-15,27-3 0 16,6-6 2-16,0-2-2 16,-18 4 0-16,-29 5-3 15,-35 5 11-15,-37 6 1 16,-26 4-5-16,-25 10 4 16,-17 3 28-16,-6 4-34 15,-1 1-2-15,2 2 0 16,-2-1 0-16,0 1-10 0,0-2 7 15,0 2 3-15,0 0-9 16,0 0 10-16,0 0-1 16,0-1 4-16,0-3 1 15,0 0 19-15,-4-1-24 16,-1 1 0-16,2 3 1 16,1 1-1-16,2 0-5 15,0 0 5-15,0 0-31 16,0 0 29-16,2 0-20 15,4 0 22-15,0 0 1 16,-4 0-1-16,-1 0 0 16,-1 0-1-16,0-2 6 15,0-2-13-15,0-1 8 16,-3-1-60-16,-27 3-102 0,-17-3-142 16</inkml:trace>
  <inkml:trace contextRef="#ctx0" brushRef="#br0" timeOffset="-116254.05">17483 14200 545 0,'0'0'173'0,"0"0"-119"16,0 0 25-16,0 0-17 15,0 0-42-15,0 0 38 16,4-21-58-16,10 21-4 15,8 1 0-15,10 14 8 0,2 5-2 16,3 3-2-16,-2-1-3 16,-4 1-11-16,-7-5 5 15,-8-3 8-15,-8-6-9 16,-8-4 12-16,0 2-4 16,0 3-3-16,-27 4 5 15,-17 5-2-15,-21 6 2 16,-11 6 0-16,-4 1 5 15,8 2 1-15,12 4-12 16,16 1-11-16,14 0-133 0,13-9-66 16</inkml:trace>
  <inkml:trace contextRef="#ctx0" brushRef="#br0" timeOffset="-116129.27">17399 14572 410 0,'0'0'0'15</inkml:trace>
  <inkml:trace contextRef="#ctx0" brushRef="#br0" timeOffset="-115305.17">16646 12533 754 0,'0'0'99'0,"0"0"-49"16,0 0-12-16,19-73-11 15,-5 60-17-15,8 5-3 16,8 5-7-16,8 3 0 15,4 5-21-15,3 19 18 16,-3 11-29-16,-1 3 13 16,-7 3-13-16,-13 0 9 15,-9-5-3-15,-12 1 17 0,0-1-8 16,-23-2 17-16,-13 4 0 16,-11 0 0-16,-7 1 5 15,2-4 0-15,7-6-5 16,16-7 0-16,12-8 5 15,9-8-5-15,8-3 0 16,0-3 6-16,41-7 23 16,24-19 15-16,26-6-44 15,13 3 1-15,0 5-5 16,-7 5 4-16,-9 7 0 16,-15 8-2-16,-16 4 1 15,-19 0-24-15,-18 13-92 16,-20 4-47-16,-21-2-171 0</inkml:trace>
  <inkml:trace contextRef="#ctx0" brushRef="#br0" timeOffset="-114439.25">16126 14170 407 0,'0'0'111'0,"0"0"16"16,0 0-77-1,0 0-14-15,76-79 11 0,-54 72 15 16,-2 6-13-16,-1 1-49 16,-1 0 0-16,-3 15-7 15,-2 5 7-15,-4 7-3 16,-6 4-2-16,-3 2-25 15,0 4-13-15,-13-1-33 16,-7-5 31-16,0-7 24 16,-2-4 3-16,0-5 16 15,0-3 0-15,2-5 4 16,1-1 31-16,1-5 2 16,6 1 46-16,5-2-7 15,4 0-39-15,3 0 3 16,0 0-38-16,0 0-13 15,22 0 9-15,17 0 4 0,10-9 0 16,2 0 22-16,2-1-16 16,-6 2 1-16,3-2-7 15,-3 1 7-15,-3 1-17 16,-4 1 9-16,-6-2-57 16,-6 1-37-16,-7 0-29 15,-12 2-129-15,-9-1-61 16</inkml:trace>
  <inkml:trace contextRef="#ctx0" brushRef="#br0" timeOffset="-114291.18">16437 14389 732 0,'0'0'158'15,"0"0"-155"-15,0 0-3 16,0 0-56-16,0 0-51 15,0 0-121-15</inkml:trace>
  <inkml:trace contextRef="#ctx0" brushRef="#br0" timeOffset="-112242.2">19156 13961 498 0,'0'0'116'0,"0"0"-34"16,0 0-40-16,0 0-5 15,0 0-19-15,0 0-15 16,108-22 40-16,-29 16 2 15,21 4-29-15,24 2 8 16,22 0-24-16,19 0 0 16,25 3 6-16,10-1-5 15,12-2-2-15,-3 0-8 16,-15-2 6-16,-23-7-9 16,-38-2 12-16,-32 1 0 15,-38 1 9-15,-27 0 4 16,-19 6 2-16,-12-2 2 0,-5 1-8 15,-5-2 12-15,-29-1-21 16,-17 1-53-16,-23 3-4 16,-8 3-98-16,2-1-123 15</inkml:trace>
  <inkml:trace contextRef="#ctx0" brushRef="#br0" timeOffset="-111958.17">21231 13618 762 0,'0'0'139'0,"0"0"-105"0,0 0-16 16,99-30-18-16,-66 54 0 16,-2 10-4-16,-4 7 5 15,-5 7-2-15,-11 5-3 16,-11 1 4-16,0 4-15 15,-21-3 15-15,-13-4-2 16,-8-1-4-16,-9-6 12 16,-4-7-8-16,-8-6 2 15,-2-6 0-15,2-3-15 16,8-2-3-16,19-9-136 16,25-9-266-16</inkml:trace>
  <inkml:trace contextRef="#ctx0" brushRef="#br0" timeOffset="-111376.14">21761 13134 604 0,'0'0'13'16,"-92"74"-2"-16,48-8 7 15,1 18-15-15,7 25 8 16,8 16 3-16,8 4-9 16,12 2 2-16,8-15-7 15,16-15 0-15,24-21-7 16,15-24 7-16,14-20-15 0,18-22 11 15,15-14 8 1,5-4 2-16,0-23 1 0,-15-12 16 16,-17-9 89-16,-14-10-46 15,-10-9-8-15,-11-9-20 16,-14-6-15-16,-13-10 10 16,-13-7-32-16,-20 0 9 15,-27 2-11-15,-14 16 1 16,-13 14 0-16,-9 19-1 15,-1 18-4-15,8 23-9 0,12 7-45 16,16 37-75 0,17 9-36-16,13 12-275 0</inkml:trace>
  <inkml:trace contextRef="#ctx0" brushRef="#br0" timeOffset="-110810.46">21709 13511 677 0,'0'0'41'16,"0"0"-25"-16,0 0 6 15,0 0-22-15,0 0 0 16,0 0 19-16,62 0-19 16,-18 6 17-16,7-1 18 15,2-5-18-15,-2 0 25 0,-4 0-42 16,-9 0 3-16,-10 0 16 16,-15 0-18-16,-8 0 23 15,-5 0 13-15,0 0-28 16,0 4 2-16,0 16-11 15,0 18 0-15,-13 19-9 16,-7 12 9-16,1 6 0 16,-4-4-1-16,3-3 7 15,3-11-6-15,4-15 0 16,10-14-11-16,0-10 6 16,3-8-17-16,0-5-4 15,0-2-53-15,0-3-87 16,0 0-158-16</inkml:trace>
  <inkml:trace contextRef="#ctx0" brushRef="#br0" timeOffset="-110592.16">21834 13836 725 0,'0'0'115'15,"0"0"-25"-15,0 0-46 16,0 0-44-16,0 0 0 15,0 0-1-15,100-28 2 16,-17 28-1-16,5 0 0 16,-7 0 6-16,-9 0-6 0,-14 0 0 15,-7 0-20 1,-7-5-13-16,-9-7-154 0,-20-7-405 16</inkml:trace>
  <inkml:trace contextRef="#ctx0" brushRef="#br0" timeOffset="-110408.96">22076 13927 805 0,'0'0'119'0,"0"0"-50"16,0 0-69-16,0 0-23 0,0 0-83 15,79-18-191-15</inkml:trace>
  <inkml:trace contextRef="#ctx0" brushRef="#br0" timeOffset="-109514.23">15383 12605 282 0,'0'0'166'0,"0"0"-99"16,0 0-41-16,0 0 37 16,0 0 27-16,0 0-1 15,0 0-15-15,0 0-26 16,0 0-29-16,0 0 18 15,0 0-37-15,0 2-30 16,0 16-185-16,-11 3 50 16,-1 1-142-16</inkml:trace>
  <inkml:trace contextRef="#ctx0" brushRef="#br0" timeOffset="-103612.71">15521 13019 285 0,'0'0'47'0,"0"0"-15"16,0 0 51-1,0 0-14-15,0 0 1 0,0 0-47 16,0 0-18-16,5 17-8 16,19-7 3-16,9 6-11 15,9 3-107-15,11-4-148 16</inkml:trace>
  <inkml:trace contextRef="#ctx0" brushRef="#br0" timeOffset="-103319.28">17890 13744 896 0,'0'0'52'0,"0"0"-28"16,0 0-24-16,0 0-197 16,0 0 124-16,0 0 17 15,9 6-64-15,-31 12-76 16</inkml:trace>
  <inkml:trace contextRef="#ctx0" brushRef="#br0" timeOffset="-100252.53">20139 13189 319 0,'0'0'85'16,"0"0"-34"-16,0 0-34 15,0 0 7-15,0 0 20 16,0 0 60-16,0 0-70 16,7-24-1-16,-7 21 72 15,0 0-62-15,0-2-18 16,0 1-9-16,0 0-14 15,0 1 13-15,0 0-15 16,0 0 0-16,0 0 16 0,0-2-6 16,0 1 9-1,0 0 8-15,0 1-18 0,0 0 35 16,0 3-44-16,0 0 0 16,0 0 1-16,0 0-1 15,0 10-9-15,0 15-17 16,1 18 26-16,1 8 0 15,-2 10 0-15,0 3 0 16,0 0-3-16,-12-3 7 16,-6-6-7-16,10-8 3 15,2-12 0-15,3-11-3 16,2-7 3-16,1-9 0 16,-2-4-1-16,2-1 5 15,0-3-3-15,0 0-1 16,0 0 1-16,0 0 6 0,-1 0-7 15,1 0 0 1,0 2-3-16,-3 3-37 0,-3 0-170 16,0-5-133-16</inkml:trace>
  <inkml:trace contextRef="#ctx0" brushRef="#br0" timeOffset="-100102.11">20088 13633 707 0,'0'0'112'0,"0"0"-35"16,0 0-77-16,0 0-4 15,0 0 0-15,0 0-255 16,-2 34 62-16,2-24-232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19:37.840"/>
    </inkml:context>
    <inkml:brush xml:id="br0">
      <inkml:brushProperty name="width" value="0.05292" units="cm"/>
      <inkml:brushProperty name="height" value="0.05292" units="cm"/>
      <inkml:brushProperty name="color" value="#FF0000"/>
    </inkml:brush>
  </inkml:definitions>
  <inkml:trace contextRef="#ctx0" brushRef="#br0">7124 2992 157 0,'0'0'107'16,"0"0"-60"-16,0 0 87 16,0 0-20-16,0 0-34 15,0 0-1-15,0 0-18 16,2-9-1-16,-2 4-18 0,0 2-23 15,0 1 28 1,0-1-41-16,0 1-6 0,0 1 11 16,0-1-8-16,0 0 0 15,0-2-3-15,0-2 0 16,0 1 3-16,0-4-3 16,0-1 0-16,0 0 0 15,0-1 4-15,0-2-4 16,0 2 0-16,-2 0 0 15,1 0-4-15,-4-1 4 16,-1 0 0-16,0-1-2 16,-4 1 4-16,-1 1-7 15,-2 2 5-15,-2-2-1 16,-1 5-15-16,-4 1 15 16,-1 3-1-16,-2 2-1 0,-3 0 6 15,2 0-6-15,-1 5 1 16,0 6 2-16,4 3-5 15,-2 3 5-15,4 3 0 16,-2 3-5-16,1-2 10 16,1 4-10-16,0 4 4 15,1 5 1-15,2 7 0 16,5 0 0-16,8-1 0 16,3 0-1-16,0-7 5 15,18-1-8-15,6-11 0 16,6-7 2-16,4-12-16 15,9-2 19-15,-2-3-1 0,6-16 8 16,-11-3-7-16,-8-1 8 16,-9-3-3-16,-2-3-1 15,-6-1 30-15,-7 0-30 16,-4-3 15-16,0 1-7 16,0 3-6-16,0 4-2 15,-1 2-5-15,-1 4 0 16,2 5-1-16,0 8 1 15,0 0 0-15,0 6-5 16,0 0 13-16,0-1-16 16,0 1 6-16,0 0 2 15,0 0-6-15,0 0 6 16,0 0 0-16,0 0 1 0,0 0-1 16,0 0 0-1,0 4-6-15,0 11 6 0,0 9-8 16,0 5 8-16,3 2-1 15,3 5-2-15,-3-3 6 16,3 0-2-16,3-4-1 16,6-4 0-16,4-4-6 15,7-7 8-15,11-7-4 16,15-7 2-16,12 0-9 16,9-4-44-16,-1-10-68 15,-11 1-25-15,-16 5-98 16</inkml:trace>
  <inkml:trace contextRef="#ctx0" brushRef="#br0" timeOffset="401.29">7888 3160 180 0,'0'0'470'0,"0"0"-336"15,0 0-34-15,0 0-56 16,0 0-20-16,0 0 7 16,0 0-29-16,-8-70-2 15,8 70 0-15,0 10-16 16,-3 18 5-16,-6 17 3 16,-8 9 8-16,1 3-2 15,-1-3 2-15,-1-8-12 16,4-3-28-16,2-2-48 15,2 0 3-15,4-10-82 0,6-11-153 16</inkml:trace>
  <inkml:trace contextRef="#ctx0" brushRef="#br0" timeOffset="1415.28">8117 2953 650 0,'0'0'24'16,"0"0"-18"-16,84-27 26 15,-53 25 42-15,0 2-16 16,-2 0-25-16,-1 7-30 0,-1 17 5 16,-1 5-8-16,-4 7 0 15,-8 3 1-15,-4-2-1 16,-9-1 0-16,-1-8-3 15,0-8 6-15,0-8 0 16,0-6-3-16,0-6 0 16,-1 0 19-16,-5-6 2 15,-6-21 16-15,1-10-25 16,2-4-12-16,4 1 1 16,5 7-1-16,0 8-1 15,5 8-13-15,13 1 13 16,8 6-16-16,4 6 9 15,1 4 13-15,-1 0-9 0,-2 17 4 16,0 7 0 0,-4 6-5-16,-1 0 5 0,-2 4 0 15,-1-4-4-15,-2-7 7 16,0-9-4-16,-7-7 1 16,-4-7 0-16,-1 0 14 15,0-16 10-15,5-15-17 16,3-9 11-16,-3 1-15 15,-5 3 8-15,-2 9-11 16,-1 6 5-16,2 6-13 16,-1 8 8-16,-3 2-17 15,4 5 15-15,3 0-37 16,3 0 6-16,0 12 28 16,1 10 5-16,-2 3-5 15,-1 7 5-15,-1 3 0 0,2 6-5 16,5 3 10-16,6 0-10 15,6 0 4-15,-4-2-76 16,0-12-58-16,-2-14-206 16</inkml:trace>
  <inkml:trace contextRef="#ctx0" brushRef="#br0" timeOffset="1631.26">9218 3199 459 0,'0'0'363'0,"0"0"-363"0,0 0-10 16,0 0 6-16,0 0 6 15,0 0-6-15,38 23 2 16,-28 4 2-16,-1 1 7 16,-3 4-7-16,7-3-8 15,2-3 7-15,6-2-99 16,4-16 2-16,5-8-255 15</inkml:trace>
  <inkml:trace contextRef="#ctx0" brushRef="#br0" timeOffset="2139.71">9761 2512 827 0,'0'0'28'16,"0"0"-5"-16,0 0-23 15,0 0-22-15,0 0 22 16,5 107-12-16,4-30 12 16,2 9 0-16,-3 2-2 15,-2-10 6-15,3-9-3 16,-5-15-1-16,-1-15 0 15,-3-11 7-15,0-17-7 0,0-6-1 16,0-5 1 0,0-9 15-16,0-23-15 0,0-17-7 15,0-3-45-15,0-1 46 16,11 13-41-16,8 18 43 16,3 13-16-16,3 9-10 15,-2 0 27-15,0 14 3 16,-7 15 0-16,-2 10-4 15,-4 8 4-15,-5 3 0 16,0-1 6-16,-4-6-4 16,1-14 2-16,-2-12-4 15,0-8 0-15,0-6 23 16,0-3-15-16,0 0 79 16,-24 0 16-16,-16-12-78 15,-11-2-17-15,-1 1-8 0,13 6-11 16,13 7 9-16,15 0-193 15,11 0-202-15</inkml:trace>
  <inkml:trace contextRef="#ctx0" brushRef="#br0" timeOffset="2299.78">9934 3284 752 0,'0'0'93'16,"0"0"-13"-16,0 0-13 0,0 0-42 15,0 0-22 1,0 0-3-16,-3 1-68 0,21-1-214 16,7-10-130-16</inkml:trace>
  <inkml:trace contextRef="#ctx0" brushRef="#br0" timeOffset="15061.08">6230 4383 356 0,'0'0'103'0,"0"0"15"16,0 0-46-16,0 0 39 15,0 0-61-15,0 0-35 16,0 0 0-16,2-48 34 16,-2 46-49-16,0 1 10 15,0-1 18-15,0 2-19 16,0 0-4-16,-2 0-5 16,-3 0-17-16,-7 22 17 0,-15 15-14 15,-9 16 14-15,-13 12 2 16,-2 2 3-16,5-4-10 15,13-14 5-15,12-18 0 16,14-14-13-16,5-12 13 16,2-5 0-16,0 0 8 15,0-14-4-15,0-20 7 16,9-15-11-16,14-6-30 16,2 2 29-16,0 5-10 15,-8 7 11-15,1 4 2 16,-5 6 2-16,-1 9-4 15,-5 5 0-15,-5 9 0 0,0 6-4 16,-2 2 4 0,7 0-12-16,0 13 7 0,4 10 5 15,1 11-4-15,4 2 4 16,2 3 0-16,0-3-4 16,1-3 4-16,-4-2 0 15,-3-8 0-15,-6-2 2 16,-3-10-4-16,-3-7-1 15,0-1 3-15,0-3-8 16,0 0 15-16,-13 0-7 16,-11-5 9-16,-9-8-8 15,-3-3 1-15,4 2-2 16,0 0 0-16,5 3 16 0,6-1-8 16,2 4-7-1,7 2 3-15,2 1-1 0,4 2-1 16,3 0-2-16,1 2 0 15,2 1 0-15,0 0 0 16,0-1-3-16,0 1 1 16,0-3-11-16,16 0 13 15,9-3-1-15,4 1 1 16,3 0 1-16,-4 1 0 16,-4 3-1-16,-2 0 0 15,-4-2 4-15,-3 3-1 16,-6 0-3-16,-3-3 0 15,-3 2-14-15,3 0 3 16,-2-2-20-16,1 2-15 0,-2 1-45 16,-3 0-16-16,0 0-158 15,-14 9 94-15</inkml:trace>
  <inkml:trace contextRef="#ctx0" brushRef="#br0" timeOffset="16517.33">5182 4766 589 0,'0'0'81'0,"0"0"14"15,0 0-36-15,0 0-59 16,0 0-15-16,0 0 14 16,-63 89 1-16,26-16 8 15,-9 8 12-15,3-5-19 16,8-11 10-16,10-19-11 15,7-12 0-15,8-14 5 16,2-7-2-16,1-7 1 16,7-6 1-16,-3 0 29 15,-3-22 45-15,1-15-79 16,4-16-60-16,1-6 12 16,0-2-68-16,15 5 76 15,7 8 19-15,2 9 21 0,7 6-5 16,2 10 5-16,-3 12 0 15,3 11-1-15,-3 0 4 16,-3 23-4-16,7 8 1 16,-4 7 0-16,-5 2 4 15,-6 1-1-15,-6 2 11 16,-2-4 13-16,-4-2-20 16,-5-4-2-16,-2-3-5 15,0-7 0-15,-12-4-3 16,-10-8-49-16,-11-5-1 15,-12-6-161-15</inkml:trace>
  <inkml:trace contextRef="#ctx0" brushRef="#br0" timeOffset="16697.96">4803 5092 526 0,'0'0'109'0,"0"0"-109"16,0 0 0-16,0 0 8 15,0 0 26-15,0 0-11 16,87 15-12-16,-50-11 8 16,6-3 6-16,7-1-25 15,15 0-13-15,7-10-55 16,7-13-105-16</inkml:trace>
  <inkml:trace contextRef="#ctx0" brushRef="#br0" timeOffset="18381.78">11832 4454 358 0,'0'0'91'15,"0"0"-1"-15,0 0-46 0,0 0-16 16,0 0-28 0,0 0 0-16,-13 24 9 0,-10 2 9 15,-1 6 18-15,-4 2-10 16,0-3 4-16,8-5-28 16,0-8 2-16,8-4 6 15,5-13-10-15,4-1 0 16,2 0 55-16,-1-14 28 15,2-19-41-15,0-15-42 16,2-8-63-16,11 1 51 16,-1 6-36-16,-6 7 22 15,0 11 25-15,-3 12 2 16,-2 8 1-16,4 11 4 16,-2 0 2-16,4 17-14 15,0 14 6-15,-1 10 0 0,-4 9-3 16,-2-2 7-16,0-1-4 15,0-7 0-15,6-12 3 16,-1-8-5-16,-2-11 2 16,-2-2 0-16,-1-5 0 15,0-2 5-15,0 0-5 16,-4 0 0-16,-19 0-26 16,-5 0-43-16,4-12-9 15,0-1 23-15,11 0 54 16,2-1 1-16,2 0 0 0,1 5 0 15,6-2 3 1,0 5 12-16,2-1-15 0,0 2 0 16,0 0 21-16,0-2 7 15,0 4 4-15,0 0 6 16,0 0 43-16,0 1 13 16,0 2-88-16,0-1-3 15,0 1 2-15,0 0-2 16,0 0-3-16,0 0 0 15,0 0-17-15,0 0 12 16,0 0-47-16,0 0 10 16,0 0 13-16,-1 0-25 15,-13 0 24-15,-9 0-10 16,-9 0-27-16,-2 3 38 16,10-2 2-16,9-1 27 0,6 0 1 15,9 0 35-15,0 0-12 16,0 0-24-16,0 2 7 15,0 2-12-15,20 1 5 16,8 0 0-16,15-5 5 16,14 0-3-16,7 0 32 15,7-13 3-15,1 1-18 16,-5 0 12-16,-5 3-31 16,-15 4 0-16,-14 2-5 15,-15 3-16-15,-18 0-56 16,-9 0-179-16</inkml:trace>
  <inkml:trace contextRef="#ctx0" brushRef="#br0" timeOffset="18881.29">12280 4610 590 0,'0'0'190'0,"0"0"-114"0,0 0-11 15,0 0-46 1,0 0-19-16,0 0-1 0,-17 28-30 16,11 25 31-16,-3 11-2 15,-8 5 2-15,1-2 0 16,-2-4 1-16,3-7 1 16,3-6-4-16,5-9-8 15,4-8-70-15,3-12-10 16,0-13-103-16,13-8-210 15</inkml:trace>
  <inkml:trace contextRef="#ctx0" brushRef="#br0" timeOffset="19347.36">12336 4589 694 0,'0'0'58'0,"0"0"-21"15,0 0 5-15,0 0-22 16,0 0-18-16,0 0-2 16,103-26-3-16,-57 26 3 15,-12 0-3-15,-13 7 3 16,-5 9 0-16,-6 7-2 15,-6 8 1-15,-4 9-1 0,-15 4-31 16,-22-2-22-16,-13-1 45 16,-3-7-35-16,5-5 17 15,12-8 27-15,12-10 0 16,11 0-6-16,10-7 7 16,3 4 0-16,0-1 16 15,6 3-8-15,12 4 22 16,7 4 1-16,3 8-15 15,3 2-12-15,-1 4-4 16,-6-2 0-16,-10-5 0 16,-9-6 0-16,-5-3-21 15,-8-1-6-15,-27-1-17 16,-10-2 1-16,-10-7-130 0,4-5-30 16</inkml:trace>
  <inkml:trace contextRef="#ctx0" brushRef="#br0" timeOffset="19458.98">12177 5174 130 0,'0'0'86'0,"0"0"-84"15,0 0-2-15,0 0 91 16,0 0-4-16,0 0-55 16,71-19 1-16,-55 19-15 15,3 0-14-15,5 0 8 16,3 0-12-16,0 0-163 16</inkml:trace>
  <inkml:trace contextRef="#ctx0" brushRef="#br0" timeOffset="21312.04">4930 4523 280 0,'0'0'37'0,"0"0"24"16,0 0-19-16,0 0 6 15,-94-8-44-15,70 13-1 16,1 6 8-16,6 0-8 16,-1 4 7-16,3 10-9 15,-1 9 1-15,-4 15 16 16,-1 11-16-16,-4 11 24 16,-2 3 12-16,0 1-16 15,8-3-2-15,7-5-12 16,12-2 0-16,0-6 19 0,25-1-25 15,11-4 7 1,10 1 10-16,7-6-10 0,3-3-2 16,4-7-7-16,7-6 0 15,0-10-7-15,6-10 8 16,-1-13-1-16,2 0 6 16,-4-19-5-16,-2-9 0 15,-4-5-1-15,0-9 0 16,-9-3 21-16,-6-8-7 15,-8-5 46-15,-4-9 5 16,-10-6-37-16,1-3 19 16,-10-5-29-16,-8-2-15 15,-10 6 13-15,0 0-16 16,-12 6 0-16,-17 11 3 16,-7 9-3-16,-12 12-1 0,-19 11-12 15,-16 9-6-15,-23 16 16 16,-14 3-24-16,-7 12 5 15,1 12-4-15,12 5-14 16,19 3 17-16,23 3-12 16,26 3-31-16,25-3 2 15,21-11-217-15</inkml:trace>
  <inkml:trace contextRef="#ctx0" brushRef="#br0" timeOffset="21474.64">5058 4813 194 0,'0'0'417'0,"0"0"-398"16,0 0-12-16,0 0-7 16,0 0-97-16,-42 86-185 15</inkml:trace>
  <inkml:trace contextRef="#ctx0" brushRef="#br0" timeOffset="22793.96">12112 4427 260 0,'0'0'41'0,"0"0"71"15,0 0-14-15,0 0-41 16,0 0-18-16,0 0-32 15,-49-20-3-15,35 41-4 16,-2 5 0-16,-6 12 3 16,-7 9 13-16,-2 10-15 15,-5 13 4-15,-3 6 12 16,2 6-17-16,6 2 3 16,8-6-3-16,8-3 0 15,11-7-8-15,4-6 8 16,10-6-6-16,19-4 1 0,8-7 9 15,6-6-6-15,14-5 2 16,15-10 0-16,17-10 9 16,16-10-9-16,5-4 0 15,0-9 0-15,-10-13 4 16,-9-6-4-16,-12-3 8 16,-18-2 33-16,-11 1 89 15,-13-3-76-15,-8-4-13 16,-4-3-22-16,-5-8 11 15,-6-4-21-15,-10-13-2 16,-4-5 3-16,-15-6-11 16,-16-9 1-16,-10-2 0 15,-6 2 0-15,-4 8 3 16,-4 13 1-16,3 18-4 16,-5 11 0-16,2 10-5 0,-3 10 5 15,-12 8-14-15,-12 9-3 16,-7 2-49-16,-4 22-32 15,14 10-47-15,22 2-31 16,28-5-95-16</inkml:trace>
  <inkml:trace contextRef="#ctx0" brushRef="#br0" timeOffset="22945.91">12316 4679 756 0,'0'0'30'16,"0"0"4"-16,0 0-34 15,0 0-197-15,0 0 40 16</inkml:trace>
  <inkml:trace contextRef="#ctx0" brushRef="#br0" timeOffset="24874.94">6337 4586 198 0,'0'0'72'0,"0"0"-36"15,0 0 13-15,0 0 30 16,0 0-31-16,0 0-12 0,-16 0 38 15,15-4-30 1,-1 1 8-16,1-2 12 0,1 3-22 16,-3 0 8-16,3-1-32 15,0 3-18-15,0 0 0 16,0 0-26-16,6 0-121 16,18 6 104-16,17-2-17 15,15-2-60-15,11-2-52 16,6 0-11-16</inkml:trace>
  <inkml:trace contextRef="#ctx0" brushRef="#br0" timeOffset="25022.42">7032 4523 379 0,'0'0'124'0,"0"0"15"15,0 0-51-15,0 0-65 16,0 0-23-16,95-2-130 15,-19-1-80-15,5-1-175 16</inkml:trace>
  <inkml:trace contextRef="#ctx0" brushRef="#br0" timeOffset="25191.53">7568 4512 409 0,'0'0'65'15,"0"0"-65"-15,0 0-37 0,0 0 37 16,0 0-8-16,80 9-4 16,-34-6-123-16,6-2-46 15</inkml:trace>
  <inkml:trace contextRef="#ctx0" brushRef="#br0" timeOffset="25344.64">8207 4495 415 0,'0'0'85'0,"0"0"-4"15,0 0-60-15,0 0-17 0,0 0-4 16,0 0-71-16,78-3 49 16,-16 9-190-1</inkml:trace>
  <inkml:trace contextRef="#ctx0" brushRef="#br0" timeOffset="25494.93">8828 4506 223 0,'0'0'237'16,"0"0"-237"-16,0 0-7 16,0 0-27-16,0 0 34 15,0 0-4-15,80 15-98 16,-37-13-64-16</inkml:trace>
  <inkml:trace contextRef="#ctx0" brushRef="#br0" timeOffset="25675.09">9424 4523 194 0,'0'0'255'16,"0"0"-230"-16,0 0 68 15,0 0-70-15,0 0-20 16,114-34-6-16,-65 34-27 16,12 3-89-16,2 9-114 15</inkml:trace>
  <inkml:trace contextRef="#ctx0" brushRef="#br0" timeOffset="25862.86">10022 4507 143 0,'0'0'33'0,"0"0"-1"16,0 0 17-16,0 0-21 15,0 0 24-15,0 0 72 16,84-9-93-16,-47 9-27 16,10 0-4-16,13 0-3 15,8 0-133-15,3 0-114 16</inkml:trace>
  <inkml:trace contextRef="#ctx0" brushRef="#br0" timeOffset="26021.92">10652 4443 529 0,'0'0'77'16,"0"0"-53"-16,0 0-8 16,0 0 3-16,0 0-6 15,0 0-13-15,47-16-11 16,-17 16 7-16,9 5-60 15,6-1-55-15,-2-4-75 16</inkml:trace>
  <inkml:trace contextRef="#ctx0" brushRef="#br0" timeOffset="26208.56">11144 4425 5 0,'0'0'92'16,"0"0"6"-16,0 0-19 16,0 0 41-16,0 0-73 15,100 2-47-15,-63-2-90 16,4 0-176-16</inkml:trace>
  <inkml:trace contextRef="#ctx0" brushRef="#br0" timeOffset="26363.73">11608 4431 321 0,'0'0'406'0,"0"0"-354"15,0 0 29-15,0 0-60 16,0 0-13-16,0 0-16 16,17-26-44-16,0 35-100 15,-2 4 88-15,0-6-191 16</inkml:trace>
  <inkml:trace contextRef="#ctx0" brushRef="#br0" timeOffset="36398.01">15369 4335 491 0,'0'0'63'0,"0"0"79"16,0 0-58-16,0 0-33 15,0 0-18-15,0 0 14 16,0 0-43-16,0-19-1 16,0 19 4-16,-1 0-5 15,1 0 6-15,0 0-8 16,0 0 2-16,0 6-12 15,-2 13 9-15,1 10 1 0,-5 8-2 16,0 7 4-16,-1 8-1 16,1 4-1-16,-4 2 0 15,3-4-2-15,4-12 2 16,0-13-9-16,3-12 2 16,0-10-51-16,0-7 49 15,13-8 9-15,23-25 0 16,8-13 0-16,5-8 0 15,-12 2 0-15,-8 4 8 16,-4 9-5-16,-7 9 25 16,0 10-28-16,-5 9-4 15,2 10-7-15,2 1-17 16,6 5-23-16,4 16 47 0,2 7 6 16,-3 5-4-16,3 1 2 15,-3 1 0-15,0-6 1 16,-2-10-1-16,-3-10 0 15,6-9 2-15,1-5 1 16,2-23 44-16,-1-9-29 16,-2-7-8-16,-7-1 36 15,-7 3-40-15,-8 1-1 16,-5 6 20-16,-3 7-17 16,-14 9 7-16,7 9-15 15,5 10-24-15,5 3-40 16,0 19-220-16,5 5 89 15,20-1-95-15</inkml:trace>
  <inkml:trace contextRef="#ctx0" brushRef="#br0" timeOffset="37529.84">16284 4492 587 0,'0'0'17'16,"0"0"63"-16,0 0-58 15,0 0-19-15,0 0-3 16,56-72-1-16,-42 61 1 16,-4 2 9-16,-7 1 0 15,-3 2 57-15,0 1-18 0,-10 3-32 16,-14 2-16-16,-10 2-13 16,-5 20 13-16,3 6-4 15,8 2 4-15,9 1-15 16,15 2-11-16,4 1 6 15,17 0 20-15,19-6-26 16,14-9 26-16,18-16-7 16,13-3 7-16,0-16 0 15,-6-19 4-15,-21-4-3 16,-14-5 42-16,-17 6 28 16,-9 8-44-16,-11 6 35 15,-3 7-40-15,0 8-14 16,-3 6-8-16,-8 3-8 0,0 1-3 15,3 18-40-15,1 4 11 16,7 4 30-16,0 2-20 16,0-2 16-16,9-7-3 15,5-9-12-15,-2-11 18 16,2 0 11-16,-2-14 11 16,1-11 49-16,-3-3-9 15,-5 0-15-15,-3 2-6 16,-2 7-2-16,0 3-16 15,0 10-12-15,0 6 0 16,0 0-9-16,0 3-12 16,0 14-30-16,10 7 50 15,8 3 0-15,9 3-3 16,10-3-10-16,3-7 14 0,3-13-14 16,-5-7 17-16,-7-20-3 15,1-18 4-15,-3-8 0 16,-3 0 10-16,-6-1-7 15,-9 2 5-15,-11 2 26 16,0 6-15-16,-18 10-11 16,5 15-3-16,1 10-4 15,4 2-10-15,1 24-11 16,-8 15 16-16,2 11-8 16,3 8 8-16,4 5-6 15,6 3-7-15,0 1-23 16,16-9 32-16,9-15-45 15,12-21 1-15,8-22 4 0,7-16 15 16,8-33 29-16,0-13 1 16,-5-9 3-16,-13 2 19 15,-12 1-3-15,-13 2 0 16,-13 9 64-16,-4 17-35 16,0 16-9-16,0 15-23 15,0 9-8-15,-1 9-18 16,-5 21 4-16,-4 13 5 15,1 13-7-15,0 5 8 16,1 0-1-16,0-2 0 16,8-3 3-16,0-10-9 15,0-12 6-15,6-14-12 0,1-16 10 16,3-4 3-16,10-20-1 16,6-16 0-16,6-7 6 15,-5 0-1-15,-8 11-5 16,-10 10 0-16,0 10-1 15,-6 7 4-15,0 5-6 16,0 0-18-16,3 9-21 16,4 13 31-16,-1 5 11 15,2 4 0-15,5 8-4 16,1 3 8-16,3 1-4 16,1-5 0-16,-1-7 1 15,1-10-6-15,-2-4 5 16,-1-7-9-16,-2-8 6 0,1-2-75 15,-1-2-42-15,-5-28-134 16</inkml:trace>
  <inkml:trace contextRef="#ctx0" brushRef="#br0" timeOffset="37719.89">16734 4403 417 0,'0'0'18'0,"0"0"-10"16,87 8 64-16,-26-2-11 16,14 1-26-16,17-3-19 15,12-3 15-15,5 1-18 16,3-1-10-16,-3 1-3 0,-3-2-116 16,-12 0-308-16</inkml:trace>
  <inkml:trace contextRef="#ctx0" brushRef="#br0" timeOffset="38063.7">17989 4557 459 0,'0'0'0'0,"0"0"8"15,0 0 32-15,0 0 26 0,0 0 7 16,85-82-5 0,-84 65 4-16,-1-5-24 0,0 0-28 15,-6 5-6-15,-10 3 6 16,2 5-17-16,1 8 0 16,0 1-3-16,-7 8-21 15,-3 19 2-15,-2 10 7 16,5 7-10-16,2 9-13 15,10 1 18-15,8-4 13 16,1-8-50-16,31-13-8 16,17-11 58-16,14-14-13 15,10-4-98-15,2-18-268 0</inkml:trace>
  <inkml:trace contextRef="#ctx0" brushRef="#br0" timeOffset="38380.37">18414 4356 779 0,'0'0'0'16,"0"0"-18"-16,0 0 17 15,0 0-4-15,-11 110 5 16,7-55 21-16,1 3-20 16,3-4 2-16,0-8 21 15,0-13-1-15,4-15-6 16,-1-10-17-16,-3-7 3 0,0-1 20 15,0 0 8 1,0-15 21-16,0-18-16 0,0-18-34 16,0-10-4-16,21-4-4 15,16 2 6-15,10 9-6 16,6 9 6-16,7 11-3 16,0 12 2-16,-4 10-25 15,-5 12-14-15,-6 0-33 16,-14 21-71-16,-16 4-63 15</inkml:trace>
  <inkml:trace contextRef="#ctx0" brushRef="#br0" timeOffset="38745.99">16463 5104 23 0,'0'0'30'0,"0"0"9"0,0 0 3 16,0 0-8-1,0 0 85-15,85 37 24 0,-4-44 4 16,35-23-43-16,25-3-24 16,27-4-16-16,8 3-15 15,-5 8-48-15,-11 3 1 16,-21 4-2-16,-22 3-7 16,-20 3-21-16,-22 2-47 15,-19-1-15-15,-15-4-179 16</inkml:trace>
  <inkml:trace contextRef="#ctx0" brushRef="#br0" timeOffset="38904.74">18017 4953 701 0,'0'0'197'15,"0"0"-109"-15,0 0-62 16,0 0-11-16,0 0-15 15,0 0-37-15,-3 22-170 16,6-13-36-16</inkml:trace>
  <inkml:trace contextRef="#ctx0" brushRef="#br0" timeOffset="44289.71">20615 4088 388 0,'0'0'74'0,"0"0"10"15,0 0-27-15,0 0-4 16,0 0 20-16,90-56-11 16,-53 45-25-16,8-1-8 15,6 3-6-15,3 1 8 16,5 3-29-16,2-1-2 16,0 3 0-16,-1-2 7 15,-6 2-8-15,-5 0 1 16,-9 3-17-16,-8 0 8 15,-16 0-92-15,-16 0-48 0,-16 5-144 16,-35 2 37-16</inkml:trace>
  <inkml:trace contextRef="#ctx0" brushRef="#br0" timeOffset="44455.92">20760 4103 501 0,'0'0'26'16,"0"0"1"-16,0 74 35 15,6-27-13-15,4 9-25 16,4 2-10-16,7-2-7 16,6-5-7-16,4-4 0 15,5-6-4-15,0-11-31 0,-6-9-127 16,-9-21-215-16</inkml:trace>
  <inkml:trace contextRef="#ctx0" brushRef="#br0" timeOffset="45872.77">21100 4289 634 0,'0'0'46'16,"0"0"-29"-16,0 0-3 16,0 0-9-16,0 0 17 15,73 97 2-15,-55-55 7 16,-1 3-27-16,-3 0 2 15,-3-4-5-15,-4-8 3 0,-2-12-2 16,-5-7-2-16,0-9 0 16,0-4 6-16,0-1-5 15,-12-3 38-15,-4-18-2 16,-4-9-34-16,2-1-6 16,8 1 2-16,4 4-23 15,6 5 24-15,19 1-42 16,21 1-28-16,11-2-20 15,6 2 28-15,3 4 27 16,-2 1-31-16,-5 1 58 16,-10 2 8-16,-11 2 12 15,-16 4 49-15,-8 2 15 0,-7 3 21 16,-1 0-12 0,0 0-85-16,0 0-1 0,-3 10-4 15,-10 11 4-15,0 1 1 16,3 1 0-16,6-4 7 15,4-2-13-15,0-5 6 16,0-4-1-16,0-4-4 16,3-4 10-16,9-4 9 15,4-14 50-15,2-6-61 16,-1-2 29-16,-7 1-13 16,-7 5-11-16,-3 4 17 15,0 7-23-15,0 6 4 16,0 1-6-16,0 2-11 0,0 5-2 15,0 15-42-15,7 10 53 16,16 1-1-16,16 1-6 16,15-5-6-16,14-13-12 15,8-14-41-15,-4-7 16 16,-8-27 32-16,-15-12 20 16,-7-7 15-16,-14-6 34 15,-7-3-10-15,-14-4-3 16,-7 4-29-16,-10 6 46 15,-18 12-31-15,1 13-7 16,9 18 2-16,5 13-15 16,4 8-4-16,-7 31-2 0,2 19 4 15,-2 18-2 1,8 18 2-16,6 10-6 0,2 11 4 16,17-1 2-16,8-10-2 15,5-15-3-15,-2-21 5 16,-4-19-2-16,-7-22 2 15,-5-9 0-15,-6-10 2 16,-5-8 2-16,6 0 2 16,2-26 18-16,5-18-12 15,1-17-12-15,-6-11-22 16,-6-1 11-16,-3 3 11 16,0 11 7-16,0 14 9 15,-3 15-16-15,0 11 0 0,3 10 1 16,0 3-1-1,0 0-6-15,7-7 6 0,22-3-79 16,14-8 31-16,8-9-36 16,8-6-11-16,3-6 30 15,-6-2-4-15,-2 0 69 16,-9 4 29-16,-12 4 17 16,-10 3 10-16,-13 5 20 15,-8 6-13-15,-2 12 44 16,0 6-58-16,0 7-31 15,0 5-18-15,0 32-18 16,-16 22 11-16,-6 23 4 16,0 12 3-16,2 7-10 15,10 2 10-15,10-2 0 0,0-7-3 16,17-12 6-16,4-21-4 16,-4-21 1-16,-1-15 0 15,-6-12-4-15,0-7 4 16,1-6 0-16,10-12 9 15,7-26 0-15,0-13-9 16,-9-13-7-16,-13-8-14 16,-6 4 19-16,-23 1-18 15,-10 6 20-15,2 14 9 16,8 12 6-16,10 13-9 16,9 11-6-16,4 8-2 15,6 3-7-15,29 0-11 16,19 0-11-16,13 0 0 0,-4 0 15 15,-14 0 15-15,-16 2 1 16,-15-1 0-16,-8 5 5 16,-4 4-5-16,3 7-3 15,-3 6 0-15,-4 0 5 16,-2 1-5-16,0 0 3 16,0-5-26-16,0-7-22 15,0-7-75-15,0-5-103 16,12-28-78-16</inkml:trace>
  <inkml:trace contextRef="#ctx0" brushRef="#br0" timeOffset="46022.66">23109 3933 749 0,'0'0'32'0,"0"0"55"16,0 0-57-16,0 0-30 15,0 0-115-15,21 75 72 16,13-21-56-16,16-9-155 15</inkml:trace>
  <inkml:trace contextRef="#ctx0" brushRef="#br0" timeOffset="46337.6">23609 4099 853 0,'0'0'85'0,"0"0"-28"16,0 0-54-1,0 0-3-15,0 0-80 0,0 0 64 16,46 38-15 0,-16-24-21-16,-3-5-3 0,-9-3 25 15,-8-6 30-15,-10 0 0 16,0-3 79-16,0-11-56 16,-22-1-16-16,-11-1-7 15,-8 5 1-15,-3 9 3 16,5 2-6-16,2 12 2 15,4 20 0-15,2 12-7 16,8 15 7-16,7 7-6 16,16 5-1-16,6-4-23 15,39-14-2-15,16-16 0 0,11-16 15 16,-2-18-17 0,-9-3-178-16</inkml:trace>
  <inkml:trace contextRef="#ctx0" brushRef="#br0" timeOffset="46653.8">21743 4920 648 0,'0'0'74'0,"0"0"-7"16,0 0-8-16,0 0-55 16,0 0 3-16,0 0-7 15,142-4 0-15,-57-4 22 16,22-1-4-16,23 4 2 16,19 0-6-16,21 3-12 15,6 2 3-15,0-3-5 16,-6-1-20-16,-18-6-28 15,-16-3-92-15,-18-6-7 16,-26-5-284-16</inkml:trace>
  <inkml:trace contextRef="#ctx0" brushRef="#br0" timeOffset="46837.08">23771 4757 892 0,'0'0'70'0,"0"0"16"16,0 0-25-16,0 0-25 16,0 0-36-16,0 0-13 15,2-11-25-15,-2 20-76 16,0 4-195-16,0-9-119 16</inkml:trace>
  <inkml:trace contextRef="#ctx0" brushRef="#br0" timeOffset="50716.75">16314 5456 485 0,'0'0'112'15,"0"0"-88"1,0 0 111-16,0 0-130 0,0 0-5 16,0 0-1-16,-91 44 1 15,70-9-2-15,3 6 4 16,2 10-2-16,0 10 0 15,3 3 4-15,7-3-5 16,3-8 1-16,3-16-17 16,3-15-44-16,22-16-7 15,11-6 62-15,9-16-1 16,4-15-41-16,-3-8 13 16,-10-4 35-16,-11 1 21 15,-12 3 58-15,-7 5 9 0,-2 10 17 16,-4 10-41-1,2 8-22-15,2 6-31 0,5 6-11 16,5 22-23-16,3 11 7 16,0 7-8-16,-1 1 12 15,-2 0-20-15,-1 0 10 16,-2-4-30-16,5-11-116 16,2-23-269-16</inkml:trace>
  <inkml:trace contextRef="#ctx0" brushRef="#br0" timeOffset="51565.44">16682 5688 804 0,'0'0'7'16,"0"0"-7"-16,0 0-47 16,0 0 46-16,21 84 2 15,-3-48 2-15,1-3-3 16,0-12 1-16,-2-6 4 15,-1-12-5-15,3-3 0 16,3-8 33-16,5-19-2 16,1-12-24-16,-4-4-7 15,-10-4-13-15,-6 5 7 16,-6 12 2-16,-2 10 4 16,3 11 71-16,1 7-60 15,4 2-11-15,7 0-13 16,5 10 13-16,4 11-8 15,-2 5 8-15,-5 3-26 16,-2 4 18-16,-2 1 2 0,0 1 6 16,-2-4 0-16,0-7-29 15,0-9 26-15,0-8-20 16,0-7 19-16,2-1 4 16,6-24 37-16,4-11 3 15,-3-9-11-15,-3-5-17 16,-8-5 43-16,-9 1-34 15,0 4-21-15,-23 9 8 16,-6 12-8-16,-1 11 0 16,5 8-7-16,3 7-5 15,9 3-18-15,4 0-16 16,4 1-68-16,5 4 19 0,14-5-24 16,28 0 40-16,18-3 74 15,8-15 5-15,1 1 1 16,-7 2 41-16,-6 1 9 15,-13 3 9-15,-12 4-25 16,-7 7-2-16,-7 0-24 16,-4 3 3-16,1 16-18 15,-4 10 6-15,-6 8 0 16,-4 9 0-16,0 6 1 16,0 9 4-16,0 2-5 15,8-6 0-15,1-10 1 16,1-18-1-16,-2-9 0 15,-4-12 2-15,-2-4 0 0,-1-4 3 16,-1 0 68 0,0-10 16-16,0-12-23 0,-7-4-61 15,-14-5-5-15,-4 6 19 16,3 8-16-16,5 10 1 16,5 7-4-16,6 8-5 15,-3 18-7-15,4 9 8 16,5 2-27-16,0-3 8 15,5-5-2-15,19-7 1 16,11-12-6-16,12-8-12 16,7-2 21-16,-1-8-114 15,-7-20-385-15</inkml:trace>
  <inkml:trace contextRef="#ctx0" brushRef="#br0" timeOffset="51707.25">17726 5839 62 0,'0'0'715'16,"0"0"-606"-16,0 0-20 16,0 0-67-16,0 0-22 15,0 0-33-15,40 13-19 16,-4-6-76-16,-1-7-222 16</inkml:trace>
  <inkml:trace contextRef="#ctx0" brushRef="#br0" timeOffset="53297.35">20851 5455 777 0,'0'0'51'16,"0"0"47"-16,0 0-41 15,0 0-57-15,0 0-6 16,0 0 1-16,-24 70 1 16,-1-14 4-16,-5 3 1 15,2-4 1-15,4-9-2 16,5-12 0-16,8-13 1 16,6-15 0-16,4-6-1 15,1 0 0-15,0-10 23 16,5-27-4-16,24-14-19 0,9-16-29 15,5 1-3-15,-7 8 25 16,-9 12-8-16,-6 15 15 16,-4 11 9-16,3 13-8 15,1 7 2-15,6 2-3 16,4 21 0-16,0 7-6 16,-2 2 6-16,-6 2 0 15,0-3-4-15,-7-3 4 16,-1-5-5-16,-3-11-18 15,1-12-19-15,4-1 42 16,7-26 15-16,2-10-7 16,3-11 14-16,-4 1-16 15,-7 3 9-15,-4 9 3 0,-4 13-17 16,-4 11 30 0,-1 8-31-16,2 3-7 0,5 3 4 15,8 18 2-15,9 8-3 16,1 5 4-16,-2 0-16 15,-2-4 14-15,-9-10-27 16,-8-9-1-16,-4-8 29 16,-5-3 1-16,3 0 0 15,3-11 37-15,-2-11-32 16,2 2 22-16,-4 4-25 16,-1 9 9-16,-1 5 15 15,2 2-26-15,0 9-6 16,3 18-27-16,4 9 19 0,-2 7 12 15,6-2-30 1,1 0-2-16,-2-4-39 0,-1-14-69 16,-7-19-195-16</inkml:trace>
  <inkml:trace contextRef="#ctx0" brushRef="#br0" timeOffset="53471.49">21513 5119 930 0,'0'0'30'0,"0"0"6"0,0 0-27 15,0 0-9 1,0 0-74-16,0 0 15 0,78 123-129 16,-44-74-229-16</inkml:trace>
  <inkml:trace contextRef="#ctx0" brushRef="#br0" timeOffset="53797.4">21889 5528 917 0,'0'0'47'16,"0"0"10"-16,0 0-57 15,0 0-3-15,0 0 3 0,0 0-22 16,63 50 21-1,-39-37-33-15,-4-4 6 0,0-9 5 16,-6 0 13 0,-1 0 2-16,-3-16-28 0,-1-7 31 15,-3-1-13-15,0 4 18 16,-4 7 11-16,-1 8 17 16,1 5-2-16,1 0-26 15,1 2-23-15,2 18 7 16,7 9 4-16,3 5-5 15,6 2-50-15,2-3-10 16,-4-4 13-16,-3-11-72 0,-8-14-211 16</inkml:trace>
  <inkml:trace contextRef="#ctx0" brushRef="#br0" timeOffset="54055.69">22307 5581 333 0,'0'0'465'0,"0"0"-365"15,0 0-18-15,0 0-59 16,0 0-19-16,0 0-8 16,0 8-1-16,0 1 5 15,0 5-9-15,3 3 9 16,-1 3 0-16,2 4-3 0,-2-4-4 15,2 3 1-15,-1-1-13 16,0-3-10-16,1 1 14 16,5-12-109-16,8-8-127 15</inkml:trace>
  <inkml:trace contextRef="#ctx0" brushRef="#br0" timeOffset="54234.54">22307 5233 838 0,'0'0'58'0,"0"0"-58"0,0 0-59 16,0 0-1-16,0 0-18 15,71 103-134-15</inkml:trace>
  <inkml:trace contextRef="#ctx0" brushRef="#br0" timeOffset="55165.01">22491 5661 896 0,'0'0'85'0,"0"0"-64"16,0 0-19-16,0 0-4 15,0 0-5-15,0 0-37 0,77 43 33 16,-53-40-28-16,-3-3 37 16,-3 0-3-16,0-17 8 15,-4-2-9-15,-3 2 3 16,-2 4-11-16,-5 6-22 16,4 5-62-16,-2 2-24 15,2 0 60-15,0 0 61 16,-6 0-6-16,2 5 7 15,-1-2 0-15,0 1 4 16,0 1-1-16,6 0-3 16,3-3 4-16,7-2-3 15,4 0 48-15,1-5-24 0,-1-6 0 16,-3 0 32-16,-4 2-28 16,-4 2 12-16,5 1-38 15,3 5 2-15,9 1-10 16,13 0-35-16,13 3-1 15,9 8 3-15,6-2-31 16,0 1-87-16,-6-5 5 16,-3-5-46-16,-11 0 151 15,-7-3 46-15,-13-12 147 16,-13-2 24-16,-3-1-4 16,-10 1-34-16,-4 2 1 15,0 1-40-15,0 3-11 0,0 5-80 16,0 6 3-16,-1 0-12 15,-5 0 5 1,-6 7-52-16,-1 10 43 0,-3 5-12 16,8 4 2-16,3-2 0 15,5 3-10-15,0-5 12 16,18-8-67-16,11-11 70 16,8-3 13-16,-4-10 4 15,-6-10 15-15,-3-1 22 16,-8-1-11-16,-3 0 19 15,-6 3-31-15,-5 7 7 16,-1 5 7-16,-1 4-7 16,2 3-4-16,3 0-19 0,8 0-36 15,11 13 1 1,13 6 1-16,8 1-14 0,0-6-8 16,-5-10 7-16,-7-4 37 15,-7-11 4-15,-1-16 8 16,0-11 39-16,0-9-32 15,-4-9-7-15,-13-3 0 16,-8-2 0-16,0 5 74 16,-16 10-7-16,2 11 30 15,6 18 2-15,5 12-84 16,2 5-15-16,-2 9-4 16,-5 32-45-16,-1 20 43 15,2 21 6-15,4 12-21 16,3 3 16-16,0-3-36 15,9-12-11-15,1-16-17 0,2-22-13 16,-3-27-23-16,3-17-275 16</inkml:trace>
  <inkml:trace contextRef="#ctx0" brushRef="#br0" timeOffset="55322.82">24210 5644 977 0,'0'0'33'16,"0"0"27"-16,0 0-60 16,0 0-13-16,0 0 2 15,0 0-57-15,0 15-127 0,5-8-50 16</inkml:trace>
  <inkml:trace contextRef="#ctx0" brushRef="#br0" timeOffset="60989.8">7706 6324 312 0,'0'0'193'0,"0"0"-83"0,0 0-6 15,0 0-12-15,0 0-56 16,0 0-21-16,0 0 23 15,-3-46-36-15,3 36 1 16,10-1 17-16,7-5-8 16,8-3-12-16,11 0 0 15,10 1 0-15,2 4-13 16,1 5-21-16,-7 8-13 16,-7 1-3-16,-14 1-9 0,-14 18-6 15,-7 5 14-15,-23 5 20 16,-19 3 14-16,-7-1 16 15,-3-1 1-15,9-7 7 16,11-3-6-16,14-5 21 16,14 0-12-16,4 4-9 15,0 1 19-15,18 5-19 16,7-1 7-16,0 0-2 16,-1-4 0-16,-6-1 0 15,-6-2-6-15,-4 0 0 16,-8 0 18-16,0 2-15 15,-3-2 21-15,-17 5 8 16,-5-3-16-16,-5 1 5 16,-4-6-21-16,-2-3 0 0,2-5 13 15,2-4-11-15,10-2-2 16,11 0 0-16,11 0 0 16,11-12-45-16,32-9-144 15,14-8-94-15</inkml:trace>
  <inkml:trace contextRef="#ctx0" brushRef="#br0" timeOffset="61289.67">8285 6478 649 0,'0'0'36'0,"0"0"20"16,0 0 46-16,-93 1-76 0,78 15-22 15,6 4 1 1,5 4-4-16,4 1-1 0,0 1 0 15,22-7 4-15,8-9-10 16,13-10 0-16,8-8 6 16,6-21 8-16,-5-4-4 15,-9-1-4-15,-13-2 9 16,-9 2-7-16,-12 3 26 16,-9 4-21-16,-11 4 3 15,-32 7-3-15,-14 11-7 16,-4 5-11-16,7 5-31 15,20 14-46-15,21 6-28 16,13-4-60-16,14-6-144 16</inkml:trace>
  <inkml:trace contextRef="#ctx0" brushRef="#br0" timeOffset="61972.8">8955 6353 868 0,'0'0'96'16,"0"0"-81"-16,0 0-15 15,0 0-8-15,0 0 8 16,20 89-3-16,-10-56 3 16,4-5-18-16,-2-9 10 15,-3-9-8-15,-3-8 16 16,-3-2 0-16,1-2 4 0,1-19 14 15,2-7-18-15,-1-3-9 16,3 4 6-16,0 8-7 16,3 8 2-16,0 7-14 15,0 4-28-15,-1 0 47 16,2 5-12-16,0 10 15 16,-1 2-3-16,6 4 5 15,3-1-2-15,1-3 0 16,2-7 0-16,-7-8-1 15,-3-2 1-15,0-6 0 16,-1-15 39-16,4-8-35 16,2-2 19-16,-6-2-15 0,-2 2-5 15,-2 8 34 1,-3 6-3-16,-5 6-30 0,1 8 2 16,7 3-6-16,0 0-10 15,7 17 10-15,7 4 0 16,6 5-14-16,4-1 14 15,5-3-18-15,0-6 14 16,-7-8-19-16,-1-8 11 16,-3 0 8-16,1-15 4 15,-2-9 2-15,-4-1-2 16,-5-1 0-16,-8 5 18 16,-5 6-1-16,-2 6-3 15,-1 5 6-15,-1 4-13 16,0 0-14-16,1 7 5 0,4 11 0 15,1 9-7-15,4 6 14 16,6 1-11-16,3 0 2 16,2-7-36-16,-5-10 3 15,-1-11-74-15,-2-6 62 16,2-11-7-16,-1-23-322 16</inkml:trace>
  <inkml:trace contextRef="#ctx0" brushRef="#br0" timeOffset="62111.63">9562 5966 882 0,'0'0'31'0,"0"0"4"0,0 0-35 16,0 0-41-16,53 91 24 16,-17-16-94-16,15-3-85 15,8-18-312-15</inkml:trace>
  <inkml:trace contextRef="#ctx0" brushRef="#br0" timeOffset="62407.62">10083 6399 667 0,'0'0'170'16,"0"0"-99"-16,0 0-41 0,0 0-30 16,0 0-11-1,0 0 1-15,-7 43 10 0,20-32-40 16,-1-5-1-16,9-6-15 15,4-5 37-15,1-16-23 16,-2-6-62-16,-5-1 89 16,-8 0 14-16,-8 5 1 15,1 7 87-15,-4 9 36 16,0 3-43-16,0 4-80 16,1 0 1-16,2 17-2 15,2 12-13-15,-2 3 14 16,0 6-5-16,0-1 0 15,5-4-42-15,2-8-42 16,-3-8-24-16,1-13-77 16</inkml:trace>
  <inkml:trace contextRef="#ctx0" brushRef="#br0" timeOffset="62838.01">10222 6464 669 0,'0'0'129'16,"0"0"-7"-16,0 0-78 16,0 0-31-16,0 0-9 15,88-89 0-15,-37 60-3 16,4-6-1-16,2-2 0 16,-2-3-13-16,-4 1 13 0,-14 1-13 15,-7 2 1 1,-11 4-6-16,-8 2 16 0,-7 5-4 15,-2 7 6-15,1 6-9 16,-1 5 9-16,-2 5 0 16,2 2-2-16,1 0-93 15,1 22-20-15,1 14 106 16,-1 7 9-16,1 9 5 16,-3-2 9-16,5-7 5 15,-1-7 14-15,-2-9-2 16,-1-7-1-16,-1-3-30 15,-2-5 6-15,0 2-2 16,-8 3-4-16,-23 3 0 16,-24 6 13-16,-19 1-13 15,-9 0-28-15,3-3-67 0,12-6-21 16,12-8-190-16</inkml:trace>
  <inkml:trace contextRef="#ctx0" brushRef="#br0" timeOffset="63122.57">9445 6723 450 0,'0'0'76'0,"0"0"9"16,0 0-59-16,-82 0-10 15,80 0 17-15,2 0-9 16,0 1-24-16,0 3 0 0,5 3 16 15,25-2-4-15,22-5 63 16,26 0-5-16,26-7-43 16,17-10-7-16,1 0-20 15,-6 0 0-15,-17 0-11 16,-21 5 9-16,-25 4-17 16,-23 3-16-16,-29 5-86 15,-21 0-7-15,-44 16-213 16</inkml:trace>
  <inkml:trace contextRef="#ctx0" brushRef="#br0" timeOffset="63288.23">9481 6885 553 0,'0'0'14'16,"0"0"5"-16,0 0 22 16,0 0 31-16,81 10 23 15,-16-8-52-15,19-2-32 16,20 0 7-16,15-2-18 15,16-15-53-15,3-11-171 16,-10-5-293-16</inkml:trace>
  <inkml:trace contextRef="#ctx0" brushRef="#br0" timeOffset="63427.55">10531 6715 864 0,'0'0'63'16,"0"0"41"-16,0 0-65 0,0 0 29 15,0 0-57-15,0 0-11 16,-20-19 0-16,25 25-92 16,10 5-85-16,1-9-117 15</inkml:trace>
  <inkml:trace contextRef="#ctx0" brushRef="#br0" timeOffset="82402.73">16284 6890 256 0,'0'0'71'0,"0"0"67"16,0 0-23 0,0 0-38-16,0 0-9 0,0 0-43 15,0 0 23-15,4-72-12 16,-4 67-20-16,0-3 11 15,0 3-12-15,0-1 9 16,0 0-10-16,0 2-13 16,0 0 28-16,0 1-25 15,-4-3-2-15,1 2 12 16,-2 0-10-16,-3 0 5 16,0-1-9-16,-1 3 0 15,1 2-7-15,-2 0 7 16,-5 0-5-16,-7 19 4 15,-11 18 1-15,-4 18-2 16,0 13 1-16,1 5 1 0,11 1-14 16,6-6 11-16,8-7-8 15,9-5 10-15,2-13-6 16,0-9 6-16,9-13-22 16,1-8 14-16,3-12-2 15,7-1 14-15,10-22-3 16,5-13 8-16,0-8-7 15,-8 6 7-15,-9 6 4 16,-9 7 4-16,-5 14 0 16,-2 2-7-16,0 8-5 15,-2 0-4-15,2 0-7 16,4 16-41-16,0 10 13 0,3 12 35 16,2 3-13-1,-3 6-15-15,2-2 25 0,-4-1-29 16,-5-5-35-16,-1-14-73 15,0-12-146-15</inkml:trace>
  <inkml:trace contextRef="#ctx0" brushRef="#br0" timeOffset="83335.39">16464 7146 573 0,'0'0'113'16,"0"0"-99"0,0 0-14-16,0 0-1 0,0 0 1 15,0 0-5-15,0 89 5 16,0-42 0-16,0-1 0 16,0-4 0-16,3-12 0 15,9-8-1-15,2-12 8 16,-1-10-4-16,8 0-2 15,0-17 9-15,1-15 17 16,3-8-26-16,-7-7-2 16,-6 0-34-16,-7 2 31 15,-5 11-1-15,0 7 5 0,0 8 0 16,0 7 27 0,3 4-27-16,10 7-5 0,5 1 5 15,5 4 0-15,-1 15-7 16,0 4 7-16,-4 6 0 15,-3 3-8-15,-3 1 11 16,-1 6-3-16,-3-6 0 16,0-3 3-16,1-9-10 15,0-9 4-15,-2-7-12 16,-2-5 14-16,1 0 2 16,5-14 55-16,2-13-50 15,0-7-1-15,0-3 40 16,-4 1-26-16,-2-3-9 15,-4 4 12-15,-3 0-4 16,0 2-9-16,0 7 26 0,0 4-29 16,0 2 0-1,0 6-6-15,0-1-14 0,0 0 12 16,0-4-36-16,13-5-14 16,17-8-9-16,10-5 18 15,9-3 35-15,-2 5-15 16,-2 7 23-16,-4 5 0 15,-4 5 4-15,-5 4-4 16,-7 2 16-16,-4 8-2 16,-6 4 32-16,-4 0-46 15,-3 9 4-15,-2 17-5 16,-4 15 4-16,-2 16-3 0,0 10 0 16,-5 3 4-16,1-1 5 15,4-13-9-15,0-10 0 16,0-12 5-16,1-14-2 15,1-7 0-15,-1-6-3 16,-1-5 1-16,0-2 15 16,0 0 33-16,0-2 14 15,-15-15-15-15,-10-2-47 16,-8 1-2-16,3 5 1 16,9 6 0-16,8 7-5 15,4 0 5-15,0 5-10 16,-3 19 5-16,0 11-5 15,3 6 8-15,6 0-4 0,3-8 2 16,0-9-12 0,15-10 13-16,10-10-6 0,11-4 9 15,12-3 0-15,12-23 0 16,-5-14-194-16</inkml:trace>
  <inkml:trace contextRef="#ctx0" brushRef="#br0" timeOffset="87630.39">21148 6735 64 0,'0'0'325'0,"0"0"-294"16,0 0-23-16,0 0 18 16,0 0-13-16,0 0-4 15,0 0 29-15,-17 114 0 16,-5-51 25-16,-8 9-37 15,-6-2-9-15,-5-9-1 16,7-8-11-16,2-14 5 16,14-17-10-16,6-10 0 15,8-8 5-15,4-4 2 16,-3 0 46-16,-2-16 56 0,5-18-103 16,0-18-6-16,11-13-104 15,20-13-26-15,8-3-20 16,4 6-134-16</inkml:trace>
  <inkml:trace contextRef="#ctx0" brushRef="#br0" timeOffset="88728.06">21148 6735 173 0,'63'-68'83'15,"-52"85"-58"-15,0 19 26 16,-2 11 52-16,-3 14-69 16,-2 10 0-16,-2 0-18 15,-2-3-14-15,0-11 24 16,0-16-22-16,0-14-3 15,0-12 8-15,0-10-3 0,0-5 4 16,-12 0 17 0,-6-15 43-16,-9-13-54 0,-10-8-16 15,-6-4 0-15,-1 0 9 16,6 5 6-16,8 5 21 16,12 9-17-16,9 8 8 15,6 8 7-15,3 4-26 16,10-1-8-16,26 1-7 15,21-4 7-15,13-3 6 16,9-3-6-16,-3-1 0 16,-5-2 1-16,-8 3-1 15,-16 2-5-15,-11 7 5 0,-14 2 0 16,-13 0-6 0,-2 0 5-16,-4 15-1 0,1 12-8 15,3 7 10-15,2 4 0 16,10 1-2-16,5-1 10 15,5-5-15-15,1-8 7 16,-3-9-2-16,-7-10-9 16,-1-6 12-16,0-5-1 15,1-21 8-15,1-8-6 16,-5-7 27-16,-5-6 2 16,-7-3-22-16,-4 3 27 15,0 6-24-15,-11 10 0 16,-3 9-3-16,5 11-4 15,6 5-1-15,1 6-4 0,2 0-7 16,0 0 2-16,0 0-45 16,5 0-40-1,14 0 48-15,8 0 42 0,3-11 4 16,-3-2-4-16,-7-2 0 16,-6 2 19-16,-4-3 4 15,-5 4 18-15,-5 1-10 16,0 1 3-16,0 3 7 15,0-1-41-15,-2 4 1 16,-2-1 4-16,1 4-2 16,0-1-3-16,3 2 0 15,0-2 0-15,0 2-16 16,0 0 16-16,0 0-15 0,0-3 9 16,0 3 3-16,0 0 3 15,0 0 0-15,0 0 2 16,0 0-4-16,0 0 2 15,0 0 0-15,0 0 0 16,0 0 0-16,-1 0-2 16,-4 0-3-16,-1 3 5 15,0 5-2-15,1 0 2 16,1-2 0-16,1-2-6 16,2-1 7-16,-1-3-2 15,2 1 1-15,0-1 0 16,0 0 2-16,0 0-2 15,0 0 0-15,0 0 23 0,0 0-13 16,0 0 5 0,0 0-12-16,0 0 5 0,0 0 4 15,0 0-12-15,0 0 0 16,0 0-1-16,0 0 4 16,0 0-3-16,0 0 0 15,0 0 1-15,0 0-1 16,0 0 0-16,0 0 0 15,0 0-2-15,0 0 4 16,0 0-2-16,0 0 0 16,0 0 0-16,0 0-2 15,0 0 2-15,0 0-11 0,0 6-3 16,0 7-75 0,0 7-140-16,0-5 53 0</inkml:trace>
  <inkml:trace contextRef="#ctx0" brushRef="#br0" timeOffset="89461.62">21800 6818 378 0,'0'0'124'0,"0"0"-68"15,0 0 16-15,0 0-30 16,0 0-27-16,0 0-15 16,24-8 0-16,13 1 10 15,11 4-10-15,9 0 0 16,10 0 0-16,2-1 0 15,0-4-27-15,0-5-9 16,-8-2-28-16,-10-1 41 16,-17 2 8-16,-17 0 15 15,-10 3 48-15,-7-2 1 16,0 0 0-16,-13 0-17 16,-17 2-13-16,-5 5 5 15,-4 6-24-15,7 0 0 0,3 7-3 16,10 14-1-16,7 7 2 15,8 5-3-15,4 6 5 16,7 3-10-16,20-3 6 16,9-8-14-16,14-14 4 15,4-13 14-15,0-4-4 16,-14-7 4-16,-17-7 0 16,-10 3 32-16,-12 4 64 15,-1 1-24-15,0 5-51 16,-16 1-21-16,-14 10 0 15,-8 22-10-15,-2 13 10 0,3 7-8 16,12 5 8 0,4 6 0-16,6 2 0 0,6 2 2 15,8-3 2-15,1-3-4 16,0-8 0-16,0-14 5 16,0-15-5-16,0-10 0 15,0-11 6-15,0-3-5 16,0 0 36-16,-11 0 17 15,-5-17-12-15,-5-3-27 16,-2-3-15-16,6 4-1 16,8 4-1-16,6 5-35 15,3 0-31-15,15-5-82 16,26-10-303-16</inkml:trace>
  <inkml:trace contextRef="#ctx0" brushRef="#br0" timeOffset="89627.9">22605 7103 608 0,'0'0'48'0,"0"0"-7"16,0 0 8-16,0 0-40 16,0 0-9-16,0 0 0 15,29 0-22-15,3 0-22 16,10 0-96-16,3 0-279 15</inkml:trace>
  <inkml:trace contextRef="#ctx0" brushRef="#br0" timeOffset="89778.47">22990 7074 662 0,'0'0'42'16,"0"0"-9"-16,0 0-33 15,0 0-21-15,0 0-42 16,89 15-195-16</inkml:trace>
  <inkml:trace contextRef="#ctx0" brushRef="#br0" timeOffset="89927.88">23469 7038 646 0,'0'0'28'0,"0"0"-28"15,0 0-4-15,0 0-6 16,0 0-19-16,0 0-1 16,0 23-145-16,0-23-126 15</inkml:trace>
  <inkml:trace contextRef="#ctx0" brushRef="#br0" timeOffset="93325.42">7728 7161 473 0,'0'0'96'15,"0"0"-35"-15,0 0 24 16,0 0-70-16,0 0-15 16,0 0-1-16,-15 10-9 15,6 21 9-15,-3 15 1 16,-4 11 0-16,-2 13 21 0,-1 8-15 16,2 5-4-16,4-5 7 15,7-4-8-15,3-10 13 16,3-16-14-16,0-15 0 15,18-16 0-15,9-14 0 16,3-3 0-16,2-17 8 16,-2-12-4-16,-4-3 1 15,-10-1-4-15,-10 1 39 16,-6-1-1-16,0 1-38 16,-9 1-1-16,-12 6 0 15,-4 6 5-15,2 2-11 16,1 6-12-16,1 2 11 15,12 4-8-15,4 2 15 16,5 2-2-16,25-3-7 0,18-2 6 16,12-2 1-16,6-3 2 15,-4 3 0-15,-2 2-1 16,-12-1 1-16,-7 3 0 16,-14 3-5-16,-8 1 10 15,-10 0-11-15,-4 4-2 16,0 15 8-16,-4 9-3 15,-17 2 3-15,0 2 0 16,3 0-1-16,9-6-16 16,6-2-17-16,3-10-30 15,12-10 24-15,16-4 39 16,8-11-11-16,3-20 12 16,1-3 49-16,-10-7 31 0,-2-2 4 15,-11 2-52-15,-11-1-2 16,-6 6 43-16,-8 4-49 15,-24 11-12-15,-19 13-12 16,-9 8-13-16,-4 11-35 16,12 19-53-16,15 7-31 15,27-3-15-15,10-7-144 16</inkml:trace>
  <inkml:trace contextRef="#ctx0" brushRef="#br0" timeOffset="94007.31">8871 7429 716 0,'0'0'7'0,"0"0"-7"15,0 0 0-15,0 0 8 16,10 90-6-16,-6-63-2 15,0-3 3-15,3-8 1 16,-3-6 0-16,1-3-4 16,-1-4 0-16,-2-3 10 15,1 0-4-15,6-7 85 16,7-15-51-16,0-5-28 16,6 4-15-16,-9 3 3 0,-4 10 0 15,0 3-8-15,4 6 8 16,1 1-1-16,2 0-9 15,2 6-9-15,1 5 14 16,2 2-6-16,2-1 11 16,-1-4-4-16,0-4 5 15,-5-4-1-15,1 0 0 16,-3-7 5-16,5-8 1 16,-3-2-6-16,-4 3 0 15,-5 2 12-15,-3 0-1 16,-1 3-2-16,-3 2-6 15,2 4 1-15,-3 2 18 16,2 1-22-16,4 0-16 0,5 0 7 16,12 1-7-16,5 10 16 15,4 1 0-15,1-1-14 16,-2-8-32-16,3-3-19 16,1 0 62-16,-5-13 1 15,-5-4 4-15,-9-2-1 16,-5 1 5-16,-5-1 14 15,-3 1 54-15,-1 4-55 16,-2 5 8-16,0 5 13 16,0 3-24-16,0 1-7 15,2 0-9-15,1 0-26 16,4 11-6-16,4 9 14 0,7 7 11 16,0-5-3-16,4-4-27 15,2-7-50-15,0-8-9 16,-6-3-167-16</inkml:trace>
  <inkml:trace contextRef="#ctx0" brushRef="#br0" timeOffset="94172.66">9648 7090 866 0,'0'0'92'16,"0"0"-59"-16,0 0-33 15,0 0-38-15,0 0-37 0,0 0 74 16,119 117-126-16,-68-74-28 16,-3-11-237-16</inkml:trace>
  <inkml:trace contextRef="#ctx0" brushRef="#br0" timeOffset="94698.3">10004 7342 539 0,'0'0'76'0,"0"0"-76"15,0 0 0-15,0 0-1 16,0 0 3-16,0 0-2 16,8 75 0-16,7-67-17 15,-3-5-1-15,2-3 4 16,-2 0 14-16,-4-8 21 0,1-6 11 16,-2-3 15-1,-1 2-20-15,3-1-10 0,3 5 10 16,0 3-25-16,10 0-2 15,1 1 14-15,1 4-13 16,9 3 2-16,1 0-3 16,0 0 0-16,-1 0-1 15,-3 0 1-15,-5 0 0 16,-2-13 1-16,5-9 2 16,2-8 0-16,1-5-3 15,-1-3-11-15,-5-1 7 16,-7 1-45-16,-10 3 30 15,-7 9 10-15,-1 9 7 16,0 6 2-16,0 8 0 0,2 3-13 16,4 0 0-16,0 14-3 15,-1 12 13-15,-2 8 3 16,-3 7 0-16,3 1 12 16,3-1-11-16,3-7 0 15,0-10 35-15,-4-8-12 16,-4-6-4-16,-1-1-3 15,0-1-7-15,-6 3 8 16,-13-3-10-16,-3 2-8 16,0-5 19-16,5 0-19 15,8-5-42-15,7 0-73 0,2 0-287 16</inkml:trace>
  <inkml:trace contextRef="#ctx0" brushRef="#br0" timeOffset="94879.48">10886 7279 513 0,'0'0'69'0,"0"0"27"16,0 0 127-16,0 0-139 16,0 0-66-16,0 0-18 15,0 0-20-15,0 3-109 16,0 1-149-16,0 1-144 0</inkml:trace>
  <inkml:trace contextRef="#ctx0" brushRef="#br0" timeOffset="102798.37">15830 7981 305 0,'0'0'86'0,"0"0"28"15,0 0-46-15,0 0-47 16,0 0 7-16,0 0-21 15,0 0-7-15,0-14 7 16,0 16-7-16,0 18-4 16,0 13 2-16,-10 13 4 15,-9 10 9-15,-8 10-1 16,-6 4-6-16,-4 3 17 16,-1-1-21-16,0-10 0 15,6-13 4-15,7-12-1 16,8-16 6-16,7-11-9 0,-3-9 0 15,7-1 39 1,0-23 14-16,6-21-53 0,2-17-5 16,24-15-42-16,7-4 21 15,1 2-10-15,-1 4 22 16,-2 6 4-16,3 7-28 16,6 8-9-16,4 11 38 15,-4 16 9-15,-7 10 43 16,-7 15-11-16,-8 1-30 15,-5 23-2-15,-7 17-3 16,-6 11 3-16,-3 6 0 16,-21 1 3-16,-6-6 0 15,-1-8-3-15,-1-8 0 16,3-12-2-16,3-2 2 16,1-8 0-16,7 1 2 0,3-3 1 15,3-4 1-15,5 3-4 16,7-4 0-16,0 5 0 15,7 1 0-15,22 1 0 16,8 3-2-16,11-1 7 16,11-3-6-16,7-9 1 15,10-4-48-15,3-4-29 16,-3-22-25-16,-7-6 44 16,-16-2 58-16,-15-2 44 15,-19 5 101-15,-16 3-5 0,-3 5 0 16,-6 3-41-1,-15 6-56-15,0 7-17 0,-2 7-26 16,3 7 8 0,1 20-19-16,7 9-2 0,9 4-19 15,3 1 17-15,12-1-26 16,19-10 16-16,8-8 2 16,2-13 23-16,6-9 0 15,-4-9 2-15,-5-14-2 16,-9-9 36-16,-11 3-4 15,-11 0 1-15,-7 5-8 16,0 5-15-16,-1 8 29 16,-8 5-39-16,3 6 0 15,2 2-10-15,-1 21-11 16,4 6 17-16,1 6 0 16,4 2-9-16,26-3 5 0,12-3-1 15,4-10 9-15,7-8-8 16,-8-13 13-16,-4 0-5 15,-3-23 0-15,-6-9 3 16,-7-3 18-16,-10-2-12 16,-7 1-4-16,-8 5 22 15,0 9-16-15,0 7-4 16,-6 7-7-16,6 5 2 16,0 3-9-16,0 0 7 15,0 17-39-15,4 13 34 16,12 8 6-16,6 2-2 0,6-3-8 15,2-9-18-15,3-8 0 16,0-11-68-16,-3-9-19 16,-5-32-149-16</inkml:trace>
  <inkml:trace contextRef="#ctx0" brushRef="#br0" timeOffset="102954.11">16849 7903 909 0,'0'0'97'16,"0"0"-97"-16,0 0-4 16,0 0-55-16,29 95 59 15,5-22-35-15,1 2-87 0,5-14-56 16,5-19-79 0</inkml:trace>
  <inkml:trace contextRef="#ctx0" brushRef="#br0" timeOffset="103230.85">17203 8277 540 0,'0'0'217'16,"0"0"-94"-16,0 0-122 16,0 0-1-16,0 0-6 15,0 0 6-15,25 62 0 16,-9-45-14-16,2-2 10 16,3-8-17-16,-1-4 19 15,2-3 4-15,-3 0-4 0,-2-8-3 16,-4 1-8-1,-5-1 3-15,-2 5 8 0,-2 1 2 16,5 1-4 0,0 1 1-16,2 0-1 0,6 0-2 15,7 9-2-15,7 1 2 16,8 1-36-16,7-5-65 16,-5-6-102-16</inkml:trace>
  <inkml:trace contextRef="#ctx0" brushRef="#br0" timeOffset="103715.39">15768 8906 648 0,'0'0'59'16,"0"0"-9"-16,0 0-50 16,0 0 0-16,0 0 1 15,113-3 4-15,-34 3 20 16,22 0-22-16,22 0 2 15,16-13 8-15,5-8-12 16,-2-1-1-16,-15 0-13 16,-18 1-26-16,-21 4 37 15,-25 4-37-15,-27 10 6 16,-33 3-49-16,-17 0-263 16</inkml:trace>
  <inkml:trace contextRef="#ctx0" brushRef="#br0" timeOffset="103885.53">15983 9046 482 0,'0'0'138'0,"0"0"-130"15,0 0 0-15,0 0 44 16,128 22 0-16,-68-22 0 16,12 0-33-16,14-9-14 15,15-4 7-15,11-5-12 0,16-3-45 16,3-8-82-1,-1-5-229-15</inkml:trace>
  <inkml:trace contextRef="#ctx0" brushRef="#br0" timeOffset="104021.59">17353 8765 775 0,'0'0'98'16,"0"0"-98"-16,0 0-3 15,0 0-217-15,0 0-174 16</inkml:trace>
  <inkml:trace contextRef="#ctx0" brushRef="#br0" timeOffset="104464.63">17886 8185 500 0,'0'0'49'16,"0"0"-42"-16,0 0 50 0,73-92-3 15,-58 60-2-15,-3-9 17 16,-3-4-68-16,-5-2 3 16,-4 2 8-16,0 11 1 15,0 9 34-15,-1 11-47 16,-2 6 0-16,1 8 0 16,2 8 0-16,-3 32-25 15,-4 27 21-15,-9 29 4 16,-4 22-5-16,-4 11 5 15,-4 0 0-15,-2-7 12 16,0-10-12-16,-3-20-9 16,-3-19-20-16,4-19-3 15,3-22-7-15,7-16-9 0,3-16 6 16,4-16-34 0,3-23-492-16</inkml:trace>
  <inkml:trace contextRef="#ctx0" brushRef="#br0" timeOffset="105265.2">17559 8518 18 0,'0'0'0'16,"0"0"108"-16,0 0 73 16,0 0-28-16,36-79-23 15,-12 67-42-15,9-1-17 16,14-4 6-16,14-2-44 16,11-1-19-16,10-3-14 15,7 2 4-15,0 0-15 0,-7 2 11 16,-21 5-20-16,-22 4 14 15,-21 5-6-15,-12 3 9 16,-6-1-5 0,0 3 5-16,-9 0-5 0,-12 0 8 15,-4 17 0-15,0 2-6 16,8 4 9-16,6-2-5 16,9 0 2-16,2-4-44 15,0-4-3-15,19-6 16 16,1-7 3-16,3 0 25 15,-4-10 6-15,-3-7-1 16,-6-2 2-16,-7-2 20 16,-3 4 58-16,0 6-26 15,0 4-24-15,0 5 9 16,0 2-32-16,0 0-9 0,0 0-20 16,11 12-2-1,6 8 9-15,8-3 13 0,8 1 0 16,3-7-6-16,0-10 11 15,-1-1-5-15,-5-21 0 16,0-15 3-16,-3-7 22 16,-8-6-19-16,-11-2 1 15,-8-2 26-15,-14 2-5 16,-16 5 12-16,2 15-17 16,10 13-5-16,8 17-3 15,2 1-15-15,1 24-15 16,-2 17 12-16,8 15-5 0,1 8 1 15,16 4-7-15,20-2-21 16,6-6 25-16,5-14-32 16,-6-16-23-16,-10-16-1 15,3-14 32-15,-1-32 34 16,4-20-3-16,-1-14 3 16,-8-7 11-16,-16-4 67 15,-12-2-28-15,-7 3-13 16,-17 8-22-16,2 18 38 15,8 20 4-15,10 18-31 16,2 12-22-16,2 0-4 16,0 24-42-16,3 30 37 15,5 26 5-15,2 16-4 16,-1 8 4-16,-2 0 0 0,3-8-14 16,3-10 13-16,1-11-30 15,11-19-15-15,0-16-6 16,2-23-85-16,3-17-317 15</inkml:trace>
  <inkml:trace contextRef="#ctx0" brushRef="#br0" timeOffset="117317.8">21109 8161 452 0,'0'0'88'16,"0"0"-12"-16,0 0-8 16,0 0-19-16,0 0 32 15,0 0-47-15,0 0-18 0,0 0 18 16,0-25-34-1,0 45-10-15,0 17 10 0,-4 15-7 16,-14 13 7-16,-7 7 0 16,-2-1 3-16,2-8 1 15,6-14-4-15,7-15 0 16,5-13 1-16,4-11 2 16,3-8-3-16,0-2 0 15,0-3 0-15,0-25 25 16,3-17-25-16,15-12-7 15,-2-3 4-15,0 4-12 16,-3 5 6-16,-2 5-17 16,-2 10-22-16,2 7 7 15,1 7 10-15,0 9-14 0,1 6 39 16,1 6-3 0,2 1 5-16,-1 0-2 0,4 4 6 15,-3 5-5-15,6 4 5 16,-2 2 0-16,3 4 1 15,2 6 1-15,1 2-1 16,-1 1-1-16,-5-2 0 16,-7-6-2-16,-7-8 2 15,-5-6-23-15,-1-6-26 16,0-1 2-16,-3-22 47 16,-4-8 37-16,2-7-34 15,5-4 36-15,0 2-15 16,0 3 1-16,12 6 14 15,8 2-9-15,3 4-24 16,0 8-6-16,1 7 0 0,1 10-4 16,-3 0 4-16,1 7-6 15,0 18 2-15,0 9-4 16,-1 10 7-16,-7 4 0 16,-1 8 1-16,-8-1 0 15,-2-1 0-15,-1-11 0 16,3-10-2-16,-1-13 2 15,5-12-18-15,3-8-9 16,7-3 16-16,5-22 2 16,3-12 9-16,-3-5 0 0,-6-4 3 15,-7-1 1 1,-6 5 51-16,-6 3 4 0,0 9-7 16,0 9 14-16,0 9-53 15,0 10 18-15,0 2 7 16,0 0-38-16,-6 14 0 15,-6 18-12-15,0 12 12 16,-3 10-6-16,3 1 6 16,4-1 0-16,8-7-4 15,0-14 4-15,0-15-13 16,10-11-11-16,8-7 18 16,7-19-4-16,12-20 10 15,6-14 0-15,-5-6 5 16,-10 1-1-16,-16 8-4 15,-12 10 0-15,0 15 0 0,0 11 19 16,-3 10-17-16,2 4 4 16,-1 10-6-16,2 21-19 15,0 13 6-15,6 11 8 16,22 1-17-16,15-6 1 16,6-10-42-16,10-18 6 15,1-17 12-15,-2-5-19 16,-2-19-24-16,-5-18 13 15,-14-3 60-15,-16 1 15 16,-16 7 30-16,-5 10 92 16,-5 5 1-16,-13 10-22 15,-5 7-23-15,-7 9-76 0,-1 20 10 16,-4 15-14-16,1 6 2 16,4 1 0-16,6-5-2 15,8-14 6-15,4-13-8 16,7-15 0-16,4-4-36 15,1-19 33-15,0-18 2 16,0-16-82-16,4-6-14 16,-4-2 26-16,0 5 30 15,-12 11-7-15,-1 11 52 16,6 13 99-16,3 12-9 16,4 9 26-16,4 0-56 15,21 25-54-15,9 11-12 16,9 10 6-16,1 7 0 0,9 8 3 15,2-6-3 1,2-9 0-16,5-9 0 0,0-15-6 16,-7-15-81-16,-7-7-26 15,-12-19-222-15</inkml:trace>
  <inkml:trace contextRef="#ctx0" brushRef="#br0" timeOffset="117491.54">22767 8393 817 0,'0'0'38'0,"0"0"-12"15,0 0-8-15,0 0-18 16,0 0-3-16,0 0-5 16,25 38-21-16,-3-33-17 15,6-5-77-15,7 0-180 16</inkml:trace>
  <inkml:trace contextRef="#ctx0" brushRef="#br0" timeOffset="117650.93">23109 8419 243 0,'0'0'465'16,"0"0"-320"-16,0 0-66 15,0 0-75-15,0 0-4 0,0 0-5 16,36-9-149-1,8 9 47-15,15-5-274 0</inkml:trace>
  <inkml:trace contextRef="#ctx0" brushRef="#br0" timeOffset="117800.98">23669 8378 812 0,'0'0'79'0,"0"0"-8"15,0 0-41-15,0 0-26 16,0 0-8-16,0 0-94 16,0 54-40-16,0-54-117 15</inkml:trace>
  <inkml:trace contextRef="#ctx0" brushRef="#br0" timeOffset="120731.48">7107 8419 247 0,'0'0'51'16,"0"0"53"-16,0 0-17 16,0 0-34-16,0 0 40 15,0 0-28-15,-7-81-59 16,4 73 73-16,2 0-28 16,-1 4-28-16,2 3 18 15,0 1-28-15,0 0 5 0,0 1-18 16,0 22-9-1,2 17 0-15,4 15 8 0,-6 15 0 16,0 1 0-16,0-1 2 16,0-12 4-16,0-10-5 15,0-10-14-15,0-8 13 16,0-9-63-16,0-19-57 16,0-4-56-16,6-33-294 15</inkml:trace>
  <inkml:trace contextRef="#ctx0" brushRef="#br0" timeOffset="121331.65">7422 8385 729 0,'0'0'55'0,"0"0"-8"16,0 0-42-16,117-72 9 16,-83 60-1-16,0 8-13 15,-4 4 21-15,-3 3-21 16,-5 19 0-16,-10 12-5 16,-10 5 0-16,-2 10-4 15,-20-1-10-15,-12-2 17 16,-4-7-13-16,3-7-1 15,9-9 9-15,12-9-16 16,11-8-15-16,1-4 30 0,15-2-40 16,23 0 44-16,12-11-3 15,9-9 7-15,1-2 0 16,-6-4-1-16,-7 2 3 16,-8 4 0-16,-11 6-2 15,-12 8 0-15,-6 1 28 16,-10 5-27-16,0 0-1 15,0 2 0-15,0 18 6 16,0 8-7-16,0 4 1 16,6 2 0-16,6-4 0 0,12-6 0 15,10-15-4-15,6-9-1 16,3-11 5-16,-5-17-2 16,-11-8 2-16,-8-2 0 15,-10-6 68-15,-9-1-1 16,0 1-22-16,-25 2 4 15,-14 10-16-15,-6 11-8 16,-4 15-25-16,7 6-10 16,13 4 7-16,16 19-85 15,13 7-7-15,19 0-8 16,23-4-4-16,11-9-179 16</inkml:trace>
  <inkml:trace contextRef="#ctx0" brushRef="#br0" timeOffset="122013.54">8768 8286 802 0,'0'0'40'0,"0"0"-40"15,0 0 0-15,0 0 0 16,41 89 0-16,-30-56 2 15,0-8 5-15,-4-5-7 16,-3-9 0-16,-1-5-1 16,-3-6 1-16,0 0 0 15,0 0-2-15,0-2 5 0,0-21 23 16,3-3-26-16,8-5 0 16,7 4-3-16,1 8-28 15,0 5 13-15,1 9 3 16,-4 5 1-16,4 0 6 15,-6 2-3-15,6 11 9 16,1 2-12-16,4 1 14 16,-4-2 0-16,0-4-1 15,-9-6 5-15,-1-4 0 16,2-4 3-16,3-17 3 16,4-9 57-16,1-2-62 15,-2-1-1-15,-6 5-1 16,-5 5 1-16,-3 8 10 15,-2 8-14-15,-1 6 0 0,7 1 16 16,2 0-16-16,3 11-8 16,5 6 7-16,4 2 2 15,2 3-8-15,5-4 7 16,0-5 0-16,2-6-9 16,-1-7-21-16,0 0 13 15,-2-16 11-15,-7-4 6 16,-10-2-7-16,-9 2 7 15,-3 2 0-15,0 3 17 16,0 4-3-16,-2 5 33 16,1 6-20-16,1 0-18 0,0 5-7 15,0 16-2 1,1 7-10-16,20 3-2 0,6-2 12 16,4-7-20-16,-1-8-9 15,-3-13-51-15,-10-1-20 16,-4-26-125-16</inkml:trace>
  <inkml:trace contextRef="#ctx0" brushRef="#br0" timeOffset="122155.52">9530 7857 379 0,'0'0'581'0,"0"0"-545"0,0 0-36 16,85 68-28-1,-37-1 16-15,-3 2-52 0,-1-15-148 16,6-25-292-16</inkml:trace>
  <inkml:trace contextRef="#ctx0" brushRef="#br0" timeOffset="122733.3">9990 8240 707 0,'0'0'69'16,"0"0"-66"-16,0 0-4 15,0 0 2-15,2 75 1 16,7-62-2-16,3-8-17 16,3-5 16-16,-1-1-40 15,2-20 41-15,-2-7 5 0,-4-6-3 16,-4 1 1-16,-4 5-3 16,-2 5 0-16,2 11-2 15,-2 7 2-15,3 5 0 16,0 0 3-16,5 0-3 15,5 17-9-15,2 3 7 16,3 2 2-16,-3-1-6 16,1-3 6-16,-2-4 0 15,1-4 0-15,3-8 3 16,2-2 1-16,3-7 0 16,2-18-2-16,3-9 14 15,4-12-16-15,-1-4 0 16,-1-3-6-16,-9 5 1 0,-6 9 1 15,-9 6-23-15,-6 10-3 16,0 6 26-16,0 5 8 16,0 6-4-16,0 4 6 15,0 2-1-15,4 0-10 16,8 12 4-16,2 13 1 16,11 6-6-16,6 7 6 15,2 5 0-15,-3-1 5 16,-8-3-5-16,-10-7 12 15,-6-8-5-15,-6-5-2 16,0 0 35-16,-4 1-18 16,-21 2-4-16,-5-2 3 15,-6 0-18-15,-2-3 8 16,4-3-11-16,6-1-11 0,4-4-52 16,12-7-26-16,10-2-109 15,2 0-145-15</inkml:trace>
  <inkml:trace contextRef="#ctx0" brushRef="#br0" timeOffset="122874.65">10653 8355 470 0,'0'0'143'0,"0"0"-4"16,0 0-18-16,0 0-58 15,0 0-63-15,0 0 0 0,0-32-290 16,6 12-133-1</inkml:trace>
  <inkml:trace contextRef="#ctx0" brushRef="#br0" timeOffset="127091.95">5140 6364 252 0,'0'0'92'0,"0"0"-8"16,0 0 23-16,0 0-48 15,0 0-3-15,0 0-50 16,-1-7 1-16,-2 0 34 15,1 3-14-15,-2-4-13 0,1 0 22 16,-4-1-9-16,2 1-5 16,0-1-2-16,-5 2-20 15,0-1 21-15,-4 2-21 16,1 1 0-16,-1 2-1 16,-2 2 2-16,7-1-1 15,1 2 0-15,0 0 1 16,-3 0-11-16,-1 10 10 15,-4 10-1-15,-1 4-4 16,4 7 8-16,1 6-6 16,3 1 0-16,5 2 3 15,4 3-5-15,0 0 5 0,0-3 0 16,0-4-5-16,8-12 4 16,6-11-30-16,7-11-22 15,0-2 29-15,10-20 16 16,2-9 8-16,-2-7-49 15,-5 1 8-15,-10-1 41 16,-11 3 5-16,-1-2-2 16,-4-1 1-16,0 4 67 15,0 4-12-15,-9 5 7 16,1 7-33-16,4 9-18 16,1 4 28-16,3 3-19 15,0 0-21-15,3 10-6 16,13 14-34-16,7 8 24 15,2 2 7-15,6 2 11 0,4-5-8 16,2-4 3-16,-1-10 0 16,4-3-7-16,-3-11 7 15,-1-3-28-15,-6-4-11 16,-3-21-66-16,-14-8-125 16</inkml:trace>
  <inkml:trace contextRef="#ctx0" brushRef="#br0" timeOffset="127324.8">5688 6227 583 0,'0'0'0'0,"0"0"-64"16,0 0 64-16,92 2 63 15,-49-6-9-15,5-5-45 16,0-2-6-16,6 2 8 16,-1-2-11-16,-1-3-3 15,-10 0-112-15,-18 3-354 16</inkml:trace>
  <inkml:trace contextRef="#ctx0" brushRef="#br0" timeOffset="127520.03">5746 6409 643 0,'0'0'174'15,"0"0"-174"-15,0 0-6 16,0 0-2-16,104 4 8 16,-47-14 37-16,9-4-32 15,-2-1-5-15,4 1 2 16,-1 0-2-16,-7-4-29 15,-15 0-130-15,-18-1-320 16</inkml:trace>
  <inkml:trace contextRef="#ctx0" brushRef="#br0" timeOffset="129073.86">4532 7669 483 0,'0'0'133'16,"0"0"-53"-16,0 0-27 15,0 0-5-15,95-65-28 16,-59 57-6-16,-1 8-14 15,4 0 5-15,-3 8-4 16,-1 13-1-16,-4 8 0 16,-7 2-2-16,-9-1 6 0,-9-3-8 15,-6-3 3-15,0-7-21 16,0-5 19-16,-6-8-8 16,-3-4 11-16,0 0 10 15,-3-13 15-15,0-8 5 16,3-6-23-16,8 0-4 15,1 2 12-15,5 1-15 16,18 5-18-16,4 1-10 16,-2 8-36-16,-1 6 42 15,-2 4 20-15,-2 0 0 16,1 3-10-16,-1 12 6 16,0 1 6-16,1 1-7 15,-4-1 12-15,-3-8-5 0,-3-1 0 16,-3-7-8-1,-3 0 2-15,-1-15 12 0,1-12 23 16,-3-6-14-16,-2 1-10 16,0 5 15-16,0 4 57 15,-7 6-57-15,3 6 28 16,4 7-30-16,0 4-2 16,0 0-2-16,0 0-14 15,18 15-20-15,15 6-53 16,7 4 73-16,5 2-4 15,1-5 4-15,2-7-19 16,-2-8-14-16,-7-5-26 16,-9-2 14-16,-8 0 8 15,-9-15-13-15,-1-6 7 0,-6-6-256 16</inkml:trace>
  <inkml:trace contextRef="#ctx0" brushRef="#br0" timeOffset="129260.38">5670 7386 353 0,'0'0'489'15,"0"0"-379"-15,0 0-110 16,0 0-1-16,83-6-1 16,-23 3 0-16,13 1 0 15,5-2-35-15,-4 0-37 16,-14-3-41-16,-23-3-126 0,-23 3-158 15</inkml:trace>
  <inkml:trace contextRef="#ctx0" brushRef="#br0" timeOffset="129469.28">5700 7592 833 0,'0'0'0'0,"0"0"-11"15,0 0 10-15,0 0 2 16,0 0 2-16,116 12 16 16,-56-14-11-16,7-18 31 0,9-3-33 15,5-3-3-15,8 0-3 16,-1 0-14-16,-18-2-109 16,-28 7-167-16</inkml:trace>
  <inkml:trace contextRef="#ctx0" brushRef="#br0" timeOffset="134537">17895 6495 372 0,'0'0'102'0,"0"0"-70"16,0 0 4-16,0 0 14 15,0 0 3-15,0 0-24 16,0 0 13-16,-48-78-27 16,41 69 0-16,-1 0 12 15,-1 1-16-15,-1-1 24 16,-1 2-3-16,-3-1-22 15,-4 1-2-15,-3 0-5 16,-6 0-2-16,-7 2-1 16,-8-3 1-16,-7 2-2 15,-8 0 1-15,-6 2-2 0,-4 3 1 16,-3-1 2-16,-3 1-2 16,4 1 1-16,5-2 0 15,3 2-4-15,1 0 4 16,4 0 0-16,1 0 0 15,5 0 3-15,2 0-2 16,5 6-1-16,0 4 0 16,-2 1-6-16,-1 4 6 15,0 2 0-15,-2 2-7 16,0 1 9-16,2-1-5 16,-3 3-1-16,2 0 0 15,3 1-10-15,1-1 9 16,-3 4-7-16,2-1 11 15,1 2-3-15,3-1 2 0,10-1-7 16,7-1-5-16,2-1 5 16,-1-3 6-16,-3 2 3 15,4 2 0-15,-7-1 1 16,2 0 0-16,-2 4-1 16,-1 0 0-16,3 2-1 15,-3 0 1-15,6-2 0 16,3-1 0-16,7-4 1 15,6 0-2-15,3 4 1 16,4-1 0-16,0 2-3 16,0-2 3-16,0-2 0 15,0-3-1-15,0-2 4 0,0-3-3 16,0 2 0-16,0-3 0 16,0 0 0-16,0 2 0 15,4 4 0-15,5 1-6 16,11 3 2-16,8 0 3 15,11 0-1-15,12-2 2 16,7-4-2-16,6 0 2 16,5 1-2-16,0-2 0 15,3 3 4-15,0-1 0 16,5-2-2-16,4-3 0 16,3-3-2-16,-1 0 2 15,2-8 0-15,0 0 0 16,-1-3 3-16,-1 0-6 0,-2 0 3 15,-5-6 0 1,-2-7 2-16,1 1-2 0,2-5 0 16,1-4-4-16,7-8 8 15,8-7-8-15,4-9-3 16,5-10 2-16,1-5-6 16,-4-5 11-16,-10-3-7 15,-10 3 7-15,-17-2 7 16,-14 3 24-16,-12 3 16 15,-11 6-22-15,-9 2 32 16,-10 6-34-16,-6-3-17 16,-5-1 7-16,-24 0-12 15,-12-2 2-15,-15 5-3 0,-15 1 0 16,-9 8-2-16,-4 8 2 16,1 8 0-16,-1 10 0 15,1 12 0-15,7 1-6 16,9 11-35-16,17 13-41 15,16 5 41-15,16 3-41 16,11 1-27-16,7-8-130 16</inkml:trace>
  <inkml:trace contextRef="#ctx0" brushRef="#br0" timeOffset="136381.66">23463 6423 98 0,'0'0'188'0,"0"0"-114"16,0 0 25-16,0 0-37 15,-97-73-13-15,62 56-20 16,-6 0-3-16,-8 1-26 16,-3 3 0-16,-2-2 5 15,0 2-1-15,2 0-1 16,-3 2 8-16,-2 1-4 15,-7 2 3-15,-8-2-10 16,-8 2 0-16,-4 0 12 0,-6 0-10 16,-2 1 0-1,-6 2 1-15,-8 0 1 0,-3 2 8 16,0 2-12-16,2 1 0 16,10 0-3-16,7 1 6 15,10 10-3-15,10 1 0 16,5 1 3-16,9 0-4 15,2 0 1-15,8 2 0 16,3 0 1-16,5 2-1 16,-1 3 0-16,3 1 0 15,-3 2 3-15,1 1 2 16,2 1-5-16,-3 1 0 16,-2 0 1-16,-3 4 2 15,-3-2-2-15,-3 2-1 16,-2-1 1-16,0-1-1 0,6 1 0 15,3-2 0 1,9 2 1-16,8 0 2 0,5 4-2 16,5 5-1-16,4 5 0 15,-2 5 0-15,5-2 0 16,2 0 0-16,4 0-3 16,3-4 5-16,0 1-4 15,7-2 2-15,17 0 0 16,6-1 0-16,10 3 0 15,7 2 0-15,5-1 0 16,0-4 4-16,-3-2-4 16,2-7 0-16,0-5 1 0,2-1-2 15,13-6 1-15,9 0 0 16,10-2 7-16,13-4-7 16,8-4 4-16,1-4-4 15,2-5 0-15,-6 0 0 16,-7 0 0-16,-1 0 0 15,-4-5 2-15,-5 0-1 16,5 1 2-16,1 0-3 16,-4-2 0-16,3-5 4 15,-1-3-4-15,3-8 0 16,13-11 0-16,10-12 3 16,8-8-3-16,-3-4 0 15,-11 2 0-15,-19 5 3 0,-18 10 2 16,-16 3-5-1,-18 5 26-15,-8 2-26 0,-9-2 17 16,-5 1 2-16,-5-5-15 16,-5-3 30-16,-7-8-30 15,0-3 16-15,0-3 3 16,-9-1-5-16,-4 1 12 16,2 8-13-16,-2 1-16 15,4 10 16-15,3 6-17 16,-2 3 0-16,1 5 0 15,0-1 4-15,-5 1-7 16,-1 1 3-16,-4 0 0 16,-1 4-3-16,1 5 3 15,2 1 0-15,1 6-3 0,-3 3-15 16,0 0-24-16,3 0 10 16,4 0-21-16,5 5 21 15,5 7-35-15,0 0-35 16,9-2-18-16,13-5-117 15</inkml:trace>
  <inkml:trace contextRef="#ctx0" brushRef="#br0" timeOffset="136523.55">23469 6439 507 0,'0'0'110'15,"0"0"-69"-15,0 0 28 16,0 0-16-16,0 0-53 0,0 0-86 15,0 0-42 1,-72 56-202-16</inkml:trace>
  <inkml:trace contextRef="#ctx0" brushRef="#br0" timeOffset="141231.46">5130 8358 116 0,'0'0'31'16,"0"0"29"-16,0 0-15 0,0 0 20 15,0 0-4-15,0 0-4 16,0 0-29-16,0 0-4 16,0-55 35-16,0 52-11 15,0 2-21-15,0-4 11 16,-3 1 10-16,0-1-15 15,3 0-2-15,-4-1-15 16,3 2-5-16,0 1 39 16,-2 2-50-16,3 1 6 15,-2 0-4-15,2 0 1 16,0 0-6-16,0 0 0 16,0 1-4-16,0 21-3 15,0 10 9-15,2 16-4 16,3 7 1-16,2 4 6 15,-1 3-6-15,-5-4 4 0,2-7 0 16,-3-7-2-16,0-10 2 16,0-13 0-16,0-9 6 15,2-9-4-15,-2-3 5 16,0 0-5-16,0 0-2 16,0-8 57-16,0-13-57 15,0-8 1-15,0-5-7 16,0 2-2-16,0 6-19 15,6 2-3-15,14 7 6 16,5 8 18-16,9 5-17 16,-2 4 23-16,-2 0-8 15,-5 6 8-15,1 10-3 0,-8 5 1 16,-3 7 2-16,-8 1-2 16,-7 2 2-16,0 0 0 15,-19 0 0-15,-6-3 4 16,-7-4-1-16,-8-2-3 15,-3-3 0-15,-5-5 26 16,-2-4-25-16,12-3 15 16,2-2-3-16,12-2-10 15,14-2 3-15,4-1-6 16,6 0-10-16,0 1-21 16,6 3-138-16,18-2-24 15,13-2-108-15</inkml:trace>
  <inkml:trace contextRef="#ctx0" brushRef="#br0" timeOffset="141470.24">5619 8570 793 0,'0'0'31'0,"0"0"-31"16,0 0-11-16,0 0 10 16,0 0 1-16,109 0 7 0,-55-2-7 15,-3-9-16-15,-2-1-7 16,-2 3-41-16,-6 1-37 16,-13 0-136-16</inkml:trace>
  <inkml:trace contextRef="#ctx0" brushRef="#br0" timeOffset="141671.26">5746 8774 97 0,'0'0'727'16,"0"0"-696"-16,0 0-9 15,0 0 23-15,0 0-45 0,0 0 8 16,42 3-9-1,-3-3 1-15,7-9 0 0,7-3-24 16,5-5-64-16,-1-9-55 16,-4-8-205-16</inkml:trace>
  <inkml:trace contextRef="#ctx0" brushRef="#br0" timeOffset="145691.28">5160 10651 164 0,'0'0'397'15,"0"0"-359"-15,0 0-29 0,0 0 19 16,0 0 8-16,0 0-4 16,101-71 21-16,-74 37-48 15,-6-2 12-15,-5-4 15 16,-5-5-3-16,-6-4 13 16,1-5-42-16,-4 0 4 15,-2 4-9-15,0 0 5 16,-3 5-36-16,-13 1-1 15,-8 5 17-15,-4 10 13 16,-4 5 6-16,1 10 1 16,6 8 25-16,8 4-10 15,4 2 1-15,10 0-13 0,0 10 2 16,-1 19-10-16,4 17 3 16,0 14 2-16,2 12 0 15,13 16 0-15,5 0 0 16,2 3 3-16,-3-11-3 15,-1-16 0-15,3-12-1 16,-3-13 1-16,-3-12-9 16,-4-11-44-16,2-13-35 15,-4-7-49-15,-2-33-119 16</inkml:trace>
  <inkml:trace contextRef="#ctx0" brushRef="#br0" timeOffset="145872.54">5028 10319 528 0,'0'0'42'0,"0"0"-42"15,0 0 0-15,0 0 16 16,0 0 26-16,114 81-14 16,-58-78-5-16,10-3-23 15,11 0 0-15,6-22-22 16,-6-13-270-16</inkml:trace>
  <inkml:trace contextRef="#ctx0" brushRef="#br0" timeOffset="146256.24">5786 10631 334 0,'0'0'161'15,"0"0"-48"-15,0 0-46 16,0 0 18-16,0 0-40 16,30-86-41-16,-27 60 20 15,-3 0-4-15,0 0-16 0,0 3 5 16,-24 7-9-1,-6 7 0-15,-3 9-10 0,1 1 6 16,2 26 4-16,9 9-7 16,3 7 14-16,9 7-7 15,7 0 0-15,2 3 0 16,11-2-13-16,22 1-8 16,13-12-13-16,15-13-39 15,11-21 27-15,8-6 27 16,-2-36-207-16</inkml:trace>
  <inkml:trace contextRef="#ctx0" brushRef="#br0" timeOffset="146637.35">6175 10310 66 0,'0'0'351'16,"0"0"-333"-16,0 0-12 15,0 0 67-15,0 0 9 16,84 6-27-16,-39-21-31 16,5-4-13-16,4-2 3 15,-3 1-14-15,-2 3-11 16,-4 5-16-16,-12 2-148 15,-17 4-186-15</inkml:trace>
  <inkml:trace contextRef="#ctx0" brushRef="#br0" timeOffset="146803.3">6229 10497 435 0,'0'0'345'0,"0"0"-345"16,0 0 8-16,0 0-8 15,106-4 14-15,-40-13-11 16,8-3-6-16,2-6-60 16,3-7-77-16,-10-4-280 15</inkml:trace>
  <inkml:trace contextRef="#ctx0" brushRef="#br0" timeOffset="148637.27">5758 10618 28 0,'0'0'6'0,"0"0"-6"16,0 0 17-16,0 0-11 15,0 0 11-15,0 0 13 16,-15-8-12-16,15 5-9 15,0 0 1-15,0 1-6 16,0 2-4-16,4-2-41 16,1 1-2-16,-2-2 16 15,0-1 27-15,-2-3 1 16,1 0 21-16,-1-3-6 16,-1 3 12-16,0-1-20 15,2 0 17-15,-2 2 9 0,1-1 15 16,-1 1-2-1,0 4-2-15,2 0-17 0,-2 2 43 16,0-3-7-16,0 1 6 16,0-3-6-16,0 0-35 15,0-2 17-15,0 0-16 16,0 1 3-16,0 0 7 16,0 1-40-16,0 1 5 15,0 1-1-15,0 1-2 16,0 2 9-16,0 0-11 15,0 0 0-15,0 0 2 16,-2 0-2-16,2 0 0 0,-3 0 0 16,0 0 2-1,-4 2-2-15,-2 5 0 0,-6 7 0 16,0 0-4 0,-4 4 6-16,-7 5-2 0,3 0 0 15,3 2-29-15,5 0-27 16,7-3-58-16,7-10-150 15</inkml:trace>
  <inkml:trace contextRef="#ctx0" brushRef="#br0" timeOffset="148782.44">5640 10647 279 0,'0'0'98'0,"0"0"-40"15,0 0 20 1,0 0-15-16,0 0-21 0,0 0-28 15,-24 29-14-15,14-11-64 16,-14-5-363-16</inkml:trace>
  <inkml:trace contextRef="#ctx0" brushRef="#br0" timeOffset="149720.34">5819 10721 110 0,'0'0'68'15,"0"0"2"-15,0 0 6 16,-55 76-25-16,41-56-16 16,1-1-22-16,1-4-6 0,6-3-7 15,0-4 0 1,-3-2 5-16,5-3-5 0,-1-3-63 16,4 0-59-16</inkml:trace>
  <inkml:trace contextRef="#ctx0" brushRef="#br0" timeOffset="149900.36">5692 10914 343 0,'0'0'172'0,"0"0"-93"15,0 0-15-15,0 0-13 16,0 0-28-16,0 0 2 0,-12 0-25 15,12 0-64-15,0 0-358 16</inkml:trace>
  <inkml:trace contextRef="#ctx0" brushRef="#br0" timeOffset="150867.99">5855 10568 233 0,'0'0'84'0,"0"0"5"16,0 0-32-16,0 0-41 15,0 0 5-15,0 0-18 16,-14 0-1-16,13 0 7 16,-1 0-4-16,-1 8-3 15,-1 3 12-15,-4 4-8 16,-2 9 16-16,0 5-11 16,-4 3-10-16,-4 2 12 15,3-4-13-15,2-5 0 16,-2-5 0-16,6-6 4 15,0-5 1-15,1-6-5 0,4-1 0 16,0-2 7-16,-1 0-3 16,1 0 6-16,2 0 6 15,-1 0-16-15,3 0 10 16,0 0-10-16,0 0-104 16,0 0-46-16,3 0 41 15,-1 5-43-15,-2 0 92 16,0 0 52-16,0-2 8 15,0-2 71-15,0-1 53 16,0 1 55-16,0-1-46 0,0 0-43 16,0 0 1-1,0 0-51-15,0 0 7 0,0 0-35 16,0 0 1 0,0 0-2-16,0 0-11 0,-9 9-202 15,-6-7-223-15</inkml:trace>
  <inkml:trace contextRef="#ctx0" brushRef="#br0" timeOffset="155814.18">7445 10130 408 0,'0'0'148'16,"0"0"-39"-16,0 0 5 15,0 0-45-15,0 0-28 0,0 0-5 16,0 0-19 0,-35-76-17-16,41 56 11 0,11-3-10 15,8-2-1-15,-1 3 0 16,4 2 4-16,-4 4-3 15,-1 7-1-15,0 2 0 16,0 7-13-16,-2 0-15 16,-8 7-17-16,-5 15 3 15,-8 5 2-15,0 5 33 16,-18 4-2-16,-9-1 9 16,0-3 1-16,8-6-1 15,5-4 0-15,11-2-1 16,3 2 3-16,0 1-7 0,9 5 5 15,10 2 0 1,5 3 17-16,0-1-14 0,-1-2-2 16,-6-5-1-16,-3-2 5 15,-5-5-2-15,-7-3-3 16,-2-1 0-16,0 3-3 16,-16 4 6-16,-16 1 4 15,-13 0-5-15,-4-3 5 16,-8-5-2-16,6-6-5 15,3-2 0-15,10-2 4 16,18-2-4-16,12-2-13 16,8 0-119-16,20-5-160 0,15-19-31 15</inkml:trace>
  <inkml:trace contextRef="#ctx0" brushRef="#br0" timeOffset="156146.3">7830 10176 514 0,'0'0'131'15,"0"0"-87"-15,0 0-41 16,0 0 8-16,0 0-10 16,-11 78 6-16,26-41-7 15,0-2 6-15,4-3 8 16,1-9-14-16,-1-11 0 15,5-12 8-15,3-7 2 0,-2-24 39 16,2-10-7-16,-3-8-27 16,-6 0 27-16,-8 1-41 15,-10 6 0-15,0 3 35 16,-25 8-32-16,-17 6 10 16,-13 15-14-16,-5 10 4 15,8 12-14-15,21 17-48 16,23 7-60-16,13-2-21 15,35-5-191-15</inkml:trace>
  <inkml:trace contextRef="#ctx0" brushRef="#br0" timeOffset="156407.97">8411 10120 784 0,'0'0'72'15,"0"0"-72"-15,0 0 7 16,0 0-6-16,79-14 7 16,-30 4-7-16,-1 0 20 15,-1-4-21-15,4 2 0 0,1-1 3 16,-2 0-3-1,-5 2-5-15,-13 2-76 0,-13-2-79 16,-19-2-228-16</inkml:trace>
  <inkml:trace contextRef="#ctx0" brushRef="#br0" timeOffset="156625.35">8536 9822 696 0,'0'0'61'16,"0"0"134"-16,0 0-162 16,0 0-25-16,0 0-8 15,0 0 3-15,23 30-3 16,7 20 0-16,4 12 1 0,-10 8-3 16,-3 2 2-16,-5 0-32 15,-1-10-37-15,4-14-67 16,3-20-107-16</inkml:trace>
  <inkml:trace contextRef="#ctx0" brushRef="#br0" timeOffset="157063.27">9123 9690 771 0,'0'0'102'15,"0"0"14"-15,0 0-102 16,0 0-4-16,0 0-10 16,0 0-3-16,9 53 0 15,21 1 6-15,4 4 0 16,3-5-3-16,-4-8-20 15,-6-15 9-15,-5-16-44 16,0-14 41-16,5-8 14 16,9-30 3-16,1-8 5 15,-1-8-8-15,-13 3 0 0,-16 8 22 16,-7 5 0 0,0 12 1-16,-13 7 16 0,4 10-26 15,4 7 3-15,5 2-16 16,0 19-38-16,0 22 8 15,11 16 18-15,9 12 0 16,5 4-43-16,3-6-22 16,-1-9-73-16,-2-16-63 15,-1-21-47-15</inkml:trace>
  <inkml:trace contextRef="#ctx0" brushRef="#br0" timeOffset="157378.31">9848 9841 730 0,'0'0'139'0,"0"0"-15"16,0 0-57-16,0 0-59 0,0 0-8 16,0 0-37-16,-54 25 30 15,32 17-10-15,-1 0 0 16,-1-10-9-16,5-10 2 16,4-10-15-16,0-11-6 15,3-1 27-15,-4-10 9 16,2-15-23-16,3-6-17 15,5-1 49-15,6 5 36 16,0 7 4-16,0 9 30 16,10 5-56-16,14 6-2 15,11 0-19-15,6 11 7 16,2 11-1-16,0 5-12 0,-1 2-33 16,-1-4-13-16,-1-8-82 15,-2-13-106-15,-3-4-75 16</inkml:trace>
  <inkml:trace contextRef="#ctx0" brushRef="#br0" timeOffset="157978.28">10120 9528 812 0,'0'0'133'0,"0"0"-83"15,0 0-49-15,0 0-1 16,0 0-21-16,-53 115 20 15,46-39 0-15,2 8 1 16,5-1-9-16,0-2 9 0,5-5-19 16,17-18 7-16,0-16-35 15,8-23 8-15,2-19 30 16,0-10 9-16,5-27 26 16,-1-9-15-16,-6-7 16 15,-11-2 1-15,-8 2-26 16,-11 9-2-16,0 8 8 15,-8 12 2-15,0 11 37 16,5 8-47-16,1 5 1 16,2 0-12-16,0 0-4 15,0 3-68-15,0 11-15 0,0 2 98 16,2 1-6 0,14-6-12-16,6-4 18 0,4-5-7 15,1-2 9-15,-7 0-2 16,-8 0 9-16,-6 0 20 15,-6 0 43-15,0 0-31 16,0 0-27-16,0 3-14 16,0 13-8-16,0 6 8 15,3 8-1-15,-3 5-12 16,6 0-8-16,5-8-24 16,16-13-93-16,13-14 102 15,11-15 36-15,2-21 7 16,-8-3-2-16,-14-2 42 0,-13 3 76 15,-18 1-64-15,0 1-27 16,-30 0 11-16,-11 8-35 16,-3 7 13-16,8 9-21 15,8 12 3-15,6 0-11 16,5 20-103-16,3 11 5 16,9 4-9-16,5-7-103 15</inkml:trace>
  <inkml:trace contextRef="#ctx0" brushRef="#br0" timeOffset="158200.35">11163 9550 793 0,'0'0'133'0,"0"0"-30"15,0 0-42-15,0 0-44 16,0 0-17-16,0 0-5 15,-3 1-73-15,0 52 62 16,-3 17 12-16,2 6-10 16,-5 2-56-16,0-6-23 15,-2-12-3-15,-2-17-24 16,1-20-164-16</inkml:trace>
  <inkml:trace contextRef="#ctx0" brushRef="#br0" timeOffset="158389.32">11050 9832 842 0,'0'0'83'0,"0"0"13"15,0 0-96-15,0 0 0 16,0 0-6-16,0 0 6 16,0-11-52-16,15 11-18 15,16 7 70-15,14-5-12 16,17-2-26-16,6-13-142 15,2-18-232-15</inkml:trace>
  <inkml:trace contextRef="#ctx0" brushRef="#br0" timeOffset="158727.52">11836 9561 798 0,'0'0'0'16,"0"0"-2"-16,0 0 2 0,0 0 13 15,0 0-13 1,0 0-16-16,45 0 16 0,-45 34-6 16,0 10 8-16,-4 2-2 15,-1 2 5-15,-1-4-4 16,6-3-2-16,0-5-59 16,0-12-82-16,15-13-175 15</inkml:trace>
  <inkml:trace contextRef="#ctx0" brushRef="#br0" timeOffset="159359.8">12154 9525 486 0,'0'0'121'0,"0"0"37"16,0 0-129-16,0 0-29 15,0 0-1-15,0 0 1 16,0 0 7-16,100 12-7 16,-77 2 0-16,-2 3 2 15,-6 3 0-15,1 2-4 16,-5 0-2-16,-3 5 4 16,-8-1-11-16,0 3 11 15,0-3-40-15,-3-1 39 16,-9-5-19-16,-3-6 1 0,5-5-4 15,0-6 23-15,0-3 8 16,4 0 36-16,0 0 54 16,3 0-40-16,3 0-45 15,0 0-12-15,0 0-1 16,0 0-12-16,18-5 6 16,20-8 7-16,7-3-1 15,8-1 7-15,-8-3-7 16,-14 4 11-16,-9 4 14 15,-14 7 9-15,-7 2 14 16,-1 3-48-16,0 0-1 16,0 0 0-16,0 0-13 15,0 0-17-15,2 11-20 16,-1 7 51-16,6 6 0 16,2 2 0-16,8-3-3 0,8-8-16 15,5-9-1-15,9-6 20 16,1-5 0-16,-4-17 4 15,-2-4 31-15,-14-1-16 16,-11 4 28-16,-9-2-7 16,0-1-22-16,-8 2 17 15,-17 6-35-15,-5 11-10 16,-11 7 8-16,-8 22-104 16,1 11-53-16,4-1-107 15</inkml:trace>
  <inkml:trace contextRef="#ctx0" brushRef="#br0" timeOffset="160125.57">8474 11157 235 0,'0'0'13'0,"0"0"13"15,-98 7 1-15,73-7 16 16,2 0 3-16,5 0 65 16,11 0 15-16,3 0-22 15,4 0 7-15,0-2-81 0,32-9-30 16,36-11 0-16,47-9 6 16,56-10-6-16,59-11 0 15,55-7 8-15,35-12-8 16,23-7 0-16,13-5 0 15,2-5 2-15,-5-3-12 16,-14-2 10-16,-24 3 0 16,-26 8 6-16,-31 10-6 15,-31 11 0-15,-41 11-1 16,-42 11-7-16,-45 11-3 16,-43 11-61-16,-39 13 11 15,-21 4-10-15,-54 12-49 16,-41 17-44-16</inkml:trace>
  <inkml:trace contextRef="#ctx0" brushRef="#br0" timeOffset="160542.29">11224 10593 680 0,'0'0'115'0,"0"0"-41"16,0 0-53-16,0 0-21 0,0 0-12 16,0 0 6-16,-12 122 9 15,6-61-5-15,1 2 2 16,3 0 0-16,2-7 0 15,0-8 0-15,0-10-3 16,2-11 1-16,15-11-37 16,12-10 4-16,5-6 30 15,5-6 5-15,-1-16 19 16,-8 0-18-16,-13 0 32 16,-12-1 46-16,-5 3-8 15,-19 0-22-15,-25 5-49 16,-13 8 2-16,-4 7-20 15,12 2 10-15,16 21-42 0,20 8-47 16,13-5-125-16,13-9-244 16</inkml:trace>
  <inkml:trace contextRef="#ctx0" brushRef="#br0" timeOffset="161034.21">13602 9945 699 0,'0'0'53'15,"0"0"47"-15,0 0-66 16,0 0-31-16,0 0-6 16,0 0 0-16,24-14 3 15,1 14-3-15,4 0 3 16,3-4 0-16,3-1 3 15,8-2-3-15,1 4-13 16,4-1-123-16,-7 2-96 16</inkml:trace>
  <inkml:trace contextRef="#ctx0" brushRef="#br0" timeOffset="161215.79">13477 10164 300 0,'0'0'551'0,"0"0"-551"16,0 0 0-16,0 0-7 16,0 0 7-16,127 1 0 15,-57-6 0-15,6-9-36 16,6-5-56-16,1-7-73 16,-2-6-386-16</inkml:trace>
  <inkml:trace contextRef="#ctx0" brushRef="#br0" timeOffset="161807.43">14205 9861 642 0,'0'0'113'0,"0"0"-64"0,0 0-29 15,0 0 16-15,0 0-34 16,0 0 18-16,67-57-2 15,-39 42-15-15,-2 3 5 16,3 1-8-16,-2 5 0 16,-2 6 0-16,-2 0-23 15,-8 0-77-15,-5 16-18 16,-10 4-12-16,0 3-13 16,-16 0 74-16,1-4 40 15,5-6 23-15,5-9 6 0,5-1 16 16,0-3 96-1,0 2 12-15,0 3-24 0,0 4-48 16,12 5 3-16,6 7-36 16,4 5-15-16,0 3 7 15,-3 3-11-15,-5-4 0 16,-6-3 7-16,-8-5-3 16,0-6-4-16,-8 0 3 15,-14-2 1-15,-6-2 5 16,-4-5-9-16,1-5 0 15,3 0 13-15,8 0-9 16,10 0-4-16,10-5 0 16,19-5-101-16,28-9-361 15</inkml:trace>
  <inkml:trace contextRef="#ctx0" brushRef="#br0" timeOffset="162075.86">14883 9972 659 0,'0'0'72'0,"0"0"60"16,0 0-95-16,0 0-32 16,0 0-4-16,-91 42-1 15,84-16-1-15,7 2-11 16,0-4-26-16,12-9-20 16,14-9 15-16,9-6 43 15,1-1 24-15,-2-18-23 16,-6-6 1-16,-8-3 50 0,-8 2-20 15,-9-3-1-15,-3 2-31 16,-5 5 7-16,-17 5-20 16,-5 10 12-16,-1 7-133 15,11 0-86-15,8 10-103 16</inkml:trace>
  <inkml:trace contextRef="#ctx0" brushRef="#br0" timeOffset="162264.1">15207 9994 732 0,'0'0'159'0,"0"0"-99"16,0 0-42-16,0 0-18 0,0 0 0 16,0 0-8-16,94-17 8 15,-35 8-14-15,12-1-8 16,-1-3-51-16,-7-4-82 15,-16-3-50-15</inkml:trace>
  <inkml:trace contextRef="#ctx0" brushRef="#br0" timeOffset="162457.08">15284 9757 677 0,'0'0'216'16,"0"0"-141"-16,0 0-63 15,0 0-12-15,0 0-8 0,0 0-4 16,8 60 12-16,17-16-15 16,7 9 15-16,4-2-51 15,-2-2-72-15,3-15-126 16</inkml:trace>
  <inkml:trace contextRef="#ctx0" brushRef="#br0" timeOffset="163140.44">16005 9743 494 0,'0'0'32'16,"0"0"57"-16,0 0-39 16,0 0-16-16,0 0 32 15,108-42 0-15,-76 42-55 16,-4 0 26-16,-2 9-37 16,-5 10 0-16,-8 9-1 15,-11 8-3-15,-2 6-2 16,-33 6-35-16,-12-1-2 0,-6-8 26 15,8-11-20 1,18-11 17-16,12-8 19 0,9-8-5 16,4-1 6-16,0 0 38 15,22-7 46-15,13-9-62 16,13-3-22-16,3-1 0 16,1 2 4-16,-5-1-1 15,-6 5 9-15,-15 1 12 16,-9 7-16-16,-7 2 31 15,-8 4-33-15,-2 0-1 16,0 0-5-16,0 0-1 16,4 4-6-16,1 11 4 15,2 3 3-15,4 1-11 0,-1-1 11 16,6-5-13 0,6-6 10-16,6-7 3 0,2 0-1 15,-2-12 1-15,-4-11 0 16,-9-5 24-16,-5 2-17 15,-5 2 23-15,-5 7 14 16,0 7-26-16,0 6 17 16,0 4-35-16,0 0 4 15,0 0-24-15,0 9-6 16,0 18-3-16,0 10 24 16,0 12 1-16,0 7 2 15,0 4-42-15,0-4-37 0,0-12-94 16,18-25-97-16</inkml:trace>
  <inkml:trace contextRef="#ctx0" brushRef="#br0" timeOffset="163423.11">16919 9906 989 0,'0'0'84'0,"0"0"-57"15,0 0-14-15,0 0-26 16,0 0-9-16,0 0-11 15,-27 35 32-15,15 2-9 16,2 1 9-16,6-4-15 16,4-9-33-16,0-10 39 0,20-6-23 15,13-9 30 1,8 0 0-16,5-17-1 0,-3-14-2 16,-10-3 6-16,-15-1 0 15,-15 3 69-15,-3 1-56 16,-16 2-10-16,-4 8 15 15,0 7-1-15,-2 14-17 16,-9 0-50-16,-6 19-190 16,-7 0-82-16</inkml:trace>
  <inkml:trace contextRef="#ctx0" brushRef="#br0" timeOffset="164005.24">17446 9994 585 0,'0'0'192'16,"0"0"-61"-16,0 0-49 16,0 0-43-16,0 0-38 15,0 0 0-15,66-55-1 16,-13 47-11-16,10 1 10 16,3 2-43-16,-7-2 9 15,-7 1-14-15,-11-5-59 16,-13-3-38-16,-12-6-253 15</inkml:trace>
  <inkml:trace contextRef="#ctx0" brushRef="#br0" timeOffset="164188.23">17606 9760 634 0,'0'0'120'16,"0"0"-31"-16,0 0-75 15,0 0-3-15,0 0-22 16,0 0 6-16,-3 112 5 15,6-56-7-15,16 5 7 16,12-2-2-16,12 0-36 16,4-2-67-16,2-9 1 15,-9-17-172-15</inkml:trace>
  <inkml:trace contextRef="#ctx0" brushRef="#br0" timeOffset="164441.11">18274 9777 568 0,'0'0'233'15,"0"0"-124"-15,0 0-94 16,0 0-13-16,0 0-4 15,0 0-10-15,-6 41 12 16,16 2 0-16,2 7-16 16,3 6 13-16,1-2-112 15,-7-7-75-15,2-14-118 0</inkml:trace>
  <inkml:trace contextRef="#ctx0" brushRef="#br0" timeOffset="165037.68">18542 9799 862 0,'0'0'29'15,"0"0"-29"-15,0 0 0 0,88 26 0 16,-59 3 0-1,-6 2-1-15,-4 3-51 0,-11 0-30 16,-8-4 21-16,0-2-23 16,-18-5 42-16,1-6 32 15,0-4-24-15,6-8 4 16,5-2 1-16,4-3 29 16,2 0 93-16,0 0 58 15,7-12-97-15,14-5-29 16,10-5 10-16,9 2-12 15,5 4-10-15,4 0-12 16,-2 8 17-16,-4 3-18 16,-10 0 0-16,-10 5 1 15,-9 0-1-15,-6 0-1 16,-5 0-7-16,0 0 5 16,-1 7-14-16,1 4 16 15,2 5 1-15,9 2 2 0,2 0-2 16,7 1-5-16,2-8-8 15,2-6 13-15,-4-5-3 16,-5 0 7-16,-7-8-4 16,-8-9 46-16,-3-7-17 15,0-2-13-15,-3-2-6 16,-11 2-10-16,1 5 84 16,2 5-61-16,5 9-7 15,1 7-16-15,-5 0-20 16,-6 12-94-16,-10 17 86 0,-3 7-59 15,-1 4 23 1,3 0-31-16,3-8-122 0</inkml:trace>
  <inkml:trace contextRef="#ctx0" brushRef="#br0" timeOffset="166020.84">15077 10926 352 0,'0'0'195'0,"0"0"-125"15,0 0-25-15,0 0-13 16,0 0-32-16,0 0 6 16,-72-33-7-16,61 29 3 15,3 3-2-15,5-1 16 16,3 2 21-16,0-3-37 16,33-2-15-16,49-8 15 15,54-5 47-15,67-10-23 16,59-2-1-16,39-7-23 15,38-5 7-15,22-6-2 16,9-5-5-16,4-5 0 16,-4-1-8-16,-21-3 8 15,-35-2-20-15,-43 2 16 0,-58 7 8 16,-51 8-3-16,-46 10-1 16,-45 15 0-16,-35 8 2 15,-28 10-2-15,-21 4-91 16,-43 7-23-16,-34 13-141 15</inkml:trace>
  <inkml:trace contextRef="#ctx0" brushRef="#br0" timeOffset="166488.4">17691 10762 689 0,'0'0'144'0,"0"0"-95"16,0 0 18-16,0 0-49 16,0 0-14-16,0 0-4 15,-42 40-2-15,27 4-13 16,0 9 15-16,4 10-13 0,0 7 12 16,3-1-64-1,5-5-18-15,3-8 5 0,6-17-5 16,24-16 54-16,12-20 10 15,4-3 19-15,2-21 16 16,-11-9 6-16,-13-1 75 16,-8-1 13-16,-13 2-54 15,-3 3 20-15,-19 2-58 16,-25 8-18-16,-9 4 0 16,3 10 0-16,7 3-7 15,17 17-80-15,12 2-193 16</inkml:trace>
  <inkml:trace contextRef="#ctx0" brushRef="#br0" timeOffset="168318.05">19722 10179 404 0,'0'0'149'0,"0"0"-115"0,0 0-18 15,0 0 16-15,0 0 2 16,0 0-7-16,0 0-26 15,16-19 4-15,5 8 41 16,9 4-8-16,7-3-30 16,4 7-8-16,0 3-16 15,0 0-93-15,-7 0-121 16</inkml:trace>
  <inkml:trace contextRef="#ctx0" brushRef="#br0" timeOffset="168517.21">19744 10364 658 0,'0'0'19'0,"0"0"-8"16,0 0-9-16,0 0 2 16,114 2-4-16,-59-2 3 15,6 0-3-15,6-5-18 16,-1-9-80-16,-4-5-226 15</inkml:trace>
  <inkml:trace contextRef="#ctx0" brushRef="#br0" timeOffset="172580.2">22747 9869 186 0,'0'0'77'16,"0"0"54"-16,0 0-22 16,0 0-47-16,0 0 7 15,0 0-14-15,0 0-20 16,0-14 12-16,0 13-33 15,0-2 3-15,0 1 5 16,0 0-2-16,0 2 22 16,0 0-30-16,0 0-2 15,0 0 25-15,0 0-35 16,0 0 0-16,0 0-2 0,0 0 2 16,-3 0-12-1,-6 0-1-15,-1 14 8 0,-4 8-12 16,-2 6 17-16,-1 6-14 15,1 7-16-15,3-3-16 16,5-2 7-16,5-10-47 16,3-11 9-16,0-7 36 15,15-8 39-15,10-3 2 16,6-17 21-16,4-6 12 16,-5-1 23-16,-9 0-3 15,-7 1 26-15,-6-3-3 16,-6 3-34-16,-2-1-24 15,-5-2 11-15,-20 1-28 16,-13-2 6-16,-15 4-7 0,-7 7-12 16,-3 13 12-16,11 6-68 15,13 12-81-15,17 7-124 16</inkml:trace>
  <inkml:trace contextRef="#ctx0" brushRef="#br0" timeOffset="172720.59">22649 9828 641 0,'0'0'112'0,"0"0"-59"16,0 0-53-16,0 0-59 16,0 0-193-16</inkml:trace>
  <inkml:trace contextRef="#ctx0" brushRef="#br0" timeOffset="174561.09">22243 9760 266 0,'0'0'118'0,"0"0"-32"15,0 0 23-15,0 0-26 16,0 0-28-16,0 0-3 16,-30-48-8-16,21 35-15 15,-6 1 19-15,-1-1-45 16,-11 4-2-16,-9 4 12 0,-12 5-13 16,-8 0-1-16,-1 8 0 15,4 13 2-15,12 1-15 16,11 5 13-16,11 2-25 15,7 5 23-15,9 4-30 16,3 1-1-16,19-9-8 16,23-7-15-16,16-15 32 15,14-8 20-15,2-7 5 16,2-17 14-16,-11-6-8 16,-15 3 12-16,-13 0 57 15,-20 4 5-15,-12 4-10 16,-5 0-45-16,0 2-17 15,-10 0 24-15,-6 4-32 0,3 6 1 16,5 4-1-16,7 3 3 16,-1 0-12-16,2 0-1 15,-3 17-30-15,3 13 34 16,0 11 6-16,0 9 0 16,0 9-3-16,0 3 3 15,0 1-11-15,0 2 11 16,0 1-4-16,0-3-4 15,0-7 6-15,1-8-26 16,4-8-7-16,0-9-43 16,-2-5 18-16,-3-9-130 15,0-10-150-15</inkml:trace>
  <inkml:trace contextRef="#ctx0" brushRef="#br0" timeOffset="177941.32">21302 9835 314 0,'0'0'141'0,"0"0"-68"15,0 0 6-15,0 0-20 16,0 0 19-16,0 0-22 0,0 0-12 16,-8-29-20-16,23 14-13 15,3 1-9-15,-2 3 15 16,-1 5-17-16,4 1 0 15,1 5-6-15,4 0 6 16,1 0-50-16,-3 12-38 16,-8 7 1-16,-8 8 45 15,-6-2-39-15,0 1 20 16,-9 0 14-16,-12-4 5 16,3-3 40-16,5-3 2 15,4-7 0-15,7 0 8 16,2-4 1-16,0 5 19 15,0 2 23-15,14 2-31 16,8 4 17-16,2 1-22 16,-2-2 5-16,-4 2 3 0,-3-2-22 15,-4 0 3-15,-7 2 9 16,-1-2-12-16,-3-2 2 16,0-3-3-16,0 2 0 15,-9-2 10-15,-15 4-10 16,-8-1 0-16,-6 3 10 15,-9-4-7-15,-3 1-3 16,1-4 0-16,12-5-9 16,16 4 7-16,21-6-65 15,12-4-247-15</inkml:trace>
  <inkml:trace contextRef="#ctx0" brushRef="#br0" timeOffset="178558.01">21029 10597 403 0,'0'0'82'0,"0"0"-28"15,0 0 7-15,0 0-38 16,0 0 12-16,0 0-31 15,-77-1 3-15,77 1-5 16,0 0-2-16,27 0 0 16,26 0 10-16,33 0 19 15,33-4 6-15,35-9 12 16,29-8-20-16,26-5 0 16,14-3-27-16,-3-5 0 15,-18 0-4-15,-17 2 4 16,-29 5-3-16,-29 1-1 15,-33 7 4-15,-33 7-4 0,-31 7 4 16,-21 5-6-16,-21 5-94 16,-51 26 46-16,-42 5-25 15</inkml:trace>
  <inkml:trace contextRef="#ctx0" brushRef="#br0" timeOffset="179192.26">21546 10928 553 0,'0'0'104'0,"0"0"25"16,0 0-64-16,0 0-44 15,0 0-21-15,0 0 0 16,-37 24-16-16,25 6 16 15,-1 9 0-15,2 5-1 16,2 6 3-16,-1 3-6 16,7-3 4-16,3-6 0 15,0-9-10-15,7-10 10 16,13-10-9-16,2-11 6 0,3-4 3 16,2-2 16-16,2-18-12 15,-6-2 11-15,-6-3 34 16,-10 1-18-16,-7-1 7 15,0 3-18-15,-22 0-19 16,-11 5 10-16,-9 3-11 16,-8 13-10-16,-1 1 9 15,11 13-122-15,20 3-141 16</inkml:trace>
  <inkml:trace contextRef="#ctx0" brushRef="#br0" timeOffset="181929.41">23322 10024 345 0,'0'0'68'16,"0"0"57"-16,0 0-49 15,0 0-28-15,0 0-18 16,0 0-6-16,0 0 25 16,-2-7-19-16,2 6 4 15,0-1 8-15,0-1-25 16,7-7-12-16,12 3-5 15,6-1 0-15,4 3-15 16,4 4-28-16,3 1-74 0,-7 0 20 16,-6 0-84-16,-14 2-77 15</inkml:trace>
  <inkml:trace contextRef="#ctx0" brushRef="#br0" timeOffset="182118.08">23227 10190 453 0,'0'0'109'16,"0"0"-61"-16,0 0 20 0,91-11-25 15,-52 3-10 1,0-2 14-16,-2 1-42 0,-1 3-2 16,-7-1-3-16,-5 5-7 15,-9 0-89-15,-15-1-204 16</inkml:trace>
  <inkml:trace contextRef="#ctx0" brushRef="#br0" timeOffset="185401.98">23998 9685 113 0,'0'0'158'16,"0"0"-114"-16,0 0-8 15,0 0-12-15,0 0-5 16,0 0-16-16,-4-22 24 16,4 19-25-16,0-1 40 15,0-1 15-15,0 2-14 16,0-2-5-16,0 2-1 16,0-1-32-16,-3 0 28 15,-2-1-29-15,2 2-2 16,-1 0 20-16,4 0-10 15,-3 0-1-15,3 2 3 16,0 1-11-16,-3 0 25 0,3 0-28 16,0 0 0-16,0 0 9 15,0 0-7-15,0 0 2 16,0 0-4-16,0 0 0 16,-1 0-17-16,-4 0 13 15,-1 12 2-15,-4 8-3 16,1 2 10-16,-3 6-6 15,-3 0 1-15,3 1 0 16,-4 4-1-16,3-1 1 16,-1 1 0-16,2-1-2 0,1 0 4 15,1 3 0 1,2-2-2-16,4 0 0 0,-1-4-5 16,5 0 5-1,0-7-12-15,0 0-1 0,0-5-26 16,9-1 18-16,-1-3 2 15,1-6-12-15,-3-2 25 16,-3-5-1-16,0 0 7 16,0 0 8-16,-1 0 7 15,5-2 42-15,0-10-51 16,0 2 13-16,1 0 1 16,2 0-20-16,1-2-5 15,-2 1 3-15,-1 3-6 16,0 0 6-16,-5 2 2 15,0 3 0-15,-3-2 25 0,0 2 14 16,0-1-8-16,0-1-3 16,0-5-20-16,-7 3 14 15,-5-3-22-15,0 1 0 16,-1 2 3-16,-3 0-3 16,-3 4 0-16,-3 0-1 15,1-1-4-15,2 4 0 16,9-1-21-16,8 1-7 15,0 0-12-15,2 8-138 16,0 1-18-16</inkml:trace>
  <inkml:trace contextRef="#ctx0" brushRef="#br0" timeOffset="186183.44">24209 9749 529 0,'0'0'124'0,"0"0"-24"16,0 0-15-16,0 0-46 16,0 0-35-16,0 0-4 15,-24 4 2-15,21 19-3 16,3 7 1-16,0 2-28 16,3 1-12-16,16-4-65 15,5-5 34-15,2-9 26 16,-1-9 4-16,-4-4 37 15,-8-2 3-15,-4 0 2 16,-8 0 59-16,-1 0-36 0,0 0-20 16,0 0 4-16,0 1-2 15,0 2-10-15,0 4 4 16,0 2 0-16,0-1 16 16,-13 3-14-16,0 0 16 15,-7 3 33-15,-1-1-42 16,-3 1 4-16,-3-1-13 15,1-2 5-15,1-1 0 16,-2-1-5-16,-6-3-15 16,0-4-56-16,6-2-188 15</inkml:trace>
  <inkml:trace contextRef="#ctx0" brushRef="#br0" timeOffset="186401.24">24258 9679 658 0,'0'0'71'0,"0"0"34"16,0 0-62-16,0 0-14 15,0 0-25-15,0 0-4 16,137-57-2-16,-68 54-17 0,10 3-19 15,-3 0-113 1,-2 0-130-16</inkml:trace>
  <inkml:trace contextRef="#ctx0" brushRef="#br0" timeOffset="187332.15">23716 10760 333 0,'0'0'317'0,"0"0"-234"16,0 0-56-16,0 0 21 0,0 0 8 15,0 0-56-15,0 13 0 16,0-6-1-16,2 3 2 16,10 5-8-16,0-1 7 15,-3 0-33-15,-3-3-14 16,-3-5-9-16,-3-3 20 15,1-3 31-15,4 0 5 16,3-14 66-16,5-6-65 16,-1-3 0-16,-1 5 101 15,0 4-56-15,-3 7-34 0,5 4-12 16,0 3 4 0,8 0-10-16,3 4 0 0,0 7-16 15,1 0 19-15,-1-2-17 16,-5-2 20-16,-7-4-1 15,-5-3 4-15,1 0 6 16,0 0-9-16,2-2 0 16,3-7 8-16,-2-1-5 15,-5 1-3-15,-1 4 1 16,-3 2 3-16,-2 2-8 16,1 1 4-16,-1 0-4 15,5 0-8-15,4 0-73 0,3 7 81 16,8 1 2-16,0-1 4 15,-3-1-6-15,-1-5-8 16,-5-1-3-16,1 0 9 16,-4 0-4-16,2-11-13 15,-1-6-15-15,1-3-13 16,-4 0 51-16,-3 2 16 16,-3 2 47-16,2 5 64 15,-2 4-55-15,0 5-31 16,3 2-41-16,5 0-8 15,3 0-23-15,7 10 16 16,4 5 5-16,3 0 5 16,1-1-39-16,-4 0-29 15,-7-6 19-15,-9-7-123 16,-4-1-228-16</inkml:trace>
  <inkml:trace contextRef="#ctx0" brushRef="#br0" timeOffset="187473.01">24315 10328 839 0,'0'0'55'0,"0"0"10"15,0 0-65-15,0 0-3 16,0 0-88-16,0 0 45 16,83 102-72-16,-48-65-59 15</inkml:trace>
  <inkml:trace contextRef="#ctx0" brushRef="#br0" timeOffset="187799.19">24553 10618 551 0,'0'0'178'16,"0"0"-174"-16,0 0-8 16,0 0-1-16,0 0 5 15,0 0 0-15,43 76 3 16,-31-67-3-16,6-9 0 15,0 0 0-15,5-13 14 16,3-10-14-16,-3-4-12 16,-10 5 4-16,-5 8 8 15,-5 7 26-15,-1 6-8 0,0 1-18 16,-1 0-8-16,1 8-32 16,3 12 37-16,-1 5 0 15,2 5 3-15,2-1 0 16,-1 0 0-16,0-2 0 15,-7-5-8-15,0-1 0 16,-4-1-44-16,-15-5-72 16,-2-7-173-16</inkml:trace>
  <inkml:trace contextRef="#ctx0" brushRef="#br0" timeOffset="188027.68">23782 11008 572 0,'0'0'0'0,"0"0"4"16,0 0 13-16,0 0-2 15,0 0 12-15,118 35 13 16,-70-35 9-16,8-4 4 16,7-12-11-16,0-1-41 15,-4 0 21-15,-6 3-22 16,-13 1-6-16,-10 8-5 15,-14 5-82-15,-16 0-128 16,0 0-227-16</inkml:trace>
  <inkml:trace contextRef="#ctx0" brushRef="#br0" timeOffset="188200">23797 11192 696 0,'0'0'121'15,"0"0"-119"-15,93-5-2 16,-30-2-11-16,12-5-6 16,9 0-84-16,5-2-70 15,-5-5-162-15</inkml:trace>
  <inkml:trace contextRef="#ctx0" brushRef="#br0" timeOffset="188337.88">24627 11001 437 0,'0'0'221'16,"0"0"-10"-16,0 0-124 16,0 0-28-16,0 0-20 15,0 0-39-15,-5-9-35 16,5 9-160-16,3 3-46 16</inkml:trace>
  <inkml:trace contextRef="#ctx0" brushRef="#br0" timeOffset="193892.37">4809 12576 289 0,'0'0'5'0,"0"0"3"0,0 0 3 16,0 0 41-16,0 0 95 15,0 0-39-15,0 0-26 16,14-17-19-16,-10 1-10 16,5-6-20-16,0-4-33 15,6-9 3-15,1-2 0 16,5-6-1-16,-3 0-2 15,3-1 0-15,-2-2-11 16,-4 5 10-16,0-2-12 16,-1 0-11-16,-5-4 15 15,-2-1-1-15,-7-1 10 0,0-1-5 16,-2 4 10 0,-14 5 5-16,-3 9 0 0,-1 8-7 15,-2 9 26-15,3 8-26 16,2 7-2-16,-1 0-1 15,5 10-5-15,4 19 0 16,0 17 1-16,9 16 4 16,0 16 0-16,9 9 1 15,10 10-1-15,7 0 4 16,-1 4 0-16,5-2 0 16,-2-10-4-16,-3-18 0 15,-5-15 6-15,1-24-4 16,-8-18-4-16,5-14-61 0,-3-17-54 15,0-41-160-15</inkml:trace>
  <inkml:trace contextRef="#ctx0" brushRef="#br0" timeOffset="194093.19">4594 12419 552 0,'0'0'1'16,"0"0"1"-16,102 0 94 16,-52-14-11-16,4-3-37 0,6 1-34 15,0 3-8 1,5 8-12-16,4 2-76 0,-8 2-154 16</inkml:trace>
  <inkml:trace contextRef="#ctx0" brushRef="#br0" timeOffset="194477.94">5388 12825 568 0,'0'0'41'0,"0"0"-11"0,0 0 5 16,42-89 15-16,-35 65-22 15,-7-1 16-15,0 2-38 16,-6 5-3-16,-15 2 11 16,-6 11-14-16,-6 5-2 15,1 2-3-15,-1 22 4 16,7 10-14-16,10 7 15 15,12 4-9-15,4 2 3 16,13-1 1-16,21 1 2 16,5-4-2-16,6-7-1 15,10-12-4-15,11-21-30 0,11-3 16 16,8-31 15-16,-7-19-203 16</inkml:trace>
  <inkml:trace contextRef="#ctx0" brushRef="#br0" timeOffset="194689.99">5898 12417 715 0,'0'0'0'16,"0"0"0"-1,0 0-4-15,0 0 8 0,91-16-2 16,-56 7-2-16,5 0 0 16,4-2-10-16,-8 2-149 15,-11-3-346-15</inkml:trace>
  <inkml:trace contextRef="#ctx0" brushRef="#br0" timeOffset="194868.29">5807 12701 851 0,'0'0'48'0,"0"0"-46"15,0 0 2 1,0 0 0-16,100-13-3 0,-45 1-1 16,6-8 0-16,8-2-10 15,4-7-42-15,2-10-183 16</inkml:trace>
  <inkml:trace contextRef="#ctx0" brushRef="#br0" timeOffset="195541.19">6798 11922 437 0,'0'0'76'16,"0"0"-45"-16,0 0-21 15,0 0-10-15,0 0 35 16,43 100 3-16,-17-44 16 16,6 12-40-16,1 9 7 15,-2 5-10-15,-1 2-9 16,-5-9 10-16,2-18-12 0,-1-22 0 15,3-23 0-15,4-12 4 16,3-32-4-16,1-15 13 16,-6-11-10-16,-11-2 21 15,-16 1 41-15,-4 4-31 16,-25 5 32-16,-18 11-43 16,-7 9-19-16,0 14-4 15,12 12 4-15,16 4-12 16,21 14-40-16,1 19-67 15,26 11 51-15,7-1-57 16,0-4-238-16</inkml:trace>
  <inkml:trace contextRef="#ctx0" brushRef="#br0" timeOffset="195874.21">7416 11960 681 0,'0'0'110'16,"0"0"-104"-16,0 0-5 16,0 0-2-16,0 0-7 15,-6 99 8-15,21-51-2 16,5-3 6-16,1-7-4 16,2-7 0-16,1-8 1 15,-1-3-1-15,-2-4 0 0,0 0 0 16,-2 0 6-16,-3 1-6 15,-1 0 0-15,-4 0-1 16,-4-4 8-16,-3-3-7 16,-4-1 0-16,0-3 0 15,-13-1 17-15,-14 0 5 16,-3-2 10-16,-1 0-14 16,1 3-17-16,2 2 14 15,-4 4-15-15,-3 0-93 16,-3-12-187-16</inkml:trace>
  <inkml:trace contextRef="#ctx0" brushRef="#br0" timeOffset="196074.36">7487 11976 781 0,'0'0'2'15,"0"0"50"-15,80-65-52 16,-22 45 35-16,14 1-35 16,8 7-2-16,3 1-7 15,3 3-46-15,-6 3-61 16,-12-2-176-16</inkml:trace>
  <inkml:trace contextRef="#ctx0" brushRef="#br0" timeOffset="196856.57">8458 12173 872 0,'0'0'61'0,"0"0"-19"15,0 0-42 1,0 0 2-16,0 0-15 0,0 0 13 16,76 43-24-16,-61-21 6 15,-6-3-3-15,-3-7 20 16,-2-5-7-16,-3-7 8 15,1 0 0-15,1 0 0 16,4-3 0-16,8-18 6 16,3-5-5-16,2-2-2 15,-4 6 0-15,-2 6 1 16,-4 6 6-16,0 3-3 16,0 7-3-16,4 0 0 15,4 0 3-15,3 15-5 16,3 0 2-16,1 3-7 0,-1 1-5 15,0-3-11 1,-5-7-25-16,-2-6 43 0,-1-3 5 16,-1 0 4-16,-1-14-4 15,0-3 1-15,-3 1 22 16,-6 2-19-16,5 2 13 16,-6 2 1-16,1 3-17 15,-2 6 21-15,1 1-22 16,6 0 11-16,7 0-15 15,7 7 4-15,6 9-16 16,1 1 4-16,0 3-48 16,-4-3-31-16,-3-6 9 15,-4-6-68-15,-1-5 128 0,-2-10 21 16,-3-11 1 0,-3-6 47-16,-3-1 18 0,-2-3 10 15,-1 5 1-15,-1 2 24 16,1 7 2-16,0 7-69 15,5 8-29-15,2 2-4 16,4 0 2-16,2 10-10 16,3 9-5-16,-2 6-4 15,-1 0 4-15,-2-1-31 16,-5-8-10-16,-5-3 8 16,-3-9-30-16,-1-4-50 15,-2-12-324-15</inkml:trace>
  <inkml:trace contextRef="#ctx0" brushRef="#br0" timeOffset="197010.91">9327 11746 461 0,'0'0'458'16,"0"0"-413"-16,0 0-45 15,0 0-52-15,0 0 39 16,0 0-47-16,94 126-62 15,-69-76-80-15</inkml:trace>
  <inkml:trace contextRef="#ctx0" brushRef="#br0" timeOffset="197323.18">9633 12039 772 0,'0'0'122'0,"0"0"-78"0,0 0-44 16,0 0-8-16,0 0 6 15,0 0 4-15,15 81-13 16,-12-66-17-16,4-7-21 16,-4-3 45-16,0-5-1 15,5 0 5-15,4-11 1 16,1-8 8-16,4 1-9 16,-4 3 0-16,-3 6-1 15,-1 5-8-15,-3 0 12 16,-1 4-3-16,-2 0 0 0,0 0 1 15,0 10-14 1,3 6 13-16,-3 7 0 0,1 3-12 16,-4 4-21-16,0-6-105 15,-4-11-175-15</inkml:trace>
  <inkml:trace contextRef="#ctx0" brushRef="#br0" timeOffset="197725.59">9789 12209 894 0,'0'0'32'0,"0"0"-4"15,0 0-28-15,0 0 6 0,0 0-9 16,0 0 3-16,39-79-11 16,-16 53 10-16,0-3-16 15,2-2 10-15,0-2 6 16,-1-2-8-16,-3 6-2 15,-5 0 4-15,-3 5 7 16,-4 5-2-16,-3 4 2 16,1 5-1-16,-2 3-11 15,3 4-21-15,1 2 15 16,1 1-12-16,-3 0 28 16,1 5-5-16,5 17 13 15,-3 8-6-15,3 4 0 0,-3 2 1 16,-1-4 6-1,-4-5-7-15,-2-7 0 0,-3-4 10 16,0-5-10-16,0-4 7 16,0-3-7-16,0-2 5 15,-8 5 28-15,-10-1-33 16,-1 5 2-16,-4 3-11 16,3 0-97-16,3-8-250 15</inkml:trace>
  <inkml:trace contextRef="#ctx0" brushRef="#br0" timeOffset="197889.27">10412 12098 869 0,'0'0'90'0,"0"0"-53"16,0 0 5-16,0 0-42 15,0 0-18-15,0 0-65 16,-6-42-238-16</inkml:trace>
  <inkml:trace contextRef="#ctx0" brushRef="#br0" timeOffset="198471.97">7136 13294 428 0,'0'0'0'16,"0"0"-28"-16,0 0 24 16,0 0 0-16,0 0-7 15,0 0 11-15,62-11 10 16,29-8 51-16,41-13 23 16,35-7-38-16,36-8 20 15,31-3-61-15,6-3-2 16,-10-1-1-16,-18 4-1 0,-30 2 6 15,-29 4-7-15,-23 6 0 16,-32 8 9-16,-22 6-5 16,-25 10-3-16,-22 8 1 15,-22 6-2-15,-11 4-48 16,-52 20-90-16,-36 5-38 16</inkml:trace>
  <inkml:trace contextRef="#ctx0" brushRef="#br0" timeOffset="198671.35">7636 13308 532 0,'0'0'20'0,"0"0"-18"0,140-1 39 16,-49-16-13-16,31-12 9 15,26-6-8-15,22-6-17 16,13-1 6-16,16-2-18 15,2-1 0-15,2 0-7 16,-5 2-71-16,-29 2-206 16</inkml:trace>
  <inkml:trace contextRef="#ctx0" brushRef="#br0" timeOffset="198806.79">9943 12811 681 0,'0'0'115'0,"0"0"-9"16,0 0-68-16,0 0-38 16,0 0-229-16,0 0 21 15</inkml:trace>
  <inkml:trace contextRef="#ctx0" brushRef="#br0" timeOffset="199660.63">6884 11698 282 0,'0'0'113'0,"0"0"-111"16,0 0 3-16,0 0 39 16,0 0-24-16,0 0 13 15,0 82-3-15,0-40-20 16,-12 2 6-16,0 4-13 15,3 0 0-15,3 1-6 16,6-1 3-16,0-10-190 16</inkml:trace>
  <inkml:trace contextRef="#ctx0" brushRef="#br0" timeOffset="199837.51">7016 12235 420 0,'0'0'69'16,"0"0"5"-16,0 0-74 15,0 0-25-15,0 0-63 16,0 0-175-16</inkml:trace>
  <inkml:trace contextRef="#ctx0" brushRef="#br0" timeOffset="-191863.84">13754 12327 204 0,'0'0'82'15,"0"0"-15"-15,0 0-10 16,0 0 28-16,0 0-21 15,0 0-17-15,0 0-19 16,0 0 7-16,0 0 22 0,-27-27-12 16,26 24-28-16,-1 2 31 15,1 1-47-15,-2-3 0 16,3 3 23-16,0 0-14 16,-1-4 0-16,-1 1-10 15,-1 0 8-15,3-4-5 16,0-2-3-16,0-6 0 15,5-7-2-15,17-4 5 16,3-3-3-16,3 1 0 16,-1 3 4-16,-6 7-4 0,1 4 0 15,1 6 0 1,-2 5-10-16,-2 3-6 0,-3 0-29 16,-6 17-7-16,-10 10 1 15,-3 10 43-15,-26 4-1 16,-8 1 6-16,-2 1-2 15,2-3 7-15,14-7-6 16,9-6 1-16,12-8-10 16,2-5 1-16,5-5 10 15,14-3-3-15,3-2 5 16,4-1 3-16,-1 2 13 16,2 0-7-16,-3 6-5 15,-6 4 13-15,-5 5-17 16,-8 4 0-16,-5 0 12 15,0 2-9-15,-13 3 8 0,-9-6-1 16,-5 0-10-16,-1-5 32 16,-5-2-30-16,0-2 2 15,-1-1 7-15,3-2-10 16,2 0 4-16,7-4-5 16,12-2 0-16,8 0-11 15,2-3-79-15,21-2-119 16,19-7 12-16</inkml:trace>
  <inkml:trace contextRef="#ctx0" brushRef="#br0" timeOffset="-191529.95">14303 12293 500 0,'0'0'93'0,"0"0"-91"16,0 0 12-16,0 0-13 16,-12 76-1-16,12-42 10 15,12 1-5-15,1-5 8 16,10-6-13-16,4-11 3 16,7-13 19-16,8-5 5 15,7-27 35-15,-1-7-31 16,-2-7-20-16,-9-1 24 15,-14 7-29-15,-14 2 1 16,-9 10 31-16,-16 9-18 0,-28 5-14 16,-13 8-6-16,-2 6 2 15,8 0-5-15,21 15-13 16,24 9-85-16,6 11 1 16,21-3-52-16</inkml:trace>
  <inkml:trace contextRef="#ctx0" brushRef="#br0" timeOffset="-191196.66">14933 12368 159 0,'0'0'324'15,"0"0"-193"-15,0 0-87 16,0 0-8-16,0 0-11 16,0 0 43-16,96-29-7 15,-51 10-41-15,6 1 15 16,4-2-35-16,2 0 0 15,1 2-6-15,-1 0-13 0,-4 2-96 16,-11-1-39 0,-16 0-208-16</inkml:trace>
  <inkml:trace contextRef="#ctx0" brushRef="#br0" timeOffset="-190979.4">15071 12028 600 0,'0'0'209'0,"0"0"-132"16,0 0-34-16,0 0-43 15,0 0-3-15,0 0-8 0,2 95 12 16,14-31-1-16,-1 10 0 16,0 4 4-16,-2 5 1 15,1 1-5-15,4-3-55 16,-2-11-11-16,-1-18-114 15,-3-32-362-15</inkml:trace>
  <inkml:trace contextRef="#ctx0" brushRef="#br0" timeOffset="-190281.57">15577 11875 475 0,'0'0'88'0,"0"0"-81"16,0 0-7-16,0 0 0 16,3 81 33-16,12-29-15 15,7 11-11-15,3 6 8 16,2 2-13-16,0 3 2 15,-3-8-4-15,0-8 1 16,-3-16 6-16,2-16-7 16,1-18 0-16,6-8 12 0,6-30 38 15,-1-11-4 1,-3-9-25-16,-15 1-14 0,-10-1 79 16,-7 3-46-16,-27 8-9 15,-16 7-1-15,-2 11-28 16,11 9-3-16,12 10 1 15,11 2-21-15,5 8-29 16,3 9-9-16,3 6 5 16,0-1 11-16,5-3-3 15,20-2 37-15,11-14-16 16,10-3 10-16,5 0 9 16,1-17 6-16,-4 2 0 15,-9-1 9-15,-14 6 2 16,-11 7 33-16,-10 3 82 15,-4 0-64-15,0 0-21 0,0 0-41 16,0 0-15-16,0 17 8 16,0 7 0-16,3 5 2 15,4 5-21-15,7-5-16 16,7-6 36-16,7-14-34 16,5-9 40-16,1-8 3 15,-4-16-1-15,-9-5 26 16,-9-5 40-16,-12 2-46 15,0 2 44-15,-22 2-60 16,-17 3-3-16,-12 10-3 16,-9 9-4-16,12 6 1 15,14 0-61-15,22 13-16 0,12 12-73 16,3 1 24-16,25 0-310 16</inkml:trace>
  <inkml:trace contextRef="#ctx0" brushRef="#br0" timeOffset="-189682.01">16500 12347 553 0,'0'0'70'16,"0"0"0"-16,0 0 0 15,0 0-52-15,0 0-11 16,0 0-7-16,-7-12 7 16,44 6 1-16,17-3 41 15,10-3-20-15,4-3 12 0,-3-2-36 16,-6 2 1-1,-5 1-6-15,-7 0 8 0,-6 2-8 16,-8 1 0 0,-13 5-29-16,-10 3-32 0,-10-1-103 15,-19-4-155-15</inkml:trace>
  <inkml:trace contextRef="#ctx0" brushRef="#br0" timeOffset="-189495.95">16660 12117 534 0,'0'0'90'0,"0"0"88"16,0 0-78-16,0 0-91 15,0 0-9-15,0 0-2 0,27 18 2 16,-5 20-2-16,5 12 2 16,3 9 0-16,0 12-11 15,0 5-5-15,0-4-104 16,3-14-185-16</inkml:trace>
  <inkml:trace contextRef="#ctx0" brushRef="#br0" timeOffset="-189217.75">17388 11952 551 0,'0'0'189'16,"0"0"-76"-16,0 0-53 15,0 0-37-15,0 0-20 16,0 0-3-16,-15 5-13 16,30 36 8-16,5 12 8 15,-2 8-6-15,-4 0-6 16,-1 1-57-16,2-6 23 15,2-8-52-15,1-9-5 16,-2-16-117-16</inkml:trace>
  <inkml:trace contextRef="#ctx0" brushRef="#br0" timeOffset="-188183.26">17546 12066 875 0,'0'0'37'16,"0"0"-30"-16,0 0-4 16,0 0-3-16,0 0 0 15,88-59 6-15,-47 59-6 16,3 0 0-16,2 11-6 16,-7 5 13-16,-8 1-11 15,-7 3 4-15,-7-3 0 16,-9 0-14-16,-5 1 14 15,-3 0-27-15,0 1 24 0,0 0-10 16,-8-2 10-16,-1-3 2 16,4-3 1-16,0-5-7 15,2-3 7-15,2-3 0 16,1 0 39-16,-2 0 19 16,2 0-15-16,0 0-43 15,0 0-14-15,0 0 9 16,0 0-17-16,9 0 22 15,2 0 2-15,2-2 0 16,-5-2 1-16,-4 1-3 16,-3 0 0-16,1 1 33 15,-2 2-33-15,0 0 0 16,0 0 2-16,0 0 5 0,0 0 0 16,0 0-7-16,0 0 0 15,0 0-2-15,0 0 2 16,0 0 0-16,0 0-3 15,0 0 10-15,0 0-13 16,0 0 6-16,0 0 0 16,0 0-3-16,0 0 3 15,0 0-9-15,0 0 8 16,0 0-9-16,-4 5 4 16,-5 1 6-16,-3 2 0 15,0 1-4-15,0-3 4 16,3-2 0-16,5-1 5 0,4-2-5 15,0-1 4 1,0 0-4-16,0 0 0 0,0 0-3 16,0 2 3-16,0-2-7 15,0 1-5-15,0-1-18 16,0 0 30-16,0 0-13 16,16 0 13-16,17-7-12 15,22-12 12-15,21-7-1 16,15-6-24-16,6 2-27 15,-4 0-48-15,-12 3 14 16,-16 5 18-16,-19 2 19 16,-12 3 10-16,-17 1 39 15,-9 4 7-15,-8 2 89 16,0 1-1-16,0 1 51 0,-8 4-80 16,-1-1-1-16,-3 5-57 15,0 0-7-15,-3 13-1 16,-4 14-2-16,-2 7-7 15,4 4 9-15,2 1 0 16,6 3-9-16,9-5 9 16,0-6-18-16,7-8-5 15,19-12-4-15,6-9 22 16,3-2 6-16,2-17-1 16,-2-9 24-16,-11-4-9 15,-12 2 14-15,-9 0-5 16,-3 2-23-16,-21-1 9 15,-19 6-10-15,-10 6 0 0,2 11-16 16,3 4-10 0,9 23-57-16,2 8-97 0,3 3-174 15</inkml:trace>
  <inkml:trace contextRef="#ctx0" brushRef="#br0" timeOffset="-187484.81">14536 13422 395 0,'0'0'55'0,"-81"-20"35"15,38 17-53-15,-2-2-14 16,2 2 14-16,4-1-23 16,3 0 24-16,9 0-3 15,10 0 14-15,12 4 9 0,4-3-7 16,1 3-51-16,17-6-9 16,42-8 8-16,45-10-6 15,53-14 7-15,49-12 0 16,43-8 23-16,37-6-20 15,23-3 4-15,10-1-7 16,-1-1 0-16,-14 5 1 16,-22 6-1-16,-24 7-3 15,-40 4-9-15,-35 4 11 16,-34 4-1-16,-38 8-6 16,-31 9 8-16,-35 8-4 15,-28 9 4-15,-17 5-77 16,-26 13 16-16,-49 22 17 15,-33 11-183-15</inkml:trace>
  <inkml:trace contextRef="#ctx0" brushRef="#br0" timeOffset="-187125.92">16412 13334 501 0,'0'0'114'0,"0"0"-65"15,0 0 26-15,-82-29 50 16,76 26-51-16,3 1-50 15,3 2-20-15,0-9-7 16,29-5 3-16,18-8-12 16,9 1 12-16,0 2-9 15,-10 6 3-15,-13 7 3 16,-9 6-11-16,-11 0 8 16,1 9-82-16,-10 13-40 15,-4 8 46-15,0 3-116 16,-21-4 3-16</inkml:trace>
  <inkml:trace contextRef="#ctx0" brushRef="#br0" timeOffset="-186871.54">16573 13375 84 0,'0'0'392'0,"0"0"-236"16,0 0-56-16,0 0 7 15,0 0-75-15,0 0-31 16,30 17 18-16,-1-1-19 16,2 6 0-16,0 1 0 15,-5 0 0-15,-7-3-18 16,-10-8-15-16,-8-3 28 15,-1-1-2-15,-6-2 8 16,-17 0-1-16,-10 3 10 16,-5-1-4-16,-6-3 29 0,4-2-14 15,3 0-16-15,8-2 34 16,11-1-22-16,9 0-8 16,6 2-9-16,1 3-3 15,0 4-47-15,2 2-65 16,0-9-129-16</inkml:trace>
  <inkml:trace contextRef="#ctx0" brushRef="#br0" timeOffset="-184454.76">12188 13598 123 0,'0'0'138'16,"0"0"-25"-16,0 0 66 15,0 0-98-15,0 0-56 16,0 0-18-16,3-3-2 15,0-5-4-15,1 1-1 16,0-2 0-16,0 2 12 16,-3-3-7-16,0 1 5 15,1-2 12-15,-2 3-12 0,0 2 65 16,0-2-64 0,0-1-6-16,2-1-1 0,-1-2-3 15,2-3-1-15,3-6 0 16,5-8 0-16,7-7-10 15,1-3 2-15,-4-2 8 16,-3 7-3-16,-6 2 7 16,-5 3 6-16,-1 3 16 15,0 4-13-15,0 0 7 16,0 3-20-16,-3-2 0 16,-5-2 3-16,-2-6-3 15,0 0 0-15,0-2 0 16,1 1 1-16,0 4-1 0,4 9 0 15,0 5 0 1,3 8 0-16,2 3 0 0,0 1-2 16,0 0-8-16,0 0-42 15,2 8 41-15,8 11 0 16,2 6 11-16,1 6-5 16,2 7 7-16,3 5-2 15,1 4 0-15,1 1 3 16,-1-2 1-16,-2-8-4 15,2-10-10-15,-3-9 3 16,-1-5-35-16,-6-11 19 16,0-3 14-16,0 0 9 15,-5-7-2-15,1-12 2 16,-5-4 0-16,0-2 13 0,0-5-1 16,-8-4 43-16,1 1 12 15,0 0-49-15,2 5 9 16,5 6-27-16,0 5 0 15,0 8 0-15,0 3 7 16,0 1-11-16,0 5 4 16,0 0-3-16,0 0-11 15,0 0 9-15,0 0 1 16,0 0 2-16,5 0 4 16,2 13 0-16,0 2-2 15,1 6 2-15,3 3-6 0,0 7 4 16,0 3-30-1,-2 1-26-15,1 1-19 16,-1-5-2-16,0-12-142 0</inkml:trace>
  <inkml:trace contextRef="#ctx0" brushRef="#br0" timeOffset="-184267.65">12794 13051 173 0,'0'0'511'0,"0"0"-450"16,0 0-49-16,0 0-12 15,0 0-35-15,0 0 22 0,28-8 5 16,0 13-28-16,2 0-35 16,-2-4-83-16,-2-1-91 15</inkml:trace>
  <inkml:trace contextRef="#ctx0" brushRef="#br0" timeOffset="-184071.17">12760 13189 786 0,'0'0'68'0,"0"0"-66"16,0 0 3-16,0 0-5 0,84 0 1 15,-30-7-1 1,16 1-22-16,9-6-71 0,5-9-108 16</inkml:trace>
  <inkml:trace contextRef="#ctx0" brushRef="#br0" timeOffset="-183151.41">19184 12255 377 0,'0'0'144'0,"0"0"-36"16,0 0-42-16,0 0-20 15,0 0 7-15,0 0-33 16,0 0-13-16,96-73-2 16,-60 62-5-16,3 0 0 15,0 3-7-15,-1 3 7 0,-5 5-59 16,-6 0-32-16,-13 0-86 16,-14 3-172-16</inkml:trace>
  <inkml:trace contextRef="#ctx0" brushRef="#br0" timeOffset="-182970.34">19191 12364 593 0,'0'0'35'16,"0"0"-15"-16,82-14-17 15,-39 3-1-15,5 1 15 16,4 3-16-16,-1 2 3 15,-5 5-4-15,-11 0-89 0,-16 0-169 16</inkml:trace>
  <inkml:trace contextRef="#ctx0" brushRef="#br0" timeOffset="-180787.82">22150 12015 187 0,'0'0'38'0,"0"0"-37"16,0 0-1-16,0 0 12 16,0 0 2-16,0 0-2 15,-22 58 30-15,19-46-28 16,-1 1-6-16,0 1 11 15,4 0-4-15,0 3-9 16,0 0-3-16,0-5 2 16,17-2 26-16,5-5-2 15,8-5-2-15,6 0 4 16,-2-2-9-16,-3-11 20 0,-9-2 4 16,-5-1 1-16,-6 1 38 15,-4-2-73-15,-6-2 26 16,-1-3-5-16,-10 0-9 15,-22-6-24-15,-24-1-9 16,-24-1-4-16,-21 4 9 16,-7 9-26-16,4 6-2 15,26 11-42-15,29 0 21 16,32 13-31-16,17 2-159 16</inkml:trace>
  <inkml:trace contextRef="#ctx0" brushRef="#br0" timeOffset="-179709.1">21503 11898 458 0,'0'0'88'15,"0"0"-6"-15,0 0 1 16,0 0-45-16,0 0 2 16,0 0-40-16,1-19 0 15,-1 19-5-15,0 7 9 0,0 18-4 16,0 14 0 0,0 14 1-16,0 9 10 0,0 10-11 15,-13 0 0-15,1-3 2 16,3-8 1-16,4-12-6 15,4-8-51-15,-2-9-39 16,-1-15-79-16</inkml:trace>
  <inkml:trace contextRef="#ctx0" brushRef="#br0" timeOffset="-179176.16">20636 12132 274 0,'0'0'96'0,"0"0"21"16,0 0-42-16,39-78-27 16,-27 63 5-16,2 2-30 0,8 2-8 15,3 3-5 1,3 2-10-16,5 6 16 0,-4 0-16 16,-3 21-4-16,-7 12 2 15,-8 5 0-15,-11 6-3 16,0-1 5-16,-16-2 0 15,-11-4-13-15,-1-7 13 16,1-8 0-16,3-7-4 16,6-4 9-16,6-6-5 15,6-2 0-15,1-1 0 16,5-2 15-16,0 0 4 16,0 0 34-16,0 0-38 15,0 0-9-15,14 2-3 16,11-2-3-16,11 0 1 15,9 0 10-15,6-4-11 0,2-5 0 16,2-4 3 0,0 6-3-16,-2 0-56 0,-2 2-58 15,-11 2-205-15</inkml:trace>
  <inkml:trace contextRef="#ctx0" brushRef="#br0" timeOffset="-178842.83">20527 12842 326 0,'0'0'130'0,"0"0"11"16,0 0-45-16,0 0-9 15,0 0-31-15,0 0-54 16,-49 0-1-16,81-1-1 16,32-6 1-16,33-8 1 15,37-4 20-15,22-9-22 16,14-5 0-16,5-5 5 16,-3-1-2-16,-17-1-3 15,-18 5 0-15,-28 5-16 16,-26 9 2-16,-31 11-65 0,-36 10-17 15,-26 0-179 1</inkml:trace>
  <inkml:trace contextRef="#ctx0" brushRef="#br0" timeOffset="-178327.66">21032 13039 499 0,'0'0'130'0,"0"0"-56"0,0 0-17 15,0 0 27-15,0 0-46 16,0 0-13-16,-40-20 16 16,40 15-28-16,2-3-3 15,17-3-3-15,10-1-7 16,7 0 0-16,6 2-1 15,1 3-6-15,-4 3 4 16,-8 4-42-16,-7 0 5 16,-12 0 32-16,-8 0-39 15,-4 4-8-15,0 6 46 16,-6-1 9-16,-9 4 0 16,2-2 0-16,2-5 0 15,7 0 2-15,2 2 2 16,2 4-4-16,0 7 8 15,3 8-7-15,11 8 18 0,4 5-19 16,-3-1 0-16,-3-5 7 16,-2-10-7-16,-5-8 0 15,-4-6-2-15,-1-6 8 16,0-1 0-16,-1 0-1 16,-16 1 16-16,-17 3 23 15,-9 3-42-15,-9 2 4 16,2 1-6-16,9-4 5 15,18-4-20-15,13-4 2 16,10 1-54-16,17-2-98 16,27-13-186-16</inkml:trace>
  <inkml:trace contextRef="#ctx0" brushRef="#br0" timeOffset="-178035.42">22246 12364 611 0,'0'0'23'16,"0"0"18"-16,0 0 1 15,0 0-42-15,0 0 0 0,104-52 2 16,-66 45 2-16,2-1-4 16,-7 4 0-16,-6 2 0 15,-4 2-9-15,-8 0-23 16,-8 0-183-16,-7 0-252 16</inkml:trace>
  <inkml:trace contextRef="#ctx0" brushRef="#br0" timeOffset="-177861.06">22079 12600 576 0,'0'0'142'0,"0"0"-92"16,0 0-21-16,0 0 10 0,0 0-39 16,0 0 8-16,108-2-8 15,-36-3 6-15,6-4-20 16,2-8-49-16,-9-14-278 15</inkml:trace>
  <inkml:trace contextRef="#ctx0" brushRef="#br0" timeOffset="-177078.67">22762 11994 546 0,'0'0'56'16,"0"0"-55"-16,0 0 12 16,0 0-5-16,82 0-8 15,-36 0 0-15,4-4 18 16,10-7-14-16,3-4 8 15,3-2-5-15,-6 3-3 0,-10 2 22 16,-14 7-26-16,-12 3 0 16,-12 2 7-16,-5 4-7 15,-7 18 0-15,0 10 0 16,-19 10 1-16,-6 8 4 16,-1 4-5-16,8 5 0 15,-1 1 2-15,9-1 0 16,3-2 1-16,2-8-3 15,2-7 0-15,1-11-12 16,-3-11-9-16,-1-10-79 16,-3-10-144-16</inkml:trace>
  <inkml:trace contextRef="#ctx0" brushRef="#br0" timeOffset="-176694.91">22886 12305 512 0,'0'0'118'16,"0"0"-78"-16,0 0 14 15,0 0-17-15,0 0-37 16,104-67 0-16,-34 52-6 16,8-1 12-16,4 2-6 15,-6 1 0-15,-9 6 2 16,-13 6-1-16,-17 1-1 16,-10 0 0-16,-11 0-4 15,-7 8 5-15,-3 3-4 16,-1 2 1-16,-2 1 2 15,-1 5 0-15,4-1 0 0,0 3 0 16,6-4-7 0,8-5 4-16,3-7-5 0,7-5 4 15,2-5 4-15,-3-14 27 16,-3-6-12-16,-4-6 45 16,-8-2-14-16,-10-4-17 15,-4-2-5-15,-11 1-24 16,-19 3 5-16,-5 12-6 15,-2 9 1-15,4 14-10 16,-1 0-11-16,-1 28-126 16,5 11 7-16,10-2-207 15</inkml:trace>
  <inkml:trace contextRef="#ctx0" brushRef="#br0" timeOffset="-176012">23976 12126 669 0,'0'0'175'16,"0"0"-117"-16,0 0-55 15,0 0-3-15,0 0 0 16,0 0-2-16,30 72 2 15,-20-43-4-15,-2-6 4 16,2-9-11-16,0-6 7 16,-2-4-5-16,-2-4 9 0,2 0 13 15,1-7-7-15,2-10-6 16,0 0 3-16,-1-2 0 16,-2 7 5-16,-4 6-8 15,-1 4 0-15,-1 2-2 16,-2 0 2-16,3 2-12 15,0 13 10-15,2 2-4 16,0 3 1-16,-2-1-3 16,3-2 8-16,2-4-16 15,3-7 6-15,0-6 10 16,2 0-1-16,2 0 3 0,-1-16 13 16,0-2-15-16,-4 4 0 15,-4 1 25-15,-3 6-24 16,-1 3 4-16,0 1-5 15,-2 3 7-15,1 0-15 16,1 0-5-16,2 0-1 16,1 5 3-16,-1 0 9 15,2 1 2-15,-1-2-3 16,4-2 7-16,1 0-6 16,1-2 2-16,2 0 0 15,-1-2-5-15,-3-6 5 16,-3 2 0-16,-2 3 1 0,-1-2 4 15,-1 5 28 1,1 0-29-16,3 0-2 0,7 0 4 16,5 3-6-16,4 8 0 15,1 3 0-15,-1-3-7 16,-5-4-1-16,-3 0-24 16,-5-4-79-16,-6-3-1 15,-1-3-268-15</inkml:trace>
  <inkml:trace contextRef="#ctx0" brushRef="#br0" timeOffset="-175846.87">24378 11947 699 0,'0'0'164'0,"0"0"-103"0,0 0-61 15,0 0-106 1,0 0 64-16,5 92-47 0,15-49-54 15,8-8-217-15</inkml:trace>
  <inkml:trace contextRef="#ctx0" brushRef="#br0" timeOffset="-175360.95">24608 12201 767 0,'0'0'88'15,"0"0"-88"-15,0 0-12 16,0 0 12-16,0 0-13 15,0 0 13-15,-2 56-9 16,14-46 6-16,4-1-50 16,6-9 51-16,3 0 0 0,-2 0 4 15,0-4 8-15,-5-7-5 16,-4-3 8-16,-6 4 52 16,2 0-47-16,-4 4 13 15,0 1-31-15,0 0 7 16,0 3-6-16,3-1-1 15,-2 1 0-15,2 2-4 16,0 0 7-16,2 0-4 16,-1 0 1-16,2 0 0 15,6 0-17-15,0-3 15 16,2-5-13-16,-3-3 11 0,-2-1-14 16,-8-3 15-16,-2 1 2 15,-2 4 1-15,-2 1 20 16,-1 4-7-16,0 0 3 15,0 5 26-15,0 0-25 16,0 0-17-16,-1 19-42 16,-16 17 26-16,-10 15-7 15,-5 9 23-15,-4 1-50 16,8-5-1-16,5-10-4 16,5-10 4-16,3-12 26 15,-7-9-3-15,-9-8 25 16,-12-4-61-16,-5-3-135 15,-7 0 7-15</inkml:trace>
  <inkml:trace contextRef="#ctx0" brushRef="#br0" timeOffset="-175136.54">23903 12705 562 0,'0'0'150'15,"0"0"-91"-15,0 0-35 16,0 0-16-16,0 0 2 16,0 0 14-16,76-1-24 15,-11-6 0-15,10-2 1 16,3 1 1-16,-8 1-4 16,-11 2-43-16,-15 3-33 0,-19 2-3 15,-22 0-150 1</inkml:trace>
  <inkml:trace contextRef="#ctx0" brushRef="#br0" timeOffset="-174963.91">23777 12866 798 0,'0'0'54'15,"0"0"-54"-15,104 25 0 16,-34-16 8-16,12-4-8 15,0-5-10-15,3 0-132 16,-3-9-63-16</inkml:trace>
  <inkml:trace contextRef="#ctx0" brushRef="#br0" timeOffset="-174804.91">24634 12722 744 0,'0'0'122'15,"0"0"-67"-15,0 0-43 16,0 0-9-16,0 0-3 16,0 0-44-16,-5 26-10 15,5-12-115-15,0-8-144 16</inkml:trace>
  <inkml:trace contextRef="#ctx0" brushRef="#br0" timeOffset="-172066.61">7051 11467 112 0,'0'0'41'16,"0"0"14"-16,0 0-6 16,0 0 13-16,0 0-26 15,0 0-4-15,0 0 39 16,-30-28-38-16,30 28-26 15,0-3 3-15,0 3 1 16,0 0 15-16,0-1-17 16,0 1 0-16,-3-1 35 15,3 1-34-15,-2-1 3 16,2 1-12-16,-1 0 4 16,-3 0-4-16,-2 0-1 0,-1 0 0 15,2 2-7 1,-3 10 7-16,-2 4 0 0,-1 4 0 15,-3 4 1-15,0 3-1 16,-1-1 0-16,3 0 0 16,3-3 0-16,3-2 0 15,5-4 0-15,1-2-1 16,0-1 5-16,4 0-3 16,11 1-1-16,3 3 0 15,-1 3 14-15,0 0-12 16,-4 1-2-16,-5 2 0 15,-3-2 4-15,-5 0-2 16,0 0-2-16,0-2 0 0,0-1 3 16,0-5 0-16,0 3-3 15,-2-7 0-15,-1 0 3 16,-1-1-2-16,3-1-1 16,1 1 0-16,0-1 4 15,0 3 2-15,0 2-6 16,0 1 0-16,1 3 2 15,6-1-2-15,1 2 0 16,-4-1 0-16,-1-1 1 16,0-1 0-16,-3-2 2 15,1-4-3-15,1 1 0 16,-2-4 2-16,6 2-2 0,0 1 0 16,1 2 11-1,3-2-7-15,0 2 7 0,0 0-11 16,-2-3 9-16,2 0-5 15,-2-1-4-15,-2 1 0 16,2 2 1-16,2-3 2 16,0 3-2-16,2-3-1 15,1-2 2-15,1 0 2 16,2 0-4-16,-4-1 0 16,0-1 5-16,-6-3-2 15,0 3-3-15,0-3 0 16,0 1 3-16,4 0 6 15,-2 1-9-15,4 1 0 16,4-2-2-16,-4 2 6 0,3-2-5 16,-4 1 1-16,-4-2 0 15,-1 2 3-15,-6-2-3 16,1 0 0-16,-1 0 8 16,0 0-3-16,3 0 26 15,0-6-31-15,1-7 6 16,0 3-8-16,-3-2 2 15,-1 0 0-15,0 0-2 16,0 2 9-16,-3 1-8 16,-13-1 1-16,-7 3 0 15,-8 0-8-15,-6 1 8 16,-2 2 0-16,0-3 2 16,1 4 1-16,6 0 2 0,1 3-5 15,-2 0 4-15,2 6-1 16,0 11-3-16,1 7 0 15,3 4-4-15,3 6-1 16,8 0-76-16,10-7-28 16,6-10-199-16</inkml:trace>
  <inkml:trace contextRef="#ctx0" brushRef="#br0" timeOffset="-170449.3">6902 11547 184 0,'0'0'104'15,"0"0"-86"-15,0 0-16 16,0 0-1-16,0 0 14 16,0 0 21-16,-39-4-24 15,32 7 1-15,4-2 4 16,1-1-9-16,-2 0 43 15,2 1-23-15,-7 5-24 16,0 4 1-16,-1 2-5 16,-1 4 0-16,3-3 0 15,0-3 1-15,5-3-9 0,3-3 4 16,3-4-35 0,24 0 25-16,10 0-23 0,9-13-64 15,1-2-28-15,-7 1 36 16,-9-1 64-16,-10 6 29 15,-9 0 29-15,-8 5 61 16,-4 0 7-16,0 4 13 16,0-3-57-16,-10 3-27 15,-11 0 18-15,-3 0-29 16,-4 3-6-16,3 7 14 16,5-1-23-16,2 1 3 15,8-4-3-15,5-4 4 16,4 0 0-16,1-2-4 15,0 0 0-15,0 2 11 16,0-2-8-16,0 0-1 16,-3 0 11-16,3 1 1 15,-1-1 30-15,-1 0-19 0,-4 5-17 16,-5 3 6-16,-5 9-11 16,-2 7-2-16,3 1-1 15,5 7 0-15,5 4-1 16,1 5 1-16,-2 0 0 15,3 5 3-15,0-9 4 16,0-4-7-16,3-3 0 16,0 0 0-16,0 2 1 15,0 0-1-15,0-1 0 16,0 2 6-16,0 0-3 16,0-4-1-16,3 2-2 15,3-2 1-15,-3-2 3 0,3-1-4 16,-2-2 0-16,2-2-2 15,2 0 6-15,2-3-4 16,2-2 0-16,2 2 0 16,-1-1 3-16,1 1-3 15,-4-2 0-15,-1 2 0 16,0 0 2-16,-2 3-3 16,4 2 1-16,-1 1 0 15,5-3 2-15,0-3-2 16,3-5 0-16,-1-8-1 15,4-3 3-15,-1-3 3 16,-5 0-5-16,3 0 1 0,-3-9 15 16,-3 1-16-16,6-3 0 15,-2 1 2-15,-4-2 2 16,6-1-3-16,-6-3-1 16,-3 2 0-16,-1 0 3 15,-6-1-3-15,-2 0 0 16,0 0 19-16,0-1 2 15,0-4-5-15,0 1-9 16,-2-3-6-16,-2-6 24 16,4 0-25-16,0 0 0 15,0 3-1-15,0 3 1 16,0 4-1-16,0 5-4 16,0 2 5-16,-3 3-1 0,-10-1 1 15,-11 3 0-15,0-2 5 16,-7 2-2-16,-5 3 7 15,2-1-10-15,-5 4 0 16,-3 0 1-16,0 0-1 16,-4 10 0-16,-5 6 0 15,2-1 4-15,3 1-5 16,10-5 1-16,12-4 0 16,9-3 0-16,9-1 0 15,6-2 0-15,0 5-3 16,0 1 7-16,0 10-8 15,0 2 4-15,9 6 0 16,5 4-11-16,2-1-56 16,-1-6-75-16,-4-9-203 15</inkml:trace>
  <inkml:trace contextRef="#ctx0" brushRef="#br0" timeOffset="-170284.87">6787 12411 566 0,'0'0'140'16,"0"0"-27"-16,0 0-57 16,0 0-19-16,0 0-17 15,0 0-20-15,-6-31-122 16,27 46-10-16,-6-4-156 0</inkml:trace>
  <inkml:trace contextRef="#ctx0" brushRef="#br0" timeOffset="-160376.04">9703 17176 233 0,'0'0'37'0,"0"0"40"16,0 0 22-16,0 0-49 15,-92-41 2-15,79 34-35 0,2 2-6 16,5 0 1-16,3 2-12 16,1 1 0-16,2 2 0 15,0 0 0-15,0 0-3 16,0 0-6-16,0 0 9 16,14 0 7-16,7 0-7 15,5-1 0-15,10-3 9 16,9-1-9-16,7 0 9 15,11 0-9-15,10 3 1 16,10-2 6-16,16-1-7 16,11-1 0-16,21-10-1 15,15-1 3-15,10-4-2 16,8-2 0-16,6 1 3 16,0-2-12-16,12-2 9 0,10-1 0 15,10 2 5 1,10 2-4-16,-2-4-1 0,-4 4 0 15,-2 2 0-15,4 2 3 16,3-2-3-16,7 3 0 16,-8 1-4-16,-8 1 8 15,0-1-8-15,3 0 2 16,9-2-4-16,10-3 0 16,-1-2-13-16,5 1 12 15,3-5 5-15,8 2 0 16,8 1-1-16,-2 1 2 15,-12 2 1-15,-8 1-5 0,-9 3 5 16,-1-1 0-16,3-1-4 16,-8 1 8-16,3-2-12 15,2-1 4-15,4-1 4 16,11-1-12-16,2 0 1 16,-9 3-5-16,-4 4 9 15,-10-2-5-15,-2 2 12 16,2 0 0-16,-7-1 0 15,-7 2 10-15,-12 0-10 16,-5 0 2-16,-5 2 11 16,3-1-11-16,4 3-4 15,-4-2 0-15,-10-1-11 16,-15-2 6-16,-16-5 14 16,-14 0 11-16,-16 1 13 0,-8 1 0 15,-14 3 7-15,-9 0-18 16,-11 3-16-16,-10 3 8 15,-7 0-12-15,-14 2 0 16,-12 1 1-16,-10 3 4 16,-8-1 2-16,-2 3 49 15,0-2-10-15,0 1 9 16,0 1-47-16,-2 1-8 16,-10 2 0-16,-10 2-60 15,-10 18-43-15,-10 0-23 16,-8-5-169-16</inkml:trace>
  <inkml:trace contextRef="#ctx0" brushRef="#br0" timeOffset="-158680.18">14822 13092 238 0,'0'0'69'16,"0"0"7"-16,0 0-5 16,0 0-24-16,0 0-14 15,0 0-33-15,0 20 12 16,0 2-18-16,0 11 6 15,8 12 0-15,17 11 1 16,8 12 3-16,6 14-4 0,7 17 0 16,-1 13 0-16,5 9 1 15,1 9-1-15,-3 1 0 16,-5 0 29-16,-7-1-11 16,-7 1 4-16,-3-5-13 15,-5 9-5-15,3-4 25 16,1-3-26-16,2-2 3 15,6-13 34-15,2-6-17 16,7-7-4-16,0-8-19 16,-3-8 7-16,-5-6-1 15,-7-6-6-15,-5-6 0 16,-5-6 1-16,2-2 4 0,2 0-5 16,2-6 0-16,6-1 0 15,1-4 1-15,0-3-1 16,-6-4 0-16,-6-3 0 15,-9-2 7-15,-2 1-10 16,-7-2 3-16,0 2 0 16,0 0 1-16,0-2-1 15,0-1 0-15,0-3 5 16,5 0-5-16,11-5 1 16,3-1-1-16,1-4 0 15,1 0 1-15,-1 0-1 16,-5 2 0-16,-2-2 0 0,-2 4 5 15,-3 1-5-15,-2-1 0 16,2 0 0-16,-6-3 0 16,2-4 0-16,-1-7 0 15,-1 1 0-15,-2-6 3 16,0 3-5-16,0-3 2 16,0 5 0-16,1 1 1 15,3 3-1-15,0 3 0 16,2 1-1-16,0-3 2 15,-2-3-2-15,-1-5-2 16,0-4-11-16,-3-3 14 16,0 0 0-16,0-7 0 15,0-21-5-15,0-17-391 0</inkml:trace>
  <inkml:trace contextRef="#ctx0" brushRef="#br0" timeOffset="-157263.85">14892 16944 144 0,'0'0'103'0,"0"0"-44"16,0 0 38-16,0 0-53 15,0 0-3-15,0 0-9 16,-49-20-14-16,44 20 27 15,0-4-14-15,0 1-13 16,0 1 25-16,-1 0-30 16,1 2-6-16,-1 0 1 15,-2 0-4-15,2 0-4 16,0 2 0-16,5-1 0 16,-2 2 2-16,3-2-2 0,0-1 0 15,16 0 2-15,11 0-1 16,4-7 2-16,4-4-3 15,1 0 0-15,-2-2-4 16,-3 1 4-16,-1-2 0 16,0 3 3-16,-3 2 0 15,3-1-3-15,-5 6 0 16,-3 2 0-16,-4 2-3 16,1 0 3-16,-2 7 0 15,-1 12-5-15,-5 10 10 16,-2 11-8-16,-5 12 3 15,-2 9 0-15,-2 8 10 16,0-3-9-16,0-6-1 0,0-7 4 16,-5-9 1-16,2-8-2 15,-2-9-3-15,5-7 0 16,0-6-3-16,-2-10 3 16,-3-2-54-16,-2-2-60 15,-5-8-145-15</inkml:trace>
  <inkml:trace contextRef="#ctx0" brushRef="#br0" timeOffset="-156865.11">15041 17261 279 0,'0'0'122'0,"0"0"11"15,0 0-61-15,0 0-48 0,0 0-1 16,0 0-21 0,57-49 14-16,3 35 3 0,4-4-7 15,0-5 4-15,-3-1-13 16,-7-1 15-16,-9 3 30 15,-5 5-43-15,-7 8 1 16,-7 8-3-16,-4 1 0 16,-8 0-6-16,-5 13-1 15,-3 4 4-15,-3 0-5 16,-3 5 9-16,2 2-4 16,5-3 0-16,2 4 2 15,5-4 0-15,3-2-2 0,6-9 0 16,3-10-2-1,7 0 2-15,-1-29 0 0,-2-6 7 16,-10-3-4 0,-10-5 8-16,-10 2-11 0,-2-1 1 15,-26 9 3-15,-12 9-4 16,-8 5 0-16,-8 11 0 16,7 6 4-16,14 2-7 15,16 10 3-15,19 13-96 16,0 0 4-16,19-4-232 15</inkml:trace>
  <inkml:trace contextRef="#ctx0" brushRef="#br0" timeOffset="-156199.41">15953 16990 563 0,'0'0'86'0,"0"0"17"16,0 0-91-16,0 0-12 16,0 0 0-16,0 0 3 15,45 97-2-15,-34-68-1 16,0-5 0-16,1-12 4 16,-3-2-3-16,0-10-1 15,1 0 0-15,-1-8 12 16,2-14-12-16,0-4 0 15,-2-1-1-15,0 7 4 0,-5 6-6 16,2 12 3 0,2 2-3-16,1 7-7 0,7 13 10 15,0 0 0-15,0 2-2 16,0-2 9-16,2-4-10 16,2-4 3-16,1-3 0 15,-2-7 5-15,-6-2 4 16,-5 0-9-16,-1-8 0 15,-2-6 5-15,-4-3-6 16,-1-3 1-16,0-2 0 16,0 4 1-16,0 6 0 15,0 5-1-15,0 7 0 16,0 0-5-16,0 0-3 16,6 3 8-16,5 6 0 0,0 2-3 15,2-5 5 1,-1 2-2-16,-3-4 0 0,-2-3 2 15,-4 0-2-15,1-1 0 16,2 0 0-16,-1 0 12 16,-1-5-10-16,1-4 13 15,-4 3 19-15,1 3-24 16,1 3 17-16,3 0-27 16,5 0 0-16,5 9 0 15,6 5 7-15,3-2-7 16,0 3 0-16,5-5 0 15,-3 0-6-15,-3 1 6 0,-5-2-70 16,-9-9-56-16,-7 0-196 16</inkml:trace>
  <inkml:trace contextRef="#ctx0" brushRef="#br0" timeOffset="-156055.94">16533 16729 715 0,'0'0'71'0,"0"0"-51"16,0 0-20-16,0 0-3 16,97 74-42-16,-78-33-26 15,-5-4-56-15,-4-7-157 16</inkml:trace>
  <inkml:trace contextRef="#ctx0" brushRef="#br0" timeOffset="-155533.66">16681 17007 392 0,'0'0'123'15,"0"0"-77"-15,0 0-1 16,0 0 13-16,0 0-13 16,0 0-15-16,35 63-17 15,-21-56 18-15,-4-2-31 16,1-1 0-16,-1-4 5 16,-5 0-4-16,1 0 4 15,-5 0-5-15,-1 0 0 16,0 0 11-16,0-7-2 0,0 1-2 15,0 3 37-15,0 2-17 16,0 1-18-16,0 0-9 16,0 0 0-16,5 3-3 15,6 1 3-15,4-4-5 16,6 0 4-16,6 0-21 16,4-14 4-16,5-3-15 15,0-5-13-15,0-4 14 16,-1-4 5-16,3-7 13 15,-8 2 3-15,-7 2 11 16,-9 6-2-16,-11 3 2 16,-3 4 0-16,-3 3 0 15,-15 9 0-15,2 4 0 0,-1 4-1 16,4 0 4 0,6 3-2-16,4 15-1 0,3 7 0 15,0 5 7-15,0 3-2 16,0 3-4-16,1 1 8 15,5-1-9-15,-3 0 4 16,4-4-4-16,-1-6 0 16,1-6 3-16,-7-8-3 15,0-2 0-15,0-3-1 16,-4-7-120-16,-3 0-426 16</inkml:trace>
  <inkml:trace contextRef="#ctx0" brushRef="#br0" timeOffset="-155395.52">17158 16998 574 0,'0'0'116'0,"0"0"27"16,0 0-86-16,0 0-39 15,0 0-16-15,0 0 3 16,-26 16-10-16,20 3-27 16,1-4-117-16,-1-7-32 15</inkml:trace>
  <inkml:trace contextRef="#ctx0" brushRef="#br0" timeOffset="-143843.96">14862 15545 430 0,'0'0'78'0,"0"0"-13"16,0 0-51-16,0 0-12 15,0 0-2-15,0 0 3 16,0 0-1-16,-52 78 0 15,37-56-2-15,2-4 0 16,1-3 3-16,0-5 2 16,-1 0-5-16,-4 0 2 15,4-2 1-15,-1-2-2 16,0-4-1-16,1-2 0 16,4 0-3-16,5-8 3 0,4-13-25 15,0-4-10-15,0-3 12 16,3-1 17-16,3 4 4 15,-3 6 2-15,0 4 24 16,-2 6 22-16,-1 4-2 16,0 5 11-16,0 0-41 15,0 0-14-15,3 17 0 16,4 8 0-16,4 8 4 16,3 6-4-16,2 0 0 15,2-3-1-15,3-7 3 16,0-7-7-16,1-9-7 0,-1-11-54 15,-3-2-21 1,-3-8-120-16</inkml:trace>
  <inkml:trace contextRef="#ctx0" brushRef="#br0" timeOffset="-143696.82">14831 15676 382 0,'0'0'126'0,"0"0"-49"16,0 0-76-16,0 0 7 15,0 0 37-15,0 0-40 16,0 32 1-16,16-6-6 16,1 1-9-16,-9-4-273 15</inkml:trace>
  <inkml:trace contextRef="#ctx0" brushRef="#br0" timeOffset="-142711.72">13644 15712 270 0,'0'0'15'15,"0"0"7"-15,-64 95 9 16,41-57 13-16,4-2-41 16,4-1 7-16,0-9-7 15,3-6 3-15,3-6-1 0,0-7-5 16,3-4 0-1,0-3 20-15,-4-3-20 0,-3-18-71 16,2-11-106-16</inkml:trace>
  <inkml:trace contextRef="#ctx0" brushRef="#br0" timeOffset="-142562.57">13405 15793 257 0,'0'0'149'16,"0"0"-54"-16,0 0-93 15,0 0 49-15,0 0 9 16,96 70-29-16,-60-32-4 15,-1 2-26-15,-3-3-1 16,-2-8 0-16,-5-2 0 16,-10-5-51-16,-9-12-216 15</inkml:trace>
  <inkml:trace contextRef="#ctx0" brushRef="#br0" timeOffset="-142411.51">13686 16120 632 0,'0'0'38'0,"0"0"15"15,0 0-45-15,0 0-8 16,0 0-111-16,0 0-217 16</inkml:trace>
  <inkml:trace contextRef="#ctx0" brushRef="#br0" timeOffset="-141244.78">12028 15537 247 0,'0'0'52'15,"0"0"55"-15,0 0-31 16,0 0 16-16,0 0-50 15,0 0-38-15,-11-1-3 16,1 31-1-16,-5 7 1 16,-5 3-1-16,-5 0 0 15,2-2 3-15,0-4-3 16,3-7 0-16,2-5 0 16,4-13 0-16,3-6-16 0,2-3-24 15,1-14-4-15,2-16-54 16,4-6-10-16,2-2 66 15,0-1 42-15,6 3 10 16,7 8 33-16,2 7 5 16,2 9 27-16,4 9-9 15,0 3-25-15,0 11-19 16,3 22 0-16,0 12-16 16,-2 12 7-16,-4 7-13 15,0 0 0-15,-5-1-6 16,-4-12-93-16,-9-15-150 15</inkml:trace>
  <inkml:trace contextRef="#ctx0" brushRef="#br0" timeOffset="-135566.71">16960 14490 440 0,'0'0'96'0,"0"0"-90"16,0 0-12-16,0 0 12 15,0 0-4-15,-69 114 35 16,34-68-18-16,0 0-1 16,-1 2-18-16,5-5 7 0,2-8 4 15,7-11-11-15,3-8 0 16,-1-9 5-16,7-7-3 15,2 0 1-15,4-11-3 16,6-20-3-16,1-10 3 16,3-8-63-16,14-3 43 15,-1 10 20-15,-2 10 3 16,-5 8 14-16,0 9 20 16,-6 10-8-16,-2 5 40 15,7 0-69-15,4 16 0 16,7 16-3-16,4 10 7 15,0 13-5-15,-1 3 1 0,3-6-27 16,5-10-31-16,6-14-183 16</inkml:trace>
  <inkml:trace contextRef="#ctx0" brushRef="#br0" timeOffset="-135019.59">17785 14966 394 0,'0'0'4'16,"0"0"-4"0,-88 102 9-16,61-62-8 0,4-3 8 15,4-9-9-15,4-9 0 16,3-12-2-16,4-7 11 16,2 0-6-16,5-17 2 15,1-12-5-15,0-8-38 16,0-3-6-16,0 1 44 15,0 10 2-15,0 5 44 16,0 9 55-16,0 8 30 16,0 7-88-16,3 0-32 15,19 17-11-15,6 12 0 0,8 10-2 16,3 7 2 0,0 2-10-16,4-6-90 0,1-12-142 15</inkml:trace>
  <inkml:trace contextRef="#ctx0" brushRef="#br0" timeOffset="-134620.08">18842 14936 70 0,'0'0'69'0,"0"0"39"0,-36 82-2 16,11-49-29-16,-3 4-25 15,1-2-12-15,5-8-28 16,3-9 0-16,8-9-2 16,2-3 0-16,1-6 41 15,0 0-46-15,1 0-2 16,-5-10-6-16,5-12-57 15,2-9-123-15,0-2-22 16,5 0 205-16,0 4 31 16,0 7 114-16,8 9 27 15,3 7-48-15,5 6-89 16,-1 6-32-16,5 16-3 0,0 11 4 16,0 9-13-16,-3 5 9 15,7-5-106-15,8-11-219 16</inkml:trace>
  <inkml:trace contextRef="#ctx0" brushRef="#br0" timeOffset="-134220.07">19662 14890 583 0,'0'0'0'0,"0"0"-38"16,0 0 22-16,0 0 16 16,-42 72 15-16,16-44-7 15,-3-3 9-15,3-3-17 16,0-5 4-16,7-6 15 16,1-5-18-16,7-4-1 15,0-2 22-15,0 0-15 16,0-4 1-16,1-14-8 15,6-8-71-15,4-9-116 16,0 1-96-16,4 1 283 16,9 9 192-16,0 8 20 15,0 10-83-15,0 6-81 0,-1 5-45 16,3 18 9-16,-4 8-12 16,-1 4 0-16,-1 2 2 15,0-4-2-15,3-5-18 16,-2-7-38-16,1-14-195 15,-1-7-111-15</inkml:trace>
  <inkml:trace contextRef="#ctx0" brushRef="#br0" timeOffset="-133953.99">18799 14490 224 0,'0'0'387'0,"-108"5"-355"15,53 25-22-15,2 7 24 16,9 9-33-16,14-3-1 16,14-3 7-16,7-2-3 15,9-10-3-15,0-9-1 16,0-8 0-16,0-8-12 15,0-3-5-15,2-12-1 16,11-20-27-16,0-12-206 16,1-1 35-16</inkml:trace>
  <inkml:trace contextRef="#ctx0" brushRef="#br0" timeOffset="-133811.8">18542 14526 70 0,'0'0'225'0,"0"0"-78"0,0 0-111 15,0 0-34-15,0 0-2 16,16 78 35-16,3-45-18 15,6-2-4-15,9-8 1 16,9-2-5-16,5-6 11 16,10-1-20-16,11-9-39 15,8-5-263-15</inkml:trace>
  <inkml:trace contextRef="#ctx0" brushRef="#br0" timeOffset="-133556.87">19564 14372 347 0,'0'0'2'16,"0"0"34"-16,0 0 38 15,0 0-18-15,-90 96 5 16,74-71-35-16,6 1-24 15,4-4 4-15,1-1-3 16,2-7-5-16,1-6 2 16,1-5-67-16,1-3-42 15,0-6 77-15,0-20-366 0</inkml:trace>
  <inkml:trace contextRef="#ctx0" brushRef="#br0" timeOffset="-133404.23">19452 14371 442 0,'0'0'172'0,"0"0"-80"15,0 0-91-15,0 0 1 16,0 0-2-16,0 87 0 16,0-50-1-16,0-3 1 15,18-2-11-15,7-9-20 16,6-3-69-16,8-8-98 16</inkml:trace>
  <inkml:trace contextRef="#ctx0" brushRef="#br0" timeOffset="-133166.81">20560 14737 531 0,'0'0'44'0,"0"0"-44"0,0 0 4 16,0 0-9 0,0 0 5-16,0 0-36 15,50 7-15-15,-50 3-36 0,0-4-17 16,0-2-139-16</inkml:trace>
  <inkml:trace contextRef="#ctx0" brushRef="#br0" timeOffset="-133025.96">20753 14804 486 0,'0'0'143'0,"0"0"-28"15,0 0-31-15,0 0 0 16,0 0-67-16,0 0-17 16,0-24-203-16,0 32-172 15</inkml:trace>
  <inkml:trace contextRef="#ctx0" brushRef="#br0" timeOffset="-120867.06">8941 17028 20 0,'0'0'48'0,"0"0"-11"16,0 0-19-16,0 0-13 15,0 0 3-15,0 0 1 16,0 0-1-16,0 0 24 16,-18-2-3-16,17-1 25 15,-1 0-26-15,2 1 4 16,0-2 17-16,0-1-44 16,0 2-2-16,0-1 8 15,0 1-9-15,0 3 20 0,0 0 0 16,0 0-4-1,0 0 0-15,0 0-18 0,0 0 0 16,0 0 2-16,0 0-2 16,0 0 0-16,5 0 0 15,2 0 5-15,0 0 5 16,4 3-10-16,2 1 3 16,4-4 5-16,3 1-6 15,3-1-2-15,-1 0 3 16,4 0-1-16,2-5 10 15,3-7-11-15,8-5-1 16,0-2 20-16,4-2-17 16,0-1 6-16,2-3-4 0,1 3-2 15,-1 2 3 1,1 1-6-16,-4 5 0 0,-5 5-2 16,-2 1 2-16,-5 2 0 15,-5 0-1-15,-4 1 2 16,-3-1-3-16,-5 0 2 15,1 1 0-15,-1-3 1 16,-3 0 0-16,2 0-1 16,-1 3 0-16,-1 0 3 15,0 0 0-15,1 0-3 16,-2 1 0-16,3-1 1 16,0-3 1-16,4 1-2 0,8-6 0 15,8-4 2-15,9-5 2 16,7-6-4-16,7-3 0 15,2-3 18-15,-1-2-5 16,-6 2 13-16,-6-1-5 16,-6 1-9-16,-10 6 28 15,-7 1-21-15,1 4 16 16,-7 4 2-16,-1-1-31 16,2 0 6-16,2-2-12 15,1-4 5-15,7-2-3 16,4-5-2-16,2 2 0 15,1-2 2-15,0 0 1 16,-2 4-3-16,-1 0 0 16,2 3 0-16,-4-1 1 15,3 1-1-15,-2 1 0 0,-1-4 9 16,3-4-5-16,5-6 7 16,7-5-11-16,11-2 3 15,3-4-1-15,8 0-2 16,4 4 0-16,-4 2 3 15,-2 6-2-15,-6 8-1 16,-12 3 0-16,-10 5 2 16,-11 0-3-16,-4 0 1 15,-3-2 0-15,1-5 6 16,5-5-5-16,2-4 3 16,3-4-4-16,7-4 6 15,3-2-1-15,6-4-5 0,1-1 0 16,-4 3 1-1,-1 4 3-15,-5 0-8 0,-5 7 4 16,-2 2 0-16,-3 1 3 16,-2 2-3-16,1-3 0 15,1-3 0-15,2-3 5 16,1-1-6-16,3-4 1 16,-1-3 0-16,2 0-1 15,-3 0 1-15,0 1 0 16,-4 4 2-16,-4 4 1 15,1 3 1-15,2 1-4 16,1 4 0-16,5-2-1 16,-1 0 1-16,-1 2 0 0,5-5 2 15,-3 0 0 1,-3-4-2-16,1-6 0 0,2-4 0 16,0-1 0-16,3 1 0 15,-2 3 0-15,3 5-2 16,-7 5 5-16,0 7-6 15,-3 2 3-15,-2 3 0 16,3 4-2-16,-2 2 2 16,1 1 0-16,-2 2-1 15,-4 0 5-15,-2 1-5 16,-2-1 1-16,-1-1 0 16,-1 3-1-16,0 0 1 0,2-2 0 15,0 2 0 1,3-2 3-16,8-1-5 0,5-2 2 15,0-2 0-15,4 0-2 16,1-2 2-16,-3 3 0 16,0 2 0-16,-2 2 5 15,-2 5-8-15,-3 1 3 16,2 4 0-16,1-4-1 16,1 1 1-16,2-2 0 15,0-3-1-15,4-2 5 16,0-1-4-16,1 1 0 15,1-1 0-15,-2 1-2 16,-2 0 2-16,-4 6 0 16,-2 0-1-16,-3 2 5 15,-1 2-6-15,2-2 2 0,3 0 0 16,4 1-2-16,0-2 2 16,1 3 0-16,-5 0-1 15,-2 2 9-15,-2 1-15 16,-5-1 7-16,4 2 0 15,-1 0-1-15,2-2 1 16,2 2 0-16,3 0 0 16,-2 0 4-16,1 2-6 15,-1 1 2-15,-3 2 0 16,-3 0-3-16,-5 0 3 0,2 0 0 16,-1 0-4-1,5 0 10-15,3-2-5 0,3-3-1 16,2-2 0-16,0 1-2 15,-5 0 2-15,-6 3 0 16,-3 1 0-16,-4 2 4 16,6 0-7-16,7 0 3 15,9 0 0-15,11 2-2 16,12 0 3-16,4-2-1 16,0 0 0-16,-1 0 2 15,-10 1-2-15,-8 3 0 16,-7 3 0-16,-7-1-3 15,2 2 4-15,0 3-1 16,5-2 0-16,7 2 3 16,6 3-6-16,7-2 3 15,6 2 0-15,2-2-2 16,4 3 3-16,0-1-1 0,-1 0 0 16,-4 3 0-16,-5 0-2 15,-5 1 2-15,-4-1 0 16,-2 3-2-16,-6-3 4 15,-5 0-2-15,1-1 0 16,3-2 4-16,2 1-5 16,5-1 1-16,5-1 0 15,3-2-1-15,0 0 4 16,2 0-3-16,-2 1 0 16,-4 0 0-16,-6 3 0 0,-4 0 0 15,-1 1 0 1,1 1-3-16,6 3 4 0,4-3-1 15,3 2 0-15,7 0 1 16,7-2-5-16,-1 3 4 16,1-3 0-16,-3 5-3 15,-3-3 10-15,-1 4-7 16,-3 0 0-16,2 2 0 16,-2 1 0-16,5 2 0 15,5-3 0-15,8 1-1 16,10-4 5-16,2 1-4 15,2-5 0-15,-3 0 0 16,-5-1-4-16,1 0 4 16,-7 4 0-16,-2-2-5 15,-7 6 12-15,-4 2-8 0,-1 1 1 16,-1 3 0-16,0-1-1 16,-2-2 1-16,-2 0 0 15,-8-2-1-15,0 0 6 16,-3 3-6-16,2 1 1 15,4 2 0-15,0 1-1 16,3 3 1-16,-2-1 0 16,0 3-4-16,-4-2 8 15,-1-4-6-15,0-1 2 16,-1-3 0-16,0-4-1 16,2 0 1-16,-1-1 0 15,3 1-1-15,5 1 6 0,-1 2-6 16,1-1 1-16,2-1 0 15,-1-2-3-15,-1-1 3 16,1 2 0-16,-1-4 1 16,-4-1 1-16,2-2-2 15,3 2 0-15,4 3 0 16,2 2 1-16,-1 0-1 16,-4-1 0-16,-2 1-4 15,-6-3 8-15,0-2-6 16,-1-2 2-16,4-2 0 15,5-4 0-15,3-4 0 16,4 1 0-16,-2 1-2 16,3 2 6-16,-4 1-4 0,-2 0 0 15,0 1 0 1,-1 1-2-16,0 3 2 0,0-2 0 16,8 3 1-16,1 2 2 15,4-3 0-15,-1 2-3 16,-1 0 0-16,-5 1-6 15,-3-1 6-15,1-2 0 16,-1 0-1-16,4-3 5 16,-4-2-6-16,-1 0 2 15,-4-4 0-15,0 0 0 16,2-4 0-16,2 0 0 16,1-1 0-16,2-2 4 0,-2-1-2 15,2 0-2-15,-3 0 0 16,0 0-1-16,0-4 1 15,-3-2 0-15,-10-2-3 16,-10 4 9-16,-10-2-8 16,-14-1 2-16,-2 2 0 15,-6 1 3-15,0-4-3 16,0-4 0-16,1-3 0 16,3-3 2-16,-2-7-8 15,6 0-8-15,-4-6-91 16,2-7-88-16</inkml:trace>
  <inkml:trace contextRef="#ctx0" brushRef="#br0" timeOffset="-120716.81">22668 14897 864 0,'0'0'15'0,"0"0"31"16,0 0-21-16,0 0-25 15,0 0-116-15,0 0-87 16,0 0-312-16</inkml:trace>
  <inkml:trace contextRef="#ctx0" brushRef="#br0" timeOffset="-119035.1">14791 12385 287 0,'0'0'11'0,"0"0"-8"15,0 0-3-15,0 0 0 16,0 0 1-16,0 0-5 15,40 70 4-15,-40-45 0 16,0 0 0-16,3 0 6 16,6 5-3-16,6 0 16 15,3 1-17-15,-3 2 23 16,1-2-23-16,-2 0-2 16,-4 1 15-16,-2 2-14 15,-1 0 5-15,-4 2-6 0,4 3 4 16,1 0 7-16,4-3-11 15,-2 0 0-15,5-4 4 16,-3-4-3-16,-3-1-1 16,0-6 0-16,-8 2 4 15,-1 3-5-15,-4 3 1 16,-22-4-99-16</inkml:trace>
  <inkml:trace contextRef="#ctx0" brushRef="#br0" timeOffset="-118368.89">14655 12297 82 0,'0'0'32'0,"0"0"17"16,0 0 8-16,0 0-1 15,0 0 5-15,0 0-13 16,-12-18-5-16,12 18-35 16,0 0 3-16,0 0-10 15,0 0-1-15,0 1 18 0,0 15-11 16,9 5 1 0,3 12 3-16,1 10-8 0,1 15 16 15,-1 6-17-15,-2 2-2 16,2 2 6-16,2-5-1 15,6 4-3-15,3 1-2 16,10 2 2-16,0-1 5 16,2-2-7-16,3-5 0 15,-2-6 3-15,-4-5 1 16,-6-5-2-16,-11-3-2 16,-7-2 0-16,-9-4 0 15,0 2 0-15,-9-5-5 0,-13-5-88 16,-1-9-115-1</inkml:trace>
  <inkml:trace contextRef="#ctx0" brushRef="#br0" timeOffset="-118213.13">14928 13435 314 0,'0'0'132'0,"0"0"-52"15,0 0-13-15,0 0-16 16,0 0-9-16,0 0-22 15,3-43-20-15,0 73-14 16,-3 7 2-16,0-2-270 16</inkml:trace>
  <inkml:trace contextRef="#ctx0" brushRef="#br0" timeOffset="-117709.32">13657 14558 137 0,'0'0'14'16,"0"0"-12"-16,0 0 9 16,0 0 19-16,0 0-1 15,0 0 138-15,-13 15-99 16,11-29-37-16,2 3-6 15,0 2-25-15,0 3 0 16,0-1-32-16,0-5-277 16</inkml:trace>
  <inkml:trace contextRef="#ctx0" brushRef="#br0" timeOffset="-117154.08">13803 14258 162 0,'0'0'132'0,"0"0"-37"0,0 0 15 16,0 0-7-16,0 0-84 15,0 0-18-15,-29-13 9 16,3 51-7-16,-2 6-2 15,-2-4-1-15,3-4 1 16,2-9-1-16,4-10 0 16,8-7 0-16,5-10-2 15,7 0 2-15,1-13-26 16,0-18-96-16,0-7-53 16,4-4 56-16,8 0 104 15,-2 9 15-15,-2 6 9 16,-4 8 53-16,-3 8 41 0,3 7-22 15,2 4-31-15,3 0-21 16,10 15-28-16,8 14 1 16,6 5 15-16,9 7-15 15,10 1 2-15,6-9-4 16,1-11-31-16,-5-15-107 16</inkml:trace>
  <inkml:trace contextRef="#ctx0" brushRef="#br0" timeOffset="-116892.21">14404 13796 467 0,'0'0'150'0,"0"0"-130"16,0 0-16-16,-92 51 1 15,81-9-5-15,6 2 0 16,5-5-10-16,0-7-1 0,5-13-89 16,6-14-85-1,0-7-87-15</inkml:trace>
  <inkml:trace contextRef="#ctx0" brushRef="#br0" timeOffset="-116738">14306 13750 397 0,'0'0'50'0,"0"0"17"16,0 0-65-16,0 0-2 16,0 0 10-16,70 114-8 15,-30-66 4-15,5-7-6 16,-6-22-197-16</inkml:trace>
  <inkml:trace contextRef="#ctx0" brushRef="#br0" timeOffset="-116186.73">13192 14414 562 0,'0'0'38'0,"0"0"12"15,0 0-14-15,0 0-21 16,0 0-14-16,-97-1-1 15,70 32 0-15,3 1 2 16,5-2 0-16,2-7-2 16,7-9-6-16,3-6-1 15,7-8-17-15,0-3 24 0,10-19-18 16,9-4-81-16,5-6 71 16,-3 3 22-16,-6 10 6 15,-3 4 10-15,-3 10 18 16,1 3 3-16,1 2-28 15,10 3 1-15,9 21 2 16,11 9-6-16,10 9-5 16,10 3 3-16,6-9-169 15,0-19-119-15</inkml:trace>
  <inkml:trace contextRef="#ctx0" brushRef="#br0" timeOffset="-115956.35">14594 14335 161 0,'0'0'442'0,"0"0"-432"15,0 0-10-15,0 0 0 16,-72 78-2-16,58-49 5 15,3-3-11-15,1-8-50 16,5-7-69-16,2-11-20 16,3 0-42-16</inkml:trace>
  <inkml:trace contextRef="#ctx0" brushRef="#br0" timeOffset="-115821.03">14503 14364 435 0,'0'0'14'15,"0"0"58"-15,0 0-11 16,0 0-41-16,94 0 19 15,-61 32-39-15,4 8 0 16,4 7-5-16,7-14-20 16,2-26-298-16</inkml:trace>
  <inkml:trace contextRef="#ctx0" brushRef="#br0" timeOffset="-115369.21">15959 13612 699 0,'0'0'0'0,"0"0"8"15,0 0-5-15,-35 92-3 0,15-34 0 16,-1-3-4-16,6-11-21 16,3-16-50-16,2-12-9 15,3-15 58-15,3-1 22 16,1-17 4-16,3-17-10 15,0-11-19-15,12-6-27 16,9 2 33-16,1 4 23 16,0 13 22-16,-1 13 57 15,-3 17-40-15,0 5-9 16,-1 28-9-16,-4 13-14 16,2 9 7-16,2 2-14 15,8-1 1-15,5-2-7 0,11-13 4 16,6-20-231-1</inkml:trace>
  <inkml:trace contextRef="#ctx0" brushRef="#br0" timeOffset="-115151.91">16876 13782 621 0,'0'0'3'15,"0"0"4"-15,0 0-9 16,-36 74 2-16,21-44 0 16,2-4 2-16,4-7-2 0,2-4 0 15,3-8-1-15,1-7-53 16,1-2 27-16,2-22-189 16,0-8-36-16</inkml:trace>
  <inkml:trace contextRef="#ctx0" brushRef="#br0" timeOffset="-115022.8">16876 13782 180 0,'-10'-64'81'15,"30"40"40"-15,-3 6 15 16,-3 7-34-16,0 8-32 16,4 3-57-16,2 6-9 15,3 16-1-15,0 4-1 16,-3 2-4-16,-1-3-19 16,0-8-73-16,-5-12-173 0</inkml:trace>
  <inkml:trace contextRef="#ctx0" brushRef="#br0" timeOffset="-114686.67">17474 13609 623 0,'0'0'30'0,"0"0"-16"15,0 0-12-15,-56 75 1 16,26-33-1-16,6-9 1 15,7-3-3-15,7-11 0 16,4-7 0-16,3-7 0 0,3-5-2 16,0 0-4-1,18-23-56-15,7-11-95 0,3-7-69 16,-3-2 96 0,-6 7 130-16,-7 8 112 0,-5 11 53 15,-4 10-14-15,-1 7-50 16,-2 2-37-16,0 31-64 15,0 20 0-15,0 20 6 16,-6 16-6-16,0 8-4 16,4 5-85-16,2-5-78 15,-1-10-186-15</inkml:trace>
  <inkml:trace contextRef="#ctx0" brushRef="#br0" timeOffset="-114240.31">16759 15612 150 0,'0'0'125'16,"0"0"17"-16,0 0 9 15,0 0-35-15,0 0-36 0,0 0 22 16,7-7-41 0,-7 7-29-16,-4 0 6 0,-7 0-38 15,-4 2 0 1,-8 19-3-16,0 5 3 0,-3-1-2 16,10-6-31-16,3-12-20 15,8-7 26-15,5-3 8 16,0-20-65-16,0-8 10 15,13-2-7-15,5 4 71 16,5 5 9-16,-3 7 2 16,0 11 39-16,4 6-34 15,4 0-5-15,7 4 11 16,4 12-12-16,3 7 1 16,7-2-1-16,2 1 1 0,4-2-11 15,1-9-62 1,-3-9-298-16</inkml:trace>
  <inkml:trace contextRef="#ctx0" brushRef="#br0" timeOffset="-114094.21">17447 15511 694 0,'0'0'44'0,"0"0"83"16,0 0-118-16,0 0-2 15,0 0-7-15,0 0 0 16,0 22-6-16,0-1-32 15,0 1-74-15,-7-10-31 16,2-12-220-16</inkml:trace>
  <inkml:trace contextRef="#ctx0" brushRef="#br0" timeOffset="-113973.2">17493 15351 588 0,'0'0'22'15,"0"0"6"-15,0 0 4 16,0 0-32-16,0 0-34 15,-102-39-255-15</inkml:trace>
  <inkml:trace contextRef="#ctx0" brushRef="#br0" timeOffset="-112908.21">13208 13883 122 0,'0'0'28'0,"-137"101"73"0,77-32-35 16,8 7 20-16,10 9-9 16,14 9-25-16,14 11 9 15,14 11-38-15,25 14-9 16,36 8 16-16,31-2-25 15,23-8 8-15,13-19-3 16,9-13-9-16,-1-17 12 16,6-19-13-16,-1-21 0 15,-2-22 10-15,5-17-6 16,-3-20-4-16,-5-29 1 16,-5-21 1-16,-9-20 6 15,-13-18-4-15,-10-18-4 0,-11-9 32 16,-15 2-27-16,-17 7 11 15,-15 12-14-15,-20 13 3 16,-21 6-3-16,0 3-2 16,-33 3 0-16,-18 6-9 15,-10 6-4-15,-18 7-1 16,-16 7 7-16,-19 8 2 16,-18 11-6-16,-18 10 11 15,-12 19 0-15,-8 15-5 16,0 3 9-16,12 26-4 15,7 14 0-15,18 6 0 16,20 5-10-16,28 2 10 16,34 2-1-16,35 3-9 15,17 3-25-15,47-2-42 0,17-9-90 16,10-19-117-16</inkml:trace>
  <inkml:trace contextRef="#ctx0" brushRef="#br0" timeOffset="-112767.19">13932 14216 524 0,'0'0'7'16,"-80"-11"61"-16,46 6-22 15,7 3-12-15,10 2-14 16,7 14-16-16,4 26-8 16,5 18 4-16,-2 3-138 0,-7-12-350 15</inkml:trace>
  <inkml:trace contextRef="#ctx0" brushRef="#br0" timeOffset="-111376.12">17587 13765 191 0,'0'0'16'16,"0"0"24"-16,-70-81 19 16,36 55-51-16,-6 1 15 15,-7 1-23-15,-5-1 5 16,-4 2 6-16,1-4-4 16,-2 1 10-16,-2-3-11 0,6 0-6 15,-4-3 37 1,1 1-17-16,-3-1 3 0,0 5 1 15,-1-1-6-15,-1 8-2 16,1 3-16-16,1 5 1 16,-6 2 8-16,0 8-9 15,-4 2 0-15,-1 0 0 16,3 0 7-16,-3 7-11 16,-2 8 4-16,5 4 0 15,5-2-2-15,6 2 2 16,9 1 0-16,3 4 2 15,3 5-1-15,-4 7 8 16,3 9-7-16,0 11 4 16,1 18 32-16,0 13-27 0,4 9 8 15,4 7 3-15,12 0-16 16,18 4 15-16,3 1-21 16,26 1 0-16,14-2 6 15,6 2-4-15,5-4-2 16,1 0 0-16,0-7 4 15,-1-5 5-15,4-9-6 16,6-5-2-16,10-4 32 16,12-3-7-16,16-4-8 15,18-5 3-15,17-7-21 16,19-6 9-16,12-9-9 16,5-14 0-16,1-10-9 15,-9-17-2-15,-9-3-34 0,-6-32 8 16,-11-14 16-1,-5-15 12-15,-6-13 6 0,-9-7 3 16,-5-4-7-16,-6 2 7 16,-19 5-23-16,-19 2-30 15,-26 2-21-15,-24 1-1 16,-17 0 12-16,-12-3 50 16,-25-4 12-16,-17-8 2 15,-16-3 37-15,-22-5 15 16,-17-5 6-16,-12 0 41 15,-8 7-62-15,0 10-17 16,5 17 13-16,1 17-33 16,4 20 3-16,-1 16-4 15,-3 17 1-15,-6 0-6 0,3 15 5 16,2 15-1-16,3 10-7 16,8 12-22-16,9 7-70 15,10-2-206-15</inkml:trace>
  <inkml:trace contextRef="#ctx0" brushRef="#br0" timeOffset="-111230.72">16908 14188 625 0,'0'0'21'0,"0"0"-21"0,0 0-52 15,-36 108-109-15</inkml:trace>
  <inkml:trace contextRef="#ctx0" brushRef="#br0" timeOffset="-104033.04">15832 16023 11 0,'0'0'92'16,"0"0"-72"-16,0 0 4 0,0 0 1 15,0 0-8 1,0 0 30-16,0 0-16 0,0-14 1 15,0 8-17-15,0 1 8 16,0-1 22-16,-2 0 9 16,1 1-12-16,-1-1-13 15,-1 0 9-15,0-1 6 16,-1 3-13-16,-1-2-23 16,3 4 23-16,0 1-25 15,2-1-1-15,-1 2 17 16,1 0-22-16,0 0 0 15,-2 0-3-15,2 0 7 16,0 0-10-16,0 0 6 0,0 0 0 16,0 0 2-1,12 0 1-15,7 0-3 0,7 0 0 16,4-3 4-16,7-4-4 16,6 0 0-16,3 2 0 15,5-3-1-15,1-1 3 16,2 0-2-16,1-3 0 15,-3 0 3-15,-1 0-4 16,-11 1 1-16,-4 4 0 16,-11 0-3-16,-9 5 4 15,-9-1-1-15,-7 3 0 16,0-3 6-16,0-2 0 16,0 1-6-16,0-1 0 15,-9 2 6-15,0 1-4 0,0 2-2 16,-4 0 0-16,-1 0 2 15,-1 0-7-15,3 0 5 16,1 0-3-16,3 0-2 16,2 0-13-16,1 5-21 15,1 6-28-15,-2-1-109 16,0-4-102-16</inkml:trace>
  <inkml:trace contextRef="#ctx0" brushRef="#br0" timeOffset="-103700.56">16340 15676 239 0,'0'0'110'15,"0"0"-45"-15,0 0-65 16,0 0 1-16,0 0 23 15,0 0 35-15,51 24-13 16,-25-12 13-16,1-2-28 16,-1 3-5-16,-3 0-23 15,-4 0 7-15,-3-2-6 16,-6-1-4-16,-4-2 0 16,-6 1 2-16,0-1 1 0,-5 4 1 15,-15 2-4 1,-6 1 2-16,-6 4 3 0,-2 5-5 15,-2 4-5 1,5 2-4-16,8-4-148 0,10-6-210 16</inkml:trace>
  <inkml:trace contextRef="#ctx0" brushRef="#br0" timeOffset="-103558.18">16420 16020 514 0,'0'0'113'15,"0"0"-54"-15,0 0-29 0,0 0 9 16,0 0 4 0,0 0-43-16,-38-22-15 0,32 47-43 15,-6 0-221-15</inkml:trace>
  <inkml:trace contextRef="#ctx0" brushRef="#br0" timeOffset="-103166.93">15872 16054 357 0,'0'0'26'16,"0"0"-13"-16,0 0 0 0,0 0-21 16,0 0 8-16,0 0-31 15,0 10-34-15,7-9-30 16,4-1-5-16</inkml:trace>
  <inkml:trace contextRef="#ctx0" brushRef="#br0" timeOffset="-102981.36">16224 15919 281 0,'0'0'0'15,"0"0"-1"-15</inkml:trace>
  <inkml:trace contextRef="#ctx0" brushRef="#br0" timeOffset="-102768.52">16713 15718 359 0,'0'0'58'0,"0"0"-51"16,0 0-5-16,0 0-4 16,0 0-9-16,0 0-119 15</inkml:trace>
  <inkml:trace contextRef="#ctx0" brushRef="#br0" timeOffset="-97368.33">3948 14270 443 0,'0'0'15'0,"0"0"13"16,0 0 22-16,0 0-37 16,0 0 3-16,0 0-7 15,0 0-7-15,0 0 11 16,-16-5-13-16,16 5 0 15,-1 0 1-15,1 3 1 16,-2 8-2-16,2 9 0 16,0 8 3-16,0 9 13 0,5 10-16 15,9 10 5 1,3 4 20-16,2 5-23 0,1-4 6 16,-1-8-8-16,0-11 5 15,-2-11-2-15,-2-14-3 16,-5-10 0-16,-1-8 7 15,1-3-6-15,3-26 7 16,-1-7-8-16,1-7-25 16,-6-1 24-16,-5 7-11 15,1 9 12-15,-3 9 5 16,9 9-5-16,3 9 0 16,5 1-1-16,8 16-2 15,6 14-5-15,-4 7 8 16,-5 7 0-16,-4 4-1 15,-11-2 6-15,-4-4-4 0,-3-13 0 16,0-8 4-16,-12-5 29 16,-16-6-2-16,-15-2-10 15,-5-5 7-15,-4-2-24 16,-3-1 4-16,5 0-9 16,10 0 5-16,12-2-19 15,14 2 5-15,13 0-82 16,1 0-214-16,3 0 34 15</inkml:trace>
  <inkml:trace contextRef="#ctx0" brushRef="#br0" timeOffset="-97140.53">4442 14713 377 0,'0'0'271'16,"0"0"-240"-16,0 0 23 15,0 0-43-15,0 0-9 16,81-56-2-16,-36 49-10 16,1 2-24-16,0-3-117 15,-6-1-178-15</inkml:trace>
  <inkml:trace contextRef="#ctx0" brushRef="#br0" timeOffset="-96640.39">5109 14287 602 0,'0'0'40'0,"0"0"15"0,-90-27-29 15,59 27-26 1,1 9 2-16,2 12 2 0,10 5-4 16,11 5 0-16,7 1-4 15,3 2 10-15,25 4-7 16,12 3 1-16,12-4 0 15,7-7 6-15,0-16-6 16,1-14-9-16,-5-15 7 16,-7-21 2-16,-7-8-1 15,-11-4 1-15,-19 1 0 16,-11 5 8-16,-3 5-2 16,-34 8 4-16,-8 12 10 15,-6 11-3-15,-3 6 14 0,10 0-31 16,14 10 0-1,21 8-10-15,9 7 10 0,15 12 0 16,19 12-1-16,8 6 6 16,5 4-4-16,-2-3-1 15,4-6 0-15,1-11-5 16,5-14 5-16,2-12-50 16,-7-10-39-16,-11-3-169 15</inkml:trace>
  <inkml:trace contextRef="#ctx0" brushRef="#br0" timeOffset="-96319.49">4345 15207 233 0,'0'0'44'16,"-135"44"77"-16,75-23-39 15,15-5-15-15,17-4-25 16,13-7-23-16,15-2 15 16,0-3-32-16,36-3 9 15,32-17 55-15,28-13-27 16,20-6-20-16,14-2-10 16,0-5-4-16,1 0 4 15,2-5-9-15,1-2 0 16,-3 0 8-16,-7 2-8 0,-12 4 0 15,-9 9-12 1,-15 8-33-16,-23 7 6 0,-24 15-40 16,-28 8-56-16,-16 4-101 15</inkml:trace>
  <inkml:trace contextRef="#ctx0" brushRef="#br0" timeOffset="-95974.21">5134 15132 480 0,'0'0'92'0,"0"0"-14"0,0 0-69 15,0 0 1 1,-19 77 11-16,19-35-14 0,0 2 30 16,12 1-34-16,10-2-2 15,-1-6 15-15,3-3-16 16,-3-7 4-16,5-10-4 15,3-11 4-15,2-6 15 16,4-13-19-16,0-17 0 16,-3-4 6-16,-7 4-2 15,-13 2-2-15,-12 6 3 16,-2 5 32-16,-29 6 14 16,-21 7-51-16,-14 4 0 15,-11 15 3-15,10 14-2 0,18 6-2 16,27-3-120-1,22-11-46-15,11-13-264 0</inkml:trace>
  <inkml:trace contextRef="#ctx0" brushRef="#br0" timeOffset="-82170.95">17386 13402 82 0,'0'0'5'16,"0"0"-3"-16,0 0 15 16,0 0-11-16,0 0 16 15,0 0 1-15,0 0 9 16,-25-22-18-16,25 22-14 15,0 0 1-15,0 0-2 16,0 0 2-16,0-3 13 0,0 1 9 16,0-3-9-1,0-1 10-15,0 2-14 0,-3-1 1 16,3 0 16-16,0 1-27 16,0 1 7-16,0-2 31 15,0 1-10-15,-2 0-7 16,2 0-16-16,-1-1 10 15,-2-2 33-15,-1 1-39 16,2 2 1-16,0 0 3 16,2 1 0-16,0 1 15 15,0 2-28-15,0 0 1 16,14 0-6-16,2 0 5 16,1 12 0-16,2 3-3 15,0 6 7-15,-4 8-4 16,2 4 0-16,-4 9 0 0,-5 9 45 15,-3 9-27-15,-3 8 1 16,2 10 9-16,6 4-22 16,4 1 9-16,4-2-15 15,9-3 0-15,3-6 3 16,-3-6 1-16,1-3-4 16,-6-8 0-16,-5-2 3 15,-4-2-4-15,-5-2 1 16,-2 4 0-16,-2 0 15 15,4 5-12-15,4-2 3 16,3 4 1-16,2 1-3 16,2 2 4-16,0-5-8 0,-3-4 0 15,-2-9 5-15,-2-3-4 16,-2-7-1-16,-4-4 0 16,-2-3 5-16,-3-1-5 15,2-1 0-15,0 0 0 16,1 4-1-16,5-1 3 15,1 2-2-15,5 2 0 16,0 0 2-16,1-2-1 16,-2 1-1-16,-3-3 0 15,-1-3-2-15,-3-5 8 16,-2-1-9-16,-1-3 3 16,-1-3 0-16,4 0 3 15,0 3-3-15,2 4 0 16,2 5-1-16,0 5 6 15,-4 5-6-15,0 5 1 0,-7 4 0 16,0 2 0-16,0-1 0 16,0-4 0-16,0-6 0 15,0-8 5-15,0-7-7 16,0-5 2-16,0-5 0 16,1 0-3-16,5-1 3 15,0 2 0-15,1 0 0 16,1 4 4-16,0 1-4 15,2 2 0-15,-1 4 0 16,-2-1 1-16,2 0-1 0,-3-5 0 16,-2-5 2-1,2-2 2-15,-2-7-6 0,-3 0 2 16,2-2 0-16,-3-1 38 16,0 0 4-16,3 2-31 15,-2 1-1-15,1 1-6 16,-2 1-4-16,1 3 0 15,-1-3 4-15,0 0 2 16,2-4-6-16,-2 0 0 16,0-1 6-16,0 0-6 15,1-2 0-15,4-17-25 16,-2-1-339-16</inkml:trace>
  <inkml:trace contextRef="#ctx0" brushRef="#br0" timeOffset="-80372.86">17830 16841 296 0,'0'0'118'15,"0"0"-90"-15,0 0-5 16,0 0 30-16,0 0 15 16,0 0-30-16,0 0-5 15,44-5-9-15,-39 1 9 0,-1-1 13 16,0-2-21-1,2-2 11-15,0-3-32 0,2-2 0 16,0-5 5-16,-1-4-7 16,-3-4 1-16,-4-2-3 15,0 3 0-15,-4 5 1 16,-19 10-1-16,-8 9 0 16,-3 2-6-16,-5 14 4 15,2 15 2-15,4 7-2 16,8 7 2-16,16 2-17 15,9-1-4-15,14 1-38 16,21-4 55-16,10-2-4 0,4-5 6 16,0-5-2-1,-4-7 4-15,-8-5-4 0,-9-5 4 16,-12-7 0 0,-8-1-3-16,-8-4 6 0,0 3 0 15,-17 1 58-15,-13 2-30 16,-5 1 2-16,-2-4-31 15,-1-3 5-15,7 0 5 16,2 0-10-16,7-5 5 16,7-10-7-16,10-9 0 15,5-8-8-15,10-11-62 16,18-1-33-16,11-5 55 16,2 1 22-16,-2 4 26 15,-1 4 0-15,-5 8 2 16,-6 11 21-16,-11 8-7 0,-7 10 4 15,-6 3-5 1,-3 0-14-16,0 0-2 0,0 0-5 16,0 0 6-16,0 10 0 15,-3 0 0-15,3 5 0 16,0 2 4-16,12 4-3 16,9 4 17-16,5 3-11 15,1 2-6-15,-1-1 17 16,-1-2-17-16,-1-2-1 15,-5-4 7-15,-5-5-7 16,-5 1 4-16,-6-12-4 16,-3 1 0-16,0-3 19 0,-6 0 7 15,-18-1 10 1,-5 1-26-16,-6 2-7 0,-1 0-1 16,-1 2-2-16,-1 3-80 15,7-4-23-15,7-6-183 16</inkml:trace>
  <inkml:trace contextRef="#ctx0" brushRef="#br0" timeOffset="-80146">18139 16670 496 0,'0'0'131'15,"0"0"-32"-15,0 0-45 0,0 0-54 16,0 0 0 0,83-29 1-16,-34 15 1 0,2-1-2 15,-1-4 0-15,-4 2 5 16,-6 3-10-16,-5 1-34 16,-17 4-66-16,-18 9-303 15</inkml:trace>
  <inkml:trace contextRef="#ctx0" brushRef="#br0" timeOffset="-78723.02">19979 14439 269 0,'0'0'61'15,"0"0"-38"-15,0 0-14 16,0 0 0-16,0 0-8 16,0 78 11-16,2-41 30 0,12 7 19 15,0 10 10-15,2 14-16 16,0 12-29-16,-2 11 32 16,-1 5-43-16,0 3 10 15,4 2 5-15,1-3-20 16,4 0 10-16,2-4-20 15,3-4 3-15,-2-7 5 16,4-4-8-16,2-8 0 16,0-5 2-16,1-5 1 15,-6-10 2-15,-2-9-5 16,-6-11 0-16,-7-9 0 16,-5-8 1-16,-5-5-1 15,-1 1 0-15,0 5 2 0,-6 4 4 16,-9 3-6-1,-1-3-65-15,5-10-41 0,3-9-198 16</inkml:trace>
  <inkml:trace contextRef="#ctx0" brushRef="#br0" timeOffset="-78569.75">20368 16038 606 0,'0'0'76'0,"0"0"44"16,0 0-77-16,0 0-5 15,0 0 5-15,0 0-43 16,-34-12-5-16,34 39 0 16,0 1-120-16,0-10-120 15</inkml:trace>
  <inkml:trace contextRef="#ctx0" brushRef="#br0" timeOffset="-77409.55">19967 16422 390 0,'0'0'166'0,"0"0"-56"16,0 0-54-16,0 0-7 15,0 0-49-15,0 0-14 16,0-25 14-16,0 49-7 15,0 7 9-15,3 6-2 0,4 5 0 16,3 5 2 0,4 4 0-16,1 0-2 0,1 5 0 15,-1-4-7-15,-1-7-32 16,0-12-47-16,-1-16-186 16</inkml:trace>
  <inkml:trace contextRef="#ctx0" brushRef="#br0" timeOffset="-76892.14">20304 16486 614 0,'0'0'72'0,"0"0"-55"15,0 0-17-15,0 0 0 0,0 100 0 16,0-63 0-1,3-4 0-15,0-2-1 0,2-5 2 16,0-6-1 0,1-9 0-16,-1-8 0 0,1-3 8 15,5-7-3-15,8-23 0 16,3-10-5-16,-3-7 3 16,-7-5-4-16,-4 5 1 15,-1 5 0-15,0 12 10 16,9 7-6-16,6 10 13 15,6 11-17-15,3 2 6 16,4 2-17-16,-4 18 11 16,-3 2 0-16,-2 1-3 15,-4 4 3-15,2-4 0 0,-3-2-2 16,0-3 4-16,-1-9-1 16,-1-5-1-16,-3-4 0 15,-3 0 6-15,1-13-3 16,-7-9 3-16,-4-6 12 15,-3-1 15-15,0-3 27 16,-9-2-45-16,-19 4 14 16,-11 2 5-16,-6 10-21 15,-7 14-8-15,0 4-5 16,6 24-30-16,13 9-58 16,17-6-121-16,16-7-360 15</inkml:trace>
  <inkml:trace contextRef="#ctx0" brushRef="#br0" timeOffset="-75811.3">21559 15978 161 0,'0'0'56'0,"0"0"4"16,0 0-31-16,-88-26-17 15,71 23 26-15,5-1-23 16,-1 1-14-16,2 1 9 0,3-2-8 16,2-2 67-16,2 1 29 15,4-3-32-15,3-1-24 16,24-2-29-16,21 0-7 15,18 0-5-15,27-1-1 16,25-1-10-16,25-1 4 16,15-6-123-16,8-2-62 15,-7-3-41-15</inkml:trace>
  <inkml:trace contextRef="#ctx0" brushRef="#br0" timeOffset="-75711.18">22792 15681 50 0,'101'-31'79'0,"-24"-1"49"15,-20 5-40-15,-24 5-17 16,-15 6-15-16,-15 8-35 0,-3 5-21 15,-28 3-58-15,-23 0-260 16</inkml:trace>
  <inkml:trace contextRef="#ctx0" brushRef="#br0" timeOffset="-75061.9">22552 14988 280 0,'0'0'160'0,"0"0"-49"16,0 0-39-16,0 0-18 16,0 0-35-16,0 0 43 0,4-43-19 15,2 45-42 1,7 23-2-16,4 14 3 0,1 19-2 16,0 17 9-16,-3 10-7 15,-4 4 23-15,-3-3-25 16,-4-6 0-16,-2-2 4 15,-2-6 1-15,0-5 0 16,0-5-5-16,0-9-70 16,0-16-32-16,5-25-243 15</inkml:trace>
  <inkml:trace contextRef="#ctx0" brushRef="#br0" timeOffset="-74918.48">22751 15567 731 0,'0'0'78'16,"0"0"-54"-16,0 0-20 15,0 0-8-15,-17 83-75 16,8-40-75-16</inkml:trace>
  <inkml:trace contextRef="#ctx0" brushRef="#br0" timeOffset="-74348.34">22341 16185 498 0,'0'0'160'0,"0"0"-112"0,0 0 52 15,0 0-61 1,0 0-28-16,0 0 1 0,12-44-12 16,6 65 0-16,6 13-2 15,6 14 6-15,-3 13-4 16,-4 7 0-16,-2-2-41 15,-10-10-87-15,-5-14-121 16</inkml:trace>
  <inkml:trace contextRef="#ctx0" brushRef="#br0" timeOffset="-74131.58">22665 16020 724 0,'0'0'85'16,"0"0"-11"-16,0 0-74 16,0 0 5-16,0 0-5 15,-11 100 0-15,16-41 0 16,10-1 2-16,4-4-3 16,2 0 1-16,-3-9-84 15,-1-10-22-15,-3-15-205 16</inkml:trace>
  <inkml:trace contextRef="#ctx0" brushRef="#br0" timeOffset="-73846.18">22847 16102 825 0,'0'0'84'15,"0"0"-56"-15,0 0-22 16,0 0-12-16,88 53 9 15,-54-10-6-15,-3 0-13 16,-5-1-9-16,-5-9 17 16,-6-8-8-16,-4-8 16 15,-5-6-2-15,-4-5 6 16,-2-6-6-16,0 2 2 0,-3 3 0 16,-22 4 22-1,-11 8-22-15,-9 4 0 0,2 2-1 16,1-2-44-1,11-5-94-15,8-7-79 0</inkml:trace>
  <inkml:trace contextRef="#ctx0" brushRef="#br0" timeOffset="-73621.66">22822 16091 520 0,'0'0'49'0,"0"0"9"16,0 0-54-16,95-35 1 0,-22 25-5 15,16-4 12-15,7-3-11 16,0-6 5-16,-6-3-1 16,-11 0-3-16,-13 0-2 15,-12 6 0-15,-17 1-126 16,-20 1-215-16</inkml:trace>
  <inkml:trace contextRef="#ctx0" brushRef="#br0" timeOffset="-73477.31">23156 15901 680 0,'0'0'115'15,"0"0"-35"-15,0 0-49 0,0 0-18 16,85-70-13-16,-65 91-109 15,-20 6-229-15</inkml:trace>
  <inkml:trace contextRef="#ctx0" brushRef="#br0" timeOffset="-71446.35">14188 16481 242 0,'0'0'86'0,"0"0"13"15,0 0-27-15,0 0-29 16,0 0 12-16,0 0-23 0,-53-62-16 15,46 51 21-15,0 0-13 16,0 2-1-16,1 1 43 16,1 3-36-16,4 3-4 15,1 2-8-15,0 0-15 16,0 7-6-16,12 15 0 16,13 9 3-16,3 9-3 15,5 4 5-15,2 0-2 16,-4-2 0-16,-4-4 4 15,-8-3-13-15,-7-2-6 16,-5-2-46-16,-4-2 25 16,-3-2-55-16,0-5-168 0</inkml:trace>
  <inkml:trace contextRef="#ctx0" brushRef="#br0" timeOffset="-71296.2">14361 16763 559 0,'0'0'140'0,"0"0"-103"16,0 0-37-16,0 0-10 15,0 0-73-15,-40 74-258 16</inkml:trace>
  <inkml:trace contextRef="#ctx0" brushRef="#br0" timeOffset="-59727.09">13717 17094 161 0,'0'0'43'16,"0"0"9"-16,0 0 5 15,0 0-6-15,0 0-18 16,0 0 37-16,0 0-36 15,-5-38 14-15,4 34-25 16,-1 0-2-16,1 1 25 16,-1-2-36-16,2 2 8 15,-2 0 5-15,1 2-4 16,0 1 9-16,-1 0-21 16,1 0 2-16,-1 0-8 0,1 0-1 15,-2 0-4-15,-4 12 2 16,1 8 4-16,0 6-4 15,-2 6 2-15,2-3 0 16,5 7-2-16,1-2 2 16,0 2 0-16,10-6 0 15,4-2 0-15,3-6-7 16,3-5-23-16,4-7-9 16,1-1 26-16,3-6-14 15,-2-1 26-15,-7-1-3 16,1 2 8-16,-3 3-6 15,-5 1 2-15,2 3 0 16,-7 7-3-16,-5-6 3 16,-2 4 0-16,0-3 0 15,-15-1 1-15,-9 3 16 0,0-5-10 16,-3-1 0-16,-1-2 15 16,0 0-19-16,1-1 4 15,5-2-7-15,6 0-1 16,10-3 0-16,6 0-95 15,0-2-185-15</inkml:trace>
  <inkml:trace contextRef="#ctx0" brushRef="#br0" timeOffset="-58994.46">13686 17109 375 0,'0'0'141'15,"0"0"-57"-15,0 0-34 16,0 0-36-16,0 0-11 16,0 0 10-16,58-35-13 15,-18 26 0-15,2 0 2 16,7-2 4-16,-3 2-10 16,-3 1 4-16,-4 2-18 0,-14 2 14 15,-8 2-21 1,-8 2-1-16,-8 0-2 0,-1 0 0 15,0 0 28-15,-18 10 4 16,-5 4 4-16,0 2 42 16,7 1-40-16,8 5-3 15,8 3 1-15,0 4-7 16,15 2 2-16,11 1-3 16,1 0 2-16,5-3 17 15,-2 0-19-15,-2-6 0 16,-5-4 11-16,-5-3-11 15,-5-6 8-15,-4 0-8 16,-3 1 1-16,-6 1 11 0,0 2-10 16,0 3-2-1,-12 3 9-15,-9-2-9 0,-5 0 4 16,-1-2-4-16,-3-3 0 16,2-3-4-16,9-8 4 15,6-1-13-15,9-1 3 16,4-3-152-16</inkml:trace>
  <inkml:trace contextRef="#ctx0" brushRef="#br0" timeOffset="-58765.68">14017 17112 582 0,'0'0'98'0,"0"0"-71"16,0 0-16-16,101-70 4 15,-49 50 23-15,2 5-26 16,-3 9-8-16,-10 6-5 16,-5 0 1-16,-10 5-90 15,-19 12-187-15</inkml:trace>
  <inkml:trace contextRef="#ctx0" brushRef="#br0" timeOffset="-58583.14">14205 17241 629 0,'0'0'97'0,"0"0"-45"15,0 0-52-15,0 0-69 16,0 0-55-16,0 0-261 16</inkml:trace>
  <inkml:trace contextRef="#ctx0" brushRef="#br0" timeOffset="-57362.02">12088 16540 269 0,'0'0'35'0,"0"0"36"16,0 0-71-16,0 0 21 16,0 0 22-16,0 0 1 15,-21-3-25-15,21 3-19 16,0 0 0-16,0 3 12 15,0 11 19-15,6 5 38 16,2 9-32-16,-1 8-1 16,5 7-5-16,3 8-20 15,0 6-6-15,3 7 21 16,-2 0-22-16,0 3-4 0,-4-2 4 16,2-10-3-1,-4-6-1-15,-1-14 0 0,-1-5-57 16,-4-12-13-16,-4-12-278 15</inkml:trace>
  <inkml:trace contextRef="#ctx0" brushRef="#br0" timeOffset="-57188.16">12228 17033 639 0,'0'0'92'0,"0"0"-36"15,0 0-47-15,0 0-9 16,0 0-3-16,0 0-2 16,-10 57-69-16,22-34-98 0,-4-7-269 15</inkml:trace>
  <inkml:trace contextRef="#ctx0" brushRef="#br0" timeOffset="-56030.54">11845 17328 307 0,'0'0'200'16,"0"0"-91"-16,0 0-43 0,0 0 4 16,0 0-46-16,0 0-24 15,-24-14-3-15,24 19 3 16,0 9 49-16,0 3-35 15,-2 7-5-15,0 5 0 16,0 1-8-16,0-1 5 16,2-2-6-16,0-1 0 15,0-2 2-15,0-4-2 16,0 2 0-16,9-4-2 16,4-1 0-16,1-2-5 15,3-1-28-15,4-9-15 16,2-4 36-16,3-1-32 0,0-6 23 15,-1-13 4-15,2-6 11 16,-7-3 7-16,-7 0 1 16,-2 3 0-16,-8 5 55 15,-3 3-11-15,0 6 10 16,0 1-18-16,0 6-24 16,-3 1 9-16,0 3-21 15,3 0 2-15,0 6-7 16,0 16 2-16,0 7 3 15,8 4 0-15,5 4 2 16,5 1-1-16,3 2-1 0,0-6 0 16,0-1 0-1,-2-8 0-15,1-3-49 0,-1-6-40 16,-1-12-41-16,0-4-156 16</inkml:trace>
  <inkml:trace contextRef="#ctx0" brushRef="#br0" timeOffset="-55747.32">12362 17570 645 0,'0'0'132'0,"0"0"0"15,0 0-120-15,0 0-12 16,0 0 0-16,22 78 3 16,-3-42-3-16,-3-5 0 0,2-5-5 15,-6-7 5-15,-2-10-11 16,-1-5-16-16,-1-4 27 15,4-7 7-15,-3-18-7 16,-3-5 0-16,-3-4-2 16,-3 2 6-16,0 1-4 15,-17 2 0-15,-13 9 2 16,-10 11 17-16,-8 9-19 16,-5 3-3-16,3 25-4 15,7 8-111-15,14-2-43 16,13-6-233-16</inkml:trace>
  <inkml:trace contextRef="#ctx0" brushRef="#br0" timeOffset="-54531.23">10083 16408 260 0,'0'0'46'0,"0"0"58"16,0 0-12-16,0 0-12 15,0 0-55-15,0 0-12 16,15-13-13-16,0 32 0 16,0 6 28-16,0 9-17 15,-2 8 10-15,4 11 3 16,-2 11-1-16,4 14 31 15,1 8-31-15,5 4-9 16,5 5 6-16,1-6-14 16,4-10-6-16,-3-11 0 15,0-16 4-15,-7-13-13 0,2-9-43 16,-8-15-71-16,-8-11-207 16</inkml:trace>
  <inkml:trace contextRef="#ctx0" brushRef="#br0" timeOffset="-54364.31">10483 17241 343 0,'0'0'240'16,"0"0"-177"-16,0 0-42 16,0 0-19-16,0 0-4 0,0 0 0 15,-25 73-127-15,25-56-231 16</inkml:trace>
  <inkml:trace contextRef="#ctx0" brushRef="#br0" timeOffset="-52850.56">9989 17512 364 0,'0'0'109'0,"0"0"46"15,0 0-103-15,0 0-26 16,-8-78 2-16,14 69-24 16,10 4 6-16,3 4-10 0,9 1 2 15,4 1 2 1,2 21-4-16,-1 6 0 0,-5 11-4 15,-8 5 8-15,-8 1-4 16,-11 2 0-16,-1-7 1 16,-1-5-1-16,-13-8 0 15,2-8 0-15,3-5 1 16,4-8 0-16,3-2-2 16,2-4-24-16,0 0 5 15,19-10 8-15,4-7-27 16,-2-5 32-16,6-3 2 15,-1 0 7-15,0-1-2 16,-1-2 0-16,0 2 1 16,-2 2-2-16,-1 2 1 15,-7 8 0-15,-6 5 1 0,-6 6 3 16,-3 3-2-16,0 0 1 16,0 0 3-16,0 0-1 15,0 0-1-15,0 10 0 16,0 6 31-16,10 4-10 15,10 6 40-15,7 0-23 16,2 2-26-16,3 1 15 16,-4-3-28-16,-4-5-3 15,-8-2 9-15,-4-8-9 16,-7-2 2-16,-5-3-2 16,0 1 5-16,-20-1 5 15,-6 0-10-15,-9-1 0 0,3-5 2 16,8 0-2-16,5 0-58 15,9-20-163-15</inkml:trace>
  <inkml:trace contextRef="#ctx0" brushRef="#br0" timeOffset="-52657.5">10437 17523 478 0,'0'0'187'0,"0"0"-99"16,0 0-3-16,0 0-85 16,0 0 0-16,91-48 5 0,-31 29-3 15,2 5-4 1,-4 5-16-16,-9-5-119 0,-14-2-136 16</inkml:trace>
  <inkml:trace contextRef="#ctx0" brushRef="#br0" timeOffset="-52504.43">10817 17483 273 0,'0'0'428'16,"0"0"-305"-16,0 0-111 0,0 0-12 15,0 0-94-15,0 0-96 16</inkml:trace>
  <inkml:trace contextRef="#ctx0" brushRef="#br0" timeOffset="-50498.04">11894 15065 170 0,'0'0'19'0,"0"0"-15"15,0 0-2-15,0 0-2 16,0 0 0-16,0 0-1 16,-28 22 5-16,28-18-4 15,0-2 0-15,3 0 1 16,3-2 0-16,-4 2-1 16,0 1 0-16,-2 1-5 15,0 4 2-15,0-2-5 16,-10 2-173-16</inkml:trace>
  <inkml:trace contextRef="#ctx0" brushRef="#br0" timeOffset="-50303.37">11894 15065 223 0</inkml:trace>
  <inkml:trace contextRef="#ctx0" brushRef="#br0" timeOffset="-50003.36">11894 15065 223 0,'-59'28'54'0,"59"-34"32"0,0 3-67 0,0 2-3 0,0 1-16 16,0 0 16-16,0 0-23 0,-2 0 7 15,1 1-1-15,1 8-2 16,0 1 6-16,0 4-6 16,0 9 3-16,7 7 0 15,3 7-8-15,1 7-44 16,-5 4-15-16,5 2-27 16,-1-1 41-16,-3-2 48 15,2-2 5-15,-5-7 0 16,2-4 27-16,-2-3 27 15,-4-1 3-15,7-4-8 16,2-1-26-16,4-1 34 0,5 0 11 16,0-1-35-1,6 0 6-15,1 0-16 0,-1 6-1 16,2 6-4-16,-2 9-18 16,1 11 9-16,-4 6-9 15,-9-3-102-15,-11-10-180 16</inkml:trace>
  <inkml:trace contextRef="#ctx0" brushRef="#br0" timeOffset="-49819.57">12228 16578 337 0,'0'0'29'0,"0"0"27"15,0 0 11-15,0 0 12 0,0 0-59 16,78 84-1-16,-66-64-11 15,1 2-6-15,-2 0-4 16,-8 3-43-16,-3-2-162 16</inkml:trace>
  <inkml:trace contextRef="#ctx0" brushRef="#br0" timeOffset="-48354.18">17637 17297 235 0,'0'0'127'0,"0"0"-19"16,0 0 3-16,0 0-22 15,0 0-53-15,0 0-18 16,-18-34 54-16,18 34-72 16,0 0-1-16,-2 11-9 15,-1 14 10-15,0 6 21 16,-2 8-21-16,0 5 8 16,1 4-2-16,-4 1-6 15,0-1-4-15,-4-10-80 0,4-8-2 16,-1-15-91-16,3-11-119 15</inkml:trace>
  <inkml:trace contextRef="#ctx0" brushRef="#br0" timeOffset="-48171.26">17499 17489 168 0,'0'0'183'0,"0"0"-78"16,0 0-55-16,0 0 7 15,0 0-30-15,0 0 5 16,-58-23-5-16,58 23-21 15,5 0-6-15,11 0 26 16,5 0-5-16,9 0 29 16,1 0-38-16,4 0-11 0,-3-4-2 15,-3-6-99-15,-5 0-214 16</inkml:trace>
  <inkml:trace contextRef="#ctx0" brushRef="#br0" timeOffset="-47455.19">17826 17316 551 0,'0'0'172'0,"0"0"-17"16,0 0-105-16,0 0-39 16,0 0-7-16,0 0-4 15,-12-11 0-15,14 29-2 16,1 6 7-16,1 3-5 15,-3 5 0-15,3 7-3 16,-3 2-5-16,0-5-110 16,1-10-130-16</inkml:trace>
  <inkml:trace contextRef="#ctx0" brushRef="#br0" timeOffset="-47072.49">18074 17310 631 0,'0'0'73'16,"0"0"-73"-16,0 0 2 15,0 0 4-15,-9 101-6 16,-5-67 0-16,2 2 5 16,1-5-4-16,2-7-1 0,3-11 1 15,2-6 1-15,1-7 7 16,-3 0 116-16,2 0-56 15,-3-12-31-15,-1-3-34 16,1-5-1-16,-2-1 0 16,1 2 2-16,1 1-10 15,1 1 4-15,2 0-29 16,4 0 28-16,0 1-18 16,11 1 6-16,12-1 7 15,3 3-10-15,9-2 16 16,5 0-10-16,4-1 11 15,2-1-9-15,0 1-4 16,2-1-40-16,-6 2-24 0,1 3-17 16,-9 0-140-1</inkml:trace>
  <inkml:trace contextRef="#ctx0" brushRef="#br0" timeOffset="-46314.23">19856 17098 508 0,'0'0'152'0,"0"0"-25"15,0 0-53-15,0 0-41 16,0 0-33-16,0 0 0 16,-6-4-2-16,17 42 2 15,-4 3-1-15,-2-2 6 16,-4 1-8-16,-1-4 3 15,0 0 0-15,0-5-1 16,0-3 1-16,-6-8-42 0,-1-6-64 16,-2-8 24-1,3-6-135-15</inkml:trace>
  <inkml:trace contextRef="#ctx0" brushRef="#br0" timeOffset="-46140.36">19801 17316 368 0,'0'0'178'16,"0"0"-50"-16,0 0-21 15,0 0-6-15,0 0-91 16,0 0-10-16,-36-36-15 16,54 36 15-16,7 0-4 15,8 0-1-15,2 0-28 16,-3 0-16-16,-2 0-43 16,-7-7-53-16,-10-3-194 15</inkml:trace>
  <inkml:trace contextRef="#ctx0" brushRef="#br0" timeOffset="-45807.3">20026 17086 609 0,'0'0'113'16,"0"0"-62"-16,0 0-49 15,82 20 1-15,-64 11-3 16,-3 8 0-16,-7 0-1 15,-5-5 1-15,-3-1 0 16,0-5-2-16,-9-10-10 16,-2-5 5-16,1-7 0 0,-1-4 7 15,2-2 5 1,-2 0-1-16,1 0 2 0,7-8 22 16,3 0-7-16,0-1 49 15,6-1-70-15,18 3 7 16,5 2-7-16,3 0 2 15,3 1-2-15,-2 4 0 16,-4 0-14-16,-5 0-34 16,-4 0-48-16,-1 0-50 15</inkml:trace>
  <inkml:trace contextRef="#ctx0" brushRef="#br0" timeOffset="-45056.55">20450 17077 499 0,'0'0'149'0,"0"0"-135"16,0 0 2-16,0 0-16 16,0 0 0-16,0 0 3 15,44 55 0-15,-42-24 20 16,-2 4 2-16,0-6 12 15,0 2 14-15,-7-12-50 16,2-6 2-16,1-9 7 16,4-4-7-16,-3 0 96 15,-2 0-19-15,-1-16-66 0,-1-4 1 16,2-11-15-16,4-1 0 16,1-7-3-16,0-2-2 15,7 0-23-15,13 1-35 16,10 5-21-16,4 6 15 15,2 5 8-15,5 5 47 16,-2 9 12-16,-1 6-17 16,-6 4 2-16,-5 0-55 15,-4 9-218-15</inkml:trace>
  <inkml:trace contextRef="#ctx0" brushRef="#br0" timeOffset="-44329.26">22400 16709 369 0,'0'0'90'0,"0"0"-35"15,0 0-53 1,0 0 0-16,0 0 53 0,0 0-10 16,8 80 1-16,-15-41-8 15,-10 5-30-15,-2 1-1 16,-2 1-7-16,0-3 6 15,2-4-12-15,3-10-22 16,7-10-81-16,1-16-63 16,4-3-125-16</inkml:trace>
  <inkml:trace contextRef="#ctx0" brushRef="#br0" timeOffset="-44169.17">22210 16891 627 0,'0'0'192'15,"0"0"-104"-15,0 0-53 16,0 0-35-16,0 0-3 16,0 0-21-16,15-2-10 15,25 10-83-15,11-8 25 16,4 0-166-16</inkml:trace>
  <inkml:trace contextRef="#ctx0" brushRef="#br0" timeOffset="-43712.52">22644 16679 208 0,'0'0'286'16,"0"0"-186"-16,0 0-79 15,0 0-21-15,0 0 0 16,97-31 21-16,-79 31 5 16,2 0-13-16,-3 10-13 15,-2 8 5-15,-9 5-5 16,-6 4 0-16,0 0-5 15,-4-1-62-15,-9-4-105 16,2-10-38-16,8-3-4 16</inkml:trace>
  <inkml:trace contextRef="#ctx0" brushRef="#br0" timeOffset="-43557.01">22786 16825 254 0,'0'0'200'0,"0"0"-32"16,0 0-97-16,0 0-26 16,0 0 20-16,0 0-43 15,39 30 0-15,-32-7-21 16,-4 6-1-16,-3-2 4 15,-2 0-4-15,-14-7-16 16,-5-4-51-16,2-4 29 16,-1-2 31-16,4-5-68 15,6-5-134-15,8-2-76 16</inkml:trace>
  <inkml:trace contextRef="#ctx0" brushRef="#br0" timeOffset="-43208.36">23018 16827 696 0,'0'0'19'16,"0"0"-10"-16,-24 73-9 16,15-44 0-16,2-7 3 15,6-3 1-15,-1-8-4 16,2-5 0-16,0-6 1 15,-1 0 6-15,-1 0 43 16,-1-4 68-16,2-12-89 0,-1-10-29 16,2-2-1-1,0-4-6-15,0-5-47 0,16-1-6 16,7 3-33-16,7 2-3 16,4 8 9-16,2 4 80 15,-3 5 7-15,-2 6 48 16,1 5-34-16,2 5 4 15,-3 0-18-15,-1 0-7 16,-4 0-86-16</inkml:trace>
  <inkml:trace contextRef="#ctx0" brushRef="#br0" timeOffset="-43044.47">23462 16574 717 0,'0'0'223'0,"0"0"-159"16,0 0-39-16,0 0-23 15,0 0-4-15,0 0-110 16,-5 63-251-16</inkml:trace>
  <inkml:trace contextRef="#ctx0" brushRef="#br0" timeOffset="-37064.49">4213 16365 254 0,'0'0'88'16,"0"0"37"-16,0 0-51 16,-17-82 10-16,17 59-16 15,-2 3-42-15,1 5 83 16,-3 3-90-16,1 4 9 16,1 2-3-16,1 3-13 15,1 3 4-15,-2 0-16 0,2 0 0 16,0 0-7-16,0 8 7 15,2 15-1-15,14 16-2 16,6 10 6-16,-1 6-6 16,2 1 2-16,-4-1 1 15,-2-5 1-15,-4-11-1 16,-4-8 0-16,-3-8-2 16,-3-6-3-16,-3-4-26 15,0-5-55-15,0-4-14 16,-6-4 21-16,-8 0-41 15,-5-4 41-15,-3-10 20 16,-5-3 33-16,-1 3 26 16,3 1 17-16,3 4 8 0,3 2 43 15,6 3-22-15,4 3 35 16,4-1-4-16,4 2-40 16,1 0-8-16,0-3-29 15,13-5 5-15,24-11 5 16,20-8-9-16,10-6 14 15,2 0-10-15,-5 1-1 16,-12 6-8-16,-13 4-48 16,-15 5-123-16,-23 1-164 15</inkml:trace>
  <inkml:trace contextRef="#ctx0" brushRef="#br0" timeOffset="-36183.21">4638 16044 375 0,'0'0'154'0,"0"0"-86"16,0 0-16-16,-24-90-6 16,18 69-5-16,3 5-10 15,0 7 22-15,1 2-30 16,2 7-10-16,0 0-13 16,0 24-8-16,3 20 8 15,8 13 0-15,3 12 0 16,-4 3-1-16,3 2 1 0,-6-3 0 15,6-6 0-15,0-4 5 16,-1-6-10-16,-3-6-96 16,-5-10-59-16,-4-16-391 15</inkml:trace>
  <inkml:trace contextRef="#ctx0" brushRef="#br0" timeOffset="-35015.6">4296 17188 160 0,'0'0'54'16,"0"0"18"-16,0 0-57 16,0 0-8-16,0 0 0 15,0 0 5-15,-33-5 25 16,29 5-3-16,1 0 44 15,-3-3-34-15,3 3 23 16,0-1-5-16,1 1-30 16,1 0-9-16,-3 0 14 15,2 0-20-15,0 0-15 16,2 0-2-16,0 0 0 0,0 0 0 16,0-1 0-16,0-6 2 15,8-5 9-15,16-7-11 16,7-9 0-16,8 0 0 15,-3 3 2-15,-1 6-4 16,-5 3-9-16,-9 8-21 16,-3 3 25-16,-7 1-8 15,-5 4-14-15,-1-1 1 16,-4 1-16-16,1 0-3 16,0 0-39-16,-1 0-35 15,-1 0-13-15</inkml:trace>
  <inkml:trace contextRef="#ctx0" brushRef="#br0" timeOffset="-34669.65">4614 16813 294 0,'0'0'114'16,"0"0"26"-16,0 0-38 15,0 0-26-15,0 0 6 16,0 0-21-16,0-45-50 16,0 45-5-16,0 0-12 0,13 14 3 15,4 12 1-15,5 10-1 16,3 8 6-16,1 9 0 15,-1 7-3-15,-4 1 0 16,0 0 3-16,-5-11-3 16,-2-6-2-16,-5-6-51 15,-5-11-73-15,-4-12-160 16</inkml:trace>
  <inkml:trace contextRef="#ctx0" brushRef="#br0" timeOffset="-33733.66">4954 16412 396 0,'0'0'87'0,"0"0"60"16,0 0-99-16,0 0-40 0,0 0-6 15,0 0 6-15,85 53 7 16,-53-12-10-16,-3 2 31 16,-2 1-19-16,0-5-6 15,-8-6 6-15,-2-8-16 16,-7-9 7-16,-6-6-8 16,-2-10 3-16,-2 0 16 15,-9 0 34-15,-21 0-23 16,-17 0-21-16,0-12-5 15,-7-7-1-15,2-4-3 16,12-1 1-16,7-2 0 0,17-5-1 16,16-5-4-1,0-9 1-15,27-10-20 0,10-5-2 16,6-8-16-16,11 1-25 16,10-2 26-16,3 1-42 15,0 9-10-15,-6 15 20 16,-12 17-30-16,-16 20-76 15</inkml:trace>
  <inkml:trace contextRef="#ctx0" brushRef="#br0" timeOffset="-32987.09">5753 16220 391 0,'0'0'143'0,"0"0"-88"16,0 0-37-16,0 0 6 15,0 0-23-15,0 0-1 16,20-16 6-16,29-9 9 0,9-9 16 16,5-7-23-1,-5-2-4-15,3-6 10 0,-4-4-9 16,-4 0-5-16,-2 4 0 16,-2 5 3-16,-4 11-11 15,-8 4-51-15,-11 5-131 16,-21 5 16-16,-5 9-69 15</inkml:trace>
  <inkml:trace contextRef="#ctx0" brushRef="#br0" timeOffset="-32770.16">6135 15738 117 0,'0'0'125'0,"0"0"11"16,0 0 12-16,0 0-28 16,0 0-118-16,0 0 17 15,19 24-16-15,22-11-3 0,-1 3 12 16,-4 3-10-16,-8-2 3 15,-7 1-5-15,-7 2 6 16,-5 6 6-16,-9 3-12 16,0 12 0-16,-20 5 4 15,-19 9 0-15,-7 3-8 16,-6 6-6-16,1-7-94 16,5-10-267-16</inkml:trace>
  <inkml:trace contextRef="#ctx0" brushRef="#br0" timeOffset="-31453.61">6729 15061 260 0,'0'0'76'16,"0"0"38"-16,0 0-42 15,0 0-43-15,0 0-29 16,0 0 0-16,-5 73 58 16,5-25-30-16,0 7-5 15,0 4 10-15,9 0-27 16,11-2 4-16,4-5-10 15,5-7 5-15,4-14 0 16,1-12-5-16,5-19 0 16,0 0 15-16,-2-20-13 15,-7-11 6-15,-9-4-8 0,-12 0 1 16,-9 2 6-16,0 0-7 16,-13 3 0-16,-13 4 15 15,-3 5-2-15,-6 5-4 16,-3 6-9-16,1 7 5 15,3 3-15-15,7 6 6 16,13 16-72-16,9 0-84 16,5-5-240-16</inkml:trace>
  <inkml:trace contextRef="#ctx0" brushRef="#br0" timeOffset="-30655.48">7154 14930 357 0,'0'0'41'15,"0"0"79"-15,0-72-86 16,0 61-6-16,-2 5-7 16,-7 1-12-16,-4 3-4 15,1 0 5-15,-3-3-5 16,2 2-5-16,-1 0 15 16,-1-1-9-16,5 4 16 0,-2 0-22 15,5 0 1 1,-1 8-5-16,2 8 5 0,4 5-1 15,2 4 0-15,0 4 1 16,2 7-1-16,10 0 0 16,3 3 0-16,3-5-1 15,3-4 1-15,2-1 0 16,3-5 0-16,3-5 3 16,3 0 5-16,1-2-8 15,-1 0 2-15,-6 0 17 16,-3 1-16-16,-7 0-3 15,-7-4 4-15,-6-1-3 16,-3-4 12-16,0 1-12 0,-2-3 6 16,-11-2 56-1,-9-2-34-15,-2-3 3 0,-6 0 5 16,-6 0-21-16,-4-12 23 16,4-6-30-16,6-2-8 15,12-2 21-15,14-3-22 16,4-4 0-16,16-10-2 15,14-5-29-15,3-2 17 16,0 0-37-16,-5 5 5 16,-6 5 1-16,-6 7-23 15,-8 10 31-15,-6 12 8 16,-2 7-82-16,-8 0-311 16</inkml:trace>
  <inkml:trace contextRef="#ctx0" brushRef="#br0" timeOffset="-29854.53">7477 15037 462 0,'0'0'155'15,"0"0"-93"-15,0 0-11 16,0 0 16-16,0 0-44 0,0 0-8 16,-44-33-15-16,44 33-2 15,0 13-21-15,9 4-22 16,4 0-39-16,-2 1-66 15,-7-8-138-15</inkml:trace>
  <inkml:trace contextRef="#ctx0" brushRef="#br0" timeOffset="-27275.48">7548 14726 166 0,'0'0'57'15,"0"0"2"-15,0 0 1 0,0 0-18 16,0 0 15-16,0 0-18 15,0 0-6-15,-14-37 8 16,13 30 42-16,1 1-74 16,0 1 22-16,0-2-1 15,0 0-25-15,0-2 5 16,15-2-10-16,7-1 2 16,14-2 0-16,1-1-2 15,-1 6 0-15,-2 5 0 16,-3 4 4-16,-1 1-8 15,-4 22 4-15,-1 6 0 16,-7 9-3-16,-10 8 3 16,-2 11 0-16,-6 2-1 15,0-1 4-15,-10-9-4 0,1-15 1 16,1-10 0-16,5-11 2 16,0-5-2-16,0-3 0 15,3-4-1-15,0-1 5 16,0 0-2-16,0 0-2 15,0 0 0-15,3-13 50 16,14-11-50-16,6-9 0 16,2-9 0-16,2-5-3 15,0 2-34-15,-5 4-25 16,-7 8-20-16,-6 10-46 16,-9 8-81-16</inkml:trace>
  <inkml:trace contextRef="#ctx0" brushRef="#br0" timeOffset="-27042.66">7851 14512 488 0,'0'0'39'0,"0"0"48"16,0 0-50-16,0 0-26 16,0 0-7-16,0 0 0 15,32 0-4-15,-4 7-10 0,-4-6-125 16,-8-1-309-16</inkml:trace>
  <inkml:trace contextRef="#ctx0" brushRef="#br0" timeOffset="-26776.35">7961 14130 671 0,'0'0'63'15,"0"0"20"-15,0 0-83 0,0 0 0 16,95 75-3-16,-54-10 6 15,-4 15-3-15,-3 9 0 16,-4 6 3-16,0 4-1 16,-2 0-2-16,2-6-9 15,0-10-10-15,-3-15-73 16,-5-24-52-16,-4-22-283 16</inkml:trace>
  <inkml:trace contextRef="#ctx0" brushRef="#br0" timeOffset="-26637.12">8693 14651 777 0,'0'0'87'16,"0"0"-36"-16,0 0-50 0,0 0-1 16,0 0-6-16,0 0-113 15,-19 92-72-15</inkml:trace>
  <inkml:trace contextRef="#ctx0" brushRef="#br0" timeOffset="-24207.21">9612 17184 44 0,'0'0'7'0,"0"0"1"15,0 0-8-15,0 0-4 16,0 0 4-16,0 0 14 15,-34-24 84-15,26 20 3 16,-5 0-30-16,-1 4-32 16,-5 0-36-16,1 0-3 15,-1 8 0-15,3 1 2 16,2-4-1-16,5 0-1 16,-2-3-1-16,4 1 1 0,1 0 0 15,1-3 2 1,2 1-2-16,2 2 3 0,-2 4-6 15,-2 3 3-15,3 3-8 16,-1 0-58-16,0-3-52 16</inkml:trace>
  <inkml:trace contextRef="#ctx0" brushRef="#br0" timeOffset="-23911.51">9384 17252 34 0,'0'0'239'0,"0"0"-173"15,0 0 38-15,0 0-49 16,0 0 7-16,0 0 7 15,-32-14-36-15,32 5 1 16,21-1-26-16,12-2-8 16,12 0 4-16,8-2-4 15,7 1 0-15,3-1-2 0,-1 2 2 16,0-5-11-16,-10 1-5 16,-4-3-10-16,-6-2 2 15,-10 0 5-15,-5 1-8 16,-8 6 25-16,-9 6-24 15,-10 8 26-15,0 0-1 16,-12 5-2-16,-15 13 1 16,-9 6 1-16,-4 2-7 15,5-2 0-15,11-4-172 16,11-11 40-16</inkml:trace>
  <inkml:trace contextRef="#ctx0" brushRef="#br0" timeOffset="-10458.68">664 11853 144 0,'0'0'0'16,"0"0"-34"-16,0 0 33 15,0 0 2-15,0 0 6 16,0 0 18-16,0 0 41 16,-6 0 2-16,5 0 8 15,-1 0-18-15,2 0-7 16,-2 0-23-16,1 0 4 15,1-3 8-15,0-1-25 16,0-1-5-16,0-2-8 0,0-1 2 16,0-2 3-16,0 1-7 15,0-1 0-15,0-2 15 16,0 2-13-16,0-1 0 16,0 2 18-16,0 1 0 15,0-2 14-15,0 2-27 16,-3 0 38-16,0 1 7 15,0-2-37-15,0 2-1 16,-1 2-6-16,4-2-3 16,0 5 4-16,0-1-9 15,-2 1 0-15,2 2-1 16,0 0 2-16,-2 0-2 16,1 0 0-16,-3 0 1 0,-1 2-11 15,-1 13 11 1,2 11-1-16,2 12-6 0,2 12 8 15,0 9-2-15,0 2 1 16,3-2 0-16,6-11-1 16,3-13 1-16,0-13-25 15,5-9 13-15,-1-8-5 16,5-5 10-16,0 0 4 16,1-12 3-16,2-1 2 15,-6 2-2-15,3 7 0 16,-5 4-6-16,1 0 6 15,-2 7-1-15,-2 12-8 16,-4 6 9-16,-6 7-3 16,-3 0 3-16,0 2 0 0,-3-5 6 15,-11 0-1-15,-5-3 7 16,-6-1 1-16,-5 0-7 16,0-2 17-16,3-6-23 15,-1-7 0-15,7-7 8 16,6-3-7-16,6-2-1 15,6-18-69-15,3-11-119 16,0-8-373-16</inkml:trace>
  <inkml:trace contextRef="#ctx0" brushRef="#br0" timeOffset="-9909.02">552 11684 472 0,'0'0'72'0,"0"0"6"16,0 0-57-16,0 0 7 15,-3-89 4-15,20 67-27 16,3-4 2-16,7-2-7 15,3-6 1-15,7-3-1 16,5 0 0-16,4 2-6 0,-2 3-45 16,-3 2-61-16,-6 5-14 15,-13 5 32-15,-8 11 63 16,-14 6 31-16,0 3 117 16,-15 12-71-16,-15 16-40 15,4 5 9-15,1 8 21 16,15 3-24-16,10 8-12 15,6 2 16-15,26 4-14 16,4-2-2-16,3-6 5 16,-3-8-2-16,2-6 10 15,-8-8-1-15,-7-5 18 16,-1-1 21-16,-7 2-40 16,-6-4-3-16,-3 0 6 0,-3 2-12 15,-3-1 17-15,0 5-14 16,0-2-5-16,-12 0 17 15,-5 1-13-15,-2-3-4 16,0-1 4-16,-5-1-1 16,0 1 2-16,-4-1-5 15,4-6-21-15,0-4-40 16,12-10-170-16</inkml:trace>
  <inkml:trace contextRef="#ctx0" brushRef="#br0" timeOffset="-9672.07">848 11410 648 0,'0'0'25'15,"0"0"-25"-15,0 0 12 16,0 0 21-16,28-78-30 15,-3 57 8-15,2 2-9 16,-2 3 4-16,1 6-2 16,-4 4-4-16,-1-1-17 15,-2 6-13-15,-8 1-81 16,-5 0-170-16</inkml:trace>
  <inkml:trace contextRef="#ctx0" brushRef="#br0" timeOffset="-9409.64">1101 11676 601 0,'0'0'57'0,"0"0"-22"16,0 0-34-16,0 0 7 15,0 0 0-15,0 0 8 16,81-44 37-16,-41 13-53 0,-1-3 0 16,-5 1-1-16,-1 6 1 15,-12 7-22 1,-11 9-19-16,-8 8-45 0,-2 3-62 16</inkml:trace>
  <inkml:trace contextRef="#ctx0" brushRef="#br0" timeOffset="-8493.45">1636 11048 541 0,'0'0'18'16,"-8"-71"54"-16,-6 38-32 16,1 6-4-1,-4 2-1-15,-5 8-4 0,0 7 22 16,-8 10-53-16,-4 0 0 16,2 10-2-16,4 16 4 15,16 8-8-15,9 6 0 16,3 3 6-16,24 0-10 15,17 0 10-15,9-5 0 16,14-4-1-16,0-3 8 16,-3-5-8-16,-3 1 1 15,-16 0 0-15,-14 0 1 16,-17 3-1-16,-11 2 0 16,0 3 8-16,-14 2-8 15,-9-5 4-15,-3-5-4 0,1-8 0 16,-5-12 2-16,-1-7-2 15,-2-13-10-15,0-22-3 16,2-15-9-16,9-9 20 16,8-10-13-16,12-5 15 15,2-2-9-15,16-1-3 16,14 5-65-16,5 7-33 16,-1 8-29-16,-7 13 77 15,-6 7-8-15,-5 12 63 16,-8 9 7-16,-2 9 13 15,4 6 10-15,-2 1-18 16,2 0-3-16,5 0 13 16,5 5 6-16,2 5 2 0,6-1 25 15,2 4-6 1,-2-1-8-16,1 9 13 0,-4 2-30 16,-5 5 39-16,-3 4-15 15,-4 6-11-15,-5 7 17 16,-3 7-8-16,-4 2-14 15,-1-1-17-15,0-8-4 16,0-11 6-16,0-7-10 16,0-9 0-16,0-7 5 15,0-4 0-15,-10-3-4 16,-7 0-1-16,-8-2 8 16,-7-2-16-16,0 0-20 15,-4 0-58-15,6-11-10 16,3-16-277-16</inkml:trace>
  <inkml:trace contextRef="#ctx0" brushRef="#br0" timeOffset="-8314.72">1938 10651 621 0,'0'0'14'15,"0"0"16"-15,71-105 6 0,-32 73-31 16,6 7-3-16,6 6-4 16,2 9-48-1,-6 5-227-15</inkml:trace>
  <inkml:trace contextRef="#ctx0" brushRef="#br0" timeOffset="-7428.34">2445 10721 736 0,'0'0'10'16,"0"0"-20"-16,33 75 8 0,-20-35 2 16,5 1 4-16,0-4-2 15,-3-9-4-15,3-12 2 16,-6-12-26-16,-4-4 20 15,0-12 6-15,1-19 0 16,-3-8 2-16,0-5 0 16,0 1 2-16,-2 7-4 15,4 9 2-15,-2 10-7 16,9 8 5-16,-3 8-1 16,4 1-2-16,2 1 6 15,1 13-5-15,8 5 2 16,3 1 0-16,4-4-2 15,1-7 2-15,-7-9 0 16,-3 0 8-16,-6-21-7 0,1-13 13 16,-5-3-4-16,-9-1-9 15,0 3 39-15,-6 3-39 16,4 9 1-16,-2 7 18 16,1 9-20-16,3 7 0 15,1 0-7-15,5 0 7 16,6 4-7-16,-1 6 7 15,2 2 0-15,5 2-3 16,-6-4 6-16,4-5-3 16,-5-5 0-16,2 0 0 15,-2-12 4-15,2-11-4 16,-3-4 0-16,-4 0 1 16,-4 2 1-16,-1 2 2 0,-7 5-4 15,0 4 0-15,0 6 19 16,0 2-18-16,0 5-1 15,0 1 0-15,8 0-10 16,2 4 6-16,8 5 2 16,4 1 2-16,1-3-11 15,-1-3 10-15,2-4-4 16,-5 0 3-16,-5 0 2 16,-2-8-4-16,-1-5 4 15,-6-2-19-15,1-2 17 16,-3-2-18-16,0 2 20 15,0 4-1-15,-1 2 6 0,0 8 12 16,-2 1 25-16,0 2-16 16,0 0-22-1,2 0-4-15,7 2-2 0,4 6-2 16,7 2 8-16,5-6-1 16,2-4-3-16,0 0 0 15,3-12 6-15,-5-7-6 16,-3 1 0-16,-7 2 0 15,-9 3-21-15,-4 6 13 16,-2 7-16-16,-2 0-56 16,-17 6-14-16,5 14-131 15,-2 3 53-15,6-1 15 16</inkml:trace>
  <inkml:trace contextRef="#ctx0" brushRef="#br0" timeOffset="-7195.42">3143 10098 319 0,'0'0'346'16,"0"0"-319"-16,0 0 10 15,0 0-36-15,0 0-1 16,0 0-23-16,39 32-39 16,-18-1-211-16</inkml:trace>
  <inkml:trace contextRef="#ctx0" brushRef="#br0" timeOffset="-6646.3">2214 11787 350 0,'0'0'42'0,"0"0"-2"0,0 0-22 16,0 0 30-16,0 0 21 16,0 0 1-16,13-13 0 15,42-31-10-15,29-19 12 16,25-19-60-16,16-9-7 15,11 2-1-15,-2 3 1 16,-12 13-7-16,-13 7 2 16,-21 11-9-16,-22 15 3 15,-21 15-34-15,-20 13-18 16,-17 12-25-16,-8 3-136 16,-38 24 44-16</inkml:trace>
  <inkml:trace contextRef="#ctx0" brushRef="#br0" timeOffset="-6446.91">2442 11807 355 0,'0'0'78'16,"0"0"-11"-16,0 0 47 16,108-24-26-16,-61 1-34 15,7-8 1-15,10-12-48 16,8-8 1-16,8-11-6 15,8-5-1-15,0-3-2 16,-4 5-34-16,-8 5-66 0,-14 9 8 16,-20 10-125-16</inkml:trace>
  <inkml:trace contextRef="#ctx0" brushRef="#br0" timeOffset="5059.42">498 12755 327 0,'0'0'139'0,"0"0"-97"16,0 0 56-16,0 0-40 15,0 0-56-15,-37-75 16 0,30 68 4 16,2 2-22-16,1 0 11 15,-1 2 10-15,2-1 6 16,2 2 36-16,-1-1-56 16,0 3 2-16,1 0 19 15,1 0-21-15,0 0 6 16,0 0-12-16,0 0 4 16,0 0 14-16,0 0-19 15,0 0 0-15,0 0-6 16,1 17 1-16,16 12 4 15,6 10 1-15,-1 9 0 16,-4 7-5-16,-2 6 5 0,-2 3 0 16,-1-4 3-16,-2-3-1 15,-1-13-2-15,0-14 0 16,-3-11 0-16,2-11-13 16,-1-8 9-16,0 0-2 15,4-27 4-15,4-19 2 16,2-17-3-16,0 0-11 15,-7 2 13-15,-1 10-10 16,-3 10 11-16,-2 16 0 16,-5 10 1-16,0 9 1 15,0 6-1-15,0 0-1 16,0 12-15-16,3 14 3 16,4 13 12-16,8 8 0 0,9 11 5 15,0 2-3-15,6 4 0 16,1-2-2-16,-1-6 0 15,-2-10-1-15,-4-13 1 16,-5-13-115-16,-8-16 26 16,-5-4-63-16,-6-21 2 15</inkml:trace>
  <inkml:trace contextRef="#ctx0" brushRef="#br0" timeOffset="5342.32">924 13004 660 0,'0'0'193'0,"0"0"-181"0,0 0-6 16,0 0-12-16,0 0 12 16,86 97-5-16,-50-63-1 15,-2-5 0-15,-4-14 2 16,-3-12-2-16,-5-3 0 16,-1-23 8-16,-6-13-7 15,-6-5 7-15,-9-2-8 16,0 4 0-16,-6 2-3 15,-17 10 3-15,-12 9 0 16,-7 11-2-16,-2 7 4 16,14 0-9-16,16 5 7 15,14 12-19-15,0 8 7 16,21 9-61-16,16 3-1 0,5-5-150 16</inkml:trace>
  <inkml:trace contextRef="#ctx0" brushRef="#br0" timeOffset="6213.48">1662 12751 417 0,'0'0'91'16,"0"0"12"-16,0 0-30 16,0 0-26-16,0 0-9 15,0 0-11-15,-27-8-7 16,27 4 15-16,0-2-35 16,16-5 0-16,10-6 0 0,4-5 3 15,4-4-1-15,-1-4-2 16,-5 3 3-16,-3 1 9 15,-5 5-12-15,-4 4 0 16,-4 6 1-16,0 4 4 16,-6 4-10-16,3 3-25 15,-4 0-85-15,-2 14 53 16,-3 13-100-16,-20 4-134 16</inkml:trace>
  <inkml:trace contextRef="#ctx0" brushRef="#br0" timeOffset="11203.62">2008 12197 427 0,'0'0'64'16,"0"0"52"-16,0 0-41 15,0 0 29-15,0 0-39 16,0 0-51-16,0 0 7 16,-10-26-21-16,24 26 0 15,6 5-2-15,2 16 7 16,2 10-6-16,3 10 1 15,-5 7 0-15,-1 4-4 16,-3 1 4-16,-4 0-3 16,-3 0-13-16,-6 3-81 0,-5-6-14 15,0-16-202-15</inkml:trace>
  <inkml:trace contextRef="#ctx0" brushRef="#br0" timeOffset="11703.02">2302 12332 726 0,'0'0'20'15,"0"0"-20"-15,0 0 1 16,0 0-15-16,0 0 14 0,0 0 0 16,10 101-1-16,11-72 3 15,0-6-2-15,3-10 0 16,-6-10 0-16,3-3 18 15,-5-7-14-15,-7-19-3 16,-1-11 2-16,-2-3-3 16,-6-3-51-16,0 5-33 15,0 6-53-15,-2 6 105 16,2 7 32-16,0 4 44 16,0 8 57-16,12 5-79 15,4 2-7-15,4 0-15 16,3 12 4-16,0 8 2 15,1 8-6-15,-2 5 0 16,2-3-2-16,4-4 6 0,-1-9-4 16,4-12 0-16,-1-5 0 15,-4-14 12-15,-5-17-12 16,-4-8 0-16,-11-3 5 16,-6-1-3-16,-6 7 43 15,-22 7 13-15,-15 9 0 16,-5 9 3-16,-4 11-61 15,10 0-1-15,11 11-1 16,13 11-6-16,18 6-75 16,0 7 0-16,24 1-6 15,7-3-70-15,2-8-195 16</inkml:trace>
  <inkml:trace contextRef="#ctx0" brushRef="#br0" timeOffset="12335.71">2962 12055 797 0,'0'0'54'0,"0"0"-54"16,0 0-40-16,0 0 24 15,0 0 16-15,0 0-10 16,102 88-12-16,-84-76 11 15,1-7-2-15,-8-5 13 0,-2 0-2 16,1-3 3-16,-8-16-1 16,2-7 9-16,-4-1-4 15,0 1-5-15,0 4 0 16,0 7 5-16,0 8-1 16,0 6-4-16,0 1-4 15,0 0-1-15,12 3-7 16,6 8 9-16,0 3 0 15,0 0 6-15,7-5-4 16,-1-9 1-16,4 0 0 16,-1-10 0-16,-1-10 3 15,-9 0-3-15,-9 1 9 16,-7 3-5-16,-1 2 52 16,0 4-44-16,0 4-6 15,0 6 11-15,0 0-17 0,0 0-10 16,0 0-45-16,0 0 29 15,0 9 16-15,2-4 6 16,0-2 3-16,9-3-5 16,0 0 12-16,-1-7-6 15,2-9 3-15,-6 0 1 16,0 1 36-16,-6 0-23 16,0 3 0-16,0 2 4 15,0 3 0-15,0 2 11 16,0 4-32-16,3 1 7 15,5 0-15-15,8 0-6 16,8 12 2-16,4 0 10 0,2-1-24 16,-3-4-64-16,-6-6 7 15,-8-1-80-15,-12-10-243 16</inkml:trace>
  <inkml:trace contextRef="#ctx0" brushRef="#br0" timeOffset="12482.72">3385 11565 732 0,'0'0'110'0,"0"0"-110"15,0 0-45-15,0 0 44 16,45 94-16-16,-11-43-62 16,6-4 6-16,-1-13-141 0,3-20-174 15</inkml:trace>
  <inkml:trace contextRef="#ctx0" brushRef="#br0" timeOffset="12785.47">3764 11662 565 0,'0'0'83'15,"0"0"29"-15,0 0-112 16,0 0-5-16,0 0-3 16,0 0 8-16,21 27-3 15,-5-11 3-15,-6-5 0 16,2-8-2-16,3-3 2 15,-3 0 0-15,3-15 4 0,-6-8-1 16,2 1-2-16,-1-2-1 16,-6 7 0-16,-1 4 19 15,-1 6-7-15,-1 4 23 16,4 1-6-16,5 2-24 16,7 0-10-16,8 0 3 15,6 5 2-15,4 3-12 16,2 1 11-16,1-2-60 15,-2-6-28-15,-9-1-146 16</inkml:trace>
  <inkml:trace contextRef="#ctx0" brushRef="#br0" timeOffset="12908.13">4108 11551 717 0,'0'0'108'0,"0"0"-18"16,0 0-49-16,0 0-41 15,0 0-64-15,-10 86-8 16,10-41-102-16</inkml:trace>
  <inkml:trace contextRef="#ctx0" brushRef="#br0" timeOffset="19035.35">13251 12687 181 0,'0'0'3'16,"0"0"2"-16,0 0-5 16,0 0 3-16,35 82-3 15,-29-59 1-15,1 4-1 16,-6 1 0-16,-1 1 0 15,0 3 5-15,0 4-5 16,0 0 1-16,0 0-1 0</inkml:trace>
  <inkml:trace contextRef="#ctx0" brushRef="#br0" timeOffset="19222.95">13502 13397 514 0,'0'0'39'0,"0"0"-6"16,0 0 11-16,0 0-29 15,0 0-2-15,0 0-5 16,-67 73-5-16,65-34-6 16,2 6-36-16,0 1-210 15</inkml:trace>
  <inkml:trace contextRef="#ctx0" brushRef="#br0" timeOffset="19595.39">13615 14021 156 0,'0'0'52'16,"0"0"33"-16,0 0 5 16,0 96-32-16,0-68 9 15,0 2-61-15,2 0 1 16,6 0-1-16,3-2-6 15,1-2 5-15,0-4-5 0,0 0-45 16,-4-3-16-16,-5 4-35 16,-3 0 34-16,0 4 1 15,-5 3-22-15,-9 1 51 16,3 0 32-16,2-2 1 16,6 3 41-16,3-2 23 15,0 2 5-15,0 4-41 16,6 3-19-16,7 3 18 15,5-8-21-15,3-4 19 16,0-5 31-16,3-5-10 16,3 1-18-16,2 0-18 15,4 4-9-15,-2 4-2 16,4-1-84-16,-5 0-150 0</inkml:trace>
  <inkml:trace contextRef="#ctx0" brushRef="#br0" timeOffset="19794.26">13869 15400 95 0,'0'0'87'16,"0"0"-25"-16,0 0-23 15,-1 78 28-15,5-61-25 16,12 0-32-16,4 0 33 16,2-1-25-16,3 1 2 15,2 0 4-15,3 5-20 16,-3 0 5-16,-2 0-9 15,-4-1-7-15,-1 3 2 16,-6-2-83-16,-7 2-14 0,-2 1-32 16</inkml:trace>
  <inkml:trace contextRef="#ctx0" brushRef="#br0" timeOffset="20244.42">14142 15858 98 0,'0'0'43'16,"0"0"40"-16,0 0-1 15,0 0-25-15,0 0 2 16,30 73 6-16,-12-50-45 15,4 6-3-15,5 0-15 16,-3 3 0-16,-3-1-2 16,-5-5-49-16,-10-3-16 15,1 1 3-15,-4-5 19 16,-1 1 33-16,-2-3-25 16,2-1 33-16,2-1 2 0,5-1 0 15,1 0-1-15,5 3 3 16,0 3 2-16,-3 9 33 15,0 3 23-15,-2 6-22 16,-5-1 20-16,-3 1-22 16,-2-1 23-16,0-8-26 15,0-7 1-15,0-6 1 16,0-7-18-16,0-3 2 16,0-4 5-16,2 1-11 15,3 2 24-15,-1 4-37 16,4 8 0-16,1 3 9 15,1 7-8-15,-1 3 3 0,0 2-4 16,0 1 3-16,-2-5-6 16,-2-4 3-16,-4-9-10 15,-1-6-21-15,0-4-1 16,0-5 32-16,-1 0-2 16,-3-5-12-16,4-10-79 15,0-15-358-15</inkml:trace>
  <inkml:trace contextRef="#ctx0" brushRef="#br0" timeOffset="23513.55">14384 17886 123 0,'0'0'68'16,"0"0"-46"-16,0 0 9 16,0 0-18-16,0 0-8 15,0 0-4-15,0 0-1 16,-18 13 5-16,14-13 0 16,-3 3-5-16,0 0 10 15,-2-3 15-15,1 1-24 16,0 2-1-16,1 0-30 15,3 0-161-15</inkml:trace>
  <inkml:trace contextRef="#ctx0" brushRef="#br0" timeOffset="23695.15">14384 17886 178 0</inkml:trace>
  <inkml:trace contextRef="#ctx0" brushRef="#br0" timeOffset="23959.19">14384 17886 178 0,'-114'22'93'0,"105"-24"-44"0,2 2 19 0,-1 0-13 0,1 0 36 16,1-1-18-16,3 1-29 0,2 0 9 15,-2 0-43-15,3 0-8 16,0 0 5-16,0 0 2 16,0 0-7-16,0 0-2 15,0 0 0-15,4 0 3 16,11 0 2-16,6-3-2 16,7-4 24-16,8-5-15 15,3-2-4-15,1-2-8 16,-1-1 3-16,-2 3 2 15,-6 2-5-15,-10 1-4 0,-6 5 2 16,-7 3-38 0,-8 3 3-16,0 0-29 0,0 0-98 15,-11 5-5-15,-1 2-123 16</inkml:trace>
  <inkml:trace contextRef="#ctx0" brushRef="#br0" timeOffset="24195.42">14563 17677 382 0,'0'0'154'16,"0"0"-55"-16,0 0-17 16,0 0 22-16,-6-76-37 0,6 70-37 15,0 6-22-15,0 0-4 16,4 7-4-16,9 14 0 15,0 10-1-15,3 3 4 16,-4 7-4-16,-2 1 1 16,2 6-11-16,-3 5-4 15,-6 1-109-15,-3-4-77 16</inkml:trace>
  <inkml:trace contextRef="#ctx0" brushRef="#br0" timeOffset="24693.4">14828 17874 346 0,'0'0'160'0,"0"0"-93"16,0 0-34-16,0 0 11 0,0 0 9 15,0 0-3 1,83 65 0-16,-70-34-14 16,-4 3-27-16,-5-1-9 0,-3-6 14 15,-1-10-14-15,0-8 0 16,0-9 6-16,0 0 4 15,-1-12 63-15,-14-14-73 16,0-6 1-16,-3-7 1 16,1 0-2-16,6 2 0 15,8 1 0-15,3 3 2 16,25 7-9-16,8 2-9 16,6 4 11-16,0 1-4 15,1 2 3-15,-5 3 6 16,-1 2-1-16,-2 2 4 15,0 4-5-15,1 2 2 16,-3 4-8-16,-4 0 1 0,-7 0-87 16,-8 0-9-16,-11 6-53 15,0 3-123-15</inkml:trace>
  <inkml:trace contextRef="#ctx0" brushRef="#br0" timeOffset="25772.29">12081 18180 181 0,'0'0'121'0,"0"0"-87"0,0 0-6 16,0 0 6-16,0 0 14 15,0 0 6-15,-21-10 15 16,19 10-6-16,2 0-1 15,0 0-31-15,0 0-12 16,0 0 14-16,0 0-32 16,3-5 1-16,13-4 10 15,10-2 5-15,2-3 0 16,7 0-17-16,6-2 0 16,0 5 2-16,-1 2-2 15,-2 2-3-15,-6 3-65 16,-12 4-19-16,-4 0-20 15,-11 0-93-15,-5 0-22 16</inkml:trace>
  <inkml:trace contextRef="#ctx0" brushRef="#br0" timeOffset="26172.25">12455 17936 186 0,'0'0'355'16,"0"0"-240"-16,0 0-68 15,0 0-25-15,0 0-22 16,0 0 0-16,0 0 0 16,82-28 0-16,-60 51 0 0,-1 2 0 15,-6 5 4-15,-2-1-8 16,-3 0 4-16,-6-2 0 15,-2 2 5-15,-2-9-3 16,0-3-2-16,0-7 0 16,-8-3 4-16,0-5 5 15,2 1-1-15,1-3 53 16,2 0-13-16,3 0-28 16,0 0-5-16,0 0-15 15,8 0-1-15,17 0-7 16,12-14 8-16,3-4-15 15,2-3 2-15,2-2-66 0,-2 1-1 16,-6-7-145-16</inkml:trace>
  <inkml:trace contextRef="#ctx0" brushRef="#br0" timeOffset="26571.2">12913 17926 618 0,'0'0'28'16,"0"0"-28"-16,0 0 4 16,92 46 12-16,-66-23 0 15,-7 5 13-15,-1 1 16 16,-7 0-5-16,-7-6-17 0,-4-6-2 16,0-7-19-1,0-4 29-15,0-2-29 0,-2-3 5 16,-8 1 26-16,-2-2-31 15,-3 0 9-15,-3 0-11 16,-1-13 5-16,-2-8-3 16,4-6-2-16,3-4-4 15,8-3-1-15,6-3-35 16,1 1 5-16,23-3-16 16,10 3 6-16,7 5 37 15,2 3-23-15,3 3 1 16,-2 3 23-16,-6 5 7 0,-7 7 1 15,-5 8-1-15,-11 2 0 16,0 5-9-16,-12 12-11 16,-3 6-131-16,-6-1-187 15</inkml:trace>
  <inkml:trace contextRef="#ctx0" brushRef="#br0" timeOffset="27775.16">9858 18216 327 0,'0'0'89'0,"0"0"-20"0,0 0-16 16,0 0-28 0,0 0 19-16,0 0 5 0,-36-26-18 15,38 16-11-15,16-1-11 16,3-2-9-16,4 2 24 16,2 6-24-16,4-1 0 15,-1 1 2-15,-2 2-2 16,1 0-18-16,-7 0-55 15,-8-2-131-15,-5 0-150 16</inkml:trace>
  <inkml:trace contextRef="#ctx0" brushRef="#br0" timeOffset="28319.92">10334 17959 482 0,'0'0'94'15,"0"0"-53"-15,0 0-35 16,0 0-6-16,0 0 0 15,0 0 8-15,25-4-4 16,2 4-4-16,4-10 18 0,1 1-8 16,-6 2 1-16,-3 6-11 15,-7 1 0-15,-5 0 1 16,-8 10-1-16,-3 10-3 16,-5 2 1-16,-15 4 4 15,-2 5 0-15,0-3-2 16,4-3 0-16,8 0 0 15,7-4 3-15,3 2-3 16,9 0 2-16,22 2-2 16,11 3 17-16,4-5-9 15,5-2-6-15,-3-3 18 16,-5-4-19-16,-10-1 2 0,-11 1-2 16,-11 0 1-16,-7-5 1 15,-4 4-3-15,0 4 0 16,-9 2 6-16,-12 5-4 15,-5-2-2-15,6 2 0 16,4-10-2-16,6-6-3 16,10-8-67-16,0-10-139 15,16-22-104-15</inkml:trace>
  <inkml:trace contextRef="#ctx0" brushRef="#br0" timeOffset="28671.42">11013 18052 556 0,'0'0'116'0,"0"0"-85"0,0 0-31 16,0 0 0-16,22 80 13 15,-11-42-2-15,2 8 19 16,-3-5-2-16,-1-4-10 16,-3-9 14-16,0-15-28 15,-6-7-4-15,0-6 20 16,0 0-19-16,0 0 17 15,-10-6 12-15,-10-18-26 16,-7-10 0-16,-3-2-4 16,-1-3-22-16,1 6 20 15,8-5-25-15,12 2-2 16,10 3-13-16,1 2 2 0,23 6 36 16,4 3-12-1,2 3 16-15,3 9-4 0,1-3 7 16,4 7-4-16,-2-1 1 15,-1 4 0-15,2 2-9 16,-2 1-42-16,-2-4-251 16</inkml:trace>
  <inkml:trace contextRef="#ctx0" brushRef="#br0" timeOffset="28819.18">11320 17852 509 0,'0'0'134'0,"0"0"-51"16,0 0-4-16,0 0-75 16,0 0-4-16,0 0-114 15,-17 50-191-15</inkml:trace>
  <inkml:trace contextRef="#ctx0" brushRef="#br0" timeOffset="33295.11">14403 16706 29 0,'0'0'32'15,"0"0"1"-15,0 0 10 16,0 0-6-16,0 0-7 16,0 0 21-16,0 0-25 15,-19 0-3-15,19-4 26 16,-2 1-8-16,2 3-37 16,0 0-4-16,0 0-3 15,0 0-4-15,0 0 7 16,0 5-31-16,0-3-9 15,0-2 17-15,0 1-13 0,0-1 13 16,0 0-6-16,0 2-78 16</inkml:trace>
  <inkml:trace contextRef="#ctx0" brushRef="#br0" timeOffset="35139.32">14081 16747 157 0,'0'0'9'16,"0"0"-9"-16,0 0-34 15,0 0-57-15</inkml:trace>
  <inkml:trace contextRef="#ctx0" brushRef="#br0" timeOffset="50216.63">15628 15115 11 0,'0'0'17'0,"0"0"-17"15,0 0 0-15,-90 18 17 16,83-18 26-16,4 1-9 16,-4-1-33-16,1 0 54 15,-1 0 19-15,0 0 5 16,4 0 26-16,-2-2-50 15,1-5-25-15,-1 3 58 16,1 0-52-16,1-1-4 16,0 2-6-16,2 1-20 15,1 2 6-15,0 0-12 16,1 2-52-16,15 9-3 16,5-6-239-16</inkml:trace>
  <inkml:trace contextRef="#ctx0" brushRef="#br0" timeOffset="51739.2">15468 14604 99 0,'0'0'104'15,"0"0"-64"-15,0 0 2 16,0 0-29-16,0 0-7 16,0 0 1-16,0-3-6 15,0 0 40-15,0 1-24 0,0-2-3 16,0 1 21-16,0-2 5 16,0 3-13-16,0-1 7 15,0-1-9-15,0 1 17 16,0-1-25-16,0 1-6 15,0-1 16-15,-2 1-27 16,2-1 13-16,0-4-6 16,0 1-4-16,0-3 3 15,7 3-6-15,3-3 0 16,-2 3 1-16,2-3 0 0,3 2-1 16,-1 4 0-1,0-4 4-15,3 1-8 0,0 0 4 16,1 0 0-16,-1 3 1 15,-1 2-1-15,-4 2 0 16,-2 0-3-16,-1 0 6 16,-4 10-8-16,-3 5 5 15,0 7 0-15,0 0-2 16,-5 1 2-16,-6-2 0 16,2-4 0-16,1-4 2 15,1-3-1-15,5 1-1 16,2-3 0-16,0 1-1 15,0-2 1-15,11-1 0 0,4-3-2 16,7-1 7 0,2-1-11-16,-4 2 6 0,3 0 0 15,-5 2 0-15,-1 4 4 16,-4 5-7-16,0 3 3 16,-5 4 0-16,-4 5-2 15,-4 4 2-15,0-2 0 16,0-3 0-16,-9-5 4 15,-7-5-4-15,-1-4 0 16,-7-2 2-16,-6-2-2 16,-3-1 0-16,-4-6 0 15,-1 0 1-15,0 0 4 0,7-9-5 16,4-2 0 0,13 1 1-16,12 5-8 0,2 1 7 15,16 1-232 1</inkml:trace>
  <inkml:trace contextRef="#ctx0" brushRef="#br0" timeOffset="52397.49">15788 14428 353 0,'0'0'145'0,"0"0"-83"16,0 0-11-16,0 0-19 15,0 0-31-15,0 0 3 16,36-8-4-16,-24 22 0 15,2 2 9-15,-4 2-9 16,2 4 0-16,-1 2 1 16,4 2 3-16,4-4 0 15,1-5-4-15,5-5 0 16,3-12-13-16,2 0-26 16,0-10-14-16,-3-13-15 15,-10-2 34-15,-8-2 31 16,-9 1 6-16,0 7-3 15,-4 5 62-15,-9 4-29 0,2 3 31 16,5 5-16 0,0 2-24-16,6 3-11 0,0 17-13 15,0 9 0-15,0 8-2 16,3 4 5-16,1 2-3 16,-1 1 0-16,-3-5 2 15,0-3-7-15,0-5-25 16,0-9-53-16,0-12-102 15</inkml:trace>
  <inkml:trace contextRef="#ctx0" brushRef="#br0" timeOffset="52549.74">16190 14567 327 0,'0'0'290'16,"0"0"-205"-16,0 0-8 0,0 0-77 15,0 0-1-15,0 0-2 16,0 26-80-16,0-18-51 16,0-8-263-16</inkml:trace>
  <inkml:trace contextRef="#ctx0" brushRef="#br0" timeOffset="52796.14">16256 14369 667 0,'0'0'105'0,"0"0"-29"0,0 0-43 16,0 0-33-16,0 0 0 16,0 0 1-16,26 81-1 15,-12-38 0-15,-1 4-1 16,-2-5 4-16,-1-1-6 15,-1-6-17-15,-2-4-66 16,0-1 28-16,-6-9-73 16,1-12-154-16</inkml:trace>
  <inkml:trace contextRef="#ctx0" brushRef="#br0" timeOffset="53031.39">16469 14404 531 0,'0'0'85'16,"0"0"-17"-16,0 0 31 16,0 0-86-16,0 0-13 15,0 0 0-15,-14-22-2 16,17 24-4-16,8 5 6 15,-1 2-72-15,1-6 6 16,-4-3-189-16</inkml:trace>
  <inkml:trace contextRef="#ctx0" brushRef="#br0" timeOffset="53279.21">16646 14117 472 0,'0'0'159'16,"0"0"-48"-16,0 0-14 16,0 0-47-16,0 0-33 15,0 0-17-15,6 8 0 16,7 35 1-16,1 15-1 16,-2 8 0-16,0 9 2 0,0-1 0 15,1-3-4-15,-1-11-29 16,0-9-45-16,-2-10 14 15,0-12-25-15,-1-14-176 16</inkml:trace>
  <inkml:trace contextRef="#ctx0" brushRef="#br0" timeOffset="53442.07">17037 14478 313 0,'0'0'389'0,"0"0"-255"16,0 0-88-16,0 0-44 0,0 0-4 16,0 0-6-16,-9 17-125 15,-2-3-123-15</inkml:trace>
  <inkml:trace contextRef="#ctx0" brushRef="#br0" timeOffset="57757.73">18571 15395 450 0,'0'0'131'15,"0"0"-27"-15,0 0-77 16,0 0 2-16,0 0 22 15,0 0-29-15,7-33-18 16,-4 33-4-16,-1 0 0 16,0 7 1-16,0 3 2 15,-2 9-3-15,0 3 12 16,0 9-9-16,0 8 4 16,0 5-7-16,-4 6 0 0,2-1-11 15,-2-6-126 1,2-15-259-16</inkml:trace>
  <inkml:trace contextRef="#ctx0" brushRef="#br0" timeOffset="58242.18">18774 15355 74 0,'0'0'323'0,"0"0"-169"16,0 0-73-16,0 0-40 15,0 0-25-15,0 0 12 16,60-47 10-16,-34 37-9 16,-3 0 22-16,-3 5-40 15,-1 2-2-15,-5 3-9 16,-5 0 6-16,-3 6-19 15,-6 8 2-15,0 5-18 16,-6 0 26-16,-9-2-40 16,3 0 12-16,2-2 24 15,4-5 6-15,4-3-10 16,2-3 11-16,0-1 0 0,0-1 13 16,3 5-11-1,13 2 36-15,4 3-25 0,-1 2-7 16,-5 6 1-16,-2 2-7 15,-12-1 0-15,0 1 3 16,-5 0-3-16,-14-5 0 16,-2-2-1-16,-3-2 4 15,3-4-5-15,-3-2 2 16,8-5 0-16,1-2 1 16,7 0 0-16,8 0-2 15,0 0-31-15,0-9-146 16</inkml:trace>
  <inkml:trace contextRef="#ctx0" brushRef="#br0" timeOffset="58414.03">19103 15422 488 0,'0'0'181'16,"0"0"-94"-16,0 0-19 15,0 0-61-15,0 0-7 16,0 0-128-16,-16-9-120 16</inkml:trace>
  <inkml:trace contextRef="#ctx0" brushRef="#br0" timeOffset="58692.42">19253 15266 586 0,'0'0'190'0,"0"0"-137"15,0 0-44-15,0 0-12 16,0 0 6-16,96 74-3 16,-62-39 0-16,-1-1 0 15,-3-2 4-15,-9-8-4 16,-12-6 0-16,-5-9 0 15,-4-3 1-15,0-4 4 0,-9 2 1 16,-16 0-3-16,-11 4 14 16,-4 0-17-16,-4-3-61 15,12-5-156-15</inkml:trace>
  <inkml:trace contextRef="#ctx0" brushRef="#br0" timeOffset="58881.07">19415 15232 614 0,'0'0'104'0,"0"0"9"16,0 0-67-16,0 0-46 0,108-55 6 16,-67 55-11-1,2 0 5-15,0 2-83 0,-7 2-39 16,-9-3-167-16</inkml:trace>
  <inkml:trace contextRef="#ctx0" brushRef="#br0" timeOffset="61621">7066 15913 327 0,'0'0'51'0,"0"0"23"0,0 0-27 15,0 0-6 1,0 0 30-16,0 0-22 0,-72-32-7 16,72 28-2-16,0-4-11 15,0 1-13-15,-3 0 44 16,2 0-19-16,-1 0-27 16,1 3-8-16,1-2-3 15,0-1 3-15,1-1-6 16,17 0 0-16,11 0-6 15,2-1 6-15,0 4-2 16,-1 2 1-16,-5 3 0 16,-8 0-8-16,-5 0 9 15,-8 14-8-15,-4 5-2 16,0 10 11-16,-3 6-1 16,-10 4 0-16,-2-4 5 0,6-6-5 15,3-10 0 1,3-6 0-16,3-9-2 0,0-3 6 15,0-1-4-15,0 0 0 16,7 0 0-16,10-13 3 16,4-2-3-16,-1-2 0 15,2-3 0-15,0-2 0 16,2 0-8-16,1-3-64 16,0 1-43-16,-7-1-5 15,-4-5-268-15</inkml:trace>
  <inkml:trace contextRef="#ctx0" brushRef="#br0" timeOffset="61886.41">7275 15611 377 0,'0'0'102'0,"0"0"-29"15,0 0-55-15,0 0 14 16,0 0-10-16,0 0 9 15,76-49-9-15,-52 49-14 16,3 0 29-16,-2 17-27 16,-3 5-6-16,-5 7 12 15,-4 4-14-15,-4 2 6 16,-6-4-8-16,0 1 5 0,-1-3 6 16,-1 0-11-1,2-3-1-15,1-5-5 0,-1-8-103 16,-3-13-174-16</inkml:trace>
  <inkml:trace contextRef="#ctx0" brushRef="#br0" timeOffset="62069.92">7349 15769 343 0,'0'0'165'0,"0"0"-42"15,0 0-50-15,0 0-48 16,0 0-21-16,0 0-4 15,76-45 0-15,-19 23 5 0,6 1-5 16,1-1-6-16,-6 3-42 16,-12-3-131-16,-15-1-257 15</inkml:trace>
  <inkml:trace contextRef="#ctx0" brushRef="#br0" timeOffset="62469.55">7136 16508 345 0,'0'0'193'15,"0"0"-62"-15,0 0-64 16,0 0-36-16,0 0 0 16,115-92 27-16,-41 49-45 15,10-6 2-15,16-9-15 16,19-7 0-16,19-13 2 15,17-13 0-15,6-7-4 0,-3 2-2 16,-15 6-28-16,-18 12-8 16,-16 13-44-16,-15 10-3 15,-16 14-6-15,-22 15-72 16,-29 16-10-16</inkml:trace>
  <inkml:trace contextRef="#ctx0" brushRef="#br0" timeOffset="64483.98">7818 16179 195 0,'0'0'85'0,"0"0"-3"15,0 0-3-15,0 0-40 16,0 0 53-16,0 0-50 16,-30-43-10-16,28 41 7 15,1 2-31-15,-1 0 2 16,0 0-10-16,2 0 3 16,-1 4-5-16,0 6 2 0,-1 2 0 15,-1 2 0 1,-1 3 2-16,1 7-1 0,2-2-1 15,1-2 1-15,0-3-2 16,1-8 1-16,9-2 0 16,1-6 2-16,-1-1 0 15,-1 0 2-15,0 0-4 16,-4-5 3-16,-1-4 19 16,-2 1 21-16,-1 0-20 15,-1 6 13-15,0 2-30 16,0 0-3-16,0 0-3 15,0 0 0-15,0 0-12 16,0 0 12-16,0 0 0 16,0 0-3-16,0 0 6 0,0 0 1 15,0 1-4-15,0 3 1 16,0-2-3-16,0 2 2 16,0-4 0-16,0 1-3 15,0-1 8-15,0 0-5 16,0 2 0-16,0-2 0 15,0 0 3-15,0 0-3 16,0 0 0-16,0 0 6 16,0 0-5-16,0 0 8 15,0 0-8-15,0 0 1 16,0 0 13-16,0 0-15 0,0 0 0 16,-3 0-1-16,3 0 7 15,-1 0-10-15,1 0 4 16,0 0 0-16,0 0-5 15,0 0 5-15,0 0-6 16,0 0 3-16,0 0 6 16,0 0-9-16,0 0 6 15,0 0 0-15,0 0 5 16,0 0-5-16,0 0 0 16,0 0 5-16,0 0-2 15,0 0-6-15,-3 4-4 16,3 5 7-16,0 7-2 0,0 2 2 15,3 3 0 1,11 1-1-16,5 1 5 0,3-1-5 16,3-2 1-16,5-5 0 15,0-3-4-15,-2-5 4 16,-3-4 0-16,-5-1-2 16,-5 1 5-16,-2 0-6 15,-4 3 3-15,-1-1 0 16,-8 2-9-16,0 2 11 15,0 5-2-15,-12 0 0 16,-9 3 2-16,-8 0 2 16,-2-1-4-16,3-3 0 15,1 0 2-15,3-5-2 16,9-5-4-16,6-3-24 16,6 0-57-16,3-11-101 0</inkml:trace>
  <inkml:trace contextRef="#ctx0" brushRef="#br0" timeOffset="64676.87">7816 16198 330 0,'0'0'122'15,"0"0"-26"-15,39-79-20 16,4 44-54-16,8-6 1 15,7 3-7-15,-1 5-15 0,-10 13 7 16,-11 15-8-16,-18 5-31 16,-18 12-210-16</inkml:trace>
  <inkml:trace contextRef="#ctx0" brushRef="#br0" timeOffset="65299.94">7689 16479 94 0,'0'0'205'15,"0"0"-91"-15,0 0-38 16,0 0-20-16,-89-21-29 15,73 21 12-15,2 0-36 16,-2 0-3-16,2 7 15 0,1 4-13 16,4 2 15-16,3 6-17 15,4-2 2-15,2 5 11 16,6-1-13-16,20-3 0 16,5-6 6-16,0-10-4 15,1-2 1-15,-6-7-3 16,-2-16 0-16,-7-5 4 15,-2-2-4-15,-8 4 0 16,-7 5 4-16,0 6 11 16,0 7 56-16,-6 7-27 15,-4 1-11-15,1 1-9 16,7 19-24-16,2 9 0 16,8 4-1-16,16 5 4 0,10 1-2 15,2 0-1 1,1-6 0-16,-1-2-9 0,-5-5-16 15,-6-5-46-15,-3-3-11 16,-6-5-79-16,-9-6-152 16</inkml:trace>
  <inkml:trace contextRef="#ctx0" brushRef="#br0" timeOffset="66169.03">8292 16281 377 0,'0'0'105'0,"0"0"-5"16,0 0-62-16,0 0-1 15,0 0-37-15,0 0-7 0,0-12-42 16,0 12-117 0,0 0-69-16</inkml:trace>
  <inkml:trace contextRef="#ctx0" brushRef="#br0" timeOffset="66533.41">8312 15887 593 0,'0'0'32'16,"0"0"-21"-16,0 0-8 0,0 0 3 16,97 120-7-1,-77-62 1-15,-5-4-9 0,-4-6-23 16,-8-7-72-16,-3-12 26 15,0-10 63-15,0-9 15 16,-3-2 1-16,-8-6 9 16,2-2 46-16,2 0 29 15,1 0-34-15,6-12-4 16,0-5-18-16,3-5-24 16,20-7 5-16,7-2-10 15,5-3 0-15,1 4-3 16,-7 2 3-16,-3 6-1 0,-10 5-30 15,-4 6-73 1,-10 0-83-16</inkml:trace>
  <inkml:trace contextRef="#ctx0" brushRef="#br0" timeOffset="66716.2">8586 15930 538 0,'0'0'110'16,"0"0"-14"-16,0 0-53 15,0 0-20-15,0 0-23 16,0 0-16-16,33-31-56 16,-20 19-180-16</inkml:trace>
  <inkml:trace contextRef="#ctx0" brushRef="#br0" timeOffset="66915.34">8734 15666 656 0,'0'0'58'0,"0"0"-48"16,0 0 96-16,3 118-59 15,10-52-41-15,5 11 1 16,6 3-7-16,4-2 3 15,11-12-12-15,1-16-113 0,-4-22-177 16</inkml:trace>
  <inkml:trace contextRef="#ctx0" brushRef="#br0" timeOffset="67062.85">9135 16107 686 0,'0'0'197'15,"0"0"-165"-15,0 0-25 16,0 0-3-16,0 0-4 16,0 0-25-16,-21 98-139 15,6-63-91-15</inkml:trace>
  <inkml:trace contextRef="#ctx0" brushRef="#br0" timeOffset="67293.11">8450 16791 646 0,'0'0'107'15,"0"0"-36"-15,0 0-62 16,0 0-8-16,0 0 44 16,0 0-22-16,94-36 4 15,-57 14-27-15,11-5 4 16,7-13 2-16,6-5-3 15,5-3-3-15,1-1 0 16,-1 2-24-16,-7 3-80 0,-6-1-114 16</inkml:trace>
  <inkml:trace contextRef="#ctx0" brushRef="#br0" timeOffset="69979.29">610 13391 118 0,'0'0'56'16,"0"0"21"-16,0 0-43 15,0 0-21-15,0 0-10 16,0 0 24-16,0-27-23 15,0 23 3-15,0-1 18 0,0 2 0 16,0 1 53 0,0 1-52-16,0-1 0 0,0 2 30 15,0 0-39-15,0 0-5 16,0 0 5-16,0 0-17 16,0 0 8-16,0 0-5 15,0 0 7-15,0 0 40 16,0 0-49-16,0 0 0 15,0 0-1-15,0 0-6 16,0 2-11-16,0 15 6 16,0 6 11-16,0 10-4 15,0 9 4-15,0 6 0 16,0 8 0-16,0 9 3 0,0 3-4 16,2 2 1-1,5-5 0-15,4-10 0 0,-1-12 0 16,-1-13 0-16,2-10 2 15,-4-7 3-15,2-9-7 16,0-1 2-16,-3-1 0 16,6-2 2-16,4 0 0 15,2 0-2-15,7-14 3 16,1-3-1-16,10-3 0 16,2-8-2-16,3-2 0 15,-1 1-3-15,-4 0 3 16,-8 6-2-16,-5 3-1 15,-7 0 6-15,-4 6-9 16,-2 6 1-16,-5 2-26 0,-4 4 11 16,-1 0-14-16,0 2 29 15,-1-1-4-15,-14 1 9 16,0 0-5-16,-4 0 5 16,-4 0 0-16,2 0 8 15,-1 0-7-15,3 0 33 16,4-10 14-16,10 1-40 15,2-1 41-15,3 0-42 16,0 0-4-16,0 0 1 16,14 1-3-16,3 1-1 15,3 0 0-15,-1 4 4 16,2 4-7-16,2 0 3 16,-3 2 0-16,0 11-2 0,-2 4 2 15,-5 2 0 1,-1 2 0-16,-4 2 3 0,-4 3-6 15,-1-3 3-15,-3 0 0 16,0-3-6-16,0 1-23 16,-9-1 6-16,-6 1-15 15,0-1-57-15,1-3 28 16,4-7 13-16,6-3 33 16,1-5 15-16,3-2-13 15,0 0 4-15,0 0 14 16,0 0 1-16,7 0 73 15,-7 0 7-15,0 0-30 0,0 0 12 16,0 0-25-16,0 0-2 16,0 0-10-16,0 2-23 15,0 8 8-15,0 5-10 16,0 10-9-16,0-5-122 16,-4-5-271-16</inkml:trace>
  <inkml:trace contextRef="#ctx0" brushRef="#br0" timeOffset="76657.17">1826 13182 44 0,'0'0'129'0,"0"0"-126"16,0 0 14-16,0 0-2 16,0 0-5-16,0 0 5 15,0 0 47-15,-65 0 51 16,57 0-65-16,2 0-4 15,-4-3 36-15,0-2-38 16,-1-4 18-16,-3 3 10 16,-1-2-37-16,-2 4 8 15,0 3-28-15,-1 1-10 16,3 0 2-16,1 0-5 16,7 2-5-16,1 9 5 0,2 6-2 15,1 3-4 1,1 1 5-16,1 2 1 0,-2 5-2 15,3 4 2 1,0 0 0-16,3-2 0 0,16-6-6 16,10-10 3-16,5-13-34 15,8-1 25-15,7-17 0 16,0-14-4-16,-7-6-14 16,-9-1 1-16,-11 4 29 15,-13 8 7-15,-6 4-6 16,-3 7 22-16,0 5 40 15,-3 4-29-15,-3 3 13 16,2 3-37-16,-1 0-8 16,5 12-4-16,0 18-13 0,5 10 15 15,12 11-3 1,3 6 6-16,2 2-3 0,-1 2 0 16,0-4 5-16,0-4-7 15,-2-9 2-15,-4-11-20 16,0-8-33-16,-6-12-46 15,-4-13-112-15,-5-10-242 16</inkml:trace>
  <inkml:trace contextRef="#ctx0" brushRef="#br0" timeOffset="76989.23">2139 13099 649 0,'0'0'54'0,"0"0"-40"0,0 0-4 16,0 0-20-16,0 0 10 16,0 0 0-16,-6 108-3 15,36-68 7-15,6 1-4 16,3 0 0-16,2-3 0 16,-5-6 7-16,-3-9-6 15,-6-6-1-15,-9-6 27 16,-5-3-9-16,-7-4-4 15,-4 3-14-15,-2 0 6 16,0 5 13-16,-18 8-17 0,-8 4-2 16,-8 5 4-16,0-5-4 15,3-5-72-15,8-11 23 16,7-8-16-16,5 0 3 16,4-9-103-16,7-16-125 15</inkml:trace>
  <inkml:trace contextRef="#ctx0" brushRef="#br0" timeOffset="77171.72">2177 13155 401 0,'0'0'171'16,"0"0"-107"-16,0 0-18 15,0 0 11-15,71-93-28 16,-44 71-4-16,3 5-25 0,8 8-9 15,-1 7-8-15,-7 2-144 16,-10 0-296-16</inkml:trace>
  <inkml:trace contextRef="#ctx0" brushRef="#br0" timeOffset="77323.17">2454 13304 20 0,'0'0'631'16,"0"0"-559"-16,0 0-49 0,0 0-23 15,0 0-53-15,60-75-131 16</inkml:trace>
  <inkml:trace contextRef="#ctx0" brushRef="#br0" timeOffset="77672.02">2654 12954 595 0,'0'0'13'0,"0"0"6"0,0 0-11 16,0 0-8-1,91-1 10-15,-69 31-10 0,-1 9 0 16,-5 2 10-16,-9 4-7 15,-3-5-3-15,-4-3 1 16,0-7 4-16,0-5 1 16,0-5-6-16,0-6 0 15,-4-5 5-15,2-4 0 16,0-5 4-16,-1 0 87 16,2 0 13-16,1 0-41 15,0-11-59-15,0-9-6 16,12-5 2-16,14-5-5 15,8 0-6-15,2 1-36 16,8-4-72-16,-7-2-43 0,-7-4-279 16</inkml:trace>
  <inkml:trace contextRef="#ctx0" brushRef="#br0" timeOffset="77842.02">3002 12827 620 0,'0'0'128'0,"0"0"-16"16,0 0-66-16,0 0-28 15,0 0-18-15,0 0-74 16,41-23 3-16,-13 23-76 16,-5-8-165-16</inkml:trace>
  <inkml:trace contextRef="#ctx0" brushRef="#br0" timeOffset="78053.11">3200 12485 618 0,'0'0'130'16,"0"0"-14"-16,0 0-55 16,0 0-61-16,0 0 1 15,0 0-8-15,48 118 14 16,-20-36-7-16,5 15 0 15,2 0 3-15,1-4-13 16,-3-14-11-16,-6-17-137 16,-11-24-28-16,-4-21-227 0</inkml:trace>
  <inkml:trace contextRef="#ctx0" brushRef="#br0" timeOffset="78225.84">3692 12917 802 0,'0'0'77'0,"0"0"31"16,0 0-63-16,0 0-12 15,0 0-33-15,0 0-9 16,-11-21-17-16,8 61-51 16,-4 4-62-16,-3-7-166 15</inkml:trace>
  <inkml:trace contextRef="#ctx0" brushRef="#br0" timeOffset="82451.08">20569 15221 378 0,'0'0'128'0,"0"0"-52"0,0 0-19 16,0 0-24-1,0 0-15-15,36-83 24 0,-18 68-25 16,-2-1 5-16,4 0 21 16,0 1-14-16,2 1-4 15,1 3-20-15,3 7 3 16,-1 2 4-16,0 2-12 15,-1 4 0-15,-3 15-9 16,-6 4 9-16,-8 4 0 16,-7 5-5-16,0 0 5 15,-5-1-17-15,-12-1 17 16,-1-5-6-16,0-7 2 16,5-5 8-16,3-7-1 15,4-3-3-15,2-3 0 16,4 0 5-16,0 0-5 0,0 0 0 15,5 0 13-15,16-9-11 16,12-4 1-16,1 2-3 16,2 2-19-16,-2 5-38 15,-7-4-100-15,-8-1-193 16</inkml:trace>
  <inkml:trace contextRef="#ctx0" brushRef="#br0" timeOffset="82633.3">21101 15132 11 0,'0'0'603'15,"0"0"-467"-15,0 0-39 16,0 0-61-16,0 0-9 16,0 0-27-16,20-48-126 15,-20 64 30-15,0-4-123 16,-4-4-202-16</inkml:trace>
  <inkml:trace contextRef="#ctx0" brushRef="#br0" timeOffset="83049.52">21163 14975 525 0,'0'0'96'15,"0"0"-7"-15,0 0-31 0,0 0-53 16,0 0 5-16,91-59-4 16,-66 59-6-16,2 0 0 15,-3 3-1-15,-3 8 4 16,-11 4-11-16,-8 1 2 16,-2 0-14-16,0 2 5 15,-14-1 5-15,0-1-13 16,1-7 13-16,7-1 10 15,3-2-13-15,3-3 13 16,0 4 0-16,6 2 4 16,8 3-1-16,5 1 19 15,-1 0 8-15,3 3-15 0,-2 1 20 16,-2 4-30-16,0 1-3 16,-4 6 13-16,-5 0-10 15,-8 1-5-15,-4 2 0 16,-18-2-3-16,-11-3-20 15,-3-4-59-15,4-7 0 16,6-7-122-16,8-8-73 16</inkml:trace>
  <inkml:trace contextRef="#ctx0" brushRef="#br0" timeOffset="83202.46">21458 15371 61 0,'0'0'475'16,"0"0"-340"-16,0 0-94 15,0 0-22-15,0 0-19 16,0 0-369-16</inkml:trace>
  <inkml:trace contextRef="#ctx0" brushRef="#br0" timeOffset="85314.13">2393 13786 206 0,'0'0'76'16,"0"0"18"-16,0 0 8 15,0 0-39-15,0 0 5 16,0 0-18-16,-45-51-20 16,37 42 49-16,3-1-27 0,-1 4-8 15,1 0-9-15,4 3-17 16,-1 3 7-16,2 0-25 15,0 0 0-15,0 0-10 16,0 0 10-16,0 10-3 16,2 14-1-16,7 7 8 15,5 8-4-15,2 8 0 16,6 5 0-16,0 2-9 16,2-6 7-16,2-8-46 15,-2-13-18-15,4-17-27 16,0-10 71-16,2-24-10 15,-2-19-24-15,-9-9 43 16,-11 0 13-16,-8 4 1 0,0 9 46 16,-16 12-11-16,-1 8 48 15,5 9 4-15,5 6-50 16,4 4 4-16,3 0-42 16,0 15-9-16,0 15 9 15,12 11 0-15,12 3-4 16,-2-1 4-16,5-1 0 15,-2-6-10-15,-4-2-26 16,0-8-13-16,0-9-43 16,-5-12 3-16,-7-5-79 15</inkml:trace>
  <inkml:trace contextRef="#ctx0" brushRef="#br0" timeOffset="85471.16">2869 13677 582 0,'0'0'81'0,"0"0"-14"16,0 0 60-16,0 0-90 15,0 0-21-15,0 0-16 16,-14-51-176-16,37 49 77 16,-1-8-250-16</inkml:trace>
  <inkml:trace contextRef="#ctx0" brushRef="#br0" timeOffset="85796.75">2952 13423 684 0,'0'0'92'0,"0"0"25"16,0 0-102-16,0 0-13 15,0 0-2-15,-3 75 0 16,26-19-2-16,7 14 6 15,8 0-4-15,-1-2 0 16,1-13 0-16,-1-22-11 16,0-17-25-16,-1-16 4 15,-5-15 25-15,-11-17 7 16,-5-4 8-16,-15 5-7 16,0 5 10-16,-11 4 45 0,-13 5-47 15,-7 6-9-15,3 10 5 16,-1 1-5-1,12 4-3-15,9 16-41 0,8 5-73 16,5-1 39-16,12-1-230 16</inkml:trace>
  <inkml:trace contextRef="#ctx0" brushRef="#br0" timeOffset="85928.9">3374 13905 602 0,'0'0'7'0,"0"0"-7"16,0 0-493-16</inkml:trace>
  <inkml:trace contextRef="#ctx0" brushRef="#br0" timeOffset="86380.9">1880 15172 461 0,'0'0'157'16,"0"0"-91"-16,0 0-44 15,85-93-5-15,-22 45-14 16,26-21 5-16,21-14 2 16,29-13-9-16,25-11 19 0,24-1-20 15,16-1 0-15,-8 2-5 16,-11 8 5-16,-24 11-23 16,-24 10-40-16,-18 16-98 15,-20 15 1-15,-23 16-18 16</inkml:trace>
  <inkml:trace contextRef="#ctx0" brushRef="#br0" timeOffset="87244.92">2657 14902 570 0,'0'0'80'0,"0"0"17"16,0 0-64-16,0 0-17 16,0 0 4-16,-55-75-12 15,38 72 2-15,-4-2-10 16,-4 5 0-16,-5 0 8 16,-3 5-8-16,5 10 0 15,6 4-3-15,10-2 0 16,8 5 2-16,4-1-10 15,5 4 11-15,17 4-14 16,5-3 14-16,3-4-42 16,1-8-11-16,-6-8 13 0,0-6 6 15,-9-9 21-15,-4-18 13 16,-6-1 18-16,-6-3 5 16,0 8 27-16,0 3 48 15,-7 5-23-15,-2 5-14 16,1 3-24-16,3 7-19 15,5 0-11-15,0 14-7 16,25 15-1-16,8 11-4 16,8 5 4-16,4 6-3 15,1 1-44-15,-5-2-6 16,-6-5 0-16,-8-4-52 16,-11-9 10-16,-8-10-108 15,-8-15-201-15</inkml:trace>
  <inkml:trace contextRef="#ctx0" brushRef="#br0" timeOffset="87745.13">3076 14608 631 0,'0'0'43'0,"0"0"0"16,0 0-29-16,0 0 32 15,0 0 32-15,0 0-50 16,-60-63-13-16,54 63-15 16,-2 0 7-16,0 3-18 15,0 19 7-15,-3 12 4 16,6 7-7-16,4 3 7 15,1-1-32-15,3-9-61 16,14-10 12-16,6-17 36 16,5-7-43-16,5-26 68 15,1-11 17-15,-8-2 6 16,-8 3 22-16,-10 6 62 0,-8 5-30 16,0 8 60-16,0 6-48 15,-4 7-17 1,1 4-19-16,3 0-33 0,0 4-12 15,0 19 5-15,9 10 7 16,7 7-10-16,4 10 10 16,1 6-8-16,0 3 5 15,-4-4-15-15,-6-6 11 16,-5-14-10-16,1-8-20 16,-2-10-3-16,-1-9-84 15,-4-8-81-15</inkml:trace>
  <inkml:trace contextRef="#ctx0" brushRef="#br0" timeOffset="87885">3356 14665 708 0,'0'0'143'0,"0"0"-46"16,0 0-62-16,0 0-26 15,0 0-9-15,0 0-74 16,11-25-97-16,7 13 20 15</inkml:trace>
  <inkml:trace contextRef="#ctx0" brushRef="#br0" timeOffset="88272.62">3471 14333 648 0,'0'0'59'16,"0"0"11"-1,0 0-67-15,0 0-6 0,0 0 1 16,-58 106 2-16,64-62-6 16,12-1 12-16,3-1-10 15,0-6 4-15,-1-6 0 16,-1-6-2-16,-6-3 12 16,-4-9-9-16,-5-2 25 15,-2-6-13-15,-2-2 8 16,0-1-21-16,0-1 7 15,0 0 21-15,-15 0-28 16,-9 0 9-16,-4 0-3 0,1-7-3 16,2-9 2-16,8-7-5 15,11-6 0-15,6-9-1 16,9-11 1-16,22-2 0 16,7 0-4-16,1 4 9 15,-5 9-10-15,-2 12-13 16,-9 7-63-16,-7 10 24 15,-11 9-35-15,-5 0-172 16</inkml:trace>
  <inkml:trace contextRef="#ctx0" brushRef="#br0" timeOffset="88447.11">3634 14241 494 0,'0'0'131'16,"0"0"-26"-16,0 0 30 16,0 0-135-16,0 0-6 15,0 0-190-15,0-34-84 16</inkml:trace>
  <inkml:trace contextRef="#ctx0" brushRef="#br0" timeOffset="88659.81">3774 13997 13 0,'0'0'697'0,"0"0"-557"0,0 0-66 15,0 0-68-15,0 0-4 16,0 0-4-16,15 123 8 16,7-48-6-16,5 7 0 15,4 0 0-15,-1-5-11 16,-3-10-7-16,-2-15-117 15,-8-24 0-15,-2-24-324 16</inkml:trace>
  <inkml:trace contextRef="#ctx0" brushRef="#br0" timeOffset="88801.09">4159 14187 809 0,'0'0'104'16,"0"0"-45"-1,0 0-46-15,0 0-1 0,0 0-24 16,0 0-47-16,-9 65-100 16,1-30-121-16</inkml:trace>
  <inkml:trace contextRef="#ctx0" brushRef="#br0" timeOffset="89092.83">3392 15386 304 0,'0'0'43'15,"0"0"24"-15,0 0 28 16,0 0 10-16,0 0-50 16,0 0-44-16,-15 41 4 15,15-39-13-15,0-2 11 16,27-10 2-16,27-29 23 15,29-25 19-15,29-22-57 16,18-15 1-16,7-6-3 16,-1 3-6-16,-18 11-15 15,-26 18-8-15,-23 26-4 16,-29 22 10-16,-34 21-180 16</inkml:trace>
  <inkml:trace contextRef="#ctx0" brushRef="#br0" timeOffset="92273.83">845 8332 304 0,'0'0'117'0,"0"0"-59"16,0 0 9-16,0 0-21 15,0 0-16-15,0 0 26 16,0 0-25-16,-3-63 12 16,1 56 2-16,1 2-3 15,-1-2-10-15,-1 3-11 16,3 1-19-16,0 3 14 15,0-5-16-15,5-4-5 16,17-4 1-16,14-4-22 16,4-4-2-16,2 4-2 15,-5 7 8-15,-7 5 15 16,-8 5-1-16,-6 5-4 16,-5 17 11-16,-7 13-4 15,-4 11 5-15,-4 11 0 16,-14 8 2-16,-7-2 2 0,1-5-4 15,3-15 0-15,8-11 0 16,5-12 4-16,4-9-5 16,4-5 1-16,0-6 0 15,0 0 1-15,2-3 3 16,21-19-4-16,10-11 9 16,6-4-7-16,1 0-2 15,5-4 0-15,1 0-71 16,5-5 1-16,1-4-98 15,-7-9-22-15</inkml:trace>
  <inkml:trace contextRef="#ctx0" brushRef="#br0" timeOffset="92572.34">1352 8013 362 0,'0'0'111'0,"0"0"-103"15,0 0 7-15,0 0-24 16,0 0 13-16,23 111-4 15,1-70 17-15,2-3 28 16,4-5-6-16,-2-4-8 16,-7-8-29-16,-9-1 17 15,-2-5-19-15,-4-1 0 16,-4 0 5-16,-1-2-3 16,-1-1 2-16,0-5-4 15,0 2 0-15,0-2 10 0,-6 2-6 16,-13 2 2-1,-11 2 11-15,-4 2-14 0,-4 1 1 16,-1 2-4-16,4-3-3 16,17-4-5-16,12-8-79 15,6-2-65-15,9-19-143 16</inkml:trace>
  <inkml:trace contextRef="#ctx0" brushRef="#br0" timeOffset="92789.58">1255 8043 469 0,'0'0'113'0,"0"0"-3"16,0 0 15-16,0 0-49 16,0 0-50-16,0 0-12 15,4-93-14-15,41 65 0 16,6 0-2-16,-2 4-1 15,-7 4-14-15,-3 10-81 16,-10 3-69-16,-12 5-117 16</inkml:trace>
  <inkml:trace contextRef="#ctx0" brushRef="#br0" timeOffset="94590.03">776 6324 454 0,'0'0'129'16,"0"0"-52"-16,0 0 30 15,0 0-49-15,0 0-22 16,0 0-6-16,-8-61-25 16,7 56 27-16,1 1-29 15,-3 2 9-15,3 1 25 16,0 1-31-16,0 0-6 16,0 0-11-16,6 17 0 15,6 10 0-15,4 6 11 16,-2 6-1-16,-4-2-2 15,-1-1 5-15,0-4-4 16,-1-4-2-16,-2-6-15 16,-1-3 13-16,-2-4-41 0,-1-3-17 15,-2 2-30-15,0-4-60 16,-5-5-168-16</inkml:trace>
  <inkml:trace contextRef="#ctx0" brushRef="#br0" timeOffset="94792.3">693 6564 593 0,'0'0'108'0,"0"0"-21"16,0 0-51-16,0 0 4 0,0 0-40 15,0 0-1-15,28-52 0 16,-1 31 2-16,4 0 1 15,-1 1-2-15,3 3-71 16,-8 1-26-16,-3 2-170 16</inkml:trace>
  <inkml:trace contextRef="#ctx0" brushRef="#br0" timeOffset="95069.41">755 6953 262 0,'0'0'140'0,"0"0"18"15,0 0-39-15,0 0-9 16,0 0-31-16,0 0-74 15,18-31 5-15,18 4-13 16,7-3 3-16,6-1-10 16,0 2-27-16,-5 3-43 15,-4 1-8-15,-16-1-193 16</inkml:trace>
  <inkml:trace contextRef="#ctx0" brushRef="#br0" timeOffset="95753.87">1038 6266 549 0,'0'0'64'0,"0"0"10"15,0 0-24-15,0 0-32 16,23-78-18-16,4 56 5 16,4-1-5-16,2 4 0 15,2 2 0-15,-3 5-4 16,-8 4 4-16,-8 7 0 0,-8 1-30 16,-8 4-54-16,0 17 71 15,-12 6-1-15,-8 3-12 16,2-2 23-16,5-6-8 15,7-3 11-15,3-5 0 16,3-4 1-16,0 0-3 16,0-3 10-16,6 0-7 15,9-1 44-15,1-1-4 16,7 3-6-16,3 2-25 16,1 4-3-16,-1 2-3 15,-5 1-4-15,-5 0 0 16,-11-1 1-16,-1 1 2 15,-4-3-3-15,0 1 0 16,0-3 0-16,0-5 2 0,-4-2-2 16,2-5 0-16,-3 0 7 15,-2 0-3-15,0 0 3 16,4-2-7-16,3-7-15 16,0-2-4-16,3-1-55 15,16-4-126-15,1-2-24 16</inkml:trace>
  <inkml:trace contextRef="#ctx0" brushRef="#br0" timeOffset="96154.11">1587 6179 656 0,'0'0'107'0,"0"0"-107"16,0 0-1-16,0 0-11 15,0 0 12-15,-1 93 19 16,1-58-17-16,-2-9 2 16,1-6 5-16,-1-6-8 15,1-6 8-15,-3-4-9 16,4-2 0-16,-8-2 33 16,-3 0 32-16,-6 0-39 15,-10-11-23-15,0-6 2 16,3-3-10-16,8-6 3 15,10-6 2-15,6-9-10 16,12-5-1-16,16-5 2 16,8-2 8-16,1 5 1 0,-4 7-2 15,-5 5 2-15,0 8 0 16,0 8-6-16,1 7 6 16,-1 6-9-16,-2 7-46 15,-5 0-19-15,-8 3 33 16,-7 14 0-16,-6 8-42 15,0 0-65-15,-16-3-149 16</inkml:trace>
  <inkml:trace contextRef="#ctx0" brushRef="#br0" timeOffset="99849.92">1896 8020 163 0,'0'0'320'15,"0"0"-226"-15,0 0-2 16,0 0 7-16,0 0-33 16,0 0-20-16,0 0-25 15,-6-17-1-15,6 14-10 16,0 2-6-16,0 1 30 16,0 0-33-16,0 0-1 15,0 0 5-15,0 0-2 16,0 0-2-16,0 0-1 15,0 0 0-15,0 0-11 0,0-1 9 16,21-8-36 0,9-5 37-16,10-1-20 0,-3 0-15 15,-1 1-47-15,-3-1-44 16,-9-2-47-16,-12 1-183 16</inkml:trace>
  <inkml:trace contextRef="#ctx0" brushRef="#br0" timeOffset="100139.53">2166 7671 536 0,'0'0'167'0,"0"0"-101"16,0 0-66-16,0 0-9 15,0 0 9-15,0 0 21 16,91 84-17-16,-64-46-4 16,1 2 7-16,3 1-7 15,-2-8 10-15,-1-5-10 16,-5-11-61-16,-10-9-67 15,-10-8-301-15</inkml:trace>
  <inkml:trace contextRef="#ctx0" brushRef="#br0" timeOffset="100356.59">2379 7596 732 0,'0'0'103'15,"0"0"-13"-15,0 0-85 16,0 0 2-16,0 0-14 16,0 0 3-16,36 78 4 15,-14-37 9-15,5 1-6 16,6 0-3-16,3-1 0 0,3-7-23 16,-5-8-72-1,-7-15-133-15</inkml:trace>
  <inkml:trace contextRef="#ctx0" brushRef="#br0" timeOffset="100649.35">2621 7560 620 0,'0'0'218'15,"0"0"-218"-15,0 0 0 16,0 0-2-16,100 29 1 15,-26 2 1-15,9 1 0 16,3-2-5-16,-10-4 5 16,-22-5-5-16,-17-1-3 0,-20-3 7 15,-11-2 1-15,-6-4-5 16,0-1 5-16,0 1 1 16,-17 3-1-16,-8-1 0 15,-5 3 10-15,-6-2-7 16,-10-1-6-16,-2 1-78 15,-6 0-49-15,1-3-122 16</inkml:trace>
  <inkml:trace contextRef="#ctx0" brushRef="#br0" timeOffset="100874.84">2700 7542 761 0,'0'0'68'0,"0"0"3"15,0 0-23-15,0 0-39 16,37-84 3-16,17 54-12 16,16 0 0-16,15 1 0 15,5-1-52-15,-2 2-64 16,-14 2-169-16</inkml:trace>
  <inkml:trace contextRef="#ctx0" brushRef="#br0" timeOffset="101114.88">3322 7495 319 0,'0'0'467'15,"0"0"-414"-15,0 0-40 16,103-45-8-16,-54 34 2 16,3-1-1-16,-4-1-6 15,-5-1 0-15,-10 0 1 16,-12 2-1-16,-9 1-1 0,-10 4-8 16,-2-2-52-1,0 1-73-15,-18-6-206 0</inkml:trace>
  <inkml:trace contextRef="#ctx0" brushRef="#br0" timeOffset="101331.71">3573 7270 400 0,'0'0'66'0,"0"0"10"15,0 0-30-15,0 0-21 16,0 0 3-16,0 0 40 16,21 35-19-16,5-12 9 15,4 6-38-15,4 0-17 16,4 2 11-16,-5 1-13 15,-5-6-1-15,-15 2 0 16,-13-2 7-16,-7 5-7 16,-27 8 0-16,-20 8-37 0,-13 5-79 15,-5-4-73-15,-2-1-117 16</inkml:trace>
  <inkml:trace contextRef="#ctx0" brushRef="#br0" timeOffset="102313.88">1419 9276 671 0,'0'0'79'0,"0"0"23"16,0-75-77-16,-3 53-6 16,0 0-10-16,-2 0-8 15,-4 1 9-15,-7 1-10 16,-5 2 2-16,-10 0 29 15,-8 0-28-15,-8 3 19 0,0 2-3 16,4 5-18 0,16 4 21-16,9 4-22 0,9 0 4 15,6 11-15-15,3 12 11 16,0 11 0-16,20 12-1 16,14 6 3-16,12-3-4 15,6-12-9-15,2-23-25 16,-3-14 35-16,-5-15-12 15,-15-12 13-15,-10 2 2 16,-14 5 1-16,-7 5 28 16,0 0-18-16,-7 6-13 15,0 4 22-15,4 2-22 16,3 3 0-16,0 0-1 0,0 0 5 16,0 8-16-16,6 18 0 15,13 16 12-15,5 8 0 16,4 3 1-16,5 1-1 15,4-8 0-15,1-1 3 16,-1-7-11-16,0-9-44 16,-4-8-32-16,-9-15-70 15,-11-6-175-15</inkml:trace>
  <inkml:trace contextRef="#ctx0" brushRef="#br0" timeOffset="102833.19">1877 9164 658 0,'0'0'11'0,"0"-99"34"0,0 53 5 16,0 3-17-16,0 2 14 16,-11 7-11-16,-5 7-3 15,-2 5 1-15,-9 8-24 16,2 4 5-16,-8 10-15 15,5 0 9-15,1 10-11 16,10 15 2-16,7 7-9 16,10 8 0-16,12 6-13 15,13-1-2-15,10-11 7 16,2-12-21-16,-6-15 38 0,0-7-12 16,-10-2 12-16,-9-9 13 15,-7 0-6-15,-4 2 22 16,-1 1-14-16,0 0-12 15,0 4 19-15,-1 4-19 16,-1-2-3-16,2 2 16 16,0 0-16-16,0 0-4 15,0 6-10-15,3 14 14 16,7 5 1-16,1 1-1 16,-2 0 0-16,6-3-1 15,0 1 5-15,8 0-5 16,3 5 1-16,4-2 0 15,-2 5 1-15,-1-4-1 0,-6-5 0 16,-3-2 0 0,-6-6 0-16,-3-4-1 0,-3 1-35 15,-3 0-39-15,-3-4-67 16,0-3-220-16</inkml:trace>
  <inkml:trace contextRef="#ctx0" brushRef="#br0" timeOffset="103253.12">2288 8989 854 0,'0'0'28'0,"0"0"0"16,0 0-28-16,0 0-1 16,0 0-2-16,0 0-82 15,35 0-14-15,-18 0-15 16,-9-8-173-16</inkml:trace>
  <inkml:trace contextRef="#ctx0" brushRef="#br0" timeOffset="103762.98">2578 8713 607 0,'0'0'49'0,"0"0"-9"16,0 0 33-16,-17-81-55 15,3 64 23-15,0 3 6 16,-1 3-42-16,5 5 18 16,2 3-23-16,2 1 0 15,6 2-3-15,-3 0 3 16,3 0-1-16,0 0-35 15,0 10-14-15,6 13 42 0,7 7 8 16,10 6 0 0,2 5 3-16,8 5-1 0,3-3-1 15,4-1-1-15,-1-6 0 16,-9-4 5-16,-9-6-5 16,-11-3 0-16,-4-6 0 15,-6-7 2-15,0-4 2 16,0-4-1-16,-13-2 0 15,-13 0 29-15,-11-7-32 16,-9-12 0-16,1-7 12 16,3-5-10-16,6-2 17 15,16 2 23-15,12-2-18 16,8 0-6-16,14-2-18 16,20 2-16-16,6 0-14 0,-1 6-26 15,0 5-36-15,-6 3-47 16,-5 0-180-16</inkml:trace>
  <inkml:trace contextRef="#ctx0" brushRef="#br0" timeOffset="103926.96">2807 8503 682 0,'0'0'66'15,"0"0"34"-15,0 0-50 16,0 0-50-16,0 0-7 0,0 0-213 16,72-45-241-16</inkml:trace>
  <inkml:trace contextRef="#ctx0" brushRef="#br0" timeOffset="104146.56">3038 8250 808 0,'0'0'99'16,"0"0"-74"-16,0 0-19 15,0 0 9-15,0 0-15 16,60 72 0-16,-15-5 7 0,9 14-6 16,1 5 5-16,-4-2-6 15,-7-5-15-15,-6-10-13 16,-7-11-71-16,-6-20-73 15,-10-24-186-15</inkml:trace>
  <inkml:trace contextRef="#ctx0" brushRef="#br0" timeOffset="104285.91">3549 8649 857 0,'0'0'40'0,"0"0"11"15,0 0-51-15,0 0-30 16,0 0-174-16,0 0-17 16</inkml:trace>
  <inkml:trace contextRef="#ctx0" brushRef="#br0" timeOffset="104596.14">2506 9699 496 0,'0'0'121'16,"0"0"-24"-16,0 0 9 0,0 0-2 15,0 0-70-15,0 0-33 16,-36 13-1-16,38-10-6 15,20-3-5-15,26 0 11 16,19-22 0-16,20-20-4 16,18-16-5-16,0 0-22 15,-4 2-78-15,-17 13 10 16,-24 10-24-16,-29 15-159 16</inkml:trace>
  <inkml:trace contextRef="#ctx0" brushRef="#br0" timeOffset="104773.27">2627 9864 456 0,'0'0'254'16,"0"0"-164"-16,0 0 8 16,97-45-29-16,-54 22-45 15,8-4-12-15,12-2-12 16,14-2-7-16,5-2 1 15,-3-9-148-15,-16-5-516 16</inkml:trace>
  <inkml:trace contextRef="#ctx0" brushRef="#br0" timeOffset="104924.91">3425 9499 987 0,'0'0'2'15,"0"0"25"-15,0 0-15 16,0 0-12-16,0 0-151 16,0 0-311-16</inkml:trace>
  <inkml:trace contextRef="#ctx0" brushRef="#br0" timeOffset="120340.92">4277 9551 327 0,'0'0'209'15,"0"0"-190"-15,0 0-15 16,0 0 36-16,0 0 28 16,0 0-17-16,0 0-9 15,0 0-8-15,0-2 41 16,0 2-41-16,0 0 5 15,0 0-1-15,0 0-28 0,0 0-3 16,0 0-7 0,-2 0 0-16,1 0-1 0,1 0 1 15,0 0-11-15,0 0-58 16,0 0-159-16,0 0-186 16</inkml:trace>
  <inkml:trace contextRef="#ctx0" brushRef="#br0" timeOffset="120746.03">4487 9166 572 0,'0'0'118'0,"0"0"-90"16,0 0-28-16,0 0-3 15,0 0 2-15,36 72-4 16,-29-32 5-16,-2-2 10 16,-4-1-10-16,-1-7 0 15,0 1-10-15,0-5 5 16,0-1-2-16,-13 1-16 16,-2-2 21-16,0-4-7 15,0-5 9-15,4-4 0 16,6-7 6-16,2-1 10 15,3-3 83-15,0 0-35 16,0-1-32-16,8-19-6 0,12-9-25 16,8-7-1-16,5-2 0 15,0 2-6-15,0 0 5 16,2 3-55-16,-6 5-20 16,-10 3-11-16,-7 7-125 15,-12 4-233-15</inkml:trace>
  <inkml:trace contextRef="#ctx0" brushRef="#br0" timeOffset="121378.42">3956 9072 258 0,'0'0'53'15,"0"0"57"-15,-82 68-24 16,63-29 0-16,9 9-16 16,0 10-25-16,7 6 14 0,0 3-6 15,3 3-46 1,6 1-3-16,19-2 26 0,5-2-28 16,6-10 7-16,1-6-9 15,1-11 3-15,3-7 8 16,3-9-11-16,9-7-3 15,4-8 3-15,13-9 0 16,9 0 7-16,5-16-7 16,7-14 0-16,0-13-13 15,-2-10 9-15,-8-10-9 16,-14-3 7-16,-10-6 11 16,-17-3-8-16,-12 0 3 0,-13-3 0 15,-9 0 27 1,-6 4-13-16,-9 5 4 0,-16 9 15 15,-10 7-19-15,-8 3-5 16,-2 9-9-16,-4 7 0 16,-6 7 0-16,-3 6 0 15,-3 6 0-15,8 3-2 16,6 4 5-16,11 5-4 16,14 3 1-16,4 7-15 15,4 30-21-15,5 14-162 16,0 3-102-16</inkml:trace>
  <inkml:trace contextRef="#ctx0" brushRef="#br0" timeOffset="121863.86">4369 9317 264 0,'0'0'126'16,"0"0"-24"-16,0 0-6 15,0 0-41-15,0 0-18 16,0 0 15-16,-4-63-7 16,17 41-11-16,8-3-26 0,3 2-3 15,1-1-2-15,-1 9-3 16,-4 4-2-16,-4 5-5 16,-4 4-74-16,-5 2-38 15,-7 0-182-15</inkml:trace>
  <inkml:trace contextRef="#ctx0" brushRef="#br0" timeOffset="122048.75">4466 9316 489 0,'0'0'100'0,"0"0"-39"16,0 0 3-16,0 0 7 15,0 0-46-15,0 0-25 16,2-2-46-16,0 2-169 16,-2-1-172-16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29:05.798"/>
    </inkml:context>
    <inkml:brush xml:id="br0">
      <inkml:brushProperty name="width" value="0.05292" units="cm"/>
      <inkml:brushProperty name="height" value="0.05292" units="cm"/>
      <inkml:brushProperty name="color" value="#FF0000"/>
    </inkml:brush>
  </inkml:definitions>
  <inkml:trace contextRef="#ctx0" brushRef="#br0">5215 9932 242 0,'0'0'71'0,"0"0"17"16,0 0 16-16,0 0-29 16,0 0-47-16,0 0-19 15,0 0 6-15,0 0 30 16,-61-77 1-16,56 66-15 15,-1 2 17-15,-1-2-15 16,1 4-12-16,3 1-4 16,3 3-8-16,0 1 5 0,0 2-14 15,0-3 1-15,15-3-9 16,13-2 8-16,9 2-3 16,14-3 3-16,12 1 0 15,11-1-7-15,13-3-1 16,11-4 7-16,10 1-12 15,5-3 13-15,4 1 0 16,3-3-1-16,11 0 5 16,13-4-2-16,15-4-2 15,15-2 0-15,13 1-7 16,-2-1 7-16,-2 1-5 16,4 0 5-16,7 0 0 0,12-7 2 15,12-3-2-15,4-7-1 16,-3-9-4-16,0 2 6 15,4-5-1-15,4 4 0 16,9 3 6-16,-3 1-13 16,1 4 7-16,2 1 0 15,5 3 1-15,9 7 2 16,-4 4-6-16,-2 5 3 16,-5 4 0-16,3-2 0 15,5-1 0-15,6-5 0 16,0-3-2-16,-2-3 4 15,5-4-2-15,8-2 0 16,3-1 3-16,-2 1-7 16,-5 3 4-16,0 1 0 15,-4 1-8-15,-2 1-2 0,-8 3 9 16,-10-4 0-16,1 1 2 16,6 0-3-16,4-1 2 15,2 1 0-15,-4 3 2 16,0-2 0-16,-1 0-3 15,4 2 1-15,-9-3 0 16,-8 5 0-16,-4-4 0 16,-7-1 0-16,3-3 1 15,-6 1 0-15,-9 1 4 16,-4 3 2-16,-4-1-2 16,2 0 12-16,3 2-17 15,1 0 0-15,-6 3 10 16,-5 4-6-16,-10 1 4 0,-6-3-8 15,-2 3 4-15,-7 3-2 16,-1 0-1-16,-14 4-1 16,-10 1 18-16,-14 3-18 15,-8 0 8-15,-5 0-8 16,-8 0 6-16,-7-1 12 16,-6 2-18-16,-8 0 0 15,-10 0 15-15,-16 5-11 16,-18 1 7-16,-17 4-11 15,-13 0 1-15,-12 3 3 16,-3 0-4-16,0 0-8 16,-12 0 6-16,-33 4-40 0,-34 15-55 15,-33-4-108-15,-25-11-345 16</inkml:trace>
  <inkml:trace contextRef="#ctx0" brushRef="#br0" timeOffset="3281.03">4819 8914 134 0,'0'0'238'0,"0"0"-143"15,0 0-41-15,0 0-2 16,-57-75 19-16,46 64-14 16,-1 2 0-16,2-1-13 15,-1 2-7-15,2-1 4 16,0 2-2-16,5 0-20 15,1 3 27-15,1 2-41 16,2 1-5-16,0 1 3 16,0 0-3-16,0 0-5 15,14 0-34-15,24 0 23 0,12 6 10 16,8-1 6 0,11-2 0-16,8-3 2 0,5 0-1 15,6 0-1-15,3 0-1 16,2 0 1-16,5-5-11 15,5-4-12-15,3-1 10 16,-2-7 7-16,2-3-14 16,-1-6 18-16,-1-6 2 15,-3 1 0-15,-4-3 0 16,-4-2 0-16,-7-1 0 16,-8-1-3-16,-8 1 6 15,-1 4-4-15,-4-2 1 0,4-5 0 16,-1-4-2-1,3-8 2-15,6-7 0 0,2-3 1 16,3-1 2-16,0 4-2 16,-4 7-1-16,4 3 0 15,-6 1 1-15,0 2-1 16,-4 4 0-16,-7-2 1 16,-4 1 1-16,-1-5-2 15,1-7-3-15,6-4 3 16,5-12-1-16,5-4 1 15,0-8 0-15,0-6 0 16,-1-7 2-16,-3-4 3 16,-7 3-5-16,-8 3 0 0,-9 9 3 15,-6 5 3-15,-5 1 11 16,-2 0 8-16,4-2-12 16,1-6 2-16,6-2-15 15,2-4 0-15,3-6 8 16,0-2-8-16,4 0 0 15,-1-2-2-15,0 6 4 16,-3 4-4-16,-2 0 1 16,-6 4 1-16,-6 0-1 15,-6 2 1-15,-2 4 0 16,0-2 0-16,0-1 3 16,3-5-3-16,0-3 0 15,-1 0 0-15,3-3 2 16,0 4-2-16,1 3 0 0,0-1 0 15,-2 2 4-15,-1 2-2 16,-3 2-2-16,-3-1 0 16,-2 5-3-16,-3 0 4 15,-1 3-1-15,2 0 0 16,-2 3 3-16,-2 10-2 16,-2 4-1-16,1 5 0 15,-1-1 4-15,4-1-2 16,2 1-2-16,2-1 0 15,5 3 3-15,3 1-4 16,2 4 1-16,-1 1 0 16,1 4-4-16,-2 2 4 15,-3 1 0-15,-2 1-1 0,0 0 2 16,2 1-2 0,2-7 1-16,8-2 0 0,4-4-1 15,1-3 3-15,-1 7-2 16,-3 9 0-16,-4 8 0 15,-4 8-1-15,-1 8 1 16,-2 4 0-16,-1 1-4 16,6 2 7-16,7-6-4 15,13-5 1-15,13-4 0 16,5-6 1-16,2 2-1 0,1 2 0 16,-2 2 0-1,3 4 2-15,-4 1-2 0,-3 3 0 16,-6 4 4-16,-6 1-10 15,0 3 6-15,-1 2-1 16,-3 3-4-16,2-1 9 16,4-1-4-16,4 1 0 15,9-2 0-15,3 1-1 16,11 2 1-16,0 0 0 16,3 2 0-16,0 1 5 15,-1 0-5-15,-2 0 0 16,-5 6 0-16,-6 7-9 15,-7 2 9-15,-4 2 0 16,0 2-2-16,6 1 5 16,-1-1-4-16,0 1 1 0,3 1 0 15,-3 1 0-15,5 2 0 16,-2 2 0-16,6-1 3 16,-1 4-1-16,5 0-2 15,-1 2 0-15,6 2 0 16,-3 2 1-16,-1 8-1 15,-7 0 0-15,-4 2-5 16,-4 2 10-16,-2-6-7 16,0-1 2-16,0 1 0 15,3-2-1-15,6 1 1 16,4-1 0-16,-3 0 2 16,-2 2 1-16,-1-1-1 0,-4 0-2 15,2 4 0 1,2-3-1-16,0 3 1 0,-1 0 0 15,-2 0-3-15,7 0 6 16,-3-1-4-16,8 2 1 16,-4 1 0-16,-1 0-1 15,-5 4 1-15,-2 1 0 16,-5 5 0-16,-4-1 4 16,-3-2-4-16,-4-2 0 15,0-6 0-15,2-1 2 16,6 1-2-16,5-1 0 15,2 2-3-15,0 1 9 16,2 2-8-16,-1-3 2 0,3 3 0 16,5-3 3-1,4 5-3-15,0 0 0 0,4 0 2 16,0 1 0-16,2-4 1 16,-6 0-3-16,0 1 0 15,-3-3-2-15,1 5 2 16,4 1 0-16,1-2 0 15,4 1 7-15,-3-6-12 16,11-1 5-16,0-2 0 16,4 0 2-16,-1 2-2 15,-3 2 0-15,-2 0 0 16,-4 3 5-16,-1-3-3 16,2-1-2-16,2-3 0 15,4 0 0-15,3-5 0 0,2-4 0 16,0 0-3-16,1-2 7 15,-5 0-4-15,-5 1 0 16,-8 0 0-16,-5-3-1 16,-4-1 2-16,-3-3-1 15,4 1 0-15,0-1 4 16,7-1-2-16,4-2-2 16,-2 0 0-16,2-5-7 15,-4-3 7-15,-1 0 0 16,-4-1 0-16,-8 1 4 15,-1 1-4-15,-7 1 0 16,-2 1 0-16,1 3 0 16,0-1 0-16,0 1 0 0,0-1 0 15,5-5 4-15,7-4-4 16,2-5 0-16,2-3 0 16,-2-2-4-16,1 0 4 15,-2 0 0-15,4 0 0 16,4 0 4-16,6 0-4 15,4 0 0-15,7 0 0 16,4-4-1-16,-3-3 6 16,4-4-5-16,-6-6 0 15,-2-4 0-15,-10-2-2 16,-14 0 2-16,-17-1 0 16,-16 4 1-16,-12 4 4 15,-11 6-1-15,-10 0-1 16,-3 6 5-16,-4 3 6 0,-2-1-14 15,0 2 0-15,0 0 3 16,0 0 0-16,0-3-6 16,0 3 2-16,0-2 1 15,0 0-15-15,0 2 15 16,-5 0-32-16,-15 17 6 16,-11 12-35-16,-18-5-65 15,-24-10-191-15</inkml:trace>
  <inkml:trace contextRef="#ctx0" brushRef="#br0" timeOffset="4091.31">11992 2260 54 0,'0'0'5'15,"0"0"134"-15,61-75-89 16,-41 54-43-16,-5 3-7 0,-9 4-18 16,-6 3-88-1</inkml:trace>
  <inkml:trace contextRef="#ctx0" brushRef="#br0" timeOffset="4196.05">11810 2034 54 0,'0'0'0'0</inkml:trace>
  <inkml:trace contextRef="#ctx0" brushRef="#br0" timeOffset="4279.42">11810 2034 18 0,'72'-63'20'15,"-77"58"-40"-15,-9-2 13 0</inkml:trace>
  <inkml:trace contextRef="#ctx0" brushRef="#br0" timeOffset="5377.57">11913 1791 231 0,'0'0'36'16,"0"0"-2"-16,0 0 28 0,0 0-16 15,0 0 54 1,0 0-33-16,0-60-9 0,0 53-47 16,0 2 43-16,0-2 4 15,0 0 5-15,-3-1-55 16,0-1 19-16,-1 4 8 15,-3-2-27-15,5 4 9 16,-1 1-11-16,3 0 8 16,0 2-2-16,0 0-12 15,0 2-8-15,0 19 0 16,12 14 8-16,9 9 1 16,7 6-1-16,7 1 0 15,2-1-2-15,-1-1 2 16,1 0 0-16,-1 5-1 0,0 7 3 15,-2 5-3-15,-2 13 1 16,-4 13 0-16,-3 14 2 16,-1 14-2-16,-5 8 0 15,-2 2-1-15,4-2 6 16,7-2-5-16,9-2 0 16,20 3 0-16,15 5 0 15,17 3 0-15,10-1 0 16,0-4-4-16,-3-8 9 15,-8-4-10-15,-15-3 5 16,-12-1 0-16,-13 6-2 16,-16 8 2-16,-6 2 0 15,-8 5 1-15,0-3 3 16,1-9-3-16,7-6-1 0,10-7 0 16,11-5-3-16,7-2 3 15,2 3 0-15,-1 3 0 16,-5 3 5-16,3 1-6 15,-1-1 1-15,-4-1 0 16,2-2 0-16,-1 0 1 16,-3-3-1-16,2 0 0 15,0 1 0-15,1 7 1 16,3 2-1-16,-1-1 0 16,1 4-6-16,0-8 8 15,-3 0-2-15,0-2 0 0,2-3 4 16,0-3-7-16,3 4 3 15,1 9 0-15,0 3 0 16,-1 0 1-16,-1 3-1 16,0-5 0-16,-3 0 3 15,0-1-4-15,-1-3 1 16,3-5 0-16,-1 1 0 16,5 0 3-16,1-6-4 15,-3-7 1-15,-5-4 0 16,-4-12-3-16,-2-4 3 15,-3-7 0-15,-4-4-3 16,-2-6 6-16,-1-4-3 16,0-1 0-16,-2-2 0 0,-2 1 0 15,-1-4 0-15,-3 0 0 16,-1-6-1-16,-4-5 3 16,-4-12-4-16,-6-9 2 15,-5-7 0-15,-2-9-1 16,-3-1 6-16,2 0-5 15,1-6 49-15,4-14-45 16,0-7 0-16,1-1-4 16,-1 0 4-16,-4 8-4 15,-3 8 0-15,-12 12-15 16,-37 0-152-16</inkml:trace>
  <inkml:trace contextRef="#ctx0" brushRef="#br0" timeOffset="7420.68">13625 9299 219 0,'0'0'73'15,"0"0"-18"-15,0 0 4 16,0 0-50-16,0 0-8 16,0 0 0-16,0 0 2 15,0-9-3-15,0 9 0 16,0 0-60-16,0 0-141 15</inkml:trace>
  <inkml:trace contextRef="#ctx0" brushRef="#br0" timeOffset="8159.58">13625 9299 231 0,'-38'83'143'16,"38"-75"-134"-16,0 4-3 16,0 0 0-16,0 2 18 15,0-3 6-15,0-2-16 16,-1-2-1-16,1-4 5 16,0-1-1-16,0-2 20 0,0 0-12 15,0 0 33 1,0 0 45-16,0-3-3 0,0-26-32 15,13-16-68-15,6-16 8 16,4-14-16-16,-4-1 8 16,-1-1-1-16,-6 5-7 15,-5 9 11-15,-5 2-3 16,-2 9 0-16,0 7 3 16,-15 9 23-16,0 10-26 15,-1 9 0-15,5 7 7 16,3 8-6-16,3 2-2 15,2 3 1-15,2 24-2 16,1 15-9-16,0 12 11 0,0 10 0 16,16 3-1-1,7 0 5-15,3-4-2 0,3-8-2 16,0-8-22-16,-3-14 13 16,-1-16-55-16,-3-9 24 15,-4-8 39-15,-1-10 1 16,2-22-7-16,3-15-2 15,-1-7-37-15,0-1 42 16,-10 0-10-16,-7 5 14 16,-4-1 17-16,0 3 4 15,0 1 33-15,0 7-16 16,0 7-16-16,0 10 17 16,0 12-39-16,0 5 0 15,0 4 4-15,0 2-4 0,0 0-1 16,0 0-9-16,0 0-1 15,0 14-4-15,6 5 15 16,1 8 0-16,-1 5-2 16,0 5 8-16,-1 1-5 15,1 2-1-15,3-4 0 16,1-2 10-16,5 0-8 16,5-2-4-16,6-6-8 15,7-12-120-15,3-14-115 16</inkml:trace>
  <inkml:trace contextRef="#ctx0" brushRef="#br0" timeOffset="8358.38">14205 9062 634 0,'0'0'30'0,"0"0"27"15,0 0-56-15,0 0-1 16,0 0 0-16,0 0-26 16,81-45-88-16,-79 38-204 15</inkml:trace>
  <inkml:trace contextRef="#ctx0" brushRef="#br0" timeOffset="10809.59">15235 2800 343 0,'0'0'93'0,"0"0"17"15,0 0-19-15,-1-77-28 16,1 56-23-16,0-1 8 16,5 0-35-16,6-2 17 15,-5 2 0-15,-2 0-20 0,-2 8 44 16,-2 3-49-16,0 5 1 16,0 6 8-16,0 0-11 15,0 0-6-15,0 0 2 16,0 0-11-16,0 8 3 15,0 13 6-15,0 8 3 16,12 7-3-16,6 10 7 16,9 7-8-16,4 8 4 15,4 4 0-15,0 5 0 16,-5 3 0-16,-6 2 0 16,-9 7-1-16,-11 3 4 15,-4 2-2-15,0 10-1 0,-10-2 0 16,3-2 0-1,7 2 0-15,0-3 0 0,23 6 0 16,9 3 2-16,12 1-2 16,-2-4 0-16,0-3 1 15,-4-8-3-15,-5 2 2 16,-4 9 0-16,-7 3 1 16,2 0 2-16,-3 3-5 15,3-5 2-15,1 1 0 16,8-4 0-16,2 1 0 15,5-3 0-15,2 2-2 16,0 0 5-16,-4 5-2 16,-4 6-1-16,-4 2 0 0,-3 1 0 15,-3-2 0-15,-1-7 0 16,-3-1-2-16,1-4 7 16,3-2-7-16,-3-4 2 15,4-3 0-15,2 0-2 16,1 2 2-16,0 3 0 15,4 0 0-15,-2 0 4 16,-2-2-6-16,0-1 2 16,-2-3 0-16,-4-5-4 15,2 0 4-15,0-8 0 16,0 1-1-16,5 2 7 16,3-2-7-16,5 5 1 0,2 2 0 15,-1 1-4-15,-3-3 4 16,-7-3 0-16,-5-6-2 15,-2-2 8-15,-1-3-7 16,-1 0 1-16,2-2 0 16,4-5-3-16,0-7 3 15,0-5 0-15,-2-11-1 16,-4-9 7-16,-6-12-5 16,-4-4-1-16,-7-7 0 15,-2-3 10-15,3 0-5 16,-3-2 0-16,0-16-5 15,0-9-44-15,-38-11-186 16</inkml:trace>
  <inkml:trace contextRef="#ctx0" brushRef="#br0" timeOffset="12754.97">9661 3280 233 0,'0'0'68'0,"0"0"50"15,0 0-34-15,0 0-11 16,0 0-3-16,0 0-30 15,2-61 31-15,-2 61-41 16,0 0-19-16,0 0 1 16,0 0-12-16,3 0-4 0,9 0 3 15,7 10 2-15,5 7-4 16,4 6 3-16,2 7 0 16,4 4-8-16,1 4 8 15,-4 8 0-15,6 8 0 16,-1 9 2-16,2 8-2 15,2 4 0-15,-3 2 0 16,2 4 3-16,-6 2-3 16,-1 0 0-16,-8 1-2 15,0-1 6-15,-5-2-5 16,0 3 1-16,0 1 0 16,0 5 0-16,2 6 0 15,6 2 0-15,3 4 0 16,6 0 2-16,2-3-2 0,1 0 0 15,-2-5 0-15,-1-1 0 16,-4-2 0-16,-3-2 0 16,-5 2 0-16,-6 5 3 15,-1 8-4-15,0 2 1 16,-1-2 0-16,12 0-1 16,2-5 3-16,7-6-2 15,4-3 0-15,6-6 4 16,3-7-4-16,-1-1 0 15,-2 0 0-15,-4 4 0 16,-6 2 1-16,-4 10-1 16,-3 3 0-16,0 2 2 15,-2-1-3-15,5-4 1 0,4 0 0 16,4-2-2-16,5-4 5 16,3-5-4-16,-4-3 1 15,-3-3 0-15,4 0 0 16,-6 2 0-16,0 7 0 15,-2 3-1-15,-2 6 2 16,-1-2-1-16,1-1 0 16,3 2 1-16,-3-3-3 15,0-1 2-15,-1-6 0 16,0-5-1-16,3-6 5 16,-5-7-5-16,-3-5 1 15,0-6 0-15,-6-7-1 0,0-3 1 16,-5-4 0-16,-2-2-1 15,-3-5 4-15,-2-1-4 16,0-5 1-16,-4 2 0 16,1-2 1-16,-2 0-1 15,-1-2 0-15,-5-2 0 16,-1 0 3-16,0-3 1 16,0 0-4-16,0-4 0 15,0 1 1-15,0 1-1 16,0 1 0-16,-7 4 4 15,3 0-2-15,-1 0 4 16,2 1-6-16,2-3 0 16,1-6 9-16,0-6-9 15,0-3 0-15,0-3-1 16,0-2-3-16,6-2-153 0,-2-35-408 16</inkml:trace>
  <inkml:trace contextRef="#ctx0" brushRef="#br0" timeOffset="23510.05">14075 5300 305 0,'0'0'136'0,"0"0"-26"16,0 0-32-16,0 0 29 15,0 0-60-15,0 0 4 16,0 0-13-16,0 0-14 0,-10-39-3 16,8 35-3-1,2 1-11-15,-2 1 22 0,2-1-29 16,0 1 0-16,0 2 7 16,0-1-4-16,0 1 0 15,0-4-3-15,0-3 0 16,2-4-3-16,16-8 3 15,10-4 0-15,8-4-4 16,4 4 8-16,-1 2-5 16,-5 5 1-16,-4 3 0 15,-6 9-10-15,-6 4 7 16,-8 0-32-16,-7 14 5 16,-3 8-4-16,-13 7 32 15,-23 5-7-15,-3-1 9 0,6-5 7 16,10-9-7-16,14-5 0 15,5-5-2-15,4-1 2 16,0-3-6-16,0 1-12 16,10-1 18-16,7 2-7 15,3-1 10-15,2 2-3 16,1-1 1-16,-5 3-1 16,-2 0 0-16,-7 1-2 15,-4-2 2-15,-5-1 2 16,0-1-2-16,0 1 0 15,-10-1 5-15,-10 2-3 16,-4 1 9-16,-3 0-11 16,1-3 0-16,3 0 1 0,6-2-1 15,1-2-1-15,4 3-4 16,5 0-80-16,4-1-96 16,3-5-131-16</inkml:trace>
  <inkml:trace contextRef="#ctx0" brushRef="#br0" timeOffset="24029.03">14577 5017 508 0,'0'0'69'0,"0"0"-57"16,0 0-2-16,0 0-3 15,0 0 3-15,0 0 16 16,38 43-9-16,-26-28 2 0,3-3-19 16,-3-1 3-16,-1-2-3 15,-3-5 5-15,-3-4 9 16,0 0-12-16,-1-2 2 16,3-9 21-16,-3-2-20 15,-2 3 5-15,-2 2 38 16,0 4-46-16,0 2 16 15,0 2-18-15,0 0-5 16,0 0 1-16,1 9-10 16,4 11 14-16,2 8 0 15,5 4 3-15,0 5 8 16,3-1-11-16,0-5-1 16,3-5 0-16,-2-9-50 15,0-14-63-15,1-3-36 0</inkml:trace>
  <inkml:trace contextRef="#ctx0" brushRef="#br0" timeOffset="24199.17">14895 5114 536 0,'0'0'148'0,"0"0"-133"16,0 0-4-16,0 0-11 15,0 0-13-15,0 0-3 16,46-7-91-16,-31-10-205 16</inkml:trace>
  <inkml:trace contextRef="#ctx0" brushRef="#br0" timeOffset="24443.32">14998 4865 527 0,'0'0'200'16,"0"0"-130"-16,0 0-7 15,0 0-46-15,0 0-17 16,0 0 0-16,-3 67 0 16,17-25 7-16,2 7-7 15,5 7 0-15,1 0 8 16,2-3-8-16,-7-8-63 0,-7-9-74 15,-10-14-126-15</inkml:trace>
  <inkml:trace contextRef="#ctx0" brushRef="#br0" timeOffset="24763.15">15219 4754 337 0,'0'0'185'0,"0"0"-171"15,0 0 15-15,0 0 47 16,0 0-15-16,0 0-61 16,33-25-9-16,-17 11-119 15</inkml:trace>
  <inkml:trace contextRef="#ctx0" brushRef="#br0" timeOffset="25009.01">15344 4546 374 0,'0'0'303'15,"0"0"-294"-15,0 0-9 16,0 0 1-16,0 0 1 15,22 113-1-15,-2-57 3 16,4 6 10-16,9 2-13 16,-2 3 4-16,0 0-5 0,-2-2 8 15,-7-6-13-15,-7-3 5 16,-3-3-81-16,-5-7-77 16,2-6-126-16</inkml:trace>
  <inkml:trace contextRef="#ctx0" brushRef="#br0" timeOffset="25147.25">15769 5407 467 0,'0'0'193'16,"0"0"-69"-16,0 0-44 16,0 0-80-16,0 0-73 0,0 0-235 15</inkml:trace>
  <inkml:trace contextRef="#ctx0" brushRef="#br0" timeOffset="26141.11">16541 8361 362 0,'0'0'140'0,"0"0"-8"16,0 0-37-16,0 0-18 15,0 0-23-15,0 0-51 16,3-44-6-16,5 59-4 15,1 11 7-15,0 6-1 16,-2 6 2-16,-2 2 5 0,-5 0-6 16,0 3 1-1,0-1 1-15,0 2-2 0,-12 0-9 16,-7-3-23-16,-8-9-122 16,-2-18-181-16</inkml:trace>
  <inkml:trace contextRef="#ctx0" brushRef="#br0" timeOffset="26315.65">16360 8622 613 0,'0'0'124'0,"0"0"-99"16,0 0-24-1,0 0 0-15,0 0 8 0,0 0-9 16,118 4-1-16,-47-4 1 15,12-17-136-15,3-18-167 16</inkml:trace>
  <inkml:trace contextRef="#ctx0" brushRef="#br0" timeOffset="27023.54">17006 8276 17 0,'0'0'488'16,"0"0"-377"-16,0 0-46 15,0 0-15-15,0 0 0 16,0 0-22-16,0-36-28 15,0 36-12-15,0 20 4 16,0 11 11-16,0 16-3 16,0 13 0-16,-3 12 1 15,-13 3 10-15,2-2-11 16,-4-10-17-16,2-8-45 0,1-9-53 16,6-17-88-1,2-18-201-15</inkml:trace>
  <inkml:trace contextRef="#ctx0" brushRef="#br0" timeOffset="27426.73">17222 8592 522 0,'0'0'40'15,"0"0"-21"-15,0 0-20 16,0 84 2-16,0-42 19 15,-2 5 8-15,2-1-15 16,0-4-4-16,3-11-9 16,7-12 6-16,-6-9 1 0,-4-8-1 15,0-2 1-15,0 0 137 16,0-9-77-16,-14-14-67 16,-9-5-13-16,-7-6-27 15,0-2 38-15,9 0-17 16,12 0 19-16,9-1-5 15,32-3 5-15,17-4 0 16,10-3-6-16,4-1 6 16,0 2 13-16,-1 3-11 15,-1 6-2-15,-2 8 9 16,-9 10-7-16,-9 11-4 16,-12 8 2-16,-7 0-15 0,-8 21 12 15,-12 11-42 1,-2 7-39-16,-27-1-2 0,-13-10-396 15</inkml:trace>
  <inkml:trace contextRef="#ctx0" brushRef="#br0" timeOffset="28475.46">10910 9866 330 0,'0'0'178'0,"0"0"-82"16,0 0-10-16,0 0-31 15,0 0-28-15,0 0-6 0,-2-15-20 16,11 6 5-16,16-5-4 16,11-3 7-16,3-3 42 15,1 3-51-15,-1 3 0 16,-3-1 2-16,-4 5 5 15,0 1-14-15,-5-1 2 16,-3 4-60-16,-6-3-4 16,-5 1-20-16,-7 0 5 15,-6-1-130-15</inkml:trace>
  <inkml:trace contextRef="#ctx0" brushRef="#br0" timeOffset="28758.96">11302 9409 416 0,'0'0'191'0,"0"0"-98"15,0 0 24-15,0 0-65 16,0 0-21-16,0 0-31 15,-3-49-1-15,24 69 1 16,7 9 0-16,2 14 0 16,-3 8 0-16,-5 10-3 15,-7-1 7-15,-3 1-8 16,-4-3-31-16,-5-8-100 0,-3-13-29 16,0-18-291-16</inkml:trace>
  <inkml:trace contextRef="#ctx0" brushRef="#br0" timeOffset="29920.51">11816 9297 323 0,'0'0'168'0,"0"0"-92"0,0 0-6 15,0 0-38-15,0 0-32 16,0 0 10-16,71 27-5 15,-55 13-2-15,-6 10 26 16,-6 5-21-16,-1 1 1 16,-3-10 5-16,0-10-11 15,0-9 9-15,0-12-12 16,-3-3 1-16,-11-3 27 16,-8-3-19-16,-8-6 2 15,-8 0 3-15,-5-6-14 16,-1-11 0-16,0-7-5 15,6-5 5-15,12-7-8 16,20-10 9-16,9-5-2 0,42-7 1 16,17-2-8-1,9-4 7-15,2 3-5 0,-3 6 6 16,-11 12-2-16,-9 13 2 16,-10 14-15-16,-13 14-62 15,-9 2-38-15,-15 0-218 16</inkml:trace>
  <inkml:trace contextRef="#ctx0" brushRef="#br0" timeOffset="30075.1">12260 9232 542 0,'0'0'88'0,"0"0"1"16,0 0-25-16,0 0-19 15,0 0-45-15,0 0-116 16,34-12-72-16</inkml:trace>
  <inkml:trace contextRef="#ctx0" brushRef="#br0" timeOffset="31521.5">11193 5950 362 0,'0'0'126'0,"0"0"11"16,0 0-28-16,0 0 0 15,8-73-55-15,-4 58-25 16,3 3-9-16,7-3-8 16,4 1-12-16,10 4 0 15,2 3-8-15,0 5 8 16,-1 2-23-16,-3 9-44 16,-8 13-60-16,-13 7 45 15,-5 4-40-15,-15 3-23 16,-11-3 60-16,-2-2 35 15,4-5 50-15,7-5 9 16,4-6 37-16,7-2 54 16,5-1-43-16,1-1-25 0,0 5 27 15,0 3-10-15,15 7-9 16,7 6-9-16,9 0-31 16,2-1 18-16,0-5-18 15,-5-4 0-15,-10-6 10 16,-10-5-8-16,-7-2-2 15,-1-1 0-15,-7 1 5 16,-22 2 15-16,-9-2-16 16,-4 0-3-16,3-4 28 15,15-5-12-15,11 0 8 16,7 0-10-16,6 0-15 0,0 0-13 16,12-14-143-1,13-12-431-15</inkml:trace>
  <inkml:trace contextRef="#ctx0" brushRef="#br0" timeOffset="31901.87">11533 5845 529 0,'0'0'156'16,"0"0"-37"-16,0 0-81 15,0 0-27-15,0 0-22 16,0 0 7-16,24 47 4 16,4-15 10-16,2-2-6 0,5-4-3 15,5-9-1-15,-2-10 2 16,4-7 2-16,-6-6-4 16,0-17 0-16,-12-8 3 15,0-3 1-15,-8 2-4 16,-9 8 0-16,-7 8 0 15,0 6-1-15,0 7 1 16,0 3 0-16,-3 0 17 16,3 0-17-16,-1 17-1 15,1 16-7-15,0 14 8 16,8 6-5-16,17 1-26 16,6-4-98-16,3-16-111 15,-1-18-210-15</inkml:trace>
  <inkml:trace contextRef="#ctx0" brushRef="#br0" timeOffset="32067.14">12173 5975 536 0,'0'0'198'16,"0"0"-71"-16,0 0-61 15,0 0-42-15,0 0-24 16,0 0-21-16,-10-12 17 15,24 22-80-15,1-5-83 16,-1-5-120-16</inkml:trace>
  <inkml:trace contextRef="#ctx0" brushRef="#br0" timeOffset="32302.11">12216 5715 546 0,'0'0'107'0,"0"0"67"16,0 0-139-16,0 0-25 16,0 0-10-16,0 0 0 15,9 76 3-15,17-34 0 16,5 3-3-16,5-6 2 16,1-6 2-16,-3-5 5 15,-8-8-9-15,-5-6-10 0,-5-4-2 16,-9-4-130-1,-7-6-121-15</inkml:trace>
  <inkml:trace contextRef="#ctx0" brushRef="#br0" timeOffset="32839.82">12419 5509 453 0,'0'0'160'15,"0"0"-62"-15,0 0-13 16,0 0-39-16,0 0-37 15,0 0 5-15,-3 0-14 16,3 0-9-16,9 0-98 16,3 0-73-16,-3-10-246 15</inkml:trace>
  <inkml:trace contextRef="#ctx0" brushRef="#br0" timeOffset="33101.07">12674 5242 628 0,'0'0'173'0,"0"0"-94"16,0 0-79-16,0 0 0 0,0 0-5 16,69 117 12-1,-35-47-5-15,6 12-2 0,-1-2 0 16,-3-5 2-16,-3-6-2 15,-3-13-29-15,1-9 6 16,3-13-46-16,9-14-45 16,2-14-122-16</inkml:trace>
  <inkml:trace contextRef="#ctx0" brushRef="#br0" timeOffset="33230.91">13300 5880 682 0,'0'0'147'15,"0"0"-75"-15,0 0 0 16,0 0-35-16,0 0-18 16,0 0-19-16,-18-27-68 0,18 30-118 15,0-2-45-15</inkml:trace>
  <inkml:trace contextRef="#ctx0" brushRef="#br0" timeOffset="34333.1">14544 4911 138 0,'0'0'90'15,"0"0"-57"-15,0 0 12 16,0 0 2-16,0 0-40 16,0 0 5-16,7-54 13 0,-4 42 28 15,0 0 11-15,0-2-8 16,-2 0 24-16,-1 0-22 16,0 0 12-16,2 3-21 15,-1 3-29-15,-1 5 2 16,0 3 8-16,0 0-30 15,0 0 0-15,0 0-2 16,0 8-5-16,0 16 5 16,0 8 2-16,0 9 0 15,-7 2 1-15,-3 3-1 16,2-3 0-16,2-3 1 16,0-8-1-16,6-9 7 0,0-6-7 15,0-6 0-15,0-7-1 16,9-2 1-16,2-2 0 15,2 0 7-15,3-5-7 16,2-9 6-16,1 0-6 16,2 1 0-16,0-2 2 15,6 4-2-15,3 1 0 16,6-1-2-16,2 3 6 16,-1-2-5-16,-2 5 1 15,-10 0 0-15,-10 1-11 16,-10 3 9-16,-5 1-28 15,0 0 1-15,-24 0-11 16,-15 14-72-16,-6-1-37 16,8-6-102-16</inkml:trace>
  <inkml:trace contextRef="#ctx0" brushRef="#br0" timeOffset="34587.49">14738 4984 112 0,'0'0'212'16,"0"0"29"-16,0 0-85 15,0 0-35-15,0 0-67 16,0 0-47-16,4-22-5 16,-4 36-2-16,-2 13 0 15,-1 12 1-15,2 4 0 0,1 6-1 16,0 1 1-16,6-1 4 15,10-1-10-15,3 0-12 16,2-9-60-16,-2-15-91 16,-3-13-327-16</inkml:trace>
  <inkml:trace contextRef="#ctx0" brushRef="#br0" timeOffset="34747.12">14819 5395 439 0,'0'0'150'16,"0"0"-53"-16,0 0 60 16,0 0-88-16,0 0-60 0,0 0-9 15,-3 0-153-15,17 2-2 16,-1 1-120-16</inkml:trace>
  <inkml:trace contextRef="#ctx0" brushRef="#br0" timeOffset="35616.03">14685 8211 398 0,'0'0'167'0,"0"0"-107"16,0 0-3-16,0 0-47 16,0 0-3-16,0 0-4 15,-31-12 2-15,29 12-2 16,2 0 5-16,0 0-5 15,-1 0 3-15,-2 0-6 16,-2 0 0-16,-1 4-6 16,-1 3 1-16,2 1-1 15,2 2-32-15,0-2-85 16,3-4-140-16</inkml:trace>
  <inkml:trace contextRef="#ctx0" brushRef="#br0" timeOffset="36755.13">16858 8036 216 0,'0'0'174'16,"0"0"-65"-16,0 0-39 16,0 0-23-16,0 0-21 0,0 0 21 15,0-21-42-15,0 21-3 16,0 0-1-16,0 0 3 15,0 0-6-15,0 0 2 16,0 0 0-16,0 0-3 16,0 0 4-16,0 0-1 15,0 0 3-15,0-2-2 16,0 1 2-16,0 1-3 16,2 0 0-16,-2 0-1 15,0 0 2-15,0 0-1 16,0 0 3-16,0 0-1 15,0 0 28-15,0 0-8 16,0 0-11-16,0 0 18 16,0 0-24-16,0 0 0 15,0 0-5-15,0 0 2 0,0 0-4 16,0 0 2 0,0 0 0-16,0 0-11 0,0 0 11 15,0 0-8-15,0 0-6 16,0 0-30-16,0 0 24 15,0 0-16-15,0 0 25 16,3 0 1-16,-2 6 10 16,-1-2-2-16,2 3-4 15,-2-1-20-15,0 1 0 16,0 2-64-16,0-2-23 16,0 0-23-16</inkml:trace>
  <inkml:trace contextRef="#ctx0" brushRef="#br0" timeOffset="38166.86">14704 8390 86 0,'0'0'139'15,"0"0"-63"-15,0 0 29 16,0 0 17-16,0 0-48 16,0 0-55-16,0 0 10 15,0 2-13-15,0-2-4 0,0 0 11 16,0 0-14 0,0 0-8-16,0 0-1 0,0 0-61 15,0 5-77-15,0 8-5 16,-9-4-58-16</inkml:trace>
  <inkml:trace contextRef="#ctx0" brushRef="#br0" timeOffset="40743.15">11605 5738 136 0,'0'0'28'0,"0"0"27"16,0 0-32-16,0 0-2 16,0 0-18-16,0 0-3 15,-14-22 36-15,14 22 4 16,0-1-20-16,0 1-14 16,0 0-5-16,0 0 50 15,0 0-2-15,0 0-19 16,0 0 9-16,-1 0 10 15,1 0 2-15,0-2-19 16,-3-1-14-16,0 0 10 0,1-4-21 16,1 3-7-1,-1 0 24-15,2 2-13 0,0-1 4 16,0 3-15-16,0 0 5 16,0 0-16-16,0 0-7 15,0 10 16-15,0 9-3 16,3 6 10-16,-1 1-8 15,-2 3 3-15,0 0 0 16,0-2 8-16,-3-2-8 16,0-5 0-16,1-3 1 15,2-6 2-15,0-2-6 16,2-4 3-16,4-3 0 0,-2-1-3 16,-1-1 3-1,-1 2 0-15,-2-2 3 16,0 0 0-16,0 0-3 15,0 1 0-15,0 1-1 0,0 5-10 16,0 3 11-16,0 1 0 16,0 0 0-16,2-5 3 15,6-1-6-15,-2-4-5 16,2-1 8-16,-4 0 4 16,0 0-3-16,2 0-1 15,-3 0 9-15,-1-3-6 16,3 0 1-16,-1 3-4 15,4 0 0-15,5-2-10 16,7-1 10-16,0-1-5 16,-1-1-14-16,2 0-22 0,-1-4 21 15,-1 1-55 1,-4-4-140-16</inkml:trace>
  <inkml:trace contextRef="#ctx0" brushRef="#br0" timeOffset="41148.82">11866 5765 295 0,'0'0'26'0,"0"0"-24"15,0 0 71-15,0 0 17 16,0 0-57-16,0 0 3 15,-24 71-14-15,24-48-2 16,0 4-7-16,12 4-13 16,6 2 19-16,1 3-19 15,3 0 0-15,1 1 5 0,-7-1-4 16,-2-4 6 0,-10-2-7-16,-4 1-6 0,0-2-37 15,-13-6-176-15</inkml:trace>
  <inkml:trace contextRef="#ctx0" brushRef="#br0" timeOffset="41309.32">11985 6246 387 0,'0'0'174'0,"0"0"-119"0,0 0-2 16,0 0-53-16,0 0-106 15,0 0-78-15</inkml:trace>
  <inkml:trace contextRef="#ctx0" brushRef="#br0" timeOffset="42628.06">8426 6258 300 0,'0'0'65'0,"0"0"-13"16,0 0 87-16,0 0-88 15,0 0-42-15,0 0-9 16,15 16-1-16,-8 26 1 15,0 19 3-15,-3 18 2 16,0 21 23-16,5 20-12 16,9 24-14-16,12 10 13 15,14 4-10-15,15-4 10 16,7-13-4-16,4-15-10 16,2-8 16-16,-4-7-17 0,-4 1 0 15,-7 9 15-15,-8 7-15 16,2 11 17-16,-1 3-17 15,6-5 0-15,2-3 4 16,0-8-2-16,-3-14-2 16,-7-9 0-16,-9-11 6 15,-11-14-6-15,-11-11 0 16,-8-16 0-16,-5-14 3 16,-3-10-3-16,-1-9 0 15,0-2 3-15,0-2-3 16,0 2 2-16,2-1-2 15,-1 4 0-15,1 1 0 16,2-3 0-16,-2-3 0 16,1-4-1-16,0-6 4 15,-1-1-4-15,-2-3 1 0,0 0 0 16,0 0-2-16,-22-10-83 16</inkml:trace>
  <inkml:trace contextRef="#ctx0" brushRef="#br0" timeOffset="43214.55">8571 10154 320 0,'0'0'63'15,"0"0"49"-15,0 0-8 16,0 0-25-16,0 0 0 16,0 0-64-16,-57 17 14 0,57-17-29 15,5 0 2 1,17-10 9-16,11-11-6 0,10-4 1 15,3 3-6-15,-1 3-14 16,0 2-71-16,-6 0-116 16,-11 0-190-16</inkml:trace>
  <inkml:trace contextRef="#ctx0" brushRef="#br0" timeOffset="43524.33">8798 9897 576 0,'0'0'51'16,"0"0"22"-16,0 0-73 16,0 0 1-16,91-23-6 15,-65 35 8-15,3 10-3 0,-5 6 0 16,-4 4 0-16,-8 0-2 16,-10 2 2-16,-2 0 0 15,-8-4 7-15,-11-5-7 16,4-6 7-16,3-9-7 15,8-5 0-15,4-3 0 16,0-2 0-16,0 0 0 16,3 0 7-16,24-7-4 15,17-15 1-15,23-13-4 16,17-9-13-16,7-3-9 16,-7 1-100-16,-13 3-106 15,-23 9-6-15</inkml:trace>
  <inkml:trace contextRef="#ctx0" brushRef="#br0" timeOffset="43807.28">9482 9842 230 0,'0'0'47'16,"0"0"29"-16,-65 80 27 16,50-41-21-16,4 6-16 15,0 6-21-15,3-2-16 16,6-9 14-16,2-12-37 16,0-12 1-16,3-7 16 15,-1-6 1-15,-2-3 6 16,0 0 9-16,0 0 8 15,0-16 1-15,-3-8-48 16,-14-6-4-16,-5 1-5 16,-3-3-21-16,3-3 24 0,11-4-8 15,11-7 14 1,16-5-8-16,20-2 11 0,6 2-3 16,6 1 5-16,8 3-5 15,5 4 1-15,6 4-1 16,2 6-52-16,1 3-62 15,-7 2-125-15</inkml:trace>
  <inkml:trace contextRef="#ctx0" brushRef="#br0" timeOffset="45571.9">19063 5067 347 0,'0'0'80'0,"0"0"-37"15,0 0-38-15,0 0-10 16,0 0 1-16,19 76 4 16,0-16 9-16,3 18 21 15,-2 21 17-15,1 22-13 16,-3 27-21-16,0 19 25 16,1 12-37-16,2 2-1 0,6-7 12 15,4-11-11-15,11-14-1 16,0-15 0-16,4-19 5 15,2-20-4-15,-5-20-1 16,-6-19 0-16,-10-12 3 16,-9-10 2-16,-5-9-5 15,-5-7 0-15,-3-1 4 16,1-3-3-16,-2-1-1 16,2 0 0-16,0-3-4 15,2 1-2-15,11-4-8 16,0-5 0-16,7-2-51 15,0 0-55-15,-2 0-105 16</inkml:trace>
  <inkml:trace contextRef="#ctx0" brushRef="#br0" timeOffset="46590.03">19255 7928 427 0,'0'0'60'0,"0"0"69"16,0 0-55-16,0 0 5 15,0 0-26-15,0 0-46 16,0 0-7-16,-27-14-3 0,27 70 3 16,0 11 8-1,0 8-8-15,-6-2 11 0,-2-11-11 16,-1-9 5-16,4-12-13 15,0-13-8-15,4-12-58 16,-1-16-22-16,2-2-72 16,-1-28-251-16</inkml:trace>
  <inkml:trace contextRef="#ctx0" brushRef="#br0" timeOffset="46737.94">19090 8215 366 0,'0'0'30'16,"0"0"-19"-16,0 0-3 16,0 0 12-16,101 0-19 15,-47-18 5-15,11-9-12 0,-2-4-242 16</inkml:trace>
  <inkml:trace contextRef="#ctx0" brushRef="#br0" timeOffset="47086.49">19573 7982 548 0,'0'0'31'16,"0"0"-29"-16,12 74 12 16,-8-29 9-16,-1 5 9 0,2 2-13 15,1-8-16 1,0-8 20-16,1-13-21 0,-4-11-2 15,-3-7 7-15,0-5-4 16,0 0 59-16,-2-2 49 16,-15-16-111-16,-9-3 4 15,-5-8-4-15,-3-3-13 16,4-4 1-16,12-1 4 16,13-4 3-16,5-3 5 15,27-1 0-15,19-1-11 16,11 2-4-16,7 10 3 15,5 5 5-15,-1 8-22 16,-2 7-12-16,-7 8-45 16,-15 2-157-16</inkml:trace>
  <inkml:trace contextRef="#ctx0" brushRef="#br0" timeOffset="47453.89">19970 8102 556 0,'0'0'89'0,"0"0"-89"16,0 0 4-16,0 0 18 16,0 0-14-16,98 102-7 15,-67-70 15-15,-4-1-11 0,-7-4-5 16,-14-4 0-16,-6-5 2 15,-8-1-3-15,-19-1 1 16,-2-6 0-16,2 0 5 16,9-9-2-16,6-1-3 15,7 0 32-15,5 0 45 16,0-1-2-16,2-11-67 16,23-3-8-16,16-4 8 15,17-5-2-15,10-1-6 16,7-5 0-16,-7 0-25 15,-5-2-21-15,-11-4-99 16,-16-1-131-16</inkml:trace>
  <inkml:trace contextRef="#ctx0" brushRef="#br0" timeOffset="48090.23">16900 6026 516 0,'0'0'93'16,"0"0"38"-16,0 0-99 16,0 0-32-16,0 0-1 15,0 0 1-15,3 73 25 0,-10-21-21 16,2 4-4-16,2 0 9 15,3-2-9-15,0-4 0 16,10-9-9-16,14-15-149 16,1-18-241-16</inkml:trace>
  <inkml:trace contextRef="#ctx0" brushRef="#br0" timeOffset="48552.95">17214 6060 529 0,'0'0'46'16,"0"0"44"-16,72-74-25 16,-55 59-10-16,-2 7-15 15,-2 4-40-15,-1 4 0 16,-2 0 0-16,-2 5-11 15,-5 15 10-15,-3 7-75 16,-2 5 16-16,-14 4 41 16,-5 1-56-16,3-4 55 15,-1-6 12-15,8-5 8 16,1-5 4-16,7-5-4 16,1 1 0-16,2-1 8 0,0 7-6 15,2 2 6 1,12 6 15-16,5 2-17 0,0 4 13 15,-4-1-19-15,0-3 0 16,-8-4 5-16,-4-8 0 16,-1-5-5-16,-2-3 0 15,0-3 2-15,0-2 20 16,-10 1-22-16,-7-5 5 16,-6 0 15-16,0 0-18 15,2 0-4-15,10-11-1 16,11-3-108-16,0-7-281 15</inkml:trace>
  <inkml:trace contextRef="#ctx0" brushRef="#br0" timeOffset="48718.22">17581 6238 481 0,'0'0'45'16,"0"0"71"-16,0 0-12 15,0 0-49-15,0 0-16 16,0 0-39-16,5-28-48 16,35 6-140-16,12-12-287 15</inkml:trace>
  <inkml:trace contextRef="#ctx0" brushRef="#br0" timeOffset="49001.99">17785 6006 555 0,'0'0'95'16,"0"0"-50"-16,0 0 5 15,0 0-50-15,0 0 0 16,44 95 12-16,-8-42-12 16,1 1 11-16,-2-3-11 15,-7-10 5-15,-10-8 0 16,-11-8-5-16,-7-5 0 15,0-4 10-15,-20-4-5 16,-12-1 8-16,-8-3-11 16,-12-5 4-16,-4-3-12 15,-9 0-14-15,4-11-88 0,11-10-30 16,15-9-192-16</inkml:trace>
  <inkml:trace contextRef="#ctx0" brushRef="#br0" timeOffset="49168.25">17823 6050 588 0,'0'0'93'0,"0"0"-9"16,0 0-60-16,0 0-17 0,97-55-6 15,-47 41-1-15,13-3-87 16,-2-6-254-16</inkml:trace>
  <inkml:trace contextRef="#ctx0" brushRef="#br0" timeOffset="49335.15">18201 5884 168 0,'0'0'470'0,"0"0"-364"15,0 0-46-15,0 0-60 0,0 0-37 16,95-10 4 0,-44-3-169-16</inkml:trace>
  <inkml:trace contextRef="#ctx0" brushRef="#br0" timeOffset="49534.72">18463 5636 646 0,'0'0'126'0,"0"0"-123"16,0 0-3-16,0 0 1 15,3 114 8-15,21-26 23 16,9 18-32-16,9 6 0 16,-4-2-1-16,-1-17-105 15,-9-28-142-15</inkml:trace>
  <inkml:trace contextRef="#ctx0" brushRef="#br0" timeOffset="49685.87">18827 6300 836 0,'0'0'53'16,"0"0"7"-16,0 0 3 15,0 0-53-15,0 0 1 16,0 0-22-16,-6 27-78 15,5-7-95-15,-13-14-251 16</inkml:trace>
  <inkml:trace contextRef="#ctx0" brushRef="#br0" timeOffset="50699.87">9182 7182 374 0,'0'0'135'0,"0"0"-24"16,0 0 25-16,0 0-66 15,0 0-50-15,0 0-20 16,-20 6 0-16,24 30-2 16,2 5 9-16,-3 10-7 0,-3 3 0 15,4 0 4 1,7-4 2-16,10-2-6 0,4-5-16 15,3-6-53-15,-3-18-92 16,-5-17-275-16</inkml:trace>
  <inkml:trace contextRef="#ctx0" brushRef="#br0" timeOffset="51134.11">9416 7067 540 0,'0'0'32'0,"0"0"13"0,96-92-3 16,-51 70-16-16,-1 8-14 16,-7 14-12-16,-7 0 6 15,-10 22-13-15,-14 8 5 16,-6 3-46-16,-13 7 6 15,-20-1-69-15,-4-2-32 16,-4-4 6-16,3-10 72 16,13-7 65-16,11-8 65 15,11-1 11-15,3-4-20 16,1 5-17-16,16 6 106 0,11 2-59 16,3 7-71-1,5 5 17-15,-1 5-29 0,-3-2-3 16,-7 0 10-16,-12-8-10 15,-9-6 7-15,-4-4-4 16,0-2-2-16,-7 0 68 16,-12 0-38-16,0-3-20 15,-2 0 0-15,5-4-10 16,6-3-2-16,5-1-83 16,5-4-217-16</inkml:trace>
  <inkml:trace contextRef="#ctx0" brushRef="#br0" timeOffset="51298.21">9742 7306 532 0,'0'0'83'16,"0"0"51"-16,0 0-77 15,0 0-57-15,0 0-11 16,0 0-91-16,89-82-165 15</inkml:trace>
  <inkml:trace contextRef="#ctx0" brushRef="#br0" timeOffset="51566.16">9948 7002 526 0,'0'0'123'0,"0"0"-115"15,0 0 5-15,14 72-12 16,13-23 2-16,6 9-3 16,9-1 3-16,-5-9-1 15,-8-9 6-15,-10-10-8 16,-15-9 0-16,-4-8 35 16,-1 2-9-16,-23-1 3 15,-9 2 7-15,-7-2-29 16,-2-2 6-16,5-5-13 15,6-6-22-15,5-2-122 16</inkml:trace>
  <inkml:trace contextRef="#ctx0" brushRef="#br0" timeOffset="51741.06">9942 7071 561 0,'0'0'71'0,"0"0"5"16,0 0 3-16,0 0-63 16,0 0-5-16,85-96-14 15,-27 68 3-15,6-2-145 16,-4-5-297-16</inkml:trace>
  <inkml:trace contextRef="#ctx0" brushRef="#br0" timeOffset="51915.76">10224 6845 574 0,'0'0'82'0,"0"0"-64"16,0 0-18-16,0 0-9 15,88-1 8-15,-54-11-289 16</inkml:trace>
  <inkml:trace contextRef="#ctx0" brushRef="#br0" timeOffset="52116.84">10444 6528 718 0,'0'0'160'0,"0"0"-117"16,0 0-37-16,0 0-2 15,0 0-4-15,33 130 0 16,6-48 1-16,4 12 6 16,-3 0-7-16,-8-4-41 15,-11-9-70-15,-7-20-53 16,-6-18-146-16</inkml:trace>
  <inkml:trace contextRef="#ctx0" brushRef="#br0" timeOffset="52271.44">10770 7441 699 0,'0'0'121'0,"0"0"-23"15,0 0-32-15,0 0-17 16,0 0-49-16,0 0 6 16,0-30-17-16,0 30-31 15,0-8-275-15</inkml:trace>
  <inkml:trace contextRef="#ctx0" brushRef="#br0" timeOffset="53431.87">6089 8368 376 0,'0'0'39'0,"0"0"12"16,0 0 10-1,0 0 4-15,0 0-20 0,0 0-34 16,9-23-11-16,9 54-2 15,1 25 2-15,-2 29 9 16,-7 28-4-16,-3 25-3 16,2 11 15-16,14 12-11 15,16-1 6-15,20-6-8 16,10-11-1-16,2-22 5 16,-8-15-8-16,-14-17 0 15,-6-12 4-15,-13-8-4 16,-10-13-59-16,-13-23-353 15</inkml:trace>
  <inkml:trace contextRef="#ctx0" brushRef="#br0" timeOffset="53894.58">5212 10962 561 0,'0'0'164'0,"0"0"-53"0,0 0-87 16,0 0-16-16,0 0-6 16,94-26-2-1,-17-8 0-15,12-10 7 0,6-2-7 16,2-6 0-16,-3-1-58 16,-9 3-160-16,-21 0-279 15</inkml:trace>
  <inkml:trace contextRef="#ctx0" brushRef="#br0" timeOffset="54313.26">5749 10483 162 0,'0'0'510'0,"30"-97"-424"16,-8 58-6-16,5 6-44 15,4 10-22-15,3 7-11 16,-1 11 9-16,-3 5-12 16,0 7 0-16,-12 20-9 15,-3 12-1-15,-15 7-56 16,0 5 3-16,-21 2 18 16,-7-7 41-16,1-3-20 15,6-10 24-15,6-5-2 16,11-7 6-16,4 1-4 15,0 2 0-15,7 3 0 16,11 3 24-16,4 0-16 0,11 5 7 16,1-2 21-16,2-1-9 15,-5-4-17-15,-7-3-8 16,-10-3 5-16,-13-2 1 16,-1 2-8-16,-18 0 0 15,-13-1 3-15,-2-4-3 16,5-10-51-16,8-7-19 15,16-13-31-15,4-22-176 16</inkml:trace>
  <inkml:trace contextRef="#ctx0" brushRef="#br0" timeOffset="54629.92">6412 10599 606 0,'0'0'63'0,"0"0"-44"0,0 0-13 16,-17 75 9-16,11-22 38 15,4 10 10-15,2 3-62 16,2-5 3-16,13-16 6 16,-2-13-8-16,-5-18 6 15,-8-8-8-15,0-6 0 16,0 0 72-16,-10-19-28 16,-16-8-43-16,-13-6-2 15,-10-5-4-15,-3-3 4 16,10-1-8-16,13-4 9 15,26-8-3-15,6-6 3 0,33-7 0 16,19-1 0-16,14 4 5 16,10 7-8-16,10 11 3 15,10 13-17-15,2 13 8 16,0 9-152-16,-12 5-55 16</inkml:trace>
  <inkml:trace contextRef="#ctx0" brushRef="#br0" timeOffset="55761.96">22094 5492 455 0,'0'0'81'0,"0"0"-43"16,0 0-38-16,0 0 0 16,105 125 5-16,-69-25-5 15,-4 28 21-15,-3 22-6 16,-5 4 7-16,1 7 21 15,4 1-41-15,4 4 25 16,-4-1-7-16,1-11-15 0,-10-15 7 16,-4-22-12-16,-5-19 0 15,-7-16-10-15,-3-21-2 16,-1-20-126-16,0-24-219 16</inkml:trace>
  <inkml:trace contextRef="#ctx0" brushRef="#br0" timeOffset="56261.74">21692 7260 344 0,'0'0'24'0,"0"0"-23"15,129-15 5-15,-35-1 7 16,32-6 5-16,19 0 41 16,13-2 2-16,3 2-36 15,-1-2-4-15,-9 4-21 16,-8-1 8-16,-18 0-18 0,-20-1 0 16,-14-3-146-1</inkml:trace>
  <inkml:trace contextRef="#ctx0" brushRef="#br0" timeOffset="56831.97">22222 7950 548 0,'0'0'38'0,"0"0"7"15,0 0-25-15,0 0-20 16,0 0-2-16,0 0 2 16,-7 41 2-16,7 7 17 15,-2 6-19-15,-1 4 2 16,0-2 7-16,3-6-8 15,0-4-1-15,0-10 0 0,0-9-34 16,0-15-106 0,0-12-127-16</inkml:trace>
  <inkml:trace contextRef="#ctx0" brushRef="#br0" timeOffset="57020.84">22044 8199 588 0,'0'0'20'16,"0"0"23"-16,0 0-43 16,0 0 0-16,0 0 2 15,0 0 3-15,93-11-5 16,-15 0 0-16,23-6 6 16,9-5-13-16,2-9-91 15,-13-3-360-15</inkml:trace>
  <inkml:trace contextRef="#ctx0" brushRef="#br0" timeOffset="59907.88">19483 7827 123 0,'0'0'102'16,"0"0"-20"-16,0 0-30 15,0 0-13-15,0 0 54 16,0 0-33-16,-21-30-19 15,20 25-37-15,1 1 17 16,0-3 10-16,0 0-4 0,0 1-6 16,0-1-15-16,0 3-4 15,3-1 16-15,9 2-18 16,15-4 0-16,2 0-3 16,9-1 8-16,2-1-4 15,2-3-1-15,0-1 0 16,2 2 1-16,0 0-1 15,-1 0 0-15,-4 3-2 16,-8 4 5-16,-3 4-3 16,-7 0 0-16,-4 0-2 15,-7 14-9-15,-8 9 3 16,-2 7 8-16,-3 12-2 16,-14 8 5-16,-4 10-1 0,-4 15-2 15,-6 6 0-15,-5 6 3 16,-3-9-3-16,-1-12 0 15,1-10 4-15,3-14-1 16,0-9 1-16,0-10-4 16,5-6 1-16,5-6 16 15,8-8-16-15,5-3 49 16,2 0 2-16,5-3-25 16,3-5 4-16,3-1-12 15,0 0-14-15,16 1 1 16,14 1-6-16,7 1 0 15,13 0-1-15,8-1 3 16,13-5 0-16,5-8-2 16,5-7 0-16,2-5-7 0,0-6 7 15,-3 5-29-15,-12 4-2 16,-15 9-1-16,-23 9-3 16,-18 8-43-16,-12 3-49 15,-11 0-36-15,-20 14 28 16</inkml:trace>
  <inkml:trace contextRef="#ctx0" brushRef="#br0" timeOffset="60491.84">20250 7949 499 0,'0'0'68'0,"0"0"-1"15,0 0-56-15,0 0-11 16,0 0 0-16,42 77 34 0,-30-22-9 16,-2 4 12-16,-1 0 7 15,-3-1-27-15,2-9 11 16,-3-8-28-16,-2-10 0 16,-3-11 13-16,0-6-10 15,0-7-3-15,0-7 13 16,-3 0 10-16,-10-21-3 15,-2-8-20-15,-6-7 0 16,-1-1-10-16,-2-7 10 16,5-4-10-16,8-7 5 15,11-7-8-15,3-7 9 16,31 0-14-16,19 3-7 16,20 10 14-16,15 7-22 0,5 11 33 15,2 11-4 1,-6 12 8-16,-5 13-2 0,-11 2-2 15,-7 11 0-15,-10 10-4 16,-14 3 4-16,-14-4-54 16,-13-2-12-16,-15-4-145 15,0-5-100-15</inkml:trace>
  <inkml:trace contextRef="#ctx0" brushRef="#br0" timeOffset="61450.46">19488 7802 220 0,'0'0'133'0,"0"0"-54"16,0 0-23-16,0 0-16 15,0 0-27-15,0 0 2 16,38-38-9-16,-22 29 2 15,9-4 10-15,11 0 16 16,7 2-33-16,5-3 17 16,4 5-17-16,-3 2 0 15,-4 1 0-15,-5 3 3 16,-4 2-4-16,-11 1 0 16,-4 0 0-16,-9 0-3 0,-8 15 4 15,-4 10-1 1,-5 9 0-16,-19 6 5 0,-8 11 1 15,-7 8-6-15,1 11 0 16,-4 3 3-16,-1 0 1 16,2-5-4-16,6-9 0 15,5-10 5-15,8-11-2 16,8-9-3-16,4-12 0 16,4-5 3-16,1-5-1 15,2-2-2-15,1-4 4 16,2-1 4-16,-1 0 96 15,1 0-38-15,0 0-50 16,0 0 11-16,0 0-27 16,23 0 0-16,15-11 0 0,16-5 0 15,7-4-2-15,5-3 2 16,-1-2 0-16,-9 0 1 16,-8-1 1-16,-17 5-3 15,-7 8 1-15,-15 4 0 16,-5 5-10-16,-1 1-30 15,-2 3-89-15,-1 0 34 16,0-1-104-16,0-4-56 16</inkml:trace>
  <inkml:trace contextRef="#ctx0" brushRef="#br0" timeOffset="62088.78">20259 7857 309 0,'0'0'107'16,"0"0"11"-16,0 0-66 15,0 0-14-15,0 0-38 16,0 0 0-16,86 18 11 15,-62 15-11-15,-6 13 9 16,-12 8-9-16,-6 3 1 16,0 4 27-16,-3-1-22 15,-7-3 10-15,4-6 0 16,4-9-13-16,2-6 9 16,0-11-12-16,0-5 1 0,0-5 9 15,-16-2-1-15,-9 0-9 16,-11-1 9-16,-5-7-7 15,1-5 4-15,4 0-6 16,4-7 0-16,2-17 2 16,8-10-2-16,12-10 0 15,10-7 8-15,21-7-6 16,27 0-4-16,12-6-2 16,7 3 3-16,3 5-14 15,6 2 15-15,3 7-4 16,4 7 0-16,0 4-24 15,-4 6 7-15,-9 9-36 0,-10 3-90 16,-14 7-70-16</inkml:trace>
  <inkml:trace contextRef="#ctx0" brushRef="#br0" timeOffset="63221.16">22712 7827 390 0,'0'0'141'0,"0"0"-45"15,0 0-4-15,0 0-56 16,41-75 12-16,-17 58-47 16,8 0 7-16,8 5-7 15,1 2-1-15,-4 4-3 16,-7 6 2-16,-12 0-29 15,-6 5-16-15,-12 11-29 16,0 5 27-16,-18 4 47 16,-7-1-21-16,-2-3 16 15,7-4 2-15,6-5 8 16,9 0-3-16,5 2-1 0,0 1 0 16,8 7 18-1,11 1-7-15,3 7 6 0,5 5 4 16,-3 3-13-16,3 0 4 15,-3-3-12-15,-5-7 0 16,-4-8 4-16,-5-4-4 16,-4-5 0-16,-6-5 1 15,0 2 2-15,-1-2 8 16,-23 3-11-16,-12 4 0 16,-10 1 22-16,-3-2-20 15,-4 1-2-15,5-2 0 16,3 1 3-16,9-4-2 15,14-2-1-15,12-2 0 16,10-1-10-16,19-3-43 0,20 0-14 16,13-17-305-1</inkml:trace>
  <inkml:trace contextRef="#ctx0" brushRef="#br0" timeOffset="63653.58">23442 7810 655 0,'0'0'24'16,"0"0"-18"-16,0 0-6 0,-7 110 16 15,-4-61-1-15,4-3 44 16,0-7-42-16,4-8-9 15,-1-9 23-15,1-7-22 16,-1-8 1-16,-1-3-1 16,-4-4-7-16,-4 0 40 15,-8 0-33-15,-5-11-3 16,-5-11 4-16,0-8-8 16,4-11-4-16,8-6-1 15,16-4-11-15,3-3 5 16,30 1-24-16,14 6-14 15,10 2 36-15,7 3-4 0,1 6 15 16,0 9 0 0,-1 4 1-16,-4 8 13 0,-6 5-14 15,-2 6 0-15,-6 4 2 16,-5 0-2-16,1 0 0 16,-4 7-44-16,-12 4-52 15,-12-5-83-15</inkml:trace>
  <inkml:trace contextRef="#ctx0" brushRef="#br0" timeOffset="63822.89">23852 7654 639 0,'0'0'33'0,"0"0"42"16,0 0-24-1,0 0 48-15,0 0-63 0,0 0-8 16,-7 0-19-16,7 8-9 15,3 8-91-15,7 4-32 16,3-8-174-16</inkml:trace>
  <inkml:trace contextRef="#ctx0" brushRef="#br0" timeOffset="65768.96">19940 6483 454 0,'0'0'161'16,"0"0"-21"-16,0 0-69 15,0 0-26-15,0 0-14 16,0 0-28-16,34-44-3 16,3 28 0-16,-1 4 0 15,-5 4-3-15,-5 7 3 16,-7 1-8-16,-1 7 6 15,-3 16-11-15,-5 9-7 16,-7 4-13-16,-3 6-22 16,-7-2 40-16,-18-3-20 15,-3-4 33-15,2-6 1 16,1-4 2-16,6-9-1 16,5-3 0-16,6-8 0 0,4-1 18 15,2-2-9 1,2 0 37-16,0 0 23 0,0 0-41 15,0 0-18-15,5 0-10 16,17-5 0-16,11-9 0 16,5 4 0-16,2 0-17 15,3-1 1-15,-1 3-26 16,-2-1-11-16,-2 0-34 16,-6-9-145-16,-13-5-176 15</inkml:trace>
  <inkml:trace contextRef="#ctx0" brushRef="#br0" timeOffset="65946.86">20489 6442 515 0,'0'0'91'15,"0"0"-5"-15,0 0-26 16,0 0-43-16,0 0-17 15,0 0-2-15,60-39-109 16,-43 36-118-16</inkml:trace>
  <inkml:trace contextRef="#ctx0" brushRef="#br0" timeOffset="66369.18">20661 6244 522 0,'0'0'40'15,"0"0"43"-15,0 0 19 16,0 0-47-16,84-79-26 16,-63 77-25-16,-3 2-4 15,0 5 0-15,-3 10-89 16,0 5-8-16,-6-1 17 16,-3 0-68-16,-5-1 66 15,-1 0 50-15,0-4 32 16,-10-1 5-16,-8 2 25 0,-2-1 70 15,1 0-21-15,4-1-42 16,3-3 8-16,6 1-18 16,5-1-22-16,1 8 22 15,0 7-26-15,6 11 5 16,13 7 10-16,6 2-13 16,-4-6-2-16,-1-10-1 15,-11-12 4-15,-5-7 2 16,-4-6-6-16,0-1 0 15,-7-3 10-15,-19 0-9 16,-9 0 0-16,-7 0-1 16,0-6 6-16,11 1-8 15,14 1 2-15,17-3-41 16,0-3-198-16</inkml:trace>
  <inkml:trace contextRef="#ctx0" brushRef="#br0" timeOffset="66545.38">21049 6428 470 0,'0'0'159'16,"0"0"-65"-16,0 0 17 16,0 0-56-16,0 0-51 15,0 0-4-15,27-20-69 16,8 7-47-16,0-4-70 15</inkml:trace>
  <inkml:trace contextRef="#ctx0" brushRef="#br0" timeOffset="66750.67">21373 6148 525 0,'0'0'159'15,"0"0"-87"-15,0 0-34 16,0 0 33-16,0 0-36 15,0 0-24-15,31 98-11 16,-5-20 5-16,-2 18 5 16,-7 12-10-16,-15-1-7 15,-2-9-50-15,-2-19-116 16,2-38-109-16</inkml:trace>
  <inkml:trace contextRef="#ctx0" brushRef="#br0" timeOffset="66890.78">21774 6670 680 0,'0'0'117'16,"0"0"-9"-16,0 0-40 15,0 0-31-15,0 0-25 16,0 0-12-16,-1-14-95 16,-18 40 11-16,-5-3-227 15</inkml:trace>
  <inkml:trace contextRef="#ctx0" brushRef="#br0" timeOffset="68082.8">6847 8972 379 0,'0'0'71'0,"0"0"-14"16,30-98 11-16,-17 66-23 16,0 1-17-16,4 2 24 15,4 1-26-15,4 7 0 16,3 6-18-16,2 7-3 16,-3 8 5-16,-7 1-10 0,-7 21 0 15,-6 10 1 1,-7 5 0-16,0 8 7 0,-16 2-8 15,-13 1 2-15,1-6 4 16,1-7-6-16,8-11 0 16,8-9 1-16,7-8 0 15,4-3-1-15,0-3 0 16,3-1 0-16,25 0 6 16,14-14-6-16,15-11 0 15,7-6 5-15,-1-5 0 16,-4 2-5-16,-8-1 0 15,-11 9-11-15,-11 10 3 16,-13 9-115-16,-16 4-129 16</inkml:trace>
  <inkml:trace contextRef="#ctx0" brushRef="#br0" timeOffset="68263.73">7382 8768 573 0,'0'0'84'16,"0"0"16"-16,0 0-22 16,0 0-34-16,0 0-23 15,1-73-21-15,12 73-2 16,3 0-10-16,5 0-81 0,5 0-79 16,3-9-307-1</inkml:trace>
  <inkml:trace contextRef="#ctx0" brushRef="#br0" timeOffset="68700.09">7646 8368 636 0,'0'0'34'0,"0"0"37"15,63-82 15-15,-33 68-66 16,0 4-20-16,-1 5 15 15,0 5-15-15,-5 0 0 16,-4 0 0-16,-10 5-3 0,-3 5-3 16,-7 3-56-16,0 2 5 15,-8 3 54-15,-5 2-3 16,-3-2 6-16,6 1 0 16,3 1 4-16,1 0-6 15,5 4 2-15,1-1 0 16,0 1 3-16,8 1 0 15,6 2 1-15,8 0 0 16,5 1 1-16,4-1 21 16,2-7-26-16,-6-6 1 15,-7-4 7-15,-12-5-4 16,-8 0-3-16,0-3-1 16,-11 1 3-16,-15 0 1 0,-6-3-4 15,-3 0-2-15,5 0-1 16,4-4-5-16,7-1-12 15,9-5-67-15,10-6-236 16</inkml:trace>
  <inkml:trace contextRef="#ctx0" brushRef="#br0" timeOffset="68871.05">7992 8235 566 0,'0'0'29'0,"0"0"18"0,0 0 28 16,0 0-15 0,0 0-36-16,0 0-24 0,-18-29-5 15,47 37-6-15,2-7-95 16,2-1-164-16</inkml:trace>
  <inkml:trace contextRef="#ctx0" brushRef="#br0" timeOffset="69098.76">8117 7935 616 0,'0'0'63'16,"0"0"44"-16,0 0-53 0,0 0-54 16,0 0 0-1,44 105 5-15,-6-30-3 0,6 6 6 16,6-7-8-16,0-3 0 15,0-6 0-15,-6-6 0 16,-4-6-68-16,-6-15-81 16,-6-18-202-16</inkml:trace>
  <inkml:trace contextRef="#ctx0" brushRef="#br0" timeOffset="69246.81">8839 8577 665 0,'0'0'102'0,"0"0"11"16,0 0-47-16,0 0-7 0,0 0-35 16,0 0-5-16,-22-57-19 15,22 57-27-15,0 11-49 16,-12-8-168-16</inkml:trace>
  <inkml:trace contextRef="#ctx0" brushRef="#br0" timeOffset="86448.76">1880 4802 263 0,'0'0'200'0,"0"0"-59"0,0 0 9 15,0 0-25 1,0 0-40-16,0 0-51 0,0 0-31 16,-30-72 27-16,24 59-27 15,0 3 3-15,1 1 8 16,0 2-14-16,4 4 4 16,0 0-4-16,1 3 0 15,0 0-3-15,0 0 3 16,0 0-1-16,0 10-2 15,0 20-8-15,12 23 4 16,4 19 7-16,-2 18 0 16,-2 7-11-16,-2 4 11 15,-2-10 0-15,1-16 0 16,-5-18 4-16,2-19-6 0,-5-16 2 16,2-9-4-16,-3-6-2 15,2-4-14-15,-1-3 18 16,1 0-3-16,-1 0-5 15,-1-10-43-15,0-3-152 16,-12 3-82-16</inkml:trace>
  <inkml:trace contextRef="#ctx0" brushRef="#br0" timeOffset="86698.86">1510 5424 569 0,'0'0'120'16,"0"0"-40"-16,0 0-57 0,0 0-11 15,96-78-12-15,-43 52 27 16,11-8-27-16,9-9 0 16,5-4 7-16,-1 0-7 15,-5 0 1-15,-8 6-1 16,-4 6-76-16,-8 9-49 15,-9 5-111-15,-14 9-80 16</inkml:trace>
  <inkml:trace contextRef="#ctx0" brushRef="#br0" timeOffset="87064.43">1596 6229 112 0,'0'0'289'16,"0"0"-177"-16,0 0-43 0,0 0 27 16,0 0-10-16,0 0-52 15,57-58-28-15,-5 19 15 16,11-9 2-16,7-7-15 16,9-7 7-16,-3-2-15 15,0-3 1-15,-4 3-3 16,-5 5 2-16,-3 3-81 15,-9-1-108-15,-14-1-262 16</inkml:trace>
  <inkml:trace contextRef="#ctx0" brushRef="#br0" timeOffset="87463.99">2376 4531 379 0,'0'0'157'15,"0"0"-59"-15,0 0-24 0,20-73-7 16,-20 68 4 0,4 3-6-16,-4 2-63 0,3 0-2 15,6 8-2-15,9 17 2 16,6 17-5-16,2 21 5 16,0 19 0-16,-2 13 4 15,4 0-3-15,2-7 4 16,3-17-5-16,1-16-3 15,2-12-16-15,-3-18-66 16,4-15-36-16,-8-10-108 16</inkml:trace>
  <inkml:trace contextRef="#ctx0" brushRef="#br0" timeOffset="87847.17">3038 4746 641 0,'0'0'32'16,"0"0"-32"-16,0 0 0 15,65 115 0-15,-41-63 34 16,0-3-20-16,-7-5 4 16,-6-5 8-16,-5-9-20 15,-6-7 4-15,0-5-5 16,-3-2-2-16,-20-3 18 0,-12-5-20 15,-12-7 0 1,-12-1-1-16,-10-5 0 0,-1-16-28 16,0-6 4-16,12-4 24 15,20-5 8-15,25-9-4 16,13-7 22-16,36-4-12 16,19-8-12-16,12 1-2 15,9 5 0-15,5 5 3 16,-5 11-2-16,-4 8-1 15,-12 10 0-15,-18 6 0 16,-12 10 0-16,-16 5-62 16,-7 3-46-16,-7 0-180 15</inkml:trace>
  <inkml:trace contextRef="#ctx0" brushRef="#br0" timeOffset="88297.61">3638 4642 126 0,'0'0'519'16,"0"0"-414"-16,0 0-75 15,0 0 9-15,0 0 4 16,126-75-33-16,-50 39-1 15,13-6-2-15,8-2-2 0,0-4-8 16,-7 3 3 0,-16 4 0-16,-24 9-2 0,-18 8 2 15,-20 3-14-15,-12 4 12 16,0 5-33-16,-31 2-25 16,-17 7-20-16,-7 2 14 15,10 1 63-15,18 0-2 16,15 0 5-16,12 0 0 15,0 0-1-15,4 6-1 16,15 6 4-16,5 3 4 16,2 3 43-16,4 2-20 15,0 0-2-15,-3 4-2 0,-5 2 0 16,-7 3 1 0,-13 7-26-16,-2 6 0 0,-25 11-4 15,-13 3-53-15,-11-8-163 16</inkml:trace>
  <inkml:trace contextRef="#ctx0" brushRef="#br0" timeOffset="88963.09">5055 3649 289 0,'0'0'89'0,"0"0"-89"16,0 0 0-16,-30 86 17 16,18-38 24-16,1 8 34 15,2 4-30-15,4 0-38 16,5 1 23-16,0-2-29 15,14-1 2-15,17-7 11 0,12-12-11 16,5-16-3-16,7-21-1 16,-1-5 1-16,-9-25 14 15,-12-2-13-15,-5-3 14 16,-17 4 27-16,-10 0-15 16,-1 0-1-16,-12 3-26 15,-21 1 4-15,-2 6-16 16,-2 5 8-16,6 5 4 15,12 4-1-15,13 5-21 16,6 0-118-16,2 0-219 16</inkml:trace>
  <inkml:trace contextRef="#ctx0" brushRef="#br0" timeOffset="89479.63">5652 3638 538 0,'0'0'82'0,"0"-76"21"16,0 39-28-16,0 5-23 15,-2 9 11-15,-6 4-58 16,-6 4 1-16,-5 6-4 0,-5 5 3 15,0 4-10 1,-3 0 0-16,5 19-15 0,4 12 13 16,10 13-24-16,7 9 20 15,1 5-6-15,6-4-15 16,19-2 21-16,1-9-5 16,9-4 16-16,0-7-13 15,-5-5 13-15,-1-6 0 16,-8-3 0-16,-11-4 2 15,-2-3-2-15,-8 0 0 16,0 0 0-16,-6 1 15 16,-18 3-15-16,-3-2 15 0,-10-4-8 15,0-9-4 1,-2 0 42-16,3-14-27 0,4-12-2 16,12-10 21-16,17-3-23 15,6-7-11-15,34-1-3 16,14 1 0-16,7 3-12 15,-1 9 12-15,-6 7-24 16,-5 6-7-16,-7 11-57 16,-14 5-33-16,-10 5-271 15</inkml:trace>
  <inkml:trace contextRef="#ctx0" brushRef="#br0" timeOffset="89641.97">5947 3655 645 0,'0'0'97'0,"0"0"-38"15,0 0 23-15,0 0-65 16,0 0-15-16,0 0-4 16,12-34-203-16,0 34-89 15</inkml:trace>
  <inkml:trace contextRef="#ctx0" brushRef="#br0" timeOffset="89995.83">6204 3384 681 0,'0'0'83'15,"0"0"-70"-15,0 0-18 16,0 0 6-16,0 0-1 15,53 80 10-15,-30-34-10 16,1 4 8-16,-3-1-8 16,-5-9 1-16,-7-9-12 15,-8-9 7-15,-1-8-27 16,0-8 10-16,0-6-8 16,-4 0 29-16,-3-5 4 15,1-13-3-15,4-4 37 16,2-3-15-16,0-1 21 15,15 2-25-15,3 0-16 16,2 5 7-16,6 0-10 0,2 4 0 16,4 3-13-16,5 4 7 15,0 1-82-15,2 0-39 16,-3-6-175-16</inkml:trace>
  <inkml:trace contextRef="#ctx0" brushRef="#br0" timeOffset="91149.73">6132 3459 241 0,'0'0'40'16,"0"0"-22"-16,0 0-10 15,0 0 31-15,0 0 75 16,0 0-46-16,-12-14-29 15,12 5 3-15,0 0-28 16,0 1 2-16,0-2 1 16,2 4 5-16,0 1 23 0,3 1-45 15,1-2 0 1,6-1 0-16,6 0 3 0,3 0-6 16,7 1 3-16,-1 5 0 15,-3 1-7-15,0 0 7 16,-8 0-6-16,-1 10 4 15,-10 8 3-15,-5 7-4 16,0 8 1-16,-7 6 2 16,-10 3 6-16,5-2-6 15,0-5 0-15,4-8 1 16,2-7 3-16,2-10-2 16,2-6-2-16,2-3 0 15,0-1 9-15,0 0-5 16,0 0 8-16,5-9 18 15,17-14-16-15,14-11-6 0,7-5-8 16,5 2 0-16,-2 0-5 16,-1 8 5-16,-8 3 0 15,-8 5 0-15,-11 8 0 16,-8 5-2-16,-6 4 2 16,-4 4-16-16,0 0-52 15,0 0-295-15</inkml:trace>
  <inkml:trace contextRef="#ctx0" brushRef="#br0" timeOffset="91329.93">6799 3357 503 0,'0'0'147'0,"0"0"-55"15,0 0-1-15,0 0-31 16,0 0-50-16,0 0 12 15,0 0-22-15,0 0-41 16,0 7-219-16,-1-1-171 16</inkml:trace>
  <inkml:trace contextRef="#ctx0" brushRef="#br0" timeOffset="92289.65">6924 3043 338 0,'0'0'230'16,"0"0"-123"-16,0 0-5 0,0 0-5 16,0 0-41-16,0 0-26 15,-13-18-19-15,13 10 3 16,0 0-14-16,0-3-1 16,10 1-8-16,6 0-38 15,4 4-76-15,-5-7-87 16,-2-5-235-16</inkml:trace>
  <inkml:trace contextRef="#ctx0" brushRef="#br0" timeOffset="92500.5">7221 2567 204 0,'0'0'410'15,"0"0"-236"-15,0 0-78 16,0 0-64-16,0 0-32 15,0 0-16-15,0 25 14 16,7 26 4-16,11 19 0 16,9 16-2-16,5 12-3 15,5 0 1-15,4-6-102 16,-2-17-61-16,-6-24-137 16</inkml:trace>
  <inkml:trace contextRef="#ctx0" brushRef="#br0" timeOffset="92658.59">7700 3195 641 0,'0'0'112'0,"0"0"13"15,0 0-61-15,0 0-21 16,0 0-2-16,0 0-34 16,-36-22-7-16,36 28-70 15,0 10-247-15,-4-6-47 16</inkml:trace>
  <inkml:trace contextRef="#ctx0" brushRef="#br0" timeOffset="93541.89">1871 6953 468 0,'0'0'92'16,"0"0"-22"-16,0 0 8 15,-14-87 1-15,13 71-31 16,1 10 16-16,0 3-37 15,0 3-24-15,0 0-3 16,0 5-5-16,12 19 5 16,7 15 0-16,1 13 2 15,-1 10 2-15,-4 7-4 0,2 0 0 16,-3-3-4-16,-2-5 4 16,-3-6-10-16,-6-3-55 15,-3-11-74-15,0-16-106 16</inkml:trace>
  <inkml:trace contextRef="#ctx0" brushRef="#br0" timeOffset="93745.15">1638 7444 588 0,'0'0'47'0,"0"0"17"16,0 0-56-16,64-84-5 15,-25 46 32-15,0-2-4 16,1 4 3-16,2 2-32 0,0 0 5 16,2 0-8-16,-2 5 1 15,-4 6-64-15,-8 13-54 16,-16 9-140-16</inkml:trace>
  <inkml:trace contextRef="#ctx0" brushRef="#br0" timeOffset="93925.06">1915 7483 495 0,'0'0'136'0,"0"0"-10"16,0 0-14-16,0 0-38 0,0 0-54 16,0 0-14-16,35-34-12 15,-1 14-32-15,8-1-68 16,-2 2-128-16,-7 4-266 15</inkml:trace>
  <inkml:trace contextRef="#ctx0" brushRef="#br0" timeOffset="94186.43">2009 7786 132 0,'0'0'354'16,"0"0"-248"-16,0 0-32 15,0 0 27-15,0 0-39 16,0 0-29-16,51-68-18 16,-24 41 10-16,6-3-25 15,13-2 0-15,2 2 0 16,9 1-6-16,1-2-28 15,0-1-122-15,-8-5-116 16</inkml:trace>
  <inkml:trace contextRef="#ctx0" brushRef="#br0" timeOffset="95605.65">2478 6520 356 0,'0'0'120'16,"0"0"-6"-16,-2-78-48 15,26 53-20-15,6 4 23 16,7 6-68-16,6 9 0 15,1 6 1-15,1 2-1 16,-5 20-2-16,-9 12-2 16,-3 8 3-16,-15 8-5 15,-6 3 10-15,-7-3-5 16,0-5 1-16,-12-8 2 16,3-12 4-16,2-10-7 15,5-8 0-15,2-5 5 16,0-2-2-16,2-2-3 15,19-25 12-15,19-10-10 0,15-11-4 16,16-2-17 0,9-3-65-16,3-3 1 0,-3-2-175 15</inkml:trace>
  <inkml:trace contextRef="#ctx0" brushRef="#br0" timeOffset="95942.95">3363 6235 488 0,'0'0'63'16,"0"0"-63"-16,-4 72 0 16,1-18 28-16,3 7 11 15,0 0 3-15,0-12-16 0,15-11-20 16,-3-16 8-16,-4-10-9 16,-6-7-4-16,-2-2 20 15,0-3-17-15,0 0 3 16,0 0 18-16,-2 0 51 15,-18-5-22-15,-12-7-54 16,-6-5-24-16,-4-2 21 16,-1-4-26-16,4-2 29 15,11-7-1-15,12-7 2 16,16-9 18-16,10-11-19 16,29-6 0-16,10-1-1 15,12 4 3-15,3 9-2 16,2 9 0-16,1 8-12 0,-1 7-93 15,-2 2-51 1,-13 4-104-16</inkml:trace>
  <inkml:trace contextRef="#ctx0" brushRef="#br0" timeOffset="96371.79">3755 6213 625 0,'0'0'63'0,"0"0"-43"0,0 0-11 15,92-39-7 1,-25 3-2-16,20-12 0 0,10-6-1 16,1-9 1-16,-9-2 0 15,-15 4-1-15,-19 6-4 16,-19 12-8-16,-18 9 8 15,-16 9-7-15,-2 6 10 16,-22 7-33-16,-15 4-10 16,-12 6 10-16,-1 2 35 15,10 0 3-15,15 0 10 16,15 0 2-16,10 5-15 16,0 7 6-16,17 9-7 15,4 2 1-15,9 5 0 16,0 2 3-16,2-2 10 15,-2-1-13-15,-7 0 21 0,-11-2-18 16,-3 3 11-16,-9 5-13 16,0 9 3-16,-27 9 6 15,-18 7-10-15,-12-7-159 16</inkml:trace>
  <inkml:trace contextRef="#ctx0" brushRef="#br0" timeOffset="97239.77">5127 5397 462 0,'0'0'53'0,"0"0"18"16,0 0 0-16,0 0-34 15,0 0 13-15,0 0-37 16,0-92-12-16,0 68 14 15,-3-5-9-15,-6 2-2 16,-12 1 33-16,-9 2-10 16,-10 9-15-16,-4 7-12 15,-2 6 3-15,9 2-12 16,7 13 9-16,8 11-13 16,14 5 10-16,8 5-12 15,0 4 4-15,11 3 8 16,14-9-4-16,8-13 0 15,9-14-31-15,7-5 21 0,0-12 14 16,-10-6 6-16,-11 4-3 16,-17 4 5-16,-8 3 23 15,-3 3 54-15,0 0-67 16,0 1-2-16,0 3-3 16,-3 0-10-16,3 3-6 15,0 20-41-15,-4 13 47 16,4 8-2-16,4 4 2 15,20 5-11-15,7 1 7 16,5-7-35-16,4-7-8 16,-4-13-29-16,-3-11-8 15,-11-13-100-15,-10-3-186 0</inkml:trace>
  <inkml:trace contextRef="#ctx0" brushRef="#br0" timeOffset="97737.3">5585 5082 620 0,'0'0'44'0,"0"-72"68"16,-3 38-71-16,-5 0-7 0,-4 0-16 15,-8 1-10 1,0 5 3-16,-8 6-11 0,-2 13 0 16,-4 9-13-16,1 0 11 15,2 25-8-15,2 12 3 16,10 10-22-16,5 11 21 16,13 4-5-16,1-6-12 15,18-12 20-15,11-18-33 16,12-18 24-16,6-8 13 15,-3-11 2-15,-2-12 7 16,-14-1-8-16,-12 4 1 16,-10 6 20-16,-6 5-4 15,0 2-10-15,0 4 2 0,0 3 1 16,0 0-5-16,0 0-5 16,0 10-6-1,0 14-9-15,0 12 15 0,3 10 0 16,5 5 5-16,5 2-3 15,1-3 5-15,0-5-7 16,2-4 0-16,-5-3 3 16,-2-1-3-16,-3-8-60 15,-4-12-108-15,-1-17-247 16</inkml:trace>
  <inkml:trace contextRef="#ctx0" brushRef="#br0" timeOffset="97907.46">5979 5101 606 0,'0'0'124'16,"0"0"-20"-16,0 0-65 16,0 0-39-16,0 0-16 15,0 0-207-15,1 3 74 16</inkml:trace>
  <inkml:trace contextRef="#ctx0" brushRef="#br0" timeOffset="99220.58">6262 4618 415 0,'0'0'160'15,"0"0"-160"-15,0 0 0 0,0 0-6 16,0 0 6-16,3 82 0 16,-3-53 6-16,0-9-6 15,0-6 0-15,3-11 2 16,-2-3 3-16,1 0 56 15,1 0 18-15,0-7 1 16,3-11-25-16,-2-2-52 16,-2 2 2-16,-2 3 4 15,0 5-8-15,0 0 15 16,0 5-16-16,0 2 0 16,0 2 3-16,-2 1 1 15,2 0-4-15,-3 0 0 16,3 0 3-16,-1 0-5 15,1 0 2-15,0 0 0 16,-3 0-10-16,3 0 11 0,0 0-1 16,0 0 0-16,0 0 1 15,0 0 1-15,0 0-2 16,0 0 0-16,0 0-1 16,0 0 8-16,0 0-10 15,0 0 3-15,0 0 0 16,0 0-4-16,0 0 4 15,0 0-1-15,0 0-1 16,0 0 4-16,0 0-2 16,0 0 0-16,0 0 1 0,0 0-10 15,0 0 9 1,0 0 0-16,0 0-3 0,0 0 9 16,0 0-10-16,0 0 4 15,0 0-10-15,0 0 6 16,0 0-21-16,0 0 1 15,0 0 23-15,0 0-5 16,0 0-1-16,-5 1-36 16,-5 19-105-16,-6 2-49 15</inkml:trace>
  <inkml:trace contextRef="#ctx0" brushRef="#br0" timeOffset="100201.99">6192 4584 228 0,'0'0'28'0,"0"0"-10"16,0 0 9-16,0 0-10 16,0 0 30-16,0 0 20 15,28-34-24-15,-26 34 33 16,-2 0-25-16,0 0-8 0,0 0 0 16,0 0-42-16,1 0-1 15,6 0-11-15,1 13 10 16,3 16-6-16,-3 12 7 15,0 14 0-15,-4 3 3 16,-2 0-3-16,2-12-1 16,5-7-26-16,5-15 4 15,5-9 11-15,2-15 8 16,6 0 4-16,3-24 1 16,6-13-1-16,-5-11 6 15,-6-2-5-15,-12 5 0 16,-10 7 55-16,-3 9-25 15,0 4-21-15,0 6 12 0,-8 7 27 16,5 7-5 0,0 2-28-16,3 3-5 0,0 0-11 15,0 17-29-15,0 18 29 16,0 11-1-16,10 6 2 16,5 4-2-16,7-11-1 15,5-11-33-15,4-16 28 16,1-12-28-16,4-6 6 15,-5-10 1-15,-1-19-30 16,-6-10-209-16</inkml:trace>
  <inkml:trace contextRef="#ctx0" brushRef="#br0" timeOffset="100359.06">6693 4545 511 0,'0'0'65'0,"0"0"67"15,0 0-34-15,0 0-53 16,0 0-45-16,0 0-17 16,15-21-36-16,19 14 10 15,8-7-85-15,-3-9-202 16</inkml:trace>
  <inkml:trace contextRef="#ctx0" brushRef="#br0" timeOffset="100619.75">6851 4087 589 0,'0'0'134'16,"0"0"-2"-16,0 0-74 16,0 0-58-16,0 0 0 15,0 0-12-15,66 123 12 16,-17-47 1-16,-3 5 3 15,0 0-8-15,-7-5-5 16,-9-4-39-16,-6 0 33 16,-8-1-36-16,-5-5 9 0,-5-13-63 15,-2-19-66 1,-1-20-160-16</inkml:trace>
  <inkml:trace contextRef="#ctx0" brushRef="#br0" timeOffset="100800.44">7500 4526 651 0,'0'0'134'0,"0"0"-36"16,0 0-29-16,0 0-42 15,0 0-27-15,0 0-47 16,10-12-253-16,-2 12 92 15</inkml:trace>
  <inkml:trace contextRef="#ctx0" brushRef="#br0" timeOffset="103149.73">5537 4800 241 0,'0'0'85'15,"0"0"41"-15,0 0 2 16,0 0-44-16,0 0 43 15,0 0-82-15,0 0-18 16,14-61 15-16,-17 61-26 0,-5 0-10 16,0 0-6-16,-5 0 0 15,3 10-2-15,-5 7 2 16,3 8-3-16,0 8-3 16,-4 13 9-16,-1 9-3 15,-1 9 0-15,2 3 1 16,8-7-2-16,8-8 1 15,0-9 0-15,0-12-2 16,15-9 5-16,-1-9-3 16,-1-6 0-16,-1-5 4 0,-1-2 3 15,1 0-7 1,4-12 0-16,3-10-3 0,3-6 3 16,3-3-16-1,1-2-3-15,1 1-14 0,0 5 12 16,0 5-26-16,-5 10 35 15,-1 8 12-15,0 4-8 16,-3 4 4-16,4 19 1 16,4 11 3-16,-1 8-4 15,2 5 7-15,-2 3-3 16,-5-2 14-16,-7-9-12 16,-7-4 5-16,-6-11-3 15,0-4-3-15,0-3 28 16,-5-1-20-16,-12 3 7 15,-9 1 2-15,-1 2-12 16,-3-5 5-16,-1-3-11 0,0-6 0 16,-8 1 8-16,-3-4-8 15,-2-2-6-15,3-3 2 16,9 0-31-16,15 0-6 16,14-12-31-16,3-13-137 15</inkml:trace>
  <inkml:trace contextRef="#ctx0" brushRef="#br0" timeOffset="103564.81">5350 4867 336 0,'0'0'185'0,"0"0"-82"16,0 0-71-16,0 0-8 15,0 0-18-15,0 0-6 16,-1-20 21-16,16 1 47 15,7-4 5-15,7-10-53 16,2-1-11-16,8 1 7 0,1-1-16 16,2 9 0-16,-2 3 0 15,-1 2 4-15,3 2-11 16,-5 2-17-16,2 2-36 16,-8 3-9-16,-10 5-6 15,-10 2 3-15,-11 4 33 16,-2 6-29-16,-25 18-12 15,-13 7-94-15</inkml:trace>
  <inkml:trace contextRef="#ctx0" brushRef="#br0" timeOffset="109342.66">6230 4610 200 0,'0'0'41'0,"0"0"62"16,0 0-11-16,0 0-66 16,0 0 8-16,0 0-10 15,0 0 21-15,-29-23-36 16,29 23 7-16,0 0 14 16,0 0-21-16,0 0-2 15,0 0-7-15,0 0-7 16,0 0 1-16,-2 0 6 15,2 0 0-15,0 0 0 16,0 0 0-16,0 0-1 16,0 0 0-16,0 0 1 15,8 0 6-15,4 0-6 0,1 0 0 16,1 0 7 0,0 0-6-16,1 0 6 0,2 0-7 15,1-3 6-15,1-2 4 16,0 0-10-16,-2 1 0 15,1 1 2-15,-8 3 3 16,-1 0-7-16,-3 0 2 16,-3 0 0-16,1 10-3 15,1 2 3-15,0-1 0 16,2 2 3-16,2 2-3 16,0 2 0-16,0-2 0 15,1 1 0-15,-3-4-1 16,1 0 1-16,-2 0 0 15,-1-3 0-15,3 2 3 16,-3-1-4-16,-2 2 1 0,0 0 0 16,-3 4 14-16,0 4-14 15,0 2 0-15,-3 1 17 16,-2 4-11-16,1-1 4 16,1 4-10-16,3 1 0 15,0 0 6-15,0 2-6 16,0-2 0-16,3-5 1 15,3-1 3-15,0-3-3 16,-4-3-1-16,-2 0 1 16,0-1 17-16,0 2 7 0,-11 0 27 15,-5-2-25 1,2 0-21-16,1-2-2 0,1 0-4 16,3-4 0-16,-1-1 3 15,2-3-2-15,2-3-1 16,0 0 4-16,-3-1-2 15,-1 0 21-15,-4 0-23 16,-5 3 2-16,-2 1 0 16,0 0-2-16,3 1 0 15,6-4-1-15,2-1 6 16,8-2-5-16,2-2 0 16,-1 0 0-16,1 0 21 15,-2 0-14-15,-1 0 22 16,2-11-22-16,1-4-1 15,0-2-9-15,0 2 3 16,7 1 0-16,8 0-6 0,5-1 6 16,2 3-11-16,8-4 10 15,1 5 1-15,1 2-6 16,3 1 6-16,-3 5 0 16,-2 3-5-16,-4 0 5 15,0 0 0-15,0 0-3 16,6 0 7-16,7 1-4 15,7-1 0-15,5 0 0 16,1 0 0-16,-5-6 2 16,-8 2-2-16,-9 0 0 15,-15 4 2-15,-6 0-3 0,-8 0 1 16,-1 0 0-16,0 0-7 16,0 0 7-16,0 0 0 15,0 0-1-15,0 0 3 16,0 0-9-16,0 0 7 15,0 0-25-15,2 0-14 16,-1 0-109-16,1 0 57 16,-2 2-136-16,0 0-25 15</inkml:trace>
  <inkml:trace contextRef="#ctx0" brushRef="#br0" timeOffset="109479.19">6917 5263 225 0,'0'0'52'0,"0"0"30"15,0 0 77 1,0 0-50-16,0 0-14 0,0 0-33 16,-5 1-62-16,-2 4-9 15,-5-3-349-15</inkml:trace>
  <inkml:trace contextRef="#ctx0" brushRef="#br0" timeOffset="110640.44">1744 8320 527 0,'0'0'93'0,"0"0"-5"16,0 0-11-16,0 0-3 16,0 0-4-16,0 0-56 15,-18-44-4-15,18 44-20 16,0 9 2-16,13 16-2 0,4 14 10 15,4 12 0 1,-2 7 6-16,-5 1-6 0,-4-4 5 16,-2-7-3-16,-3-7-2 15,-3-6-6-15,-2-1 1 16,0-4-52-16,-5-5-56 16,-9-13-91-16,-4-12-214 15</inkml:trace>
  <inkml:trace contextRef="#ctx0" brushRef="#br0" timeOffset="110843.91">1516 8794 421 0,'0'0'98'0,"0"0"47"16,0 0-48-16,0 0-48 16,0-70-47-16,30 32 10 15,10-8-8-15,5-6-4 16,7-2 5-16,0 5-2 15,-4 6-6-15,-3 8 3 16,-5 10-77-16,-12 8-5 16,-14 13-104-16,-14 4-99 15</inkml:trace>
  <inkml:trace contextRef="#ctx0" brushRef="#br0" timeOffset="111090.7">1580 9126 186 0,'0'0'51'0,"0"0"44"15,0 0 72-15,0 0-17 16,0 0-80-16,0 0-33 16,22-13 19-16,11-10-24 15,6-7-10-15,4 1 0 16,8-4-19-16,4-1 5 15,2 2-8-15,1 0-1 16,0 1-7-16,-7 4-72 16,-14-6-121-16,-12-1-408 0</inkml:trace>
  <inkml:trace contextRef="#ctx0" brushRef="#br0" timeOffset="111593.67">2183 8107 697 0,'0'0'138'15,"0"0"-65"-15,-6-78-40 16,20 49-17-16,13 1-16 15,7 1 0-15,3 7-4 16,1 10 4-16,-6 9-32 0,-6 1-42 16,-11 11-43-16,-15 17 51 15,0 8 27-15,-20 11 15 16,-12 7 24-16,5-3-6 16,5-10 5-16,11-9 1 15,10-11 0-15,1-6-2 16,0 2 2-16,9 2 0 15,7-2 16-15,11 2-1 16,4 1 20-16,9-1-8 16,7 1-15-16,1-3 39 15,-5-1-49-15,-11 0-2 0,-9-5 8 16,-13-3-3 0,-7 2-1-16,-3 4-4 0,-8 10 4 15,-20 7 2-15,-10 5-6 16,-2-8-8-16,5-8 3 15,7-12-11-15,13-8-6 16,11 0-34-16,4-21-28 16,16-21-299-16</inkml:trace>
  <inkml:trace contextRef="#ctx0" brushRef="#br0" timeOffset="111939.9">2841 7933 468 0,'0'0'157'16,"0"0"-126"-16,0 0-17 0,0 0-12 16,-7 107 3-16,5-36 2 15,2 3 61-15,0-7-39 16,0-18-8-16,5-17-21 16,1-13 0-16,-4-10 15 15,-2-6-10-15,0-3-2 16,0 0 31-16,0 0 13 15,-14 0 5-15,-11-6-52 16,-11-5-1-16,-7-4-8 16,-3-3-2-16,8-7-4 15,4-12 11-15,22-19 4 16,12-16 0-16,11-12-2 0,29-3-5 16,9 4-6-16,14 3 11 15,5 10-13-15,1 12-3 16,-8 19-45-16,-7 18-33 15,-20 15-38-15,-14 6-197 16</inkml:trace>
  <inkml:trace contextRef="#ctx0" brushRef="#br0" timeOffset="112407.58">3316 7827 544 0,'0'0'157'15,"0"0"2"-15,0 0-125 16,0 0-29-16,0 0 6 16,0 0-9-16,100-82-2 15,-37 41 0-15,5-9 4 16,10-5-4-16,5-8 0 15,-6-3 0-15,1 3-6 16,-15 5-35-16,-18 11-20 16,-18 12-40-16,-20 11-62 15,-7 11 2-15,-31 12 84 0,-20 1-17 16,-13 9 48 0,-1 10 46-16,15-5 62 0,19-6 68 15,19-2-67-15,12 1-43 16,0 3-20-16,10 7 44 15,11 3 30-15,6 4-38 16,3 2-10-16,4-1 4 16,-2 0-12-16,-7 0 42 15,-1 0-49-15,-13 0-11 16,-8 1 15-16,-3 7-14 16,-10 7 3-16,-24 7-4 15,-15 0-96-15,-14-5-193 16</inkml:trace>
  <inkml:trace contextRef="#ctx0" brushRef="#br0" timeOffset="113122.9">5038 6556 535 0,'0'0'78'0,"0"0"8"15,-41-72-29-15,24 45-24 0,-3-2-24 16,-6 4 7-16,-6 6-16 16,-6 7 0-16,-3 10 5 15,2 2-4-15,6 4-2 16,8 16-5-16,8 3 6 16,11 7-13-16,6 6 13 15,0 1-2-15,9 4 1 16,14-3-3-16,5-5 0 15,5-13-22-15,5-12 2 16,-3-8 15-16,-4 0 6 16,-9-11 3-16,-8-3-2 15,-8 3 4-15,-6 5 9 16,0 2 20-16,0 1-15 0,0 1 38 16,0 2-42-16,0 0-12 15,0 3-6-15,8 19-17 16,6 9 19-16,10 11 4 15,7 5 0-15,10 6 4 16,2 1-4-16,-3 1 0 16,-5-1 0-16,-7-7-34 15,-6-10-32-15,-9-17-117 16,-6-20-219-16</inkml:trace>
  <inkml:trace contextRef="#ctx0" brushRef="#br0" timeOffset="113573.52">5421 6632 519 0,'0'0'122'0,"13"-100"-3"16,-1 43-94-16,3-7-4 16,-5 3 16-16,-7 3-23 15,-3 7 0-15,-7 13 27 16,-19 9-40-16,-5 16 1 15,-2 9 0-15,-3 4 2 16,4 17-8-16,2 14 3 16,10 13 1-16,9 6-8 15,11 4 8-15,0 2-11 16,23-6 4-16,12-16-39 0,10-15 10 16,13-19 15-16,-6 0 21 15,-4-20-8-15,-17 2 8 16,-10 3 0-16,-12 8 16 15,-8 4 22-15,2 1 2 16,-1 2-29-16,-1 0-1 16,2 0-20-16,2 3-17 15,7 16 9-15,3 7 15 16,2 11 6-16,4 9 1 16,-3 2-4-16,0 5 0 15,-4-4 4-15,-3-6-4 16,-2-2 0-16,-4-9-2 0,-2-10-59 15,-3-13-115-15,0-9-344 16</inkml:trace>
  <inkml:trace contextRef="#ctx0" brushRef="#br0" timeOffset="113741.6">5862 6523 623 0,'0'0'150'0,"0"0"-64"16,0 0-44-16,0 0-42 16,0 0-13-16,0 0-139 15,11-31 52-15,17 10-18 16,2-8-211-16</inkml:trace>
  <inkml:trace contextRef="#ctx0" brushRef="#br0" timeOffset="114188.81">5998 6025 528 0,'0'0'48'15,"0"0"65"-15,-109-64-11 16,85 56-47-16,9 4-44 16,-4074 4 1-16,8169 0-12 15,-4081 12-12-15,1 15 6 16,0 18 6-16,10 8 2 15,19 7-2-15,10 6 0 0,2 0 12 16,4 2-12-16,-8-8 5 16,-7-7-3-16,-9-9 1 15,-2-11 0-15,-7-6-3 16,-6-9 0-16,-4-4-4 16,-2-8 4-16,0-3-6 15,0-3 6-15,-5 0 0 16,-13 0 10-16,-10-7-10 15,-8-8 0-15,-4-4 13 16,-5-5-12-16,-1-6 23 16,10-4 3-16,8-5-2 15,17-5 8-15,11-4-33 16,21-4 0-16,27-2-14 0,7 4 12 16,2 7-10-16,-6 9-18 15,-10 10-22-15,-11 12 5 16,-10 7-44-16,-16 5-47 15,-4 6-108-15,-12 11 41 16</inkml:trace>
  <inkml:trace contextRef="#ctx0" brushRef="#br0" timeOffset="114760.82">6519 5992 560 0,'0'0'95'0,"0"0"8"15,0 0-28-15,0 0-42 16,0 0-25-16,0 0 25 0,-11-28-33 16,11 28 0-16,0 0-4 15,0 0-13-15,0 0-64 16,12 4-13-16,0-4-77 16,-2-2-347-16</inkml:trace>
  <inkml:trace contextRef="#ctx0" brushRef="#br0" timeOffset="115042.49">6817 5547 634 0,'0'0'127'0,"0"0"2"15,0 0-128-15,0 0-1 16,0 0-7-16,0 0 7 16,50 77-1-16,-15-6 8 15,4 23 1-15,1 17-8 16,0 5 0-16,-3-4 3 16,-7-15-3-16,-3-12-17 15,-5-20-30-15,-5-18-41 16,1-24-17-16,-9-21-215 0</inkml:trace>
  <inkml:trace contextRef="#ctx0" brushRef="#br0" timeOffset="115225.95">7359 6137 842 0,'0'0'33'15,"0"0"54"-15,0 0-48 16,0 0-20-16,0 0-19 16,0 0-16-16,10-30-86 15,-6 30-193-15</inkml:trace>
  <inkml:trace contextRef="#ctx0" brushRef="#br0" timeOffset="126109.73">2748 11998 338 0,'0'0'102'0,"0"0"33"16,0 0-76-16,0 0 3 15,0 0 10-15,0 0-23 16,0 0-14-16,0 0-34 16,-18-22 2-16,18 22 9 15,-3 0-12-15,3 0-3 16,0 7-3-16,0 11 6 16,9 9-3-16,0 9 3 15,-3 2 0-15,1 7 0 16,-1 1 1-16,3-1-1 0,-1 0 0 15,4-1 6-15,-1-5-13 16,3-5 3-16,0-8-140 16,0-13-38-16,-2-11-330 15</inkml:trace>
  <inkml:trace contextRef="#ctx0" brushRef="#br0" timeOffset="126725.92">3107 12065 575 0,'0'0'94'15,"0"0"-73"-15,0 0-10 16,0 0-20-16,0 0 9 16,0 0 0-16,9 83 5 15,8-49 2-15,4-2-7 16,4 0 12-16,3-6-9 15,2-5 16-15,1-6-15 16,1-10-2-16,1-5 47 16,5-14-5-16,1-20 0 15,0-10-27-15,-8-5-15 16,-13 3 15-16,-12 5-17 16,-6 7-5-16,-18 9 2 15,-16 10-32-15,-5 5-31 16,0 5-5-16,15 2 28 0,10 1 31 15,11 1 12-15,3 1-18 16,6-1-52-16,16-1 69 16,9-2 1-16,7 0 2 15,6-2 0-15,3 3 32 16,-4 2-27-16,-3 1 5 16,-6 3 7-16,-2 16-18 15,-4 9 1-15,-4 8-2 16,-2 2 0-16,-2 3-1 15,-1-4 2-15,5-7-1 16,-2-7 5-16,1-12-2 0,2-11-1 16,8-14 2-16,8-23-3 15,1-17 20-15,-3-8-14 16,-9-5-4-16,-8 2 35 16,-16 6-5-16,-6 8 24 15,-19 13-21-15,-32 11-11 16,-25 17-14-16,-8 10-11 15,4 3-17-15,17 18-27 16,31 1-16-16,24 7-45 16,8 3-36-16,7-6-108 15</inkml:trace>
  <inkml:trace contextRef="#ctx0" brushRef="#br0" timeOffset="127658.47">4644 11665 632 0,'0'0'86'0,"0"0"36"16,0 0-97-16,0 0 10 15,0 0-5-15,0 0-22 16,-47-70-5-16,28 70-3 16,2 13 0-16,0 18-9 0,6 15 3 15,5 12 6-15,6 9 0 16,0-1 3-16,8-2-11 16,12-7 8-16,3-9 0 15,1-11-2-15,-5-12 3 16,-8-10-1-16,-7-7 0 15,-2-6 1-15,-2 1 2 16,0 2-3-16,0 2 0 16,-14 6-4-16,-12 2 6 15,-6 1-2-15,1-1 0 16,2-5-9-16,9-8 4 16,9-2-56-16,11-4 18 15,3-26-14-15,36-19-117 0,16-15 54 16,11-11 120-1,-2-2 10-15,-12 7 75 0,-12 9-6 16,-17 16-9-16,-14 14 28 16,-8 15-24-16,-1 10 43 15,0 6-101-15,0 0-6 16,0 0-20-16,0 3 5 16,7 19-36-16,7 10 37 15,4 11 8-15,3 6-8 16,6 1-1-16,1-4-48 15,-1-8 15-15,-2-14-45 16,-3-11 5-16,-2-13 58 0,1 0 15 16,-2-14 5-16,-5-9 0 15,2 0 0-15,-9 3 15 16,-1 9-5-16,-5 6 53 16,3 5-2-16,5 0-61 15,1 0-10-15,7 12 6 16,5 6 4-16,5 2 0 15,0-1 0-15,-2-5-3 16,-4-4-1-16,-5-9 0 16,-3-1 4-16,1-1 0 15,0-19 3-15,-2-3 9 16,3-5-12-16,-4 3 0 16,-3 3 4-16,-4 9 0 15,1 4 32-15,-2 6-8 16,0 2-28-16,4 1 0 0,7 0-6 15,7 6 6-15,14 8-3 16,12 0 6-16,8-3-6 16,3-5-5-16,-1-6-3 15,-4 0-4-15,-3-14-4 16,-6-19 2-16,-6-11-21 16,-7-8-32-16,-3-5-48 15,-10-3-203-15</inkml:trace>
  <inkml:trace contextRef="#ctx0" brushRef="#br0" timeOffset="127957.25">5947 11467 410 0,'0'0'208'0,"0"0"-51"16,0 0-121-16,0 0-19 0,0 0-27 15,0 0 10-15,6 109 0 16,5-64 2-16,5-7-1 16,-2-4 9-16,5-11-10 15,-6-3 0-15,-5-9 14 16,-2-4-9-16,-6-7-5 15,0 0 15-15,0 0 13 16,-8 0 1-16,-10 0-29 16,-9 0 0-16,2 0-4 15,3 0 5-15,5 0-2 16,1 6-2-16,7 11 3 16,0 7-7-16,3 5 7 15,3 5 0-15,3 2-10 16,0-6-8-16,8-4-37 0,17-12-8 15,18-12 25-15,8-2 33 16,4-22-66-16,-4-14-157 16</inkml:trace>
  <inkml:trace contextRef="#ctx0" brushRef="#br0" timeOffset="128756.92">6214 11829 408 0,'0'0'99'0,"0"0"-90"16,0 0 55-16,0 0 100 15,0 0-108-15,0 0-19 16,54-75 12-16,-51 56-35 16,-3 3-12-16,0 2 18 15,0 8-18-15,-2 0-2 16,-4 6-4-16,2 0-7 15,-5 9 7-15,2 16-17 16,-4 9 14-16,6 6-11 16,0 0-22-16,5 0-29 15,0-5 23-15,10-12 28 16,17-12 14-16,7-11-39 16,8-10 43-16,4-14 0 15,-10 1 5-15,-8 2-4 16,-14 9-1-16,-11 3 0 0,-3 5 1 15,3 4-1 1,-3 0 0-16,0 0-3 0,0 0 5 16,4 6-4-16,1 2 2 15,1 3 0-15,1-3-4 16,1-1 4-16,5-5 0 16,-1-2 5-16,3 0-5 15,1-3 37-15,-2-11-1 16,-1 0-35-16,-4-1 33 15,-2 2-30-15,-2 5-3 16,-2 0 5-16,0 5-2 16,-3 2 8-16,3 1-12 0,-1 0-6 15,4 0-4-15,7 1 5 16,2 9 5-16,4 0-6 16,5 0 1-16,9-4 0 15,6-4 1-15,4-2 4 16,-6-9 3-16,-3-15-2 15,-4-7-1-15,-1-7 3 16,-6-4-3-16,-6 2-5 16,-12 1-35-16,-5 2 26 15,0 2 5-15,-20 2 18 16,-5 4-2-16,0 5 69 16,7 3-26-16,2 5 22 15,9 7-30-15,4 9-34 0,-1 0-8 16,4 17-5-1,0 16 4-15,0 12-2 0,0 6 6 16,0 2-7-16,0-2-2 16,16-2-22-16,3-6 27 15,-1-5-26-15,0-9-61 16,-7-7 6-16,-11-15-65 16</inkml:trace>
  <inkml:trace contextRef="#ctx0" brushRef="#br0" timeOffset="129207.84">6881 11662 707 0,'0'0'117'0,"0"0"-44"16,0 0-73-16,76-82 2 15,-36 56-4-15,2 1 2 16,0 3-8-16,-8 5-25 15,-9 7-12-15,-8-1 23 16,-5 6-19-16,-3-3 27 16,-2 2 6-16,-2-2 7 15,-1-1 1-15,0 1 0 16,-1 2 2-16,-1 4 15 16,-2 2 11-16,0 0-7 15,0 0-14-15,0 1-7 16,3 16-8-16,5 8 8 0,-1 2 0 15,5 9-1-15,1 3 1 16,7 0 0-16,-2 0 20 16,3-8-15-16,-5-6 1 15,-6-6-6-15,1-7 0 16,-4-2 15-16,-2-4-15 16,-4-3 0-16,-1-2 8 15,0 6-8-15,-22 7 0 16,-30 12-48-16,-23 11-143 15,-8 7-72-15,2-3 171 16,11-7 28-16</inkml:trace>
  <inkml:trace contextRef="#ctx0" brushRef="#br0" timeOffset="129689.39">4751 11742 467 0,'0'0'72'0,"0"0"-30"15,0 0-38-15,0 0-4 16,105-44 25-16,-49 15 21 16,20-3 10-16,12-4-35 15,6-1-21-15,0 4 11 16,-8 6-11-16,-12 13-4 15,-19 10-94-15,-28 4-308 16</inkml:trace>
  <inkml:trace contextRef="#ctx0" brushRef="#br0" timeOffset="130488.59">2666 13073 118 0,'0'0'279'16,"0"0"-241"-16,0 0 23 16,0 0-39-16,0 0-19 15,0 0 41-15,88-32-24 16,14 3 17-16,36-12 5 15,36-10-10-15,21-7 6 16,34-7-7-16,20-6-15 16,30-6 22-16,25-5-38 15,11 4 0-15,1 1 2 16,-16 9 2-16,-24 7-5 16,-28 2 1-16,-40 7 0 0,-36 2 0 15,-38 8 0-15,-34 8 0 16,-30 10-3-16,-37 7 7 15,-16 9-8-15,-14 7 4 16,-3 1-38-16,0 0-58 16,-8 14 5-16,-6 2-53 15,7-3-129-15</inkml:trace>
  <inkml:trace contextRef="#ctx0" brushRef="#br0" timeOffset="130621.69">6765 12018 737 0,'0'0'36'16,"0"0"12"-16,0 0 25 0,0 0-47 16,0 0-5-16,0 0-21 15,0-29-26-15,0 41-255 16,0-3 82-16</inkml:trace>
  <inkml:trace contextRef="#ctx0" brushRef="#br0" timeOffset="137115.46">10080 11148 273 0,'0'0'85'0,"0"0"29"15,0 0-47-15,0 0 14 16,0 0-35-16,0 0-8 16,0 0 20-16,0 0-55 15,-5-8-1-15,5 8-1 16,-2 0 0-16,-2 8-2 15,0 12 1-15,-2 4 0 16,-3 6-3-16,2 8 3 16,3 2 0-16,4 4 3 15,0-3 1-15,0-4 0 16,13-6-4-16,7-9 1 0,8-7-1 16,8-11 0-16,11-4 0 15,10-14 6-15,7-23-5 16,0-13-2-16,-3-6-6 15,-12-1 7-15,-13 6-3 16,-15 12 3-16,-12 9 0 16,-9 12 11-16,0 8-9 15,0 5 18-15,0 5-20 16,0 0 3-16,0 0-6 16,0 5 3-16,0 17 0 15,0 16-3-15,0 9 6 16,11 10 0-16,5 2-3 0,4-1 0 15,1-6 0 1,4-6 0-16,0-3-4 0,3-7-77 16,-7-8-33-16,-3-14-99 15,-7-14-173-15</inkml:trace>
  <inkml:trace contextRef="#ctx0" brushRef="#br0" timeOffset="137433.86">10890 11209 622 0,'0'0'154'0,"0"0"-48"16,0 0-66-16,0 0-38 15,0 0-2-15,0 0 0 0,2 34-2 16,8 10 4-16,4 4-2 16,2-3 0-16,-1-8-11 15,3-12 11-15,0-12-40 16,4-12 35-16,0-1-6 15,-2-17 18-15,-1-17-7 16,-7-10 0-16,-6 1 5 16,-6 0-1-16,0 6-4 15,-28 9 0-15,-15 10 8 16,-5 8-8-16,2 8 0 16,10 2-1-16,20 9-7 15,11 17 7-15,5 14-74 16,2 8-26-16,21 3 40 15,10-5-140-15,10-10-131 0</inkml:trace>
  <inkml:trace contextRef="#ctx0" brushRef="#br0" timeOffset="137613.24">11502 11553 666 0,'0'0'118'0,"0"0"-56"16,0 0-31-16,0 0-16 15,0 0-13-15,0 0-2 16,-26 102 0-16,5-42 4 16,-4 8-4-16,0 0-15 0,0-3-59 15,6-15-75-15,9-20-111 16</inkml:trace>
  <inkml:trace contextRef="#ctx0" brushRef="#br0" timeOffset="138097.16">11896 11146 677 0,'0'0'127'0,"0"0"-43"16,0 0-22-16,0 0-37 15,0 0-25-15,0 0-4 16,0-4 4-16,0 47 2 16,0 8-2-16,3 11 0 15,-3 1-3-15,2-7 3 16,4-15-40-16,4-19-11 15,7-22-11-15,11-7 57 16,7-32 9-16,7-15-4 16,-5-4 6-16,-11 5-4 15,-13 10 11-15,-12 11 1 0,-1 12-3 16,0 10 51-16,0 8-34 16,0 2 1-16,0 2-29 15,0 19-18-15,0 15 13 16,0 12 5-16,0 15-22 15,0 3 8-15,5 0-42 16,-1-10-32-16,-2-16-65 16,-1-18-82-16,7-22-135 15</inkml:trace>
  <inkml:trace contextRef="#ctx0" brushRef="#br0" timeOffset="138299.03">12483 11115 620 0,'0'0'124'0,"0"0"20"16,0 0-71-16,0 0-67 16,0 0-6-16,0 0-5 15,-30 82 5-15,11-19 2 16,1 9-2-16,8 4 0 16,3-4 0-16,6-12-6 15,1-14-25-15,0-10-53 16,8-15-66-16,5-17-141 15</inkml:trace>
  <inkml:trace contextRef="#ctx0" brushRef="#br0" timeOffset="138505.17">12822 11644 644 0,'0'0'200'0,"0"0"-146"15,0 0-54-15,0 0-5 16,0 0 5-16,0 0-2 16,-8 78 2-16,-6-32 0 15,-6 9 1-15,-5 5 6 16,-5-3-14-16,-2-6-127 16,4-17-131-16</inkml:trace>
  <inkml:trace contextRef="#ctx0" brushRef="#br0" timeOffset="139179.84">13295 11187 596 0,'0'0'104'0,"0"0"2"15,0 0-21-15,0 0-85 16,0 0-3-16,0 0 3 16,1 7 0-16,19 31 4 15,3 10-4-15,3 7 0 16,-5-1 0-16,0-7 0 16,-5-7-3-16,1-13-72 15,-4-11-21-15,7-16 40 16,3 0 28-16,2-26-60 15,1-12-111-15,-11-6 128 16,-11-3 71-16,-4 4 30 16,-6 7 49-16,-6 8 15 15,2 11 38-15,7 15-37 16,3 2-22-16,0 11-73 0,16 22-1 16,7 9-1-16,2 13-1 15,4 2 2-15,-4 0-96 16,0-11-24-16,-6-20-119 15</inkml:trace>
  <inkml:trace contextRef="#ctx0" brushRef="#br0" timeOffset="139496.19">13832 11204 662 0,'0'0'88'0,"0"0"-71"16,0 0-4-16,0 0-18 0,88 22 5 15,-65 9-2-15,-2 6 2 16,-3 1 0-16,-9-1 2 16,-9 1-2-16,-3 0 0 15,-21-3 2-15,-1-1 0 16,-3-5-4-16,7-4 0 16,3-9 2-16,8-5-10 15,5-5 10-15,4-3 0 16,1-2 10-16,0-1 27 15,13 0 40-15,29-4-67 16,19-8 2-16,15-4-10 16,9 3-2-16,1 4-7 15,-9-2-29-15,-11-3-154 0,-16-6-334 16</inkml:trace>
  <inkml:trace contextRef="#ctx0" brushRef="#br0" timeOffset="139663.61">14539 11578 534 0,'0'0'119'0,"0"0"-99"15,0 0-19-15,0 0 18 16,-42 118-17-16,21-59 6 16,-2 4 0-16,1-5-7 15,7-11-2-15,13-17-69 16,2-21-229-16</inkml:trace>
  <inkml:trace contextRef="#ctx0" brushRef="#br0" timeOffset="140015.69">14967 11266 680 0,'0'0'144'16,"0"0"-90"-16,0 0-48 16,0 0-6-16,0 0-29 0,0 0 26 15,-4 59 3 1,-3-3 0-16,3 8-2 0,4-3 2 16,0-7 0-16,7-6-4 15,10-12 11-15,-1-8-7 16,0-7 0-16,-2-4 0 15,-2-2 11-15,-7-6-11 16,-1-6 0-16,-4 0 4 16,0-1-3-16,-9 2 3 15,-10 1-4-15,-8 1 4 16,-5 5-15-16,-5-4-53 16,-5-4-142-16,3-3-285 15</inkml:trace>
  <inkml:trace contextRef="#ctx0" brushRef="#br0" timeOffset="140395.88">14982 11280 586 0,'0'0'21'0,"0"0"-3"16,113-71 12-16,-70 54 4 15,-1 5 24-15,1 5-30 16,-6 6-23-16,-8 1 15 15,-11 5-20-15,-11 16-3 16,-7 10 3-16,0 9 0 16,-12 10-3-16,-12 6 3 15,-1 0 0-15,0-2 1 16,7-10-1-16,12-9-1 0,6-15-47 16,19-15-13-16,22-5 51 15,9-32 7-15,2-11 3 16,-5-10 14-16,-10-3 15 15,-10 2 13-15,-9 3 5 16,-12 6-15-16,-6 7 35 16,-2 11-42-16,-11 10-20 15,1 8 4-15,4 8-9 16,1 1-6-16,-5 14-133 16,-6 20 56-16,-1 8 0 15,5 3-234-15</inkml:trace>
  <inkml:trace contextRef="#ctx0" brushRef="#br0" timeOffset="140570.35">15762 11523 837 0,'0'0'46'16,"0"0"-46"-16,0 0-3 15,0 0 3-15,18 112-1 16,-18-57 1-16,0 12-17 15,-15-2-89-15,-6-12-44 16,7-23-365-16</inkml:trace>
  <inkml:trace contextRef="#ctx0" brushRef="#br0" timeOffset="141295.54">16311 10958 741 0,'0'0'50'15,"0"0"-50"-15,0 0-13 16,-38 113 13-16,9-49 1 16,2 13 1-16,1 5 1 15,7 2-3-15,12-6 0 16,7-17 5-16,4-13-5 16,20-18 0-16,3-16 7 15,4-14-5-15,2-11 17 16,4-20-19-16,-1-13 7 15,-9-1-2-15,-9 0-5 16,-18 1 0-16,0 6-31 16,-15 6-35-16,-12 10 64 15,3 10-12-15,-3 7-12 16,0 5 2-16,4 0-32 0,7 9 27 16,8 0 14-16,8-4-7 15,0-5 22-15,24 0 2 16,11-10 60-16,15-11 9 15,9-1-61-15,-1 2 0 16,-5 5 1-16,-10 7 11 16,-13 7 19-16,-8 1-41 15,-6 3 4-15,-2 18-16 16,-5 11 11-16,-3 6 1 16,-2 4 0-16,1-4 3 15,0-7-9-15,2-9-31 0,5-12 9 16,5-10 21-1,9-10 7-15,8-23-1 0,0-13-76 16,-1-7-73-16,-15 0 132 16,-18 5 18-16,-4 7 48 15,-24 9-24-15,-5 12-13 16,3 6 93-16,0 14-37 16,4 0-65-16,0 12-2 15,-3 18-55-15,5 6-84 16,10 2-184-16</inkml:trace>
  <inkml:trace contextRef="#ctx0" brushRef="#br0" timeOffset="141462.82">17201 11335 777 0,'0'0'0'15,"0"0"-55"-15,0 0 51 16,-39 98 8-16,8-48-3 15,-3 7-1-15,4 4-2 16,5-2-10-16,9-3-60 16,9-14-151-16</inkml:trace>
  <inkml:trace contextRef="#ctx0" brushRef="#br0" timeOffset="141850.4">17616 11073 827 0,'0'0'1'0,"0"0"41"16,0 0-7-16,0 0-35 16,0 0 0-16,91-40 2 15,-55 54 0-15,7 4-4 16,5 5 2-16,-5 6 0 15,-3 2-8-15,-13 11 8 16,-15 11-1-16,-12 4-4 16,-2 7-63-16,-27-1-45 15,-10-14-120-15</inkml:trace>
  <inkml:trace contextRef="#ctx0" brushRef="#br0" timeOffset="142260.71">17473 11410 818 0,'0'0'83'0,"0"0"-65"16,0 0-15-16,119-66-3 15,-39 44 0-15,17-6-3 16,7 2 3-16,-2 1 0 16,-18 3 0-16,-14 7 3 15,-19 5-6-15,-18 6 3 16,-14 4-2-16,-10 0-10 15,-6 0-39-15,-3 12 3 16,0 5 27-16,0 1 14 16,0-2-6-16,0-2 13 15,0-1 0-15,0-6-2 16,6 2 4-16,6-3-2 0,5-6 6 16,5 0 23-16,3 0 31 15,-3-15-55-15,-3-5 0 16,-6-6 21-16,-9-2-26 15,-4-2 7-15,0 5-7 16,-14 2 8-16,-5 8-12 16,3 5 4-16,1 10 0 15,-4 0-7-15,-4 22-125 16,-4 12 2-16,3 0-149 16</inkml:trace>
  <inkml:trace contextRef="#ctx0" brushRef="#br0" timeOffset="142414.49">18673 11390 810 0,'0'0'38'15,"0"0"-36"-15,0 0-2 16,3 103 0-16,-3-48 1 16,-17 10-4-16,-2 6 3 15,0 0-100-15,3-12 15 16,4-18-236-16</inkml:trace>
  <inkml:trace contextRef="#ctx0" brushRef="#br0" timeOffset="143159.38">19221 10928 779 0,'0'0'66'0,"0"0"-66"15,0 0-15-15,0 0-7 16,-14 119 22-16,-4-63 4 16,-2 9-2-16,2 7 2 15,4 2-4-15,10-8 0 16,4-13 2-16,0-23-2 16,16-18 0-16,10-12 5 15,6-7 6-15,10-22-4 16,-3-13-7-16,-8-3-33 15,-13-3 18-15,-14 4 1 16,-4 6-42-16,-19 9-28 16,-12 8 16-16,-5 9 61 0,-5 9 1 15,-1 3 6-15,5 0-15 16,14 8-72-16,15-1-22 16,8-7 55-1,20 0 54-15,21-8 36 0,18-12 11 16,12-2-21-16,10 1-4 15,-1 3-16-15,-11 2-6 16,-21 5 0-16,-17 3 0 16,-15 4 10-16,-11 4-9 15,-3 0 25-15,-2 0 8 16,0 0-34-16,0 0-2 16,0 3 2-16,-5 0 5 15,-1 6 40-15,-1 3-26 16,2 7-2-16,-2 8 44 0,5 4-40 15,-2 6-4-15,0 7 3 16,-1-5-18-16,-4-2 23 16,0-4-25-16,0-10 0 15,0-4 12-15,2-9-10 16,-3-4-2-16,-3-6 8 16,-8 0-8-16,-13 0-17 15,-12-7-148-15</inkml:trace>
  <inkml:trace contextRef="#ctx0" brushRef="#br0" timeOffset="143336.46">19787 10943 861 0,'0'0'5'0,"86"-1"3"16,-37 7-5-16,2 10-5 15,1-1 2-15,1 1-38 16,4 0 9-16,-2-4-76 16,-8-3-85-16</inkml:trace>
  <inkml:trace contextRef="#ctx0" brushRef="#br0" timeOffset="143517.26">20132 11351 718 0,'0'0'0'0,"0"0"-14"16,0 0 9-16,0 100 7 15,-15-48-3-15,-4 10 1 16,-7 8 0-16,0 3-14 16,-4-10 3-16,3-20-302 15</inkml:trace>
  <inkml:trace contextRef="#ctx0" brushRef="#br0" timeOffset="144608.53">20990 10997 313 0,'0'0'113'15,"0"0"3"-15,0 0-52 16,0 0 10-16,0 0-33 15,0 0 1-15,-55-62-42 16,14 62 5-16,-8 9-15 16,-3 19 2-16,0 12 8 15,4 7-9-15,12 4 9 16,14 3-4-16,18 1-3 16,4-2 6-16,32-6-11 15,13-10 12-15,1-8 0 16,-3-11 9-16,-8-6-8 0,-13-2 24 15,-7-5-15-15,-7-1-3 16,-5-2 0-16,-3-2-7 16,0 0 0-16,0 0 1 15,-22 0 1-15,-15-2 12 16,-12-17-14-16,-2-10 2 16,5-10 12-16,7-5-10 15,20-4 1-15,16 5 25 16,6 4-13-16,37 3-17 15,18 3-5-15,11 3-25 16,5 3 21-16,0 5 4 16,-6 5 5-16,-3 6-5 0,-9 3 6 15,-14 0-2 1,-9 2-1-16,-16 3 2 0,-5 0-1 16,-9 2 1-16,-3 1-10 15,0 0 9-15,0 0-33 16,0 0 20-16,0 9 9 15,0 11 5-15,-3 1-7 16,0 8 7-16,2-2 0 16,1 2 5-16,0-1 0 15,0-5 26-15,0 0-20 16,0-3-9-16,0-3 21 16,-3-2-23-16,-2-1 0 15,-5-5 8-15,-5 2-4 16,-3-5 6-16,-6-6-10 0,2 0-26 15,-2 0-23-15,-1-16-9 16,-4-2 28-16,-2-2-18 16,4 1-41-16,13-6-69 15,14-4-161-15</inkml:trace>
  <inkml:trace contextRef="#ctx0" brushRef="#br0" timeOffset="144753.95">21546 10822 576 0,'0'0'93'16,"0"0"-61"-16,114-17-6 16,-89 17-21-16,3 14-1 15,-3 9-4-15,2 6-14 0,2 5-22 16,-1 0-103-16,-2-6-126 16</inkml:trace>
  <inkml:trace contextRef="#ctx0" brushRef="#br0" timeOffset="144902.55">21809 11445 677 0,'0'0'7'0,"0"0"-3"16,-24 81-2-16,9-35-2 16,-3 7 0-16,0-2 0 15,6-6-44-15,12-20-217 16</inkml:trace>
  <inkml:trace contextRef="#ctx0" brushRef="#br0" timeOffset="145323.64">22364 11219 669 0,'0'0'31'0,"36"-73"9"16,-13 41 20-16,1 1-47 15,0-2-10-15,-4 1-3 16,-4 8 4-16,-7 5 3 16,-5 6-3-16,-4 9 12 0,0 4-8 15,0 0-8 1,-13 9-13-16,-19 16 11 0,-11 11 4 16,-5 7-2-16,-2 8 0 15,8 3-11-15,15-9 9 16,20-11-72-16,7-20 33 15,34-14 24-15,14-4 17 16,5-22 15-16,-2-2-15 16,-12 2 0-16,-14 4 21 15,-11 7 22-15,-7 9 2 16,-4 3-30-16,-3 3-15 16,0 5-33-16,-3 22-25 15,-19 14 55-15,-8 16-2 16,-9 12 10-16,-4 4-10 0,6-4-24 15,10-10-52-15,14-20-94 16,13-22-40-16</inkml:trace>
  <inkml:trace contextRef="#ctx0" brushRef="#br0" timeOffset="145624.63">22662 11269 772 0,'0'0'116'15,"0"0"-116"-15,0 0-4 16,0 0-16-16,-25 92 3 16,17-57-3-16,7-9-24 15,1-4 22-15,0-10 14 0,0-10 8 16,13-2 5-16,11-13 38 16,9-15-25-16,4-13-4 15,3-5-13-15,-6-5 1 16,-10 2-2-16,-12 9 0 15,-12 9 7-15,0 11 7 16,0 10-11-16,0 10 17 16,-10 0-20-16,-12 14-111 15,-13 16 35-15,-5 11-14 16,-3 5-76-16</inkml:trace>
  <inkml:trace contextRef="#ctx0" brushRef="#br0" timeOffset="145787.24">22894 11422 899 0,'0'0'0'15,"0"0"14"-15,0 0-28 16,0 0 14-16,-31 107 0 16,3-46 0-16,-7 14-62 15,-11 6-18-15,-10-9-75 16,-7-18-362-16</inkml:trace>
  <inkml:trace contextRef="#ctx0" brushRef="#br0" timeOffset="146389.51">23244 11023 568 0,'0'0'125'16,"0"0"-41"-16,0 0-32 0,0 0-15 16,0 0-37-16,0 0 0 15,83-39 6-15,-36 33-5 16,6 5 3-16,2 1-4 15,-7 0 0-15,-9 9-5 16,-12 6 5-16,-12 11-4 16,-7 3-2-16,-8 11 6 15,-2 11-5-15,-24 16 3 16,-7 6-105-16,-7-2 31 16,4-16-170-16</inkml:trace>
  <inkml:trace contextRef="#ctx0" brushRef="#br0" timeOffset="146856.66">23424 11103 697 0,'0'0'9'16,"0"0"10"-16,0 0-19 16,0 0-8-16,0 0 8 15,100-13 0-15,-42 13 5 16,4 0-5-16,-6 0 0 15,-8 0 4-15,-11 6-4 16,-3-1 0-16,0 1-2 16,3 5 5-16,1-2-9 0,0 4 6 15,-4-2-24 1,-10 1 22-16,-8-7-29 0,-7-1 31 16,-8-4-1-16,-1 0 3 15,0 0 11-15,0 0-9 16,0 0 3-16,0 0-4 15,2 0-3-15,-1 0-3 16,0 0 1-16,3 0-4 16,1 0 2-16,-1 0 4 15,4 0 0-15,0-9 2 16,-2-1 11-16,-1-6-5 16,-5-2 26-16,0-3-11 15,-3-1 9-15,-14-1-18 0,-8 5 0 16,4 8 5-16,8 6-19 15,2 4-2-15,7 0-37 16,-2 14-85-16,0 10 92 16,2 5-69-16,4 0-163 15</inkml:trace>
  <inkml:trace contextRef="#ctx0" brushRef="#br0" timeOffset="147011.53">24461 11289 788 0,'0'0'45'0,"0"0"-17"16,0 0-28-16,0 0-2 15,10 75-11-15,-9-26 17 0,-1 10-8 16,0 12-9-16,-5-1-126 16,-12-7-66-16</inkml:trace>
  <inkml:trace contextRef="#ctx0" brushRef="#br0" timeOffset="147919.63">10461 12951 559 0,'0'0'13'16,"0"0"-8"-16,0 0-3 15,86-17-2-15,-58 17-45 0,8 0-108 16,6 0-90-16</inkml:trace>
  <inkml:trace contextRef="#ctx0" brushRef="#br0" timeOffset="148091.59">11342 12837 509 0,'0'0'35'16,"0"0"4"-16,0 0-16 15,0 0 21-15,102-34-20 16,-74 34 1-16,8 0-25 0,9 0-63 16,7 0-204-16</inkml:trace>
  <inkml:trace contextRef="#ctx0" brushRef="#br0" timeOffset="148256.7">12479 12732 434 0,'0'0'48'16,"0"0"31"-16,0 0 3 16,0 0 32-16,0 0-42 15,0 0-64-15,64-28-8 16,-34 28-99-16,18 1-16 16,13-1-241-16</inkml:trace>
  <inkml:trace contextRef="#ctx0" brushRef="#br0" timeOffset="148407.8">13501 12615 293 0,'0'0'89'0,"0"0"-31"16,0 0-5-16,0 0-40 15,0 0-13-15,0 0-70 16</inkml:trace>
  <inkml:trace contextRef="#ctx0" brushRef="#br0" timeOffset="148571.12">14320 12498 565 0,'0'0'107'0,"0"0"-3"16,0 0-104-16,0 0-34 15,0 0-59-15,91-26 40 16,-47 26-236-16</inkml:trace>
  <inkml:trace contextRef="#ctx0" brushRef="#br0" timeOffset="148721.53">14819 12405 306 0,'0'0'208'16,"0"0"-88"-16,0 0-54 15,0 0 50-15,0 0-39 16,0 0-77-16,-9-2-39 16,-10 21-201-16,-5-5-240 15</inkml:trace>
  <inkml:trace contextRef="#ctx0" brushRef="#br0" timeOffset="156529.54">6041 14483 61 0,'0'0'46'0,"0"0"-10"16,0 0 7-16,0 0 18 16,0 0-33-16,0 0 6 15,0 0-23-15,-7 12 2 16,7-12 29-16,0 0 32 0,0 0-11 16,0 0-2-16,-2 0-24 15,1 0 1-15,-1 0-38 16,2 0 0-16,0 0 22 15,0 0-20-15,0 0 8 16,3-9-10-16,12-2 5 16,2-1-3-16,0-4-2 15,0-4 0-15,1-6 4 16,1-6-4-16,4-9 0 16,-1-4 0-16,0-3 4 15,-2-3 1-15,-1-1-5 16,2-1 0-16,-3 4-9 15,0 3 12-15,-2 3-4 16,1 7 1-16,-4 2 0 16,0 2-2-16,-5 6 2 0,-2 2 0 15,1 1 3-15,-5 3 3 16,-2-3 17-16,0 1 8 16,0 5-12-16,0 1 32 15,0 6-50-15,0 3 0 16,0 4 8-16,0 1-4 15,0 2-7-15,0 0 2 16,0 0 0-16,0 0-7 16,0 0 7-16,0 0 0 15,0 0-2-15,0 0 4 16,0 0-2-16,0 0 0 16,0 2 2-16,0 3-7 0,0 1 5 15,0 3 0 1,3-1-1-16,-1 3 8 0,5 3-8 15,-4 1 1-15,3-1 0 16,-2 4-1-16,2-1 1 16,-5 1 0-16,-1 2 1 15,0 2 2-15,2 2-2 16,-1 3-1-16,1 3 0 16,1 3 4-16,5 0-4 15,-1 3 0-15,2 2 3 16,0 3-1-16,0-2 3 15,0 1-5-15,-2-2 0 16,-1-6 4-16,-1-5-4 0,-1-4 0 16,2-7 3-1,-3-2 0-15,3-8 0 0,0-4-3 16,9-2 0-16,7-8 6 16,13-22-6-16,8-13 0 15,3-7 0-15,-1-9 3 16,-6-1-1-16,-8 2-2 15,-4 3 0-15,-8 8-3 16,-8 7 3-16,-2 7 0 16,-8 5-3-16,-1 4 10 15,0 0-14-15,0-1 7 16,0-2-10-16,-4-2-7 16,-2-2 16-16,6-2 1 15,-3 1-1-15,1 8 4 0,2 5 6 16,-1 8-8-16,-1 5 1 15,-1 4 22-15,3 2-24 16,0 0-3-16,-3 3 3 16,-4 13 0-16,-2 5-1 15,-1 8 1-15,-1 2 0 16,-1 2 3-16,0 2-2 16,3 1-1-16,0 5 1 15,2 4 5-15,2 5 5 16,-1 8-11-16,6 2 0 15,0 2 12-15,0-5-10 16,17-6-2-16,7-12 0 16,13-11 6-16,12-11-3 0,12-12-3 15,12-5 0-15,14-2-7 16,-2-17 5-16,-8-2-66 16,-12-1-47-16,-19-3-71 15,-17 0-207-15</inkml:trace>
  <inkml:trace contextRef="#ctx0" brushRef="#br0" timeOffset="156779.55">7358 13933 573 0,'0'0'62'15,"0"0"-3"-15,0 0-52 16,0 0 7-16,0 0 1 16,0 0-1-16,88-33 0 15,-55 21 7-15,6 4-19 16,-5 2 0-16,-2 6-2 16,-7 0-29-16,-4 0-37 15,-5 11-90-15,-6 1-42 16</inkml:trace>
  <inkml:trace contextRef="#ctx0" brushRef="#br0" timeOffset="156976.41">7328 14140 495 0,'0'0'99'0,"0"0"-78"16,0 0 51-16,0 0-13 15,90 14 0-15,-56-14-18 16,5 0-24-16,3-4 1 15,-2-3-18-15,3-2 2 16,5 1-3-16,-3 2 1 16,-4 1-52-16,-18 5-104 15,-22 0-249-15</inkml:trace>
  <inkml:trace contextRef="#ctx0" brushRef="#br0" timeOffset="167038.5">8802 13364 526 0,'0'0'55'0,"0"0"-23"0,0 0-15 15,0 0-13 1,0 0-4-16,0 0 0 0,0 0 0 15,-7 25 4-15,1-1 1 16,0 1-5-16,1 1 17 16,-1 1-12-16,5-1 8 15,1-6-13-15,0-6 0 16,0-4 6-16,0-5-5 16,0-5-1-16,0 0 8 15,0-2 8-15,0-18 75 16,0-9-91-16,0-3 0 15,0 1 0-15,0 2 0 16,0 7 0-16,-5 7-5 0,-2 4 7 16,1 8-8-1,-2 3 1-15,-3 0-33 0,-2 0 17 16,2 3-5-16,3 5 26 16,4-4 0-16,4-2-6 15,0-2-3-15,0 0 9 16,6 0 0-16,7 0 1 15,-4 0 2-15,2 0-3 16,-4 0 0-16,-3 0 4 16,-1 0-5-16,0 3 1 15,0 1 0-15,-1-1-3 16,-1 0 3-16,-1 0 0 0,0 0-2 16,0 0 8-1,0-1-7-15,0-2 1 0,0 0 0 16,0 0-3-16,0 0 5 15,0 0-2-15,0 0 0 16,0 0 2-16,0 0 16 16,0 0-5-16,0 0 10 15,0 0 2-15,0 0-25 16,0 0 0-16,0 0-1 16,0 0 1-16,0 1-7 15,0-1 7-15,0 2 0 16,0-2-7-16,0 0 9 15,0 0-2-15,0 0 0 16,0 0 4-16,0 0-3 16,0 0-1-16,0 0 0 0,0 0 6 15,0 0-5-15,0 0 4 16,0 0-5-16,0 0 2 16,0 0-5-16,0 0 3 15,0 0 0-15,0 0 0 16,0 0 3-16,0 0-5 15,0 0 2-15,0 0 0 16,0 0-17-16,0 0 13 16,0 0-21-16,0 0 18 15,0 0 7-15,0 2 0 16,0-2 0-16,0 1 0 16,0 1-7-16,0-2 7 0,0 1 0 15,0 0-3 1,0-1 8-16,0 0-9 0,0 0 4 15,0 0 0-15,0 0-1 16,0 0 1-16,0 2 0 16,0 1-3-16,0-1 4 15,0-2-2-15,0 3-7 16,0-3 8-16,0 0-16 16,0 0 16-16,0 0 0 15,0 0 1-15,0 0 5 16,0 0-8-16,0 0 2 15,0 0 0-15,0 0 1 16,0 0-1-16,0 0-4 16,0 0 3-16,0 0-1 0,0 0 1 15,0 2 1-15,0-2 0 16,0 0-3-16,0 0 5 16,0 0-2-16,-1 0 1 15,1 0 2-15,0 0 2 16,0 0-5-16,0 0 0 15,0 0-6-15,0 0 6 16,0 0 0-16,13 1 1 16,16 2 0-16,12-2 0 15,17-1-1-15,16 0 0 16,11 0-1-16,9-7 1 16,-2-7 0-16,-2 0-2 15,-6 1 5-15,-10 1-3 0,-13 2 0 16,-17 3 0-16,-19 2 4 15,-12 2 5-15,-11 3-8 16,-2 0 25-16,0 0-6 16,-11 0-1-16,-13 0-19 15,-3 0 0-15,5 8-4 16,6 1 4-16,7 2-1 16,1 6 1-16,-1 11 0 15,3 13 1-15,-4 15-1 16,-1 9 0-16,-1 10 4 15,-1 3 0-15,-1 1-4 16,-2 3 5-16,3-4 0 16,1-4 6-16,3-12-11 0,0-14 0 15,6-12 4-15,-1-13-2 16,2-10-2-16,-1-10 1 16,-2-3 2-16,-4 0 15 15,-7-6-18-15,-4-20-135 16,-5-12-235-16</inkml:trace>
  <inkml:trace contextRef="#ctx0" brushRef="#br0" timeOffset="167485.18">9086 13854 313 0,'0'0'91'0,"0"0"5"16,0 0-64-16,114-22 37 15,-61 15-20-15,6-3-25 16,9-2 14-16,4-3-38 16,3-1 0-16,1-2 10 15,-4 1-7-15,-5 4 1 16,-9 3-4-16,-13 9 1 16,-17 1 34-16,-14 3-35 15,-12 16 0-15,-2 8 2 16,0 9 2-16,0 3 2 15,-1 7-6-15,-5 0 0 16,3 0 2-16,3-3-2 0,0-8 0 16,17-14-6-1,11-14 5-15,13-7-4 0,3-24-2 16,3-15-3-16,-5-11 1 16,-12-1 9-16,-12 0 0 15,-15 5 1-15,-3 2 2 16,-27 1 1-16,-17 9-4 15,-19 8 5-15,-10 13-1 16,-6 13-4-16,10 5 0 16,15 23-5-16,25 12-31 15,15 7-74-15,12-2-190 16</inkml:trace>
  <inkml:trace contextRef="#ctx0" brushRef="#br0" timeOffset="178908.72">17634 12581 135 0,'0'0'78'0,"0"0"8"0,0 0-30 16,0 0-19 0,0 0 41-16,0 0-55 0,0 0-16 15,1-36 11-15,-1 31-1 16,0-2 7-16,0 2-8 15,0 0-14-15,0 0 38 16,0 5-27-16,0 0-9 16,0-2 1-16,0 2-1 15,0 0-5-15,0 0 1 16,0 0 0-16,0 5-7 16,0 12 7-16,0 9 0 15,-4 6 3-15,-5 11-2 16,-3 6 5-16,-1 9-6 15,2-1 4-15,1-1 10 16,3-4-14-16,6-9 0 0,1-10 7 16,0-8-5-16,0-11 3 15,0-9-5-15,11-5 1 16,3 0 10-16,-1 0-11 16,-2-12-27-16,-9-3-109 15,-2-2-107-15</inkml:trace>
  <inkml:trace contextRef="#ctx0" brushRef="#br0" timeOffset="179139.52">17422 12889 223 0,'0'0'90'0,"0"0"-56"16,0 0 6-16,0 0 54 15,0 0-47-15,0 0-7 16,104-47-9-16,-75 33-27 16,0 2 11-16,0 0-15 15,-5 4 2-15,-3 3-2 16,-7 5 0-16,-8 0-46 16,-6 3-154-16,0 11-17 15</inkml:trace>
  <inkml:trace contextRef="#ctx0" brushRef="#br0" timeOffset="182138.34">17492 13264 188 0,'0'0'129'15,"0"0"-76"-15,0 0 39 16,0 0-15-16,0 0-41 16,0 0 13-16,0 0-7 15,-30-56-22-15,27 52 34 16,2-2-25-16,1 4-5 16,0 2 8-16,0 0-32 0,0 0-3 15,0 0 0-15,6 0 3 16,13 3 2-16,11 0-2 15,6-3 0-15,2 0 1 16,6 0 6-16,-1-1-9 16,0-7 2-16,-2-3-36 15,-4 0-13-15,-6-1-47 16,-8-2-80-16,-9-2-11 16</inkml:trace>
  <inkml:trace contextRef="#ctx0" brushRef="#br0" timeOffset="182836.82">18141 12533 242 0,'0'0'108'15,"0"0"-32"-15,0 0 5 16,0 0-43-16,0 0 16 16,0 0-36-16,12-39-14 15,-12 50-8-15,0 14 10 16,0 11-4-16,-3 7 0 0,-11 12 0 16,-5 7 38-1,-1 9-40-15,0-1 6 0,1-3 4 16,8-9-10-16,5-10 7 15,6-10-7-15,0-7-10 16,0-8-13-16,0-12-163 16</inkml:trace>
  <inkml:trace contextRef="#ctx0" brushRef="#br0" timeOffset="183719.45">18536 12731 319 0,'0'0'84'15,"0"0"12"-15,0 0-32 16,0 0-48-16,0 0 11 15,0 0-27-15,41-12 19 16,-28 32-5-16,-3 7-9 16,-2 6 40-16,-4 5-34 15,-4 3-2-15,0 1 26 16,-4-3-16-16,-7-3 5 16,1-8-20-16,0-8 3 15,2-6 7-15,-1-6-14 0,-6-5 0 16,-3-3 27-16,-9 0-16 15,-10-6-1-15,-8-13-10 16,-3-5 4-16,-1-6-4 16,7-5 0-16,11 3-7 15,15-6 4-15,16 1-39 16,24-1-31-16,32 0 15 16,19-1 40-16,10 1 6 15,4 7 12-15,-2 5 0 16,-6 10-1-16,-6 5 7 15,-6 6-6-15,-6 5 0 0,-8 0-31 16,-7 0-148-16,-9 0-213 16</inkml:trace>
  <inkml:trace contextRef="#ctx0" brushRef="#br0" timeOffset="183871.55">19003 12634 283 0,'0'0'76'16,"0"0"-6"-16,0 0 2 15,0 0-27-15,0 0-37 0,0 0-8 16,-64 105-96 0</inkml:trace>
  <inkml:trace contextRef="#ctx0" brushRef="#br0" timeOffset="184721.54">17629 13517 379 0,'0'0'13'0,"0"0"43"15,0 0-5-15,0 0-47 16,0 0 0-16,0 0 3 16,-15 32 15-16,2 7 28 0,1 2-42 15,1 2 1-15,-5 1 15 16,0-1-23-16,2-4 7 15,1-4-8-15,6-7 2 16,1-6 6-16,-1-5-8 16,3-8-42-16,-2-9-164 15</inkml:trace>
  <inkml:trace contextRef="#ctx0" brushRef="#br0" timeOffset="184938.27">17441 13726 239 0,'0'0'87'0,"0"0"36"16,0 0-61-16,0 0 1 16,0 0-16-16,0 0-36 15,23-35-5-15,2 31-6 16,9-6 4-16,4 1-3 16,-1 0-1-16,-1 3 0 15,-3 3-1-15,-6 1 1 16,-7 2-43-16,-12 0-81 15,-8 0-68-15,-3 10 33 16</inkml:trace>
  <inkml:trace contextRef="#ctx0" brushRef="#br0" timeOffset="185170.24">17247 14175 376 0,'0'0'61'16,"0"0"-12"-16,0 0 10 16,0 0 18-16,0 0-20 15,90 4-30-15,-63-4-24 16,7 0 14-16,0-3-17 16,3-2 0-16,0 0-1 15,-3-1-7-15,-3-3-50 16,-5 1-113-16,-9-1-95 0</inkml:trace>
  <inkml:trace contextRef="#ctx0" brushRef="#br0" timeOffset="185551.59">17862 13701 565 0,'0'0'36'0,"0"0"21"16,0 0-34-16,0 0-23 16,0 0 8-16,0 0-8 15,66 95 0-15,-66-49 7 16,0 3-7-16,-11-2 0 16,-4-5 6-16,2-8-2 0,0-8-2 15,2-4-2-15,-1-8 0 16,-1-3-1-16,5-2 1 15,0-5 0-15,3-1 1 16,0-2 3-16,4-1 21 16,1 0 72-16,0 0-79 15,15-3 7-15,17-7-25 16,15-5 0-16,11-2 0 16,13-5 5-16,7 0-14 15,0-1-40-15,-2 1-64 16,-14-2 29-16,-16 0-158 15</inkml:trace>
  <inkml:trace contextRef="#ctx0" brushRef="#br0" timeOffset="185951.35">18502 13713 541 0,'0'0'54'0,"0"0"-46"16,0 0 13-16,4 123 10 16,-4-68 2-16,2-2 10 15,2-6-28-15,4-10 11 16,-2-9-4-16,-3-10-20 0,-2-6 21 16,-1-8-23-1,0-3 0-15,0-1 31 0,0 0-9 16,-21-8-2-16,-13-11-20 15,-12-3 7-15,-11-5-8 16,3-4 1-16,7 2 0 16,17 0-9-16,21 0 9 15,9 3-8-15,24-1-2 16,24 2-8-16,18-3 5 16,12 2 9-16,10 1 4 15,2 1-11-15,-5 2-1 16,-9 4 0-16,-5 1-6 15,-5 1-41-15,-8-1 21 16,-13 3-62-16,-20 2-139 0</inkml:trace>
  <inkml:trace contextRef="#ctx0" brushRef="#br0" timeOffset="186115.03">18958 13668 195 0,'0'0'215'15,"0"0"-113"-15,0 0-53 16,0 0 41-16,0 0-9 16,0 0-42-16,33-20-34 15,-39 35-5-15,-25 16-89 16,-15 1-128-16</inkml:trace>
  <inkml:trace contextRef="#ctx0" brushRef="#br0" timeOffset="186799.72">17634 14587 238 0,'0'0'94'0,"0"0"61"16,0-73-67-16,0 59-31 15,0 3-18-15,-2 5 8 16,1 2-39-16,-1 4 14 15,2 0-6-15,-1 0-15 0,1 6-2 16,-2 14-7-16,-2 12 8 16,-2 14 2-16,-2 16-2 15,-3 6 0-15,-2-1 6 16,-2-6-5-16,2-10 14 16,-2-10-15-16,6-9-39 15,5-13-5-15,4-15-86 16,0-4-152-16</inkml:trace>
  <inkml:trace contextRef="#ctx0" brushRef="#br0" timeOffset="187022.82">17513 14615 296 0,'0'0'138'0,"0"0"-30"15,0 0-106-15,0 0-1 16,0 0 5-16,0 0-4 15,-18 78 7-15,18-63-9 16,17-10 0-16,9-5 21 16,10 0-19-16,6 0 3 15,0-8-2-15,0-1 0 16,1 2 1-16,-4 5-4 16,-11 2-59-16,-10 0-79 15,-18 4-140-15</inkml:trace>
  <inkml:trace contextRef="#ctx0" brushRef="#br0" timeOffset="187315.78">17348 15190 84 0,'0'0'80'16,"0"0"26"-16,0 0-21 16,0 0-31-16,0 0 37 15,0 0-15-15,-2 7-6 16,2-7-51-16,16 0-2 16,10 0 12-16,12-10-18 0,7-5 1 15,7-4-12-15,6 0 0 16,4 2-8-16,0 1-10 15,-4 2-134-15,-5 0-341 16</inkml:trace>
  <inkml:trace contextRef="#ctx0" brushRef="#br0" timeOffset="187932.23">18198 14536 515 0,'0'0'81'16,"0"0"-48"-16,0 0 5 15,0 0-38-15,0 0 0 16,0 0 2-16,100-60 2 16,-63 59-4-16,-3 1 0 0,-8 0 0 15,-7 0 1-15,-7 14-1 16,-5 6 0-16,-7 5-3 15,0 6 3-15,-19 3-27 16,-8 3-52-16,-1-6-40 16,7-7 74-16,5-7 27 15,11-8 18-15,5-6 2 16,0 0 0-16,5 3 87 16,11-1 3-16,-2 1-44 15,3 1 18-15,-4 3-33 16,1 3 16-16,-2 8-22 15,-3 5-27-15,-6 9 11 0,-3-3-11 16,0-4 0 0,-14-7 7-16,0-7-7 0,-2-2 0 15,-3-4 2-15,-3 0 0 16,1-1-2-16,-1-5 0 16,9 1 0-16,3-3 0 15,7 3 0-15,3 1-52 16,0 0-44-16,23-4-146 15</inkml:trace>
  <inkml:trace contextRef="#ctx0" brushRef="#br0" timeOffset="188314.95">18854 14691 461 0,'0'0'143'0,"0"0"-37"15,0 0-106-15,0 0 12 16,0 0 2-16,-33 121-14 16,8-63 16-16,-5 5 5 15,0-5-16-15,8-8 14 16,4-13-19-16,9-18 0 16,4-9 12-16,2-10-5 15,0 0 45-15,0-6 1 16,-2-12-50-16,2-8 6 0,3-6-9 15,0-6 0-15,0-2-2 16,0-2 2-16,11-1 0 16,10-2-1-16,9 1 3 15,10 1-13-15,5 2-7 16,9 3-45-16,4 2 16 16,5 4-15-16,-7 7 38 15,-8 7 7-15,-9 7 7 16,-13 11-3-16,-10 0-8 15,-13 17-171-15</inkml:trace>
  <inkml:trace contextRef="#ctx0" brushRef="#br0" timeOffset="188492.42">19286 14633 613 0,'0'0'108'16,"0"0"5"-16,0 0-66 16,0 0-45-16,0 0-2 15,0 0-18-15,-34 96-176 16,9-75-341-16</inkml:trace>
  <inkml:trace contextRef="#ctx0" brushRef="#br0" timeOffset="203350.9">5173 15793 293 0,'0'0'103'0,"0"0"-46"16,0 0-35-16,0 0-4 15,0 0-15-15,0 0-3 16,0 0 0-16,0 0 0 16,-49 0 4-16,43 1-4 15,-3 0 0-15,-3 1 14 16,-3 1 1-16,2-1 32 16,-1 0-28-16,-2-2-13 15,4 0 38-15,1 0-36 16,0 0 2-16,3 0 17 0,4 0-3 15,-1 1 1-15,5-1-12 16,0 0-3-16,0 0-12 16,25 0 6-16,14 0-4 15,18 0 48-15,10-6-24 16,6 0-10-16,-1 1-14 16,2 4 1-16,1-2 1 15,-5 1-2-15,-4-2-8 16,-10 1 7-16,-8 1-37 15,-15 2 1-15,-11 0-6 16,-10 0-21-16,-12 0 10 0,-6 14-72 16,-28 4 44-16,-15 5-223 15</inkml:trace>
  <inkml:trace contextRef="#ctx0" brushRef="#br0" timeOffset="203882.93">5103 16000 255 0,'0'0'224'15,"0"0"-83"1,0 0-81-16,0 0-17 0,0 0-14 15,42-75-6-15,-11 56 35 16,0 1-38-16,-2 7-8 16,-4 4 7-16,-1 6-17 15,-3 1 1-15,1 1-3 16,-1 20 0-16,-4 5-14 16,-6 8 14-16,-6 4 0 15,-5 4 0-15,-5 6 5 16,-22 4-6-16,-12 2 1 15,1 1 0-15,-5-5 0 16,3-5 0-16,10-10 0 16,9-8-4-16,6-8 9 0,10-4-10 15,4-1 4-15,1-1 1 16,0-1-3-16,15 0 3 16,12-1 0-16,17-4 4 15,4-4-4-15,9-3 7 16,5 0-7-16,5-17 0 15,4-4 10-15,-3 1-5 16,-3 0-5-16,-5-1 0 16,-9 5 6-16,-11 6-11 15,-11 4 5-15,-11 4-65 16,-15 2-36-16,-3 0-190 16,-30 5-53-16</inkml:trace>
  <inkml:trace contextRef="#ctx0" brushRef="#br0" timeOffset="204226.36">6117 16107 456 0,'0'0'218'16,"0"0"-136"-16,0 0-36 15,0 0-45-15,0 0 18 16,88-78 12-16,-52 66-29 15,3 1-2-15,4 3 0 16,-4 3-9-16,-9 5-42 16,-10 0-81-16,-12 9-91 15,-8 8-73-15</inkml:trace>
  <inkml:trace contextRef="#ctx0" brushRef="#br0" timeOffset="204398.59">6098 16291 95 0,'0'0'433'15,"0"0"-402"-15,0 0 37 16,0 0 52-16,88-8-46 16,-49-5-47-16,7-3-4 15,6-1-21-15,3-7-2 16,1 2 0-16,-1 1-11 16,-5 1-4-16,-3-2-153 15,-7-4-257-15</inkml:trace>
  <inkml:trace contextRef="#ctx0" brushRef="#br0" timeOffset="204949.37">7055 15464 244 0,'0'0'397'0,"0"0"-334"16,0 0 5-16,0 0-45 15,0 0-23-15,0 0 0 16,51 47-1-16,-33 26 1 16,1 22 0-16,-5 21 40 15,1 12-20-15,-3 5 8 16,2-4-17-16,2-12-5 15,-1-13 11-15,-1-13-17 16,-3-18 0-16,-1-20 2 0,-5-20 1 16,1-19-2-16,-5-11-1 15,-1-3 0-15,0-12 96 16,-25-20-88-16,-9-11-4 16,-21-9-7-16,-17-2 3 15,-16 2-7-15,-8 10-8 16,7 9-13-16,19 17 21 15,31 16-63-15,32 0-119 16,12 2-243-16</inkml:trace>
  <inkml:trace contextRef="#ctx0" brushRef="#br0" timeOffset="205965.22">7139 15369 392 0,'0'0'44'16,"0"0"1"-16,0 0-6 15,0 0 9-15,0 0-37 16,0 0 37-16,90-39-26 16,-34 31-13-16,7-1 29 15,7 1-15-15,12-2 5 0,24-2-13 16,35-8-15-16,41-6 15 15,38-10-15-15,23-8 0 16,18-6 1-16,6-6 4 16,8-1-5-16,1-4 0 15,-14-8 1-15,-14-1-14 16,-22-4 10-16,-21 5 3 16,-16 9-5-16,-31 9 5 15,-28 11 0-15,-30 9-1 16,-30 10 3-16,-27 9-4 15,-21 9 2-15,-22 3-38 0,-3 3-47 16,-28 13-69 0,-12 7-118-16</inkml:trace>
  <inkml:trace contextRef="#ctx0" brushRef="#br0" timeOffset="206124.4">11132 14587 97 0,'0'0'349'15,"0"0"-256"-15,0 0-62 16,0 0-31-16,-103 29-58 16</inkml:trace>
  <inkml:trace contextRef="#ctx0" brushRef="#br0" timeOffset="207895.7">7940 15618 189 0,'0'0'78'0,"0"0"-6"16,0 0 29-16,0 0-21 0,0 0-28 15,0 0 21 1,9-76-56-16,-9 70 21 0,0 3 29 15,0-1-28-15,0 4-9 16,0-1-4-16,0 1-26 16,2 0 6-16,8 1-6 15,6 13 0-15,8 5-2 16,1 3 5-16,1 2-3 16,-4 1 0-16,1 2 1 15,-6-1-2-15,-3 0 1 16,0-2 0-16,-6 1-4 15,-3-2 8-15,-5 1-4 0,0-1 0 16,0-2 1 0,-5-6 1-16,-8-1-2 0,-5-4 0 15,-1-4 5-15,1-3-2 16,3-2-3-16,4-1 0 16,4 0 2-16,-1 0 5 15,6 0-7-15,2-1 0 16,0-8-9-16,0-10 2 15,13-6-12-15,5-9-4 16,3-1 9-16,-1-2 2 16,-3 4 12-16,1-1 0 15,-3 0-8-15,1 1 4 16,-4 0-12-16,1 4-12 16,-5 2 19-16,-4 3-2 15,-2 5 11-15,-2 2 0 0,0 3-4 16,-2 6 8-1,-7 1-2-15,2 4-2 0,0 3 0 16,4 0 5-16,1 0-5 16,2 0 0-16,0 6 1 15,0 7 1-15,0 6 12 16,12 1 9-16,1 3-22 16,4 3 39-16,-1 0-38 15,3 5 0-15,-2 5 19 16,-1 6-21-16,-4 2 9 15,-1 6-9-15,-2-2 1 16,0-8-1-16,1-11 0 0,2-11 0 16,2-9 0-1,3-4 3-15,4-3-6 0,1-2-29 16,6 0-64-16,-3-5 1 16,3-12-192-16</inkml:trace>
  <inkml:trace contextRef="#ctx0" brushRef="#br0" timeOffset="208574.46">8659 15828 330 0,'0'0'204'0,"0"0"-101"15,0 0-29-15,-13-83 19 16,11 74-53-16,1 5 2 16,1 3-32-16,0 1-7 15,0 4-5-15,0 22 2 16,0 12 0-16,6 13 0 16,1 7 1-16,-3 0-1 15,0-8 0-15,1-10 0 16,0-11-5-16,1-7 5 15,3-6-48-15,-2-5-61 16,-4-11-14-16,0 0-192 0</inkml:trace>
  <inkml:trace contextRef="#ctx0" brushRef="#br0" timeOffset="208914.08">8566 15554 81 0,'0'0'380'0,"0"0"-246"15,0 0-70-15,0 0-41 16,0 0-17-16,0 0-1 16,-41-4-5-16,41 20-7 15,0 0-35-15,8-3-101 16,0-4-252-16</inkml:trace>
  <inkml:trace contextRef="#ctx0" brushRef="#br0" timeOffset="210060.72">8674 15793 241 0,'0'0'101'15,"0"0"-10"-15,0 0-6 16,0 0-31-16,0 0-9 16,0 0-44-16,-28-49 1 15,16 63-4-15,2 11 8 16,-3 11 1-16,0 8-2 16,1 9 0-16,3 3 12 15,1-1-13-15,3-4-4 16,5-8 0-16,0-6-3 15,0-10-40-15,0-10-223 16</inkml:trace>
  <inkml:trace contextRef="#ctx0" brushRef="#br0" timeOffset="210323.5">8899 15780 366 0,'0'0'119'0,"0"0"-59"16,0 0 1-16,0 0-5 15,81-26-30 1,-53 18-25-16,0 0 16 0,2-1-17 15,-2-2 0-15,2-2-10 16,-4-1-124-16</inkml:trace>
  <inkml:trace contextRef="#ctx0" brushRef="#br0" timeOffset="210926.31">9289 15481 540 0,'0'0'99'16,"0"0"-22"-16,0 0-26 16,0 0-43-16,0 0-8 15,0 0 0-15,86 2 8 16,-64 22-6-16,-2 2-2 15,-1 3 26-15,-4 4-17 16,-3-3 6-16,-6-1-15 16,-2-3 1-16,-4-4 5 15,0-3-6-15,0-6 0 16,0-2 2-16,-10-2 1 16,-5-5 0-16,-4-1-3 15,-4-3 0-15,1 0 10 0,2-9-10 16,6-5 0-1,6-2 6-15,8-2-4 0,4-3 0 16,25-2-2-16,9-5 0 16,3-1-15-16,-1-3 15 15,-4 3-5-15,-4 0-1 16,-10 3 12-16,-8 2-9 16,-6 2 3-16,-8 5 0 15,0 1-1-15,-15 5 1 16,-6 3 0-16,-7 8 5 0,-2 0-2 15,5 11-5 1,2 8 2-16,13 3 0 0,10 7-1 16,0 5 1-16,17 5 0 15,9 8 0-15,9 0 6 16,9 2-10-16,10-8 4 16,7-12-3-16,2-12-10 15,-5-15-76-15,-12-2-45 16,-13-23-370-16</inkml:trace>
  <inkml:trace contextRef="#ctx0" brushRef="#br0" timeOffset="211536.05">9109 15369 376 0,'0'0'120'0,"0"0"-97"16,0 0-20-16,0 0 7 15,0 0-8-15,0 0-2 16,61-27 43-16,-33 17-37 16,5-2 4-16,2 3-10 15,4-2 1-15,-2 2-2 16,1 0-205-16</inkml:trace>
  <inkml:trace contextRef="#ctx0" brushRef="#br0" timeOffset="212010.43">9985 15170 360 0,'0'0'73'16,"0"0"-32"-16,0 0-10 15,0 0-29-15,90 40 15 16,-70 5 31-16,-2 13-7 15,-7 12 3-15,-5 8-11 16,-6 11-20-16,0 10 30 16,-11 10-43-16,-16-1 0 0,-7-8 7 15,-2-22-7-15,4-24-11 16,4-21-23-16,0-19-26 16,-8-11-95-16</inkml:trace>
  <inkml:trace contextRef="#ctx0" brushRef="#br0" timeOffset="212993.58">7804 15484 390 0,'0'0'170'16,"0"0"-123"-16,0 0-25 15,0 0 4-15,-38 90 3 0,30-35 18 16,8 11-24-16,0 12-6 15,18 6-7-15,21-1-8 16,19-3 11-16,20-9-13 16,21-12 0-16,9-11-8 15,4-17-2-15,-1-20-131 16,-6-11-238-16</inkml:trace>
  <inkml:trace contextRef="#ctx0" brushRef="#br0" timeOffset="213873.2">10260 14928 426 0,'0'0'26'15,"0"0"16"-15,90-17-1 0,-66 17 1 16,-7 7 1-16,-4 14-43 15,-3 6 0-15,-7 4 7 16,-3 1-6-16,0-2 2 16,-1-2-3-16,-11-6 1 15,-1 1 2-15,-4-7-3 16,1-2 0-16,-4-3 4 16,8-4-1-16,4-3 1 15,6-1-4-15,2-3 0 16,13 0 24-16,19 0-15 15,13-5-4-15,8-12 0 16,5-4 0-16,0-3-5 16,-4-1 0-16,-6 0 0 0,-3 4-6 15,-10 6 6-15,-9 1-100 16,-17 6-157-16</inkml:trace>
  <inkml:trace contextRef="#ctx0" brushRef="#br0" timeOffset="214056.3">10738 15126 462 0,'0'0'168'0,"0"0"-101"16,0 0 24-16,0 0-61 15,0 0-24-15,0 0-12 16,-18 0-154-16,0 9-351 0</inkml:trace>
  <inkml:trace contextRef="#ctx0" brushRef="#br0" timeOffset="-214507.42">8320 16544 106 0,'0'0'180'0,"0"0"-97"15,0 0-19 1,-83-10 12-16,68 8-46 0,4 2 12 15,5 0 9-15,3 0-14 16,3 0 1-16,0 0-37 16,26-1 5-16,16-5 25 15,21-5-20-15,26-9 9 16,21-9 13-16,26-11-15 16,30-8 6-16,26-5-24 15,26-7 8-15,7-2-11 16,-12 1 3-16,-22 4-10 15,-27 4 3-15,-27 12-12 0,-28 9 9 16,-28 12 1 0,-35 15-16-16,-30 5 13 0,-16 17-94 15,-35 14-57-15,-27 4-332 16</inkml:trace>
  <inkml:trace contextRef="#ctx0" brushRef="#br0" timeOffset="-214007.6">9521 16406 364 0,'0'0'183'0,"0"0"-63"0,0 0-75 16,0 0 4-16,90-54-19 15,-53 52 4-15,1 2-24 16,-5 0-7-16,-4 17 10 16,-9 6-13-16,-5 6 0 15,-9 1 2-15,-6 1 2 16,0 1 1-16,-1-4-5 16,-10-4 0-16,1-7 1 15,4-10-1-15,3-4 0 16,0-3 5-16,0 0-1 15,2 0 7-15,1-10-11 16,0-10 3-16,9-9 0 0,16-2-3 16,5-1 0-1,1 1-1-15,0 4 4 0,-4 6-1 16,-3 4-2-16,-6 7 6 16,-4 5 5-16,-5 5-11 15,-2 0 0-15,-2 8-3 16,-5 14 6-16,0 9-6 15,0 3 3-15,-2 7 0 16,-6 2 2-16,4-1-2 16,4-3-4-16,0-4-58 15,0-12-89-15,1-9-140 16</inkml:trace>
  <inkml:trace contextRef="#ctx0" brushRef="#br0" timeOffset="-205133.7">21904 13404 174 0,'0'0'34'16,"0"0"3"-16,0 0-14 16,0 0-2-16,0 0 29 15,0 0-21-15,0 0-6 16,0 0 28-16,-59-20-14 16,45 20 13-16,-2 0-9 15,1 0-24-15,0 3 19 16,0 7-29-16,-1 4-7 15,-3 5 25-15,-1 4-24 0,2 7 7 16,1 4-8-16,2 0 5 16,8 2 3-16,4-2-8 15,3-4 0-15,0-5 1 16,8-8 1-16,14-6-2 16,14-11 0-16,6 0 2 15,5-3-12-15,1-11 8 16,-6 2 2-16,-11 2-4 15,-4 4 8-15,-9 6-4 16,-5 0 0-16,-6 4 2 16,-5 15-7-16,-2 6 5 15,0 8 0-15,-13 3 3 16,-7 3 2-16,-5-3-2 0,-3-2-3 16,-1-7 3-16,1-6 6 15,4-7-9-15,3-8 0 16,3-4 13-16,3-2 0 15,-2 0 20-15,1-2-17 16,0-8-16-16,3 0 22 16,10-1-22-16,3 1-10 15,0-5-80-15,10-6-231 16</inkml:trace>
  <inkml:trace contextRef="#ctx0" brushRef="#br0" timeOffset="-204859.85">21952 13347 224 0,'0'0'209'15,"0"0"-84"-15,0 0-117 16,0 0 19-16,0 0-25 16,103-42 2-16,-75 39 15 15,2 1-19-15,0 2 2 16,1 0-2-16,2 0-92 16,-3 0-74-16,3 0-137 0</inkml:trace>
  <inkml:trace contextRef="#ctx0" brushRef="#br0" timeOffset="-203916.21">21275 13171 70 0,'0'0'199'16,"-87"56"-147"-16,36-15 21 0,-4 3 32 16,2 4-39-16,5 5-14 15,9 6 1-15,9 8-36 16,12 11 4-16,5 4 26 16,9 4-13-16,4 1-9 15,0 2-25-15,20 0 0 16,10-2 4-16,8-8-3 15,10-3-1-15,11-4 0 16,8-6 3-16,11-9-4 16,10-8 1-16,11-12 0 15,7-12 14-15,3-14-13 16,2-11-1-16,2-11 3 16,0-25 0-16,4-12 2 0,-7-11-5 15,-3-8 0-15,-13-8 0 16,-12-6 0-16,-16-4 0 15,-15-6 0-15,-11-4 6 16,-14-2-4-16,-10-5-2 16,-15-1 0-16,-1 3 0 15,-4 0 0-15,-20 13-1 16,-9 10 1-16,-13 8 0 16,-25 10-10-16,-19 10 8 15,-28 10 2-15,-21 13-11 16,-14 12 11-16,-3 11-2 15,9 3 0-15,20 17-39 0,21 19-9 16,23 5-85-16,26 0-244 16</inkml:trace>
  <inkml:trace contextRef="#ctx0" brushRef="#br0" timeOffset="-190464.62">11043 17685 113 0,'0'0'59'16,"0"0"40"-16,0 0-52 15,-91-18-22-15,74 16 13 16,1-3-17-16,5 2 5 16,-1 0-24-16,6 3-2 15,3-3 19-15,-1 2-12 16,4-1 12-16,0 2-2 16,0 0-16-16,0 0 11 15,0-3-11-15,3 3 5 16,9-7 22-16,7 3-8 0,6 1-3 15,11 0-6 1,9-2-10-16,9 1 9 0,7 1-10 16,9-1 0-16,2-1 1 15,9 2 0-15,7-5-1 16,8 2 0-16,5-3 1 16,11-2-1-16,9 2 0 15,6-3 0-15,3 2-3 16,-2-3 4-16,-1-1-1 15,-5 0 0-15,0 2 2 16,-1 2-1-16,6 3-1 16,0-3 0-16,1 3-3 15,3-1 6-15,-4 0-3 0,-3-1 0 16,-6-1 0-16,-5-1 0 16,2 2 0-16,3-1 0 15,3 2-2-15,4 3 3 16,-1 0-1-16,-2 1 0 15,2 2 1-15,-3-3-2 16,-5 0 1-16,-1 1 0 16,1-1 2-16,2-3 0 15,6 2-4-15,15-3 2 16,5-1 0-16,5-2-3 16,5 0 3-16,-9-2 0 15,-9 2-1-15,-4 5 2 16,-7-3-1-16,2 4 0 15,6-1 1-15,3 0-4 0,5 2 3 16,3 1 0-16,-1-4-2 16,-7 2 5-16,-4 0-3 15,0-1 0-15,-2-1 0 16,7-1 0-16,4 1 0 16,1-1 0-16,1 4-1 15,-3-1 3-15,-11 5-2 16,-6-4 0-16,-2 5 0 15,0-5 2-15,7-2-2 16,9-2-1-16,4-1-1 16,5-2 4-16,-1 0-2 15,-10 2 0-15,-9-2 0 16,-5 2 1-16,-2 2-1 0,-1-1 0 16,3 0-2-1,1 0 4-15,0-4-3 0,2-2 1 16,-2-5 0-16,-2-1-1 15,-7 2 1-15,0 1 0 16,-1 4 2-16,5 2-2 16,2-2 3-16,5 2-3 15,7-1 0-15,-3 4 10 16,5-2-10-16,-2 2 0 16,-6-3 2-16,-4 3 2 15,1 0-3-15,-1 3-1 16,5-4 0-16,0 3 0 15,0-2 0-15,-5 4 0 0,-4 0 0 16,-10-2 2-16,-12 2-2 16,-16-3 0-16,-10 1 0 15,-11-3 2-15,-8-4 3 16,-6 4-5-16,-3-2 32 16,3 5-9-16,3 0-11 15,1 2-12-15,3 0 4 16,-5 2-3-16,-10 1-1 15,-5 1 0-15,-11 1 2 16,-2 0 4-16,-8-2-3 16,-3 2 4-16,-2-2 7 15,-4 0 47-15,2 0-39 0,-3 1-6 16,2-1 4 0,-2 2-19-16,1 0 8 0,-1-2-9 15,0 1 1-15,0 1 3 16,0-3-4-16,0 1 0 15,0-1 5-15,0 0-3 16,0 3 1-16,0 0-3 16,0 0 0-16,0 0 0 15,0 0 0-15,0 0-3 16,-1 9-4-16,-7 7-15 16,-5 2-57-16,-12 3-5 15,-2-3-28-15,-19-5-128 16</inkml:trace>
  <inkml:trace contextRef="#ctx0" brushRef="#br0" timeOffset="-188847.43">16531 13911 126 0,'0'0'17'0,"-3"114"-12"15,6-48 11-15,18 3 23 16,4 3-6-16,3 4 8 16,2 7-22-16,-5 6 16 15,-1 12 66-15,-4 9-40 16,-3 7-9-16,2 1-8 16,2 0-17-16,0-8 28 15,1-1-47-15,2-3 0 16,1-2 26-16,0-4-30 15,-1 5 7-15,-7 3-11 16,-3 0 6-16,-1-2-2 16,-2-7-4-16,8-4 0 15,4-6 2-15,8 3 3 16,6-6-5-16,0-2 0 16,-2 0 0-16,-9-3-3 0,-6 0 3 15,-11 0 0-15,-8-6-8 16,-1-8 11-16,0-12-4 15,-4-11 1-15,1-8 0 16,3-5 1-16,0 1-1 16,0-3 0-16,10 3 3 15,2 2-1-15,5 2 1 16,0 1-3-16,1 2 2 16,0-2 5-16,-4 2-7 15,-5-3 0-15,-2-5 0 0,-7-3 3 16,0-9-1-1,0-8-2-15,0-5 1 0,0-4 24 16,0-2-14 0,0 0-4-16,0 0 4 0,0 0-11 15,0 0 0-15,0 1 0 16,0 4-27-16,0 2 0 16,0 2-57-16,-13-4-138 15</inkml:trace>
  <inkml:trace contextRef="#ctx0" brushRef="#br0" timeOffset="-188166.83">16676 17532 311 0,'0'0'61'0,"0"0"82"15,0 0-75-15,-91-29-36 16,67 24-5-16,4 2-16 16,1-2 3-16,8 3 0 15,8-3 1-15,3 3 13 16,0-3-27-16,0 1-1 16,16-2 5-16,8-5-2 0,9 1 3 15,4-2-4-15,3-1-1 16,8-3 25-16,1 3-23 15,5-1 1-15,1 3 14 16,-2 6-14-16,-6 5 2 16,-7 0-6-16,-10 13 0 15,-9 10-2-15,-9 13 2 16,-9 7 0-16,-3 4 8 16,0 0-7-16,-3-1 5 15,-4-4-6-15,2-6 0 16,2-3 0-16,-2-8 0 15,1-4-35-15,-2-4-23 0,-5-10-31 16,0-5-142-16</inkml:trace>
  <inkml:trace contextRef="#ctx0" brushRef="#br0" timeOffset="-187701.34">16645 17720 392 0,'0'0'135'15,"0"0"-17"-15,0 0-66 16,0 0-24-16,0 0-28 16,0 0 0-16,79-66 2 15,-21 57-2-15,10-5 0 16,7 2 6-16,-1-3-5 0,-6-2 9 16,-10 3-10-16,-16 3 0 15,-8 7 4-15,-13 2-4 16,-12 2-2-16,-9 2-2 15,0 15 4-15,-15 9 8 16,-9 4-5-16,-1 4-1 16,4-5 8-16,7 0-8 15,8-6-2-15,6-6 1 16,0-11 2-16,11-4-6 16,16-2 0-16,7-10-12 15,5-11 14-15,2-6-7 16,-5-1 8-16,-4 0 0 15,-7 2 3-15,-8 2-2 16,-7 4-1-16,-10 8 0 0,0 2 26 16,-13 6-19-16,-17 1-5 15,-14 3 1-15,-9 0 1 16,-13 0 19-16,-7 15-23 16,5 7 2-16,8 2-9 15,20 2-26-15,17-11-90 16,20-8-243-16</inkml:trace>
  <inkml:trace contextRef="#ctx0" brushRef="#br0" timeOffset="-187541.4">17258 17548 607 0,'0'0'80'15,"0"0"13"-15,0 0-93 16,0 0-43-16,0 0-136 16</inkml:trace>
  <inkml:trace contextRef="#ctx0" brushRef="#br0" timeOffset="-185252.52">18804 16919 189 0,'0'0'73'15,"0"0"3"-15,0 0-11 0,0 0 15 16,0 0-10 0,0 0-31-16,20-61-18 0,-20 60 8 15,0 1-5-15,0 0-18 16,0 0-6-16,0 12 5 15,0 24 2-15,0 20-5 16,0 16-2-16,0 10 15 16,0 5-12-16,0-2-6 15,0-9-14-15,0-16-198 16</inkml:trace>
  <inkml:trace contextRef="#ctx0" brushRef="#br0" timeOffset="-184602.77">18481 17506 355 0,'0'0'147'16,"0"0"-72"-16,0 0-32 15,0 0-36-15,64-86-6 16,-34 69 8-16,1 1-2 16,-1 6 9-16,-3 3 3 15,-3 7-4-15,-3 0 29 16,-3 21-17-16,-1 11-5 15,-3 11 11-15,-5 6-23 16,-6 6 0-16,-3-1-10 16,0-1 4-16,-5-7-11 15,-6-6-18-15,0-10-58 0,3-12 27 16,1-10-34-16,3-8-14 16,1 0 15-16,-3-16-190 15</inkml:trace>
  <inkml:trace contextRef="#ctx0" brushRef="#br0" timeOffset="-184186.75">18565 17720 155 0,'0'0'36'16,"0"0"3"-16,0 0-20 15,0 0 3-15,0 0 26 16,0 0 101-16,-12-15-78 16,36 6-40-16,4 0-11 15,3-1 8-15,2-2-28 16,4 1 0-16,-4-3 5 15,0 2-4-15,1-1 0 0,-3 0-1 16,-1 1 0-16,-6 0-4 16,-9 2 4-16,-6-2-14 15,-6-3 7-15,-3 3-1 16,0 2 8-16,0 0 0 16,0 4 1-16,0 5 48 15,0 1-24-15,0 1-20 16,0 16-3-16,0 7-2 15,4 7 8-15,2 1 7 16,0 2-13-16,-1-1 15 16,-2-6-17-16,-3-5 0 15,0-5 6-15,0-8-6 16,-9-2 7-16,-6-3 9 0,-4 0-5 16,-6-2 11-1,-2 3-22-15,-5-2 0 0,-1 3-2 16,1-5-51-16,0-1-70 15,4 0-271-15</inkml:trace>
  <inkml:trace contextRef="#ctx0" brushRef="#br0" timeOffset="-183987.51">18902 17512 376 0,'0'0'122'0,"0"0"-71"15,0 0-35-15,80-53 23 16,-53 46-32-16,3 2 3 16,4 0-4-16,6-1-5 15,5 0-1-15,2-1 0 16,3 0-68-16,-4-5-132 16</inkml:trace>
  <inkml:trace contextRef="#ctx0" brushRef="#br0" timeOffset="-183067.12">20344 16765 267 0,'0'0'60'0,"0"0"-11"16,0 0-28-16,0 0 2 16,0 0 5-16,0 0 12 15,-32 89-22-15,32-60 11 0,3 7 11 16,16 12-13 0,3 5 10-16,-1 9-26 0,-5 2-8 15,0-6 9-15,-6-4-11 16,-6-10-2-16,-4-13-65 15,-1-15-320-15</inkml:trace>
  <inkml:trace contextRef="#ctx0" brushRef="#br0" timeOffset="-180373.76">20165 17495 111 0,'0'0'102'16,"0"0"-49"-16,0 0-40 15,0 0 8-15,0 0 11 16,0 0 40-16,10-25 25 15,-7 21-66-15,2-4 26 16,-2 1-12-16,1-2-28 0,-2 3 21 16,-2 0-38-16,0-1 1 15,0 3 10-15,0-2-8 16,0-4-3-16,0 1 0 16,0-1 2-16,0 0 1 15,-3 3-3-15,-8 3 0 16,-1 1 0-16,-8 3 0 15,-7 0 0-15,0 3 0 16,-1 11 1-16,3 3-2 16,3 0 1-16,8-3 0 0,6 3-1 15,8-3 1 1,0 3-1-16,18 0 0 16,13 2 2-16,8 1 0 0,7-1-1 15,4-3 0-15,2-2 0 16,-10-2 1-16,-8 0-1 15,-12-2 0-15,-11-2 3 16,-7 1-7-16,-4 0 4 16,-6 3 0-16,-13-1 7 15,-10-1-6-15,1-2 2 16,1-2-3-16,1-1 0 16,9-4 3-16,0-1-3 15,5 0 0-15,1 0 3 16,3-7 1-16,2-3-4 15,3-6 0-15,3-1 0 0,0-4-11 16,0-3 9-16,12-2-24 16,7-3 10-16,4-2 9 15,2 0 4-15,5 1 2 16,0 4-20-16,0 0 21 16,-3 6-19-16,-8 6 13 15,-2 4 4-15,-7 6-2 16,-4 4 3-16,-2 0-3 15,-2 4 2-15,1 17-3 16,0-1 7-16,0 9-2 16,4 2 14-16,2 1-7 15,2-3 5-15,3-2-12 0,0-7 4 16,4-7 6-16,1-10-5 16,7-3-5-1,3-22 42-15,3-14-30 0,-2-9-3 16,-10-7-9-16,-9 3 1 15,-11 2-1-15,-2 10 0 16,-24 8 0-16,-13 12 5 16,-8 14-5-16,0 3 0 15,1 14-1-15,13 13-64 16,13 2-249-16</inkml:trace>
  <inkml:trace contextRef="#ctx0" brushRef="#br0" timeOffset="-178908.37">22034 12896 101 0,'0'0'59'16,"0"0"16"-16,0 106-52 15,0-74-8-15,0-7 5 16,0-8-20-16,15-9 11 16,9-8 18-16,10 0 21 0,18-21-9 15,20-16-41 1,11-14 0-16,3-11 9 16,-3-6-6-16,-13 3 41 0,-15 4 24 15,-12 13-30-15,-13 11 0 16,-12 11-38-16,-8 11 0 15,-10 12-6-15,0 3-49 16,-4 1-149-16,-12 15 39 16</inkml:trace>
  <inkml:trace contextRef="#ctx0" brushRef="#br0" timeOffset="-178754.62">22795 12753 595 0,'0'0'29'0,"0"0"-29"0,0 0 7 16,0 0 3-16,0 0-10 15,0 0-5-15,-60 39 0 16,42-22-218-16</inkml:trace>
  <inkml:trace contextRef="#ctx0" brushRef="#br0" timeOffset="-175479.43">21900 16677 94 0,'0'0'91'0,"0"0"4"15,0 0-1-15,0 0-9 16,0 0-18-16,0 0-11 16,0 0-38-16,0 0-4 15,-75-28 11-15,68 25-25 16,-2 3 0-16,0-1 3 0,-2 1-1 15,4 0-1-15,-1 0-1 16,-2 0 0-16,3 0 1 16,-1 0 3-16,2 0-4 15,4-1 38-15,-1-2-5 16,0-2-14-16,3 0-10 16,-1 0 15-16,0 0 20 15,-1 4-35-15,2 1-2 16,0 0 2-16,0 4-5 15,7 16-6-15,9 12 2 0,3 8 0 16,0 16 1 0,2 13-1-16,-2 2 0 0,-3 4 0 15,-2-6 0-15,-2-13-49 16,-3-6-29-16,2-11 1 16,-7-9-82-16,-4-12-163 15</inkml:trace>
  <inkml:trace contextRef="#ctx0" brushRef="#br0" timeOffset="-174797.24">21712 17519 351 0,'0'0'170'0,"0"0"-68"16,0 0-60-16,0 0-19 0,0 0 5 16,0 0-18-16,-3-68-3 15,3 54-7-15,0 0 0 16,-3 2 3-16,-5 1-3 16,-1 5 0-16,-3-1 4 15,-4 6-3-15,-2 1 0 16,2 0-1-16,4 10 0 15,6 7-6-15,6 0 6 16,0 5 0-16,9 4-2 16,12-1 8-16,5 1-6 15,4-4 0-15,2 0 0 16,-1 0 0-16,0-3 0 16,-5-2 0-16,-5 0 1 15,-8 0 4-15,-8-8-6 16,-5 5 1-16,-2-3 0 0,-19-2 13 15,-7-2-11-15,-2-2 5 16,0-5 7-16,2 0-4 16,1 0 3-16,4 0-13 15,8-4 0-15,8-8 14 16,7-4-14-16,1-4-12 16,22 0-41-16,2-4 23 15,4-1 22-15,-3-1-12 16,4-2 18-16,-1 3-7 15,-1 3 9-15,0 3-18 16,-5 1-94-16,-2-1-149 0</inkml:trace>
  <inkml:trace contextRef="#ctx0" brushRef="#br0" timeOffset="-174482.07">22058 17355 375 0,'0'0'128'0,"0"0"-91"16,0 0-28-16,0 0 37 16,0 0-16-16,10 90-14 15,1-62 16-15,-2-1-16 16,-3 2 10-16,-2-9 5 16,0 1-8-16,-2-4 17 15,-202 64 2 95,185-75-169-110,5-6-123 15</inkml:trace>
  <inkml:trace contextRef="#ctx0" brushRef="#br0" timeOffset="-174248.65">22086 17345 307 0,'0'0'93'0,"0"0"28"16,0 0-60-16,100-73-36 15,-55 59-18-15,1 4 7 16,0 0-14-16,-5 4 0 16,-10 1 1-16,-12 5-1 15,-8 0 0-15,-11 5-42 16,0 7-99-16,-2-2-89 16</inkml:trace>
  <inkml:trace contextRef="#ctx0" brushRef="#br0" timeOffset="-174090.4">22443 17210 353 0,'0'0'120'16,"0"0"-69"-16,0 0-51 16,0 0-2-16,0 0 0 15,0 0-103-15,9-8-147 16</inkml:trace>
  <inkml:trace contextRef="#ctx0" brushRef="#br0" timeOffset="-171766.5">15653 17174 112 0,'0'0'73'0,"0"0"-20"16,0 0-12-16,0 0-16 15,0 0-14-15,0 0 17 16,-12-56-5-16,12 46 35 15,-3 1-12-15,0 3-7 16,-3 0-4-16,3 0-18 16,-2 2-1-16,4-1 11 15,0-2-16-15,-1 2-3 16,2-3-8-16,0-1 5 16,-1 0 8-16,1 3-12 0,0 1 7 15,0 2 13-15,0 2-13 16,0 1-2-16,0 0-6 15,5 0 0-15,9 4 1 16,-2 9-1-16,0 5 0 16,-2 7 7-16,-2 8-7 15,-2 9 14-15,-3 14 25 16,0 6-20-16,-2 2 14 16,2-3-33-16,1-7 0 15,3-12 5-15,-1-11-2 16,1-11-3-16,2-8 0 15,-3-10 3-15,4-2-6 0,1 0 3 16,1-10-46-16,-3-2-12 16,-6 0-12-16,-3 3-128 15</inkml:trace>
  <inkml:trace contextRef="#ctx0" brushRef="#br0" timeOffset="-170383.62">15486 17655 277 0,'0'0'93'0,"0"0"36"15,0 0-72-15,0 0 17 16,0 0-18-16,0 0-20 16,-87-70 38-16,77 70-68 15,0 14-4-15,-4 13 3 16,-1 8-1-16,5 10 33 16,5 3-27-16,5 8-8 15,0 3 14-15,14 0-15 16,6 7-1-16,4-6 5 0,-1-4-3 15,1-12 2-15,-5-18-4 16,-4-14 0-16,0-12 4 16,-3-9 1-16,1-25-5 15,-4-11 6-15,-3-8-6 16,-6-3 3-16,0 9-3 16,-9 10 0-16,-10 11-5 15,-2 6 5-15,6 7 0 16,0 5 0-16,9 4 4 15,5 4-4-15,1 0 0 16,11 0-37-16,19 0 29 0,11 0-60 16,4-1 0-1,2-6 46-15,-5-3 21 0,-5-1-7 16,-10 0 9-16,-6 4-1 16,-10 0 44-16,-6 7 1 15,-5-3 9-15,0 3-21 16,0 0-33-16,0 0 0 15,0 3-1-15,0 11 1 16,5 8 2-16,1 5-1 16,1 4-1-16,-1 4 1 15,1-2 4-15,0 0 8 16,-3 0-13-16,1-7 0 16,-2-2 10-16,-3-5-5 0,0 4-5 15,0 0 0-15,-5 1 4 16,-10-1-1-16,-1-7-3 15,-1-6-8-15,2-3 6 16,5-7-64-16,5 0-5 16,5-13-31-16,0-23-189 15,9-9-84-15</inkml:trace>
  <inkml:trace contextRef="#ctx0" brushRef="#br0" timeOffset="-170227.94">15901 17780 80 0,'0'0'165'15,"0"0"-46"-15,0 0 36 0,0 0-60 16,0 0-44-16,44-72-39 16,-14 63-11-16,3 4 9 15,-2-4-10-15,0 1 0 16,-4 5-4-16,-3-6-32 16,-6 2-76-16,-6 0-110 15</inkml:trace>
  <inkml:trace contextRef="#ctx0" brushRef="#br0" timeOffset="-169448.78">13997 17277 205 0,'0'0'36'16,"0"0"61"-16,0 0 30 15,0 0-67-15,0 0-25 16,0 0-34-16,0-19 5 15,0 38 1-15,0 3 2 0,0 0 30 16,0-2-24 0,0 2-4-16,0-5 19 0,8 6-21 15,4 2 20-15,1 8-9 16,-1 4-18-16,0 6 17 16,1 3-19-16,-5 1 0 15,1 3-3-15,-2-4-54 16,-4-10-126-16,-3-9-309 15</inkml:trace>
  <inkml:trace contextRef="#ctx0" brushRef="#br0" timeOffset="-168751.69">13999 17766 446 0,'0'0'23'0,"0"0"75"16,0 0-30-16,0 0-34 15,-84-25 28-15,74 25-7 16,2 5-36-16,-1 10 1 16,5 10-7-16,1 2 13 15,3 9-9-15,0 3-15 16,10 14 23-16,10 10-25 16,6 9 0-16,1 3 5 15,5-7-3-15,-1-16 0 16,-5-18-2-16,-1-17 0 15,-3-16 4-15,-3-1-4 16,0-24 0-16,-2-17 7 0,-5-8-5 16,-4-4 1-16,-8 4-3 15,0 8 0-15,-8 9-2 16,-10 8 2-16,-5 5-1 16,-3 7 0-16,-1-2-2 15,4 5-2-15,6 1-3 16,7 1 8-16,8 2-7 15,2-6 6-15,0 1-15 16,18-3 8-16,7-2 0 16,4 3 5-16,4 2-11 15,2 3-12-15,-3 2 22 16,-6 4-9-16,-5 1 13 16,-7 0-3-16,-5 6 6 15,-2 8-4-15,-4 5 1 16,0 6 0-16,2 4 14 0,0 2-9 15,5 3-5-15,3-2 6 16,-1-1-5-16,3-4 5 16,-2-12-6-16,0-7 0 15,3-8 3-15,1-6-2 16,0-21-1-16,-2-11 6 16,-2 0-5-16,-7-2 0 15,-6 4-1-15,0 3 0 16,-10 6 3-16,-22 7-3 15,-11 3 0-15,-8 12 6 0,2 4-3 16,14 1-3-16,14 4 0 16,12 13-12-16,6 5-1 15,3 2-114-15,0-1-33 16,7-6-217-16</inkml:trace>
  <inkml:trace contextRef="#ctx0" brushRef="#br0" timeOffset="-168035.4">12082 17434 147 0,'0'0'50'15,"0"0"-25"-15,0 0 22 16,0 0-1-16,0 0-16 16,0 0 22-16,30-28-2 15,-24 28-24-15,1 0 2 16,-1 0-11-16,3 11 6 16,-1 10 26-16,-1 7-15 15,-2 9 0-15,-1 4-19 16,1 5-15-16,-2-2 13 15,1 3-13-15,0-1 0 16,4 0-4-16,1-6-46 0,2-4-169 16</inkml:trace>
  <inkml:trace contextRef="#ctx0" brushRef="#br0" timeOffset="-167737.28">12318 17849 563 0,'0'0'112'15,"0"0"-31"-15,0 0-15 16,0 0-59-16,0 0-1 16,0 0-6-16,-57 62 0 15,56-28 7-15,1 10-7 16,0 7 0-16,11 4 1 16,5-1 2-16,1-7-2 15,-3-17-1-15,1-13 1 0,-8-9 8 16,-2-4-6-16,-4-4-3 15,-1 3 17-15,0 4-15 16,0 2 8-16,-13 8-10 16,-8 0 2-16,-1 3-2 15,2-4 0-15,2-8-51 16,9-8-49-16,4 0-8 16,5-25-147-16</inkml:trace>
  <inkml:trace contextRef="#ctx0" brushRef="#br0" timeOffset="-167270.71">12404 17844 347 0,'0'0'53'0,"0"0"58"15,0 0-46-15,0 0-61 16,0 0-2-16,0 0 8 15,75-50-8-15,-63 50 11 16,-4 5-13-16,0 6 4 16,-1-1 0-16,-2 0-4 15,1-1 0-15,0-2 2 16,3-3 3-16,-2-1-5 16,2-3 0-16,1 0 0 15,1 0 0-15,-2 2 6 0,-1 1 15 16,-2 2 16-16,1 4 3 15,2 5 28-15,0 5-18 16,3 7-41-16,-2 8 22 16,1 7-31-16,-2 7 0 15,-6 1 6-15,0-3-2 16,-3-5 0-16,0-15-4 16,0-7 2-16,0-13 8 15,-6-2-8-15,-6 2-2 16,-3-5 10-16,-3-1-5 15,1 0-2-15,0 0-3 0,2-11-13 16,1-3 11-16,10-11-156 16,4-8-44-16,0-15-318 15</inkml:trace>
  <inkml:trace contextRef="#ctx0" brushRef="#br0" timeOffset="-167083.84">12613 17720 468 0,'0'0'145'16,"0"0"-86"-16,0 0-29 15,0 0-29-15,87-46 6 16,-34 37-7-16,0-2 1 16,-3 5-2-16,-6 3 1 15,-4-1-3-15,-11 3-25 16,-9-2-159-16</inkml:trace>
  <inkml:trace contextRef="#ctx0" brushRef="#br0" timeOffset="-156838.75">10848 17481 319 0,'0'0'137'15,"0"0"-47"-15,0 0-62 16,0 0-26-16,0 0-2 0,0 0-6 15,0 0 6-15,0 0 3 16,57-9-3-16,-36 7 0 16,2 1 4-16,-3-2-2 15,0 3 13-15,-1 0-15 16,0 0 0-16,3 0 3 16,2 0-3-16,8 0 0 15,4 0 0-15,9 0 0 16,4 0-1-16,8-14-30 15,6 0-3-15,3-1 31 16,-2-4-19-16,-4 4 17 16,-6 0 4-16,-11 4 2 15,-6 1 16-15,-2 4-11 16,-3 2-2-16,7 1 10 0,-2-1-14 16,4 1 0-16,2-2 0 15,0-2-2-15,2-1-3 16,-3-3-21-16,-3 3 11 15,-2-1 10-15,-1-3 3 16,1 2 2-16,-1 1 0 16,0-4 1-16,0-1-1 15,-1 2 0-15,2-5 0 16,-1 0 0-16,2-2 1 16,3-3-2-16,0-3 1 15,5 0 0-15,6-3 0 16,6 2 0-16,5-1 0 15,3-1 0-15,-4 0 0 0,0-1 0 16,-3 0 0-16,-4 3 1 16,-4-2 2-16,-8 0-2 15,-3 1-1-15,-4 1 20 16,1-1-20-16,1 0 3 16,2 0-3-16,0-1 5 15,5-3-5-15,6-1 0 16,2 0 0-16,3-4-5 15,2-2-2-15,-3-3-3 16,-1-5-6-16,-5-3-11 16,-3 0 25-16,-7 1-4 0,-3 3 6 15,-7 1 15-15,-2 0-5 16,-1-2 9-16,1-4-10 16,0-1-9-16,1-4 11 15,2 4-11-15,0 4 0 16,-2 0 4-16,-1-1-1 15,-2-2 17-15,-4 2 22 16,-1-6-20-16,0 1 14 16,0 1-24-16,-1 0 3 15,-1 1 13-15,0 1-27 16,0-2 6-16,4 0-7 16,2-7 5-16,4-1-3 15,5-3-2-15,3-3 0 16,-2-7 17-16,-1-1-7 0,-6 6 22 15,-6 8 14-15,3 9-30 16,-7 7 17-16,0 1-33 16,2 3 0-16,-2 0 1 15,2-4 0-15,2 1-2 16,-1-3-1-16,2 0 2 16,0 0-15-16,0 6 15 15,-1 5 0-15,-1 6-9 16,-5 5 6-16,-4 4-8 15,-4 6 1-15,-3-3 10 16,-2 2-3-16,1-2 3 16,1-1 0-16,1 1-1 0,2 0 4 15,2 3-6 1,3 0 3-16,0-2-5 0,7 1-6 16,1-4-7-16,5-1-10 15,5-4 25-15,3 1-4 16,-1 2 5-16,-1 0 2 15,0 6 0-15,-1 1-7 16,-1 2 7-16,1 5-5 16,0-3-1-16,1 0 3 15,7-7-6-15,3-2-1 16,4-6 9-16,1-2-10 16,-1-1 11-16,-4 0 0 15,-3 3 1-15,-4 0 1 0,-1 7-1 16,3 3-1-1,5 0 1-15,3 3-2 0,7 1 1 16,-2 3 0-16,-5 0-2 16,-7 2 6-16,-7 3-5 15,-6 3 1-15,-8 0 0 16,1 0-2-16,-6 0 2 16,2 5 0-16,-2 4 2 15,-1-1 1-15,2-1-5 16,0 0 2-16,3-3 0 15,4-1 5-15,4-3-5 16,3 0 0-16,1 0 8 0,2 0-4 16,-1 0 4-1,0 0-6-15,7 0 0 0,5 0 34 16,2 0-19-16,4 0-12 16,-6 0 13-16,2 0-18 15,0 3 5-15,0 4-5 16,4 0 2-16,-1 0-2 15,1-2 0-15,-1-2 0 16,2 1 0-16,0-1 4 16,1 2-4-16,0 3 0 15,-1 1 0-15,-3 2 2 16,0 2-2-16,-4 1 0 16,-2 3 13-16,-3 3-13 15,-2 2 5-15,1 1-5 16,2 0 0-16,1-2-1 0,5 1 1 15,1-2 0-15,5-2 6 16,1 1-3-16,7 0 10 16,-1 1-7-16,1 0-4 15,2 0 21-15,-3 4-23 16,5-2 0-16,3 2 2 16,4 2 2-16,2 0-4 15,1 2 0-15,0 2 0 16,-3 4 2-16,-1 0-2 15,1 2 0-15,0 4 2 16,-3-1 2-16,0-1-5 16,-3-1 1-16,-3-4 0 15,-5 1 2-15,-3-2-2 16,-6 2 0-16,-1 2-3 0,-6 1 10 16,-2 1-11-16,-1 2 4 15,-2 0 0-15,-3 4-4 16,0 3 4-16,-1-2 0 15,0-2-3-15,-1-2 9 16,-2-3-9-16,-3-4 3 16,-2-2 0-16,1-4-1 15,-2-1 1-15,-1 0 0 16,2 0 1-16,-1-2 4 16,2-3-8-16,3 1 3 15,2-2 0-15,6-1 2 0,1 2-2 16,4 0 0-1,5 2 0-15,-2 0 4 0,0 2-5 16,-1 2 1-16,-3-2 0 16,-5 0-7-16,-1 3 7 15,-2-1 0-15,1-1-1 16,3 1 6-16,6-2-5 16,1 1 0-16,8-1 0 15,7-1 4-15,1 1-4 16,4-2 0-16,-1-1 0 15,-3-1 4-15,-6 2-4 16,-4-3 0-16,-5 5 0 0,3-1-5 16,-1 4 5-1,1 5 0-15,4 0-2 0,3 3 7 16,4 1-6-16,1-1 1 16,-1-1 0-16,-4-5-1 15,-2 1 1-15,-2-1 0 16,-2-2 0-16,-3 1 4 15,1-2-2-15,1-1-2 16,4-4 0-16,5-6 2 16,8-1-2-16,5-5 0 15,5-3 0-15,-1-1 4 16,-7-1-3-16,-8 0-1 16,2 4 0-16,-1-4-4 15,4 2 4-15,6 1 0 16,3-1 0-16,2-3 1 0,-4 1 0 15,-2-2-1-15,-6 0 0 16,-3-1-1-16,-5 3 3 16,0 0-2-16,-2 2 0 15,-5 1 0-15,5 1 1 16,-2-1-1-16,6-1 0 16,8-3-2-16,3-3 5 15,4-2-3-15,2 0 0 16,-1 0 0-16,-2-7 13 15,-4-1-5-15,-2 2 2 16,-9 0 29-16,-5 2-39 16,-7 3 3-16,-5-2-3 15,-4 3 6-15,-7 0-6 16,-5 0 0-16,-8 0-10 0,-6 0 10 16,-2 0-70-16,-2 0-93 15,0 0-32-15,-16-11-122 16</inkml:trace>
  <inkml:trace contextRef="#ctx0" brushRef="#br0" timeOffset="-156715.79">23114 16361 639 0,'0'0'67'16,"0"0"-44"-16,0 0-23 15,0 0-62-15,0 0-272 0</inkml:trace>
  <inkml:trace contextRef="#ctx0" brushRef="#br0" timeOffset="-155432.29">15046 15095 469 0,'0'0'3'16,"0"0"28"-16,-61 84-22 16,39-62 4-16,2-4 7 15,2-7-19-15,7-8 7 16,5-3-2-16,2 0-4 15,4-14 4-15,0-11-6 0,5-4-75 16,10-2 73-16,-1 3 4 16,-3 5-4-16,1 5 2 15,1 7 0-15,-8 6 10 16,2 5 7-16,-1 0-3 16,1 5 1-16,3 12-6 15,6 9 20-15,6 6-28 16,5 5 6-16,8 1-14 15,8-9-11-15,-2-12-188 16</inkml:trace>
  <inkml:trace contextRef="#ctx0" brushRef="#br0" timeOffset="-155216.91">15653 14950 595 0,'0'0'41'16,"0"0"2"-16,0 0-22 16,-79 55-20-16,55-18 4 15,3-3 0-15,6-6-5 16,5-11-2-16,5-12-1 16,5-5-41-16,0-10 35 15,2-22-117-15,17-8-183 0</inkml:trace>
  <inkml:trace contextRef="#ctx0" brushRef="#br0" timeOffset="-155114.47">15653 14950 267 0,'-63'-64'67'16,"86"57"86"-16,-5 7-74 16,1 15-56-16,-5 24 1 15,0 12-24-15,-2 9 0 16,2 2 0-16,1-7-95 16,2-20-89-16</inkml:trace>
  <inkml:trace contextRef="#ctx0" brushRef="#br0" timeOffset="-154903.2">16109 14797 618 0,'0'0'49'16,"0"0"-43"-16,0 0 2 15,-59 80 42-15,29-39-44 16,0-3-2-16,6-7-3 15,8-10 4-15,5-11-10 16,6-10-31-16,3 0-21 16,2-24-41-16,0-15-385 15</inkml:trace>
  <inkml:trace contextRef="#ctx0" brushRef="#br0" timeOffset="-154766.74">16033 14760 430 0,'0'0'108'0,"0"0"-30"16,0 0-66-16,0 0 11 0,78 106-10 15,-65-53-3-15,-2 5-10 16,-1-3 0-16,5-7-7 16,2-11-56-16,6-14-119 15,1-19-79-15</inkml:trace>
  <inkml:trace contextRef="#ctx0" brushRef="#br0" timeOffset="-154603.35">16525 15037 541 0,'0'0'125'0,"0"0"-106"16,0 0-7-16,0 0-2 0,-49 98 30 15,10-51-30 1,-4 7 1-16,-7 1-11 0,2-2-13 16,0-5-26-16,3-14-178 15</inkml:trace>
  <inkml:trace contextRef="#ctx0" brushRef="#br0" timeOffset="-154437.78">16233 15336 752 0,'0'0'34'16,"0"0"4"-16,0 0-27 16,0 0-6-16,0 0-1 15,6 83-3-15,-6-38-1 16,-3 7-2-16,3-1-22 15,0-10-126-15,24-15-189 0</inkml:trace>
  <inkml:trace contextRef="#ctx0" brushRef="#br0" timeOffset="-153433.6">16482 15810 669 0,'0'0'31'0,"0"0"46"16,0 0-73-16,0 0 3 15,0 0-4-15,-25 101-1 16,-5-46-2-16,0-9 3 16,3-7-7-16,7-12 4 15,6-15-32-15,5-12 14 16,9 0 7-16,0-31 3 15,3-12-78-15,17-15-79 16,2-6 14-16,3 6 3 16,-2 6 148-16,-1 19 89 15,-3 11 33-15,-4 12 14 0,0 10-50 16,-6 6-68-16,-1 27 9 16,-7 17-25-16,-1 12 1 15,0 9 8-15,0-3-8 16,3-4 0-16,12-11-3 15,7-14-127-15,2-20-271 16</inkml:trace>
  <inkml:trace contextRef="#ctx0" brushRef="#br0" timeOffset="-153097.57">16789 16290 670 0,'0'0'1'0,"0"0"27"0,0 0-4 16,-86 102 6-16,55-61-14 16,-1 2-16-16,-3-5 8 15,2-5-8-15,2-9 0 16,1-8-4-16,4-8 4 16,2-5-39-16,4-3 19 15,0-15-45-15,5-7-130 16,4-9 84-16,10-1 111 15,1 3 111-15,6 5 62 16,15 7-82-16,2 8 2 16,6 9-65-16,0 3-15 0,-1 20-13 15,0 9 0 1,-5 5 0-16,-9-2 0 0,-4-3-33 16,-3-5-52-16,-7-11-1 15,0-14-128-15</inkml:trace>
  <inkml:trace contextRef="#ctx0" brushRef="#br0" timeOffset="-152794.73">15429 15786 771 0,'0'0'42'16,"0"0"-35"-16,0 0-7 16,-16 111 2-16,-12-46 0 15,-5 0-2-15,-3-8-30 16,3-15-24-16,6-11-15 15,8-16 8-15,7-13-23 16,9-2-18-16,3-29-42 0</inkml:trace>
  <inkml:trace contextRef="#ctx0" brushRef="#br0" timeOffset="-152645.14">15280 15925 286 0,'0'0'35'0,"0"0"93"16,0 0-22-16,0 0-44 15,0 0-57-15,0 0 5 16,34 19-7-16,-31 26-3 15,-1 3 2-15,1-1 2 16,1-7-4-16,5-6 0 16,2-8-11-16,-1-9-63 15,-3-12-168-15</inkml:trace>
  <inkml:trace contextRef="#ctx0" brushRef="#br0" timeOffset="-152417.57">14691 16566 218 0,'0'0'39'0,"0"0"22"16,0 0 10-16,0 0 47 16,0 0-9-16,0 0-62 15,-23 7-24-15,23-2-23 16,0 3 0-16,0 4 4 15,9 11-2-15,12 10-2 16,0 3-26-16,2-2-238 16</inkml:trace>
  <inkml:trace contextRef="#ctx0" brushRef="#br0" timeOffset="-151491.84">17147 17861 124 0,'0'0'82'0,"0"0"-11"16,0 0-37-16,0 0 23 15,0 0 11-15,0 0-6 16,23-51-38-16,-23 46-6 16,0-1 5-16,0 4-20 15,0 0-3-15,0 1 0 16,0 0-8-16,0 1-55 16,0 0-98-16</inkml:trace>
  <inkml:trace contextRef="#ctx0" brushRef="#br0" timeOffset="-149628.56">17167 14800 26 0,'0'0'19'15,"0"0"15"-15,0 0-34 16,0 0-9-16</inkml:trace>
  <inkml:trace contextRef="#ctx0" brushRef="#br0" timeOffset="-149454.78">17318 14522 219 0,'0'0'162'0,"0"0"32"0,0 0-97 15,25-74-16 1,-25 74-7-16,0 0-74 0,0 18 0 16,0 9-2-16,4 6 4 15,5 6 0-15,5-3-2 16,2-1-1-16,6-4-8 16,1-5-61-16,1-1-9 15,3-14-99-15,-2-10-176 16</inkml:trace>
  <inkml:trace contextRef="#ctx0" brushRef="#br0" timeOffset="-149088.47">18196 14532 624 0,'0'0'36'16,"0"0"7"-16,-115-23-21 16,62 40-22-16,2 18 12 15,4 5-12-15,10 4 0 16,9-4 0-16,9-8 0 16,8-16-13-16,6-12 0 15,5-4 12-15,0-22-16 0,19-11 17 16,11-7-42-1,1-1-1-15,7 7 18 0,0 10 25 16,-1 7 14-16,2 14 12 16,0 3 17-16,1 13-43 15,-4 23 3-15,1 22 8 16,1 17-6-16,2 13-5 16,2-1 0-16,5-14-123 15,5-23-192-15</inkml:trace>
  <inkml:trace contextRef="#ctx0" brushRef="#br0" timeOffset="-148908.67">19087 14867 684 0,'0'0'74'0,"0"0"-28"0,0 0-46 15,0 0-4-15,-52 91 4 16,10-34 9-16,-6 10-8 15,-3 1 2-15,1-5-3 16,10-8-83-16,2-15-4 16,-5-15-214-16</inkml:trace>
  <inkml:trace contextRef="#ctx0" brushRef="#br0" timeOffset="-148730.14">18120 15380 526 0,'0'0'68'15,"-85"-14"-14"-15,50 14-21 16,12 0 31-16,3 0-45 16,7 0-14-16,1 14 4 15,3 6-4-15,3 5-8 16,3 1 3-16,3 1-79 16,0-7-41-16,15-10-188 15</inkml:trace>
  <inkml:trace contextRef="#ctx0" brushRef="#br0" timeOffset="-148572.44">18119 15529 345 0,'0'0'181'0,"0"0"-160"0,0 0-20 15,0 0 32-15,0 0 4 16,0 0-13-16,-3 89 8 16,-2-59-32-16,-5 6 0 15,3 4-1-15,0-2-17 16,1-9-135-16,3-15-143 15</inkml:trace>
  <inkml:trace contextRef="#ctx0" brushRef="#br0" timeOffset="-148388.45">18178 15813 398 0,'0'0'22'0,"0"0"21"15,0 0-3-15,79 88-16 0,-57-64 43 16,3-2-18-16,3 0-36 15,2-3 8-15,7 0-21 16,-3-3 0-16,2-5-3 16,-2-7-86-16,1-4-170 15</inkml:trace>
  <inkml:trace contextRef="#ctx0" brushRef="#br0" timeOffset="-148251.33">19165 15840 492 0,'0'0'78'16,"0"0"-16"-16,0 0-38 16,0 0 2-16,0 0-6 15,0 0-20-15,33 40-17 0,-36-7-65 16,-11-8-273-16</inkml:trace>
  <inkml:trace contextRef="#ctx0" brushRef="#br0" timeOffset="-148067.89">19644 15780 596 0,'0'0'47'16,"0"0"2"-16,0 0-40 16,0 0-8-16,0 0 1 15,0 0-4-15,-70 106-1 16,41-64-86-16,2-9-76 0,6-13-114 15</inkml:trace>
  <inkml:trace contextRef="#ctx0" brushRef="#br0" timeOffset="-147690.59">18436 16375 94 0,'0'0'99'16,"0"0"92"-16,0 0-19 16,0 0-92-16,0 0-22 15,0 0 17-15,-82 0-44 0,50 0-7 16,-6 11-15-16,-11 5-7 16,-9 7 2-16,-2-3-4 15,8-3 0-15,13-3-9 16,21-8-21-16,16-6-55 15,2 0 9-15,22-20-83 16,12-6-105-16,8-6 179 16,-1 0 85-16,1 1 244 15,-8 6-63-15,-4 7-87 16,-10 8-40-16,1 10-32 16,5 0-15-16,3 23-7 15,8 7 0-15,9 7-7 16,8-1-38-16,9-8-73 15,2-9-126-15</inkml:trace>
  <inkml:trace contextRef="#ctx0" brushRef="#br0" timeOffset="-147538.54">19337 16218 482 0,'0'0'92'15,"0"0"-9"-15,0 0-82 16,0 0-1-16,0 0 1 15,7 95-1-15,-25-50-24 16,7-8-175-16,11-7-237 16</inkml:trace>
  <inkml:trace contextRef="#ctx0" brushRef="#br0" timeOffset="-147386.89">20026 16123 674 0,'0'0'11'15,"0"0"104"-15,0 0-63 16,0 0-38-16,0 0-10 16,0 0-4-16,-40 48-91 15,-8-4-57-15,-4-12-298 16</inkml:trace>
  <inkml:trace contextRef="#ctx0" brushRef="#br0" timeOffset="-137700.12">497 14093 264 0,'0'0'81'15,"0"0"14"-15,0 0-13 0,0 0-8 16,-19-82-36-16,13 66 6 16,3-1-8-16,-2 1-13 15,2 1 7-15,3 1-30 16,-3 2 0-16,3 0 19 15,0 0-16-15,0 4 8 16,0 2-7-16,0-1 0 16,0 3 25-16,0-2-24 15,0 3-2-15,0-2 30 16,0 3-20-16,0 2-1 16,0 0-12-16,0 0 3 15,0 5-15-15,11 19 12 0,11 12-1 16,2 13-4-16,1 11 9 15,-1 6-5-15,-3 4 1 16,-4-5 0-16,2-6 2 16,-6-11-2-16,-1-9 0 15,-1-12 0-15,-5-11 5 16,-3-6-10-16,-3-9 4 16,0-1 0-16,0-4-27 15,0-13-64-15,-11-4-51 16,-8-4-106-16</inkml:trace>
  <inkml:trace contextRef="#ctx0" brushRef="#br0" timeOffset="-137445.91">303 14268 268 0,'0'0'85'16,"0"0"42"-16,0 0-21 15,0 0-79-15,0 0-25 16,0 0 8-16,-7 0-1 16,32 0-9-16,14-2 43 15,10-11-28-15,0-4 10 16,2-5-12-16,-5-5-7 16,-4 2 10-16,-5 0-16 0,0 5-12 15,-5 7-12 1,-4 7-79-16,-11 6-35 0,-16 5-159 15</inkml:trace>
  <inkml:trace contextRef="#ctx0" brushRef="#br0" timeOffset="-137067.48">616 14850 420 0,'0'0'141'15,"0"0"-9"-15,0 0-4 16,0 0-74-16,0 0-22 16,0 0-27-16,11-28-2 15,23 6-3-15,11-7 0 16,2-1 2-16,3 1-2 16,-4 4-5-16,-6 0-17 15,-7 6-48-15,-9 2-25 0,-16 4-27 16,-8 1-180-16</inkml:trace>
  <inkml:trace contextRef="#ctx0" brushRef="#br0" timeOffset="-136771.63">867 13706 712 0,'0'0'5'16,"0"0"64"-16,0 0-19 16,0 0-44-16,0 0-6 15,80 5-3-15,-47 52 3 16,0 12-3-16,-2 13 5 15,-4 10-2-15,-6 4 1 16,-3-8-1-16,-3-11-42 16,-3-19-53-16,-3-21 1 15,-6-20-159-15</inkml:trace>
  <inkml:trace contextRef="#ctx0" brushRef="#br0" timeOffset="-136384.68">1295 13984 757 0,'0'0'31'16,"0"0"17"-16,0 0-48 15,0 0-5-15,46 100 5 16,-23-42 12-16,-1-3-10 16,3-7 16-16,-1-11-18 15,-6-14 0-15,-3-8 9 16,-9-10-6-16,-6-2-3 0,0-3 14 15,0 0 12 1,-24 0 34-16,-15-12-60 16,-14-2 0-16,-10-1-9 15,8-2 5-15,16-1-13 0,15-5 8 16,22-9 4-16,6-9-4 16,37-10-2-16,22-8-2 15,15-5 1-15,10-4 5 16,1 4 7-16,-7 2-1 15,-13 7 4-15,-19 16-4 16,-20 17 1-16,-18 20-10 16,-12 2-73-16,0 31-72 15,-28 12-11-15,-9 9-205 16</inkml:trace>
  <inkml:trace contextRef="#ctx0" brushRef="#br0" timeOffset="-134437">15557 17403 42 0,'0'0'89'16,"0"0"47"-16,0 0-64 15,0 0-3-15,0 0-23 16,0 0 11-16,-23-12 17 15,18 4-30-15,1-1-15 16,-2 0 0-16,-2-1-5 16,2 0-4-16,0 1 26 15,0-2-31-15,3 5 30 16,2 1-42-16,1 4 23 16,0 1-11-16,0 0-12 0,0 0-6 15,4 0-7 1,13 6-48-16,7 6-9 0,7 1-31 15,5-5-136-15</inkml:trace>
  <inkml:trace contextRef="#ctx0" brushRef="#br0" timeOffset="-132488.57">2211 13355 359 0,'0'0'136'0,"0"0"-91"16,0 0-3-16,0 0 11 15,0 0-23-15,0 0-5 16,0 0-25-16,-28-5 0 16,25 10 12-16,-2 12-7 15,2 8-5-15,0 11 11 0,3 8-2 16,0 13 22-16,0 18-24 15,8 6-3-15,6 8 12 16,1-5-16-16,3-6 0 16,0-10 2-16,-1-7 2 15,3-11-8-15,3-16 4 16,4-18-88-16,6-16 6 16,-2-13-218-16</inkml:trace>
  <inkml:trace contextRef="#ctx0" brushRef="#br0" timeOffset="-132105.8">2448 13464 635 0,'0'0'32'16,"0"0"-24"-16,0 0 5 15,0 0-15-15,-27 98 2 16,27-39 0-16,12 9 1 16,5 2 4-16,6-7-2 15,1-10-3-15,-1-16 0 16,-4-15 1-16,-1-13 2 16,-6-9-3-16,-3 0 8 0,1-21 4 15,-1-10 8 1,-4-9-20-16,-5-3 0 0,0-1-7 15,-27 4 9-15,-6 9-2 16,3 10 0-16,2 8 2 16,11 8-1-16,6 5-1 15,3 0 0-15,5 6-10 16,3 16 5-16,0 7-36 16,0 0-99-16,0-8-184 15</inkml:trace>
  <inkml:trace contextRef="#ctx0" brushRef="#br0" timeOffset="-131798.59">2690 13462 711 0,'0'0'37'16,"0"0"-37"-16,0 0-11 15,0 0 11-15,55 99 0 16,-30-62 0-16,5 0 2 16,2-2-2-16,0-9 0 15,-7-8 18-15,-8-6-15 16,-4-8 14-16,-10-4 10 16,-3 0-19-16,0 0 25 15,0 11-33-15,-11 7 0 0,-8 2 1 16,-4 3-1-1,-1-5-106-15,4-4-18 0,-1-7-117 16,4-7-93-16</inkml:trace>
  <inkml:trace contextRef="#ctx0" brushRef="#br0" timeOffset="-131610.25">2791 13453 390 0,'0'0'148'15,"0"0"-30"-15,0 0-28 16,0 0 25-16,0 0-96 16,0 0-17-16,50-74 4 0,-15 62-6 15,8 0-7 1,0 1-38-16,4 5-66 0,-7 2 41 16,-9 2-196-16</inkml:trace>
  <inkml:trace contextRef="#ctx0" brushRef="#br0" timeOffset="-131388.59">3240 13479 620 0,'0'0'125'16,"0"0"-23"-16,0 0-65 15,0 0 0-15,0 0-37 16,0 0-6-16,53-63 4 16,-29 60-54-16,3 1-72 15,-4-3-52-15</inkml:trace>
  <inkml:trace contextRef="#ctx0" brushRef="#br0" timeOffset="-131137.35">3395 13159 603 0,'0'0'70'0,"0"0"7"15,0 0-38-15,0 0-23 16,0 0-16-16,0 0-1 16,94-4-5-16,-60 31 11 15,-5 3-7-15,1 1 2 16,-11 1 0-16,-3 4-5 15,-8 2 5-15,-7 2-1 16,-1 4-3-16,0 2 8 16,-3-3-8-16,-10-6-50 15,-3-11-80-15,-1-13-224 16</inkml:trace>
  <inkml:trace contextRef="#ctx0" brushRef="#br0" timeOffset="-130706.65">3393 13518 611 0,'0'0'101'16,"0"0"16"-16,0 0-77 16,0 0-30-16,0 0-7 15,0 0 12-15,109-88-15 16,-56 60-8-16,7-5-13 16,-2-4-58-16,0-1 1 15,-4-2 2-15,-7 5 6 16,-16 4 3-16,-20 7 42 15,-11 8 25-15,0 6 46 16,0 4-23-16,-12 3 15 16,0 3-11-16,2 0-24 0,2 0 8 15,5 18-11 1,3 11 0-16,0 13 4 0,0 4 1 16,0 6 18-16,0-4 2 15,0-6-10-15,0-9 23 16,9-10-36-16,0-6 4 15,-3-3 23-15,0-7-21 16,-2-2 7-16,-4-2-15 16,0-3 3-16,0 0 20 15,0 0-14-15,-13 0 1 16,-14 0-10-16,-11 0-2 16,0 6-1-16,1 5-18 0,4-2-72 15,6-2-34-15,8-7-421 16</inkml:trace>
  <inkml:trace contextRef="#ctx0" brushRef="#br0" timeOffset="-130536.66">3802 13193 674 0,'0'0'30'0,"0"0"92"15,0 0-42-15,0 0-75 16,0 0-5-16,0 0 0 15,27-36-31-15,18 25 30 16,16-7-57-16,6-9-71 16,-1-4-91-16</inkml:trace>
  <inkml:trace contextRef="#ctx0" brushRef="#br0" timeOffset="-130256.47">4156 12835 672 0,'0'0'16'0,"0"0"-29"15,80 75 13-15,-57-22 0 0,-8 10 11 16,-4 10 3-16,-3 4 7 15,1 5-21-15,-1 4 5 16,-3 3 1-16,-5 3-4 16,0-3-4-16,-10-2-4 15,-10-12-67-15,-2-18-182 16</inkml:trace>
  <inkml:trace contextRef="#ctx0" brushRef="#br0" timeOffset="-129724.59">4763 13132 607 0,'0'0'87'15,"0"0"-60"-15,0 0-26 16,0 0 3-16,0 0-4 16,0 0 0-16,-18 5 1 15,24-5 3-15,25-2 29 16,10-12-9-16,11-6-10 15,6-2 5-15,5-3-16 16,1 0-3-16,0-1 0 16,-4 1-24-16,-8 1-3 15,-17 7-38-15,-12 0-4 0,-14 5 18 16,-9 5-36-16,-6 3-25 16,-21 3-130-16</inkml:trace>
  <inkml:trace contextRef="#ctx0" brushRef="#br0" timeOffset="-129546.78">5142 12889 203 0,'0'0'199'15,"0"0"6"-15,0 0-111 16,0 0-71-16,0 0-15 16,0 0 4-16,82 0-12 15,-39 19 0-15,8 3 8 16,-5-1-4-16,-3-3-4 0,-9-4 0 16,-11-4 7-1,-8-1-3-15,-8 3-4 0,-7 0 0 16,0 8 1-16,-14 2-1 15,-6-1-15-15,2-9-46 16,5-7-120-16</inkml:trace>
  <inkml:trace contextRef="#ctx0" brushRef="#br0" timeOffset="-129041.32">5711 12431 645 0,'0'0'70'16,"0"0"-70"-16,0 0 8 16,0 0-8-16,-1 73 4 15,4-27 6-15,12 8 25 0,7 6-24 16,1 0 0-16,6-1-11 15,1-3 4-15,3-7 0 16,1-15-4-16,2-14-10 16,2-17 9-16,3-3-15 15,-5-23-10-15,-9-8-9 16,-12-5 35-16,-13 2-11 16,-2 4 11-16,-17 7 0 15,-23 3 3-15,-10 5-1 16,-3 8-2-16,7 5 0 15,16 2 0-15,15 0-11 16,13 8-68-16,2 6-213 0</inkml:trace>
  <inkml:trace contextRef="#ctx0" brushRef="#br0" timeOffset="-128386.9">6299 12393 225 0,'0'0'112'16,"0"0"-3"-16,0 0-16 16,0 0-14-16,0 0-26 15,-16-78-18-15,5 65 50 16,2 4-39-16,3 5-26 16,-2 4-3-16,2 0-17 15,-5 0 0-15,-4 7-6 16,3 9 6-16,-1 4-5 15,4 1 5-15,6 4 0 0,3 2-4 16,0 1 8 0,1 3-7-16,20-1 3 0,7-3 0 15,7 0-3-15,8-4 3 16,2-1 0-16,-6-5 2 16,-6-2 2-16,-7-3-5 15,-8 2 1-15,-7-2 0 16,-5-1-7-16,-6 0 7 15,0 1-1-15,0 0-2 16,-15-3 6-16,-6 2 6 16,-6-4-1-16,-4 0-1 15,-4-4 36-15,-2-3-40 16,4 0 0-16,5 0 15 16,4-13-13-16,11-6 17 15,7-5-22-15,6-12 2 0,0-8 1 16,16-4-3-16,14-6-7 15,1 6 5-15,-1 9-17 16,0 7 11-16,-15 11-17 16,-5 8-5-16,-10 8 27 15,0 3-84-15,-13 2-87 16</inkml:trace>
  <inkml:trace contextRef="#ctx0" brushRef="#br0" timeOffset="-128209.73">6439 12446 546 0,'0'0'84'0,"0"0"-13"16,0 0-14-16,0 0-57 16,0 0-9-16,0 0-84 15,-22 48-194-15</inkml:trace>
  <inkml:trace contextRef="#ctx0" brushRef="#br0" timeOffset="-121649">303 15437 230 0,'0'0'65'16,"0"0"9"-16,0 0 11 0,0 0 13 15,0 0-44-15,0 0-1 16,0 0-5-16,0 0-40 15,-4-50 17-15,2 49 57 16,1-2-38-16,-1 3-21 16,1 0-5-16,1 0-18 15,-2 0 1-15,2 0-1 16,0 0-2-16,3 17-11 16,15 12 13-16,6 10-3 15,-3 11 1-15,1 6 4 16,-3 2 0-16,-5-3-2 15,1-6 0-15,-8-12-2 0,-1-13 2 16,-4-11-39-16,-2-10-10 16,0-3-52-1,-15-13 8-15</inkml:trace>
  <inkml:trace contextRef="#ctx0" brushRef="#br0" timeOffset="-121453.17">230 15595 566 0,'0'0'65'16,"0"0"-10"-16,0 0-47 16,0 0 13-16,91-19 31 0,-52 8-21 15,2-1-15 1,-3-2 18-16,-5 1-30 0,-3 0-2 16,-2 2 0-16,-9 4-2 15,-4 3 0-15,-7 3-139 16,-8-2-239-16</inkml:trace>
  <inkml:trace contextRef="#ctx0" brushRef="#br0" timeOffset="-121177.92">401 16118 371 0,'0'0'164'0,"0"0"-57"15,0 0-18-15,0 0-32 16,0 0-25-16,0 0-26 16,0 0-5-16,90-65 7 15,-53 41-8-15,7 0 0 16,0-2 0-16,0 2 0 15,-3 2-60-15,-8-3-84 16,-12 1-216-16</inkml:trace>
  <inkml:trace contextRef="#ctx0" brushRef="#br0" timeOffset="-120566.76">752 15441 144 0,'0'0'142'0,"0"0"-57"16,0 0-13-16,0 0 3 15,0 0 6-15,0 0-59 16,-27-24 17-16,20 18-15 15,-1 0-13-15,5 1 8 16,-1 0-18-16,1 1 3 16,3 1 31-16,0-5-31 15,7-3 2-15,20-6-5 16,12-1 3-16,4-3-1 0,0 3-3 16,-2 3 0-1,-7 9-3-15,-4 6 3 0,-5 0-4 16,-7 22-3-16,-1 15 5 15,-10 8-6-15,-7 9 8 16,0 4 0-16,0-3 6 16,0-6-6-16,-4-11 0 15,1-14 0-15,3-11 4 16,0-8-5-16,0-5 2 16,0 0-1-16,13-8 20 15,8-18-20-15,7-7-5 16,4-7-57-16,-1-5-64 15,9-2-90-15</inkml:trace>
  <inkml:trace contextRef="#ctx0" brushRef="#br0" timeOffset="-120217.55">1392 15157 200 0,'0'0'436'0,"0"0"-434"16,0 0 8-16,0 0 23 15,0 0-10-15,74 98 17 16,-47-59 12-16,3-4-37 16,0-3 2-16,0-4 1 15,-8-5-17-15,-7-5 8 16,-6-4-9-16,-9 0 0 16,0-4 9-16,-12 2-3 0,-16-1 1 15,-10-4-2-15,-7-5 0 16,-5-2 6-16,2 0-11 15,5-13 0-15,9-11 19 16,16-7-17-16,15-9 0 16,3-8-2-16,31-8-13 15,11-8 13-15,10-3-52 16,-1-2-19-16,-3 8 26 16,-6 9 4-16,-7 13-6 15,-11 16-67-15,-9 12-88 16</inkml:trace>
  <inkml:trace contextRef="#ctx0" brushRef="#br0" timeOffset="-119883.58">1869 14545 715 0,'0'0'63'0,"0"0"-63"0,0 0 0 16,-13 131 6-16,13-46-3 15,12 15 37-15,22 4-40 16,14-4 2-16,13-11 5 15,9-14-1-15,12-19-5 16,0-21-1-16,0-25-17 16,-1-10-18-16,-5-28-66 15,-2-20-160-15</inkml:trace>
  <inkml:trace contextRef="#ctx0" brushRef="#br0" timeOffset="-116901.46">2302 14486 454 0,'0'0'39'0,"0"0"54"0,0 0-92 16,0 0 6-16,0 0 14 15,0 0-14-15,0-7 3 16,0 8-4-16,0 12-3 16,0 6 38-16,0 3-22 15,0 6 1-15,7 6 12 16,5 6-31-16,3 6 6 15,3 5-7-15,7 7 6 16,-1-2-4-16,6-4-2 16,-6-13 0-16,1-18-6 0,1-13 6 15,-4-8 0 1,2-5 0-16,-9-19 4 0,-8-7-2 16,-7-4-2-16,0-1-16 15,-16 5 7-15,-17 6 5 16,-3 11 4-16,-1 5-4 15,9 9 4-15,10 0-11 16,10 0-50-16,8 9-151 16,0 2-96-16</inkml:trace>
  <inkml:trace contextRef="#ctx0" brushRef="#br0" timeOffset="-116603.62">2713 14648 492 0,'0'0'84'0,"0"0"-42"16,0 0-33-16,0 0 3 15,0 0-12-15,0 0 4 16,-6 89-3-16,23-62-1 16,5-8 0-16,2-11 9 15,1-8-5-15,-2-5 1 16,0-21-5-16,-8-4 7 15,-10-1 5-15,-5 3-12 16,-10 7 0-16,-13 5 3 16,-10 8 0-16,-8 8-5 15,0 0 2-15,9 4-10 16,14 9 6-16,16 2-80 0,2-2-94 16,9-2-36-16</inkml:trace>
  <inkml:trace contextRef="#ctx0" brushRef="#br0" timeOffset="-115843.78">2997 14526 613 0,'0'0'67'15,"0"0"-1"-15,0 0-41 16,0 0-13-16,110-65-24 15,-66 51-21-15,3-6-31 16,0-3-16-16,-4 1-40 0,-12-2 14 16,-7 3 56-16,-11 0 47 15,-8 1-3-15,-5 3 9 16,0 0-3-16,-11 3 71 16,-11 5-9-16,-3 4-18 15,-2 5-7-15,9 0-11 16,3 0 52-16,5 14-76 15,8 10 2-15,2 9 3 16,0 9-5-16,11 2 22 16,12-1 8-16,9-1-12 0,-1-6 52 15,4-3-21 1,-1-5-39-16,-8-5 18 0,-5-6-25 16,-10-4 7-1,-5-6-12-15,-6-3 2 0,0-3 6 16,0 1-2-16,-15-2-6 15,-18 0 8-15,-9 0-3 16,-7 0-5-16,3-10 0 16,10-9 4-16,14-5-9 15,19-8 5-15,3-3-18 16,28-7-16-16,14-5 1 16,4 0 27-16,-3 3 2 15,-4 4 4-15,-11 12-14 16,-11 8 5-16,-11 9 1 15,-2 6 4-15,-4 5-5 16,0 0-29-16,0 0-2 16,0 15 40-16,0 2-6 0,0 1 6 15,5 0 0-15,6 0 0 16,7 1 2-16,5-2 3 16,1-1-5-16,1-4 3 15,-1-4 5-15,-3-2-8 16,-2-6 0-16,-2 0 4 15,-1-2-2-15,-2-13-4 16,-7-6-9-16,-7-3-27 16,0 0 36-16,-17 4-11 15,-24 8 5-15,-11 5 1 0,-2 4 7 16,9 1 0 0,18 1 0-16,17 1-12 0,8 0-42 15,2 0-388-15</inkml:trace>
  <inkml:trace contextRef="#ctx0" brushRef="#br0" timeOffset="-115590.16">3594 13978 603 0,'0'0'38'16,"0"0"-26"-16,0 0 14 0,114 101 10 15,-73-38-17 1,-1 4-1-16,3-1 14 0,-4-6-32 16,-8-6 0-16,-10-7 5 15,-7-7 0-15,-10-7 2 16,-4-6-7-16,0-6 0 16,0-3 5-16,-7-4-5 15,-4-4-84-15,-2-8-164 16</inkml:trace>
  <inkml:trace contextRef="#ctx0" brushRef="#br0" timeOffset="-115038.45">4448 14280 547 0,'0'0'0'15,"0"0"-21"-15,0 0 21 16,0 0 0-16,0 0 0 15,0 0 0-15,60-17 46 0,-15-3-32 16,8-5-8-16,4-6 15 16,-2-2-14-16,-4-1 7 15,-11 5-14-15,-10 2 0 16,-9 6 3-16,-12 4-3 16,-9 6 0-16,0 0-1 15,-5 7-41-15,-20 2-28 16,-11 2-19-16,-4 0 63 15,7 3 26-15,8 0 0 16,16 1 104-16,6 0-29 16,3 3-75-16,0 4 11 15,0 6-8-15,9 3 10 0,8 0 30 16,3 1-41 0,-2-2 9-16,1 0 15 0,-4 0-20 15,0-1 6-15,-6-1-12 16,-5 1 0-16,-4 3 4 15,-1 5-4-15,-21 3-2 16,-1-1-66-16,-7-8-273 16</inkml:trace>
  <inkml:trace contextRef="#ctx0" brushRef="#br0" timeOffset="-114338.31">5113 13564 420 0,'0'0'6'16,"0"0"-6"-16,0 0 13 15,0 0-7-15,0 0-6 16,0 0 13-16,-88-27 7 16,60 48 28-16,4 5-1 15,6 2-26-15,5 6 6 16,10 0-27-16,3 2 0 0,0-2 6 15,3 2-3-15,15-6-2 16,7-12-1-16,9-13-50 16,2-5 0-16,-1-7-54 15,-6-13 17-15,-12-1 53 16,-13 2 34-16,-4 4 11 16,0 2 31-16,-13 2-1 15,4 5 41-15,1 3-51 16,5 3 81-16,2 0-34 15,1 3-71-15,0 22 0 16,4 14-7-16,10 12 0 16,4 16 10-16,-2 6-10 15,-1 2 0-15,-3-6 2 0,1-13 1 16,-5-19-5 0,-2-8 2-16,0-9-49 0,-6-11-32 15,2-9-258-15</inkml:trace>
  <inkml:trace contextRef="#ctx0" brushRef="#br0" timeOffset="-114022.65">5488 13651 695 0,'0'0'21'16,"0"0"-15"-16,0 0-11 15,-28 108 5 1,28-62 0-16,0-4-1 0,20-3 3 16,7 0-2-16,3-6 5 15,0-4-3-15,-2-4 45 16,-4-7-13-16,-9-5-13 16,-3-5 16-16,-6 0-35 15,-5-3-2-15,-1 2 0 16,0 1 5-16,-13 4-3 15,-20 4-2-15,-13 2-12 16,-14 2-7-16,-1 0-45 16,4-2 12-16,8-4-12 15,13-9-184-15</inkml:trace>
  <inkml:trace contextRef="#ctx0" brushRef="#br0" timeOffset="-113820.34">5498 13614 454 0,'0'0'177'0,"0"0"-115"16,0 0-36-16,81-85 17 16,-40 70-41-16,7 2-2 15,6 2 0-15,-3 2-39 16,-8 4-23-16,-12 4-131 15,-16 1-224-15</inkml:trace>
  <inkml:trace contextRef="#ctx0" brushRef="#br0" timeOffset="-109320.77">330 16719 206 0,'0'0'75'16,"0"0"-17"-16,0 0-37 15,0 0-17-15,0 0-4 16,0 0 0-16,0 0-6 16,12-32-9-16,-6 25 14 15,-2-3 1-15,1-2 0 16,-2-2 0-16,-3 1 37 15,0 3 4-15,0 1-19 16,0 5 47-16,0 2 16 16,0 0-53-16,0 1-31 15,0 1 5-15,0 0 19 0,0 0-25 16,0 0 29-16,0-3 14 16,-3 1-19-16,-2-1-1 15,1 1-4-15,1-1-17 16,0 3 11-16,3 0-13 15,0 0-1-15,0 0-7 16,0 8-2-16,6 15 4 16,13 7 6-16,7 9 0 15,2 4 3-15,2 3-2 16,0-1-1-16,-5-3 1 16,0-10 1-16,-4-6-4 15,-6-11-5-15,-3-8-75 16,-3-7 5-16,-8 0-121 0,-1-16-117 15</inkml:trace>
  <inkml:trace contextRef="#ctx0" brushRef="#br0" timeOffset="-109050.55">372 16758 263 0,'0'0'62'0,"0"0"4"15,0 0 35-15,0 0-18 16,0 0-19-16,0 0 5 16,0 0-25-16,-48 0 2 0,48 0-40 15,0 0 3-15,0 0 6 16,7-9-10-16,14-9 2 16,6-7-7-16,6-1 0 15,1 2 2-15,2 4-2 16,-3 2-3-16,-6 10-8 15,-6 8-120-15,-17 0-106 16,-4 14-222-16</inkml:trace>
  <inkml:trace contextRef="#ctx0" brushRef="#br0" timeOffset="-108623.63">572 17204 486 0,'0'0'100'0,"0"0"-26"16,0 0 2-16,0 0 16 15,0 0-84-15,0 0-8 16,30-42 0-16,4 17 8 15,7-3-7-15,0-4 1 16,-2 3 21-16,-4 0-23 16,-3 4 0-16,-7 4 0 15,-4 9-40-15,-5 1-79 16,-11 5-70-16,-5 3-214 16</inkml:trace>
  <inkml:trace contextRef="#ctx0" brushRef="#br0" timeOffset="-107811.85">906 16487 434 0,'0'0'82'16,"0"0"26"-16,0 0-67 16,0 0 17-16,-22-82-39 15,22 67-1-15,0 0 2 16,5 1-17-16,4 3-3 16,0 2 0-16,0 4 1 15,-1 4-6-15,1 1 5 16,-2 0-8-16,2 17 1 15,-5 6-18-15,-3 2 4 16,-1 4-1-16,0 0 10 16,0-5 9-16,0 0-9 0,0-5 12 15,0-2-3-15,4-2 3 16,17 1 0-16,5-1 1 16,7 4 1-16,2 0 32 15,-4 0-30-15,-1 1 0 16,-9 2 14-16,1 4-16 15,-7-3 0-15,-9 1-2 16,-3-5 6-16,-3-2 2 16,0-5-8-16,-3-1 0 15,-3-7 16-15,-2-3-12 16,-1-1 35-16,-2 0-3 16,-1 0-35-16,1-1 17 15,5-2-18-15,5 2-8 16,1 0-36-16,6-6-206 0,13-5-47 15</inkml:trace>
  <inkml:trace contextRef="#ctx0" brushRef="#br0" timeOffset="-107462.8">1316 16540 632 0,'0'0'86'0,"0"0"29"15,0 0-115-15,0 0-3 16,30 75-3-16,-2-31 7 16,2-1-1-16,-5-7 12 0,-4-9-9 15,-5-10 0-15,-8-8-3 16,-6-6 3-16,-2-1 5 16,0-2-2-16,0 0-5 15,-24 0 57-15,-17 0-53 16,-12-10 4-16,-5-4-9 15,1-5 2-15,18-3 1 16,12-3-3-16,18-5 0 16,9-5 8-16,2-8-7 15,23-4-2-15,8-6-26 16,4 0-44-16,-1 0 4 16,1 7-28-16,-6 11-46 15,-11 10 26-15,-4 10-74 0</inkml:trace>
  <inkml:trace contextRef="#ctx0" brushRef="#br0" timeOffset="-107146.78">1586 15836 671 0,'0'0'18'0,"0"0"47"16,0 0-65-16,0 0 0 16,-10 140 4-16,40-50 21 15,17 15 12-15,16 0-33 16,10-8-1-16,9-8 12 15,3-19-15-15,0-19 0 16,-3-22 3-16,1-17-3 16,-1-12 0-16,-4-12-78 15,-5-24-79-15</inkml:trace>
  <inkml:trace contextRef="#ctx0" brushRef="#br0" timeOffset="-104580.47">1932 15962 302 0,'0'0'184'0,"0"0"-93"16,0 0-12-16,0 0-31 16,0 0 25-16,0 0-8 15,-6-59-30-15,3 57-16 16,1 2 0-16,1 0-3 0,-1 0 5 15,1 0-21-15,1 0 4 16,0 7-18-16,0 13 14 16,3 11 0-16,15 10 0 15,12 2 5-15,4-1-10 16,3-8 5-16,-1-8-9 16,-2-9 0-16,-8-7-3 15,-8-1 10-15,-8-5-2 16,-4 1 1-16,-3-4 3 15,-3 6-12-15,0 3 9 16,0 5-6-16,-15 6 9 16,-15 4 0-16,-2 0 4 0,-3-3-3 15,3-5 5 1,9-5-6-16,2-7 0 0,9-5-10 16,6 0-11-16,6-11-9 15,0-13-111-15,15-8-62 16,2-2-140-16</inkml:trace>
  <inkml:trace contextRef="#ctx0" brushRef="#br0" timeOffset="-104116.69">1965 15899 563 0,'0'0'75'15,"0"0"-31"-15,0 0-8 0,0 0-24 16,0 0 33-16,85-63-8 16,-63 51-14-16,1 1-10 15,-1-2-13-15,5 0 0 16,-5 1 0-16,0 0 0 16,-11 5-3-16,-4 3-4 15,-7 4 3-15,0 0-1 16,0 0-14-16,-3 0 14 15,-6 4-8-15,1 6 13 16,5 2-9-16,3 0 1 0,8 3 8 16,15 5-4-16,8 5 4 15,3 2 0-15,-1 2-2 16,-3-2 2-16,-9-6 0 16,-8-2-1-16,-5-3 2 15,-7 0-9-15,-1-1 7 16,0-3 1-16,0 0 12 15,-1 0-8-15,-10-3-4 16,-3 1 3-16,-2 0 1 16,-4-1-8-16,-1-4-2 15,-1-5-95-15,1 0-20 16,10-12-52-16,-4-13-67 16</inkml:trace>
  <inkml:trace contextRef="#ctx0" brushRef="#br0" timeOffset="-103912.9">2208 15705 502 0,'0'0'119'0,"0"0"-54"16,0 0 18-16,0 0-22 15,0 0-61-15,0 0 4 16,55-79-5-16,-9 64 1 15,-1-1-5-15,4 4-31 16,-2 5-67-16,-6 2-73 16,-14 5-181-16</inkml:trace>
  <inkml:trace contextRef="#ctx0" brushRef="#br0" timeOffset="-103726.57">2487 15866 342 0,'0'0'311'16,"0"0"-291"-16,0 0 7 15,0 0-23-15,0 0 10 16,93-22-14-16,-57 11 5 16,2-6-10-16,1-6-111 15,-5-8-316-15</inkml:trace>
  <inkml:trace contextRef="#ctx0" brushRef="#br0" timeOffset="-102967.69">2946 15500 521 0,'0'0'174'0,"0"0"-63"16,0 0-31-16,0 0-21 15,0 0-25-15,0 0 1 16,-51-59-35-16,34 59 0 0,0 0-10 16,-4 4 10-1,4 12-7-15,5 0-6 0,7 4-29 16,5-4 39-16,0 4-27 16,5-1 30-16,14-1-11 15,0 0 12-15,3 1-1 16,1-3 0-16,-6 1 3 15,4-1-6-15,-4-1 3 16,-4 1 0-16,0-3-2 16,-6-1 2-16,-1-5 0 15,-3 1-1-15,-2-4 3 16,-1 0-7-16,0-3 5 16,0-1 0-16,0 0 18 15,-3 0-9-15,-14 0 10 16,-6 0-11-16,-4 0-7 0,3-2 20 15,5-7-21-15,7-1 0 16,3-3 4-16,9-6-4 16,0-6-6-16,3-8-23 15,15-5-23-15,4 1 31 16,1-1-44-16,-7 4-4 16,-1 4 61-16,-4 6-27 15,-4 2-22-15,-1 7-28 16,-3 2-52-16,-3 5-27 15,0 5 124-15,0 3 40 16,3 0 33-16,0 6-33 16,3 5 28-16,0 4 25 15,6-1 13-15,3-1 61 0,1 1-43 16,7-2-42-16,5 3 23 16,10-3-24-16,3 4 16 15,-4-3-29-15,-7 1-26 16,-8 1 11-16,-8-3-13 15,-4 0 0-15,-8 1 6 16,-2 0-2-16,0 0-4 16,-15 6 3-16,-6 3 0 15,-9-1 10-15,-3 0-13 16,5-5 0-16,0-2-3 16,7-5 1-16,3-9-125 15,10 0-35-15</inkml:trace>
  <inkml:trace contextRef="#ctx0" brushRef="#br0" timeOffset="-102783.87">2989 15349 336 0,'0'0'185'15,"0"0"-84"-15,0 0-35 16,-10-86-58-16,40 64-7 15,7 2 4-15,8 6-5 16,-3 1-28-16,-2 3-112 0,-13 1-164 16</inkml:trace>
  <inkml:trace contextRef="#ctx0" brushRef="#br0" timeOffset="-102517.08">3228 15005 587 0,'0'0'26'16,"0"0"-2"-16,0 0 2 15,111 79 7-15,-73-15 15 16,-2 15-21-16,-6 12-10 16,-5 2-11-16,-9-6-5 15,-2-8 14-15,-8-11-15 16,-3-11 0-16,-3-7 10 0,0-5-10 15,0-5 0 1,0-3 4-16,0-3-1 0,0-6-6 16,0-14-141-16,0-14-215 15</inkml:trace>
  <inkml:trace contextRef="#ctx0" brushRef="#br0" timeOffset="-101999.06">3913 15520 706 0,'0'0'35'16,"0"0"48"-16,0 0-77 16,0 0-5-16,0 0 12 15,0 0-9-15,43-30-4 16,-3 15 0-16,10-6 2 16,7-3-4-16,6-2 2 15,-3-4 0-15,-11 3 0 0,-14 5 5 16,-15 5-5-16,-15 8 0 15,-5 1 0-15,-2 2-10 16,-24 3-24-16,-10 3-43 16,-8 0 51-16,1 0-16 15,9 0 42-15,17 0 5 16,12 0 35-16,5 1 23 16,0 4-63-16,4 5 0 15,14 5 4-15,9 8 26 16,1 4-3-16,-1 2-27 15,-2-1 6-15,-7-3 1 16,-6-3-7-16,-6-5 0 0,-6 3 2 16,0 0 4-16,-16 6-4 15,-14 0-2-15,-6-6-95 16,-3-9-122-16</inkml:trace>
  <inkml:trace contextRef="#ctx0" brushRef="#br0" timeOffset="-101017.59">4717 14890 198 0,'0'0'85'0,"0"0"2"16,0 0-20-16,0 0 18 15,0-76-1-15,-12 57-44 16,0 4 16-16,-6 1-28 0,-2 6-1 16,-5 7 32-1,-3 1-59-15,-2 0 0 0,5 17 1 16,5 6-1-16,11 6-3 16,9 8-2-16,0 0 5 15,20-1-16-15,10-10-29 16,7-9 1-16,0-14-10 15,0-3-1-15,-7-13 37 16,-10-6 14-16,-10-1 4 16,-6 6 38-16,-4 2-13 15,0 5 13-15,0 1-1 16,-1 6-6-16,-2 0 23 16,1 0-25-16,2 9-29 15,0 14 2-15,0 12-2 16,14 8 0-16,7 7 1 0,-2 7 4 15,-1 5-5-15,-4-2 0 16,-4-4 0-16,-7-9-13 16,-2-11-74-16,-1-13-11 15,0-13-113-15</inkml:trace>
  <inkml:trace contextRef="#ctx0" brushRef="#br0" timeOffset="-100518.86">5145 14729 364 0,'0'0'101'16,"0"0"-45"-16,0 0 19 15,-27-75-43-15,12 61-7 16,-9 4 18-16,0 5-31 16,-1 5-8-16,-2 0 5 15,4 7-6-15,3 15-6 16,2 8 1-16,12 4 2 16,4 2-3-16,2 1 3 15,5-3 0-15,16-6-5 0,1-9 5 16,8-12-10-16,0-7-1 15,-3-4 11-15,-6-9-18 16,-5-2 18-16,-7 4 0 16,-9 4 3-16,0 2 11 15,0 2 33-15,0 3 19 16,0 0-50-16,-3 0-7 16,0 20-9-16,3 11 0 15,0 10-7-15,0 7 13 16,11-1-6-16,5-1 0 15,-2-2 0-15,1-7-15 16,-4-7-17-16,-3-3-21 16,-7-6 17-16,-1-1-84 15,0-9-151-15</inkml:trace>
  <inkml:trace contextRef="#ctx0" brushRef="#br0" timeOffset="-100319.75">5460 15015 606 0,'0'0'65'0,"0"0"47"16,0 0-2-16,0 0-96 16,0 0-14-16,0 0-62 15,0-31-54-15,1 33 59 16,5 3-84-16,-3-1-187 0</inkml:trace>
  <inkml:trace contextRef="#ctx0" brushRef="#br0" timeOffset="-97888.07">5819 14638 295 0,'0'0'49'0,"0"0"-15"16,0 0 12-16,0 0 29 15,0 0-26-15,0 0 16 16,0 0-33-16,4-66-20 15,-14 61 11-15,0 1-19 16,-1 4-4-16,-1 0 3 16,-3 0 0-16,2 13-6 15,-2 9 3-15,3 3 0 16,4 3-3-16,4 5 3 16,4-2 0-16,0 1-2 15,0-5-8-15,4-6-17 16,7-12-31-16,4-9 20 0,-2 0 27 15,2-17 12-15,-6 0-1 16,-3 1 6-16,-4 5 1 16,-2 2 61-16,0 2-11 15,0 3-24-15,0 3 43 16,0-1-27-16,0 2-38 16,0 0-11-16,0 5-2 15,0 11-4-15,-2 9 6 16,-1 2 0-16,0-3-2 15,2-2 2-15,-1-9 0 16,2-4 1-16,0-7 2 16,0-1 1-16,0-1-4 0,0 2 0 15,0-1-1 1,0 4 1-16,0-2 0 0,0 1-1 16,0 1 5-16,0 1-5 15,0 1 1-15,0-2 0 16,0 1 0-16,0-3 0 15,0-2 0-15,0 0 2 16,0-1 1-16,0 0 2 16,0 0-5-16,0 0 0 15,0 0 15-15,0 0-8 16,0 0-6-16,0-8 1 16,0-6 0-16,0-2-4 15,0-1-9-15,0 2-34 0,-4 2 31 16,2 2-38-1,-2 4 30-15,4 4 16 0,-2 3-14 16,2 0-44-16,0 0-142 16,0 0 92-16,0 0 109 15,0 0-34-15,0-1 38 16,0-12-1-16,0-6 4 16,0-3 13-16,0-2 1 15,0 2 30-15,2 3 2 16,-2 5-8-16,0 3-10 15,0 2-5-15,0 2-12 16,-5 2 4-16,-8-2-17 0,-4 3 3 16,-2-2 3-1,-5 0-5-15,-1 2-1 0,-2 0 8 16,2 3-5-16,7 1 5 16,6 0-8-16,4 1 0 15,4 10 0-15,2 4 3 16,2 4-3-16,0 8 12 15,6 2 10-15,12 8 5 16,5 4-27-16,4-2 7 16,1 0 0-16,3-4-6 15,4-9-1-15,0-3 3 16,1-4-1-16,-6-5-3 16,-9-3 1-16,-8 0 0 15,-8-5 0-15,-5 0 1 16,0 2-1-16,-3 1 28 0,-15 5 8 15,-6 0 18-15,-4-3-33 16,-2-1-15-16,7-5 34 16,1-1-27-16,4-4-2 15,2 0 1-15,2-7 0 16,4-12 9-16,4-13-21 16,6-14-14-16,0-12-6 15,16-13-73-15,10 0 39 16,0 7 26-16,0 12 28 15,-2 15-5-15,-4 17 5 16,-6 9 0-16,-5 8-10 16,-3 3-32-16,-6 4-108 0,0 14 53 15,0 4-38-15</inkml:trace>
  <inkml:trace contextRef="#ctx0" brushRef="#br0" timeOffset="-97702.67">6010 14630 539 0,'0'0'146'16,"0"0"-90"-16,0 0 15 16,0 0-3-16,0 0-68 15,0 0-10-15,0-17-68 0,-3 27-33 16,3-4-134-1</inkml:trace>
  <inkml:trace contextRef="#ctx0" brushRef="#br0" timeOffset="-97489.08">6168 14497 593 0,'0'0'63'0,"0"0"-45"16,0 0-8-16,0 0 33 15,0 0 35-15,0 0-36 16,0 104-38-16,0-43-3 0,3 9 2 16,1 6-1-16,4 0 3 15,7-4-5-15,-2-8-91 16,-1-15 19-16,-3-14-185 16</inkml:trace>
  <inkml:trace contextRef="#ctx0" brushRef="#br0" timeOffset="-97344.96">6472 14826 744 0,'0'0'56'0,"0"0"28"16,0 0-8-16,0 0-64 16,0 0-12-16,0 0-98 15,2 32-59-15,-2 1-140 16</inkml:trace>
  <inkml:trace contextRef="#ctx0" brushRef="#br0" timeOffset="-96823.35">4396 15823 389 0,'0'0'64'0,"0"0"104"15,0 0-94-15,0 0-37 0,-33-87 10 16,54 70-35-16,19-1-11 15,17-3-1-15,17-3 2 16,12 0 2-16,8 0-4 16,5 0 0-16,3-1-12 15,1 2-16-15,-2 0-16 16,-7 2 11-16,-17 6-18 16,-12 3-5-16,-23 8-62 15,-26 4 13-15,-16 4 11 16,-15 15-19-16</inkml:trace>
  <inkml:trace contextRef="#ctx0" brushRef="#br0" timeOffset="-96659.1">4733 15804 275 0,'0'0'175'0,"0"0"-87"16,0 0-61-16,0 0 30 15,0 0 44-15,0 0-66 16,75-24-16-16,-27 6-17 15,14-6 3-15,19 1-5 16,17-8 0-16,15-4-98 16,7-10-126-16</inkml:trace>
  <inkml:trace contextRef="#ctx0" brushRef="#br0" timeOffset="-96517.82">5841 15388 271 0,'0'0'133'16,"0"0"-83"-16,0 0 7 0,0 0 0 16,0 0-57-16,-82 75-17 15,54-55-308-15</inkml:trace>
  <inkml:trace contextRef="#ctx0" brushRef="#br0" timeOffset="-93842.75">11964 16531 81 0,'0'0'54'0,"0"0"17"16,0 0 8-16,0 0 19 16,0 0-59-16,0 0-39 15,-7-17 15-15,-4 15-11 16,4 1 16-16,1 1 8 16,3 0-17-16,2 0 1 15,1 0-12-15,0 0 0 0,-2 0-6 16,1 0 8-1,-1 4-2-15,2 9 0 0,0 3 3 16,0 5 7-16,0 5-4 16,0 7 5-16,2 9 16 15,5 8-27-15,2 2 1 16,3 4-1-16,4 3-25 16,-1-1-92-16,1-2-22 15,-2-1-18-15</inkml:trace>
  <inkml:trace contextRef="#ctx0" brushRef="#br0" timeOffset="-93688.87">12066 17349 82 0,'0'0'69'15,"0"0"-16"-15,0 0-2 0,0 0-11 16,101 81-24 0,-74-69 0-16,0 0-16 0,-8 3-23 15,-5-1-27-15,-8 3 19 16,-6 3 28-16,0 1-6 15,-9 2-127-15</inkml:trace>
  <inkml:trace contextRef="#ctx0" brushRef="#br0" timeOffset="-93525.98">12242 17730 384 0,'0'0'23'16,"0"0"53"-16,0 0-28 0,0 0 28 15,0 0 33-15,0 0-81 16,3 6-28-16,-3 1-26 16,0-1-44-16,0-3-186 15</inkml:trace>
  <inkml:trace contextRef="#ctx0" brushRef="#br0" timeOffset="-92745.71">11391 17258 277 0,'0'0'113'0,"0"0"15"16,0 0-84-16,0 0 0 15,0 0 13-15,0 0-26 16,0-14 5-16,0 14 12 16,0 0-20-16,-1 0 21 15,1 0-49-15,0 0 2 16,0 0 2-16,0 0 1 16,0 0-6-16,0 0 1 15,0 0 0-15,0 0 1 16,0 0-1-16,0 0 0 0,0 0 6 15,0 0-4-15,0 0 6 16,0 0-8-16,0 0 1 16,0 0-7-16,0 0 6 15,0 0-110-15,0 8 53 16,0 1-79-16,0-7-172 16</inkml:trace>
  <inkml:trace contextRef="#ctx0" brushRef="#br0" timeOffset="-90607.82">21661 15516 59 0,'0'0'236'16,"0"0"-222"-16,0 0 20 15,0 0 0-15,42 104 32 16,-36-62-40-16,-3 1-12 16,0 4 8-16,0 1-21 15,-3 2 6-15,0 4-7 16,0 1 1-16,0 2-12 16,0-7-98-16,0-3-213 15</inkml:trace>
  <inkml:trace contextRef="#ctx0" brushRef="#br0" timeOffset="-90435.14">21806 16448 62 0,'0'0'126'16,"0"0"-13"-16,0 0-52 16,0 0 31-16,0 0-4 15,0 0-27-15,67 32-44 16,-49-18-17-16,-6 3-11 15,-6 4-97-15,-6 1-238 16</inkml:trace>
  <inkml:trace contextRef="#ctx0" brushRef="#br0" timeOffset="-90247.63">21896 16757 66 0,'0'0'369'0,"0"0"-293"16,0 0 12-16,0 0 8 16,0 0 47-16,0 0-110 15,5 1-33-15,3 3-37 16,5-4-118-16,1 0-194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19:38.155"/>
    </inkml:context>
    <inkml:brush xml:id="br0">
      <inkml:brushProperty name="width" value="0.05292" units="cm"/>
      <inkml:brushProperty name="height" value="0.05292" units="cm"/>
      <inkml:brushProperty name="color" value="#FF0000"/>
    </inkml:brush>
  </inkml:definitions>
  <inkml:trace contextRef="#ctx0" brushRef="#br0">10936 7879 1 0,'0'0'0'16</inkml:trace>
  <inkml:trace contextRef="#ctx0" brushRef="#br0" timeOffset="105.49">10936 7879 37 0,'-59'-1'0'0</inkml:trace>
  <inkml:trace contextRef="#ctx0" brushRef="#br0" timeOffset="1452.55">10952 7846 38 0,'0'0'28'0,"0"0"38"15,0 0-14-15,0 0-29 16,0 0-1-16,0 0 16 16,0-5-4-16,0 4 24 15,0-3 23-15,0 1-30 16,0-3-11-16,-3 3 23 15,1-2-34-15,0 0 21 16,2 4-31-16,-2-2-10 0,1 3 9 16,0 0-18-1,1-3 0-15,0 3 4 0,0 0-4 16,0 0-4-16,0 0-7 16,0 0-8-16,0 0 17 15,0 0-1-15,0 0 3 16,0 0 10-16,0 0-4 15,0 0 28-15,-2-4-12 16,1 3-21-16,-1 1 17 16,2 0-14-16,-1 0-2 15,1 0 21-15,-2 0-10 16,1 0 4-16,1 0 2 16,-2 0-10-16,0 0 15 15,2 0-16-15,0 0-5 16,-2 0 12-16,2 0-14 0,0 0-1 15,0 0 0-15,0 0-12 16,4 0 9-16,24 0-42 16,22 0 45-16,24 1 8 15,25-1-8-15,22 0 0 16,12-3 0-16,13-7-13 16,-3-6 12-16,-10 2-27 15,-14 0 21-15,-16 3 3 16,-19 4-15-16,-17 0 19 15,-19 1-1-15,-14 2 6 0,-15 3-3 16,-11-1-2 0,-7 1 0-16,-1 1 16 0,0 0-2 15,0 0 14-15,0-1-2 16,0-1-6-16,-4 0-20 16,-11 0-7-16,-2 2-48 15,-7 0-29-15,-2 6-89 16,-1 3-39-16,2-4-134 15</inkml:trace>
  <inkml:trace contextRef="#ctx0" brushRef="#br0" timeOffset="1771.52">12092 7539 552 0,'0'0'56'16,"0"0"13"-16,0 0-10 15,0 0 0-15,0 0-59 16,0 0-10-16,26-49 10 16,20 49 0-16,6 0 0 15,0 14 0-15,-8 9 3 16,-8 6-4-16,-7 5 1 16,-7 5 0-16,-5 6 1 15,-5-1 3-15,-6-2-1 16,-4-7-3-16,-2-6 2 15,0-7 3-15,-2-4-5 0,-13 0 0 16,-16 0 2-16,-17 4-1 16,-15 1-1-16,-7 4 0 15,5 0-12-15,17 5-28 16,23-7-83-16,23-11-193 16</inkml:trace>
  <inkml:trace contextRef="#ctx0" brushRef="#br0" timeOffset="4849.64">13322 7096 472 0,'0'0'81'16,"0"0"17"-16,0 0 14 15,0-72-49-15,0 66-52 16,0 5 6-16,0 1-17 15,0 0 0-15,8 8 0 16,14 29-3-16,12 23-4 0,3 22 7 16,-10 18-1-1,-12 4-2-15,-12-1 3 0,-3-7-6 16,-2-8 6-16,-11-11 0 16,3-10 5-16,3-19-5 15,4-13 3-15,3-17-3 16,0-11 6-16,0-7-9 15,0-19 3-15,0-26-145 16,7-25-380-16</inkml:trace>
  <inkml:trace contextRef="#ctx0" brushRef="#br0" timeOffset="5183.51">13314 6852 540 0,'0'0'16'0,"115"-35"16"15,-54 35 38-15,2 25-33 16,-5 21-24-16,-9 8 4 16,-9 8-15-16,-14 4 7 15,-14 1-9-15,-11 0 0 16,-1 0 3-16,-9-3-3 15,-18-8 0-15,-10-3 13 0,-6-11-12 16,-7-7-1 0,-2-10 0-16,2-9 0 15,2-11 5-15,3-5-5 0,11 0-9 16,9-11-4-16,14-5-13 16,11 1-27-16,18-2-37 15,33-1-188-15,22-1 108 16</inkml:trace>
  <inkml:trace contextRef="#ctx0" brushRef="#br0" timeOffset="5815.73">13702 7417 56 0,'0'0'120'16,"109"-17"48"-16,-78 17-10 16,-5 0-66-16,-6 10-54 15,3 13-33-15,-2 11 20 16,-3 7 3-16,-8 4-4 16,-7-2-21-16,-3-3-3 15,0-8 0-15,0-10 14 0,0-6-14 16,-1-7 0-16,-1-6 5 15,1-3-4-15,-1 0 19 16,-1-3 82-16,0-17-69 16,-3-10-33-16,6-6-40 15,0 2-43-15,8-1 36 16,14 6 12-16,8 5 29 16,-4 7 3-16,-6 8 3 15,-6 6 30-15,-1 3-19 16,0 0-6-16,5 17-3 15,4 5 5-15,2 9 24 16,-4 3-31-16,4 2 5 0,-1 3 9 16,1-5-14-1,0-7 0-15,-1-8 1 0,0-12 2 16,0-7 3-16,2-2 12 16,-1-22 19-16,4-11 3 15,-2-12-40-15,-11-3-4 16,-15-5 2-16,-9-3-9 15,-27 0 4-15,-4 3 5 16,2 6 2-16,10 12-5 16,13 9 5-16,12 6-4 15,3 10 2-15,13 7-14 16,20 5 14-16,12 3 0 16,9 22 4-16,2 11-10 0,-2 9 8 15,-6 6 0 1,-4 2-4-16,-5 8 7 0,-10 0-3 15,-11 4 0-15,-11 5-5 16,-7-6 4-16,0-2 1 16,-10-7 0-16,-1-10 1 15,1-8 0-15,-4-10-1 16,2-11 0-16,-5-3 0 16,-10-6 8-16,-8-4-2 15,-5-3-6-15,3-6-28 16,11-27-254-16</inkml:trace>
  <inkml:trace contextRef="#ctx0" brushRef="#br0" timeOffset="6148.6">14979 7556 513 0,'0'0'64'0,"0"0"-60"15,0 0-2-15,0 0 65 16,0 0-61-16,0 0-4 16,58-55 10-16,-46 40 0 15,4-4 43-15,-5-2-8 16,-5-5-29-16,-3 3 30 0,-3 0-46 16,0 5 8-1,-3 9-10-15,-11 7-6 0,-5 2-12 16,-1 22-8-1,-5 14 7-15,0 8 3 0,13 8 16 16,9-2-25-16,6 0 19 16,37-11-26-16,24-15-18 15,23-17 9-15,11-8-64 16,2-35-155-16</inkml:trace>
  <inkml:trace contextRef="#ctx0" brushRef="#br0" timeOffset="6548.25">15515 7286 433 0,'0'0'119'16,"0"0"-79"-16,0 0-40 15,-87 57 4-15,79-17 0 16,7 6-4-16,1 6 0 16,0 6 9-16,9-2-5 15,4-8 3-15,5-13-7 16,6-18 1-16,10-17 2 15,17-9 7-15,19-32 28 16,9-15-3-16,2-12-18 16,-8-4 34-16,-10-2-34 15,-14 1-4-15,-19-1 3 16,-20 5 11-16,-10 3-25 16,-12 11 16-16,-9 16-2 0,7 14 22 15,8 13 3 1,5 12-36-16,1 0-5 0,0 15 0 15,0 26-22 1,0 26 18-16,0 19 7 0,0 11-5 16,0 1 2-16,3-8-4 15,11-10-3-15,5-17-25 16,2-14-5-16,4-16 14 16,2-18-64-16,0-15 30 15,-2-5-80-15,-1-32-317 16</inkml:trace>
  <inkml:trace contextRef="#ctx0" brushRef="#br0" timeOffset="6715.81">16157 7210 342 0,'0'0'10'0,"0"0"13"16,79-47 58-16,-36 33 7 16,15-3-23-16,8 2-50 15,3 1-1-15,-10-1 12 16,-9 4-26-16,-16 2-5 15,-6-5-20-15,-11-3-279 16</inkml:trace>
  <inkml:trace contextRef="#ctx0" brushRef="#br0" timeOffset="6914.12">14600 6788 733 0,'0'0'24'0,"0"0"-24"15,94-28 0-15,-45 28-2 16,15 14 2-16,8 5-84 16,-2-2-166-16</inkml:trace>
  <inkml:trace contextRef="#ctx0" brushRef="#br0" timeOffset="7714.6">17826 7224 333 0,'0'0'115'16,"0"0"54"-16,89-95-126 16,-64 55 114-16,-1 1-144 15,-11 4 20-15,-7 9-7 16,-6 7-21-16,0 8-5 15,-21 8-3-15,-19 3-74 0,-16 11 32 16,-8 21-13 0,-1 11 5-16,11 10 36 0,11 9 13 15,16 8 4-15,12 2-2 16,12-1 2-16,3-9 3 16,15-8 0-16,14-12-3 15,4-11 21-15,-1-5-3 16,-13-9-5-16,-5-6-13 15,-11-6 3-15,-3-3 4 16,0-1-7-16,-26-1 0 16,-13 0-4-16,-5-7-40 15,2-12 20-15,14-6 3 16,11-2 21-16,17-2-1 16,5-1 1-16,33-2-14 15,22-3-22-15,12-7 3 0,11-2 22 16,4-5 11-16,-2-1 0 15,-12 0 11-15,-15 5 40 16,-19 6 25-16,-18 8 32 16,-15 11-6-16,-6 7-45 15,0 10-52-15,0 3-5 16,0 9-12-16,-11 25-26 16,-10 15 38-16,2 13 0 15,6 6-1-15,7-3-36 16,6-9-12-16,16-10-49 15,20-14 26-15,12-15-43 16,17-17-82-16</inkml:trace>
  <inkml:trace contextRef="#ctx0" brushRef="#br0" timeOffset="8079.55">18815 7053 319 0,'0'0'203'0,"0"0"-6"15,0 0-121-15,0 0-33 16,0 0-43-16,0 0-10 15,13-2-8-15,-13 54 18 16,0 11 0-16,0 7 2 16,6 0-1-16,2-7-1 15,0-12-17-15,-4-18 13 16,2-12-11-16,-5-11 15 16,1-7 0-16,-2-3 3 15,0-6 27-15,0-19 33 16,0-11-56-16,-5-4 4 0,-17 5-9 15,-5 8-2-15,1 13 14 16,10 6-14-16,2 8 0 16,4 3-4-16,0 17 0 15,-2 11-12-15,6 9 15 16,6 1-25-16,2-2 6 16,24-6-6-16,12-12 8 15,11-9 2-15,12-12 16 16,8-3-12-16,4-20-93 15,-6-14-151-15</inkml:trace>
  <inkml:trace contextRef="#ctx0" brushRef="#br0" timeOffset="8279.62">17819 7188 201 0,'0'0'49'0,"0"0"6"16,109 12 34-16,-45-12 10 16,13 0-50-16,5 0 4 15,8 0-42-15,3 0-8 16,5 0-3-16,2-2-85 16,1-11-282-16</inkml:trace>
  <inkml:trace contextRef="#ctx0" brushRef="#br0" timeOffset="8454.78">19333 7292 618 0,'0'0'167'16,"0"0"-166"-16,0 0 10 15,0 0-11-15,0 0 0 16,0 0-67-16,33 47 2 15,4-34-64-15,9-11-176 16</inkml:trace>
  <inkml:trace contextRef="#ctx0" brushRef="#br0" timeOffset="8759.24">20417 7021 725 0,'0'0'50'0,"0"0"28"0,0 0-78 15,0 0-37 1,0 0 23-16,-19 86 14 0,11-15 7 15,-4 5-7-15,-3-2-7 16,2-13 3-16,3-18-39 16,1-11 21-16,0-15-25 15,-1-11-40-15,2-6-99 16,8-23-122-16</inkml:trace>
  <inkml:trace contextRef="#ctx0" brushRef="#br0" timeOffset="9011.94">20326 6886 333 0,'0'0'5'16,"0"0"-5"-16,83 3 25 0,-57 41 2 15,-2 14-1-15,3 13 8 16,3 4-15-16,1 0 34 16,-1-8-36-16,-6-6 21 15,-8-11-18-15,-12-11-18 16,-4-10 8-16,-11-6-10 15,-21-4 1-15,-15-7 25 16,-12 0-23-16,-11-3 18 16,3-2-17-16,12-1-4 15,21-4-67-15,25-2-164 16</inkml:trace>
  <inkml:trace contextRef="#ctx0" brushRef="#br0" timeOffset="9632.64">20721 7458 516 0,'0'0'93'0,"0"0"35"16,0 0-69-16,0 0-30 15,0 0-17-15,0 0-2 16,69-31 9-16,-39 15-19 16,-2-2 0-16,-4-1 13 15,-6-3 6-15,-11 1 26 16,-7 1-27-16,0 4-17 15,0 7 14-15,0 5-15 16,0 4-4-16,-3 0-12 0,-4 14-80 16,0 14 75-16,5 5-6 15,2 7-8-15,14 2 26 16,20-6-29-16,12-10 0 16,8-15 33-16,3-11 5 15,5-8 11-15,-1-18-11 16,-4-11 2-16,-6-6 20 15,-8-2 0-15,-16-2 4 16,-14 3 11-16,-11 1 9 16,-2 11-17-16,0 11-12 15,0 15-4-15,0 6-7 16,-2 0-6-16,1 14-47 16,-2 19 29-16,3 10 10 15,0 6 7-15,0 4-11 0,1-7-15 16,14-9 24-16,2-14-27 15,6-11 15-15,2-12 15 16,8 0 6-16,0-20 32 16,1-10-13-16,-4-4-17 15,-6-5 25-15,-12-2-31 16,-12 2 9-16,0 1 10 16,-10 5-15-16,-5 10 11 15,1 9-17-15,5 9-1 16,2 5-13-16,1 6-32 15,-1 17 16-15,2 9 29 0,5 5-12 16,0-1-6 0,25-3-18-16,17-9-18 0,15-5 38 15,12-13-89-15,5-6-225 16</inkml:trace>
  <inkml:trace contextRef="#ctx0" brushRef="#br0" timeOffset="9790.44">21953 7386 808 0,'0'0'57'15,"0"0"9"-15,0 0-54 16,0 0-12-16,0 0-3 16,0 0-62-16,-30 24-150 15,8-19 34-15</inkml:trace>
  <inkml:trace contextRef="#ctx0" brushRef="#br0" timeOffset="10427.99">20860 7228 250 0,'0'0'94'0,"0"0"-2"15,0 0-35-15,0 0 42 16,0 0-61-16,79-26-27 16,-63 23 26-16,0 3-18 15,1 0 3-15,0 0 1 16,2 0-19-16,2 8-3 15,3 9-1-15,-2 5 0 0,0 2-9 16,-5-3 8 0,-8-1-52-16,-8-6 27 0,-1 0 0 15,-10-3 15-15,-20-1 8 16,-8-1 3-16,-2 0 7 16,3-1-4-16,3 3-6 15,7-2-20-15,9-7-194 16</inkml:trace>
  <inkml:trace contextRef="#ctx0" brushRef="#br0" timeOffset="10581.93">21000 7422 561 0,'0'0'149'0,"0"0"-20"0,0 0-68 16,0 0-61-16,0 0-111 15,0 0-46-15,-6 13 17 16</inkml:trace>
  <inkml:trace contextRef="#ctx0" brushRef="#br0" timeOffset="75407.85">3498 8644 5 0,'0'94'5'0,"-10"4"-5"16,-20 6 1-16,-3 9-7 16,1 3 1-16,13 1 5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37:01.043"/>
    </inkml:context>
    <inkml:brush xml:id="br0">
      <inkml:brushProperty name="width" value="0.05292" units="cm"/>
      <inkml:brushProperty name="height" value="0.05292" units="cm"/>
      <inkml:brushProperty name="color" value="#FF0000"/>
    </inkml:brush>
  </inkml:definitions>
  <inkml:trace contextRef="#ctx0" brushRef="#br0">16061 7715 200 0,'0'0'143'16,"0"0"-95"-16,0 0 8 15,0 0-34-15,0 0-17 16,0 0-5-16,0 0 0 15,0 0 5-15,0-7 1 16,0 6-2-16,0 0 41 0,0-2 0 16,0 2-1-16,0-1-28 15,0 2-14-15,0 0 15 16,0 0-15-16,0 0-2 16,0 0 0-16,0 0 4 15,0 0-6-15,0 0 2 16,0 0 0-16,0 0-4 15,0 0 4-15,0 0-2 16,0 0 1-16,0 0-9 16,0 0 9-16,0 0-28 15,0 0 9-15,8 0 14 16,6 0 9-16,3 0-3 16,2 0 9-16,-2 0-7 15,1 0 4-15,1 0-6 0,1 2 0 16,-1-1 6-16,-1 0-6 15,0 2 0-15,0-2 2 16,0 1 1-16,-2 1-2 16,-2-1-1-16,-4-2 0 15,-4 0 2-15,0 0 5 16,-3 0-7-16,0 0 16 16,3 0-7-16,3 0-4 15,6 0-5-15,0 0 0 16,4 0 0-16,0 0 0 15,-2 0 0-15,-1 0 3 16,-2 0-1-16,-4 0-2 0,1 0 0 16,-5 0 0-16,-2 0-3 15,-1 3 3-15,2-3 0 16,2 0 1-16,-3 0 0 16,2 0 4-16,-1 0-5 15,1 0 0-15,-1 0-4 16,2 0 4-16,-3 0 0 15,2 0-2-15,-2 0 5 16,1 0-4-16,1 0 1 16,-5 0 0-16,1 0 4 15,0 0 2-15,-2 0 8 16,0 0 23-16,0 0-29 16,0 0 16-16,0 0-4 0,0 0-18 15,0 0 19 1,0 0-21-16,0 0 0 0,0 0 2 15,0 0 3-15,0 0-3 16,0 0-2-16,0 0 0 16,0 0-1-16,0 0 1 15,0 0-3-15,0 0 3 16,0 0-4-16,0 0 2 16,1 0-3-16,1 0 3 15,2 0-10-15,-1 2 12 16,-1-2 0-16,-1 1 2 15,-1-1 1-15,0 0 2 0,0 0-5 16,0 0 0-16,0 0 9 16,0 0-9-16,0 0-39 15,0 0-44-15,0 0-44 16,0 0-170-16</inkml:trace>
  <inkml:trace contextRef="#ctx0" brushRef="#br0" timeOffset="874.38">16544 7654 144 0,'0'0'143'15,"0"0"2"-15,0 0-9 16,0 0-58-16,0 0 17 15,0 0-40-15,-11-16-37 0,11 16 15 16,0 0-33-16,-2-2 4 16,2 2 6-1,-1 0-10-15,1 0 3 0,0 0-3 16,0 0 0-16,0 0-12 16,-2 0 12-16,2 0-1 15,0 0-3-15,-1 0 8 16,1 0 0-16,0 0-2 15,0 0 3-15,0 0 48 16,-2-2-33-16,1 0-15 16,-1 1 3-16,2-1-7 15,-1 2-1-15,1 0 0 16,0 0 0-16,0 0-12 16,0 0 12-16,0 0-21 0,0 0 3 15,0 0-33-15,0 0 17 16,6 7 32-16,2 2 4 15,1 0-3-15,1 1 1 16,-1-3 0-16,0 1 2 16,3-2 2-16,-3-1-6 15,3 1 2-15,1-2 0 16,-1-1-12-16,0 0 1 16,-6-2-11-16,-3 0 18 15,-2-1 0-15,-1 0 3 16,0 0 1-16,0 0 0 15,0 2-14-15,0 1 14 0,0 2-44 16,0-1 40 0,0 3 4-16,0 1-1 0,-4-3 1 15,-2 2 0-15,-1 1-2 16,-3 0 2-16,0 1 0 16,4-2 2-16,-3-3 1 15,2 1-3-15,2-3 0 16,-1-1 0-16,1-1 7 15,1 0-7-15,1 0 0 16,0 0 13-16,0 0-13 16,2 0 2-16,-4 0-2 15,-1 4-24-15,-5 1-14 16,-5 0-220-16</inkml:trace>
  <inkml:trace contextRef="#ctx0" brushRef="#br0" timeOffset="1043.19">16503 7824 39 0,'0'0'421'15,"0"0"-387"-15,0 0 46 16,0 0 26-16,0 0 24 16,0 0-111-16,0 9-19 15,0 4-142-15,0-2 18 16,0-3-327-16</inkml:trace>
  <inkml:trace contextRef="#ctx0" brushRef="#br0" timeOffset="4687.25">19952 7721 342 0,'0'0'81'16,"0"0"-58"-16,0 0 10 15,0 0-20-15,0 0-7 16,0 0-6-16,0-3 0 16,0 3 4-16,0-3 2 15,0 1-5-15,0 2 43 0,0-2-25 16,0 2-12-16,0 0-7 15,0 0 2-15,0 0-11 16,0 0-5-16,0 0-37 16,0 0-7-16,0 0 1 15,0 0 42-15,0 0 9 16,0 0 6-16,0 0 20 16,0 0-19-16,6 0 1 15,4 0 6-15,3 0-8 16,-1 0 1-16,2 0-1 15,-4 0 0-15,4 0 1 16,1 0-1-16,1 0 0 0,3 0 4 16,4 0-2-1,-1 0 8-15,4 0-10 0,1-4 3 16,1 0 6-16,-3 1-9 16,-4-1 0-16,-9 1 11 15,-1 1-1-15,-7 1 10 16,0 1 21-16,-1 0-14 15,0 0 8-15,3 0-29 16,0-1-1-16,4-2 14 16,1 0-18-16,3 2 2 15,3 0-3-15,1-1 0 16,-1 1-1-16,0 0 1 16,-1 1-1-16,-5 0-3 0,-2-3 8 15,-3 3-3-15,0 0-1 16,3 0 2-16,-1 0 8 15,1 0-10-15,1 0 0 16,4 0 0-16,-2 0 3 16,2 0-3-16,-2 0 0 15,2 0 0-15,-4 0 4 16,-1 0-4-16,3 0 0 16,-1 0 7-16,1 0-5 15,7 0-2-15,0 0 0 16,1 0 0-16,2 0 2 15,0 0-2-15,1 0 0 16,-4 0-2-16,2 4 6 0,-3-3-4 16,1 2 0-16,1 0 0 15,-2-2-2-15,1 1 2 16,-4-2 0-16,1 0 2 16,-1 0 0-16,0 0 0 15,-1 0-2-15,2 0 4 16,-2 0 3-16,0 0-7 15,0 0 0-15,1 0 7 16,-6 0 0-16,-3 0 19 16,1 0 35-16,-6 0 0 15,-1 0 11-15,0 0-44 16,0 0-5-16,0 0 4 16,0 0-27-16,0 0 0 0,0 0-1 15,0 0-24-15,-10 0-5 16,-14 0-201-1,-4 2-228-15</inkml:trace>
  <inkml:trace contextRef="#ctx0" brushRef="#br0" timeOffset="9517.11">5110 7883 188 0,'0'0'136'16,"0"0"-44"-16,0 0 18 16,0 0-28-16,0 0-51 15,0 0 20-15,0 0 1 16,-3-11-13-16,2 9-3 15,-1 2-20-15,2 0 3 16,-1 0-19-16,1 0 0 16,0 0 3-16,0 0-3 15,-3 0-2-15,3 0 2 16,-1 0 0-16,1 0 9 16,0 0-9-16,-2 0 0 0,2 0 12 15,-1 0-12-15,1 0-2 16,0 4 0-16,0 9-11 15,0 11 10-15,0 7 3 16,0 1 0-16,0 0-6 16,7-1 6-16,-1-4-31 15,3-7 9-15,0-7-43 16,3-8 28-16,-3-5 11 16,3 0 26-16,4-15 21 15,-2-8-19-15,5-5 31 16,-3 3 81-16,-7 0-82 0,0 1 2 15,-4 4-21 1,-1 1-12-16,-1 2 28 0,-3 3-27 16,0 0 4-16,0 0-3 15,0 0 0-15,-5 0 0 16,1 2-3-16,-2-2 0 16,-3 1-1-16,2 2 2 15,-5 2-1-15,1 0 4 16,0 1-3-16,1 2 3 15,3 1-4-15,1 0 0 16,3 3 7-16,-1 1-7 16,4 1 0-16,0 0 0 15,0 0-9-15,0 3-125 16,0 14-197-16,0 5 328 0,0-3-217 16</inkml:trace>
  <inkml:trace contextRef="#ctx0" brushRef="#br0" timeOffset="9736.2">5491 7850 800 0,'0'0'98'16,"0"0"-34"-16,0 0-31 15,0 0-3-15,0 0-4 16,0 0-26-16,7-11-11 0,-1 11-19 16,8 0-84-16,3 0-110 15,-4 0-40-15</inkml:trace>
  <inkml:trace contextRef="#ctx0" brushRef="#br0" timeOffset="10169.69">5612 7608 662 0,'0'0'115'0,"0"0"-95"15,0 0-20-15,0 0-6 16,0 0-7-16,0 0 13 16,13 49-2-16,-4-10 2 15,3 0 0-15,4 0-4 16,2-6 4-16,-3-4 0 16,1-5-1-16,-2-7-1 15,7-7-13-15,-2-5-17 16,4-5 13-16,-1 0 11 15,0-10-17-15,-7-7 24 16,-7-2 1-16,-7 0 30 0,-1-5 85 16,-1-1-77-1,-16 2 26-15,-2 3 13 0,1 6-72 16,5 8 14-16,7 2-17 16,4 4-2-16,2 0-79 15,0 0-68-15,0 11-60 16,0 2 18-16</inkml:trace>
  <inkml:trace contextRef="#ctx0" brushRef="#br0" timeOffset="10463.21">5893 7615 499 0,'0'0'89'15,"0"0"-89"-15,0 0-41 16,0 0 41-16,0 0 12 16,14 78 2-16,1-51 29 15,0-2-35-15,1-1-2 16,2-5 8-16,-3-5 27 16,-7-3-4-16,-4-4-29 15,-1 0-6-15,-3-1 15 16,0 2-13-16,-3 4-4 15,-15 2 14-15,-9-2-14 0,-8-1-66 16,2-7-73 0,4-4-269-16</inkml:trace>
  <inkml:trace contextRef="#ctx0" brushRef="#br0" timeOffset="10947.45">5922 7607 208 0,'0'0'580'0,"0"0"-482"15,0 0-73-15,0 0 2 16,0 0 1-16,0 0-23 16,1-15-5-16,19 12 0 0,14-4-2 15,8 0 2-15,0-3-31 16,-3-2 15-16,-8 2-18 15,-6 0-8-15,-9 5 9 16,-8 1 1-16,-5 2 32 16,-3 2 0-16,0 0 43 15,0-1 17-15,0 1-41 16,0 0-12-16,0 0-7 16,0 0-26-16,0 11-79 15,-2 13 65-15,2 7 40 16,0 5-5-16,0-2 7 15,11-3-2-15,1-6 0 16,-3-6 0-16,-2-2 20 0,-4-5-15 16,1-4 9-16,-4 0 4 15,0-4-17-15,0-2 7 16,0 5-8-16,-10-1 2 16,-12 1-6-16,-4 0 4 15,-2-6-55-15,3-1 26 16,3 0-10-16,12 0 29 15,3-4-23-15,1-10-349 16</inkml:trace>
  <inkml:trace contextRef="#ctx0" brushRef="#br0" timeOffset="11153.08">6168 7525 792 0,'0'0'85'0,"0"0"-31"16,0 0-3-16,0 0-36 15,0 0-11-15,0 0-4 16,91-52-12-16,-39 45-15 16,5 2-72-16,4-2-108 15,-9-2-260-15</inkml:trace>
  <inkml:trace contextRef="#ctx0" brushRef="#br0" timeOffset="12090.9">4751 8422 262 0,'0'0'333'15,"0"0"-307"-15,0 0-26 16,0 0-13-16,0 0 13 16,0 0 5-16,18 45 6 15,-14-22 13-15,-1 4-21 16,-1 1 1-16,-2 1 4 15,0 0-6-15,0 0-2 16,0 0 0-16,-5-4-119 16,-6-6-309-16</inkml:trace>
  <inkml:trace contextRef="#ctx0" brushRef="#br0" timeOffset="12278.79">4681 8711 645 0,'0'0'138'0,"0"0"-68"16,0 0-46-16,0 0-5 15,0 0 16-15,0 0-33 16,103-65-2-16,-69 51 0 16,2-3-34-16,-6 0-136 15,-12-4-240-15</inkml:trace>
  <inkml:trace contextRef="#ctx0" brushRef="#br0" timeOffset="12895.58">5025 8439 470 0,'0'0'77'0,"0"0"-77"16,0 0 0-16,0 0 23 15,0 0 15-15,0 0-5 16,-3 87-26-16,8-62-2 16,1-1 5-16,7-5-8 0,-2-3-2 15,5-8 0-15,5-8-42 16,5 0 32-16,0-8-3 16,-5-10-11-16,-8-4 22 15,-5-1 4-15,-8 0 29 16,0-2 6-16,0 1 15 15,-15 2 4-15,-8 1-25 16,-7 3-30-16,7 6 6 16,0 2-6-16,6 4-1 15,9 3 17-15,5 2-16 16,3 1-1-16,0 0-24 0,2 13-259 16,13-1 227-16</inkml:trace>
  <inkml:trace contextRef="#ctx0" brushRef="#br0" timeOffset="13095.76">5434 8398 344 0,'0'0'554'15,"0"0"-512"-15,0 0-37 0,0 0-7 16,0 0 2-16,0 0-244 16,18 17 69-16</inkml:trace>
  <inkml:trace contextRef="#ctx0" brushRef="#br0" timeOffset="13728">5688 8226 515 0,'0'0'202'0,"0"0"-67"15,0 0-91-15,0 0 14 0,0 0-56 16,0 0-1 0,83-47 1-16,-53 47 0 0,-6 0-4 15,-3 14-5-15,-9 6-20 16,-5 2 26-16,-7 5-24 15,0 2 5-15,-3 7 10 16,-16 3-34-16,-2 2-52 16,1-6-39-16,1-7-209 15</inkml:trace>
  <inkml:trace contextRef="#ctx0" brushRef="#br0" timeOffset="13905.06">5734 8381 725 0,'0'0'143'0,"0"0"-93"0,0 0-25 16,0 0 3-16,0 0-4 15,0 0-24-15,16-20-12 16,13 14-3-16,8 0-32 16,3-4-54-16,2-1-62 15,-9-4-173-15</inkml:trace>
  <inkml:trace contextRef="#ctx0" brushRef="#br0" timeOffset="14277.94">5973 8129 651 0,'0'0'116'0,"0"0"-88"0,0 0-28 16,0 0 0-16,0 0 6 15,0 0-6-15,80 39-1 16,-63-10 1-16,-3 0-12 16,-9-1-14-16,-5 0-56 15,0-3 40-15,-12-2 22 16,-9-4-39-16,-1-7 34 16,2-2 17-16,2-5 8 15,6-3 12-15,1-2 60 16,9 0 55-16,2 0 27 15,0 0-125-15,0 0-29 16,0 0 0-16,16 0 1 16,11-5-4-16,6-7 3 0,3 2 0 15,-2-3-1-15,-1 0 1 16,-2-1-10-16,1-1-46 16,-5-4-88-16,-7-1-127 15</inkml:trace>
  <inkml:trace contextRef="#ctx0" brushRef="#br0" timeOffset="14678.06">6272 7994 706 0,'0'0'165'15,"0"0"-76"-15,0 0-62 16,0 0 13-16,0 0-40 16,0 0 2-16,-9-16-10 15,9 20 5-15,0 20-31 16,0 9 33-16,0 13 2 16,0 4-5-16,0 0 4 15,0-6-41-15,0-4 26 16,0-9-58-16,9-10-32 15,14-14 1-15,7-7 85 16,10-5 16-16,-1-15 3 0,-12-3 0 16,-12 0 44-1,-10-1 69-15,-5 4-4 0,0 0-39 16,-7 1-16-16,-12 5-23 16,-8 8-31-16,-12 6-11 15,-7 24-7-15,2 9-181 16,10-1-289-16</inkml:trace>
  <inkml:trace contextRef="#ctx0" brushRef="#br0" timeOffset="15742.43">4748 8914 520 0,'0'0'22'16,"0"0"4"-16,0 0-14 0,0 0 17 16,0 0 11-16,0 0-23 15,0 3 2-15,27-3-9 16,15-9 32-16,17-8 48 15,19-5-75-15,22-1-12 16,24-5 6-16,31-5-9 16,24-3-29-16,19-6-92 15,2-1 37-15,-6-1-23 16,-21-2 14-16,-30 3 93 16,-28 4 2-16,-37 6 82 15,-32 10 40-15,-23 6-7 16,-12 6-9-16,-8 6-25 15,0 2-47-15,-3 1-21 0,0 1-15 16,0 1-17 0,0 0-30-16,-12 6-64 0,-9 13-38 15,-3 0-87-15</inkml:trace>
  <inkml:trace contextRef="#ctx0" brushRef="#br0" timeOffset="15893.99">6621 8497 724 0,'0'0'71'0,"0"0"-58"16,0 0-13 0,0 0-116-16,0 0-117 0</inkml:trace>
  <inkml:trace contextRef="#ctx0" brushRef="#br0" timeOffset="17945.48">6522 8705 248 0,'0'0'149'0,"0"0"-88"16,0 0-17-16,0 0-18 15,0 0-26-15,0 0-4 16,0-2-6-16,0 4 8 15,3 8 2-15,1 4 13 16,-1 1 18-16,1 6-1 16,1 1-22-16,-1 2-8 15,2 4 15-15,-1-1-14 16,4-3-1-16,-2-3 6 16,-1-4-5-16,0-5-1 15,1-3-2-15,-2-4-27 16,-5-3 8-16,3-2-3 15,-3 0-11-15,0 0 15 0,0 0-126 16</inkml:trace>
  <inkml:trace contextRef="#ctx0" brushRef="#br0" timeOffset="19439.07">6299 8801 358 0,'0'0'163'0,"0"0"-136"16,0 0-13-16,0 0 40 15,0 0-42-15,0 0-2 16,-4-13 25-16,1 12-21 16,0-1 8-16,-3-1 52 15,0 3-29-15,3-2-11 16,-3 0-34-16,-2 2 6 15,-3 0-10-15,-3 0 4 16,-1 4-9-16,0 6 6 0,-1 3-3 16,5 3 5-16,5-1-15 15,2 4-27-15,1 0 19 16,3 4-17-16,0-2 5 16,7 0 22-16,7-4-9 15,4-1 10-15,-2-4 3 16,2-1 2-16,-4 1-3 15,-1-2 4-15,-1-1 5 16,3 4-1-16,-6-1 6 16,0 0-5-16,-2 3 2 15,-4-6 0-15,-2-2-1 16,-1-2 1-16,0-5 0 16,0 0 8-16,0 0 22 15,0 0 26-15,0 0 47 0,0 0-19 16,-13-6-20-16,-2-5-63 15,-3-2-1-15,5 0 14 16,0-1-12-16,7-3-2 16,6-2-6-16,0-6-44 15,1 0 44-15,17-1-11 16,-3-1 17-16,6 1-3 16,-5 2 6-16,-1 2-6 15,-1 2 3-15,0 8-70 16,-3 0-45-16,1 3-61 15,-12 3-317-15</inkml:trace>
  <inkml:trace contextRef="#ctx0" brushRef="#br0" timeOffset="19582.17">6329 8847 719 0,'0'0'84'16,"0"0"-49"-16,0 0 9 15,0 0-15-15,0 0-29 16,0 0-241-16,3 6-291 16</inkml:trace>
  <inkml:trace contextRef="#ctx0" brushRef="#br0" timeOffset="21186.85">5410 8990 481 0,'0'0'105'0,"0"0"-46"15,0 0 57-15,0 0-47 16,0 0-16-16,0 0-11 16,-3-16-34-16,3 16-8 15,0 0 0-15,0 2-22 16,0 19 19-16,0 14-9 0,0 11 10 16,0 7 2-16,0 4-81 15,0-5-30-15,0-6 33 16,0-13-145-16,0-13-154 15</inkml:trace>
  <inkml:trace contextRef="#ctx0" brushRef="#br0" timeOffset="21403.93">5720 9124 454 0,'0'0'324'16,"0"0"-224"-16,0 0-78 0,0 0-10 16,0 0-12-1,0 0-13-15,2-17-22 0,1 17-117 16,0 0-33-16,1 6 124 16,-4-4-307-16</inkml:trace>
  <inkml:trace contextRef="#ctx0" brushRef="#br0" timeOffset="22139.19">5837 8950 328 0,'0'0'223'0,"0"0"-140"15,0 0 33-15,0 0-4 16,0 0-57-16,0 0 1 15,0-20-32-15,0 13-7 16,9 1-17-16,4-1 1 16,7 3-2-16,-3 1 1 15,0 3-8-15,2 0 6 16,-4 0-49-16,-3 14 9 16,-3 1-32-16,-4 3-37 0,-5 2 55 15,0 0-6-15,0 0-27 16,-9-4 28-16,-2-2 39 15,1-1 21-15,2-6-2 16,5 1 3-16,3 0 7 16,0 1-7-16,0 5 0 15,8 0 19-15,8 1-12 16,7 1 3-16,-1-3-6 16,-1-2-1-16,-6-2 4 15,-5 0-7-15,-3-4 0 16,-5 0 0-16,-2-2 3 15,0 1-3-15,0 0 7 16,-9 4 48-16,-9 1 19 0,-4 2-61 16,-5-2-8-16,0 1 15 15,2 0-16-15,4 0 4 16,6-1-8-16,3 1-51 16,9-9-195-16</inkml:trace>
  <inkml:trace contextRef="#ctx0" brushRef="#br0" timeOffset="22769.84">5340 9595 422 0,'0'0'27'16,"0"0"0"-16,0 0 15 15,0 0 20-15,0 0-21 0,0 0 15 16,-15 7-40-16,30-7-3 16,24-12 22-16,23-14 10 15,25-7 13-15,19-7-25 16,21-6-24-16,6 0 20 15,-1-4-29-15,-9 0 0 16,-9 3 7-16,-15 8-4 16,-16 8-6-16,-17 11 3 15,-26 9-13-15,-17 8 11 16,-19 3-95-16,-6 20-140 16,-36 13 116-16,-25 7 9 15</inkml:trace>
  <inkml:trace contextRef="#ctx0" brushRef="#br0" timeOffset="23061.15">5971 9526 783 0,'0'0'69'15,"0"0"-68"-15,0 0 18 16,0 0 3-16,0 0-4 16,0 0-18-16,58-17 4 15,-29 11-2-15,-4 1-2 16,-4 5 0-16,-6 0-9 0,-5 0 7 16,-1 17-45-16,-3 7-5 15,-3 7-24-15,-3 6 22 16,-3 5-58-16,-12-2-72 15,-1-8-80-15</inkml:trace>
  <inkml:trace contextRef="#ctx0" brushRef="#br0" timeOffset="23268.76">6058 9786 145 0,'0'0'117'15,"0"0"-17"-15,0 0 20 16,0 0 40-16,0 0-133 16,0 0-25-16,-21 13-2 15,21-13 2-15,0 0-5 16,3 0-25-16,13-3 28 15,5-10 33-15,0-1 26 0,3-3 17 16,1-3-29 0,5-1-35-16,4-5 1 0,5-2-13 15,6-2-43-15,1 3-59 16,-2 0-55-16,-12 5-157 16</inkml:trace>
  <inkml:trace contextRef="#ctx0" brushRef="#br0" timeOffset="24457.94">6747 8939 546 0,'0'0'0'0,"0"0"-45"16,0 0 45-16,0 0 19 15,0 0-3-15,0 0-12 16,0-2 32-16,0 1 48 16,0-2-22-16,0 0 16 15,7-4-40-15,2 2-37 16,4 0-1-16,-2 2 0 15,4 1-68-15,-2 2-11 16,-5 0-128-16,-2 0-84 16</inkml:trace>
  <inkml:trace contextRef="#ctx0" brushRef="#br0" timeOffset="24650.8">6729 9049 286 0,'0'0'259'15,"0"0"-194"-15,0 0-65 16,0 0 3-16,0 0 1 16,0 0 2-16,43 4 2 15,-20-4-8-15,3-10 4 16,4-2-11-16,0-4-18 16,-4-2-244-16</inkml:trace>
  <inkml:trace contextRef="#ctx0" brushRef="#br0" timeOffset="25533.15">6914 8660 267 0,'0'0'261'0,"0"0"-261"16,0 0-8-16,0 0 7 16,0 0 1-16,0 0 5 15,21 16-4-15,-14-10 1 16,-2 5 18-16,3-1-12 16,-3 6-3-16,-1 4-5 0,4 2 0 15,1 2 9-15,6-2-6 16,0-7-2-16,2-6 12 15,3-5-12-15,3-4 5 16,-1 0-5-16,-3-7 2 16,-1-5 35-16,-3-3 39 15,-6-1 38-15,-1 1-23 16,-4-4-54-16,-4 1 6 16,0 0-16-16,0-2-28 15,0 3 17-15,-3 2-17 16,-6 1 0-16,0 1-6 15,-6 0 8-15,2 3-4 0,-7 0-5 16,1 1-10-16,2 4 9 16,-2 1-16-16,4 1-1 15,3 3-27-15,0 0 2 16,5 0-1-16,1 8-85 16,0 9 41-16,-1 0-40 15,5-1-83-15</inkml:trace>
  <inkml:trace contextRef="#ctx0" brushRef="#br0" timeOffset="26024.55">7359 8690 650 0,'0'0'53'0,"0"0"-23"16,0 0 96-16,0 0-61 15,0 0-37-15,0 0-28 16,0 5 6-16,0-5-16 0,0 6-18 16,0 0-132-16,0-3-180 15</inkml:trace>
  <inkml:trace contextRef="#ctx0" brushRef="#br0" timeOffset="26999.83">7521 8395 509 0,'0'0'54'0,"0"0"-52"15,0 0 0 1,0 0 48-16,0 0-49 0,0 0-1 16,0 5-10-16,0 10 10 15,0 9-2-15,0 2 2 16,-5 6 0-16,2 4 2 15,2 3-2-15,-2 2 0 16,1 0 3-16,1-2-1 16,1-5 1-16,0-8-3 15,1-11-49-15,16-12 0 16,9-3 37-16,-3 0 12 16,1-14 8-16,-8-2 64 15,-4 1 37-15,-7 0 33 16,-2 0-73-16,-3 1 18 15,0 1-74-15,-5 1-1 0,-16 4-12 16,-7 2-9-16,-3 6 8 16,4 0-54-16,6 4-7 15,3 12-27-15,10-1-44 16,4-3-41-16</inkml:trace>
  <inkml:trace contextRef="#ctx0" brushRef="#br0" timeOffset="29762.59">7804 8470 445 0,'0'0'48'0,"0"0"-19"15,0 0 17-15,0 0-7 16,0 0-35-16,0 0 1 15,0-29-5-15,-4 21 0 16,2 3 21-16,-1-1 9 16,-1-1-13-16,2 2 28 15,-1 0-22-15,0 0 12 16,1 0-17-16,-2 2-17 16,-4-1 10-16,-3-1-11 0,0 3-3 15,-3-1-8-15,2 3 10 16,0 0-3-16,1 0 3 15,2 0-1-15,-2 8-10 16,3 1 12-16,2 4-7 16,6 3-2-16,0 2-11 15,0 4 18-15,0 0-28 16,11 3-3-16,5-5 28 16,2-6-43-16,3-5-50 15,4-9 35-15,3 0 57 16,-1-9 6-16,-3-10 6 15,-9-3 80-15,0 3 62 16,-11 1-11-16,-2 2-87 0,-2 1 0 16,0 1-36-16,-5 6-4 15,-3 1-6-15,2 6 1 16,6 1-6-16,0 0 1 16,0 0-42-16,0 1-1 15,0 16-72-15,0 10 115 16,0 4 0-16,0 5 5 15,0 2-1-15,0-5-4 16,4-2 0-16,-1-2 4 16,0-4-2-16,3-1-2 15,0-1 0-15,-2-4 0 16,0 1-5-16,-4-5-101 0,0-3-124 16</inkml:trace>
  <inkml:trace contextRef="#ctx0" brushRef="#br0" timeOffset="30428.86">8047 8403 344 0,'0'0'63'0,"0"0"-63"16,0 0 0-16,0 0 2 15,0 0-2-15,0 87 0 16,0-60 11-16,-6-1-9 16,5-5 4-16,1-6-2 15,0-4-3-15,7-7 8 16,14-4-8-16,9 0 16 15,3-17 16-15,-3-4-24 16,-6-4 107-16,-8 0-24 0,-9 5 26 16,-7 2-31-16,0-1-72 15,-3 1-2-15,-17-1-8 16,-4 4-3-16,3 6-2 16,3 4 0-16,8 5-12 15,5 0-86-15,1 7-63 16,4 6 40-16,0-5-137 15</inkml:trace>
  <inkml:trace contextRef="#ctx0" brushRef="#br0" timeOffset="30732.62">8387 8252 479 0,'0'0'0'0,"0"0"-20"15,0 0 13-15,0 0 5 16,-34 97-1-16,34-64-1 16,0-3 2-16,0-3 2 15,3-4 5-15,8-3 30 16,-1-2 24-16,-1-1-20 16,-2-1-17-16,-4-1-5 15,-1-1-17-15,-2 0 0 0,0-1 12 16,-8-1-8-1,-9-3-3-15,-5 1 2 16,-4-6-3-16,-1-2-11 16,-3-2-51-16,0 0-10 0,3-3-19 15,5-10-107-15</inkml:trace>
  <inkml:trace contextRef="#ctx0" brushRef="#br0" timeOffset="30927.98">8435 8265 604 0,'0'0'134'0,"0"0"-2"0,0 0-64 16,0 0-33 0,0 0-28-16,73-74-7 0,-32 65-28 15,4 4 7-15,-1 2-164 16,-5 3-85-16</inkml:trace>
  <inkml:trace contextRef="#ctx0" brushRef="#br0" timeOffset="31311.45">7488 9094 161 0,'0'0'461'0,"0"0"-461"16,0 0 9-16,0 0 8 15,0 0 14-15,0 0-8 16,30-12-4-16,0 0 38 15,7-5 13-15,11 0-47 16,7-4-20-16,1 0 7 16,0 0-10-16,-5 1-4 15,1 2-5-15,-9 1-75 16,-6 2-7-16,-9 1-6 0,-8 2-46 16,-11 4 59-16,-8 5 74 15,-1 3 10-15,0 0 0 16,-16 0-13-16,-8 8-139 15</inkml:trace>
  <inkml:trace contextRef="#ctx0" brushRef="#br0" timeOffset="184695.03">8614 12371 168 0,'0'0'64'16,"0"0"-46"-16,0 0 2 16,0 0 11-16,0 0 19 15,0 0-24-15,0 0-14 16,0 0 31-16,-48-34-27 15,40 30 32-15,2 1-26 16,-2 0 8-16,3 1 11 16,0-1-31-16,-1 3-7 15,1-2 1-15,1 2-1 16,1-1 11-16,0 1-14 16,3 0 0-16,0 0 6 15,0 0 0-15,0 0-4 0,0 0 20 16,0 0-18-16,0 0 7 15,4 0-11-15,15 0 0 16,7 0 8-16,6 0-4 16,4 0-4-16,6 0 0 15,7 0 2-15,2 0 0 16,3 0-2-16,1 0 0 16,-3 0 3-16,-2 0-3 15,-7 0 0-15,0 0-1 16,-3 0 3-16,-7 0 4 15,-2 0-6-15,-8 0 0 16,-5 0 3-16,-6 0 1 16,1 0-4-16,-7 0 0 0,-1 0 1 15,-4 0-3-15,1 0 2 16,-1 0 0-16,-1 0 1 16,0 0-1-16,0 0 0 15,0-2-1-15,0 2 3 16,2-1-4-16,-2 1 2 15,0 0 0-15,0-1-2 16,0 1 2-16,0-2 0 16,0 1 2-16,0 1 1 15,4 0 19-15,-4 0-14 16,0-2 7-16,0 2 64 16,0 0-44-16,0 0-14 15,0 0-16-15,0 0-1 0,0 0-6 16,0 0 2-16,0 2-96 15,-9 6-17-15,-6-6-158 16</inkml:trace>
  <inkml:trace contextRef="#ctx0" brushRef="#br0" timeOffset="185612.74">9233 12230 285 0,'0'0'42'15,"0"0"-7"-15,0 0-20 0,0 0-7 16,0 0 21-16,0 0 0 15,-61-12 26-15,55 10 22 16,2 0-13-16,2 2-8 16,2 0-36-16,0 0-8 15,0 0 29-15,0 0-31 16,0 0-10-16,0 0 6 16,0 0-5-16,0 0 1 15,0 0-2-15,0 0 0 16,0 0 1-16,0 0 2 15,0 0-3-15,0 0 9 16,0 0-7-16,2 0-1 0,6 0-1 16,3 2 0-16,3 3 1 15,2 0 1-15,-1-1-2 16,7 4 3-16,-3 0-3 16,0 0 0-16,-5 0 0 15,-2 1 0-15,-2-2 2 16,-2-3-2-16,-2-1 0 15,-1 0-3-15,-1-2 6 16,1 1-2-16,0 0-1 16,1-2 0-16,-3 0-1 15,0 0 2-15,-1 0-1 16,-2 0 5-16,0 0-3 16,0 0 8-16,0 0 24 15,0 0-15-15,0 0 6 16,-12 0-25-16,0 0 0 0,-1 0 0 15,-4 0 1-15,2 3-2 16,-1 3 0-16,1 0 1 16,2-1 0-16,1 1 0 15,2-3 0-15,2 2-1 16,3 1 4-16,-1 0-6 16,0 2 3-16,0 0 0 15,-1 1-11-15,1-2 1 16,4-2-5-16,0-1 6 15,1 1-27-15,1-2-7 0,0-2-38 16,0-1 1 0,8 2-68-16,1-2-15 0,-6 0 18 15,-2 1-19-15</inkml:trace>
  <inkml:trace contextRef="#ctx0" brushRef="#br0" timeOffset="185730.04">9206 12400 80 0,'0'0'109'0,"0"0"49"15,0 0-7-15,0 0-39 16,0 0-43-16,0 0 12 15,-21 1-1-15,20-1-13 16,1 0-35-16,0 0-10 16,0 0-22-16,0 8-63 15,0-1-175-15</inkml:trace>
  <inkml:trace contextRef="#ctx0" brushRef="#br0" timeOffset="201711.13">4575 11265 327 0,'0'0'76'15,"0"0"-36"-15,0 0 3 16,0 0 7-16,0 0 10 15,0 0-22-15,0 0 15 16,0 0 6-16,-14-26-4 0,11 23 0 16,2 0-30-16,-1 2 5 15,2 1-19-15,-2-2-6 16,2 2 21-16,0 0-23 16,0-1 3-16,0 1-6 15,0 0 4-15,0 0-4 16,0 0 0-16,0-3 0 15,13-5-14-15,11 1 16 16,-3-3-2-16,6 1 0 16,-2-1 0-16,-1 4-1 15,-2-2 0-15,-5 4 1 16,-1 0-11-16,-4 3 11 0,-4-1-5 16,-1 2-1-16,2 0-12 15,-3 0 13-15,-2 0-9 16,-1 0 5-16,0 0-1 15,-3 0 5-15,0 0 1 16,0 0 3-16,0 0 2 16,2 0-2-16,-2 0 1 15,0 0 0-15,0 0 0 16,0 0 0-16,0 0 0 16,0 0 0-16,0 0 2 15,0 0 3-15,0 0-5 16,0 0 0-16,0 0 27 15,0 0-25-15,0 0-2 0,0 0 8 16,0 0-7-16,0 0 6 16,0 0-7-16,0 0 1 15,0 0 4-15,0 0-5 16,0 0 0-16,0 0 0 16,0 0 6-16,0 0-12 15,4 7-15-15,2 9-63 16,-3 8 68-16,0 10 16 15,-3 10-1-15,0 9-1 16,-16 9 4-16,-1 2 4 16,-3-8-6-16,9-16 0 15,2-18 3-15,5-11-3 16,2-9 0-16,1-2 2 16,1 0-1-16,0 0 11 0,-2 0 11 15,-1-7 29-15,0-7 3 16,0-4-55-16,1-4 0 15,2 1 2-15,0 3-2 16,0 4 0-16,7 4-5 16,4 3 5-16,3 6-14 15,8 1 3-15,-1 0-9 16,3 11 14-16,-3 5-8 16,-3 4 5-16,0 3-6 15,-4 0-11-15,-1-3-13 16,-3 0-36-16,-4-1 18 15,-4-2 6-15,-2-4-129 16,0-8-9-16</inkml:trace>
  <inkml:trace contextRef="#ctx0" brushRef="#br0" timeOffset="201914.25">4681 11385 404 0,'0'0'88'0,"0"0"-84"16,0 0 22-16,0 0 7 15,0 0-7-15,0 0 21 16,48-14-17-16,-20 4-8 0,6-4-18 16,6-1 1-16,4-2-10 15,-1-2-41-15,-3 0-249 16</inkml:trace>
  <inkml:trace contextRef="#ctx0" brushRef="#br0" timeOffset="202102.96">5082 11222 593 0,'0'0'91'16,"0"0"-90"-16,0 0-1 0,0 0 0 15,0 0-1-15,0 0 1 16,97 4-6 0,-56-4-43-16,0 0-112 0,-2-5-134 15</inkml:trace>
  <inkml:trace contextRef="#ctx0" brushRef="#br0" timeOffset="202292.91">5155 11364 628 0,'0'0'120'15,"0"0"-114"-15,0 0-12 0,0 0 6 16,0 0 0 0,0 0 0-16,93-12 0 0,-52 7-59 15,3-5-49-15,-1-6-190 16</inkml:trace>
  <inkml:trace contextRef="#ctx0" brushRef="#br0" timeOffset="203208.62">5722 11084 494 0,'0'0'190'15,"0"0"-96"-15,0 0-61 16,0 0 35-16,0 0-34 15,0 0-9-15,-18-27-5 16,18 27-19-16,0 0-2 16,0 0-4-16,0 11-3 15,-2 17-8-15,0 8 16 0,-3 9 0 16,-1 4-2 0,2 0-4-16,2-6-18 0,2-14-12 15,0-12-50-15,14-14 53 16,14-3 17-16,9-26 16 15,3-10 20-15,-2-3 2 16,-7-1 72-16,-10-1-32 16,-10 3-37-16,-7 3 29 15,-4 4-37-15,-2 4-4 16,-20 6-2-16,-8 5-11 16,4 5-1-16,1 8 1 15,8 3-16-15,3 0 13 16,4 20-52-16,2 11-22 15,5 8-9-15,3-1-81 0,0-7-123 16</inkml:trace>
  <inkml:trace contextRef="#ctx0" brushRef="#br0" timeOffset="203407.36">6171 11105 787 0,'0'0'112'0,"0"0"-48"15,0 0-56-15,0 0 3 16,0 0-11-16,0 0 0 16,-2-9-26-16,2 23-106 0,0 3 25 15,0-4-180-15</inkml:trace>
  <inkml:trace contextRef="#ctx0" brushRef="#br0" timeOffset="203807.49">6383 10836 695 0,'0'0'86'16,"0"0"-80"-16,0 0 0 0,0 0-12 15,0 0 0-15,-90 97 6 16,74-46-2-16,4 2 6 16,4 6-7-16,3-1 3 15,3-3 0-15,2-12-8 16,2-12-12-16,17-17-11 15,11-14-3-15,6 0 34 16,5-22-2-16,1-7 2 16,-9-6 0-16,-10 1 60 15,-10 4 23-15,-13 5-28 0,0 4 10 16,-15 7-43 0,-25 10-15-16,-7 4-7 0,0 5-61 15,9 17-26-15,16 2-62 16,11-2 14-16,10-4-144 15</inkml:trace>
  <inkml:trace contextRef="#ctx0" brushRef="#br0" timeOffset="204258.15">6726 10757 732 0,'0'0'125'0,"0"0"-64"15,0 0-58-15,0 0-3 16,0 0-2-16,0 0-1 15,-9 59-4-15,3-6 7 16,-3 8 0-16,-2 3 2 16,-2-4 4-16,7-9-6 15,5-13 0-15,1-13-31 16,14-17 8-16,18-8 4 0,8-13 19 16,2-16 12-16,-2-4-9 15,-13 2 0-15,-12-2 42 16,-10 4 2-16,-5-1-9 15,-10 4-26-15,-19 5-4 16,-1 12 0-16,3 7-8 16,6 2-28-16,9 18-45 15,2 6-51-15,5 3-67 16,-1-5-310-16</inkml:trace>
  <inkml:trace contextRef="#ctx0" brushRef="#br0" timeOffset="204607.4">6977 10718 572 0,'0'0'76'0,"0"0"-32"16,0 0 13-16,0 0 5 15,81-37-14-15,-55 35-27 0,-4 2-20 16,-1 0 12 0,0 7-13-16,0 13-4 0,-6 9 3 15,-2 7 1-15,-7 9 1 16,-3 4-1-16,-3 4 0 15,0-3 6-15,0-6-6 16,-9-6-31-16,-10-8-1 16,-2-3-26-16,0-5-48 15,-3-8-286-15</inkml:trace>
  <inkml:trace contextRef="#ctx0" brushRef="#br0" timeOffset="204810.22">7024 10997 615 0,'0'0'237'0,"0"0"-146"16,0 0-47-16,0 0-44 15,0 0 2-15,0 0 1 16,6-33-3-16,10 33-1 16,7 0 1-16,11 0 0 15,3-2 0-15,1-3-38 16,2-5-21-16,-7-9-82 15,-2-6-304-15</inkml:trace>
  <inkml:trace contextRef="#ctx0" brushRef="#br0" timeOffset="205785.57">5376 11135 159 0,'0'0'260'0,"0"0"-216"15,0 0 1-15,0 0 36 16,0 0-14-16,0 0-20 15,-7 0-8-15,7 0-9 16,0 0 24-16,0 0-33 16,0 0 5-16,4-6-18 15,11-1 0-15,0 0-14 16,0 2 6-16,-2 2-40 16,-2 1-8-16,-1 2-40 15,-2 0-29-15,-8 0-117 16</inkml:trace>
  <inkml:trace contextRef="#ctx0" brushRef="#br0" timeOffset="205972.12">5376 11135 560 0,'54'-50'57'16,"-54"50"-54"-16,0 0-3 15,10 0 0-15,13 0 2 16,5 3-2-16,3-3-88 16,-7 0-132-16</inkml:trace>
  <inkml:trace contextRef="#ctx0" brushRef="#br0" timeOffset="209017.12">9524 12386 84 0,'0'0'97'15,"0"0"5"-15,0 0 22 16,0 0-23-16,0 0-42 16,0 0-38-16,0-10-16 15,0 10 6-15,0 0-11 16,0 0 0-16,0 0-2 15,0 0 4-15,0 0-3 16,0 0 1-16,0 0 0 16,0 0 4-16,0 0-4 15,0 0 0-15,0 0 0 0,0 0-19 16,0 0-132 0,12 0 72-16,3 4-51 0</inkml:trace>
  <inkml:trace contextRef="#ctx0" brushRef="#br0" timeOffset="209203.21">9736 12380 244 0,'0'0'65'0,"0"0"-24"16,0 0 11-16,0 0 19 16,0 0-23-16,0 0-48 15,10 0-14-15,-7 0 1 0,2 3 0 16,4 3-27-1,1 2-50-15,5-4-11 0</inkml:trace>
  <inkml:trace contextRef="#ctx0" brushRef="#br0" timeOffset="209356.64">9992 12371 485 0,'0'0'129'0,"0"0"-65"15,0 0 14-15,0 0-39 16,0 0-39-16,0 0-57 16,0-5-85-16,8 11 64 15,-1 2-128-15</inkml:trace>
  <inkml:trace contextRef="#ctx0" brushRef="#br0" timeOffset="209518.21">10270 12341 621 0,'0'0'131'15,"0"0"-54"-15,0 0-77 16,0 0-24-16,0 0-108 16,0 0 38-16,-6 25-222 15</inkml:trace>
  <inkml:trace contextRef="#ctx0" brushRef="#br0" timeOffset="-213368.61">5504 12114 334 0,'0'0'222'16,"0"0"-120"-16,0 0-5 15,0 0-26-15,0 0-23 16,0 0-26-16,0 0 20 16,-6-18-33-16,6 16-7 15,0 2 16-15,0 0-16 16,0 0 7-16,0 0-9 15,-4 0 3-15,4 0-1 16,0 0-2-16,0 0 0 16,0 0-10-16,0 0 10 15,0 0-54-15,0 0-110 16,0 7-47-16,-3-3-84 0</inkml:trace>
  <inkml:trace contextRef="#ctx0" brushRef="#br0" timeOffset="-212568.36">5859 11976 263 0,'0'0'93'0,"0"0"-26"16,0 0-7-16,0 0 40 16,0 0-28-16,0 0 5 15,-1-6-11-15,1 6-37 0,-2 0-4 16,2 0-25-1,-1 0-2-15,1 9-11 0,0 10 13 16,0 11-1-16,0 10 1 16,0 4-7-16,0 4-17 15,4-11-26-15,5-10-20 16,6-14 12-16,4-13 28 16,3 0 30-16,1-16 5 15,1-7 13-15,-5-4 43 16,-2-3 22-16,-4-1 1 15,-5-1-21-15,-5-1-24 16,-3 2 8-16,0 0-22 16,-14 4-20-16,-7 4 6 15,-2 6-11-15,6 7 0 16,2 8-12-16,6 2-9 0,0 0-17 16,2 15-61-1,1 10-30-15,3 7 35 0,3-7-121 16</inkml:trace>
  <inkml:trace contextRef="#ctx0" brushRef="#br0" timeOffset="-212035.53">6272 11773 288 0,'0'0'217'15,"0"0"-91"-15,0 0-112 0,0 0 1 16,0 0-12 0,0 0 0-16,-3 38-4 0,-3-6 1 15,2 9 0-15,2 8 0 16,-5 8 2-16,1 4-2 15,-3 0 5-15,3-8-3 16,6-11-2-16,0-14-10 16,12-17-78-16,21-11 85 15,7-5-9-15,5-18 12 16,-5-4 4-16,-8-2 10 16,-13-3 60-16,-10 2 27 15,-9 2-5-15,0 1-11 0,-24 4-66 16,-10 8-11-16,-5 6-8 15,2 9-35-15,16 0-53 16,6 16-98 0,9-1-92-16</inkml:trace>
  <inkml:trace contextRef="#ctx0" brushRef="#br0" timeOffset="-211586.36">6522 11742 579 0,'0'0'166'0,"0"0"-69"16,0 0-65-16,0 0-32 16,0 0 3-16,0 0-6 0,98-17 3 15,-53 17 0 1,2 0-1-16,-3 4 5 0,-7 13-10 15,-6 8 5-15,-8 8 1 16,-7 4-9-16,-13 6 9 16,-3-4-2-16,0-2-18 15,-16-6-17-15,-4-4-3 16,2-6-8-16,2-5 12 16,4-3 8-16,0-6-77 15,-1-3-78-15</inkml:trace>
  <inkml:trace contextRef="#ctx0" brushRef="#br0" timeOffset="-211386.57">6684 11936 620 0,'0'0'262'0,"0"0"-187"0,0 0-65 15,0 0-9-15,0 0 2 16,0 0-6-16,58-43 2 15,-23 37 1-15,3 3-8 16,1 0-2-16,0 3-53 16,-5-1-58-16,0-7-17 15,-7-1-169-15</inkml:trace>
  <inkml:trace contextRef="#ctx0" brushRef="#br0" timeOffset="-210932.09">6217 12373 410 0,'0'0'150'15,"0"0"-118"-15,0 0 10 16,0 0-10-16,97-63-3 16,-61 44 2-16,-2 4-4 15,-1 4-11-15,-5 4-16 16,-4 4-12-16,-7 3-24 0,-8 0-88 15,-9 6-156 1</inkml:trace>
  <inkml:trace contextRef="#ctx0" brushRef="#br0" timeOffset="-210767.42">6186 12426 641 0,'0'0'47'0,"0"0"-47"15,0 0 0-15,0 0 2 16,0 0 1-16,85 3-6 16,-45-3-16-16,8-1-112 15,1-11-134-15</inkml:trace>
  <inkml:trace contextRef="#ctx0" brushRef="#br0" timeOffset="-210601.62">6586 12327 615 0,'0'0'186'15,"0"0"-173"-15,0 0-13 16,0 0 0-16,0 0-105 16,0 0 21-16,14 8-197 15</inkml:trace>
  <inkml:trace contextRef="#ctx0" brushRef="#br0" timeOffset="-206324.62">10183 11940 88 0,'0'0'178'0,"0"0"-123"0,0 0 22 16,0 0-33-16,0 0 8 15,0 0-37-15,0 0-6 16,7-12-2-16,-7 12-5 16,5 0-2-16,4-2 0 15,-1 2 0-15,0 0-1 16,-1 0 1-16,1 0 0 15,1 0-2-15,-1 0 5 16,5 10-5-16,-4 1 2 16,-1 2 0-16,-1 2-6 15,0-1 6-15,-5 2 0 0,1-3-5 16,-1 0 6 0,-2 1-2-16,0 0 0 0,0 2 1 15,-5 2 7-15,-7 1-7 16,0 1 0-16,-2 0 8 15,6 0-7-15,-1-3 4 16,3 0-5-16,-1-2 0 16,5-1-2-16,1-3 2 15,1-3 0-15,0 0 0 16,0 1 3-16,0-1-4 16,0 1 1-16,0-1 0 15,3-2-10-15,5 0 10 16,0-4 0-16,1-2 0 15,1 0 1-15,-4 0 5 0,-1 0 11 16,-4 0 64-16,1-2 2 16,-2-1-41-16,0 3-31 15,0 0 9-15,0 0-17 16,0 0-3-16,0 0-26 16,0 0-39-16,0 0 38 15,0 0-34-15,0 8 55 16,0 4 4-16,-5 0 4 15,4 4-1-15,1 0-1 16,0 3 0-16,0 4-3 16,0 2 3-16,0 3 0 15,0 3 2-15,0 2-1 16,4-4 1-16,1-3-2 0,1-4 1 16,-4-6 0-16,3-3-1 15,-4-1 0-15,-1-1-1 16,0 0 3-16,0 3-2 15,0 0 0-15,0 2 1 16,0-2-1-16,0 1 0 16,-1-1 0-16,-4-4-1 15,0-3 6-15,-1-4-5 16,0 1 4-16,-2-1 8 16,-2-1 24-16,2 3-36 15,2-2 0-15,-1 1 7 16,0 0-5-16,4-1 0 0,-1-1-2 15,4 0 0-15,0-2-3 16,0 0 3-16,0 0 0 16,0 0 13-16,-1 0 39 15,1 0 6-15,0 0-53 16,0 0 6-16,0 0-15 16,0 0 4-16,0 0-45 15,0 0-37-15,9 0-24 16,-3 0-213-16</inkml:trace>
  <inkml:trace contextRef="#ctx0" brushRef="#br0" timeOffset="-203226.71">13747 11947 103 0,'0'0'157'16,"0"0"-60"-16,0 0 0 16,0 0-22-16,0 0 7 0,0 0-55 15,0 0-6-15,1-21-21 16,-1 21 6-16,0 0 14 15,2 0-18-15,-2 0-1 16,1 0-1-16,3 0-2 16,4 0-34-16,1 0 34 15,3 4 2-15,-3 2-2 16,1 1 2-16,-2 3 0 16,1 1-2-16,-2 0 4 15,-1 1-4-15,2-1 0 0,-4 2 2 16,2-2-15-16,-3 1 15 15,-3-2-5-15,0 0 1 16,0 0 6-16,0 1-5 16,0-1 3-16,-3 5 0 15,-9-1-1-15,0 3 1 16,-4-1 0-16,2 0-1 16,1 1 3-16,-2 1-3 15,3 2 1-15,-1 0 0 16,5-1-13-16,-1-4-9 15,5-2-4-15,-2-5 26 16,3-4-15-16,3-2 6 16,0-1 3-16,5-1 6 15,10 0 1-15,5 0-1 16,-2 0 0-16,1 0 3 0,-6-3-1 16,0 2-1-1,-6-2-1-15,-5 3 0 0,-1 0 41 16,1 0-10-16,-2 0-13 15,0 0-17-15,0 0-1 16,0 0-17-16,0 0 14 16,0 0-6-16,0 3 2 15,0 3-3-15,0-3 10 16,-2 7-2-16,-4 0 6 16,0 2-7-16,-3 6 3 15,3 5 0-15,-1 2-6 16,-2 6 6-16,-3 7-1 0,3-1-2 15,-3 2 5-15,5 0-2 16,2-5 0-16,2-4 0 16,0-5 24-16,3-5-24 15,-1-4 0-15,-2-7 16 16,1-4-16-16,1 0 9 16,1-4-1-16,0 0-5 15,-2 1 7-15,1-1-10 16,-3 1 0-16,2 1 6 15,-1-1-2-15,1 1-3 16,-1-1-1-16,0-1 2 16,0-1 14-16,0 2-16 15,2-2 19-15,-1 1 4 16,-1 0-23-16,-2 4-2 16,2-5-63-16,-2 0-232 0</inkml:trace>
  <inkml:trace contextRef="#ctx0" brushRef="#br0" timeOffset="-203057.5">13734 12726 546 0,'0'0'142'0,"0"0"-38"15,0 0-104-15,0 0-98 16,0 0 81-16,0 0-30 0,0 20-123 15,0-14-216-15</inkml:trace>
  <inkml:trace contextRef="#ctx0" brushRef="#br0" timeOffset="-196067.7">13359 14457 219 0,'0'0'85'0,"0"0"17"0,0 0-43 16,0 0 24-16,0 0-46 15,0 0 2-15,0 0-6 16,0-7-28-16,0 7 3 15,0 0-8-15,0 0 0 16,0 0-6-16,0 0 6 16,0 0 0-16,0 0-1 15,0 0 3-15,0 0 3 16,0 0-5-16,0 0 0 16,0 0-3-16,0 0 3 15,0 0-2-15,0 0-28 16,0 0-51-16,0 0-31 0,0 0 29 15,0 0 82 1,0 0 1-16,0 0 2 0,0 0 39 16,0 0 40-16,0 0-29 15,0 0 14-15,0 0-56 16,0 0-5-16,0 0 26 16,0 0-22-16,0 0-7 15,0 0-2-15,0 0 1 16,0 0 8-16,0 0-9 15,0 0 12-15,0 0 33 16,0 0-7-16,0 0-13 16,0-2-14-16,0 1-11 0,0-2 16 15,0 0-16 1,0-1 0-16,0 3 23 16,0-4-20-16,0-1-6 0,9-1-1 15,4 2 4-15,4-3-5 16,2 3 5-16,2 1 0 15,1 1-3-15,1 1 3 16,-1 2 0-16,0 0-4 16,-1 0 9-16,-3 9-18 15,-1 4 5-15,-7 2-6 16,-1 4 9-16,-9 4-8 16,0 9 9-16,-7 2 2 15,-15 0 4-15,-7 4-6 16,-1-4 4-16,-2-4-20 15,3-3 20-15,6-6-42 0,4-4 34 16,6-10 5-16,2-2 3 16,6-4-2-16,4 0 2 15,1-1 0-15,0 0 0 16,0 0 0-16,9 0-2 16,12-1-14-16,6-6 9 15,0 1 1-15,-2 1 9 16,3 0-3-16,2 1 41 15,0 1-32-15,0 1 16 16,-4-1-2-16,-9 1-18 16,-4 2 10-16,-5 0-15 15,-3 0 0-15,-2 0 3 16,-3 0-3-16,0 0 0 0,0 0 6 16,0 0-2-1,0 0-3-15,0 0-1 0,-13 0-91 16,-15 5-46-16</inkml:trace>
  <inkml:trace contextRef="#ctx0" brushRef="#br0" timeOffset="-195068.63">13089 14350 94 0,'0'0'91'16,"0"0"-62"-16,0 0 46 16,0 0 12-16,0 0-53 15,0 0 14-15,0 0-33 16,-20-12 33-16,14 11 18 0,0-1-32 16,-1 0 23-16,3 2-34 15,-2 0-7-15,-2 0-11 16,-5 4-5-16,-2 9-1 15,-3 8-1-15,-2 2 2 16,0 3-2-16,-1 8 2 16,3 1-1-16,-1 5-3 15,1 1 8-15,7 5-5 16,3 0 1-16,6 0 0 16,2-4-3-16,0-5 3 15,13-13-20-15,11-11 8 16,4-12-13-16,4-1 20 0,-3-13-9 15,0-11 14-15,-5-4 15 16,-6 2-7-16,-7 3 23 16,-5 1-6-16,-6 4 51 15,0 2-3-15,-16 1-55 16,-14 4-8-16,-7 3-11 16,-5 8 1-16,-4 0-27 15,4 0-42-15,2 15-26 16,13-1 23-16,8 0-285 15</inkml:trace>
  <inkml:trace contextRef="#ctx0" brushRef="#br0" timeOffset="-193517.6">12597 14466 248 0,'0'0'66'15,"0"0"72"-15,0 0-79 16,0 0 11-16,0 0-31 16,0 0-8-16,-21-3 4 15,18 3-32-15,-3 0 3 16,-3 1-6-16,-3 13 0 16,-5 8 1-16,2 4-1 15,-1 6 0-15,4 2-2 16,2 3 2-16,3-1 0 15,7 3 0-15,0-6-15 16,0-4-4-16,19-12-42 0,7-12-18 16,9-5 48-16,7-17-4 15,2-14-22-15,-3-4 57 16,-5-2 17-16,-8 1 77 16,-10-1 8-16,-11 0-26 15,-7 5 10-15,0 1-24 16,-21 6-26-16,-7 6-26 15,-5 5-2-15,-3 5-16 16,-4 9 2-16,3 0-81 16,0 6-10-16,7 14-3 15,7 1-114-15</inkml:trace>
  <inkml:trace contextRef="#ctx0" brushRef="#br0" timeOffset="-193246.85">12288 14679 748 0,'0'0'124'0,"0"0"-79"0,0 0-23 16,0 0 10-16,0 0-32 16,0 0-8-16,-8 0-47 15,15 6-144-15,7-2 104 16,-7-4-431-16</inkml:trace>
  <inkml:trace contextRef="#ctx0" brushRef="#br0" timeOffset="-191821.95">9099 14679 466 0,'0'0'123'15,"0"0"-91"-15,0 0-16 16,0 0-16-16,0 0 8 16,0 0-8-16,-24-12 4 15,14 12-10-15,-4 5 6 16,4 7 0-16,-2 2-1 15,-2 3 4-15,2 5-3 16,2 5 0-16,-2 6 3 16,3 7-2-16,3 2-1 15,0-5 0-15,6-3 2 0,0-13-2 16,12-10-38 0,16-11-20-16,7 0 21 0,2-20 20 15,3-9-8-15,-7-7 25 16,-5-3 70-16,-8 5 23 15,-7-2 4-15,-8 5 3 16,-5-1-42-16,0 5 21 16,-13 1-51-16,-7 8-24 15,-2 4 11-15,1 6-15 16,1 5 0-16,1 3-16 16,2 0-50-16,3 7-13 15,0 9-78-15,8 4 18 0,6-1-90 16</inkml:trace>
  <inkml:trace contextRef="#ctx0" brushRef="#br0" timeOffset="-191625.85">9578 14763 730 0,'0'0'135'0,"0"0"-102"16,0 0-33-16,0 0-6 16,0 0-64-16,0 0-35 15,-10-19-87-15,10 21 91 0,2 3-192 16</inkml:trace>
  <inkml:trace contextRef="#ctx0" brushRef="#br0" timeOffset="-191172.46">9706 14551 820 0,'0'0'92'16,"0"0"-53"-16,0 0-34 15,0 0-4-15,0 0-1 16,0 0-8-16,55-6 5 0,-39 26-3 15,-4 2-3-15,-4 3 9 16,-5 0 0-16,-1 0-5 16,-2 4 7-16,0-1-2 15,-5 0 0-15,-7 2-6 16,-6 0 3-16,0-3-19 16,-3-3-31-16,-1-5 9 15,4-8-11-15,0-3 35 16,8-7 20-16,1-1 0 15,6 0 35-15,3 0 16 16,0 0-50-16,0 0-1 16,0 0-8-16,15 0 8 15,13 0 9-15,12-7-4 0,14-3 7 16,3-4-12-16,-3-2 0 16,-5 0 4-16,-10 3-4 15,-10 3-3-15,-6 7 0 16,-11 3-79-16,-12 0-68 15,0 14-317-15</inkml:trace>
  <inkml:trace contextRef="#ctx0" brushRef="#br0" timeOffset="-189837.88">10364 14689 123 0,'0'0'59'16,"0"0"4"-16,0 0 1 15,0 0-13-15,0 0 19 0,0 0 15 16,77-17-15-16,-43 9-20 16,8-4 4-16,12 3-36 15,10 0 35-15,13 3-50 16,12-1-3-16,5 4 13 15,4 0-13-15,-7-3 4 16,-6 1-4-16,-10-4 0 16,-13-2 7-16,-11 2 0 15,-11 1 5-15,-8 2 18 16,-9 3-24-16,-7 3-4 16,-5 0-2-16,-5 0-19 15,-4 0 15-15,-2 0-46 16,0 0 10-16,0 0 34 0,0 0 6 15,0 0 0 1,0 0 4-16,0 0-2 0,0 0 36 16,0 0-38-16,-5 0-8 15,-5 0 0-15,3 0-27 16,2 0-4-16,0 0-27 16,-2 0-16-16,-3 0 29 15,-3 0-66-15,-2 0-51 16</inkml:trace>
  <inkml:trace contextRef="#ctx0" brushRef="#br0" timeOffset="-189594.97">11297 14441 588 0,'0'0'77'0,"0"0"-62"16,0 0-13-16,105 23-2 15,-72-2 0-15,-3 3 0 16,-2 1-3-16,-9-1 3 16,-7 0 0-16,-9 1 0 15,-3-2 1-15,-3 2 1 16,-19 2-2-16,-8-1 3 16,-10 5-8-16,-5-4-18 15,-1-7-311-15</inkml:trace>
  <inkml:trace contextRef="#ctx0" brushRef="#br0" timeOffset="-189483.74">11385 14754 655 0,'0'0'56'0,"0"0"-56"16,0 0-249-16</inkml:trace>
  <inkml:trace contextRef="#ctx0" brushRef="#br0" timeOffset="-154707.84">7967 15404 260 0,'0'0'76'0,"0"0"-40"16,0 0-10-16,0 0-21 15,0 0 2-15,0 0 39 16,0 0 16-16,0 0 10 16,0 0-25-16,-3-35-31 0,0 32 32 15,-2 3-24-15,4-4-2 16,-3 3 17-16,4 1-27 15,-2-2-4-15,2 2-8 16,0 0 0-16,-1 0 0 16,-1 0 0-16,-1 0 0 15,-2 0-1-15,-1 0 5 16,-5 0-8-16,0 7 1 16,-4 10 3-16,-1 9-13 15,2 9 13-15,4 2-1 16,4 8-6-16,6 0 10 15,0-1-6-15,0-3 3 16,2-7-17-16,11-8-2 16,0-7-7-16,1-13-4 0,11-6 23 15,8-5 7-15,5-22 2 16,0-6-2-16,-2-6 1 16,-9 0 36-16,-11 3-2 15,-4 0 24-15,-9 1 3 16,-3 2-19-16,-3 1-2 15,-18 3-16-15,-4 1-22 16,-5 6 17-16,1 5-20 16,5 7-1-16,1 8-7 15,2 2-19-15,3 0-27 16,3 0-27-16,9 12-49 16,6 5 48-16,0 2-138 15,7 1 30-15</inkml:trace>
  <inkml:trace contextRef="#ctx0" brushRef="#br0" timeOffset="-154421.54">8353 15648 871 0,'0'0'113'0,"0"0"-66"15,0 0-47-15,0 0-4 16,0 0-21-16,0 0-20 15,-6-14-28-15,6 14-241 16,9 0 115-16</inkml:trace>
  <inkml:trace contextRef="#ctx0" brushRef="#br0" timeOffset="-154023.22">8724 15340 679 0,'0'0'33'15,"0"0"-26"-15,0 0-14 16,0 0 3-16,-91 68 4 16,71-32-5-16,5 4 5 15,4 5-2-15,7-1 0 16,2-1-2-16,2-3 2 15,0-10-36-15,8-11-18 16,14-15-12-16,11-4-1 16,8-22 66-16,3-16-14 15,2-8 17-15,-10-3 137 0,-9 3-41 16,-11 3-26-16,-13 7 63 16,-3 2-84-16,-15 5-2 15,-22 12-40-15,-13 9-3 16,-1 8-8-16,7 6-105 15,13 16 0-15,12 4 40 16,10 3-87-16,4-5-145 16</inkml:trace>
  <inkml:trace contextRef="#ctx0" brushRef="#br0" timeOffset="-153609.54">9044 15350 896 0,'0'0'93'0,"0"0"-86"15,0 0-7-15,0 0-38 16,0 0 38-16,-73 118 1 16,49-63-1-16,0 1 0 0,6 2-60 15,3-5-26 1,12-8-4-16,3-15-19 0,18-18-75 16,21-12 9-16,11-11 52 15,4-19 123-15,-8-4 128 16,-10 0 125-16,-12-2-116 15,-12 3-30-15,-12 5 10 16,0 7-25-16,-26 5-72 16,-20 15-20-16,-12 1-57 15,-3 9-72-15,11 11 3 16,17 2-76-16,18-2-163 16</inkml:trace>
  <inkml:trace contextRef="#ctx0" brushRef="#br0" timeOffset="-153225.51">9309 15305 891 0,'0'0'39'0,"0"0"-27"16,0 0-12-16,0 0 4 16,88-33-8-16,-61 33 2 15,0 7 2-15,-5 8-18 16,-4 6 16-16,-2 5 2 15,-5 8-3-15,-5 4 7 16,-4 2-5-16,-2 1 1 16,0-5 0-16,-11-1 0 15,-4-7 0-15,-1-5-20 16,-2-2-16-16,1-8-32 16,-5 0-21-16,-3-5-115 15</inkml:trace>
  <inkml:trace contextRef="#ctx0" brushRef="#br0" timeOffset="-153004.69">9352 15550 833 0,'0'0'126'0,"0"0"-67"16,0 0-59-16,0 0-2 15,0 0-16-15,0 0 14 16,38-32-12-16,-19 32 15 15,4 0-1-15,2-2-2 16,5-1 4-16,4-2 0 16,5-2-7-16,5 0 7 0,7-3-78 15,-1 1-112 1,-1-1-204-16</inkml:trace>
  <inkml:trace contextRef="#ctx0" brushRef="#br0" timeOffset="-148880.71">11441 15263 139 0,'0'0'127'16,"0"0"-35"-16,0 0 6 16,0 0-27-16,0 0-5 15,0 0-35-15,0 0 34 16,-64-23-22-16,62 21-6 16,2 2 21-16,0 0-58 0,0 0 3 15,0 0-8 1,0 0 5-16,3 0-6 0,18 3 6 15,7 10 0-15,4 1-2 16,4 4 2-16,4 1 0 16,4 1-1-16,0 0 5 15,2-3-8-15,-3-4-3 16,-3-1-16-16,-7-7 12 16,-10-2 11-16,-10-3 0 15,-10 0-3-15,-3 0 8 16,0 0-10-16,-3 7 5 15,-24 8 0-15,-13 9-16 16,-6 2 0-16,1 2-68 0,5-3-53 16,10-3-49-1,10-5-97-15</inkml:trace>
  <inkml:trace contextRef="#ctx0" brushRef="#br0" timeOffset="-147697.98">12615 15296 413 0,'0'0'180'0,"0"0"-100"16,0 0-41-1,0 0 44-15,0 0-83 0,0 0 8 16,-26-16-22-16,19 19 11 15,-5 14 1-15,-2 8 1 16,5 5 2-16,5 6-9 16,1 2 8-16,3 3 0 15,0 0-7-15,0-2 7 16,13-7-45-16,7-9 8 16,4-8-9-16,11-15 28 15,6 0 1-15,8-16 17 16,-3-15 8-16,-5-6-5 15,-10-1 51-15,-12 1 60 16,-11 0-22-16,-8 0-23 16,0 0-34-16,-20 3-29 0,-5 6 17 15,-7 8-20 1,2 7-3-16,0 9 0 0,4 4-23 16,5 6-35-16,5 17-83 15,9 5-25-15,5 1-142 16</inkml:trace>
  <inkml:trace contextRef="#ctx0" brushRef="#br0" timeOffset="-147528.31">13076 15445 907 0,'0'0'88'16,"0"0"-51"-16,0 0-22 15,0 0-15-15,0 0-17 16,0 0-178-16,0 9 9 16,0 1-231-16</inkml:trace>
  <inkml:trace contextRef="#ctx0" brushRef="#br0" timeOffset="-146949.55">13463 15255 181 0,'0'0'477'0,"0"0"-426"15,0 0-49-15,0 0 8 16,0 0-15-16,0 0 5 16,-76 57 0-16,63-24-2 15,-1 5 4-15,4 6-1 16,5-1-1-16,5 0-7 16,0-4 6-16,7-12-66 15,19-12-10-15,13-11 19 16,9-4 58-16,5-19 2 15,-3-8 23-15,-9-5 80 16,-11 2 53-16,-16 1-53 16,-4 0-41-16,-9-1-12 0,-1 0-33 15,-13 0-4-15,-13 7-15 16,-12 6-1-16,-2 9-7 16,0 8-66-16,4 0-23 15,11 14-50-15,6 7-1 16,9-1-137-16</inkml:trace>
  <inkml:trace contextRef="#ctx0" brushRef="#br0" timeOffset="-146447.76">13821 15141 551 0,'0'0'157'0,"0"0"-48"15,0 0-93-15,0 0-16 16,0 0-11-16,0 0 5 16,-4 75 10-16,-5-32-8 15,3 0 1-15,-2 2 3 0,1-3 3 16,0 1-3-16,1-5 0 16,4-4-29-16,2-8-44 15,0-11 33-15,19-8-11 16,7-7 46-16,2-7 5 15,2-14 5-15,-3-3 69 16,-6-6 59-16,-5 4-46 16,-7-2-10-16,-7 4-42 15,-2 3-33-15,-5 4 8 16,-20 5-10-16,-2 6-37 0,2 6-21 16,5 0 14-1,5 5 4-15,6 12-136 0,8-1-55 16</inkml:trace>
  <inkml:trace contextRef="#ctx0" brushRef="#br0" timeOffset="-145950.34">14131 15216 756 0,'0'0'23'0,"0"0"-16"16,0 0-7-16,0 0 26 15,0 0-1-15,0 0-12 16,90-19-13-16,-76 35-7 15,-4 4 2-15,-6 5 6 16,-4 5-3-16,0 4 2 16,-9-2-11-16,-12 0 9 15,2-7-58-15,3-7 15 16,4-6 41-16,4-5 4 16,7-4 0-16,-1-3 0 0,2 2 0 15,0-2 0 1,0 0 0-16,2 0 0 0,14 0 10 15,7-2 11-15,10-5-3 16,8-1-18-16,9-3 7 16,5-1 9-16,1 1-16 15,-1 0 10-15,-8 0 13 16,-9 5-22-16,-9 1 6 16,-13 5-7-16,-8 0-15 15,-8 0-35-15,-3 14-138 16,-27 3-149-16</inkml:trace>
  <inkml:trace contextRef="#ctx0" brushRef="#br0" timeOffset="-145150.87">12979 16040 256 0,'0'0'151'0,"0"0"-18"0,0 0-52 15,0 0-37-15,0 0-17 16,0 0-24-16,89-40-2 15,-25 26 25-15,15-3-11 16,15-3 37-16,12-2 7 16,6 6-43-16,1 1-6 15,-1 2 2-15,0 7-9 16,-3-2 15-16,-8 2-18 16,-8 4 0-16,-13-4 2 15,-17 3 0-15,-15-2-2 16,-18 2 0-16,-13 2-19 15,-9-1 18-15,-6 2-79 16,-2 3-52-16,-10 14-77 16,-19 3 128-16,-13 3-164 15</inkml:trace>
  <inkml:trace contextRef="#ctx0" brushRef="#br0" timeOffset="-144801.46">13766 16190 785 0,'0'0'127'15,"0"0"-117"-15,0 0-10 16,0 0-1-16,0 0 1 16,0 0-3-16,-42 96 3 15,37-63-2-15,5 0-28 0,0-3-21 16,0-8 3-16,23-7-14 15,13-12 26-15,12-3 25 16,8-8-10-16,1-14-11 16,-9-4 32-16,-8-3 18 15,-16 3 61-15,-10 1-16 16,-10 0-14-16,-4 4-6 16,-11 1-37-16,-24 2-6 15,-10 6 0-15,-7 4 3 16,1 8-14-16,10 2-43 15,11 16-101-15,14 0-173 16</inkml:trace>
  <inkml:trace contextRef="#ctx0" brushRef="#br0" timeOffset="-144640.83">14138 16204 810 0,'0'0'111'16,"0"0"-97"-16,0 0-14 16,0 0-73-16,0 0-87 15,0 0-28-15</inkml:trace>
  <inkml:trace contextRef="#ctx0" brushRef="#br0" timeOffset="-144285.64">14366 16076 711 0,'0'0'164'0,"0"0"-149"16,0 0-11-16,91 0-4 15,-66 16 0-15,-10 5-12 16,0 4 12-16,-8 5 0 16,-7 1-1-16,0-1-12 15,-10-3 1-15,-12-3-10 16,-2-4-9-16,1-7 4 15,5-4-17-15,7-4 26 16,6-5 16-16,5 0 4 16,0 0 20-16,0-2 20 15,16-10-41-15,5-1 13 0,8 3-12 16,1 0 0-16,1 0 7 16,5 1-6-16,8 0 14 15,8-2-17-15,9 0 0 16,7 1-6-16,-4-5 2 15,-4-2-106-15,-19-3-51 16,-17 2-214-16</inkml:trace>
  <inkml:trace contextRef="#ctx0" brushRef="#br0" timeOffset="-143785.65">14856 15620 686 0,'0'0'169'0,"0"0"-150"16,0 0-7-16,0 0-24 0,-86 59 8 15,59-16 4-15,-1 5 0 16,4 2-53-16,6-11-10 16,5-12 4-16,7-14 13 15,6-12 42-15,0-1 4 16,3-14 51-16,18-15-51 15,9-12-11-15,4 0 11 16,-5 1 0-16,-5 6 0 16,-3 6 15-16,-10 7 0 15,-5 9 34-15,-3 2 39 16,-3 9-25-16,0 1-31 16,0 0-32-16,2 8-38 0,0 18 27 15,1 12-7-15,3 5 15 16,0 3-39-16,6-3-28 15,4-7 15-15,5-9-7 16,8-10-140-16,6-10-124 16</inkml:trace>
  <inkml:trace contextRef="#ctx0" brushRef="#br0" timeOffset="-143134.76">15438 15473 260 0,'0'0'161'0,"0"0"-10"15,0 0-20-15,0 0-12 16,0 0-72-16,0 0 13 16,-7-32-60-16,-8 36-7 15,-2 18 6-15,-5 9 1 16,1 13-8-16,3 5 7 15,2 6-13-15,2 3 9 16,8-8-70-16,6-13-5 16,0-12 30-16,20-20 43 0,10-5 7 15,6-16 9 1,2-17 33-16,-3-7 90 0,-5-2-72 16,-6 0-21-16,-8 2 6 15,-9 1-26-15,-7 0 0 16,0 4-19-16,-7 7 4 15,-10 9-8-15,1 8 4 16,1 11-36-16,-2 0-21 16,5 24-144-16,4 7 60 15,8 1-170-15</inkml:trace>
  <inkml:trace contextRef="#ctx0" brushRef="#br0" timeOffset="-142965.76">15801 15625 886 0,'0'0'67'0,"0"0"-15"15,0 0-51-15,0 0 11 16,0 0-12-16,0 0-44 16,-26 5-65-16,17 7-89 15,5-5-144-15</inkml:trace>
  <inkml:trace contextRef="#ctx0" brushRef="#br0" timeOffset="-142618.78">16008 15478 834 0,'0'0'14'16,"0"0"-14"-16,0 0-8 15,0 0-8-15,0 0 12 16,-69 81 8-16,35-33-4 16,3 3 0-16,5-1-36 15,10-3 2-15,13-9-45 16,3-12 11-16,15-14-11 0,20-12 79 16,10-8 7-1,4-22 25-15,-1-8 18 0,-8-1 41 16,-10 2-16-16,-12 3-33 15,-10 2-5-15,-8 2-35 16,0 0 3-16,-17 5-5 16,-17 8 1-16,-11 10-8 15,0 7-170-15,1 0-17 16,10 15-54-16</inkml:trace>
  <inkml:trace contextRef="#ctx0" brushRef="#br0" timeOffset="-142170.71">16381 15345 797 0,'0'0'63'15,"0"0"-45"-15,0 0-18 16,0 0-41-16,0 0 38 16,-11 85-7-16,5-31 10 0,-2 5-6 15,-2-1 6-15,1-5-72 16,-1-6 18-16,7-10-16 15,3-13-23-15,3-13 6 16,14-11 87-16,6 0 18 16,-3-18 42-16,-1-6 47 15,-5-3 47-15,-7 3-37 16,-7-2-83-16,0 2-9 16,-7 1-19-16,-13 3-12 15,-1 7-10-15,6 6-44 16,4 7 49-16,1 0-72 15,6 6-132-15,-1 8-94 16</inkml:trace>
  <inkml:trace contextRef="#ctx0" brushRef="#br0" timeOffset="-141770.77">16565 15419 787 0,'0'0'21'0,"0"0"-19"16,0 0 8-16,0 0-10 15,0 0 0-15,0 0-10 16,48-21 10-16,-26 21-1 16,1 0-7-16,1 4 8 15,0 7 0-15,-5 3-4 16,-1 4-2-16,-2 7-8 16,-5 3 8-16,-5 4 6 15,-6 4-10-15,0 1-22 16,-7-3-3-16,-10-1-6 15,1-5-1-15,3-7 30 16,-1 1-12-16,-1-5-29 16,0-2-174-16</inkml:trace>
  <inkml:trace contextRef="#ctx0" brushRef="#br0" timeOffset="-141564.59">16633 15620 836 0,'0'0'81'16,"0"0"-40"-16,0 0-20 16,0 0-16-16,0 0-4 15,0 0-1-15,0-21-22 16,0 21-5-16,6 0-61 16,0 0 88-16,7 5-11 0,8-2 17 15,13-2-12-15,11-1-18 16,8 0-93-16,5-5-70 15</inkml:trace>
  <inkml:trace contextRef="#ctx0" brushRef="#br0" timeOffset="-141303.67">17052 15557 552 0,'0'0'3'15,"0"0"2"-15,0 0 8 0,0 0-7 16,94-5-5-16,-76 3 20 16,-5 2-20-16,1 0 10 15,-1 0-11-15,0 0-5 16,0 0-87-16,-6 2-202 15</inkml:trace>
  <inkml:trace contextRef="#ctx0" brushRef="#br0" timeOffset="-141130.61">17006 15668 710 0,'0'0'118'0,"0"0"-118"16,0 0-99-16,0 0 87 15,0 0 4-15,0 0 13 16,74 33-5-16,-42-33 0 16,2 0 2-16,3 0-4 15,-3 0-9-15,-4-11-140 16</inkml:trace>
  <inkml:trace contextRef="#ctx0" brushRef="#br0" timeOffset="-117874.74">14216 16257 145 0,'0'0'229'15,"0"0"-79"-15,0 0-93 0,0 0-2 16,0 0 2-16,0 0-20 16,0 0-26-16,2-25 6 15,-2 23 5-15,0 2 16 16,0-3-5-16,0 1-19 15,0-1 13-15,0 1-22 16,0 0 0-16,0 2 1 16,0 0-3-16,0 0-5 15,0 0 2-15,0-2 0 16,0 1 2-16,0-3-2 0,0 2 0 16,0-2 0-1,0 1 4-15,-2 2-6 0,1 1 2 16,1 0 0-16,-2 0-4 15,2 0 4-15,0 0-2 16,-1 0-2-16,-2 0 1 16,-1 0 1-16,-1 3 1 15,1 2 1-15,4-3-4 16,0 3 4-16,0 1-1 16,0-2-8-16,0 0 6 15,3-1 3-15,3-3-2 16,2 0 2-16,-2 0 1 15,4 0-1-15,-3-3 0 16,3-9 1-16,-2 0 0 16,-4 0-1-16,-2 3 0 0,-2 3 0 15,0 4 11-15,0-1-11 16,0 3 0-16,0-2 0 16,0 2 0-16,0 0 0 15,0 0-3-15,0 0 3 16,0 0-9-16,0 0 8 15,0 0 1-15,0 0-6 16,0 0 6-16,1 0-2 16,13 3 2-16,2 4-18 15,2-1-72-15,-3-3-38 16,-5 0-243-16</inkml:trace>
  <inkml:trace contextRef="#ctx0" brushRef="#br0" timeOffset="-116063.01">17919 15408 534 0,'0'0'125'0,"0"0"-66"15,0 0-27-15,0 0-2 16,0 0-7-16,0 0 20 16,0 0-18-16,0-61 4 0,0 61-7 15,0 0-6-15,0 0-8 16,0 0-8-16,0 3-3 15,-4 18-3-15,-4 10 6 16,0 8 0-16,2 7 4 16,3-3-4-16,3 1 0 15,0-6-34-15,0-5-21 16,5-12 3-16,14-13-24 16,5-8 30-16,13-12 39 15,5-21 5-15,3-8 2 16,-2-5 3-16,-12 1 19 15,-14-1 89-15,-10 4-56 16,-7 2-8-16,-10 1-23 0,-21 7-6 16,-20 8-4-1,-18 12-14-15,-10 8 0 0,-4 4-11 16,11 4-10-16,17 9-12 16,22 3-6-16,21 5-35 15,12 1-18-15,16 1-19 16,22-5-286-16</inkml:trace>
  <inkml:trace contextRef="#ctx0" brushRef="#br0" timeOffset="-115864.98">18435 15495 745 0,'0'0'99'16,"0"0"-54"-16,0 0-24 16,0 0-21-16,0 0 1 15,-84 0-10-15,80 16-27 16,2-3-120-16,2-4-173 16</inkml:trace>
  <inkml:trace contextRef="#ctx0" brushRef="#br0" timeOffset="-114996.08">18818 15458 375 0,'0'0'123'0,"0"0"-38"16,0 0-46-16,0 0-20 16,0 0-7-16,0 0 21 15,-31 26-20-15,20-2 25 0,2 5-3 16,2 7-16-16,6 3-10 15,1 3-9-15,0-1 3 16,0-7-8-16,11-5 5 16,7-12-54-16,11-12 31 15,5-5 18-15,12-11 4 16,6-20 1-16,-1-5 0 16,-2-7 43-16,-14-3 24 15,-14 0 0-15,-13-1-2 16,-8 4-35-16,-1 2-9 15,-23 5-9-15,-12 11-11 16,-11 9 12-16,-9 12-13 16,0 4-37-16,7 4 9 0,13 20-35 15,13 6-55-15,10 1-46 16,11-5-279-16</inkml:trace>
  <inkml:trace contextRef="#ctx0" brushRef="#br0" timeOffset="-114098.1">19286 15419 546 0,'0'0'85'0,"0"0"16"15,0 0-20-15,0 0-67 16,0 0-12-16,102-62 14 16,-78 62-15-16,-4 0-1 15,0 2 1-15,2 17 0 16,1 8 6-16,-4 4-7 15,1 8 0-15,-7 1 2 16,-5 1-2-16,-8-2-14 16,0-4-9-16,-20-5 11 0,-2-6 7 15,-1-6-1 1,-2-4 6-16,3-5 6 0,-2-3-1 16,6-3 1-16,4-3 15 15,7 1-16-15,5 0 0 16,2 1-5-16,0-2 0 15,14 0-2-15,14 0 5 16,8 0-3-16,9-7 4 16,4-6 2-16,5 0 13 15,5 3-19-15,3-2 0 16,-7 5-5-16,-9 2-62 16,-21 3-76-16,-16-1-186 0</inkml:trace>
  <inkml:trace contextRef="#ctx0" brushRef="#br0" timeOffset="-113664.24">19948 15513 679 0,'0'0'117'0,"0"0"-51"16,0 0-66-16,0 0-2 16,0 0 2-16,0 0 1 15,-26 73-1-15,16-34 0 16,1-1 4-16,4-3-4 15,5-1-3-15,0-8-2 16,9-11-32-16,21-10 12 16,12-5 13-16,13-13 12 15,5-17 9-15,-1-7-3 16,-5-2 8-16,-17 0 36 0,-18-2-10 16,-17 7-6-16,-2 0-24 15,-30 6-6-15,-19 10 8 16,-8 11-12-16,-3 7-64 15,11 5-81-15,15 15 10 16,12 1-155-16</inkml:trace>
  <inkml:trace contextRef="#ctx0" brushRef="#br0" timeOffset="-113081.06">20178 15366 317 0,'0'0'90'15,"0"0"-39"-15,0 0-17 16,0 0 0-16,88-21 29 16,-42 20-7-16,2 1 17 15,2 0-13-15,0 0-26 16,4 0-16-16,-2 11-14 15,-3 9-2-15,-8 5-2 16,-12 4 0-16,-13 5-1 0,-9 3 1 16,-7 0 0-1,0 5 3-15,-17 2-2 0,-3 1-1 16,-1-1-4-16,-2-1-14 16,1 1-22-16,4-6-55 15,3-9-69-15,8-11-153 16</inkml:trace>
  <inkml:trace contextRef="#ctx0" brushRef="#br0" timeOffset="-112858.22">20486 15618 245 0,'0'0'303'0,"0"0"-234"16,0 0-59-16,0 0-10 15,0 0 0-15,0 0 14 16,-15 12-14-16,33-5 24 16,12-2 5-16,8-4-14 15,6-1-9-15,5 0-6 16,-1 0-46-16,2 0-69 16,1-14-232-16</inkml:trace>
  <inkml:trace contextRef="#ctx0" brushRef="#br0" timeOffset="-112446.03">20862 15447 653 0,'0'0'107'16,"0"0"-25"-16,0 0-46 16,0 0-26-16,0 0-9 15,0 0-1-15,34-38 0 16,2 38 1-16,10 0-1 16,2 0 0-16,4 4-2 0,0 8 6 15,-4 0-5-15,-1 4 1 16,-5 1 0-16,-6 4 0 15,-8-1 0-15,-8 2-1 16,-11-1-3-16,-9 4 7 16,0 3-4-16,-17 2 1 15,-12 3 0-15,-6 2 2 16,3 1-2-16,0-2-17 16,5-5-6-16,6-3-43 15,5-6-6-15,7-4-2 16,4-5-92-16,4-7-128 15</inkml:trace>
  <inkml:trace contextRef="#ctx0" brushRef="#br0" timeOffset="-112221.01">21073 15722 740 0,'0'0'169'16,"0"0"-84"-16,0 0-71 15,0 0-13-15,0 0-2 16,0 0-5-16,19-27 5 16,12 34-5-16,7 3 6 15,3-7 1-15,4 0-1 16,8-2-15-16,5-1-9 0,2 0-31 16,4 0-107-1,-4-1-186-15</inkml:trace>
  <inkml:trace contextRef="#ctx0" brushRef="#br0" timeOffset="-112054.8">21634 15676 638 0,'0'0'233'0,"0"0"-157"16,0 0-54-16,0 0-22 15,0 0 0-15,0 0-12 16,-3 25-17-16,2-14-44 15,-4-7-72-15,1-4-142 16</inkml:trace>
  <inkml:trace contextRef="#ctx0" brushRef="#br0" timeOffset="-101666.82">12649 12663 41 0,'0'0'40'0,"0"0"-16"0,0 0-11 16,0 0 6-16,0 0-19 15,0 0-5-15,0 0-5 16,0 0-40-16</inkml:trace>
  <inkml:trace contextRef="#ctx0" brushRef="#br0" timeOffset="-88986.84">4611 13902 211 0,'0'0'113'16,"0"0"17"-16,0 0-58 0,0 0 4 15,0 0-53 1,0 0 18-16,0 0-34 0,0-73 22 16,0 66 22-16,0 1-27 15,0 2 0-15,0 0-24 16,0 1 4-16,0 3 3 16,0 0-7-16,0 0 0 15,0 0 12-15,-3 0-6 16,3 0 12-16,0 0-18 15,0 0 11-15,0 0-22 16,0 12 2-16,0 13-6 16,3 13 12-16,7 9-1 15,1 10 3-15,-5 5 1 16,5 0 0-16,-2-4 6 16,-1-3-6-16,1-8 0 0,0-5 5 15,-4-8-2-15,-1-9-2 16,-4-5-1-16,0-8 0 15,0-3 9-15,0-5-9 16,0-4 0-16,-6 0 15 16,-2-3 21-16,-8-19-19 15,1-13-17-15,-3-11 4 16,-1-9 3-16,5-6-7 16,4-2 0-16,3 0-7 15,7 1 5-15,0 1-1 16,10 3-22-16,11 3-5 15,3 8 24-15,-1 14 0 0,-3 12 6 16,-9 10-6 0,0 11 6-16,-2 3-20 0,3 22-25 15,0 9 29-15,-3 8 3 16,0 5 10-16,-6-2 3 16,-3-8-5-16,0-6 6 15,0-7-1-15,0-4 0 16,-9-3 0-16,-9-1 9 15,-6 1-9-15,0-2 0 16,-4-2 13-16,1-2-13 16,3-1 5-16,4-1-5 15,4-1-14-15,9 0-24 16,3 1-49-16,4-2-111 16,0-2-65-16</inkml:trace>
  <inkml:trace contextRef="#ctx0" brushRef="#br0" timeOffset="-88663.04">4824 14151 476 0,'0'0'90'0,"0"0"-86"16,0 0 15-16,0 0 20 15,0 0-7-15,0 0-12 16,79-29-20-16,-48 15 0 15,-1 2-3-15,-1 7 0 16,-9 5-92-16,-13 0-169 16</inkml:trace>
  <inkml:trace contextRef="#ctx0" brushRef="#br0" timeOffset="-88473.26">4751 14394 53 0,'0'0'643'15,"0"0"-638"-15,0 0-4 16,0 0-1-16,0 0 19 16,0 0 18-16,94-12-37 15,-55-3 0-15,4-2-2 16,0-3-50-16,-5-3-64 16,-16 3-235-16</inkml:trace>
  <inkml:trace contextRef="#ctx0" brushRef="#br0" timeOffset="-87455.96">5370 13653 509 0,'0'0'73'0,"0"0"-53"16,0 0-16-16,0 0-4 15,0 0-3-15,0 0-8 0,3 57 11 16,1-21-11-16,-1 1 16 16,0 2-5-16,0 0 9 15,0 0-4-15,-1-6 1 16,2-6-6-16,1-9 0 16,4-9 10-16,3-9-2 15,8 0-8-15,7-16 18 16,-4-14 7-16,2-6 16 15,-9-3-5-15,-11-2 4 16,-5 2-2-16,0 1-27 16,-25 0 9-16,-8 5-3 15,0 6-10-15,3 8-1 16,8 11-6-16,8 5-12 0,1 3-5 16,4 9-103-16,0 16 36 15,0 8-4-15,3 1-141 16</inkml:trace>
  <inkml:trace contextRef="#ctx0" brushRef="#br0" timeOffset="-87231.3">5758 13850 675 0,'0'0'119'0,"0"0"-52"0,0 0-49 16,0 0-8-16,0 0-10 15,0 0-7-15,-6-9-134 16,15 9 51-16,3 0-8 16,1 0-194-16</inkml:trace>
  <inkml:trace contextRef="#ctx0" brushRef="#br0" timeOffset="-86806.94">5941 13549 696 0,'0'0'108'0,"0"0"-60"16,0 0-18-16,0 0-12 16,0 0-18-16,0 0-2 15,93-23 2-15,-73 43-15 16,-7 7 11-16,-6 7-11 16,-3 5 10-16,-4 2-7 15,0-2 8-15,-4-4-11 16,-9-8 15-16,2-7 2 15,-1-6-2-15,8-6 0 0,1-4 1 16,1-2 1 0,2-1-2-16,0-1 0 0,0 0 0 15,0 0 35-15,0-3-7 16,9-9-15-16,11-2-9 16,3-3 0-16,9 0-8 15,-1 2 4-15,5-1-42 16,0 0-36-16,-6 2-55 15,-8 0-100-15</inkml:trace>
  <inkml:trace contextRef="#ctx0" brushRef="#br0" timeOffset="-86442.22">6332 13413 410 0,'0'0'178'16,"0"0"-67"-16,0 0 2 15,0 0-70-15,0 0-17 16,0 0-26-16,76-26-2 0,-52 33-2 15,3 15 1 1,-5 9 2-16,-4 6-8 0,-9 8 9 16,-3 5-3-16,-6 2 3 15,0-3 0-15,0-8 1 16,0-10 2-16,0-7-6 16,-6-7-1-16,-3 0-35 15,-9 2-30-15,-4-9-44 16,-6-7-196-16</inkml:trace>
  <inkml:trace contextRef="#ctx0" brushRef="#br0" timeOffset="-86275.26">6144 13701 689 0,'0'0'131'16,"0"0"-81"-16,0 0-37 0,0 0-13 15,0 0 0-15,88-51 0 16,-25 36 1-16,7 1 4 15,7 2-5-15,-8-2 0 16,-6-1-113-16,-11-4-42 16,-12-5-322-16</inkml:trace>
  <inkml:trace contextRef="#ctx0" brushRef="#br0" timeOffset="-85675.92">6732 13332 773 0,'0'0'0'15,"0"0"21"-15,0 0-35 16,0 0 14-16,-5 84 0 16,5-50-2-16,0 5 5 15,8 0-1-15,4-5-2 16,6-12-14-16,4-11 10 16,12-11-31-16,5-15 35 15,6-16 17-15,-3-6 3 16,-5 0 18-16,-14 1 0 15,-12 6 0-15,-8 5 19 16,-3 5-31-16,0 9-18 0,-6 4 2 16,-2 7-10-16,1 0-1 15,0 12-12-15,-5 14 13 16,0 11-7-16,1 6 7 16,-2 7 0-16,4 4-8 15,3 7 7-15,3-1-14 16,3-5-20-16,0-13-50 15,3-16-61-15,9-18-167 16</inkml:trace>
  <inkml:trace contextRef="#ctx0" brushRef="#br0" timeOffset="-85293.09">7160 13493 586 0,'0'0'55'16,"0"0"-11"-1,0 0-42-15,0 0 45 16,88-26 29-16,-57 18-47 0,1 2 10 16,-1-4-14-16,0 2-2 15,1-1 13-15,-1 1-36 16,-3 3 0-16,-5 0-9 16,-10 3 7-16,-4 2-27 15,-6 0-21-15,-3 0-54 16,0 0 50-16,0 0 20 15,-6 10 23-15,-15 7 2 16,-5 2-159-16</inkml:trace>
  <inkml:trace contextRef="#ctx0" brushRef="#br0" timeOffset="-83106.11">5030 14570 17 0,'0'0'485'0,"0"0"-397"0,0 0-34 16,0 0-12-16,0 0-34 15,0 0 10-15,-42 0 3 16,42 0-9-16,0 0 32 16,0 0-8-16,-3 0-17 15,3 0 8-15,0 0-27 16,0 0-3-16,0 0 0 16,0 0 6-16,0 0-6 15,0 0-5-15,0 0-10 16,3 0 17-16,15-5-9 15,12-2 9-15,3-3 1 0,4-1-24 16,-1 0-21 0,-11 1-10-16,-2 1 11 0,-10 4 29 15,-7 0-19 1,-6 3 34-16,0 2-8 0,0 0-17 16,-5 0-332-16</inkml:trace>
  <inkml:trace contextRef="#ctx0" brushRef="#br0" timeOffset="-82678.95">5300 14417 433 0,'0'0'85'16,"0"0"-85"-16,0 0 1 15,0 0-1-15,0 0 48 16,0 0-16-16,11 83-3 16,5-61-21-16,-2-1-7 15,3-5 21-15,2-5-17 16,-2-6-3-16,1-5 11 0,4 0 2 15,-1-10 17 1,0-9 10-16,-9-1-5 0,-9-1 19 16,-3-1-44-16,-2 3-8 15,-20 2 12-15,-11 1-16 16,-1 3 0-16,1 8 0 16,6 3 0-16,6 2-9 15,2 2-16-15,5 15-61 16,6 4-6-16,6 0 8 15,2-3-96-15</inkml:trace>
  <inkml:trace contextRef="#ctx0" brushRef="#br0" timeOffset="-82476.19">5704 14455 544 0,'0'0'278'16,"0"0"-168"-16,0 0-75 16,0 0-20-16,0 0-5 15,0 0-9-15,0-13-2 16,0 13-39-16,0 2-125 16,0 6 64-16,0-1-175 15</inkml:trace>
  <inkml:trace contextRef="#ctx0" brushRef="#br0" timeOffset="-82132.73">5929 14316 692 0,'0'0'18'16,"0"0"-18"-16,0 0-4 15,0 0 4-15,-47 78-2 16,42-52 2-16,4 1 0 16,1-1-1-16,0-4 4 15,1-3-6-15,20-8-10 16,9-11 4-16,6 0 6 0,7-20 3 16,-3-9 0-1,-13 1 21-15,-7 0-14 0,-14 2 24 16,-6 6 57-16,-2 1-49 15,-22 5-9-15,-13 6-30 16,-2 3-12-16,9 5-30 16,11 0-27-16,16 2-28 15,3 6-143-15,0-1-82 16</inkml:trace>
  <inkml:trace contextRef="#ctx0" brushRef="#br0" timeOffset="-81447.05">6198 14185 810 0,'0'0'78'16,"0"0"-54"-16,0 0-19 15,0 0-4-15,0 0 8 16,0 0-9-16,97 16-2 16,-81 12-6-16,-2 1 2 0,-8 5 1 15,-6 2-5-15,0 0-25 16,-14-7 25-16,-4-5-17 15,6-8-1-15,2-8 27 16,8-5 2-16,2-3 0 16,0 0 27-16,0 0 40 15,0-7-19-15,8-10-49 16,14-2 0-16,7 0-10 16,5-2-1-16,7-2 3 15,4-1 4-15,3 0 4 0,0-1-3 16,-5 1 3-1,-7 4-28-15,-11 6 24 0,-11 5 1 16,-10 6 3 0,-4 3 0-16,0 0 0 0,0 0-14 15,-13 2 14-15,-8 16 0 16,-1 5-4-16,5 2 4 16,4 2-3-16,5-1 1 15,5-2 1-15,3-2-10 16,5-7 6-16,17-8-32 15,11-7 37-15,7-2 2 16,2-21 8-16,0-6 9 16,-6-2-8-16,-11 1 32 15,-12 2-24-15,-10 9-2 16,-3 4 1-16,-10 5-18 0,-26 8-4 16,-9 2-46-16,-7 10-58 15,15 9-18-15,13-2-109 16,13-3 36-16</inkml:trace>
  <inkml:trace contextRef="#ctx0" brushRef="#br0" timeOffset="-81094.86">6939 13925 788 0,'0'0'92'0,"0"0"-88"16,0 0 3-16,0 0-7 15,93-20 0-15,-64 29 0 16,4 11-7-16,-3 7 7 15,-6 4-3-15,-5 5 3 16,-8 2 0-16,-8 0 5 16,-3-2-5-16,0-3-5 15,-12-5 1-15,-5-3-11 16,-3-3 5-16,0-4-31 16,2-5-71-16,8-9 9 0,4-4-245 15</inkml:trace>
  <inkml:trace contextRef="#ctx0" brushRef="#br0" timeOffset="-80897.79">7012 14162 788 0,'0'0'151'16,"0"0"-96"-16,0 0-43 16,0 0-2-16,0 0-10 15,0 0-12-15,-19-22 3 16,32 22-40-16,14 0 28 15,11-3-2-15,6-5-23 0,4-6-16 16,0-3-38-16,-8-2-72 16,-7-1-295-16</inkml:trace>
  <inkml:trace contextRef="#ctx0" brushRef="#br0" timeOffset="-80597.83">7329 13947 764 0,'0'0'136'0,"0"0"-86"15,0 0-23-15,0 0-20 16,0 0-2-16,0 0-5 0,59-39 0 16,-22 36 0-1,-1 3-5-15,-4 0 8 0,-6 0-4 16,-3 9 1-16,-6 10 0 15,2 3-6-15,-8 10 6 16,-2 6 0-16,-7 4-11 16,-2 0-1-16,0-2-24 15,0-6-7-15,-12-8-17 16,0-4 5-16,-2-5-13 16,1-7-27-16,0-10-186 15</inkml:trace>
  <inkml:trace contextRef="#ctx0" brushRef="#br0" timeOffset="-80429.74">7388 14134 696 0,'0'0'167'0,"0"0"-66"15,0 0-72-15,0 0-25 16,0 0-4-16,0 0 0 16,54-67-5-16,-7 53 8 15,7 1-3-15,1-1 0 16,-3 2-38-16,-2-1 19 15,-7-1-60-15,-13 2-139 16</inkml:trace>
  <inkml:trace contextRef="#ctx0" brushRef="#br0" timeOffset="-79274.96">4478 15322 534 0,'0'0'111'0,"0"0"-60"15,0 0-51-15,0 0-3 0,0 0 3 16,42 89-3 0,-21-32 7-16,-4 8-4 0,-7 5 0 15,-3-3 2-15,-7-3 20 16,0-10-16-16,0-14 1 15,0-16 1-15,0-15-6 16,0-9 17-16,-7 0 120 16,3-20-53-16,-10-16-59 15,-6-14-27-15,-5-10-5 16,-5-2 2-16,6 0-7 16,5 3-9-16,11 1-27 15,8 4-18-15,0 4 30 16,24 8 34-16,3 10 2 15,9 10 12-15,1 11-6 0,3 8-8 16,2 3 0-16,-1 10 0 16,-3 10-5-16,-1 4 5 15,-11-2-2-15,-11-1 0 16,-13 0 0-16,-2 4 1 16,-10 0-2-16,-20-1 3 15,-7-2 7-15,-9-3-7 16,-2-8-2-16,5-1-1 15,9-4-9-15,11-5 11 16,16-1-25-16,7 0-55 16,4 0-226-16,22 0 127 15</inkml:trace>
  <inkml:trace contextRef="#ctx0" brushRef="#br0" timeOffset="-79042.44">4950 15433 655 0,'0'0'34'0,"0"0"-30"16,0 0 2-16,0 0 126 15,0 0-77-15,83-44-39 16,-34 29-2-16,9 0-14 0,2 3-4 15,-5 5-57 1,-12 4-106-16,-16 3-95 0</inkml:trace>
  <inkml:trace contextRef="#ctx0" brushRef="#br0" timeOffset="-78853.17">5009 15611 575 0,'0'0'10'16,"0"0"79"-16,0 0-30 16,115-17 20-16,-75 6-28 15,5-2-40-15,7 0-11 16,6-1-2-16,-6 1-89 16,-11 3-47-16,-16 2-264 0</inkml:trace>
  <inkml:trace contextRef="#ctx0" brushRef="#br0" timeOffset="-63864.21">5564 15299 381 0,'0'0'106'15,"0"0"-7"-15,0 0-60 16,0 0-1-16,0 0 24 16,0 0-3-16,0 0-37 15,0-47-11-15,0 43-8 16,-2 0 17-16,-1 0-4 16,-1 0-1-16,0 0 16 0,1 1-31 15,-3 0 15-15,4-2 3 16,-1 3-4-16,1-4 7 15,1 6-17-15,-1-3-1 16,2 3 6-16,-1 0-9 16,1 0 0-16,0 0 0 15,0 3-4-15,0 22 2 16,0 12-1-16,3 6 3 16,5 2 0-16,4 0 0 15,2-9-3-15,3-13-4 16,4-12-10-16,4-11 5 15,5-5 10-15,4-24 2 16,-1-13 6-16,-3-3-3 16,-9 0-3-16,-14-1 8 0,-7 4 10 15,0 5 5-15,-15 3-13 16,-7 6-8-16,-5 7 12 16,0 8-14-16,-4 5-2 15,1 8 1-15,0 0 2 16,5 1-3-16,7 13-2 15,6 4-17-15,9 3 10 16,3 3-38-16,0 2-3 16,12-1-18-16,6-4-28 15,7-2 16-15,0-6-87 0,2-8-171 16</inkml:trace>
  <inkml:trace contextRef="#ctx0" brushRef="#br0" timeOffset="-63687.21">6041 15190 892 0,'0'0'67'16,"0"0"-10"-16,0 0-35 16,0 0-15-16,0 0-4 15,0 0-3-15,-32-14-55 16,33 34-49-16,3-3-95 15,-4-4-300-15</inkml:trace>
  <inkml:trace contextRef="#ctx0" brushRef="#br0" timeOffset="-62981.04">6310 15062 657 0,'0'0'67'0,"0"0"-5"16,0 0-38-16,0 0-3 16,0 0 14-16,88-35-18 15,-63 33-16-15,2 2 17 16,-1 2-18-16,6 18 0 15,-2 6 6-15,-2 10-5 16,-3 6-1-16,-8 4 0 16,-9 1 0-16,-8-3 4 15,0 0-4-15,-6-7 0 16,-10-6-1-16,0-7 7 16,1-7-4-16,3-5-2 15,6-4 0-15,2-2-2 0,4-5 2 16,0 1 0-16,0-2-3 15,15 0 6-15,10-9-2 16,4-8-1-16,2-7 0 16,3-2 2-16,-1-2-2 15,1-1 0-15,-1 0-4 16,-5 1-19-16,-7-2-84 16,-6-1-94-16</inkml:trace>
  <inkml:trace contextRef="#ctx0" brushRef="#br0" timeOffset="-62664.95">6870 14973 659 0,'0'0'88'0,"0"0"36"16,0 0-102-16,0 0-22 16,0 0 1-16,0 0 2 15,-37 42-2-15,37-3-1 16,0-2 11-16,12-2-11 15,16-3 6-15,6-6-6 16,4-1 0-16,1-5 18 16,-7-1-18-16,-6-2 0 15,-7-2 8-15,-9 1-8 16,-10 0 2-16,0 2-2 16,-14 3 4-16,-15 3-3 15,-9-2-1-15,-10-4 0 0,-8-4 0 16,3-6-1-16,7-4-1 15,16-4-19-15,15-7-66 16,15-18-125-16</inkml:trace>
  <inkml:trace contextRef="#ctx0" brushRef="#br0" timeOffset="-62449.14">6753 14961 659 0,'0'0'78'0,"0"0"39"0,0 0-70 16,0 0-47 0,0 0-1-16,0 0 1 0,7-9 0 15,29 15 6-15,7-6-6 16,7 0 2-16,3-5 5 16,1-12-7-16,-2-3-9 15,-2-5-81-15,-8-3-159 16</inkml:trace>
  <inkml:trace contextRef="#ctx0" brushRef="#br0" timeOffset="-61432.35">7312 14883 509 0,'0'0'142'16,"0"0"-25"-16,0 0-23 0,0 0-28 15,0 0-57-15,0 0-7 16,-15-62 10-16,43 49-10 16,1 5-2-16,0 5 0 15,-2 3 3-15,-1 3 1 16,-3 14-4-16,-3 10-11 15,-8 8 7-15,-7-1-50 16,-5 3-31-16,-2-4-12 16,-15-4 17-16,-3-4 24 15,-1-4 8-15,7-8 48 16,5-2 0-16,5-5 19 16,4 1 12-16,0 1-23 0,10-2 2 15,11 2 20-15,3-1 0 16,6 2-3-1,0 1 27-15,1 0-16 0,-7 0-21 16,-8 3-9-16,-8 1-7 16,-8 0 11-16,-5 8-12 15,-23 2 0-15,-8 5-2 16,-11-3-17-16,-7 1-63 16,1-9 50-16,6-9 7 15,11-6 23-15,23-3 4 16,13-3-1-16,13-18-1 15,19-4-375-15</inkml:trace>
  <inkml:trace contextRef="#ctx0" brushRef="#br0" timeOffset="-61000.66">7650 14866 501 0,'0'0'86'0,"0"0"-15"15,0 0-10-15,0 0 6 16,0 0-22-16,0 0-17 16,59-34-22-16,-43 43 6 0,-1 8-12 15,0 9 0-15,4 3 7 16,-7 3-5-16,-3 2-2 15,-4-4 2-15,-5 1-2 16,0-2 0-16,-2-3-25 16,-11-4-24-16,-6-4-8 15,3-3 2-15,0-7 39 16,3-4 12-16,5-4 4 16,4 0 10-16,4 0-9 15,0-5 23-15,4-9 28 16,13-3-16-16,3 3 23 15,4 2-44-15,0-2-13 16,5-2 1-16,2 0-3 16,-1 2 0-16,1-1-6 15,-2-1-35-15,-4 1-81 0,-9 0-120 16</inkml:trace>
  <inkml:trace contextRef="#ctx0" brushRef="#br0" timeOffset="-60484.19">7857 14766 199 0,'0'0'456'0,"0"0"-325"16,0 0-54-16,0 0-27 15,0 0 5-15,-39-71-45 16,39 67-9-16,7 2 4 16,12 2-5-16,2 0-6 15,-1 0 0-15,-2 4-23 16,-5 10-5-16,-1 1-28 16,-3 0-64-16,0 2 46 15,1-3-85-15,-1-5 38 16,-3-3 118-16,-1-6 9 15,-2 0 10-15,-3 3 77 16,0-3 51-16,0 0-6 16,0 0 17-16,1 5-89 0,5 9-45 15,5 10-15-15,1 5 2 16,7 3-2-16,0-3-5 16,-1-3 2-16,-3-4-20 15,-4-5 10-15,-5-6 13 16,-5-5 0-16,-1-2 3 15,0 2-3-15,-12 3 0 16,-16 5 10-16,-10 3-10 16,-8 3 0-16,-2 2-2 15,2-3-8-15,15-7-115 16,12-10-3-16,19-2-160 0</inkml:trace>
  <inkml:trace contextRef="#ctx0" brushRef="#br0" timeOffset="-59918.1">6202 15721 326 0,'0'0'147'15,"0"0"-23"-15,0 0-83 16,-101 17-6-16,80-11 4 16,0 1 21-16,6-3-18 15,3 2-19-15,6-4-10 16,4-2 0-16,2 2-13 16,0-1 0-16,2-1 0 0,22 0 2 15,13-1 2-15,25-20-4 16,24-8 6-1,32-8 0-15,21-7 1 0,20-2-7 16,7-2 9-16,7 0-9 16,-6 3 2-16,-9 2-2 15,-10 2 0-15,-19 7 6 16,-21 3-6-16,-25 7 0 16,-28 5 2-16,-26 8 1 15,-19 5-6-15,-10 6 3 16,0 0-5-16,-10 5 2 15,-19 14-113-15,-5 2-81 16</inkml:trace>
  <inkml:trace contextRef="#ctx0" brushRef="#br0" timeOffset="-59787.22">7744 15351 536 0,'0'0'134'0,"0"0"9"16,0 0-45-16,0 0-91 15,0 0-7-15,0 0-9 16,0 27-115-16,-7-13-205 16</inkml:trace>
  <inkml:trace contextRef="#ctx0" brushRef="#br0" timeOffset="-6853.47">11800 4405 235 0,'0'0'4'15,"0"0"4"-15,0 0 20 16,0 0 4-16,0 0 42 0,0 0-12 16,0 0-29-16,-25-48 17 15,25 43 18-15,0-1-53 16,-2 2 49-16,1 1-11 15,-1 0-19-15,1 2 1 16,-2 1-32-16,3 0-1 16,0-2 1-16,0 2 0 15,0 0 17-15,0-1-20 16,0-1 2-16,21 0 8 16,7-4-6-16,9 0-4 15,7-1 0-15,9 0-4 16,2 1 3-16,1-4-10 15,-4 3 2-15,-4-2 0 0,-11 2 9 16,-13 1 0 0,-10 4 0-16,-11 2 2 0,-3 0 5 15,0 0 1-15,0 0 9 16,0 0 22-16,0 0-39 16,0 0 0-16,0 0 0 15,0 0 2-15,-1 0-7 16,-6 0 0-16,2 5 2 15,1 1-8-15,1-4 5 16,3 1 6-16,0 0-1 16,-2 2 3-16,1 1-4 15,-4 8 2-15,-3 8 0 0,-9 10-6 16,-8 12 6-16,-8 8 0 16,-8 6 0-16,-5 5 1 15,0-3-4-15,3-7 1 16,5-9-7-16,10-17 6 15,7-10-15-15,9-8 18 16,6-9 1-16,2 0-1 16,4 0 18-16,0-26 11 15,7-12-29-15,13-10 6 16,4 4 2-16,-5 6-8 16,-2 12 17-16,-4 12-7 15,-4 10-9-15,-3 4-1 16,6 1-3-16,0 21-13 15,1 9 12-15,-1 6-10 16,-1 4 11-16,-1-7 6 0,0-4 0 16,2 0-3-1,3-3 0-15,0-1-11 0,3-6-15 16,-4-6-75-16,-7-12-52 16,-7-2-282-16</inkml:trace>
  <inkml:trace contextRef="#ctx0" brushRef="#br0" timeOffset="-6654.35">11625 4632 538 0,'0'0'36'0,"0"0"56"0,0 0-64 16,0 0 32-1,0 0-41-15,0 0-9 0,41-9-6 16,-5 9-4-16,6 0 0 15,10 0 0-15,7-3-3 16,9-6-77-16,-4-9-123 16,2-8-217-16</inkml:trace>
  <inkml:trace contextRef="#ctx0" brushRef="#br0" timeOffset="-6444.32">12246 4531 644 0,'0'0'74'15,"0"0"-69"-15,0 0 25 16,0 0-18-16,0 0-1 16,100 0-8-16,-51 0-3 15,1 0-15-15,-1 0-54 16,-10 0-25-16,-16 0-176 15</inkml:trace>
  <inkml:trace contextRef="#ctx0" brushRef="#br0" timeOffset="-6255.29">12268 4758 548 0,'0'0'174'0,"0"0"-172"15,0 0-1-15,0 0 12 16,0 0-9-16,114 0 10 16,-68-1-14-16,5-10-54 15,-5-3-58-15,-7-8-208 16</inkml:trace>
  <inkml:trace contextRef="#ctx0" brushRef="#br0" timeOffset="-4355.97">12920 4367 302 0,'0'0'157'16,"0"0"-34"-16,0 0-40 16,0 0 5-16,0 0-14 15,0 0-33-15,-4 0 0 16,2 0-10-16,2 0-23 0,0 0 12 16,-1 0-20-1,1 0-5-15,0 6 4 0,0 5-12 16,0 10 10-16,0 6 3 15,-3 8 0-15,-3 5 2 16,-6 3-2-16,-2 0-7 16,1 2-22-16,1-7-10 15,3-6-25-15,3-6 7 16,5-11-70-16,1-6-83 16</inkml:trace>
  <inkml:trace contextRef="#ctx0" brushRef="#br0" timeOffset="-4155.35">13020 4593 582 0,'0'0'174'0,"0"0"-56"15,0 0-43-15,0 0-49 16,0 0-26-16,0 0-1 15,8-16-4-15,2 16-68 16,8 2-23-16,0 1-29 16,3-3-224-16</inkml:trace>
  <inkml:trace contextRef="#ctx0" brushRef="#br0" timeOffset="-3823.43">13304 4330 495 0,'0'0'134'0,"0"0"51"16,0 0-122-16,0 0-16 16,0 0 0-16,0 0-41 15,-8-29-4-15,8 29-2 16,0 0 0-16,0 0-15 15,0 8 15-15,0 13 0 16,-4 8-3-16,-6 6 8 16,-4 5-10-16,-6 4 5 0,-2 7 0 15,0 2 5-15,4-3-5 16,3-4 0-16,6-11-4 16,6-10-31-16,3-6-55 15,3-13-45-15,22-6-210 16</inkml:trace>
  <inkml:trace contextRef="#ctx0" brushRef="#br0" timeOffset="-1757.63">13720 4712 419 0,'0'0'169'16,"0"0"-30"-16,0 0-65 16,0 0-7-16,0 0-41 15,0 0-23-15,0 0 9 0,0-29-9 16,0 29-3 0,0 0 0-16,0 0 3 0,0 0-6 15,0 0 3-15,0 0-9 16,0 12 5-16,0 13-23 15,-11 14 27-15,-5 9-4 16,-5 9 1-16,0-1-1 16,4-1-78-16,8-7-70 15,4-11-138-15</inkml:trace>
  <inkml:trace contextRef="#ctx0" brushRef="#br0" timeOffset="-1157.19">14154 4488 688 0,'0'0'109'16,"0"0"-46"-16,0 0-63 16,0 0-16-16,0 0 7 15,-10 112 10-15,-4-47-1 16,-4-1 2-16,5-13 5 0,-1-15 0 16,4-9-7-16,7-12 0 15,-2-6 2-15,5-6 6 16,-2-3-7-16,2 0 16 15,0-23 30-15,0-14-38 16,4-10-9-16,0-9-1 16,1-5-8-16,-4 2 10 15,5 1-1-15,5 7 0 16,2 2-20-16,4 9 14 16,2 6-41-16,6 2 43 15,5 10-10-15,2 3 16 16,-1 5-2-16,-4 8 4 15,-7 6 2-15,-4 0-9 0,-2 8 3 16,-5 11 0-16,-4 8-11 16,-5 2 11-16,0-1 0 15,-6-3-1-15,-16-2 5 16,-10-2-1-16,-6 0-3 16,-3-3 0-16,1-2 10 15,3-4-10-15,8-6 0 16,10-3 2-16,4-1 2 15,13-1 2-15,2 2-6 16,0 4-79-16,5 1-118 16,13-2-13-16</inkml:trace>
  <inkml:trace contextRef="#ctx0" brushRef="#br0" timeOffset="-942.67">14303 4526 592 0,'0'0'81'0,"0"0"-20"15,0 0-47-15,0 0 9 16,0 0-23-16,79-6 4 16,-45 4-2-16,3-1 1 15,2 2-6-15,0 1 2 16,3 0-116-16,-5 0-159 15</inkml:trace>
  <inkml:trace contextRef="#ctx0" brushRef="#br0" timeOffset="-744.89">14300 4742 682 0,'0'0'0'15,"0"0"4"-15,0 0 13 16,0 0 4-16,0 0 19 16,0 0-15-16,75 15-20 0,-29-15 23 15,6-8-28 1,9-7-125-16,-3-6-277 0</inkml:trace>
  <inkml:trace contextRef="#ctx0" brushRef="#br0" timeOffset="4587.18">16508 8877 1 0,'0'0'33'0,"0"0"12"16,0 0 21-16,0 0 19 15,0 0-3-15,0 0 20 16,0 0-46-16,0 1-23 16,0-1-10-16,0 0 14 15,0 0 6-15,0 0-17 16,0 0-2-16,0 0-17 15,0 0-6-15,0 0 25 16,0 0-24-16,0 0 29 16,0 0-2-16,0 0-16 15,0 0 19-15,0 0 1 16,0-1-24-16,0-2 15 0,0 1-18 16,-3-3-6-16,0 2 3 15,0 2 5-15,-6-1-14 16,-5 2 6-16,-7 0-4 15,-4 0-6-15,0 0-10 16,2 5-2-16,10 1 13 16,3-1 0-16,4-1 7 15,-1 1-5-15,3 2 7 16,-1-3-12-16,2 0 12 16,2 1-1-16,1-1-1 15,0 1 4-15,0 0-7 16,0 3 3-16,0 0-24 0,6 0 21 15,5 1-17-15,1 2 10 16,2-3 12-16,0 3 0 16,1 1-2-16,-6 3 2 15,1 1 0-15,-7 6-2 16,-2 0 2-16,-1 4 0 16,0-1 5-16,0-1-4 15,-1-3-1-15,-12-1 0 16,1-3-6-16,-6 0-10 15,-1 0 16-15,-2-3-22 16,1-1 13-16,2-2-11 16,0-1-11-16,-1-2 17 15,6-4 0-15,0-2 10 16,3-2-1-16,4 0 5 16,3 0 9-16,0 0-6 0,3 0 42 15,0 0-24-15,0 0 21 16,0-2-14-16,0 1-28 15,6 1 0-15,6 0-1 16,0 0 3-16,-3 0-4 16,-1 1 2-16,0 7 0 15,0 0-2-15,-1 3 2 16,1 4 0-16,1-1-1 16,0 2 4-16,-3 3-5 15,-2 1 2-15,-2 3 0 16,-2-1-3-16,0 1 3 0,-2 0 0 15,-7 0 6-15,3-3-6 16,0-1 2-16,3 1-2 16,0-3 0-16,3 2-5 15,0-2 5-15,0-3 0 16,0 1-1-16,0-2 2 16,0-2 5-16,0 1-6 15,-4-2 0-15,1-4 11 16,0 2-6-16,1-5-5 15,2 0 8-15,0 0-5 16,0 1-1-16,0 0-2 16,0-1 0-16,0 1 7 0,0-1 0 15,0 0-5 1,5-3 11-16,2 0 2 16,5 0 50-16,5 0-39 0,10-8-25 15,4-4 16-15,9 2-17 16,3-2-9-16,-1 3-78 15,-2 4-10-15,-10-1-30 16,-12 0-24-16,-8 1-233 16</inkml:trace>
  <inkml:trace contextRef="#ctx0" brushRef="#br0" timeOffset="4728.53">16467 9697 495 0,'0'0'189'0,"0"0"-93"15,0 0-72-15,0 0-24 16,0 0-9-16,0 0-75 16,-4 9-35-16,5-6-148 15</inkml:trace>
  <inkml:trace contextRef="#ctx0" brushRef="#br0" timeOffset="14608.33">20004 9302 141 0,'0'0'58'0,"0"0"0"15,0 0-4-15,0 0-37 16,0 0-12-16,0 0 33 16,0 0-5-16,24-9 32 15,-21 9 14-15,-3 0-14 16,1 0-12-16,-1 0-34 15,0 0-7-15,0-3 1 16,0 3-13-16,0 0 0 16,2 0-1-16,3 0 0 15,2 0-7-15,5 0-2 16,1 0-27-16,2 0 5 0,1 0-48 16,-1 0-1-16,2 0-7 15,-2 0-4-15,5 0 85 16,0 0-18-16,-1 0 25 15,-1 0 32-15,-6 0 41 16,-4 0 29-16,-7 0 6 16,2 0-47-16,0 0-43 15,0 0-18-15,3 0-10 16,-2 0 7-16,4 0-22 16,1 0 7-16,0 3-1 15,4-2-1-15,5 2 17 16,1 0-55-16,-1 0-37 0,-3 1 27 15,-3-1 40 1,-4 0 14-16,-1-3 10 0,-3 0 4 16,0 0 5-16,0 0 6 15,1 0 19-15,1 0 7 16,0 0-33-16,1 0 4 16,-1 0-4-16,-2 0-1 15,2 0 0-15,0 1-3 16,2 2-11-16,-1-1 8 15,-2 1-3-15,1-3 6 16,-2 2 3-16,3-2 1 16,1 2-8-16,1 1-15 15,4-1-107-15</inkml:trace>
  <inkml:trace contextRef="#ctx0" brushRef="#br0" timeOffset="14758.65">20596 9336 282 0,'0'0'176'16,"0"0"-53"-16,0 0-84 15,0 0-6-15,0 0-19 16,0 0-11-16,19 0-6 16,-5 0-56-16,2 0-50 15,2 5-47-15,4 0 67 16,1-4-36-16,-4-1 27 16</inkml:trace>
  <inkml:trace contextRef="#ctx0" brushRef="#br0" timeOffset="14941.62">20767 9347 29 0,'0'0'65'16,"0"0"-41"-16,0 0-10 15,0 0-12-15,0 0-2 0,0 0 0 16,26-13 38-16,-26 13 10 16,0 0-39-16,0-1 16 15,0-1 16-15,0 1 46 16,0-2-22-16,4 0-11 16,5-2-28-16,6 3-26 15,3 2 1-15,4 0-7 16,4 0-14-16,-1 0-139 15,1 0-2-15</inkml:trace>
  <inkml:trace contextRef="#ctx0" brushRef="#br0" timeOffset="15773.67">20269 9269 64 0,'0'0'159'15,"0"0"-133"-15,0 0-14 0,0 0 9 16,0 0 1 0,0 0 8-16,35-14 65 0,-29 13-28 15,1 1-54-15,4 0-13 16,5 0 3-16,2 0 1 15,4 0-4-15,4 0 0 16,3 0 0-16,3 0 2 16,1 0-4-16,-1 0-2 15,-2 0-30-15,-5 0-57 16,-2 0-4-16,-8 0 20 16,1 0 68-16,-2 0-5 15,-4-3 12-15,2-1 24 16,-4 1 29-16,-4-1 23 15,-1 1 59-15,-1 1-31 0,-2 2 16 16,1 0-78-16,5 0-14 16,3 0-28-16,6 0-9 15,9 0-16-15,1 0-20 16,2 0 11-16,-2 0 30 16,-1 0-25-16,0 0 15 15,-2 0 9-15,-2-3 5 16,-4 3-5-16,-3 0 5 15,-4 0 0-15,-5 0-1 16,-1 0 1-16,-3 0-6 16,0 0-23-16,0 0 28 15,-3 0-4-15,-2 0 5 16,2 0-22-16,1 3-2 0,2 2-78 16,0-4-52-16</inkml:trace>
  <inkml:trace contextRef="#ctx0" brushRef="#br0" timeOffset="16056.48">20962 9168 279 0,'0'0'67'16,"0"0"-24"-16,0 0-29 0,0 0-7 15,0 0-7-15,0 0 0 16,-30-6-2-16,30 15 2 16,6 1 66-16,10-1-33 15,4 2-6-15,2 3 12 16,-1-2-35-16,-3-1 0 16,-2 0-4-16,-5-2-4 15,-7 2-31-15,-4 1-37 16,0-3-55-16,-7 0 32 15</inkml:trace>
  <inkml:trace contextRef="#ctx0" brushRef="#br0" timeOffset="16227.25">20949 9341 237 0,'0'0'147'15,"0"0"-66"-15,0 0 36 16,0 0-14-16,0 0-12 15,0 0-21-15,6 0-14 16,-6 0-53-16,0 5-3 16,-3 5-138-16,-13-2-74 15</inkml:trace>
  <inkml:trace contextRef="#ctx0" brushRef="#br0" timeOffset="26165.39">14927 4356 442 0,'0'0'66'0,"0"0"-22"16,0 0 6-16,0 0-29 16,0 0-1-16,0 0-4 15,0 0-6-15,75-70 60 16,-70 68-40-16,-3 0-10 16,1 2 21-16,-3 0-36 15,3 0-5-15,1 4-44 0,6 13 0 16,-2 5 35-1,-6 0-43-15,-2 4 29 0,0-2 20 16,-10 3 2-16,-10-1 1 16,-1-1 0-16,2 0 0 15,-1-4 0-15,4 0 0 16,-1 2 0-16,1 2 4 16,1 5-4-16,2-2-81 15,5-5-207-15</inkml:trace>
  <inkml:trace contextRef="#ctx0" brushRef="#br0" timeOffset="26322.68">14820 4858 455 0,'0'0'112'0,"0"0"-21"0,0 0 44 15,0 0-66-15,0 0-42 16,0 0-27-16,-4 24-75 15,1-11-100-15,3-6-85 16</inkml:trace>
  <inkml:trace contextRef="#ctx0" brushRef="#br0" timeOffset="27513.52">16041 4405 277 0,'0'0'86'15,"0"0"9"-15,0 0-8 0,0 0-15 16,0 0 5-16,0 0-32 16,-21-13-20-16,21 13 21 15,0 0-11-15,0 0-3 16,0 0-31-16,0 0 10 16,0 0-17-16,22 0 6 15,9-1 0-15,15 1 0 16,1 0 0-16,1 0-11 15,1 0-1-15,-4 0 4 16,-9 0-7-16,-6 0 15 16,-10 0 0-16,-11 0-1 15,-6 0 7-15,-3 0-6 16,0 0 0-16,0 0 3 16,0 0 22-16,0 0-25 15,0 0 0-15,0 0-4 0,0 0 4 16,0 0 0-16,0 0 0 15,0 0 3-15,0 0-2 16,0 0-1-16,0 0 0 16,0 0 14-16,0 0-14 15,0 0 7-15,0 0-7 16,0 0 2-16,0 0-1 16,0 0-1-16,0 0 0 15,0 0 11-15,0 0-9 16,0 0 3-16,0 0-5 0,0 0 3 15,0 0-11-15,0 0 8 16,-1 9-27-16,-10 12 9 16,-7 7 15-16,-4 10-1 15,-8 4 3-15,-4 5 1 16,-5 4 1-16,-10-3-1 16,1-2 0-16,5-6 2 15,7-8 2-15,9-8-4 16,11-8 0-16,4-6 1 15,7-5 1-15,5-3-2 16,0-2 0-16,0 0 17 16,0-2 0-16,0-13 6 15,15-4-23-15,3 1 0 0,1 4-4 16,3 4 4 0,-2 4-24-16,1 6 22 0,-3 0-5 15,-1 0-2-15,-5 8-21 16,-2 7 4-16,-4 5 16 15,-5 1 4-15,-1-1 0 16,0 1-2-16,0 0 8 16,-10 0-1-16,-5-2-9 15,0-1-23-15,-3-1-24 16,6-10-142-16,5-7-228 16</inkml:trace>
  <inkml:trace contextRef="#ctx0" brushRef="#br0" timeOffset="27719.37">15899 4659 274 0,'0'0'201'0,"0"0"-86"16,0 0-43-16,0 0 35 16,0 0-85-16,0 0-22 15,-48-53-3-15,69 53-1 16,18 0 3-16,10 4 1 15,12-1-10-15,7-3 5 16,0 0-74-16,1 0-68 16,-7 0-234-16</inkml:trace>
  <inkml:trace contextRef="#ctx0" brushRef="#br0" timeOffset="27927.51">16503 4601 538 0,'0'0'6'16,"0"0"-6"-16,0 0 2 16,0 0 7-16,0 0 4 15,85 8-12-15,-49-8-2 16,0 0-26-16,2 0-220 0</inkml:trace>
  <inkml:trace contextRef="#ctx0" brushRef="#br0" timeOffset="28114.2">16450 4766 618 0,'0'0'122'15,"0"0"-122"-15,0 0 0 16,0 0 1-16,0 0 5 16,111 26 0-16,-57-22-6 15,9-3-72-15,-1-1-87 16</inkml:trace>
  <inkml:trace contextRef="#ctx0" brushRef="#br0" timeOffset="33535.77">17134 4503 62 0,'0'0'47'16,"0"0"-1"-16,0 0 37 16,0 0-17-16,0 0-17 15,0 0 8-15,0 0 16 0,0-33-37 16,0 31-6-16,0 2 11 16,0-1-41-16,0 0 0 15,0-1 7-15,0-1-4 16,0 3 0-16,0-2-2 15,0-1 2-15,0 1 19 16,-2 1-3-16,1-1 3 16,-1 1 12-16,1 0 9 15,1 0-23-15,0-2-16 16,0 1 11-16,0 0 13 16,0 2-26-16,0-4-1 15,0 4 10-15,0-3-10 16,0 3-1-16,12-2-4 0,6 2-17 15,1 0 13-15,1 0 4 16,-1 0-4-16,-2 10 0 16,-2 1 3-16,-5 6-1 15,-1 5 3-15,-9 1 1 16,0 3-11-16,0-2 7 16,-2-2-4-16,-13 1 3 15,-4-2 10-15,-3 0-3 16,-4-2 0-16,1-2 0 15,-1 0-2-15,4-4 2 16,6-1 0-16,1-4-2 16,3 0 6-16,7-2-4 15,1 0 0-15,1-1 0 16,3-2-8-16,0 0 8 16,0-1-1-16,0-2 1 0,10 0 4 15,20 0 16-15,12-5-16 16,9-4 4-16,7-2-16 15,-6 6-1-15,-3 1-26 16,-11 4 34-16,-10 0-6 16,-10 0 6-16,-9-2 1 15,-6 1 0-15,-3-1 0 16,0 2 0-16,0 0-3 16,0 0-3-16,-11 0-34 15,0 0-104-15,5 0-108 0</inkml:trace>
  <inkml:trace contextRef="#ctx0" brushRef="#br0" timeOffset="33845.14">17658 4617 613 0,'0'0'149'16,"0"0"-21"-16,0 0-70 15,0 0-25-15,0 0 1 16,0 0-34-16,0-18-8 15,0 18 5-15,0 0-34 16,0 4-94-16,0 6-28 16,0-3-97-16</inkml:trace>
  <inkml:trace contextRef="#ctx0" brushRef="#br0" timeOffset="35604.73">17869 4463 170 0,'0'0'27'16,"0"0"46"-16,0 0 19 15,0 0-12-15,0 0 16 0,0 0-18 16,-1-15-9-16,1 9-31 16,0 1 23-16,0 2-17 15,0 0-26-15,0 1 20 16,0 1-38-16,2 1 0 15,17 0-5-15,2 0 4 16,7 0 0-16,-1 6-3 16,0 8-9-16,-3-1 6 15,-5 4-21-15,-3 0 11 16,-2 0 12-16,-5 5 2 16,-3 0-10-16,-6 2-19 15,0 0 4-15,-9 2 24 16,-14-4-8-16,-2-3 11 0,-2-2-1 15,1-5 4 1,7-4 0-16,3-1-2 0,6-4 2 16,4 0 3-16,1 0-5 15,1 2 0-15,4-2-2 16,0 3 2-16,0-2-3 16,4 0-5-16,14 1 8 15,9-5 18-15,12 0-18 16,13 0 0-16,6-2 6 15,3-6-6-15,-4 2-13 16,-15 1-40-16,-11-1-71 16,-15-2-61-16</inkml:trace>
  <inkml:trace contextRef="#ctx0" brushRef="#br0" timeOffset="36190.42">18262 4429 450 0,'0'0'71'0,"0"0"14"16,0 0 19-16,0 0-57 16,0 0 16-16,0 0-30 15,-6-51-29-15,18 47 13 16,9 3-16-16,1 1-1 15,1 0-1-15,0 0 1 16,-2 15-5-16,-7 6 5 16,0 4-12-16,-9 5 9 15,-5 3-3-15,0-2-4 0,-6-3-14 16,-13-2 15-16,-5-7-3 16,3-2 12-16,0-3 0 15,2-3 0-15,7 1 2 16,-1-5-3-16,3-1 1 15,6 1 0-15,1-4-11 16,3-1 11-16,0 1-6 16,0-1 1-16,0-2-2 15,3 0 7-15,19 0 0 16,14 0 4-16,9-7 24 16,8-3-28-16,1 5 0 15,-5 2-4-15,-12 2 4 16,-8 1-46-16,-14 0-19 15,-12 0-103-15,-3 4-138 0</inkml:trace>
  <inkml:trace contextRef="#ctx0" brushRef="#br0" timeOffset="36454.05">18736 4754 673 0,'0'0'98'16,"0"0"-19"-16,0 0-79 0,0 0-10 16,0 0-3-16,0 0 13 15,-58 116 1-15,26-61-1 16,6-2-33-16,5-3-12 15,10-11-52-15,10-8-73 16,1-13-193-16</inkml:trace>
  <inkml:trace contextRef="#ctx0" brushRef="#br0" timeOffset="37104">19231 4492 592 0,'0'0'53'16,"0"0"36"-16,0 0-81 15,0 0-8-15,0 0 0 16,0 0-16-16,-34 51 16 0,-1-5 0 16,-3 3 5-1,-1 1-3-15,-1-4-2 0,7-2 0 16,6-6 9-16,6-9-7 16,11-7 3-16,5-12-5 15,5-5 5-15,0-5 8 16,0 0-2-16,6-12 63 15,21-20-46-15,9-11-28 16,3-11-15-16,-5-8-22 16,-5-4 9-16,-9-1 20 15,-6 7 3-15,-1 11 5 16,-1 15-3-16,0 14 5 16,1 8-4-16,1 9 1 0,-1 3 1 15,-1 0-12 1,1 7 12-16,-2 12-3 0,-3 4-2 15,-1 8 7 1,-4 4-3-16,-3 2 1 0,0-2 0 16,0-6-9-16,-5-4 7 15,-5-9 2-15,0-4-4 16,-7-7 9-16,-4-4-5 16,-3-1 0-16,-1 0 3 15,4 0 24-15,6 0-27 16,5 0 2-16,4 0-8 15,5 8-65-15,1 1-7 16,1 2-38-16,23-4-47 16,6-5-72-16</inkml:trace>
  <inkml:trace contextRef="#ctx0" brushRef="#br0" timeOffset="37288.23">19437 4698 174 0,'0'0'462'0,"0"0"-305"16,0 0-84-16,0 0-34 15,0 0-16-15,0 0-23 16,1-23-23-16,26 31-17 16,8 7-37-16,2 0 0 15,-1-1-69-15,-6-6-119 0</inkml:trace>
  <inkml:trace contextRef="#ctx0" brushRef="#br0" timeOffset="37469.5">19409 4828 666 0,'0'0'107'15,"0"0"-101"-15,0 0 2 16,0 0-8-16,113 2 0 15,-56-2-57-15,7 0-51 16,-3 0-13-16,-4-9-157 0</inkml:trace>
  <inkml:trace contextRef="#ctx0" brushRef="#br0" timeOffset="37722.11">19895 4361 487 0,'0'0'212'0,"0"0"-211"16,0 0 16-16,83-26 18 15,-63 26-22-15,-1 7-13 16,-4 10 3-16,-3 1-7 16,-7 3 4-16,-5 2 0 15,0 2-3-15,-17 7 6 16,-14-1-3-16,-6 5 0 0,-4-1-6 15,4-4-5 1,4 0-65-16,11-7-21 0,7-4-76 16,11-6-141-16</inkml:trace>
  <inkml:trace contextRef="#ctx0" brushRef="#br0" timeOffset="37879.05">19837 4959 625 0,'0'0'212'16,"0"0"-158"-16,0 0-14 0,0 0-40 15,0 0-40-15,0 0-206 16,-2 15-73-16</inkml:trace>
  <inkml:trace contextRef="#ctx0" brushRef="#br0" timeOffset="45273.65">16499 12017 172 0,'0'0'36'16,"0"0"-22"-16,0 0-8 16,0 0-3-16,0 0-4 15,0 0 1-15,0 0 0 16,-2-9-2-16,-1 8 7 16,2 1-1-16,-2-2 23 15,1 2 15-15,-1 0 37 16,-3 0-57-16,2 0-12 0,-4 0 33 15,1 0-31-15,-2 0-5 16,0 0-7-16,1 0 2 16,-1 0 0-16,-2 0-2 15,3 5 0-15,-3 2 2 16,0 1-1-16,-1 2-1 16,-1 1 6-16,2 1-3 15,0 1 7-15,3-2-10 16,0 0 0-16,4 0 2 15,1 2-1-15,3 0-1 16,0 0 0-16,0 1 3 16,0-1-1-16,0-3-2 0,7 3 0 15,2-2 3-15,1 1 0 16,-4-1-3-16,1-3 0 16,-4 3 1-16,-2-3-9 15,-1 2 8-15,0-2 0 16,0 0 8-16,0 1-7 15,-4-1 9-15,-7 0 5 16,-1-1-3-16,0-2 26 16,3-2-20-16,-1-1 3 15,1-2 3-15,3 0-24 16,0 0 8-16,2 0-4 16,-1 0-3-16,4 0 45 15,-1 0-33-15,1 0-12 0,1 0 25 16,0 0-17-1,0 0-1-15,0 0-8 0,0 0 5 16,0 0-7-16,0 0 2 16,0 0 0-16,11 0-2 15,7 0 2-15,2 10 0 16,2-1 0-16,-4 4 3 16,0 1-4-16,-6 1 1 15,-2-1 0-15,-4-2-3 16,-3 1 4-16,-3-1-1 15,0 2 0-15,0 2 1 16,0 2-7-16,-4 5 6 16,-11 4 0-16,3 1 1 15,-4 2 0-15,0 1-1 0,-1-5 0 16,3-2 4 0,2-2-4-16,5-6 0 0,1-3 0 15,6-2-1-15,-2 2 2 16,2-1-1-16,-1-2 0 15,1 1 3-15,0-1-6 16,0 2 3-16,0 0 0 16,0-1-4-16,0 0 4 15,3-1-1-15,4 0-2 16,-2-1 3-16,2 1-5 16,-2-1 5-16,-1-1 0 15,-2 2-3-15,5-3 5 16,1-1-2-16,3 0 0 15,6-4 1-15,5 1 2 0,8-3-3 16,5 0 0-16,2 0-2 16,3-7 5-16,-3-3-6 15,-5-4 2-15,-7 3-2 16,-5 3-9-16,-10 0 4 16,-10 5-58-16,0 1-39 15</inkml:trace>
  <inkml:trace contextRef="#ctx0" brushRef="#br0" timeOffset="53950.34">15780 12363 160 0,'0'0'60'0,"0"0"13"15,0 0-57-15,0 0 27 0,0 0-20 16,0 0 30-16,0 0-28 16,0-10 3-16,0 10 26 15,0 0-7-15,0 0-6 16,0 0-13-16,0 0-16 16,0 0 3-16,0 0-15 15,0 0-19-15,0 0 1 16,4 0-35-16,8 0 44 15,3 0-31-15,6 0-118 16,3 1 7-16</inkml:trace>
  <inkml:trace contextRef="#ctx0" brushRef="#br0" timeOffset="54109.33">16073 12369 117 0,'0'0'131'0,"0"0"-128"16,0 0-3-16,0 0 0 15,0 0-66-15</inkml:trace>
  <inkml:trace contextRef="#ctx0" brushRef="#br0" timeOffset="54306.84">16300 12383 371 0,'0'0'88'15,"0"0"-88"-15,0 0-42 16,0 0-22-16,0 0-125 15</inkml:trace>
  <inkml:trace contextRef="#ctx0" brushRef="#br0" timeOffset="54454.61">16593 12353 532 0,'0'0'45'15,"0"0"-45"-15,0 0-157 16,0 0-24-16</inkml:trace>
  <inkml:trace contextRef="#ctx0" brushRef="#br0" timeOffset="54672.45">16773 12373 428 0,'0'0'99'16,"0"0"-51"-16,0 0-48 15,0 0-28-15,0 0-70 16,99 7-76-16</inkml:trace>
  <inkml:trace contextRef="#ctx0" brushRef="#br0" timeOffset="55002.41">16856 12341 415 0,'0'0'22'16,"0"0"6"-16,0 0 9 16,0 0-3-16,80 0-29 15,-61 0 0-15,-3 0-4 16,-5 3-1-16,-4-1 0 0,-4-1 1 15,-1 2-1-15,-2 0-2 16,0 3 0-16,0 1 4 16,-14 5 1-16,-8-2-3 15,-5-1-71-15,2 0-136 16</inkml:trace>
  <inkml:trace contextRef="#ctx0" brushRef="#br0" timeOffset="55128.5">16855 12462 313 0,'0'0'142'16,"0"0"23"-16,0 0-73 0,0 0-33 15,0 0-59-15,0 0-91 16,3 0-115-16</inkml:trace>
  <inkml:trace contextRef="#ctx0" brushRef="#br0" timeOffset="61481.1">20866 11891 105 0,'0'0'272'0,"0"0"-236"16,0 0 24-16,0 0-18 15,0 0-29-15,0 0 11 16,0 0-6-16,0-2-5 15,0 2 28-15,0 0-17 16,0 0-1-16,0 0-14 16,0 0-5-16,0 0-1 15,0 0-3-15,3 0 0 16,0 0-9-16,5 0 4 16,2 0 5-16,-1 8-1 0,1-1 4 15,1 0-6 1,-2 3 3-16,-3-1 0 0,-2 0-5 15,-2 2 5-15,-2 1-1 16,0 2 0-16,0 4 2 16,-2-1-4-16,-7 1 3 15,-3-1 0-15,-1-1-3 16,2 0 3-16,0-2 0 16,2 1-1-16,-1-1 2 15,-1 2-6-15,3-2-9 16,1-2-4-16,1 0 13 15,1-5 3-15,1 0 0 16,1-2-1-16,1-1 6 16,1 2-6-16,1-6 3 0,0 2 0 15,0-1-4 1,4 3 6-16,13 1-2 0,5 0 0 16,-1 4 4-16,0-2-10 15,1 3 0-15,-7 0-44 16,-2-1 25-16,-5 4-13 15,-3-1 2-15,-4-3 25 16,-1 1 7-16,0-1 2 16,0-1 2-16,0 0 0 15,-1-1 1-15,-6 4 3 16,1 0-4-16,-1 1 0 16,1 3 3-16,2 0 0 15,1 7-3-15,3 3 0 0,0 6-1 16,0 3 1-1,0 5 0-15,0-3-2 0,0-2 6 16,3-4-10-16,-2-4 6 16,1-4 0-16,-2-3 4 15,0-4-4-15,0 1 4 16,0-2 0-16,0 0-4 16,0 0 13-16,-3-3-13 15,0-1 0-15,-2-4 9 16,2-2-6-16,0-2-2 15,-3-2 3-15,0 0-1 16,-3 0 16-16,-4 0-19 0,-5 0-13 16,0-5-186-1</inkml:trace>
  <inkml:trace contextRef="#ctx0" brushRef="#br0" timeOffset="61600.32">20802 12794 244 0,'0'0'159'0,"0"0"-102"16,0 0 2-16,0 0 22 15,0 0-30-15,0 0 16 16,55-12-67-16,-46 12-8 16,-6 0-91-16,-3-10-414 15</inkml:trace>
  <inkml:trace contextRef="#ctx0" brushRef="#br0" timeOffset="72049.45">15921 12260 3 0,'0'0'6'15,"0"0"17"-15,0 0-23 16,0 0-6-16</inkml:trace>
  <inkml:trace contextRef="#ctx0" brushRef="#br0" timeOffset="72501.08">15755 12285 162 0,'0'0'120'16,"0"0"-25"-16,0 0-27 0,0 0-5 15,0 0-10-15,0 0 15 16,2-7-38-16,-2 7-10 16,0 0 4-16,0 0-19 15,0 0-1-15,0 0-4 16,0 0 0-16,0 0-11 15,0 0 11-15,0 0-35 16,2 0 3-16,4 0-28 16,4 0 51-16,7 0-43 15,8 0-80-15,2 0-139 16</inkml:trace>
  <inkml:trace contextRef="#ctx0" brushRef="#br0" timeOffset="72662.49">16026 12278 318 0,'0'0'66'0,"0"0"38"16,0 0-27-16,0 0-24 15,0 0 15-15,0 0-64 16,13-2-2-16,-2 2-4 16,2 0-44-16,4 6-42 15,2 1-76-15,-5 0-28 16</inkml:trace>
  <inkml:trace contextRef="#ctx0" brushRef="#br0" timeOffset="72858.49">16221 12286 85 0,'0'0'232'0,"0"0"-83"16,0 0-50-16,0 0-20 15,0 0-34-15,0 0-45 16,9-3-5-16,0 3-66 16,3 3-41-16,2 4-49 15,0-4-129-15</inkml:trace>
  <inkml:trace contextRef="#ctx0" brushRef="#br0" timeOffset="73009.43">16388 12291 150 0,'0'0'135'16,"0"0"-26"-16,0 0-30 16,0 0-31-16,0 0-48 15,0 0 0-15,2-6-137 16,-2 6 36-16,0 3-48 16</inkml:trace>
  <inkml:trace contextRef="#ctx0" brushRef="#br0" timeOffset="73218.88">16518 12283 365 0,'0'0'77'16,"0"0"8"-16,0 0 13 15,0 0-56-15,0 0-25 16,0 0-17-16,-4-3-50 15,4 3-60-15,0 8 62 16,13 0-133-16,-2-2-28 16</inkml:trace>
  <inkml:trace contextRef="#ctx0" brushRef="#br0" timeOffset="73400.07">16657 12289 315 0,'0'0'106'16,"0"0"-59"-16,0 0-47 16,0 0 0-16,0 0-1 15,0 0-8-15,18 0-7 16,-6 4-11-16,4-1-54 16,5 0 16-16,3 0-61 15</inkml:trace>
  <inkml:trace contextRef="#ctx0" brushRef="#br0" timeOffset="73583.94">16910 12297 331 0,'0'0'176'15,"0"0"-75"-15,0 0-32 16,0 0-21-16,0 0-48 15,0 0-56-15,12 2-137 16,10-1-40-16</inkml:trace>
  <inkml:trace contextRef="#ctx0" brushRef="#br0" timeOffset="73773.37">17179 12310 590 0,'0'0'41'15,"0"0"9"-15,0 0-23 16,0 0-16-16,0 0-11 16,0 0-11-16,-2 0-15 15,2 0-10-15,9 0 33 16,3 5-10-16,4-1-42 16,-3-3-59-16,-4-1-111 15</inkml:trace>
  <inkml:trace contextRef="#ctx0" brushRef="#br0" timeOffset="74766.13">14637 12163 502 0,'0'0'90'0,"0"0"0"15,0 0-51-15,0 0 19 16,0 0-29-16,0 0-26 16,0-20 6-16,0 20-9 15,0 0-9-15,8 0 9 16,4 0 0-16,2 0-2 16,0 8 1-16,-1 3 1 15,-3 6-14-15,-2 1 14 16,1 6-7-16,-8-2-49 15,-1 0-8-15,0-4 19 16,-5-1-37-16,-9-5 73 16,-2-7-3-16,1-2 13 0,-1-3-1 15,1 0 39-15,-3 0 26 16,7 0-7-16,3 0-48 16,3-1-5-16,1-1 0 15,2 1-5-15,2 0 0 16,0-1-1-16,0-1 6 15,0 3-8-15,0-5 3 16,2 3 0-16,14-2 14 16,6-2-14-16,6 1-2 15,4-1-1-15,-1 2-24 16,-1 2-23-16,-3 2-66 16,-8-3-143-16</inkml:trace>
  <inkml:trace contextRef="#ctx0" brushRef="#br0" timeOffset="74974.34">14949 12228 602 0,'0'0'102'0,"0"0"15"16,0 0-39-16,0 0-35 15,0 0-43-15,0 0-31 16,7-2-51-16,-2 3-55 16,1 2 35-16,-5 2-262 15</inkml:trace>
  <inkml:trace contextRef="#ctx0" brushRef="#br0" timeOffset="75382.4">14949 12228 486 0,'95'-91'240'16,"-93"89"-123"-16,-1 2-50 16,4 0-67-16,7 0-1 15,0 11-1-15,5 3 4 0,-3 5-8 16,-2-1 4-16,-8-1-2 15,-2-1-14-15,-2-3 18 16,0-1-2-16,0-1-3 16,0-1 8-16,-5-3-6 15,-2 1-17-15,1-6-6 16,3 1 17-16,2-3-27 16,1 0 23-16,0 0 9 15,0 0 8-15,0 0 17 16,0 0 0-16,0 0-12 15,1 0-18-15,14-3 8 16,1 3 1-16,5-4-1 16,-3 4-3-16,3-1-9 0,0-1-36 15,-2 1-31-15,2-5-126 16</inkml:trace>
  <inkml:trace contextRef="#ctx0" brushRef="#br0" timeOffset="75812.37">15304 12143 656 0,'0'0'147'0,"0"0"-37"15,0 0-110-15,0 0 3 16,0 0-10-16,0 0 7 15,33 27-1-15,-18-8-1 16,-2 3-3-16,-3 0 1 16,-3-4-3-16,-1-4-8 15,-5-1 13-15,-1-5-21 16,0-1 6-16,0-4 8 16,-9 0 7-16,-2-3-6 15,-2 0 8-15,4 0 0 16,2 0 4-16,2 0-4 15,4 0 0-15,1 0 0 16,0 0 4-16,0 0-8 0,0 0-10 16,6 0 14-1,6 0-4-15,1-3 5 0,-1-4-1 16,1 1 7-16,1-1-5 16,-1 2 7-16,4-1-9 15,-4 2-58-15,3 1-46 16,-5 3-87-16,-2 0 19 15,-5 0-28-15</inkml:trace>
  <inkml:trace contextRef="#ctx0" brushRef="#br0" timeOffset="77038.27">19858 12297 32 0,'0'0'270'0,"0"0"-232"16,0 0-22-16,0 0-3 15,0 0 10-15,0 0-23 16,0 0 4-16,-26-1 16 15,26 1 14-15,-1 0 70 16,1 0 0-16,-3-3-62 16,3 3-15-16,-2 0-27 15,2 0 0-15,-1 0-6 16,1 0-4-16,0 0-55 16,0 0 12-16,16 0-32 15,10 0 5-15,3 0-78 16</inkml:trace>
  <inkml:trace contextRef="#ctx0" brushRef="#br0" timeOffset="77230.99">20102 12289 404 0,'0'0'161'16,"0"0"-97"-16,0 0-26 15,0 0-38-15,0 0-7 16,0 0 5-16,11-4-132 15,8 4 38-15,4-2 51 16,4 1-12-16,-2 1 6 16,0 0 33-16,-3 0-57 15</inkml:trace>
  <inkml:trace contextRef="#ctx0" brushRef="#br0" timeOffset="77372.28">20319 12286 369 0,'0'0'159'0,"0"0"-83"16,0 0-70-16,0 0-6 15,0 0-112-15,0 0-20 16,58-1-60-16</inkml:trace>
  <inkml:trace contextRef="#ctx0" brushRef="#br0" timeOffset="77529.99">20489 12286 281 0,'0'0'179'0,"0"0"-78"16,0 0-60-16,0 0-29 15,0 0-12-15,0 0-33 16,15-3-69-16,-6 3 55 16,2 2-76-16,1-1-41 15</inkml:trace>
  <inkml:trace contextRef="#ctx0" brushRef="#br0" timeOffset="77682.33">20624 12291 50 0,'0'0'186'0,"0"0"-54"16,0 0-13-16,0 0-17 15,0 0-96-15,0 0-6 16,3 6-238-16,6-3-63 15</inkml:trace>
  <inkml:trace contextRef="#ctx0" brushRef="#br0" timeOffset="77832.07">20867 12297 476 0,'0'0'139'0,"0"0"-61"16,0 0-2-16,0 0-76 15,0 0-102-15,0 0-26 16,-26 8-254-16</inkml:trace>
  <inkml:trace contextRef="#ctx0" brushRef="#br0" timeOffset="87255.77">14539 12434 124 0,'0'0'40'0,"0"0"41"16,0 0-11-16,0 0 28 15,0 0 2-15,0 0-5 16,0 0-52-16,-6-8 9 15,6 7-28-15,0 1 16 16,0 0-20-16,0 0-15 16,0 0 5-16,0 0-10 15,0-2 0-15,6 2-5 0,9 0 6 16,4 0-1-16,-1 0 0 16,1 0 2-16,-4 0-4 15,0 5 2-15,-4 5 0 16,-2 0-11-16,-2 6 10 15,-3 0-31-15,-4 2 7 16,0 2-1-16,0-3 4 16,-4-2-15-16,-9-1 3 15,1-4 26-15,-3-1-2 16,7-4 8-16,-1 0 0 0,2 2 4 16,1-2 0-1,5-1-2-15,1-1 0 0,0 2-3 16,0-2 3-16,0-2 0 15,7 0 0-15,5-1 3 16,3 0-5-16,6 0 2 16,2-2 0-16,3-9-5 15,2 2-42-15,2-4-183 16</inkml:trace>
  <inkml:trace contextRef="#ctx0" brushRef="#br0" timeOffset="87491.19">14953 12501 594 0,'0'0'106'16,"0"0"-38"-16,0 0-22 15,0 0-38-15,0 0-8 16,0 0-9-16,0-1-6 16,2 6-28-16,1 1-25 15,-2-3-73-15,1-3-333 16</inkml:trace>
  <inkml:trace contextRef="#ctx0" brushRef="#br0" timeOffset="88169.46">15123 12498 299 0,'0'0'359'0,"0"0"-293"0,0 0-49 16,0 0-11-16,0 0-6 15,0 0 0-15,32 2-10 16,-29 14-10-16,-3 3-8 16,0 0 5-16,-5 0-13 15,-11-1 30-15,-1-1-39 16,1-2-15-16,-2-1 34 16,1-6 11-16,1-2 15 15,2-1 3-15,6-2 8 16,1 0 0-16,5-3-11 15,2 1 3-15,0 0 5 16,15 1-8-16,3-2 15 16,1 0-3-16,2 0-12 0,-3 0 13 15,3-3 15-15,0-6-1 16,-2 1 19-16,7 1-34 16,-1-2-9-16,2 2-3 15,-1 1-57-15,-6-2-160 16</inkml:trace>
  <inkml:trace contextRef="#ctx0" brushRef="#br0" timeOffset="88595">14858 12279 309 0,'0'0'128'15,"0"0"-27"-15,0 0-32 16,0 0-4-16,0 0-63 15,0 0-2-15,-5 0-11 16,7 0-44-16,7 0-151 16,-1 0-93-16</inkml:trace>
  <inkml:trace contextRef="#ctx0" brushRef="#br0" timeOffset="90002.2">15393 12494 321 0,'0'0'77'0,"0"0"-77"16,0 0 0-16,0 0 8 15,0 0-8-15,0 0 7 16,-30 36 3-16,23-23-7 16,3 0 5-16,1-1-8 15,3 0 0-15,0-5-5 16,4-6-66-16,14-1-26 16,1 0 40-16,4-12 57 15,-1-7 0-15,-4-1 73 16,-5-2 60-16,-2 1 34 15,-5 2-89-15,-5 2-18 16,-1 0 49-16,0 5-70 0,-7 4-14 16,-10 1-25-1,-5 7-11-15,-6 2 5 0,-3 13-207 16,-1 1-335-16</inkml:trace>
  <inkml:trace contextRef="#ctx0" brushRef="#br0" timeOffset="90601.05">14175 12891 176 0,'0'0'104'15,"0"0"-60"-15,135 0 3 16,-57-10 30-16,20 0-16 16,15 0 7-16,9 3-48 15,6 0-10-15,0 1 10 16,-4-1-13-16,-11-5 0 16,-14 1-5-16,-14-1 0 15,-22-1 28-15,-14 2-26 16,-18 4 12-16,-12 1 3 0,-11 4-17 15,-6 2-2-15,-2 0-26 16,-6 0-57-16,-20 9 18 16,-5-1-215-16</inkml:trace>
  <inkml:trace contextRef="#ctx0" brushRef="#br0" timeOffset="90927.91">14892 13033 736 0,'0'0'155'0,"0"0"-105"16,0 0-50-16,0 0 0 16,0 0-10-16,0 0-12 15,0 0-50-15,-4-4-8 0,11 9-41 16,5-2-147-16</inkml:trace>
  <inkml:trace contextRef="#ctx0" brushRef="#br0" timeOffset="91128.11">15076 13022 222 0,'0'0'0'0,"0"0"-3"16,0 0-136-16</inkml:trace>
  <inkml:trace contextRef="#ctx0" brushRef="#br0" timeOffset="91303.31">15250 13063 319 0,'0'0'222'0,"0"0"-78"16,0 0-96 0,0 0-6-16,0 0-25 0,-94-54-17 15,67 54-52-15,7 0-82 16,14 5-249-16</inkml:trace>
  <inkml:trace contextRef="#ctx0" brushRef="#br0" timeOffset="91815.93">15358 12933 614 0,'0'0'82'0,"0"0"-53"0,0 0-23 15,0 0-6-15,0 0 1 16,0 0 3-16,41 12-4 15,-33-3 0-15,-2 5 5 16,-3 1-4-16,-2-1 3 16,-1 3-4-16,0 0 1 15,0 0 0-15,0-2-1 16,-4 1-24-16,-2-3-7 0,3-1-32 16,0-1-11-1,1-5-2-15,1-6-44 0,-1 0 120 16,1 0 140-16,1 0-27 15,0-9-4-15,0 1 29 16,10-3-88-16,14 2-50 16,4 1 8-16,5 2-6 15,2 1-2-15,-3 2 0 16,1 2-1-16,-4-1 2 16,-7 2-2-16,-7 0-15 15,-3 0-52-15,-5 0-48 16,-5 3-18-16,-2 2-138 15</inkml:trace>
  <inkml:trace contextRef="#ctx0" brushRef="#br0" timeOffset="92433.3">15116 13014 407 0,'0'0'228'15,"0"0"-168"-15,0 0-43 16,0 0-8-16,0 0-8 15,0 0-1-15,0 0 0 16,-10 23 0-16,7-9-1 16,-4 0 1-16,4-1 0 15,3 1 2-15,0-2-2 0,0-3-1 16,8-4-55-16,13-5-33 16,3 0 17-16,6 0 27 15,0-10 45-15,-7-3 23 16,-2-4 71-16,-7 1 1 15,-6 0-38-15,-5 1 26 16,-3 1-2-16,0-1-71 16,0-1 13-16,-10 2-16 15,-2 1-3-15,-3 4-4 16,3 4 0-16,0 4 0 0,-4 1-13 16,-2 0 2-1,2 9-90-15,0 2-21 0,5-2-85 16,6-2-172-16</inkml:trace>
  <inkml:trace contextRef="#ctx0" brushRef="#br0" timeOffset="92524.11">15116 13014 704 0</inkml:trace>
  <inkml:trace contextRef="#ctx0" brushRef="#br0" timeOffset="92592.13">15116 13014 704 0,'67'-19'67'0,"-70"19"27"0,0 0-24 15,0 0-36-15,2 7-29 16,-3 8-5-16,2 1-83 16,-1-6-290-16</inkml:trace>
  <inkml:trace contextRef="#ctx0" brushRef="#br0" timeOffset="114229.21">17443 11935 78 0,'0'0'152'0,"0"0"-83"0,0 0-12 16,0 0 20-1,0 0-23-15,0 0-42 0,0 0-3 16,0 0 5-16,0-22-14 15,-2 20 0-15,2-1 18 16,-1 1 1-16,1 1 12 16,0 0 15-16,0 0-18 15,0 1 4-15,0 0-10 16,-2 0-10-16,2 0 15 16,0 0-26-16,0 0-1 15,0 0 0-15,0 0-8 16,0 0 2-16,2 0-2 15,13 5 8-15,4 3 2 16,3 2-2-16,1 3 0 0,-1 1 1 16,-1 3 5-16,-5-1-10 15,-5-1 4-15,-3 1 0 16,-6 1-8-16,-2 0 8 16,0 0 0-16,0 7-1 15,-4-1 5-15,-10 5-4 16,-2 1 0-16,0 3 0 15,-4-1-14-15,1 1 7 16,1-3-6-16,3-6-9 16,7-7-12-16,6-5 23 15,2-6 3-15,0-3 8 16,0-2-4-16,6 0 4 16,8 0 0-16,0 0 5 0,0-6-2 15,0-2 10-15,-2 4-13 16,-1-1 5-16,-4 2 10 15,-1 1-14-15,-4-1-1 16,-1 1 0-16,-1 2 4 16,0 0-1-16,0 0-3 15,0 0 0-15,0 0 2 16,-7 2-2-16,-2 8 0 16,1 2-1-16,5 2 1 15,-1 3-4-15,2 3 4 16,1 1 0-16,1 4-3 15,0-1 3-15,0 5 0 0,0 0-1 16,0-4 5-16,0-2-11 16,4-4 7-16,1-2 0 15,-2-2-5-15,0 0 5 16,-3 2 0-16,0 0 0 16,0 2 1-16,0 3-4 15,0-2-1-15,0 0 4 16,0 0-7-16,-11-1 0 15,2-1 1-15,-1 1 5 16,-1 0 2-16,2 1-3 16,-1 1 2-16,4-6 0 15,3-4 0-15,0-3 0 16,2-5 0-16,-2-1 2 0,1-2 10 16,2 0 56-16,-3 0 35 15,2-2-49-15,-2-12-17 16,1 1-30-16,1 4 10 15,1 3-16-15,0 3-1 16,0 2-11-16,0 1-77 16,0 0-105-16,0 0-427 15</inkml:trace>
  <inkml:trace contextRef="#ctx0" brushRef="#br0" timeOffset="114385.01">17437 12879 625 0,'0'0'130'16,"0"0"-22"-16,0 0-81 15,0 0-27-15,0 0-153 16,0 0-21-16,0 0-301 16</inkml:trace>
  <inkml:trace contextRef="#ctx0" brushRef="#br0" timeOffset="116325.91">19926 11976 422 0,'0'0'98'0,"0"0"-35"0,0 0-4 15,0 0-35-15,0 0 14 16,0 0-28-16,-9-14-7 15,8 14-1-15,-3-2 1 16,-1 1 5-16,-4-1-8 16,-1 1 4-16,-4 1 22 15,-2 0-24-15,-5 0-2 16,-1 4 0-16,-1 8 3 16,5 5-6-16,3 1 3 15,6 1-1-15,5 3-11 16,4 3-11-16,0 2 15 0,0-1 2 15,4 0-6 1,3-2 11-16,4-3-12 0,0-2 13 16,1-2-7-16,2 1 7 15,-2 0 0-15,2 1 0 16,-7 1 2-16,-1 1 1 16,-3 1-3-16,-3 0 0 15,0 2-7-15,-6-7 7 16,-7-2-12-16,0-6 9 15,-4-4 3-15,2-5 0 16,-1 0 2-16,-4 0-1 16,0-2 31-16,-2-9-29 15,3 3 3-15,0 0-2 16,8 2 0-16,5 3-3 16,3 3-1-16,3 0 0 0,0 0-1 15,6 0 1-15,8 6 0 16,8 8 0-16,-1 4 3 15,0 6-1-15,3 3-2 16,0 2 0-16,-5 4-8 16,0-1 5-16,-8 2-10 15,-5 0 11-15,-6 2 2 16,0-4-3-16,-15-1 3 16,-6 4 0-16,-1-3 0 15,-4 1 0-15,3-4 0 16,0 0 4-16,5-3-2 15,8-6 3-15,1-1-5 0,9-4 0 16,0-2 0-16,6-5 2 16,12-3-2-16,7-5 5 15,3 0-4-15,2 0 11 16,0-10-12-16,-6 4 0 16,-2-2 10-16,-2 2-10 15,-10 3 0-15,-4 3 0 16,-6 0-25-16,0 0-45 15,-18 0-93-15,-4 0-157 16</inkml:trace>
  <inkml:trace contextRef="#ctx0" brushRef="#br0" timeOffset="123263.83">22757 12120 145 0,'0'0'40'16,"0"0"12"-16,0 0-1 16,0 0 18-16,0 0 16 15,0 0-15-15,0 0-27 16,2-20 3-16,-2 16-11 15,0 1 16-15,0 2-34 16,3-3-12-16,-3 4-2 16,0-1 0-16,0 1-1 15,0 0-2-15,0 0 0 16,0 0-2-16,0 0 5 16,0-2-3-16,0 0 51 0,0-1-12 15,0 1-9-15,0-1-9 16,0 3-15-16,0 0 1 15,0 0-7-15,0 0 0 16,0 0-4-16,0 0-2 16,-3 0-2-16,-7 4-4 15,-1 10 12-15,-5 5-5 16,-4 3 5-16,2 6-4 16,-4 1 2-16,1 6-19 15,1 0 0-15,1 0 0 16,4-1-14-16,3-5 28 15,9-2-4-15,3-7 3 16,0-4 7-16,17-4-1 0,2-5 2 16,8-7 0-16,-3 0 0 15,1 0 30-15,-5-2 16 16,-7-7 5-16,-4-2 9 16,-3 1-30-16,-4-2 7 15,-2 0-16-15,0-1-21 16,-5 0 16-16,-13 2-16 15,-9 2-4-15,-1 2-3 16,1 1-4-16,6 5 5 16,8 1-8-16,3 0-22 15,5 1 3-15,3 9-78 16,2 1 12-16,2 0 21 0,14-1-88 16,1-5 28-1,-1 0 51-15,-4-5 87 0,-4 0 36 16,-3 0 74-16,-3 0 58 15,-2 0-49-15,0 0-54 16,0-2-19-16,0-2-34 16,-5 0-5-16,-2 2-3 15,4 2-4-15,2 0-10 16,-1 0-49-16,2 0-88 16,0 3-124-16</inkml:trace>
  <inkml:trace contextRef="#ctx0" brushRef="#br0" timeOffset="126732.02">22335 12182 349 0,'0'0'45'0,"0"0"11"15,0 0 12 1,0 0-38-16,0 0 16 0,0 0-25 16,0 0 35-16,-7-27-33 15,2 26 9-15,4-1 46 16,-3 1-47-16,4 1-16 16,0 0-15-16,-2 0 5 15,0 0-12-15,-6 0 7 16,-2 1 0-16,1 10-6 15,-4 3 6-15,4 5 0 16,0 3-2-16,0 6 4 16,3-1-5-16,2 3 3 15,4-4-28-15,0-4-2 16,0-4-17-16,9-7 17 16,9-6 16-16,4-5 14 0,-1 0 5 15,4 0-5-15,1-12 0 16,-4-2 21-16,-1 1 7 15,-4-1 31-15,0-3 1 16,-6-1-39-16,-5 0 22 16,-2-3-25-16,-4 1-3 15,0 0 12-15,0-1-25 16,-4 1 0-16,-5 3-2 16,-2 3 2-16,5 3-2 15,0 2 0-15,2 5-30 16,-4 2 14-16,-5 2-29 15,-5 0 4-15,-6 0-4 0,0 10-60 16,4 3 52-16,3-1-90 16,4 0-73-16</inkml:trace>
  <inkml:trace contextRef="#ctx0" brushRef="#br0" timeOffset="127181.87">21985 12191 519 0,'0'0'105'0,"0"0"-55"16,0 0 13-16,0 0 5 0,0 0-54 15,0 0-14 1,0-11-7-16,0 11-34 0,0 7 38 16,-9 0-5-16,1 6 8 15,2 1 0-15,0 2 1 16,2 4-2-16,1 1 1 16,0 3-10-16,3-1 9 15,0-1-64-15,13-6-60 16,14-7-84-16,7-5 9 15</inkml:trace>
  <inkml:trace contextRef="#ctx0" brushRef="#br0" timeOffset="127300.98">22156 12350 139 0,'0'0'236'0,"0"0"-30"15,48-72-85-15,-48 44-1 16,0 1-67-16,-17 2-53 16,-14 4-6-16,-4 4 1 0,-6 4-72 15,-3 4-16-15,8 8-12 16,4 1-185-16</inkml:trace>
  <inkml:trace contextRef="#ctx0" brushRef="#br0" timeOffset="127746.68">21738 12300 673 0,'0'0'141'0,"0"0"1"16,0 0-68-16,0 0-36 15,0 0 28-15,0 0-61 16,-19-49 2-16,19 49-7 16,0 0-31-16,0 10-37 15,0 7-64-15,6-4-123 16</inkml:trace>
  <inkml:trace contextRef="#ctx0" brushRef="#br0" timeOffset="147195.81">21682 7686 119 0,'0'0'93'0,"0"0"-41"15,0 0 55-15,0 0-8 16,0 0-37-16,0 0 16 0,0 0-6 16,0 0-43-16,-18-37 71 15,18 33-69-15,-1 2-1 16,1-1 3-16,0 3-28 15,0 0 0-15,0 0-5 16,0 0 0-16,0 0-9 16,0 0 9-16,-2 0-6 15,1 0 3-15,-1 0-8 16,-1 3 7-16,-3 11 1 16,-3 6 3-16,2 5-4 15,-2 2 4-15,0 5-5 16,-3 3 4-16,4 0-42 15,4-1 18-15,4-2-74 0,0-7 83 16,18-10 9-16,10-7-23 16,7-6 30-16,3-2 4 15,-3 0-2-15,-4-10 12 16,-6-2 9-16,-7-2-3 16,-5-2 65-16,-3-1-36 15,-9 0-12-15,-1-1-22 16,0-1-13-16,-5-5 3 15,-12-1-5-15,-1-1 0 16,-2-1-2-16,7 5 6 16,0 3-4-16,3 3 23 15,6 3-16-15,-4 4 12 0,7 1-17 16,1 5 1 0,0 2 2-16,0 1-5 0,0 0-25 15,-1 0-76-15,-2 9-53 16,-6 11 116-16,0-6-151 15,-2 2-126-15</inkml:trace>
  <inkml:trace contextRef="#ctx0" brushRef="#br0" timeOffset="147466.82">22031 7856 674 0,'0'0'174'16,"0"0"-77"-16,0 0-34 15,0 0-40-15,0 0-23 16,0 0-3-16,24-10-75 15,-18 10 31-15,-1 0-102 16,3 0 43-16,-3 0-99 16,-1 0-169-16</inkml:trace>
  <inkml:trace contextRef="#ctx0" brushRef="#br0" timeOffset="147860.32">22276 7700 711 0,'0'0'83'16,"0"0"-60"-16,0 0-10 16,0 0-13-16,0 0-6 15,0 0 3-15,-71 58 0 16,55-26 3-16,6 2-8 15,2-5 8-15,7-5-7 0,1-7-9 16,1-8-24-16,23-7 32 16,8-2 7-16,8-8 2 15,2-15 23-15,-6-4 1 16,-7 0 24-16,-11 2 17 16,-10-4-29-16,-8 0-7 15,0 0-3-15,-19 4-26 16,-15 6 9-16,-7 7-10 15,2 11-47-15,4 1-5 16,8 6-56-16,9 15 7 16,11 1-79-16,7-2-146 15</inkml:trace>
  <inkml:trace contextRef="#ctx0" brushRef="#br0" timeOffset="148260.33">22483 7665 655 0,'0'0'11'0,"0"0"-11"15,0 0 0-15,0 0 11 16,0 0-11-16,0 0-4 15,11 38 1-15,-6-9 5 0,-5 3-2 16,0 4 0-16,0 3 0 16,0-6 3-16,6-5-3 15,5-9-15-15,2-10-20 16,10-9 23-16,3 0 12 16,6-21 12-16,1-5 26 15,-5-5 40-15,-6-2 20 16,-6-1-10-16,-11-3-17 15,-5 4-34-15,-6 1-11 16,-16 8-26-16,-2 12-14 16,-1 7 13-16,2 5-71 0,2 11-41 15,3 12 4-15,2 5 7 16,5-5-134-16</inkml:trace>
  <inkml:trace contextRef="#ctx0" brushRef="#br0" timeOffset="148692.89">22954 7520 450 0,'0'0'177'16,"0"0"-55"-16,0 0-17 16,0 0-29-16,0 0-16 15,0 0-60-15,8-25-4 16,-8 46-30-16,-5 11 34 16,-7 10-4-16,-1 4 4 15,0 7 0-15,-2 3 2 16,1 1-2-16,2-2-12 15,11-9-33-15,1-14-54 16,19-17 47-16,17-11 24 16,7-4 28-16,5-9 15 15,-3-11 20-15,-10-6 44 0,-12 1-1 16,-13-3-29 0,-10-1 15-16,-7 2-57 0,-29 8-4 15,-10 12-6-15,-5 7-66 16,6 11-142-16,8 10-271 15</inkml:trace>
  <inkml:trace contextRef="#ctx0" brushRef="#br0" timeOffset="149243.02">21692 8139 723 0,'0'0'98'15,"0"0"-66"-15,0 0-32 16,0 0-6-16,0 0-2 15,0 0 2-15,-1 10 6 16,11-2 0-16,23 0 1 16,24-3 9-16,28-4-6 15,30-1-1-15,18 0 30 16,10-3-29-16,1-7-1 16,-7 0 8-16,-11 0-10 15,-23 1 17-15,-24 4 0 16,-22 1-15-16,-25 4 21 15,-14 0-24-15,-11 0-7 0,-7 0 2 16,-2 9-65-16,-37 8 12 16,-30 0-23-16,-28-6-301 15</inkml:trace>
  <inkml:trace contextRef="#ctx0" brushRef="#br0" timeOffset="149575.93">22156 8308 128 0,'0'0'580'15,"0"0"-570"-15,0 0-10 0,0 0 0 16,-52 90 4-16,19-47-4 16,-2 1-10-16,5-3-40 15,13-6-11-15,11-7-5 16,6-7-40-16,2-8 56 15,19-10 37-15,9-3 13 16,13-6 0-16,0-15 55 16,0-6 70-16,-7-2 4 15,-8-3 20-15,-11 2-52 16,-9-2-22-16,-8 0-41 16,-4 0-14-16,-23 3-20 15,-10 9 0-15,0 12-6 16,2 8-47-16,13 0-67 15,10 14-36-15,12 2-57 0</inkml:trace>
  <inkml:trace contextRef="#ctx0" brushRef="#br0" timeOffset="149754.35">22350 8355 913 0,'0'0'51'16,"0"0"32"-16,0 0-83 15,0 0-12-15,0 0-80 16,0 0-91-16,73 20-233 0</inkml:trace>
  <inkml:trace contextRef="#ctx0" brushRef="#br0" timeOffset="150125.32">22550 8320 525 0,'0'0'344'0,"0"0"-276"15,0 0-67-15,0 0 2 16,0 0-3-16,79 73 0 16,-54-36 2-16,-1-6-3 15,-7-5 1-15,-7-6 0 16,-4-7-5-16,-6-2 5 15,0 1-5-15,-15-2-2 16,-8 1-5-16,-6-3-56 16,6-3-41-16,7-1 69 0,9-3 37 15,4-1 6-15,3 0 19 16,0 0 133-16,0 0-70 16,0 0-15-16,18-1-67 15,10-8 3-15,10-1-8 16,8 2 2-16,3-1-1 15,-1 0-3-15,-1 1 3 16,-6-3-11-16,-9 2 3 16,-6 2-42-16,-7 0-9 15,-8-5-145-15,-9 0-288 0</inkml:trace>
  <inkml:trace contextRef="#ctx0" brushRef="#br0" timeOffset="150676.76">23542 7931 609 0,'0'0'75'16,"0"0"95"-16,0 0-92 15,0 0-43-15,0 0-35 16,0 0 0-16,-88 48-7 16,48-15 10-16,2-3-3 15,6-5 1-15,4-4 2 16,6-7-1-16,6-5-2 0,7-6-39 16,6-3 31-16,3-10 2 15,0-21-4-15,9-6-33 16,10-1 41-16,2 5-4 15,2 13 6-15,-1 10 0 16,-1 6 4-16,-5 4-2 16,-1 0-4-16,-1 5 2 15,-3 16-6-15,0 8-2 16,-5 5 5-16,-3 3 3 16,-3 1 2-16,0-2-2 15,0-7-41-15,0-10-123 16,6-5-361-16</inkml:trace>
  <inkml:trace contextRef="#ctx0" brushRef="#br0" timeOffset="152039.91">23771 7652 294 0,'0'0'292'16,"0"0"-292"-16,0 0-3 15,0 0 3-15,0 0-2 0,-41 94 2 16,33-62 0-16,1 0 8 16,4-1-7-16,3-4-1 15,0-8 6-15,6-6-5 16,16-8 15-16,9-5 13 16,10-2 1-16,5-16 4 15,0-4-32-15,-7-1 27 16,-9-3 53-16,-12 0-46 15,-12-2 24-15,-6 0-38 16,-13 2-20-16,-23 3 7 16,-6 4-9-16,3 6-24 15,9 7 18-15,8 6 4 16,8 0-17-16,4 6-99 0,9 11 32 16,1 3-24-16,6-4-148 15</inkml:trace>
  <inkml:trace contextRef="#ctx0" brushRef="#br0" timeOffset="152215.27">24064 7752 840 0,'0'0'112'16,"0"0"-66"-16,0 0-39 15,0 0-7-15,0 0-51 0,0 0-39 16,64 29-129-16,-48-25-183 16</inkml:trace>
  <inkml:trace contextRef="#ctx0" brushRef="#br0" timeOffset="152556.64">24398 7710 769 0,'0'0'115'0,"0"0"-82"15,0 0-33-15,0 0-12 16,0 0 12-16,-73 93-7 16,60-60 1-16,11-2-33 0,2-9-23 15,13-6 47-15,13-7 14 16,3-7-2-16,3-2 3 15,-1-2 34-15,-3-15 30 16,-3-6-21-16,-5-4-3 16,-6-1 9-16,-6-3-22 15,-8 1-21-15,0 4-1 16,-8 2 8-16,-7 12-13 16,1 11-15-16,0 1-11 15,-2 18-123-15,0 7-25 16,7-2-198-16</inkml:trace>
  <inkml:trace contextRef="#ctx0" brushRef="#br0" timeOffset="153073.28">24732 7700 690 0,'0'0'78'16,"0"0"-15"-16,0 0-13 0,0 0-4 16,0 0-23-16,0 0 24 15,15-29-47-15,-12 29 6 16,4 0-17-16,6 11 6 15,3 10 5-15,-1 8-1 16,-6 0-1-16,-9 2-23 16,0 1-15-16,-20-6-22 15,-8-2 35-15,-3-4-51 16,2-6 14-16,6-2 38 16,9-4 26-16,6-5-2 15,5-2 4-15,3-1-2 16,0 0 84-16,0 0 47 15,3-4-84-15,11-4-19 0,4-1-21 16,2 4-6-16,0 1-1 16,1-1 0-16,1 3-4 15,3-3 1-15,0 0 3 16,-1 1-1-16,-5-3 5 16,-7 1-3-16,-5 1-1 15,-4 2 0-15,-3 3-9 16,0 0-36-16,-21 0-147 15,-7 5-34-15</inkml:trace>
  <inkml:trace contextRef="#ctx0" brushRef="#br0" timeOffset="153252.65">24813 7942 798 0,'0'0'121'0,"0"0"-3"16,0 0-108-16,0 0-4 16,0 0-12-16,0 0-8 15,-3-10-103-15,3 23-51 16,0-4-42-16</inkml:trace>
  <inkml:trace contextRef="#ctx0" brushRef="#br0" timeOffset="155403.4">20858 12000 150 0,'0'0'104'15,"0"0"-66"-15,0 0-22 16,0 0 59-16,0 0 54 16,0 0-78-16,3-17-17 15,-3 15 6-15,-3 0-19 16,2-1 1-16,1 3-22 0,0 0 4 16,-3 0-2-16,3 0-2 15,-1-1 0-15,-2-1 2 16,0 1-1-16,1-1-1 15,-1 1 0-15,-1-1 0 16,-2 1 13-16,3-1-13 16,-5 2 0-16,4-2 2 15,1 2 0-15,1 0-2 16,2-2 2-16,0 2-2 16,0 0 44-16,0 0-3 15,0 0-13-15,0 0 2 16,-1 0-26-16,1 0 0 15,0 0-4-15,0 0 0 0,0 0 0 16,0 0 0 0,0-1-3-16,7-2 2 0,20-3 2 15,12-2 8-15,9-1-9 16,11-8 4-16,2 1 4 16,0-4-8-16,-1-2 0 15,-6-3 14-15,-6 3-12 16,-5 1 8-16,-12 4-3 15,-13 5-4-15,-8 5 48 16,-8 4-29-16,-2 0-11 16,0 2 7-16,0 0-17 15,-3 1-2-15,-12 0-20 16,-3 0-65-16,-1 5-5 16,7 5-57-16,2-6-215 0</inkml:trace>
  <inkml:trace contextRef="#ctx0" brushRef="#br0" timeOffset="155756.32">21313 11632 488 0,'0'0'139'15,"0"0"-102"-15,0 0-22 16,0 0 32-16,83 10 18 0,-60-2-32 16,1-1-6-16,-7 0-22 15,-3 1 3-15,-1 1-2 16,-5 3-6-16,-2 0 0 16,-4 1-6-16,-2 3 11 15,0-2-5-15,0 1 0 16,-6 0 2-16,-7-3-1 15,-1-2-1-15,-2-2 0 16,1-2-2-16,-3 1 4 16,1 1-2-16,0 3 0 15,-3 4-11-15,4 2-3 16,3 0-131-16,10-6-155 0</inkml:trace>
  <inkml:trace contextRef="#ctx0" brushRef="#br0" timeOffset="155919.53">21487 11887 499 0,'0'0'132'0,"0"0"-66"16,0 0-2-16,0 0 47 16,0 0-100-16,0 0-11 15,-65 11-136-15,53-4-229 16</inkml:trace>
  <inkml:trace contextRef="#ctx0" brushRef="#br0" timeOffset="178913.94">21521 10222 168 0,'0'0'411'16,"0"0"-265"-16,0 0-25 16,0 0-88-16,0 0-11 15,0 0 29-15,0 0-45 16,3-58-3-16,-3 56 15 0,0 0-7 15,0 1 5 1,0-2-3-16,0 1-11 0,0 0 27 16,0 2-29-16,0 0 0 15,0 0 1-15,0 0 2 16,0 0-5-16,0 0 2 16,0 0 0-16,0 0-2 15,0 0 2-15,0 0-11 16,-4 8 9-16,2 14-29 15,0 11 31-15,0 6-1 16,2 1 1-16,0-1-12 16,4-5-15-16,11-4-3 0,7-10 11 15,12-14-19 1,12-6 14-16,13-12-31 0,2-22 41 16,-7-5 14-16,-18-5 31 15,-15-2 41-15,-14-1 5 16,-7 2-36-16,0 1-14 15,-11 8-23-15,-11 7 2 16,-3 8-5-16,4 9-1 16,4 5 0-16,5 6-8 15,8 1-2-15,1 0-10 16,0 0-39-16,-1 15-28 16,-3 7 12-16,1 4-58 15,2-5-139-15</inkml:trace>
  <inkml:trace contextRef="#ctx0" brushRef="#br0" timeOffset="179084.84">21912 10222 868 0,'0'0'59'15,"0"0"29"-15,0 0-69 16,0 0-13-16,0 0-6 15,0 0-19-15,33-29-49 16,-13 29-143-16,1 0-169 16</inkml:trace>
  <inkml:trace contextRef="#ctx0" brushRef="#br0" timeOffset="179646.74">22505 10147 295 0,'0'0'392'0,"0"0"-241"15,0 0-97 1,22-75-49-16,-20 57 41 0,-2 0-31 16,0 1-6-16,-7 2-7 15,-11 3 2-15,-3 6-4 16,-4 5 0-16,3 1 0 16,0 5-6-16,1 16 5 15,8 11-7-15,3 11-9 16,7 3 4-16,3 4 10 15,7-5-26-15,19-12-23 16,10-18 21-16,12-15 10 16,8-10 21-16,-4-22 47 15,-13-5 16-15,-11 3 16 16,-13 2-30-16,-8 5-24 0,-5 8 25 16,-2 3-40-16,0 10-10 15,-10 4-1-15,-4 2-14 16,-1 15-10-16,0 17-12 15,-3 18 28-15,3 11-2 16,4 6 9-16,3 0-4 16,5-1 6-16,-2-3 0 15,2-2-5-15,-1-9-13 16,1-7-44-16,0-13-31 16,-3-18-152-16</inkml:trace>
  <inkml:trace contextRef="#ctx0" brushRef="#br0" timeOffset="180313.35">23023 10159 483 0,'0'0'84'16,"0"0"-44"-16,0 0 18 15,0 0-34-15,0 0 31 16,6-83 18-16,-6 67-22 16,-11 1 6-16,-5 4-35 15,-1 3-17-15,2 5 11 16,1 3-16-16,-3 3-4 16,4 22 2-16,-3 11-9 15,6 14 10-15,6 6-23 16,4 0 24-16,0-4-10 0,0-10 12 15,8-8-4 1,-2-8 2-16,1-2 0 0,-1-4 2 16,-6 2-2-16,0-1 0 15,0-3-1-15,-15 0 1 16,-3-2 0-16,-3-3 3 16,-6-6-2-16,-6-4 9 15,-6-3-10-15,-2 0 0 16,4-9 22-16,7-5-12 15,9-3 2-15,12-1 2 16,9 0-14-16,5-4 0 16,26-9-12-16,13-2-3 15,9-7 3-15,5-7 12 16,3-1 0-16,-1-4-2 0,-5 5 2 16,-7 10 3-1,-11 11-3-15,-10 10-11 0,-11 10-59 16,-8 4-144-16,-8 2-173 15</inkml:trace>
  <inkml:trace contextRef="#ctx0" brushRef="#br0" timeOffset="180712.62">23355 9945 575 0,'0'0'64'16,"0"0"57"-16,0 0-97 15,0 0-24-15,0 0-1 16,0 0 1-16,-64 93 11 16,34-42-3-16,0 7 10 15,-1 8 22-15,4 3-39 16,4 1 3-16,8-7 5 15,6-11-4-15,9-15-1 16,0-13-4-16,22-13 0 16,13-11 11-16,3-5-8 15,5-19-3-15,-7-8 5 16,-7-2-1-16,-17-2 14 16,-9 0 18-16,-3-1-6 0,-18 4-8 15,-11 6-22-15,2 13-2 16,5 11-13-16,9 3-28 15,3 12-15-15,0 12-79 16,3 1 3-16,4-6-133 16</inkml:trace>
  <inkml:trace contextRef="#ctx0" brushRef="#br0" timeOffset="181162.03">23721 9936 553 0,'0'0'150'0,"0"0"2"16,0 0-61-16,0 0-48 15,0 0-43-15,0 0 2 16,-6-5-13-16,-12 38 10 16,-7 12-4-16,-10 6 5 0,-3 12 0 15,-1 4 6 1,0 3-6-16,9-5 0 0,9-7-3 16,13-16 3-16,8-12-21 15,13-16 8-15,24-14 13 16,12 0 2-16,-1-20-2 15,-6-6 0-15,-15-3 49 16,-9-2-28-16,-11-4 2 16,-7 1-1-16,0 1-10 15,-13 7-12-15,-14 12-2 16,1 12-21-16,-2 2-7 16,-2 20-78-16,-1 4-108 15,1-2-333-15</inkml:trace>
  <inkml:trace contextRef="#ctx0" brushRef="#br0" timeOffset="182121.81">21876 10086 273 0,'0'0'57'16,"0"0"2"-16,0 0 17 15,0 0-41-15,0 0 39 16,0 0-54-16,-18-21 13 15,14 18 20-15,1 1-23 0,0-1 7 16,0 2-35 0,-2 1 5-16,-4 0-11 0,-7 0 4 15,-4 0-2-15,-7 0 1 16,-6 1 2-16,-2 4 1 16,-4 2-2-16,2 3 0 15,-2 1 1-15,3 5-1 16,7-4-8-16,3-1 8 15,6-3-24-15,10-1 18 16,3-4-1-16,4-1 7 16,3 3-8-16,0 3 8 15,0 6-19-15,20 0-30 0,1-5-227 16</inkml:trace>
  <inkml:trace contextRef="#ctx0" brushRef="#br0" timeOffset="187755.14">20681 4381 247 0,'0'0'98'15,"0"0"9"-15,0 0 2 16,0 0-48-16,0 0 20 15,0 0-30-15,0 0-2 16,0-72 2-16,-3 64-30 16,3 3-8-16,-3 0 30 15,-1 2-36-15,4 1 14 16,-2 2-9-16,1 0-12 16,-1 0 0-16,-5 3-11 15,-5 19 4-15,-11 9 0 16,-5 15 7-16,1 3-4 15,3 9-7-15,6 0-18 16,8-4 15-16,10-10-24 0,0-17-6 16,16-17 31-16,22-10 13 15,12-17 1-15,10-21 9 16,4-9 4-16,-7-4 20 16,-14 2-20-16,-11 4 2 15,-13 2 31-15,-15 1-39 16,-4 2 16-16,-12 3-10 15,-23 4-11-15,-3 8-3 16,3 4-4-16,9 10 4 16,13 9-4-16,3 2 4 0,5 15-98 15,-3 21 5 1,2 10 9-16,6-5-141 0</inkml:trace>
  <inkml:trace contextRef="#ctx0" brushRef="#br0" timeOffset="187958.71">21133 4473 643 0,'0'0'155'15,"0"0"-90"-15,0 0-37 16,0 0-13-16,0 0-15 15,0 0-55-15,10 16-52 0,-8-2-10 16,-2-8-113-16</inkml:trace>
  <inkml:trace contextRef="#ctx0" brushRef="#br0" timeOffset="188471.52">21582 4412 666 0,'0'0'117'0,"0"0"9"16,33-84-81-16,-23 57-14 15,-4 5-4-15,-3 1-23 16,-3 6-3-16,0 1-1 15,-4 3 0-15,-15 5-15 16,-4 6 15-16,-7 0-16 16,-1 21-8-16,-5 16-18 15,3 9 5-15,5 4-59 16,11-2 34-16,16-11-7 16,2-10-72-16,34-18 40 15,5-9 101-15,2-4 39 16,-8-16 55-16,-7-1 24 15,-11-1 23-15,-2-1-41 0,-7 3-46 16,-4 2-12-16,-3 4-15 16,0 4-14-16,0 5-2 15,0 5-11-15,0 0-11 16,2 8 6-16,-2 20-45 16,0 14 46-16,0 14 2 15,0 11-5-15,-6 1 1 16,1-1-10-16,1-9-23 15,1-11 9-15,3-12-91 16,0-17-28-16,0-15-288 16</inkml:trace>
  <inkml:trace contextRef="#ctx0" brushRef="#br0" timeOffset="189037.57">22010 4445 560 0,'0'0'146'16,"0"0"-36"-16,0 0-63 15,81-81-19-15,-65 63-6 16,-1 2-20-16,-5-1 18 0,-7 3-15 15,-3-1-4-15,0 2 18 16,-7 0-19-16,-14 4-2 16,-4 4-8-16,-2 5-6 15,2 0 9-15,1 11-25 16,4 16-11-16,-1 13 24 16,2 11 2-16,5 8 13 15,8 5-10-15,6-4-7 16,2-7 14-16,13-11 1 15,-2-11 6-15,-7-10 1 16,-3-6 0-16,-3-3-2 16,0-1-1-16,-1 2 2 15,-13-1 10-15,0 0-10 0,-2-3 0 16,2-5 5 0,3-4-5-16,-2 0 2 0,-3-3 4 15,-2-17-5-15,-6-7 30 16,0-7-7-16,4-2 17 15,8-2 15-15,12 5-30 16,5 3-8-16,28-1-18 16,15 1 0-16,13 2-3 15,7 0 3-15,-1 4-12 16,-1 3-1-16,-6 1-12 16,-10 5-2-16,-9 3-52 15,-13 6-62-15,-16 3-139 16</inkml:trace>
  <inkml:trace contextRef="#ctx0" brushRef="#br0" timeOffset="189419.55">22480 4267 655 0,'0'0'85'15,"0"0"40"-15,0 0-49 16,0 0-60-16,0 0-10 16,0 0-12-16,-44 32-1 0,-2 21 7 15,-7 9-2 1,3 7 7-16,6 1-9 0,13-6 4 16,11-10-28-16,13-18 26 15,7-14-37-15,0-17 38 16,10-5 1-16,17-7 0 15,7-18 5-15,2-6-5 16,-6 2 2-16,-12-4 27 16,-13-2-11-16,-5 2-6 15,-4 3 15-15,-14 8-27 16,-2 13-2-16,-3 9-39 16,5 4-90-16,-1 19 12 15,5 1-106-15,11-2-140 16</inkml:trace>
  <inkml:trace contextRef="#ctx0" brushRef="#br0" timeOffset="189820.66">22656 4242 55 0,'0'0'608'16,"0"0"-506"-16,0 0-12 16,0 0-48-16,0 0-10 15,0 0-32-15,18-50-1 0,-18 50-6 16,0 17 3-16,0 12-8 16,-12 13 12-16,-9 8 0 15,-6 8 6-15,2 3-4 16,-2 4-4-16,6-5 1 15,9-11-44-15,10-15 28 16,2-17-58-16,16-15 75 16,12-2 10-16,3-11-7 15,1-12 2-15,-10-9 49 16,-9-1-17-16,-9 1 20 16,-4 1-34-16,-7 6-22 15,-16 11-2-15,-1 14-21 16,-2 0-72-16,1 17-42 0,5 8-177 15</inkml:trace>
  <inkml:trace contextRef="#ctx0" brushRef="#br0" timeOffset="189959.64">22629 4663 712 0,'0'0'142'16,"0"0"-45"-16,0 0-56 15,0 0-41-15,0 0-1 16,0 0-269-16,0 28 44 16</inkml:trace>
  <inkml:trace contextRef="#ctx0" brushRef="#br0" timeOffset="191671.84">20844 12308 207 0,'0'0'140'0,"0"0"-40"16,0 0-74-16,0 0 57 15,0 0-38-15,0 0-43 16,22-32 37-16,-18 25-33 16,1 3 10-16,-3 3 20 15,-1-1-12-15,-1 2-24 16,0 0-3-16,0 0-30 16,2 0-37-16,1 3 31 15,2 5-24-15,3-3-79 0,4-5-46 16</inkml:trace>
  <inkml:trace contextRef="#ctx0" brushRef="#br0" timeOffset="191833.94">21151 12235 404 0,'0'0'166'16,"0"0"-77"-16,0 0-49 15,0 0 30-15,0 0-44 16,0 0-26-16,6-8-7 15,0 8-103-15,4 10 59 16,2-4-248-16</inkml:trace>
  <inkml:trace contextRef="#ctx0" brushRef="#br0" timeOffset="192000.69">21361 12216 473 0,'0'0'134'15,"0"0"-30"-15,0 0-42 16,0 0-52-16,0 0-10 16,0 0-81-16,0-15 22 15,-3 23-10-15,2-1-102 16,1-5 20-16</inkml:trace>
  <inkml:trace contextRef="#ctx0" brushRef="#br0" timeOffset="192135.15">21361 12216 384 0,'48'2'199'0,"-54"-2"-140"15,-4 0-15-15,-2 9-19 16,-6 11-25-16,-3-3-153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25:26.367"/>
    </inkml:context>
    <inkml:brush xml:id="br0">
      <inkml:brushProperty name="width" value="0.05292" units="cm"/>
      <inkml:brushProperty name="height" value="0.05292" units="cm"/>
      <inkml:brushProperty name="color" value="#FF0000"/>
    </inkml:brush>
  </inkml:definitions>
  <inkml:trace contextRef="#ctx0" brushRef="#br0">15567 7386 230 0,'0'0'119'0,"0"0"-6"0,0 0 27 16,0 0-98-16,0 0-14 15,0 0 68-15,0 0-92 16,0 0-4-16,-36-43 13 16,34 39-13-16,1 1 36 15,-1 0-11-15,1 2-24 16,1 1 23-16,0 0-24 15,0 0 0-15,0 0-2 16,0 0 7-16,0 0-10 16,0 0 5-16,0 0 0 15,0 0-12-15,4 0 12 16,11 0 0-16,8 0 0 16,6 0 11-16,11 0-16 0,11-1 5 15,12 1 0 1,14 0 0-16,9 0 0 0,10 0 0 15,1 1 2-15,0 5-1 16,-3-1 1-16,-3 2-2 16,-3-1 0-16,-7-1-2 15,-8 4 2-15,-3-2 0 16,-1-1 0-16,4 4 2 16,2-3-5-16,4 0-6 15,-1 0 9-15,-5-1-10 16,-2-2 10-16,-7-1 0 15,-6-2-1-15,-7 0 8 0,-7-1-7 16,-5 2 0-16,-9 0 0 16,-6 0 1-16,-6-1-1 15,-5 0 0-15,-5 1-2 16,-2-2 5-16,0 0-3 16,-1 0 0-16,0 0 0 15,1 0 3-15,-2 0 3 16,0 0-6-16,-3 0 11 15,1 0-8-15,0 0 11 16,-2 0-14-16,0 0 0 16,0 0 1-16,0 0-1 15,0 0 0-15,0 0-2 16,0 0 8-16,0 0-5 16,0 0-1-16,0 0 0 15,0 0 1-15,0 0-1 0,0 0-5 16,0 6-75-16,-5 6-74 15,-11-3 14-15</inkml:trace>
  <inkml:trace contextRef="#ctx0" brushRef="#br0" timeOffset="1681.93">19330 7324 135 0,'0'0'140'16,"0"0"-76"-16,0 0 17 15,0 0 8-15,0 0-29 16,0 0-28-16,0 0-18 16,-4-11 29-16,4 6-38 15,0 3 26-15,0 0-11 16,0 0-9-16,0 2 6 15,0-3-7-15,0 3-8 0,0 0 16 16,0 0-17 0,0 0-1-16,0 0 4 0,7-4-3 15,11 0 1-15,7 1-2 16,3 0 0-16,3 3 1 16,5-3-1-16,8 3 0 15,11-3-1-15,11 3 4 16,12 0-6-16,10 0 3 15,8 0 0-15,1 0 4 16,-1 0-4-16,-5 0 0 16,-7 3-1-16,-5 0 5 15,-7-2-7-15,-2 4 3 16,-3-1 0-16,2 3 1 16,1-1-1-16,-4-1 0 0,-1 1 0 15,-2 0 0-15,-11-3-1 16,-3 2 1-16,-7-3 0 15,-6-2 1-15,-2 0 5 16,-4 0-6-16,-3 0 7 16,-2 0 3-16,-1 0 7 15,-2 0-17-15,1 0 0 16,-5 0 0-16,1 0 0 16,-2 0 0-16,-4 0 0 15,-4 0 3-15,0 0-3 16,-3 0 0-16,-5 0 0 15,0 0 27-15,-1 0-8 16,0 0 14-16,0 0-2 0,0 0-29 16,0 0 6-16,0 0-8 15,0 0-19-15,-14 10-119 16,-8 2-61-16,-2-5-111 16</inkml:trace>
  <inkml:trace contextRef="#ctx0" brushRef="#br0" timeOffset="1842.26">21294 7400 406 0,'0'0'118'0,"0"0"-18"16,0 0-88-16,0 0-12 15,0 0-194-15,0 0 94 16,5 13-42-16</inkml:trace>
  <inkml:trace contextRef="#ctx0" brushRef="#br0" timeOffset="9007.29">3491 9428 69 0,'0'0'161'16,"0"0"-125"-16,0 0 0 16,0 0 17-16,0 0-18 15,0 0-16-15,0 0-12 16,-41-39 0-16,35 35 52 16,0 0-47-16,2 1 48 15,0 0-33-15,2 1-25 16,2 1 22-16,0-1-13 15,0 2 2-15,0 0-13 0,0 0 1 16,0 0-1 0,0 0 0-16,0 0-11 0,9 0 11 15,18 2 3-15,19 4-2 16,17-3 22-16,22-2-12 16,21-1 29-16,15 0-24 15,14 0-5-15,8-1-1 16,-10-5-7-16,0 0-2 15,-5 1-1-15,-11-3 1 16,-9 3-2-16,-15-3 1 16,-14-1 0-16,-21 2 2 15,-16 2 0-15,-17 0 7 16,-14 4 6-16,-8 1-10 0,-3 0 6 16,0 0-11-16,0 0 0 15,-6 0 0-15,-15 3 3 16,-9 12-6-16,-4 2-4 15,2 4-98-15,7-5-13 16,8-10-318-16</inkml:trace>
  <inkml:trace contextRef="#ctx0" brushRef="#br0" timeOffset="10593.12">12682 9408 176 0,'0'0'65'0,"0"0"-12"0,0 0-27 16,0 0 74-16,0 0-55 16,0 0 48-16,0 0-71 15,-54-74 56-15,54 73 25 16,0-1-84-16,0 2-12 16,0 0-7-16,0 0-1 15,12 0-4-15,18 0 3 16,22 0 2-16,16 5 6 15,17 3-6-15,23 1 0 16,19 2 0-16,22-2 1 16,19 3 0-16,9-3-1 15,7 2 4-15,-2-2-10 16,-3 0 6-16,-4-1 0 0,-14-4-4 16,-12-3 7-1,-25-1-3-15,-24 0 0 0,-21 0 2 16,-27 0 13-1,-16 0-15-15,-15 0 0 0,-9 0 9 16,-9 0-3-16,-3 0 31 16,0 0-8-16,0 0-17 15,0-1 14-15,0-3-26 16,-3 1 0-16,-11 3-7 16,-9 0-25-16,-10 19-107 15,-6-8-51-15</inkml:trace>
  <inkml:trace contextRef="#ctx0" brushRef="#br0" timeOffset="10737.82">15109 9503 741 0,'0'0'3'0,"0"0"-6"16,0 0-142-16,0 0-44 15,0 0-182-15</inkml:trace>
  <inkml:trace contextRef="#ctx0" brushRef="#br0" timeOffset="19264.68">19740 10294 184 0,'0'0'67'15,"0"0"-17"-15,0 0 45 16,0 0 24-16,0 0-24 16,0 0-17-16,0 0-1 15,0 0-38-15,0-17-27 0,4 5 36 16,4-2-41-1,1 0 8-15,0-1-10 0,1 3-2 16,1-5 2-16,3 2-5 16,2-3 0-16,1-5 1 15,3-2 4-15,-2-1-5 16,1-4 5-16,-1-2 3 16,0-3 11-16,-1-4-19 15,-3-5 0-15,-2-4-4 16,1 0 6-16,0-2-2 15,-2 0 0-15,-2-1 4 16,-3 2-6-16,-1 3 2 16,-2 7 0-16,-2 5-1 15,-1 5 3-15,0 6-2 0,0 3 0 16,0 6 1-16,0 3-5 16,-3 6 4-16,-1 1 0 15,2 2-8-15,1 2 8 16,-2 0-6-16,-5 11 3 15,-3 17 1-15,-5 15-8 16,-1 15 10-16,2 12 0 16,1 5-3-16,7 7 3 15,1 3 0-15,3-6 0 16,1-4 2-16,-1-4-8 16,3-9 6-16,0-8 0 15,0-8-9-15,8-12 9 16,8-9 0-16,4-12-6 0,5-5 4 15,6-8-2 1,7-1-62-16,6-25-72 0,-3-10-158 16</inkml:trace>
  <inkml:trace contextRef="#ctx0" brushRef="#br0" timeOffset="19508.83">19592 9866 458 0,'0'0'131'15,"0"0"-62"-15,0 0-8 16,0 0-56-16,0 0 3 16,0 0-2-16,35-11 1 15,8 10-5-15,12-2-2 16,9-1 2-16,3-1-5 15,-4-1 3-15,-4 2-16 16,-6-3-65-16,-10-1-132 16</inkml:trace>
  <inkml:trace contextRef="#ctx0" brushRef="#br0" timeOffset="20214.31">20284 10319 219 0,'0'0'67'16,"0"0"0"-16,0 0 3 16,0 0 42-16,0 0-57 15,0 0-39-15,0-1 9 16,0 1-22-16,5 0-3 0,7-4 19 15,4-2-2-15,4-5 17 16,-1-1-7-16,0-5-22 16,-2-3 30-16,-6-2-33 15,-4 2 21-15,-3 4 11 16,-4 0-16-16,0 3 14 16,0 4-32-16,0 4 1 15,-1 2-8-15,-3 3 7 16,1 0-10-16,0 3-4 15,-4 15 6-15,1 10 2 16,0 8 3-16,0 0 3 16,2 1-6-16,-1-6 6 0,5-4-2 15,0-6-7 1,5-6-13-16,13-6 19 0,10-4-20 16,17-5-3-16,16 0-20 15,11-21-155-15,6-10-174 16</inkml:trace>
  <inkml:trace contextRef="#ctx0" brushRef="#br0" timeOffset="20666.81">20584 9893 186 0,'0'0'70'0,"0"0"-25"15,0 0 11-15,0 0-36 16,0 0 29-16,0 0 5 15,64 0 5-15,-22-4-18 16,6 1-28-16,-3 0-9 16,-1 1-4-16,-7 2-24 15,-10 0-136-15,-16 0-98 16</inkml:trace>
  <inkml:trace contextRef="#ctx0" brushRef="#br0" timeOffset="20823.03">20554 10043 394 0,'0'0'34'16,"97"0"7"-16,-37 0-17 16,5 0-24-16,6 0-104 15</inkml:trace>
  <inkml:trace contextRef="#ctx0" brushRef="#br0" timeOffset="21397.88">21273 9785 287 0,'0'0'163'0,"0"0"-61"16,0 0-50-16,0 0 25 0,0 0-52 15,0 0-24-15,-33-28-1 16,21 40-6-16,-4 13-8 16,0 9 14-16,-4 6 0 15,7 2 2-15,3-4-2 16,10-8-4-16,0-11-30 16,19-13-3-16,12-6 33 15,6-3 8-15,-1-17-4 16,-4-7 9-16,-5-4 6 15,-8 1 34-15,-10-4 8 16,-6 0-17-16,-3 4 32 16,0 5-56-16,-5 9 4 15,1 8-9-15,1 6-11 0,3 2-6 16,0 9-35-16,0 18 11 16,0 13 16-16,0 12 4 15,13-1-15-15,11-3 5 16,11-9-16-16,17-11 7 15,9-9 6-15,4-11-18 16,-5-8-63-16,-9-4-217 16</inkml:trace>
  <inkml:trace contextRef="#ctx0" brushRef="#br0" timeOffset="21629.24">21834 9799 573 0,'0'0'59'15,"0"0"-53"-15,0 0-6 16,0 0 0-16,0 0 4 16,0 0-4-16,2 93 0 15,-2-60 6-15,0 6-4 16,-11 0 6-16,-5-4-8 15,-4-5-13-15,1-12-70 16,3-11-116-16</inkml:trace>
  <inkml:trace contextRef="#ctx0" brushRef="#br0" timeOffset="21798.74">21624 9871 562 0,'0'0'55'0,"0"0"-34"15,0 0-2-15,0 0-18 16,91-16 18-16,-46 16 4 16,10 14-23-16,3 2 0 15,3 1-3-15,0-8-98 16,-1-9-180-16</inkml:trace>
  <inkml:trace contextRef="#ctx0" brushRef="#br0" timeOffset="22144.68">22237 9689 637 0,'0'0'156'0,"0"0"-127"15,0 0-20-15,0 0-15 16,0 0 6-16,0 87 0 16,7-42 0-16,2 2 3 15,0-4 4-15,5-9-7 16,2-12-8-16,1-12-3 15,3-10 16-15,3-4-5 16,3-18 6-16,-1-4-5 16,-6-4 8-16,-5 3-8 15,-9 0 4-15,-5 7 38 0,0 7-23 16,0 9-1-16,0 4-19 16,0 0 0-16,2 17-27 15,-2 17 17-15,3 13-3 16,1 7 8-16,1 4-30 15,5-4-13-15,0-10-53 16,6-14-6-16,6-21-88 16,3-9-27-16</inkml:trace>
  <inkml:trace contextRef="#ctx0" brushRef="#br0" timeOffset="22644.92">22704 9849 685 0,'0'0'57'15,"0"0"-57"-15,0 0 10 16,0 0-22-16,0 0 12 16,-2 83 0-16,-5-46 6 15,1-2-3-15,6-5-3 16,0-10 0-16,4-12 3 16,14-6 2-16,6-2-5 15,6-7 0-15,5-16-2 16,0-5-7-16,-7-3 0 15,-8 1 8-15,-6 7 2 16,-6 7 7-16,-5 7-8 16,-1 9-3-16,-2 0 1 0,0 5-38 15,0 12 35 1,0 5 2-16,-5 5 3 0,-1-1-4 16,3-3 4-16,3-4 0 15,0-8-7-15,1-7 3 16,15-4 4-16,4 0 1 15,9-15 2-15,-1-7 2 16,-3-3-5-16,-5 1 0 16,-5 3 25-16,-8 5 5 15,-2 7-6-15,-4 7 20 16,-1 2-43-16,2 0-2 16,-2 0-11-16,0 15-9 15,0 6 10-15,0 8 11 16,1 0-2-16,6 0-3 0,5 0-16 15,9-8 14-15,6-5-67 16,0-9-41-16,3-7-34 16,1-3-152-16</inkml:trace>
  <inkml:trace contextRef="#ctx0" brushRef="#br0" timeOffset="22855.08">23509 9813 593 0,'0'0'92'15,"0"0"57"-15,0 0-97 16,0 0-49-16,0 0-3 0,0 0-8 16,-42 14 8-1,15 33 0-15,2 10 1 0,6 2-1 16,8-4 0-16,7-7 0 16,-1-9-3-16,3-9-7 15,-1-4-25-15,1-8-41 16,1-9-53-16,1-9-81 15</inkml:trace>
  <inkml:trace contextRef="#ctx0" brushRef="#br0" timeOffset="23057.08">23238 9973 334 0,'0'0'0'0,"0"0"0"16,0 0 22-16,0 0-6 15,0 0 39-15,0 0 53 16,62 58-57-16,-16-49-14 16,11-6-22-16,10-3-12 15,5 0 6-15,0-3-9 16,-8-17-109-16,-11-6-182 16</inkml:trace>
  <inkml:trace contextRef="#ctx0" brushRef="#br0" timeOffset="23477.74">23879 9661 356 0,'0'0'367'0,"0"0"-284"16,0 0-75-16,0 0-8 0,0 0 0 16,0 0-4-16,-60 104 4 15,31-44 0-15,-3 3 12 16,4-9-12-16,10-10 0 15,5-14 7-15,7-15-3 16,4-9-8-16,2-3-8 16,0-3 12-16,0 0-3 15,22-14 3-15,13-11-39 16,7 2-20-16,-1 1 23 16,-5 8 36-16,-11 8-6 15,-11 4 6-15,-5 2-1 0,-6 0 1 16,-3 14-10-16,0 11 9 15,0 8 2-15,-9-1-6 16,-6-1 5-16,4-10 0 16,2-5 5-16,3-10-3 15,-2-3-2-15,-7-3 7 16,-7 0 6-16,-8 0 12 16,-11-5-25-16,-6-7 4 15,5 0-11-15,10 0-110 16,24-2-388-16</inkml:trace>
  <inkml:trace contextRef="#ctx0" brushRef="#br0" timeOffset="24128.43">21117 10311 91 0,'0'0'82'16,"0"0"43"-16,-85-39 13 0,80 32-14 15,5 2-41-15,5-1 6 16,33-4-46-16,25 1-30 16,26-4-8-16,28 3 3 15,26 3 8-15,33 4-11 16,34 3 19-16,29 0-24 15,15 1 0-15,-2 12 9 16,-9 3-7-16,-15-2-4 16,-19-2 1-16,-23-2 1 15,-32-3-3-15,-39 3 3 16,-41-7 0-16,-34 3-4 16,-23-3 4-16,-15-1-1 15,-2 6-29-15,-24 1-49 0,-23 5 78 16,-20 2-63-1,-13-1-48-15,1-4-123 0</inkml:trace>
  <inkml:trace contextRef="#ctx0" brushRef="#br0" timeOffset="24509.15">22890 10542 546 0,'0'0'57'0,"0"0"-26"16,0 0-30-16,0 0 3 16,0 0-4-16,-79 68 2 15,46-31 6-15,-1 5-8 16,1-1 0-16,6 3-1 15,5-5 4-15,9-2-4 16,11-7 1-16,2-5 0 16,4-11-4-16,21-10 8 15,8-4-4-15,3-3 23 16,-3-15-18-16,-8-1 63 16,-12 1 6-16,-12-1-37 15,-1-1 13-15,-18-3-50 0,-18 2 0 16,-4 7 1-16,1 10-1 15,8 4-5-15,10 10-149 16,15 4-82-16</inkml:trace>
  <inkml:trace contextRef="#ctx0" brushRef="#br0" timeOffset="25613.09">20406 10181 274 0,'0'0'122'0,"0"0"-30"15,0 0 19-15,0 0-60 16,0 0-11-16,0 0-7 16,4-20-24-16,5 16 1 15,1-2-10-15,0 4 0 16,1 2-1-16,-1 0 1 15,1 0-5-15,-5 5 5 16,1 5-2-16,-4 0-5 16,0-1 1-16,-3 1 6 15,0-2-4-15,0 1 4 16,0 0 0-16,-10 4 0 16,-4 1 2-16,-4 5-5 15,1-3-5-15,5 0-62 0,2-2-6 16,4-3-88-16,-4-5-29 15,4-4 85-15</inkml:trace>
  <inkml:trace contextRef="#ctx0" brushRef="#br0" timeOffset="25764.97">20374 10330 131 0,'0'0'107'15,"0"0"-100"-15,0 0 5 16,0 0 17-16,0 0 68 16,0 0 14-16,0-9-57 15,0 9-15-15,0 0 15 16,0 0-36-16,0 0 3 15,0 0 17-15,0 0-37 16,-5 0-2-16,-5 12-50 0,-11-3-109 16</inkml:trace>
  <inkml:trace contextRef="#ctx0" brushRef="#br0" timeOffset="33784.45">18806 10914 187 0,'0'0'86'0,"0"0"-26"16,0 0-1-16,0 0 22 15,0 0-12-15,0 0-43 16,0 0 22-16,0 0-19 16,9-68 29-16,-7 58-25 15,-1 3-16-15,1 0-1 16,-2 1-4-16,0 3-12 15,0 2 39-15,0-1-39 16,0 2 0-16,1 0-4 0,2 0-2 16,0 12 2-16,0 13 2 15,-3 11 2-15,0 9-2 16,-9 8 2-16,-13 6 0 16,-7 2 3-16,2-3 0 15,4-10 0-15,7-12-3 16,8-11 2-16,5-14-3 15,1-7 1-15,2-4 0 16,0 0 18-16,0-17-12 16,0-9-3-16,12-5-3 15,3-4-11-15,3 7 1 16,-1 4-17-16,-1 5 1 0,0 4 22 16,-1 3-10-16,-1 7 13 15,2 5-3-15,-2 0 4 16,3 5-9-16,-2 15 9 15,2 3-3-15,-4 2-2 16,-4 4 10-16,-3-4-10 16,-6 0 5-16,0 2 0 15,-3-1-10-15,-16-2 10 16,-6-2-1-16,-2-5-3 16,-3-4 6-16,-4-7-7 15,1-3 5-15,-3-3 0 16,0 0 3-16,4-2-3 15,9-5 0-15,12 2 11 16,5 2-5-16,6 3-6 16,0 0-4-16,2 0-171 0,17 0 4 15,7 0-113-15</inkml:trace>
  <inkml:trace contextRef="#ctx0" brushRef="#br0" timeOffset="34041.06">19009 11207 330 0,'0'0'55'15,"0"0"65"-15,0 0-120 16,0 0 15-16,0 0 23 15,106-5-11-15,-69 5 3 16,3 0-30-16,-2 0 8 16,-3 0-4-16,0 0-4 15,-5 0-40-15,-14 0-208 16</inkml:trace>
  <inkml:trace contextRef="#ctx0" brushRef="#br0" timeOffset="34701.77">19613 11059 318 0,'0'0'158'0,"0"0"-66"16,0 0-42-16,0 0-27 15,0 0-8-15,-82-53-6 16,57 53-9-16,1 12 0 16,0 10-3-16,4 5 3 15,4 6 0-15,6 3 0 16,4 5 2-16,6 5-2 15,0 3 0-15,3-7 0 0,14-12-7 16,8-13-2-16,3-17 9 16,5 0-2-16,1-26 7 15,2-8 6-15,-8-5-11 16,-1-1 0-16,-9 0 45 16,-9 4 16-16,-9 2-7 15,0 3-20-15,-12 10-21 16,-4 8 2-16,3 6-15 15,6 7 0-15,1 0-11 16,5 21 2-16,1 11 1 16,0 10-5-16,13 5-27 15,18 3 34-15,13-6-53 0,18-12 15 16,10-12 14 0,-2-13-60-16,-7-7-57 0,-18-7-80 15</inkml:trace>
  <inkml:trace contextRef="#ctx0" brushRef="#br0" timeOffset="34983.99">20016 10855 528 0,'0'0'7'16,"0"0"50"-16,0 0-45 0,0 0-8 16,91 42 25-16,-69 4-25 15,2 10 3-15,-5 6 15 16,-5 3-18-16,-5-2 8 16,-9-4-12-16,0-4 1 15,-27-7 4-15,-15-9-5 16,-16-4-15-16,-29-12-47 15,-26-10-178-15</inkml:trace>
  <inkml:trace contextRef="#ctx0" brushRef="#br0" timeOffset="35553.74">18593 10757 375 0,'0'0'133'16,"0"0"-45"-16,0 0-19 16,0 0-46-16,0 0-22 15,0 0 2-15,-116 65-2 16,80-14 7-16,4 11-8 15,15 2 0-15,14 5 8 16,3 0-5-16,28-5-3 16,18-8 2-16,14-12-2 15,13-13-4-15,4-13-36 16,3-16-98-16,-5-4-143 16</inkml:trace>
  <inkml:trace contextRef="#ctx0" brushRef="#br0" timeOffset="37330.12">18623 11551 74 0,'0'0'55'15,"0"0"-27"-15,0 0 8 16,-100-11 28-16,74 5-23 15,3 2 12-15,5-3 18 16,4 4-6-16,5 0-12 0,5 0-53 16,-3 3 5-16,7 0 3 15,0 0-8-15,0 0-7 16,11 0 6-16,19 3 1 16,19 6 11-16,26-2-11 15,20-1 0-15,25-2 14 16,19-1-9-16,14-3-1 15,9 0 2-15,-3 0-5 16,-12 0 2-16,-14-6-3 16,-20 0 0-16,-25 5-3 15,-23 1 3-15,-25 0 0 16,-22 4-28-16,-18 9-134 0,-8-3 24 16,-32 2-33-16</inkml:trace>
  <inkml:trace contextRef="#ctx0" brushRef="#br0" timeOffset="39212.05">19374 11699 226 0,'0'0'43'0,"0"0"50"15,0 0-27-15,0 0-13 16,0 0-18-16,0 0-35 15,-58 2 5-15,42 9-2 16,1 3-1-16,2 2-2 0,2 2 3 16,0 2 0-16,3 7 4 15,1 2-7-15,3 2 0 16,1 2 6-16,3 0-2 16,0-6-4-16,0-3 0 15,3-7 6-15,18-8-12 16,6-5 2-16,3-4 4 15,-2 0 17-15,-4-13-16 16,-6-2 23-16,-8-1 35 16,-5 2-20-16,-5 0 44 15,-2 0-38-15,-23-1-39 0,-12 2-1 16,-2 6-5 0,3 7-6-16,9 0-34 0,14 5-104 15,13 2-75-15</inkml:trace>
  <inkml:trace contextRef="#ctx0" brushRef="#br0" timeOffset="40244.93">20178 10877 11 0,'0'0'243'0,"0"0"-151"15,0 0 42-15,0 0-37 16,0 0-93-16,0 0 24 16,87-30-24-16,-47 30 0 15,-3 0 14-15,-1 3-18 16,-6 11 6-16,-5 5-6 15,-8 8 1-15,-8 5-4 16,-9 4 3-16,-1 4 0 16,-28 2 0-16,-11 3 2 15,-12 1 5-15,-5 3-7 0,1-3 0 16,10-6 7-16,11-5-7 16,11-12 0-16,14-6 0 15,8-7 2-15,2-8-4 16,1-2 0-16,23 0 2 15,10-1 27-15,9-10-26 16,4 1 5-16,-8-3 28 16,-8 5-14-16,-12 0-3 15,-10 5-2-15,-6 3-1 16,-3 0 15-16,0 0-29 16,0 5-16-16,-4 15 16 15,-12 7 0-15,-2 3 3 16,0 8-3-16,1 6 0 15,-1 4-1-15,5 7 2 0,-2 1-1 16,6-2 3-16,3-7 0 16,3-10 2-1,3-6-5-15,0-9 0 0,0-5 7 16,0-4-7-16,0-1 0 16,0-6 4-16,3 0-2 15,-3-2-4-15,0-2-26 16,0-1-57-16,0-1 58 15,0 0-26-15,9-18-224 16</inkml:trace>
  <inkml:trace contextRef="#ctx0" brushRef="#br0" timeOffset="40759.8">20727 10836 505 0,'0'0'65'0,"0"0"-5"15,0 0-45-15,0 0-11 0,0 0-4 16,0 0 4-16,53 103-4 16,-53-63 0-16,0 3 3 15,-8-6 0-15,-5-6-3 16,-1-6 0-16,-2-6 3 16,-1-6-1-16,1-3-2 15,1-3 0-15,0-3 5 16,8-1-4-16,2-3-1 15,4 1 4-15,1-1-3 16,8 0 24-16,26 0-25 16,18 0 0-16,9-12 14 15,3-1-13-15,-1 2 9 0,-4-2-2 16,-5 4-5-16,-6-1 3 16,-8-1-6-16,-13 3 0 15,-11 3 0-15,-10 1 0 16,-6 4-6-16,-7 0-40 15,-26 0-38-15,-21 9-41 16,-15 2-119-16</inkml:trace>
  <inkml:trace contextRef="#ctx0" brushRef="#br0" timeOffset="41893.17">18284 10756 228 0,'0'0'58'0,"0"0"62"16,0 0-65-16,-86-35-16 15,56 35-15-15,3 2-17 16,6 18 14-16,5 8-21 15,4 11 0-15,4 14 11 16,4 7-6-16,4 9 14 16,0-5-18-16,3-8 3 15,15-12 11-15,2-11-15 0,0-12 0 16,-5-8 6 0,-8-4-4-16,-7-1-4 0,0 0 2 15,-14 1 0-15,-19 6 31 16,-12 0-16-16,-4 2-5 15,1-2 7-15,4 1-10 16,12-4 7-16,8 2-14 16,9 1 2-16,7-1-7 15,8 1 5-15,0-5-5 16,14-3 5-16,17-2-15 16,3-5 11-16,3 0 4 15,-8 0 0-15,-6 0 5 16,-7 1-5-16,-4 5-3 15,-1 5 0-15,0 7 4 16,0 4-3-16,-4 7-2 0,-4 3 4 16,-3 6-1-16,0 4 1 15,0 4 0-15,-9 3-1 16,-4-2 4-16,-4-4-4 16,2-5 1-16,2-3 0 15,4-3-1-15,4-6 1 16,4-2 0-16,1-6 1 15,0-1 3-15,0-3-7 16,0-3 3-16,0 2 0 16,0-4-1-16,0 5 1 0,0-1 0 15,9-1 3 1,9-1-1-16,1 1-4 0,4-4 2 16,-3 0 0-16,-1-4 1 15,-2-2-1-15,0 0 0 16,2-2-3-16,3 0 0 15,7 0-6-15,3 0-50 16,5 0-91-16,-5-4 14 16,-3-4-85-16</inkml:trace>
  <inkml:trace contextRef="#ctx0" brushRef="#br0" timeOffset="42020.87">18384 12100 357 0,'0'0'226'0,"0"0"-138"15,0 0-14-15,0 0 15 16,0 0-12-16,0 0-34 15,-17-25-24-15,17 25-19 16,0 0-64-16,0 5-80 0,0 8 21 16,0-8-219-16</inkml:trace>
  <inkml:trace contextRef="#ctx0" brushRef="#br0" timeOffset="45555.62">21815 11456 255 0,'0'0'49'0,"0"0"31"16,0 0-24-16,0 0-21 16,0 0 17-16,0 0-26 15,0 0 20-15,0-6-1 0,0 4-4 16,0 2 29 0,0-1-41-16,0 1-20 0,0 0 1 15,0 0-10-15,0 0-1 16,0 3-3-16,0 11 4 15,4 7-2-15,-1 8 2 16,-3 0 0-16,0 7-7 16,0 0 11-16,-1 1-4 15,-5-3 0-15,-3-4 3 16,3-6-1-16,0-6-2 16,0-3 0-16,1-3 4 15,1-6 0-15,-5 0-4 16,-6-2 0-16,-9-3 5 15,-6-1 4-15,-8 0-9 16,-13-5 0-16,0-12 11 0,-1-2-6 16,11-2 6-16,15 3 10 15,11 1-8-15,14 1 8 16,1 0-21-16,28-3 0 16,27-3-9-16,15-6 8 15,12 0-2-15,-2 3 0 16,-6 0 3-16,-4 2-2 15,-6 0 2-15,-13 6 0 16,-11 2-7-16,-15 6 5 16,-7 9-29-16,-10 0-65 15,-8 5-69-15,0 9-34 16,-8 0-46-16</inkml:trace>
  <inkml:trace contextRef="#ctx0" brushRef="#br0" timeOffset="46378.79">22186 11168 99 0,'0'0'155'0,"0"0"-59"15,0 0 62-15,0 0-96 16,0 0-23-16,0 0 0 0,0-37-30 15,0 37-7 1,10 8-2-16,6 10 0 0,-1 7-2 16,1 7 2-16,-1 2 0 15,-6 0 1-15,-2-3 1 16,-4 0 0-16,-3-6-2 16,0-4 0-16,-7-3 0 15,-14-4 0-15,-2-3 0 16,-6-5 1-16,2 0 1 15,3-1-2-15,4-2 0 16,10-2 0-16,7 0 9 16,3 0-9-16,0 3 0 15,0-1-1-15,6-2 3 16,16 0 8-16,10-1-10 0,5 0 0 16,6-2 4-16,-3-13-3 15,2 0-1-15,0-3 0 16,-9 6 4-16,-11 2-8 15,-8 7-30-15,-14 3-103 16,-8 0-134-16</inkml:trace>
  <inkml:trace contextRef="#ctx0" brushRef="#br0" timeOffset="46921.06">22141 11989 495 0,'0'0'135'0,"0"0"-90"15,0 0 5-15,0 0-34 0,0 0-9 16,0 0 20-16,0 0-27 16,45-56 0-16,-21 36 4 15,1-4-2-15,-1-5 31 16,-6-1-13-16,-3-3-11 15,-12-4 17-15,-3-2-26 16,-7 2 0-16,-14 4 0 16,-5 12 1-16,2 9 2 15,4 12-3-15,0 0-1 16,-1 21-10-16,2 11 11 16,4 11 0-16,6 4-2 15,7 6 5-15,2 0-4 16,0-4 1-16,14-5 0 0,5-11-10 15,2-11 9 1,-6-9-11-16,-2-6 7 0,-4-3-35 16,-1-4-43-16,4-4-46 15,-2-17-227-15</inkml:trace>
  <inkml:trace contextRef="#ctx0" brushRef="#br0" timeOffset="47099.7">22065 11850 364 0,'0'0'104'16,"0"0"-92"-16,0 0-11 0,0 0 10 15,0 0 44-15,93 27-29 16,-49-25-10-16,3-2-13 16,3 0 1-16,1 0 2 15,-8 0-6-15,-8-2-41 16,-8-3-205-16</inkml:trace>
  <inkml:trace contextRef="#ctx0" brushRef="#br0" timeOffset="47473.27">22477 11990 292 0,'0'0'57'15,"0"0"-27"-15,0 0 93 0,0 0-26 16,0 0-41-16,0 0-36 16,92-24-10-16,-79 11 20 15,-6 2-20-15,-1-1 20 16,-6 0 18-16,0 0-30 16,-10 2-2-16,-7 3-16 15,-7 7-2-15,2 0-4 16,-1 4 4-16,-1 12 1 15,7 8 0-15,3 0 1 16,8 6-14-16,6 2 14 16,0 0-5-16,8 0-3 15,17-6 13-15,9-9-5 0,4-8 0 16,4-4 2-16,-1-5 14 16,2 0-16-16,2-11-1 15,-3-8-25-15,-2-6-151 16,-6-4-412-16</inkml:trace>
  <inkml:trace contextRef="#ctx0" brushRef="#br0" timeOffset="48742.06">22216 11180 160 0,'0'0'63'15,"0"0"-4"-15,0 0-41 16,0 0-9-16,0 0 7 16,0 0-15-16,-23-4 9 15,22 4-10-15,-2 0 2 16,1 0 20-16,2 0 8 16,0 0-20-16,-1 0-2 15,-3 0-6-15,-2 3-3 16,-3 10 1-16,1 2-17 15,2-3-81-15,0-2-191 0</inkml:trace>
  <inkml:trace contextRef="#ctx0" brushRef="#br0" timeOffset="48904.81">22082 11240 347 0,'0'0'88'16,"0"0"5"-16,0 0-93 16,0 0-8-16,0 0-72 15,0 0-197-15</inkml:trace>
  <inkml:trace contextRef="#ctx0" brushRef="#br0" timeOffset="55245.69">17714 12864 99 0,'0'0'42'16,"0"0"9"-16,0 0-1 16,0 0 34-16,0 0 12 15,0 0-64-15,0 0 3 16,26 8-16-16,-3-8 1 16,4 0 34-16,2 0-37 15,6 0-5-15,3 0-2 16,4 0-9-16,7 0 5 0,7 3-6 15,9 3 0 1,5 2 3-16,4-3-3 0,-4-1 0 16,-2-1-2-16,-7-3 8 15,-8 0-6-15,-12 0 0 16,-13 0 0-16,-10-1 1 16,-12-3 1-16,-3-1-2 15,-3 2 12-15,0-4-12 16,-18 4-30-16,-15-3-88 15,-6-2-82-15</inkml:trace>
  <inkml:trace contextRef="#ctx0" brushRef="#br0" timeOffset="55467.59">18414 12748 334 0,'0'0'149'0,"0"0"-93"0,0 0-6 16,0 0-35-16,101-15-6 15,-71 15 21-15,0 10-29 16,-3 6-1-16,-3 2 2 16,-7 2 1-16,-7 1-3 15,-4 0 0-15,-6 1 0 16,-4 0-4-16,-21 3 7 16,-14-2-3-16,-11 0 1 15,-5-1-1-15,4-3-69 16,12-7-161-16</inkml:trace>
  <inkml:trace contextRef="#ctx0" brushRef="#br0" timeOffset="56279.58">18571 12501 188 0,'0'0'26'0,"0"0"-12"16,0 0 58-16,0 0-6 15,92 3-35-15,-40-7 25 16,7-7-16-16,11-1-1 16,7 0 8-16,2 2-16 15,-4-1 4-15,-10 3-11 16,-11 5-20-16,-11 1 17 16,-7 2-21-16,-11 0 0 15,-7 0-6-15,-12 0 6 16,-4 3-6-16,-2 1-20 15,0-1-14-15,-5 0 40 0,-14 4-13 16,-6 0 7-16,0 2-23 16,3 2-83-16,1-4-55 15</inkml:trace>
  <inkml:trace contextRef="#ctx0" brushRef="#br0" timeOffset="56545.83">19079 12481 178 0,'0'0'246'15,"0"0"-84"-15,0 0-104 0,0 0 44 16,0 0-77 0,0 0-25-16,-6-9-3 0,6 29 3 15,0 9-1-15,0 7 1 16,0 7 0-16,0 0 5 15,-2 4-5-15,-1-2 0 16,3-3 3-16,0-1-3 16,0-5-6-16,0-4-97 15,0-7-96-15,-8-6-154 16</inkml:trace>
  <inkml:trace contextRef="#ctx0" brushRef="#br0" timeOffset="57510.43">19335 12908 116 0,'0'0'132'0,"0"0"-59"0,0 0 29 16,0 0-7-16,0 0 11 15,0 0-65-15,-13-32 19 16,12 31-41-16,1 1-16 15,0 0-2-15,0 0-1 16,0 0-1-16,0 0-9 16,0 0 10-16,-3 6 0 15,0 6 0-15,-3 3 0 16,-2-1 3-16,1 3-3 16,-4 2 0-16,1-1 0 15,1 3 0-15,0-1 0 16,3 2 0-16,-1-3 1 0,2 1 0 15,3-2-1-15,1 1 0 16,1-2-2-16,0-2 2 16,1-3 0-16,19-2-1 15,7 0 4-15,7-7 4 16,10-3-7-16,2 0 0 16,-1 0 5-16,-5-6-3 15,-8-2-2-15,-6-1 0 16,-5 1 2-16,-6 0-14 15,-8 0-27-15,-5 3-37 16,-2-2-47-16,-2 0-136 16</inkml:trace>
  <inkml:trace contextRef="#ctx0" brushRef="#br0" timeOffset="57851.83">19356 12837 211 0,'0'0'95'0,"0"0"-17"16,0 0 10-16,0 0 5 0,0 0-45 15,0 0-3-15,-21-18-31 16,21 17 1-16,0-1 15 16,14-5-30-16,1 1 28 15,3 0-27-15,4 0-1 16,-1 2 3-16,3 0 1 16,3 0-8-16,1 2-1 15,0 0-64-15,-3 2 26 16,-6 0-97-16,-12 0-67 15</inkml:trace>
  <inkml:trace contextRef="#ctx0" brushRef="#br0" timeOffset="58108.31">19270 12989 199 0,'0'0'121'0,"0"0"-99"15,0 0 6-15,0 0 12 16,0 0 0-16,0 0-22 16,-1 40 32-16,1-35-9 15,11-2 2-15,3-1 6 16,7-1-10-16,-1 0-19 16,6-1-20-16,-2 0 1 15,0 2-5-15,-2-2 4 16,-7 3-72-16,-3-3-141 15,-5 0-80-15</inkml:trace>
  <inkml:trace contextRef="#ctx0" brushRef="#br0" timeOffset="67386.02">11417 14804 182 0,'0'0'129'16,"0"0"-20"-16,0 0-37 16,0 0 10-16,0 0-21 15,0 0 23-15,0 0-26 16,0-34-32-16,-3 30 39 16,2 4-58-16,-1-3 23 15,1 1-13-15,-1 2-14 16,-1 0 13-16,3 0-16 15,0 0 0-15,0 0-1 16,0 0 1-16,0 0-1 16,0 3 0-16,-2 6-6 0,2 6-4 15,-1 8 11 1,-2 7 0-16,3 6-4 0,-4 0 4 16,4 1-4-16,0-3-8 15,-1-6-6-15,1-6 13 16,0-5-21-16,0-5-11 15,0-6 21-15,0 0-48 16,0-6-35-16,0 0-74 16</inkml:trace>
  <inkml:trace contextRef="#ctx0" brushRef="#br0" timeOffset="67587.85">11388 14567 613 0,'0'0'43'15,"0"0"55"-15,0 0-58 16,0 0-40-16,0 0 0 16,0 0-88-16,0 17 19 15,0 17-13-15,0-5-204 16</inkml:trace>
  <inkml:trace contextRef="#ctx0" brushRef="#br0" timeOffset="67867.71">11682 14596 540 0,'0'0'243'16,"0"0"-229"-16,0 0-19 16,60 92 5-16,-39-23 0 15,-6 7 0-15,-2 7 4 16,-5-8 2-16,-7-4-6 16,-1-15-21-16,-1-8 17 15,-17-13-40-15,-8-6 6 16,-3-7 14-16,2-8-48 0,-3-11-117 15</inkml:trace>
  <inkml:trace contextRef="#ctx0" brushRef="#br0" timeOffset="68201.83">10905 14740 92 0,'0'0'437'0,"0"0"-380"16,0 0-51-16,-24 82-5 15,16-34 13-15,4 4 25 16,2 8-37-16,2 5 1 16,0 0 2-16,6-1-4 15,10-4 6-15,5-8-7 16,4-11 0-16,6-13-9 16,16-13-81-16,15-15-88 15,19 0-158-15</inkml:trace>
  <inkml:trace contextRef="#ctx0" brushRef="#br0" timeOffset="69165.66">11923 14514 307 0,'0'0'64'15,"0"0"6"-15,0 0-29 16,0 0-40-16,0 0-1 16,0 0 16-16,72-21 7 15,-31 14 42-15,4 0-9 16,4-2-20-16,3 2 54 16,3-1-62-16,-1 1-16 15,1 5 1-15,-3 0-10 16,-4 2-4-16,-2 0 1 15,-5 0-3-15,-8 0-10 16,-10 0-41-16,-10 8-27 16,-13 4-20-16,-2 0-70 15,-25 1 21-15</inkml:trace>
  <inkml:trace contextRef="#ctx0" brushRef="#br0" timeOffset="69357.82">12213 14598 368 0,'0'0'185'16,"0"0"-142"-16,0 0-43 15,0 0 5-15,-1 78-3 16,1-34 44-16,3 9-46 16,4 3 0-16,1 2 8 15,-1-3-5-15,-1-2 2 0,2-1-5 16,-1-12-50-16,-1-15-189 15</inkml:trace>
  <inkml:trace contextRef="#ctx0" brushRef="#br0" timeOffset="70081.15">12640 14998 70 0,'0'0'461'0,"0"0"-348"15,0 0-68-15,0 0-12 16,0 0 8-16,0 0-10 16,0-51-28-16,-2 43 38 15,-6 2-34-15,-6 1-5 16,-4 2-2-16,-4 3 4 16,-7 0-16-16,0 4 12 15,-1 12 0-15,6 8-4 16,6 0 4-16,11 5-5 15,7 3 1-15,0 2-17 16,7-1-16-16,14-4-25 16,4-9 26-16,4-6 28 15,-3-2-3-15,-3-4 11 0,1-2 0 16,-2 3 6-16,-1-2-7 16,-1 0 1-16,-7 4 0 15,-7-5-11-15,-3-1 10 16,-3-2-1-16,0 1-2 15,-14 2 8-15,-11 0 10 16,-8-1-10-16,-7-2 6 16,0 0 35-16,-4 0-10 15,3 0 7-15,3 4-37 16,8 0-5-16,8 3-3 16,12-6-146-16,8-4-213 15</inkml:trace>
  <inkml:trace contextRef="#ctx0" brushRef="#br0" timeOffset="70715.75">12867 14836 295 0,'0'0'142'0,"0"0"-17"16,0 0-24-16,0 0-75 15,0 0-23-15,0 0-6 16,-8-4 6-16,29 4 7 16,7 0 0-16,8 0-10 15,3-5 20-15,3 2-20 0,-5 0 0 16,-4 1-5-16,-6 2 3 16,-8 0-37-16,-3 0-45 15,-9 2-88-15,-7 7-27 16</inkml:trace>
  <inkml:trace contextRef="#ctx0" brushRef="#br0" timeOffset="70917.85">12838 15047 427 0,'0'0'92'0,"0"0"-70"0,0 0-22 16,0 0 40-16,0 0 9 15,105 4-31-15,-74-4 11 16,5 0-29-16,1 0 2 16,5 0-8-16,-3 3 0 15,-8-3-107-15,-13 0-237 16</inkml:trace>
  <inkml:trace contextRef="#ctx0" brushRef="#br0" timeOffset="72928.42">13633 14604 305 0,'0'0'66'16,"0"0"-40"-16,0 0-1 16,0 0 15-16,0 0-8 15,0 0-31-15,-8-3 2 16,-2 14 24-16,-1 3-18 16,-1 5 20-16,-2 10-10 0,-1 5-7 15,0 12 9 1,-1 2-21-16,5 3 0 0,4-2 12 15,5-1-10 1,2 2-2-16,3-2 0 0,14-6 2 16,7-6 3-16,3-7-5 15,4-12 0-15,2-10 5 16,1-7 2-16,-1 0-5 16,-3-17 11-16,-3-5 5 15,-8-3 80-15,-6-2-38 16,-6 2-29-16,-7 2 21 15,0 0-43-15,-11 0 9 16,-17 2-18-16,-10 4 9 16,-6 6-25-16,2 8 16 15,3 3-41-15,7 5-35 0,9 13-96 16,14-4-135-16</inkml:trace>
  <inkml:trace contextRef="#ctx0" brushRef="#br0" timeOffset="73744.73">13875 14607 285 0,'0'0'107'15,"0"0"-26"-15,0 0-55 16,0 0 11-16,0 0 16 16,0 0-17-16,40-18-1 0,-15 13-2 15,4 3-5 1,4-4 9-16,4 2-18 0,5-1-15 15,5-1 13-15,0 2-17 16,4-2 0-16,-5 3 3 16,-9 0 0-16,-6 1-5 15,-10 2 2-15,-10 0 0 16,-7 0-13-16,-4 3 13 16,0 14 0-16,-4 11-5 15,-14 6 10-15,0 5-5 16,-2 8 0-16,4 0 0 15,0 6 3-15,4-2-3 16,1-5 0-16,6 2-1 16,5-3 4-16,0-2-4 15,0-9 1-15,0-9 0 0,0-11-1 16,0-7 1-16,0-6 0 16,2-1 8-16,-2 0-6 15,0 0 13-15,5 0-15 16,-1-4-3-16,2-11-114 15,-6-5-261-15</inkml:trace>
  <inkml:trace contextRef="#ctx0" brushRef="#br0" timeOffset="73993.87">14034 14945 664 0,'0'0'125'0,"0"0"-64"0,0 0-59 16,0 0 2-16,0 0 5 16,0 0-9-16,44-12 1 15,8 2 16-15,17-4-12 16,7 1-5-16,0-1 3 16,0 4 4-16,-6 4-14 15,-7 4 5-15,-10 2-74 16,-17 0-21-16,-15 2-33 15,-21 7-99-15,-2-4-128 16</inkml:trace>
  <inkml:trace contextRef="#ctx0" brushRef="#br0" timeOffset="94940.63">15398 15123 150 0,'0'0'83'16,"0"0"-73"-16,0 0 29 15,0 0-21-15,0 0 3 16,0 0 9-16,0 0 13 16,0 0 24-16,0-16-6 15,0 15-14-15,0-1 15 16,0-1-31-16,0 0 11 16,0 2 8-16,0 1-16 15,0 0 6-15,0 0-40 0,0 0 1 16,0 0 1-16,0 0-2 15,0 0-2-15,0 0-2 16,0 10 1-16,-8 18-5 16,-5 14 8-16,-8 13 0 15,-1 7-6-15,-10 2-50 16,-5-5-79-16,-3-9-189 16</inkml:trace>
  <inkml:trace contextRef="#ctx0" brushRef="#br0" timeOffset="97124.99">16009 15150 377 0,'0'0'136'0,"0"0"-53"16,0 0-7-16,0 0-33 15,0 0 7-15,0 0-15 16,12-13-32-16,-7 8 28 16,4-3-22-16,-3 0-2 15,1-1 27-15,1 2-27 0,2-3 4 16,1-1-11-1,5-3 8-15,0-4-1 0,4-2-7 16,2-3 0-16,-2-2 1 16,-3 2 1-16,0 0-2 15,-5-2 0-15,-2 3 1 16,-4 2 0-16,-1 3-1 16,-4 2 0-16,-1 3 10 15,0 4-6-15,0 2 3 16,0 2-7-16,0 4 5 15,0 0-12-15,0 0 7 16,0 0-5-16,0 0-6 0,0 11 7 16,0 13 3-1,0 7 1-15,0 4-1 0,0-1-18 16,3-1 3-16,7-7 0 16,3-4 7-16,3-5-24 15,0-6 4-15,1-8 10 16,3 0 19-16,-4-3-9 15,-2 0 9-15,-4 0 0 16,0-10 8-16,-4 0-6 16,-1-2 13-16,-3 2 22 15,-2 1-2-15,2 1 30 16,-2 3-57-16,1 3 2 16,-1 1-1-16,0 1-9 15,2 0-2-15,-1 0-9 0,4 0 11 16,-1 0-17-16,1 0 17 15,-4 0 0-15,1 0-3 16,-2 0 9-16,0 0-6 16,0 0 0-16,0 0 0 15,0 0 17-15,0 0-12 16,4-8 5-16,0-5 1 16,2-3-8-16,1-1 1 15,-4 0-4-15,1 3 0 16,-1 0 6-16,-3-2-6 15,2-1 0-15,0 1 0 16,-2-4 7-16,0 3-9 16,0 2 2-16,0 2 0 0,0 5 0 15,0 0 0-15,0 4 0 16,0 1-2-16,0 2 7 16,0 0-10-16,0 1 5 15,0 0 0-15,0 0-6 16,0 0 6-16,0 0 0 15,0 0-2-15,0 0 7 16,0 0-10-16,0 8 0 16,0 8 5-16,0 8-14 15,6 6 14-15,-2 6 0 16,1-2 1-16,-2-1 1 16,-1-1-4-16,-1-8-4 15,1-2-31-15,-2-10 36 0,1-1-64 16,-1-5 2-16,2-6-45 15,2 0-55-15,2-23-53 16</inkml:trace>
  <inkml:trace contextRef="#ctx0" brushRef="#br0" timeOffset="97337.58">16539 14536 594 0,'0'0'44'0,"0"0"-12"0,0 0-18 16,0 0-14-1,0 0-3-15,0 0 2 0,2 9 1 16,-2 7 1-16,0 4-1 16,0 0-47-16,-11-3-99 15,-10-7-239-15</inkml:trace>
  <inkml:trace contextRef="#ctx0" brushRef="#br0" timeOffset="97542.25">16152 14561 708 0,'0'0'85'0,"0"0"-84"0,0 0 23 15,0 0-5-15,0 0 12 16,0 0-2-16,2 0-29 16,2 9-22-16,3 14-32 15,1 2-56-15,3-5-65 16</inkml:trace>
  <inkml:trace contextRef="#ctx0" brushRef="#br0" timeOffset="97821.79">16759 14500 552 0,'0'0'189'0,"0"0"-92"16,0 0-72-16,0 0-25 15,0 0-15-15,0 0 15 16,32 91-5-16,-28-20 5 15,-1 10 0-15,-3 3 9 16,0 0-6-16,0-16-5 16,-14-7 2-16,-4-15-29 15,0-9 24-15,-7-7-39 16,-7-6-10-16,-10-2 14 16,-17-9-214-16</inkml:trace>
  <inkml:trace contextRef="#ctx0" brushRef="#br0" timeOffset="98303.66">15811 14679 432 0,'0'0'100'0,"0"0"-17"16,0 0-62-16,0 0 7 16,0 0-4-16,0 0 2 15,-62 98 43-15,52-49-64 16,6 9 17-16,4 8-3 0,0 6-17 15,12 6 3-15,9-1-5 16,1-7 0-16,0-12-9 16,5-13-7-16,5-12-49 15,6-5 13-15,9-10 11 16,8-13-160-16</inkml:trace>
  <inkml:trace contextRef="#ctx0" brushRef="#br0" timeOffset="99237.02">17155 14495 231 0,'0'0'30'0,"0"0"-15"16,0 0 14-16,0 0 19 15,0 0 16-15,0 0-14 16,-54-5-16-16,54 5 25 15,0 0-22-15,0 0 10 16,0 0-3-16,15 0-14 16,18 0 27-16,16 0-53 0,11-1-4 15,0-2 13-15,2 2-13 16,-7 1 1-16,-7 0-1 16,-6 0 3-16,-14 0-19 15,-12 0-8-15,-12 5-40 16,-4 7-35-16,-27 0-22 15,-13 0-154-15</inkml:trace>
  <inkml:trace contextRef="#ctx0" brushRef="#br0" timeOffset="99439.84">17240 14609 500 0,'0'0'146'0,"0"0"-133"0,0 0-10 15,0 0 15-15,0 114 1 16,0-54 42-16,0 9-50 16,0 1-7-16,-3 2 5 15,0-1-7-15,0-4-4 16,2-12-73-16,1-16-126 16,0-17-295-16</inkml:trace>
  <inkml:trace contextRef="#ctx0" brushRef="#br0" timeOffset="100035.55">17482 15183 496 0,'0'0'155'0,"0"0"-98"15,0 0-44 1,0 0-4-16,0 0-9 0,0 0 4 15,7-25 0-15,3 11-1 16,-3-1-3-16,-5-2 5 16,-2 3 83-16,0 0-31 15,-1 5-36-15,-10 2-21 16,-3 4 15-16,1 3-15 16,3 0-3-16,-2 11 3 15,5 8-11-15,5 4-8 16,2 3-2-16,0 0 19 15,17 3-19-15,4-2 15 16,2-3-8-16,3-2 5 16,-2-3-10-16,0 1-3 0,-2-4-13 15,-1-2 35 1,-11-3-16-16,-7-1 16 0,-3-1-13 16,-3 0 12-16,-13 2 2 15,-8-2-1-15,-6 0 0 16,0-1 0-16,-3-1 8 15,4-4-2-15,0 3-6 16,2-2 1-16,5 0 2 16,9-1-6-16,7-2-61 15,6-1-244-15</inkml:trace>
  <inkml:trace contextRef="#ctx0" brushRef="#br0" timeOffset="100277.87">17889 14987 187 0,'0'0'349'0,"0"0"-226"15,0 0-97-15,0 0-24 16,0 0 1-16,0 0 1 15,13-20-4-15,14 20 1 16,4 0 4-16,4 6-3 0,-1 0-2 16,-1 2-82-1,-3-4-155-15</inkml:trace>
  <inkml:trace contextRef="#ctx0" brushRef="#br0" timeOffset="100468.49">17788 15158 106 0,'0'0'576'15,"0"0"-524"-15,0 0-50 16,0 0-4-16,0 0-2 16,114 8-2-16,-56-8-44 0,7 0-59 15,6 0-143 1</inkml:trace>
  <inkml:trace contextRef="#ctx0" brushRef="#br0" timeOffset="101384.13">18714 14645 577 0,'0'0'118'16,"0"0"-30"-16,0 0-15 16,0 0-36-16,0 0-5 15,0 0-32-15,-33-27 11 16,14 54-16-16,-8 19 5 16,-8 14 0-16,1 13 1 15,1 0 0-15,2-3 1 0,7-3-2 16,6-6-18-16,9-6 17 15,9-13-80-15,0-13-13 16,27-12 27-16,15-12 23 16,9-5 17-16,5-5-7 15,-1-17 31-15,-10-1 3 16,-9-5 23-16,-12 0 34 16,-8-1 39-16,-7 3-10 15,-7 2-26-15,-2 3-55 16,-2 9 2-16,-16-1-8 15,-6 5 1-15,-4 2-6 16,-2 2 4-16,3 4-30 0,7 0 8 16,7 0-47-1,9 0-18-15,4 0 57 0,0-1-3 16,5-1 27-16,21-1-41 16,9-1 5-16,7 2 32 15,5-3 6-15,8 0 6 16,2-1 6-16,3 1 2 15,-6-3 17-15,-12 0 58 16,-12 4-20-16,-16-1 25 16,-8 5-19-16,-4 0-37 15,-2 0-23-15,0 9-9 16,0 12-3-16,-10 6-1 16,-5 2 8-16,-1 3-9 0,4 0-14 15,3-3-80 1,8-6 30-16,1-7-20 0,11-11-30 15,18-5 67 1,5 0 32-16,2-18 20 0,-3-5 0 16,-5-4 70-16,-7 2 58 15,-6-1-43-15,-7 0 46 16,-3 0-65-16,-5 0-12 16,0 0 7-16,-10-2-45 15,-11 3-14-15,-6 6 13 16,-6 8-15-16,-5 10-7 15,2 1-5-15,3 18-87 0,11 3-122 16,14-4-202 0</inkml:trace>
  <inkml:trace contextRef="#ctx0" brushRef="#br0" timeOffset="101569.44">19364 14918 549 0,'0'0'137'15,"0"0"5"-15,0 0-73 16,0 0-69-16,0 0-80 16,0 0-64-16,-10 32-192 15</inkml:trace>
  <inkml:trace contextRef="#ctx0" brushRef="#br0" timeOffset="-23725.42">7328 15374 159 0,'0'0'46'16,"0"0"-37"-16,0 0 8 0,0 0 3 15,0 0 17 1,0 0 1-16,0 0 45 0,-16-36-18 16,9 30 8-16,-1-1 8 15,5 7-56-15,0-2-25 16,0 2 0-16,0-1 0 16,0 1 7-16,-1-2-4 15,-2 1-3-15,-3-2 0 16,-3 2 0-16,3-3 4 15,3 1-4-15,1 0 52 16,3 1-19-16,0-1 0 16,-1 1-33-16,2 0 3 15,-2 1 23-15,1 1-22 0,2 0-2 16,0 0-2 0,0 0 5-16,0-1-8 0,0 1 3 15,0 0 0-15,0-3-5 16,0 3 5-16,0 0-6 15,11 0 3-15,14 11 3 16,10 2 3-16,12-1-3 16,16 2 0-16,14 0 0 15,17 0 5-15,15 0-5 16,12-5 0-16,11-4 3 16,3-4-1-16,1-1-2 15,-2 0 0-15,-6 0 0 16,-13 2 5-16,-15 2-6 15,-17 0 1-15,-18 3 0 0,-16 0 0 16,-15 0 0-16,-13 0 0 16,-12-2-5-16,-3-2 5 15,-5-3-1-15,1 1 0 16,-2 1 1-16,0 1 0 16,0-2 0-16,0 1 0 15,0-2-5-15,0 0 12 16,0 0-7-16,0 0 0 15,0 0-1-15,0 0-10 16,0 0 1-16,0 0-77 16,-3 0-6-16,-3 0-216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27:46.584"/>
    </inkml:context>
    <inkml:brush xml:id="br0">
      <inkml:brushProperty name="width" value="0.05292" units="cm"/>
      <inkml:brushProperty name="height" value="0.05292" units="cm"/>
      <inkml:brushProperty name="color" value="#FF0000"/>
    </inkml:brush>
  </inkml:definitions>
  <inkml:trace contextRef="#ctx0" brushRef="#br0">7491 6703 37 0,'0'0'64'0,"0"0"-12"16,0 0-2-16,0 0 14 15,0 0-1-15,0 0-21 16,0 0 40-16,0-12-51 15,0 11 8-15,0-1-16 16,0 1 7-16,0 0-10 16,0-1-3-16,0 2-17 15,-2-2 23-15,1 2-22 16,1 0 0-16,-1 0 15 16,1 0-6-16,0 0 12 15,0 0 2-15,0 0-10 0,-2 0 16 16,2 0-25-16,-3 0 6 15,3 0 14-15,0 0-2 16,0 0 9-16,0 0-12 16,0 0-18-16,0 0 9 15,0 0-11-15,0 0-4 16,0 0 3-16,-3 0-10 16,3 8-60-16,-3 9 31 15,-7 6-68-15,-4 1-34 16,-5-12-185-16</inkml:trace>
  <inkml:trace contextRef="#ctx0" brushRef="#br0" timeOffset="1021.53">11311 6754 155 0,'0'0'78'0,"0"0"13"0,0 0 1 16,0 0-17-16,0 0-22 16,0 0-3-16,-14 0 13 15,12 0-23-15,-1 0 11 16,1-2-18-16,-1 2-6 15,2 0 2-15,1 0-23 16,0 0 3-16,-2 0-8 16,2 0 5-16,0 0 19 15,0 0-23-15,0 0 3 16,0-2 13-16,0 2-17 16,0 0-1-16,-1 0-5 15,1 0-31-15,-2 2-46 16,-2 13-18-16,-1 4 40 0,0-2-84 15,3-6-87-15</inkml:trace>
  <inkml:trace contextRef="#ctx0" brushRef="#br0" timeOffset="2161.58">15156 6730 161 0,'0'0'171'0,"0"0"-82"15,0 0-18-15,0 0 40 16,0 0-76-16,0 0 19 16,0 0-8-16,0-1-42 15,0 1 9-15,0 0-13 16,0 0-2-16,0 0-4 15,0 0 3-15,0 0-1 16,0 0 1-16,0 0 3 16,0 0 4-16,0 0-4 15,0 0 0-15,0 0 17 16,0 0-7-16,0 0 6 0,0 0-6 16,0 0-8-1,0 0 23-15,0 0-25 16,0 0 0-16,0 0-3 0,0 0-4 15,0 1-68-15,-1 14-154 16,-13-3 14-16</inkml:trace>
  <inkml:trace contextRef="#ctx0" brushRef="#br0" timeOffset="5687.34">18626 6902 218 0,'0'0'29'0,"0"0"-2"15,0 0 20-15,0 0-16 16,0 0 11-16,0 0 7 16,0 0-20-16,6-17 0 15,-6 15-5-15,0 1 13 16,0-3 11-16,0 4-48 16,0 0 0-16,0 0 8 15,0 0-6-15,0 0 6 16,1 0-8-16,-1 0 0 15,0 0 3-15,0 0-3 0,0 0 0 16,0 0-1 0,0 0 0-16,0 0-55 0,0 4-101 15</inkml:trace>
  <inkml:trace contextRef="#ctx0" brushRef="#br0" timeOffset="8521.43">20529 5207 242 0,'0'0'104'0,"0"0"-4"16,0 0-17-16,0 0-16 15,13-91 0-15,-8 71-31 16,1 3 7-16,-3 5-20 15,0 3-15-15,-2 4 7 16,0 3-15-16,-1 2 0 16,0 0-3-16,4 8-13 15,-1 20 16-15,-2 13-2 0,-1 10 6 16,0 8-6-16,-10 3 2 16,-4 1 0-16,5-3 0 15,8-13 2-15,1-8-2 16,0-14 0-16,12-11 4 15,4-11-2-15,9-3 2 16,16-23 0-16,19-16 6 16,12-12-10-16,3-5 0 15,-11-1-2-15,-12 6 5 16,-13 0-3-16,-12 5 0 16,-13 5 0-16,-6 9-4 0,-6 12 4 15,-2 9-9 1,0 11-75-16,-10 0-47 0,-12 11-145 15,-6 12 100-15</inkml:trace>
  <inkml:trace contextRef="#ctx0" brushRef="#br0" timeOffset="9138.55">21257 5310 249 0,'0'0'58'16,"0"0"72"-16,0 0-42 15,0 0-14-15,0 0-4 16,-15-73-46-16,9 69-15 16,-3 4-9-16,-7 0-7 15,-10 17 2-15,-6 10 5 0,-6 9-3 16,-1 4 3-16,6 6-1 15,7 0 0-15,11 0 2 16,15-7-2 0,3-7 1-16,35-12 0 0,19-11 11 15,13-9-7-15,11-9-1 16,3-19 1-16,-5-8-4 16,-14 0-7-16,-20 4 6 15,-27 3 2-15,-18 0 13 16,-5-2-14-16,-29 2 11 15,-11 7-11-15,0 6-3 16,13 10 2-16,11 6-4 0,12 0-5 16,2 11 5-16,2 17-6 15,2 8 11-15,3 7-1 16,0 1 4-16,8 2-6 16,18-7 2-16,10-4-20 15,6-9-4-15,1-10-25 16,-1-11-73-16,-5-5-147 15</inkml:trace>
  <inkml:trace contextRef="#ctx0" brushRef="#br0" timeOffset="9519.74">21715 5316 608 0,'0'0'54'15,"0"0"57"-15,0 0-33 16,0 0-78-16,0 0-12 16,0 0 12-16,23 67 1 15,-18-17-1-15,-1-2 0 16,3-9 0-16,-3-12 2 15,-1-9 1-15,0-9-3 0,-2-9 0 16,-1 0 3 0,0 0 3-16,-4080 0-4 0,8160-9 30 15,-4077-14-21-15,3-6-7 16,3-6-4-16,9-2-33 16,9 0 17-16,6 6-37 15,7 8-12-15,5 8-27 16,1 7-56-16,-2 1-81 15</inkml:trace>
  <inkml:trace contextRef="#ctx0" brushRef="#br0" timeOffset="9724.64">22143 5329 398 0,'0'0'218'15,"0"0"-93"-15,0 0-83 0,0 0-42 16,0 0-8-16,0 0-10 16,-6 66 16-16,1-28 4 15,-1 1-6-15,6 0-1 16,0 0-54-16,0-8-56 16,11-14-125-16</inkml:trace>
  <inkml:trace contextRef="#ctx0" brushRef="#br0" timeOffset="9910.06">22028 5020 536 0,'0'0'6'16,"0"0"-6"-16,0 0-14 15,51 84-23-15,-39-42-114 16,4-4-53-16</inkml:trace>
  <inkml:trace contextRef="#ctx0" brushRef="#br0" timeOffset="10419.47">22516 5387 540 0,'0'0'115'0,"0"0"-15"16,0 0-72-16,17-82 3 15,-17 68-5-15,-15 4-26 16,-15 6-11-16,-12 4 6 15,-12 6-6-15,-1 19 9 0,6 11-15 16,14 5-24 0,11 3-3-16,17 3 8 0,7-2 6 15,12-4 17-15,25-8-18 16,12-13 28-16,5-18 0 16,-3-2 3-16,-5-26 10 15,-9-6-7-15,-4 1 37 16,-9-3 13-16,-11 2-2 15,-9 1-3-15,-4 0-44 16,-8 6 2-16,-9 6-12 16,4 9 4-16,7 6 0 15,1 4-2-15,1 0-84 16,1 16 66-16,-5 11 15 16,4 8 7-16,3 7 0 0,1 4 0 15,5-4-4-15,24-4-11 16,11-9-14-1,4-10-7-15,1-15-91 0,-2-4-113 16</inkml:trace>
  <inkml:trace contextRef="#ctx0" brushRef="#br0" timeOffset="11184.42">22775 5389 527 0,'0'0'80'0,"0"0"2"16,0 0-17-16,0 0-28 16,0 0-37-16,0 0-7 15,14-11-6-15,-14 35 13 16,0 7-6-16,0 3 6 15,-11 2 0-15,2-2 4 16,-1-3 0-16,8-6-4 16,1-6 0-16,1-8 4 15,0-5-6-15,0-6 2 16,0 0 0-16,0 0 0 16,0-19 6-16,16-10-6 0,1-7 0 15,0 0 3 1,-1 3-3-16,-5 10 0 0,0 6 0 15,-4 7-5-15,2 9 5 16,-1 1-4-16,-2 0-6 16,0 14 5-16,-3 5-8 15,-2 4 13-15,-1 0-5 16,2 3 3-16,2-2 4 16,0-2-4-16,6-7 1 15,3-6-11-15,8-7 3 16,6-2 9-16,7-16 0 15,5-11-1-15,4-2 2 0,-3-2-1 16,-1 2 0 0,-3 3 1-16,-5 6-1 0,-7 7 0 15,-4 8 0-15,-3 3-2 16,-6 2 1-16,-4 0 1 16,-2 0-1-16,-5 0-6 15,4 2-2-15,-4 4 5 16,0 3-5-16,0-1 4 15,-6-1 6-15,-6 2-2 16,-5-1 1-16,0 1 0 16,-1-1-4-16,3 1 4 15,3 1 0-15,2 0-2 16,-2 4 4-16,2 1-2 16,0 4 0-16,1 5 0 15,4 5-5-15,5 5 5 16,0 2 0-16,19-6 2 15,15-6 1-15,12-7 1 0,14-11-4 16,10-6 4-16,8 0-8 16,-1-12 4-16,-8-11-108 15</inkml:trace>
  <inkml:trace contextRef="#ctx0" brushRef="#br0" timeOffset="11550.85">23605 5588 532 0,'0'0'53'16,"0"0"-46"-16,0 0 0 15,0 0 0-15,0 0 3 16,100-10-10-16,-65 6 0 16,-4-3 8-16,2-3-7 15,0-2-1-15,-2-5 7 16,-2 2-5-16,-8 0 0 15,-9-1-2-15,-12-5 0 16,-10-2 12-16,-27-3-12 16,-9 6 0-16,-3 8-4 15,1 10 5-15,1 2-2 16,3 14-5-16,1 14 6 16,12 5-6-16,10 6 6 15,19 0 0-15,6 1 0 16,37-2 0-16,15-6 6 0,12-10 0 15,2-5 10-15,3-7 8 16,2-9-24-16,-7-1 0 16,-6-12-110-16</inkml:trace>
  <inkml:trace contextRef="#ctx0" brushRef="#br0" timeOffset="11717.69">23862 5584 525 0,'0'0'35'0,"0"0"-32"0,0 0 40 15,0 0-40-15,0 0 3 16,0 0-12-16,80 16-211 16</inkml:trace>
  <inkml:trace contextRef="#ctx0" brushRef="#br0" timeOffset="28767.41">6899 3451 231 0,'0'0'73'0,"0"0"37"0,0 0-21 16,0 0 7-16,0 0-46 16,0 0 40-16,0 0-46 15,0 0 8-15,3-56-19 16,-3 50-8-16,1 1-25 16,1 1 19-16,-1-2-19 15,-1-1 1-15,5-5 4 16,1-2-5-16,9-8 0 15,0-5-2-15,7-2 2 16,2-5-8-16,-6-4-6 16,-1-2 9-16,-7 2 2 0,-6-1 6 15,-4 4-8-15,0 5 4 16,-4 1 1-16,-8 5 1 16,1 9-1-16,2 3 0 15,3 5-1-15,3 6-3 16,2 1-4-16,-5 0-49 15,-3 10 16-15,-5 19 35 16,-3 12 7-16,2 8-1 16,0 10 0-16,4 3 3 15,8 1-6-15,3 2 3 16,0 3 0-16,18-1-5 16,8-6 5-16,1-11-56 15,5-17 41-15,1-16-52 16,3-17-111-16,-2-20-215 0</inkml:trace>
  <inkml:trace contextRef="#ctx0" brushRef="#br0" timeOffset="28975.34">6659 3296 370 0,'0'0'96'0,"0"0"-70"15,109-24 10-15,-54 10 6 0,9 0-19 16,9 1-23-16,0-1-14 16,-6 2-223-16</inkml:trace>
  <inkml:trace contextRef="#ctx0" brushRef="#br0" timeOffset="29351.36">7242 3577 270 0,'0'0'74'0,"0"0"-22"16,85-57-40-16,-53 30 21 15,-3 2-16-15,-5-1-15 16,-9 3 8-16,-9 3-8 16,-6 5 26-16,0 3 40 15,-17 7-68-15,-8 5-1 16,-2 0 1-16,2 0 2 15,4 11-2-15,6 6-3 16,6 5 0-16,9 6-5 16,0 7 8-16,12 5 0 0,19 2 10 15,15-8-10-15,13-12 1 16,6-14-1-16,10-8-32 16,2-17-115-16</inkml:trace>
  <inkml:trace contextRef="#ctx0" brushRef="#br0" timeOffset="29550.24">7716 3224 366 0,'0'0'50'16,"0"0"-19"-16,0 0 48 15,112 0-37-15,-64 0-42 0,7-5 0 16,6-4-12-16,-3-5-294 16</inkml:trace>
  <inkml:trace contextRef="#ctx0" brushRef="#br0" timeOffset="29734.56">7704 3331 270 0,'0'0'83'15,"0"0"-21"-15,96 0-16 0,-45 0-40 16,7 0 3-16,9-3-9 16,4-11-33-16,-1-4-210 15</inkml:trace>
  <inkml:trace contextRef="#ctx0" brushRef="#br0" timeOffset="30232.61">8795 2975 534 0,'0'0'105'16,"0"0"19"-16,0 0-73 15,0 0-21-15,0 0-1 16,0 0-29-16,-38-51-7 16,18 69-3-16,-3 13 10 15,-4 10-4-15,0 7 4 16,5 3-13-16,7-1-14 15,8-6-28-15,7-10 15 0,1-15 20 16,20-11 17 0,7-8 3-16,8-5 6 0,6-21-2 15,-2-6 16 1,-4-2-11-16,-8 2 0 0,-12 2 20 16,-5 0 2-16,-11 3 44 15,0 5-44-15,0 7-15 16,0 9 10-16,0 6-26 15,0 0-37-15,0 14-49 16,6 13 65-16,13 10 3 16,6 4 17-16,3-1-37 15,9-8 22-15,-1-6-9 16,6-13 11-16,4-10-34 16,3-3-92-16,3-21-218 15</inkml:trace>
  <inkml:trace contextRef="#ctx0" brushRef="#br0" timeOffset="30438.55">9264 2895 718 0,'0'0'100'16,"0"0"-41"-16,0 0-59 15,0 0-18-15,0 0 5 16,0 0 13-16,51 82 1 15,-12-36-1-15,0-2 0 16,-5-4-8-16,-4-9-2 16,-9-9-93-16,-5-7 18 15,-4-12-115-15</inkml:trace>
  <inkml:trace contextRef="#ctx0" brushRef="#br0" timeOffset="30916.29">9121 3060 217 0,'0'0'394'16,"0"0"-377"-16,0 0-10 15,94-21 89-15,-28 12-34 16,14-1-30-16,13-1 6 16,1-3-33-16,-2-3 0 15,-8-2 8-15,-17-2-8 16,-16-3 15-16,-24 7-1 15,-14 3 4-15,-7 4 20 0,-6 5-35 16,0 1-7-16,0 2-2 16,0 2 0-16,0 0 0 15,0 2-28-15,0 18 1 16,0 5 12-16,0 7 4 16,0-5-11-16,11-3 17 15,9-7-17-15,6-12 17 16,0-5-2-16,0-2 8 15,-3-18 14-15,-4-7-14 16,-2 1 13-16,-6-4 10 16,-5 2 12-16,-4 6 1 15,-2 9-21-15,0 6-6 0,0 7-7 16,0 0-2-16,3 8-18 16,4 20 1-16,2 11 17 15,1 11-4-15,-1 1-28 16,3-2-27-16,-3-7-6 15,3-10-68-15,-2-11-3 16,7-18-60-16</inkml:trace>
  <inkml:trace contextRef="#ctx0" brushRef="#br0" timeOffset="31414.38">10280 2959 625 0,'0'0'225'16,"0"0"-114"-16,0 0-59 15,0 0-52-15,0 0-5 0,0 0-7 16,9 11 12-16,11 22 0 16,2-1 0-16,0 0-6 15,-4-12 2-15,-3-7-15 16,-10-7 2-16,-1-5-17 16,-2-1 7-16,1-1 15 15,1-18 7-15,1-6-70 16,-2 1 71-16,-1 6 3 15,-2 7 1-15,0 7 0 16,3 4-11-16,0 0 10 16,3 0-15-16,-1 7 16 15,4 6 1-15,1 4-1 0,-2 1 0 16,-2-1-1-16,0-5 5 16,-5-7-5-16,3-3 1 15,-4-2 0-15,2 0 12 16,1 0-11-16,6-12 58 15,3-13-52-15,6-6 1 16,1 0-6-16,-1 6-2 16,0 6 0-16,-4 8-5 15,0 6 5-15,-2 5-1 16,3 0-4-16,3 8 4 16,1 14-9-16,2 5 4 15,-4 4-12-15,1 0-11 16,-3-3-12-16,1-3-24 0,3-7-24 15,1-11-71 1,-5-7-74-16</inkml:trace>
  <inkml:trace contextRef="#ctx0" brushRef="#br0" timeOffset="31655.16">10949 2697 701 0,'0'0'79'15,"0"0"-21"-15,0 0-18 16,0 0-40-16,0 0-17 16,0 0 16-16,22 82 1 0,-13-31 0 15,0-4 0-15,4-7 2 16,-2-1-3-16,6-3 1 16,-4 0 0-16,-2-5 5 15,-5-6-5-15,-3-8-7 16,-3-8-52-16,0-6-54 15,-4-3-15-15,-17-20-179 16</inkml:trace>
  <inkml:trace contextRef="#ctx0" brushRef="#br0" timeOffset="31855.06">10816 2897 343 0,'0'0'124'0,"0"0"-64"16,0 0-33-16,0 0 0 15,0 0-6-15,0 0-19 0,74 1 59 16,-17 6 15-16,6-1-20 16,-1 0-18-16,-7-6-27 15,-9 2-11-15,-7-2 8 16,-3 0-8-16,-3 0-12 16,-5-5-138-16,-5-15-166 15</inkml:trace>
  <inkml:trace contextRef="#ctx0" brushRef="#br0" timeOffset="32279.86">11323 2565 635 0,'0'0'158'0,"0"0"-49"16,0 0-41-16,2-73-35 16,-2 73-21-16,4 0-12 15,2 16-13-15,6 20 13 16,2 17-6-16,-1 5 6 15,0-4-1-15,-3-11-9 16,-2-13-1-16,4-10 10 16,-4-9-15-16,-1-4-4 15,2-7 16-15,5 0-10 16,12-7 14-16,5-13 0 16,3-4-29-16,-1 2 11 15,-6 8-17-15,-8 7 11 16,-2 5 20-16,-6 2-3 15,-4 5-2-15,-6 15 7 16,-1 2 4-16,-1 3-7 0,-17-2 5 16,-3-3 0-16,0-2 9 15,-3-2-3-15,-2-5-1 16,-7-3-3-16,-12-2-1 16,-10-4 13-16,-14-2-14 15,-1 0-1-15,10 0-9 16,18 0 1-16,22 0-90 15,18 5-155-15</inkml:trace>
  <inkml:trace contextRef="#ctx0" brushRef="#br0" timeOffset="33029.95">8834 3523 295 0,'0'0'106'15,"0"0"-24"-15,0 0-6 16,0 0 6-16,0 0-43 16,0 0-10-16,-36-23-9 15,36 23-20-15,17 0-10 16,37 0 10-16,37-4 17 15,48-4-8-15,51-7-2 0,41-7 8 16,37-6-14-16,26-6 8 16,10-5-9-16,-8 1 0 15,-26 1 2-15,-36 8-2 16,-48 4 0-16,-44 3 6 16,-39 5-6-16,-39 4 0 15,-31 6-2-15,-21 4 2 16,-12 3-5-16,-20 0-94 15,-36 20 33-15,-25 3-82 16</inkml:trace>
  <inkml:trace contextRef="#ctx0" brushRef="#br0" timeOffset="33429.5">10813 3564 506 0,'0'0'180'0,"0"0"-52"16,0 0-35-16,0 0-59 16,0 0-32-16,0 0-2 15,0 14-16-15,-12 24 6 16,-6 14 10-16,-1 10 0 15,-1 6 0-15,8 0-12 0,8-10 0 16,4-12-22-16,0-17-3 16,16-15 28-16,8-10 1 15,6-4 8-15,4-8 6 16,-2-13-3-16,-4-4 16 16,-7 0 3-16,-12-1-13 15,-9-3 29-15,-2-4-16 16,-26 0-17-16,-13 4-5 15,-11 15-1-15,-5 14-6 16,-3 5-102-16,10 16-106 16,14-7-277-16</inkml:trace>
  <inkml:trace contextRef="#ctx0" brushRef="#br0" timeOffset="34029.52">12169 3055 330 0,'0'0'79'16,"0"0"-30"-16,0 0 28 15,0 0-36-15,0 0 40 16,0 0-54-16,-21-3-14 16,21 3 15-16,0 0 23 15,0 0 19-15,0-4-52 16,15-4-9-16,13 1 0 16,12-6-8-16,6 2 0 15,1 5-1-15,5 0-1 16,3 3-8-16,-1 3-68 15,-10 0-65-15,-18 0-163 0</inkml:trace>
  <inkml:trace contextRef="#ctx0" brushRef="#br0" timeOffset="34211.41">12136 3221 452 0,'0'0'54'16,"0"0"-47"-16,0 0 4 16,112 0 34-16,-67 0 8 15,5 0-52-15,6 0-2 0,1 0-34 16,0 0-263-16</inkml:trace>
  <inkml:trace contextRef="#ctx0" brushRef="#br0" timeOffset="38691">7704 3805 258 0,'0'0'161'0,"0"0"-79"16,0 0-41-16,0 0-4 15,0 0-10-15,0 0-13 0,0 0 37 16,-19-22-48-16,19 20 29 16,-2 1 3-16,-1 0-4 15,2-1 19-15,-2 2-38 16,3 0-11-16,-1 0 21 16,-1 0-18-16,2 0-4 15,0 0 0-15,0 0 1 16,0 0-7-16,0 7-36 15,0 14 30-15,3 6-3 16,-1 7-24-16,-2-1 3 16,0 3-31-16,0-7-58 15,0-5-147-15</inkml:trace>
  <inkml:trace contextRef="#ctx0" brushRef="#br0" timeOffset="38904.99">7763 3953 309 0,'0'0'61'16,"0"0"-60"-16,0 0 6 15,0 0 25-15,0 0 25 16,98-15-44-16,-70 10-8 15,-2-4 4-15,-1-1-9 0,-1-4-91 16</inkml:trace>
  <inkml:trace contextRef="#ctx0" brushRef="#br0" timeOffset="39274.34">8004 3725 568 0,'0'0'90'16,"0"0"-73"-16,0 0-12 16,97-15 61-16,-66 15-62 15,6 10-1-15,4 11 1 0,-5 5-4 16,-11 3 0 0,-14-1-88-16,-11-2 5 0,-19 4 53 15,-20-4-37-15,-5-1-18 16,-2-3 40-16,9-8 24 15,8-5 21-15,11-4 11 16,7-2 2-16,6-3 44 16,5 0 37-16,0 0-71 15,0 0-23-15,3 0 0 16,15 0 8-16,9 0 11 16,11 0-12-16,6-3 12 15,3-6-19-15,4 1 0 16,-1 3-2-16,-3-1-19 15,-13-4-192-15</inkml:trace>
  <inkml:trace contextRef="#ctx0" brushRef="#br0" timeOffset="39440.17">8255 3984 596 0,'0'0'0'0,"0"0"-51"15,0 0-99-15</inkml:trace>
  <inkml:trace contextRef="#ctx0" brushRef="#br0" timeOffset="43503.38">12905 2668 12 0,'0'0'421'0,"0"0"-282"16,0 0-79-16,0 0 3 16,0 0 30-16,0 0-41 15,0-71-12-15,0 62-10 16,0 3-20-16,0 0 27 16,0 3-31-16,0 1 1 15,0 2 17-15,0 0-24 16,0 0 0-16,0 0-3 0,0 11-22 15,0 17 2-15,0 15 12 16,0 9 11-16,0 5-1 16,-5-6 3-16,2-5-4 15,1-7-12-15,2-8-11 16,0-7 15-16,0-5-4 16,0-7-65-16,0-4-18 15,0-8-136-15,13-12-194 16</inkml:trace>
  <inkml:trace contextRef="#ctx0" brushRef="#br0" timeOffset="43855.17">13038 2595 706 0,'0'0'97'16,"0"0"-34"-16,0 0-38 16,91-67 0-16,-52 57-22 15,4 5 6-15,-4 5-8 16,-2 0-1-16,-7 0 0 16,-6 12-4-16,-5 2 3 15,-7 1-2-15,-4 7-9 16,-7 3-1-16,-1 8-2 15,0 3 13-15,-4 4 1 0,-8 2 0 16,-3-5-10-16,3-4 0 16,-1-5-15-16,2-5-9 15,2-5 24-15,-4-4-75 16,5-2 2-16,-5-5-15 16,-2-5-50-16,4-2-15 15</inkml:trace>
  <inkml:trace contextRef="#ctx0" brushRef="#br0" timeOffset="44030.3">13079 2839 509 0,'0'0'136'0,"0"0"-18"16,0 0-61-16,0 0-57 15,0 0 7-15,92-30-9 16,-41 24 2-16,2 1-15 15,-2 0-111-15,-8-6-112 16</inkml:trace>
  <inkml:trace contextRef="#ctx0" brushRef="#br0" timeOffset="44540.77">13569 2784 132 0,'0'0'355'0,"0"0"-262"16,0 0-25-16,0 0-45 15,0 0-23-15,0 0 6 16,17-15 3-16,17 10-9 16,6-2 0-16,4-1 18 15,2-1-13-15,0 1 0 16,-3-3-5-16,-1 3-5 15,-11-1 2-15,-6-1-86 0,-12-2-94 16,-13-2-132-16</inkml:trace>
  <inkml:trace contextRef="#ctx0" brushRef="#br0" timeOffset="44768.5">13758 2585 256 0,'0'0'270'15,"0"0"-152"-15,0 0-17 16,0 0-6-16,0 0-22 0,0 0-40 16,-7-33-33-1,7 33-9-15,0 16 2 16,0 18-3-16,0 17 10 16,0 9-1-16,0 4-22 0,6-5-13 15,-2-6-26-15,4-8-30 16,-3-9-39-16,-1-14-296 15</inkml:trace>
  <inkml:trace contextRef="#ctx0" brushRef="#br0" timeOffset="51955.67">14154 2484 218 0,'0'0'120'0,"0"0"-19"15,0 0-24 1,0 0-39-16,0 0 35 0,0 0-56 16,0 0 12-16,0-49-16 15,0 45-5-15,0-1 36 16,0 2-9-16,0-1-20 16,-2 1-9-16,2-2 9 15,0 3 12-15,0 2-18 16,0 0 3-16,0 0 21 15,0 0-27-15,0 0 4 16,0 0-9-16,0 0 4 16,0 0-10-16,0 0-4 0,0 17-7 15,0 10 8-15,4 15 8 16,-4 2 0-16,0 5-1 16,0-3 6-16,-7-7-4 15,-3-7-1-15,6-8 0 16,-1-6-1-16,3-6 2 15,2-7-1-15,-2-2 0 16,2-1 1-16,0-2-16 16,0 0-5-16,0 0-47 15,0 2-34-15,0 1-103 16,-4-3-20-16</inkml:trace>
  <inkml:trace contextRef="#ctx0" brushRef="#br0" timeOffset="52495.13">14406 2445 200 0,'0'0'125'0,"0"0"-26"16,0 0 2-16,0 0-4 16,0 0-23-16,0 0 8 15,-3-39-39-15,3 37-4 16,0 2-13-16,0 0 6 16,0 0-31-16,0 0 1 15,0 0-2-15,0 0-10 16,0 15 4-16,0 9 1 0,-6 6 5 15,1 2-1-15,-5-3 1 16,3-1 0-16,-2-2 2 16,1-2 2-16,2-1-8 15,0-1 3-15,0-2-17 16,0-3 18-16,-2-1-40 16,-3 1-23-16,-8 2-12 15,1-3-34-15,-2-4-118 16</inkml:trace>
  <inkml:trace contextRef="#ctx0" brushRef="#br0" timeOffset="53010.22">14627 2417 396 0,'0'0'93'0,"0"0"47"15,0 0-29-15,0 0-34 16,0 0-44-16,0 0-12 15,0-6-21-15,0 6-3 0,0 17-10 16,0 11 13-16,0 12 2 16,-11 6-2-16,-5 7-7 15,1-2-3-15,3-3-22 16,3-4-18-16,9-15 17 16,0-10-3-16,5-9 36 15,13-10-16-15,11 0 16 16,4-15 16-16,1-7-15 15,-2-4 1-15,-9 2 5 16,-6 0-4-16,-10 2 17 16,-7 2-6-16,0 1 38 15,-17 1-22-15,-9 4-26 0,-3 4 4 16,-1 6-8-16,0 4 7 16,0 0-18-16,3 17-21 15,3 7-72-15,8 1 4 16,10-4-135-16</inkml:trace>
  <inkml:trace contextRef="#ctx0" brushRef="#br0" timeOffset="53322.66">14804 2565 148 0,'0'0'404'0,"0"0"-306"16,0 0-90-16,0 0-7 15,0 0-1-15,0 0 0 16,109-9 4-16,-66 9-4 15,-1-2 1-15,-6-5 6 16,-6-1-7-16,-8-3 0 16,-2 3 2-16,-10 0-2 0,-4 1-48 15,-6-2-174 1</inkml:trace>
  <inkml:trace contextRef="#ctx0" brushRef="#br0" timeOffset="53576.31">14908 2413 415 0,'0'0'185'16,"0"0"-22"-16,0 0-53 16,0 0-48-16,0 0-20 15,0 0-38-15,10-27-4 16,-4 30-8-16,4 22 8 15,5 11-6-15,3 9 6 0,-3 5-10 16,-3 6-28-16,1 1-15 16,-4-2 14-16,-3-2-57 15,0-10-14-15,-3-13-129 16</inkml:trace>
  <inkml:trace contextRef="#ctx0" brushRef="#br0" timeOffset="55741.62">15249 2271 235 0,'0'0'192'15,"0"0"-123"-15,0 0 36 16,0 0-34-16,0 0 13 0,0 0 6 15,15-39-53-15,-15 39-9 16,0 0 7-16,0 0-24 16,0 0 9-16,0 0-20 15,0 0 3-15,0 0-11 16,0 5 7-16,0 15-18 16,0 13 18-16,1 11 1 15,-1 5 0-15,0 2-8 16,3-1-20-16,9-8 22 15,9-9-37-15,6-8 13 16,5-12 28-16,6-12-8 16,-2-1 10-16,3-17 0 0,-1-16 1 15,1-3 4-15,-8-3 0 16,-13 3-5-16,-9 3 18 16,-9 4-12-16,0 2 19 15,-2 5-12-15,-9 6-10 16,3 7 10-16,4 6-13 15,4 3 0-15,0 0-2 16,0 19-13-16,0 17-3 16,0 10 10-16,0 5 8 15,0-5-7-15,6-3-11 16,15-6-6-16,0-8-10 16,4-7-22-16,-4-5-53 15,-5-10-130-15</inkml:trace>
  <inkml:trace contextRef="#ctx0" brushRef="#br0" timeOffset="56074.15">15805 2155 686 0,'0'0'141'0,"0"0"-88"15,0 0-35-15,85-34 3 16,-48 34-5-16,9 0-15 0,-1 12-2 16,-6 14-1-16,-5 6 2 15,-16 7-7-15,-10 5-1 16,-8-1-14-16,-4 0 14 15,-16-3 8-15,-10-3-9 16,-5-2 3-16,-3-1-37 16,-1-8-3-16,5-7-115 15,9-8-13-15,12-11-161 16</inkml:trace>
  <inkml:trace contextRef="#ctx0" brushRef="#br0" timeOffset="56266.65">15752 2420 239 0,'0'0'326'0,"0"0"-187"16,0 0-4-16,0 0-64 15,0 0-41-15,0 0-29 16,28-51 0-16,18 42-1 16,11 0 0-16,10 2 1 15,3-1-1-15,3 3-19 16,-3-5-68-16,-7-4-111 15,-16 3-321-15</inkml:trace>
  <inkml:trace contextRef="#ctx0" brushRef="#br0" timeOffset="57073.82">13014 3179 360 0,'0'0'172'15,"0"0"-164"-15,0 0 6 16,0 0 1-16,0 0 27 0,126-20-3 15,-64 15-4-15,14 0-13 16,14 1-20-16,17-4-1 16,17-4 12-16,21-4-10 15,16-6-3-15,15-6 0 16,16-3 3-16,7-5-5 16,2-1 2-16,-12-1 0 15,-14 2 4-15,-29 8-2 16,-28 8-1-16,-30 5-1 15,-27 5 0-15,-22 4 0 16,-20 3 0-16,-16 3-8 16,-4 1-93-16,-35 18 29 15,-18 1-65-15</inkml:trace>
  <inkml:trace contextRef="#ctx0" brushRef="#br0" timeOffset="57472.39">14665 3148 582 0,'0'0'89'0,"0"0"-60"15,0 0-25-15,0 0-4 0,0 0 0 16,-46 82 7-16,34-41-7 16,2 0 0-16,9 4-1 15,1 3 5-15,0 1-8 16,20-7 4-16,9-11-4 16,8-13-12-16,6-18 16 15,-1 0 3-15,-3-19-1 16,-8-5 3-16,-10-2 5 15,-11 1-10-15,-10 1 0 16,-3 3-2-16,-37 3-2 0,-21 7-49 16,-5 4-44-1,14 4-136-15,23 3 188 0,28 0 40 16,4 0-217 0</inkml:trace>
  <inkml:trace contextRef="#ctx0" brushRef="#br0" timeOffset="58091.49">16121 2752 351 0,'0'0'245'0,"0"0"-107"15,0 0-16-15,0 0-87 16,0 0-26-16,0 0 3 15,66-43-12-15,-36 35 4 0,5-1-4 16,4 4 0-16,4-2-3 16,-1 4 6-16,3 3-6 15,-3 0-11-15,-11 0-52 16,-16 0-65-16,-15 8-144 16</inkml:trace>
  <inkml:trace contextRef="#ctx0" brushRef="#br0" timeOffset="58288.41">16048 2877 414 0,'0'0'94'0,"0"0"-77"16,0 0 80-16,117-13 6 15,-70 6-41-15,9 2-44 16,6 0-15-16,7 5-6 15,-4 0-24-15,-7-3-124 16,-16-5-184-16</inkml:trace>
  <inkml:trace contextRef="#ctx0" brushRef="#br0" timeOffset="59755.77">18222 2556 465 0,'0'0'93'0,"0"0"-85"15,0 0-1-15,0 0 1 0,0 0-8 16,0 0-11-16,-17 9 10 16,10 11 2-16,0 2 2 15,-3 5-3-15,0 6 0 16,4 4 3-16,1 1-2 16,5-1 3-16,0-8-4 15,17-10 0-15,14-8 0 16,8-11 2-16,1-2 0 15,-1-19 27-15,-3-6 14 16,-6-2 3-16,-7-4-22 0,-6-1-15 16,-10-1 48-1,-7-3-38-15,0 0-4 0,-18 1 1 16,-1 8-5-16,3 12 24 16,6 8-32-16,1 9-3 15,-6 6-20-15,-8 21-242 16,-5 3-39-16</inkml:trace>
  <inkml:trace contextRef="#ctx0" brushRef="#br0" timeOffset="62170.52">17807 2452 394 0,'0'0'144'0,"0"0"-85"16,0 0 6-16,0 0 5 15,0 0-38-15,0 0-4 0,0-48-9 16,-2 43-14-16,-3-2 13 16,-5-2-18-16,-5 2 0 15,-4 0 0-15,-7 5 2 16,-4 2-4-16,-1 5-4 16,2 19-17-16,11 6-4 15,7 8-45-15,11 1 15 16,0 2 30-16,14-1-5 15,14-4 17-15,2-5 5 16,-5-7 10-16,-7-8-5 0,-7-8 5 16,-10-2-7-1,-1-2 5-15,0 3 2 0,0 3 3 16,-8-1-3 0,-14 5 1-16,-8-1 18 0,1-3-18 15,2-2-1-15,3-3 8 16,7-4-6-16,0-1 3 15,2 0 13-15,-2-5 8 16,0-12 39-16,1-4-12 16,4-3 29-16,7-3-23 15,5-2-35-15,0 0-2 16,14-3-22-16,13 1 0 16,8 2 1-16,0 1-1 15,1 6-8-15,-6 3 5 16,-8 7-28-16,-9 4 14 15,-7 6-4-15,-4 2-22 0,-2 0-67 16,-2 1-102-16,-17 9-39 16</inkml:trace>
  <inkml:trace contextRef="#ctx0" brushRef="#br0" timeOffset="62518.41">17216 2332 521 0,'0'0'136'0,"0"0"-31"16,0 0-6-16,0 0-35 16,0 0-48-16,0 0-16 15,0 13-6-15,1 18 6 16,10 13-11-16,0 3 11 16,-3 4-3-16,-2 0-9 15,-3-1-28-15,-1-1 2 16,-2-3-79-16,0-8-48 15,-8-13-130-15</inkml:trace>
  <inkml:trace contextRef="#ctx0" brushRef="#br0" timeOffset="63701.25">17236 3123 364 0,'0'0'96'0,"0"0"-5"15,0 0-29-15,0 0 36 16,0 0-82-16,105-39 20 16,-39 26 17-16,16-1-27 15,21 0 11-15,15 2-30 16,12 2-5-16,5 2 7 0,-3 4-9 15,-10 0 0 1,-10 2-1-16,-21 2-25 0,-24 0-9 16,-27 0-61-16,-28 3-25 15,-14 8-118-15,-42-5 17 16</inkml:trace>
  <inkml:trace contextRef="#ctx0" brushRef="#br0" timeOffset="64136.73">17726 3254 563 0,'0'0'0'15,"0"0"-81"-15,0 0 81 16,0 0 9-16,-1 94 2 16,1-48 22-16,0 5-32 15,0-1 1-15,0-2 11 16,15-9-11-16,5-9 3 15,8-14-5-15,7-12 0 0,4-4 23 16,-3-8-7-16,-8-12-2 16,-14-2 6-16,-10 0-20 15,-4 1 0-15,-29 2-63 16,-23 2-22-16,-12 5 39 16,0 5-52-16,17 7 29 15,26 0 66-15,21 3-152 16</inkml:trace>
  <inkml:trace contextRef="#ctx0" brushRef="#br0" timeOffset="64722.27">18808 2819 441 0,'0'0'122'0,"0"0"-53"16,0 0-1-16,0 0-34 15,0 0 5-15,0 0 2 16,107-40-26-16,-70 37 0 16,5-1-15-16,1 4 0 15,-5 0-7-15,-4 0 5 16,-12 0-72-16,-11 0-90 16,-11 2-175-16</inkml:trace>
  <inkml:trace contextRef="#ctx0" brushRef="#br0" timeOffset="64902.53">18764 2980 445 0,'0'0'169'0,"0"0"-163"16,0 0 33-16,0 0 52 15,0 0-64-15,103-5-18 16,-68 3-9-16,5-1-28 15,3-4-103-15,1-8-272 16</inkml:trace>
  <inkml:trace contextRef="#ctx0" brushRef="#br0" timeOffset="65631.47">19312 2670 441 0,'0'0'167'0,"0"0"-76"15,0 0 48-15,0 0-104 16,0 0-17-16,-4082 0-4 16,8258-69-11-16,-4134 66-5 0,7 3 2 15,-3 0 0-15,2 4-1 16,-9 11 1-16,-8 2-14 16,-12 3-20-16,-14 1-35 15,-5 0-7-15,-28 2 28 16,-15-4 20-16,-7-2 19 15,4-3-26-15,10-9 35 16,16 0 7-16,10-3-7 16,9 3 8-16,1 3-8 15,0 3 0-15,0 4 4 16,0 1-4-16,1 3 0 16,5 1 4-16,0 3-4 15,-3-2 7-15,0-1-7 16,-3-4 0-16,0-4 3 15,0-2-1-15,-3 0-2 0,-9-2 4 16,-5 0 1-16,-3-2 8 16,-4-3-13-16,0-2 0 15,0-1 9-15,4 0-5 16,9 0 3-16,5-4-4 16,6 0-1-16,6-3-4 15,25-4-172-15,15-3-238 16</inkml:trace>
  <inkml:trace contextRef="#ctx0" brushRef="#br0" timeOffset="65931.23">19812 2825 470 0,'0'0'89'0,"0"0"-34"16,0 0-48-16,0 0-7 15,0 0 0-15,0 0 0 16,-55 100 6-16,65-67-6 16,24-10-9-16,11-9 5 15,4-11 8-15,-4-3 6 16,-7-10 1-16,-5-11 38 16,-9-5 52-16,-3-3-66 15,-8 1-24-15,-10-3 31 16,-3-2-35-16,-3 1 9 0,-22 6-16 15,-3 4 2-15,-1 14-14 16,4 8-41-16,0 8-82 16,5 14-41-16</inkml:trace>
  <inkml:trace contextRef="#ctx0" brushRef="#br0" timeOffset="66097.38">19967 2863 631 0,'0'0'85'0,"0"0"27"15,0 0-112-15,0 0-37 16,0 0-273-16,0 0-7 16</inkml:trace>
  <inkml:trace contextRef="#ctx0" brushRef="#br0" timeOffset="67547.5">18779 8054 462 0,'0'0'153'16,"0"0"-80"-16,0 0 19 16,0 0-28-16,0 0-31 15,0 0 5-15,0 0-27 16,2-7-6-16,-2 7 3 0,0 0-8 15,1 0-10-15,2 0 6 16,8 14-14-16,1 3 9 16,4 3 7-16,-1-3-3 15,0-4-15-15,0-3 18 16,2-7 2-16,5-3-4 16,9 0 8-16,7-17 2 15,6-10-6-15,-4-6 0 16,-1-3 3-16,-6 0-3 15,-7 2 0-15,-3 7-3 16,-7 3-61-16,-9 6-182 16</inkml:trace>
  <inkml:trace contextRef="#ctx0" brushRef="#br0" timeOffset="67676.15">19204 7954 460 0,'0'0'129'15,"0"0"1"-15,0 0-60 16,0 0-67-16,0 0-3 16,0 0-418-16</inkml:trace>
  <inkml:trace contextRef="#ctx0" brushRef="#br0" timeOffset="74106.23">3410 4930 166 0,'0'0'13'0,"0"0"45"16,0 0 44-16,0 0 27 15,0 0-39-15,0 0-20 16,0 0 1-16,0 2-23 15,0-2-18-15,0 0-16 0,0 0-1 16,0 0 16-16,0 0-27 16,0-10-2-16,0-6 8 15,0-6-5-15,12-5-2 16,4-9-1-16,2-3 0 16,3-8 1-16,-2-2-1 15,-1-5 0-15,-3-2-1 16,-4 1 5-16,-7 2 0 15,-4 6-4-15,0 4 0 16,-6 6 15-16,-13 5-12 0,-2 9 1 16,0 8-4-1,0 8-5-15,5 6 3 0,1 1-6 16,0 0-8-16,5 17 8 16,3 8-14-16,6 11 11 15,1 11 8-15,0 7 3 16,15 5-7-16,5 7 6 15,3-1 1-15,3 1-2 16,0-1 2-16,3-11 0 16,-5-10 2-16,5-11 4 15,-4-11-12-15,-2-8-4 16,4-14-51-16,1 0-76 16,0-30-419-16</inkml:trace>
  <inkml:trace contextRef="#ctx0" brushRef="#br0" timeOffset="74298.25">3143 4802 372 0,'0'0'19'0,"0"0"-15"15,109-27 3-15,-44 4-3 16,7 0 0-16,3-7-4 16,-2-3-101-16</inkml:trace>
  <inkml:trace contextRef="#ctx0" brushRef="#br0" timeOffset="75124.28">3863 5015 139 0,'0'0'217'16,"0"0"-198"-16,0 0 15 15,0 0 57-15,0 0-24 16,0 0-21-16,80 0-22 0,-55-10-4 15,0-3-7 1,-7 0 29-16,2 1-21 0,-7-4 18 16,-1 1-16-16,-3-2-8 15,1 1 0-15,-7 0-15 16,-3 1 0-16,0 0-9 16,0 2 4-16,-16 5-17 15,-2 2 0-15,-3 6 4 16,0 0 10-16,5 4-21 15,-2 15 9-15,10 5 15 16,2 3-4-16,5 6 9 16,1 4-3-16,0-3 7 0,0-3-4 15,10-4 0-15,7-8 0 16,7-5 2-16,13-9-2 16,11-5-16-16,13-5-42 15,5-24-142-15</inkml:trace>
  <inkml:trace contextRef="#ctx0" brushRef="#br0" timeOffset="76303.88">4227 5138 256 0,'0'0'118'15,"0"0"32"-15,0 0-44 0,0 0-41 16,0 0-5-16,0 0-10 16,0-29-28-16,3 29 21 15,3-5-43-15,5 5 5 16,11 0-14-16,2 0 8 16,4 10 0-16,-8 8-1 15,-1 4-18-15,-10 3-4 16,-9 0-30-16,0 1 43 15,-21 3 8-15,-17 0-13 16,-9 0 15-16,-2-4 1 16,7-4-14-16,7-6 10 15,12-6 1-15,11-4 3 0,5-2-4 16,7-1 4-16,0-2-1 16,0 0 1-16,0 0 0 15,7 0-5-15,19-2 5 16,12-11 0-16,10-1 15 15,4-2-14-15,0 0-2 16,1 2-4-16,-4-1-78 16,-9-1-104-16</inkml:trace>
  <inkml:trace contextRef="#ctx0" brushRef="#br0" timeOffset="76512.31">4454 5274 534 0,'0'0'87'0,"0"0"-81"16,0 0-6-16,0 0 14 16,0 0-4-16,101-10 4 15,-69 9-14-15,-1-1-47 16,2-2-112-16,-9-7-246 15</inkml:trace>
  <inkml:trace contextRef="#ctx0" brushRef="#br0" timeOffset="77053.63">4803 5121 629 0,'0'0'119'0,"0"0"-45"16,0 0 2-16,0 0-58 15,0 0-10-15,0 0-8 16,34-7-4-16,-11 5 3 0,-1 2-8 15,-4 0-13-15,-6 2 20 16,-2 9-38-16,-5 2-56 16,-5 1 47-16,0 2-38 15,-7 3 24-15,-13-2 39 16,-4-3 23-16,4-3-6 16,3-3 7-16,11-4 0 15,0-3 37-15,5 0 2 16,1 3-18-16,0 6-21 15,0 0 0-15,5 9 6 16,7 0-5-16,5 5-1 16,1-1 6-16,-2-3-5 15,-1-3 5-15,-6-4-6 0,-3-6 0 16,-5-2 3-16,-1 2-1 16,0 0-2-16,-11 1 8 15,-13 1-6-15,0-4 9 16,-5-2-11-16,1-3 0 15,6 0 13-15,10 0-9 16,9 0-8-16,3-3 0 16,28-16-270-16</inkml:trace>
  <inkml:trace contextRef="#ctx0" brushRef="#br0" timeOffset="77283.55">5206 4919 555 0,'0'0'79'16,"0"0"-56"-16,0 0-20 16,0 0 61-16,0 0-19 15,0 0-42-15,83-39-3 16,-44 29 0-16,-1 0-10 15,-4 3-42-15,0-1-83 16,-10 4-152-16</inkml:trace>
  <inkml:trace contextRef="#ctx0" brushRef="#br0" timeOffset="77469.43">5165 5040 600 0,'0'0'95'0,"0"0"-95"16,0 0 4-16,0 0 21 16,0 0-1-16,0 0-22 15,123-8-2-15,-65-4-1 16,3-5-109-16,-1-7-199 16</inkml:trace>
  <inkml:trace contextRef="#ctx0" brushRef="#br0" timeOffset="79684.42">5828 4475 314 0,'0'0'155'0,"0"0"-35"0,0 0-35 15,0 0 3-15,0 0-8 16,0 0-11-16,-43-47-16 16,40 46-31-16,1 1 4 15,2 0-26-15,-1 0-2 16,-5 2 0-16,0 25-43 16,-8 18 44-16,-5 21-11 15,-2 9 9-15,5 1 2 16,4-5-26-16,7-13 17 15,5-7-30-15,8-9 34 16,17-8 4-16,9-12-7 16,7-15 9-16,2-7-6 0,-4-14 12 15,-6-14-6 1,-4-3 0-16,-12-1 4 0,-4 4 0 16,-11 2-4-16,-2 3 0 15,-14 1 4-15,-14 3-4 16,-9 2-2-16,4 9 0 15,4 7-2-15,14 1-2 16,10 9-174-16,5 8-87 16,7-5-117-16</inkml:trace>
  <inkml:trace contextRef="#ctx0" brushRef="#br0" timeOffset="79887.29">6087 4755 632 0,'0'0'80'0,"0"0"-6"15,0 0-74-15,0 0 0 16,0 0 17-16,87-45-17 16,-39 33 0-16,2 2-3 15,-2 4-13-15,-9-1-72 16,-11-3-42-16,-16-3-137 15</inkml:trace>
  <inkml:trace contextRef="#ctx0" brushRef="#br0" timeOffset="80117.39">6178 4495 588 0,'0'0'92'0,"0"0"8"16,0 0 1-16,0 0-35 15,0 0-64-15,0 0-2 16,-9-9 0-16,9 30-13 16,0 14 10-16,0 16 3 15,0 10 0-15,5 1-1 16,4 2 1-16,9-1-31 16,3-6-34-16,6-7-74 15,-4-17-102-15</inkml:trace>
  <inkml:trace contextRef="#ctx0" brushRef="#br0" timeOffset="82548.15">6593 4397 187 0,'0'0'92'16,"0"0"26"-16,0 0-8 15,0 0 3-15,0 0-33 16,0 0-31-16,-17-33 20 16,15 28-23-16,-1 3-30 15,1 1 26-15,1 0-25 0,1 1-8 16,0 0-9-16,0 0-3 16,0 0 1-16,-3 18-26 15,-2 7 28-15,-4 9-8 16,-3 1 8-16,-2-1 0 15,0 0-5-15,3-2 11 16,3-6-13-16,5-1-3 16,3-6-29-16,0-7 23 15,13-9-74-15,10-3 23 16,12-10 45-16,5-19-36 16,1-2 10-16,-4-1 36 15,-7 6 12-15,-6 3 1 16,-6 3 4-16,-8 5-4 0,-2 5 8 15,-4 3-1-15,-3 3 12 16,1 2-9-16,-2 2 12 16,0 0 30-16,0 0-15 15,0 0 2-15,0 0-12 16,0 0-28-16,0 6 0 16,-2 16 0-16,-5 14 0 15,7 7-5-15,0 7 5 16,13-2 0-16,6-5 0 15,-2-10-15-15,1-8 1 16,-6-3-68-16,0-6-18 16,-2-11-132-16</inkml:trace>
  <inkml:trace contextRef="#ctx0" brushRef="#br0" timeOffset="83063.73">7108 4453 575 0,'0'0'136'0,"0"0"-58"15,0 0-34-15,0 0-23 16,29-85-9-16,-27 76 0 15,-2 2-12-15,0 5 0 16,0 2-3-16,-7 0 0 16,-10 10-24-16,-2 14 2 15,-1 9-17-15,5 6 42 16,6 6-78-16,5 4 48 16,4-6-9-16,0-4 28 15,3-11-2-15,6-8 6 16,-3-9 7-16,-1-3 11 15,-4-2-11-15,-1-3 0 16,0 4 13-16,0-1-10 16,-3 3 4-16,-11 0-2 0,-6 1-2 15,1-7-1-15,0-3-2 16,2 0 0-16,3-3 4 16,3-14-3-16,3-8 40 15,3-6-32-15,5-3 26 16,0-1 83-16,5 2-118 15,23 2-9-15,9 3-33 16,8 2-22-16,1 7 6 16,2 3 0-16,-6 5-55 15,-6 2-146-15</inkml:trace>
  <inkml:trace contextRef="#ctx0" brushRef="#br0" timeOffset="83297.25">7311 4586 629 0,'0'0'30'16,"0"0"-30"-16,0 0-16 15,0 0 16-15,0 0 20 16,105-29-19-16,-63 15 4 15,0 2-1-15,0-2-4 16,-4 1-28-16,-5-2-155 16,-6-1-107-16</inkml:trace>
  <inkml:trace contextRef="#ctx0" brushRef="#br0" timeOffset="83508.41">7369 4395 563 0,'0'0'197'16,"0"0"-121"-16,0 0-51 16,0 0 20-16,0 0-45 15,0 0-8-15,0 0-2 16,0 72 10-16,0-22 0 16,11 12 0-16,3 2-44 15,5-2 14-15,1-9-90 16,5-15 37-16,-4-13-153 0</inkml:trace>
  <inkml:trace contextRef="#ctx0" brushRef="#br0" timeOffset="85961.28">7777 4408 188 0,'0'0'144'15,"0"0"-42"-15,0 0-29 16,0 0 45-16,0 0-92 16,0 0-4-16,0-52 24 15,0 48 11-15,0 2-17 16,0 2-10-16,0 0-21 16,2 0-9-16,10 2 0 0,13 14-20 15,6 11-2-15,-1 3-28 16,-4 1 14-16,-10 0-19 15,-9 0 28-15,-7 1 16 16,0-3-13-16,-8 1 11 16,-15-1 11-16,-2-5 4 15,-1-3 1-15,3-8-3 16,2-6 0-16,9-3 17 16,3-3-5-16,7 1 25 15,2-2-32-15,0 0-2 16,0 2-6-16,8-2-40 15,14 0 42-15,11 0 1 16,6-5 2-16,3-11 0 0,2-1-2 16,1-5 1-1,0-3-5-15,-8-1-37 0,-12-1-379 16</inkml:trace>
  <inkml:trace contextRef="#ctx0" brushRef="#br0" timeOffset="86461.38">8010 4360 556 0,'0'0'133'15,"0"0"-12"-15,0 0-62 16,0 0-21-16,0 0-33 16,0 0-5-16,0 0 0 15,63 4-6-15,-26 16 6 16,-9 1-4-16,-5-5 4 15,-7-5-21-15,-11-6 17 16,1-5-8-16,-6 0 12 16,1 0 17-16,1 0-13 0,2-6 34 15,3-11-13 1,1 0-20-16,-1-1-10 0,-2 6-16 16,-2 5 9-16,0 6-6 15,-3 1 18-15,0 0-18 16,0 0-1-16,1 14-56 15,2 11 73-15,2 9 2 16,2 7 0-16,1 4 0 16,5-1 0-16,-1-5 0 15,4-5-6-15,-4-9-57 16,-9-10-105-16</inkml:trace>
  <inkml:trace contextRef="#ctx0" brushRef="#br0" timeOffset="87128.16">5910 5496 456 0,'0'0'71'16,"0"0"10"-16,0 0-14 16,0 0-18-16,0 0 16 15,0 0-57-15,-37-37 5 16,37 37 19-16,0 0-30 16,28-4-4-16,33-5-4 15,38-4 6-15,39-13 9 16,31-8-9-16,26-10 0 15,21-9 1-15,10-10-1 16,2 0-2-16,-9 1 0 16,-13 3 2-16,-24 9-13 0,-28 7-14 15,-44 11 23 1,-40 12 1-16,-36 10 3 0,-34 10-8 16,-26 7-133-16,-49 18 21 15,-37 8-257-15</inkml:trace>
  <inkml:trace contextRef="#ctx0" brushRef="#br0" timeOffset="87595.29">7345 5279 524 0,'0'0'66'0,"0"0"24"15,0 0-7-15,0 0-8 16,0 0-39-16,0 0-29 15,-42-8-7-15,42 18-17 16,0 19 17-16,0 10-3 0,0 7 3 16,0 3 0-1,0-1 0-15,6-6-2 0,10-5-2 16,4-10-14-16,4-10-13 16,6-12 26-16,7-5 5 15,3-5 3-15,-4-17 9 16,-5-1-10-16,-9-2 9 15,-9-4-3-15,-11 4 45 16,-2-1 3-16,-16 2-54 16,-21 6 13-16,-8 7-15 15,-1 11-10-15,6 0-74 16,13 17-75-16,21-4-122 0</inkml:trace>
  <inkml:trace contextRef="#ctx0" brushRef="#br0" timeOffset="88576.24">8043 4345 304 0,'0'0'96'16,"0"0"6"-16,0 0-46 15,0 0-17-15,0 0-16 16,0 0 8-16,0-29-4 15,0 26 22-15,-2 1-5 16,2 2-23-16,-1 0 17 16,1 0-38-16,0 0 0 15,-1 0-2-15,1 0 2 16,0 0-3-16,0 0-11 16,0 0-4-16,2 2 10 15,7 7 8-15,2-1 0 0,-2 4 0 16,-2-1 2-16,-2 2-4 15,-5 0 2-15,0 2 0 16,0-1 1-16,0-2-1 16,0-4 0-16,0-2 0 15,-2-4 2-15,2-2-4 16,0 0-8-16,0 0-18 16,0 0 28-16,0 0-27 15,0 0-7-15,0 0 16 16,0 0 18-16,9 0 0 15,9 0 0-15,3-2 2 16,7-5-2-16,1-3 0 16,2 4-20-16,2 0-27 0,0 1-57 15,-5 3-69-15,-9 1-116 16</inkml:trace>
  <inkml:trace contextRef="#ctx0" brushRef="#br0" timeOffset="88886.09">8583 4520 210 0,'0'0'421'0,"0"0"-325"15,0 0-70-15,0 0 21 16,0 0-30-16,0 0-17 16,46-11-33-16,-15 3-1 15,-1 3-29-15,-2 1 15 16,-6 0-106-16,-7 2-112 15</inkml:trace>
  <inkml:trace contextRef="#ctx0" brushRef="#br0" timeOffset="89075.31">8510 4737 625 0,'0'0'101'15,"0"0"-94"-15,0 0-2 16,86-29 12-16,-49 19-17 16,2 0 8-16,7 4-8 15,-1 0-70-15,-3-5-120 16</inkml:trace>
  <inkml:trace contextRef="#ctx0" brushRef="#br0" timeOffset="92121.4">9802 4342 167 0,'0'0'87'0,"0"0"5"15,0 0 11-15,0 0 2 16,0 0-28-16,0 0-49 15,7-50 34-15,-7 46-51 16,0 0-1-16,0 2 2 16,0 0-11-16,0-1 1 15,0 1-2-15,-7-1 0 16,-1 1-2-16,-1 0 2 16,-8 0 0-16,-3 0-2 15,-7 1 2-15,-5 0-3 0,0 1-5 16,-4 0-16-16,5 0 23 15,8 0-14-15,7 0 12 16,8 0 3-16,5 6-17 16,3 12-2-16,0 9 4 15,5 2 9-15,16 6-4 16,7 0 9-16,5-1-9 16,0-5 7-16,-1-6-18 15,-5-4 1-15,-9-5 10 16,-3-4 10-16,-7 2-6 15,-4 2 6-15,-4 3 0 16,0 3-2-16,-1 3-1 0,-16-1-42 16,-5 0 9-1,-2-5 11-15,2-5 21 0,4-7 0 16,0-3 4-16,3-2 13 16,0 0 45-16,0-5 54 15,0-14 2-15,0-7-35 16,2-6-18-16,4-3-28 15,7-2 8-15,2-4-41 16,12-3 11-16,18-2-23 16,8 2-10-16,2 5-6 15,-6 8 10-15,-7 8-22 16,-9 10 31-16,-8 7-16 0,-7 6-39 16,-3 0-37-1,0 0-262-15,-21 6 134 0</inkml:trace>
  <inkml:trace contextRef="#ctx0" brushRef="#br0" timeOffset="92290.33">9675 4463 613 0,'0'0'29'0,"0"0"-29"16,0 0-213-16,0 0-81 16</inkml:trace>
  <inkml:trace contextRef="#ctx0" brushRef="#br0" timeOffset="92974.49">8893 4352 398 0,'0'0'130'15,"0"0"-126"-15,0 0 17 16,0 0 53-16,120-27-29 16,-74 13-6-16,0-1-21 15,-6 3-15-15,-7 2 11 16,-11 3-12-16,-8 3-2 16,-4 4 0-16,-1 0 0 15,-3 5-3-15,-4 18-6 0,-2 11 9 16,0 11-4-16,-15 9 4 15,-2 5-9-15,-4 1-8 16,3 1-4-16,2-6 15 16,4-15-29-16,10-10 7 15,2-13 27-15,0-2-46 16,0-8-104-16,0-7-141 16</inkml:trace>
  <inkml:trace contextRef="#ctx0" brushRef="#br0" timeOffset="93158.32">8965 4607 580 0,'0'0'73'0,"0"0"30"16,0 0-45-16,0 0-53 15,0 0 6-15,114-76-12 16,-60 62 1-16,15-2-5 15,10-1-75-15,9-6-85 16,-3-4-382-16</inkml:trace>
  <inkml:trace contextRef="#ctx0" brushRef="#br0" timeOffset="93688.06">8889 5029 489 0,'0'0'107'16,"0"0"-88"-16,0 0-6 15,0 0 40-15,0 0-1 16,0 0-23-16,110-38-23 0,-43 14-1 16,18-3 20-16,15-2-21 15,16-2 4-15,11-2-8 16,-1 0 3-16,-8 7-4 15,-14 4 1-15,-24 5 0 16,-17 5-2-16,-23 7-54 16,-26 5-35-16,-14 0-182 15</inkml:trace>
  <inkml:trace contextRef="#ctx0" brushRef="#br0" timeOffset="94119.52">9582 5003 35 0,'0'0'664'16,"0"0"-601"-16,0 0-63 16,0 0-7-16,0 0 2 15,0 0 1-15,-4 92 6 16,4-49-2-16,0 1 13 16,4-5-12-16,12-3 6 0,3-7-7 15,6-8 0 1,5-11-7-16,1-10 2 0,2 0 3 15,-2-10 2-15,-7-9 2 16,-8 2 1-16,-11 0-3 16,-5 3 0-16,-12 2 7 15,-22 2-5-15,-11 5-2 16,-4 2 0-16,8 3 3 16,16 0-8-16,16 3-23 15,9 7-118-15,11-4-128 16</inkml:trace>
  <inkml:trace contextRef="#ctx0" brushRef="#br0" timeOffset="94639.13">10316 4434 524 0,'0'0'30'16,"0"0"-23"-16,0 0 21 16,0 0 28-16,0 0-24 0,0 0-29 15,52-5-3-15,-11-7 28 16,5 2-17-16,0 0-9 16,0 1 0-16,-4 4-2 15,-11 1-17-15,-10 3-62 16,-15 1-108-16,-6 0-118 15</inkml:trace>
  <inkml:trace contextRef="#ctx0" brushRef="#br0" timeOffset="94825.65">10238 4613 134 0,'0'0'88'0,"0"0"-67"0,0 0 11 16,0 0 57-16,0 0 28 15,93 8-37-15,-44-22-34 16,5-4-38-16,3-1-5 16,5-3-3-16,-3 3-33 15,-5 2-113-15,-16 2-168 16</inkml:trace>
  <inkml:trace contextRef="#ctx0" brushRef="#br0" timeOffset="95126.09">10864 4330 216 0,'0'0'393'16,"0"0"-328"-16,0 0 22 15,0 0-62-15,0 0-25 16,0 0 0-16,0 0-19 16,0 27 19-16,1 13 9 15,1 8-9-15,-2 4 0 16,4 4 7-16,3 0-6 0,4-6-2 16,3-9-11-1,2-11-77-15,0-9-1 0,-4-14-152 16</inkml:trace>
  <inkml:trace contextRef="#ctx0" brushRef="#br0" timeOffset="95905.36">11183 4451 331 0,'0'0'187'16,"0"0"-83"-16,0 0-8 16,0 0 7-16,0 0-38 15,0 0-36-15,-7-42 1 16,21 30-30-16,13-4 0 16,9 2-2-16,3 2 4 15,2 3-2-15,0 5 0 16,-7 4 2-16,-3 0-12 15,-8 3-24-15,-7 11-41 16,-10 2 28-16,-6 3-8 0,-10 1 18 16,-23 2 30-1,-5 0 7-15,3-2-3 0,2-3 3 16,10-1 0-16,10-2-1 16,4 3 2-16,6 0-2 15,3 1-12-15,0 1-24 16,15-5 1-16,8-4-30 15,5-3 66-15,-6-3 3 16,-7-2 4-16,-8 0-1 16,-5-2-2-16,-2 0-3 15,0 2 26-15,0 3-24 16,-4 2-1-16,-13 6 16 0,-10 3-7 16,-4-1-3-1,-2 0-8-15,2-2 6 0,6-2-12 16,3-6 6-16,11-1-27 15,5-4-24-15,6 0-159 16</inkml:trace>
  <inkml:trace contextRef="#ctx0" brushRef="#br0" timeOffset="96056.13">11294 4741 305 0,'0'0'288'16,"0"0"-200"-16,0 0 0 15,0 0 9-15,0 0-36 16,0 0-42-16,-13-34-19 16,13 34-175-16,16 0-311 0</inkml:trace>
  <inkml:trace contextRef="#ctx0" brushRef="#br0" timeOffset="97569.85">18679 9286 119 0,'0'0'68'0,"0"0"-8"15,0 0 30-15,0 0-1 16,0 0 3-16,0 0-15 16,8-43-37-16,-5 41 50 15,-3 1-15-15,0 1-37 0,0 0-29 16,0 0-8-1,0 0-2-15,0 4-17 0,1 13 18 16,4 4-1-16,3 0 1 16,0-2 0-16,0-5-2 15,1-4-8-15,4-6 6 16,4-4 4-16,7 0 0 16,11-23 8-16,8-10-6 15,8-9-2-15,1-7 12 16,-1-5-6-16,-6 4 9 15,-8 7-15-15,-7 6 0 16,-12 12-3-16,-4 12 3 16,-6 10-41-16,-6 3-34 15,-2 3-241-15,0 14 109 0</inkml:trace>
  <inkml:trace contextRef="#ctx0" brushRef="#br0" timeOffset="97720.34">19245 9179 114 0,'0'0'473'16,"0"0"-373"-16,0 0-29 15,0 0-2-15,0 0-65 16,0 0-4-16,0 14-245 16,0-6-58-16</inkml:trace>
  <inkml:trace contextRef="#ctx0" brushRef="#br0" timeOffset="109788.42">12974 4531 184 0,'0'0'116'0,"0"0"-70"15,0 0 30-15,0 0-10 0,0 0-3 16,0 0 3-16,0 0-28 15,0-39-23-15,0 36 18 16,-3 0 9-16,3 0-6 16,0 1 4-16,-2 1-32 15,2 1 20-15,0 0-24 16,0 0 3-16,0 0-5 16,0 0-2-16,0 0-1 15,0 0-6-15,0 0-36 16,8 12 18-16,13 11 17 15,2 10 8-15,7 11 1 16,-2 6-1-16,-6 4-1 0,-6 4-1 16,-5-6-4-16,-8-5 3 15,-3-9-15-15,0-9 16 16,0-9-9-16,0-9 11 16,0-8 0-16,-2-3-6 15,-5 0 6-15,-10-1 54 16,-8-12-54-16,-5-7 0 15,-4-4 13-15,-3-2 12 16,-1-6-8-16,-3-1-4 16,8-4-9-16,10 4 14 15,8-2-18-15,15 0-7 0,11-5 7 16,30-5-94 0,18-1-1-16,9 1 10 0,0 7 32 15,-7 9 16 1,-11 4 4-16,-9 6 29 0,-10 7-4 15,-6 3-52-15,-10 7-73 16</inkml:trace>
  <inkml:trace contextRef="#ctx0" brushRef="#br0" timeOffset="110389.05">13349 4110 197 0,'0'0'194'0,"0"0"-90"15,0 0-5-15,10-72-22 16,-3 57 10-16,2 4-47 16,2 2-14-16,2 6-22 15,2 3-4-15,4 0-2 16,4 13-4-16,-4 11 3 16,-1 10-10-16,-10 5 0 15,-8 5-7-15,0-2 9 16,-14-4-9-16,-8-4 10 15,0-6-11-15,0-8 0 16,3-6 14-16,8-8 7 16,2-4 0-16,4-2 5 0,0 0 50 15,1-8-23-15,2-9 15 16,2-4-14-16,9 0-13 16,24 2-20-16,12 0-4 15,7 10-40-15,3 6-45 16,-3 3-29-16,-13 5-167 15</inkml:trace>
  <inkml:trace contextRef="#ctx0" brushRef="#br0" timeOffset="110870.31">13395 5184 305 0,'0'0'308'0,"0"0"-187"16,0 0-10-16,0 0-74 15,0 0-18-15,0 0-19 16,43-55 0-16,-8 24 5 16,4-7-1-16,0-5-2 15,-9 2-2-15,-12 4 0 0,-9-2-3 16,-9 6 3-16,0-1 0 16,-21 5-1-16,-1 5 3 15,2 7 1-15,5 11-3 16,6 6-3-16,2 0-4 15,-4 23-14-15,3 10 12 16,-2 11 8-16,3 7 2 16,6 0-13-16,1-4-2 15,0-5-5-15,8-12 13 16,8-9-43-16,-2-8-3 0,-2-7 11 16,2-6-22-1,-5 0-39-15,0-11-200 0</inkml:trace>
  <inkml:trace contextRef="#ctx0" brushRef="#br0" timeOffset="111031.52">13341 4899 532 0,'0'0'36'16,"0"0"-24"-16,0 0-6 15,0 0-5-15,109-1 11 16,-63-1 12-16,3 0-24 15,-1 2 0-15,1-3-28 16,-8-4-180-16</inkml:trace>
  <inkml:trace contextRef="#ctx0" brushRef="#br0" timeOffset="111453.33">13785 5009 271 0,'0'0'110'0,"0"0"-77"16,0 0 32-16,0 0-24 0,0 0-2 15,0 0-9-15,77-39-11 16,-70 26 23-16,-5 1 8 15,-2 0 26-15,0 4 2 16,0 2-68-16,0 3-1 16,0 1 25-16,0 2-33 15,0 0-1-15,0 0-5 16,-2 0-19-16,-10 11-4 16,-9 14-1-16,-1 1 29 15,1 3-3-15,8-9-13 16,10-6 13-16,3-4-18 15,0 0 18-15,4-2-13 16,23 0 16-16,16-4 0 16,15-2 12-16,11-2-12 0,1-3-51 15,-3-17-136-15</inkml:trace>
  <inkml:trace contextRef="#ctx0" brushRef="#br0" timeOffset="112471.97">14226 5028 468 0,'0'0'77'16,"0"0"-6"-16,0 0 42 16,0 0-40-16,0 0-27 15,0 0 0-15,-2-49-4 0,2 49-9 16,0 0-33-16,0 0 3 15,0 0-12-15,0 12-19 16,2 10 15-16,11 10 11 16,-4 1 2-16,-3 0-17 15,-2-3-27-15,-4-5-5 16,0-1-14-16,0-7-56 16,2-6-106-16</inkml:trace>
  <inkml:trace contextRef="#ctx0" brushRef="#br0" timeOffset="112683.52">14386 5158 458 0,'0'0'165'0,"0"0"-66"0,0 0-12 16,0 0-35-16,0 0-29 15,0 0-10-15,11-17-13 16,10 11-22-16,7-3 3 15,8 1-7-15,-2-1-10 16,-1-1-35-16,0 1-17 16,-9-3-64-16,-9 1-81 15</inkml:trace>
  <inkml:trace contextRef="#ctx0" brushRef="#br0" timeOffset="113002.21">14612 5005 585 0,'0'0'168'0,"0"0"-117"15,0 0-41-15,0 0-7 16,0 0 0-16,0 0-6 16,86-2 2-16,-72 19-3 15,-7-1-3-15,-7 2-29 16,0 1-30-16,-11 0 34 16,-10-4 20-16,-1-3 10 15,2-2-7-15,2-4 7 16,7 0-7-16,2-4 11 15,1 1-2-15,5-1 0 0,3-1 0 16,0 2-8 0,0 0 0-16,1 2 8 0,18-2 4 15,11-3 0 1,9 0-4-16,4-1 0 0,3-11 8 16,-3 0-13-16,-7 0 5 15,-12-3-132-15,-13-4-370 16</inkml:trace>
  <inkml:trace contextRef="#ctx0" brushRef="#br0" timeOffset="113696.18">14788 4526 135 0,'0'0'274'0,"0"0"-181"16,0 0-25-16,0 0-38 15,0 0-22-15,0 0-3 16,85-46 14-16,-54 37-17 0,-1 4 2 16,3 5-4-16,-8 0-85 15,-4 0-163-15</inkml:trace>
  <inkml:trace contextRef="#ctx0" brushRef="#br0" timeOffset="113901.22">14825 4613 614 0,'0'0'18'16,"0"0"-15"-16,0 0 5 0,89-4 14 16,-47-4-3-1,3 0-19-15,-2-1 0 0,5-3-5 16,-2-3-25-16,-1-4-167 15</inkml:trace>
  <inkml:trace contextRef="#ctx0" brushRef="#br0" timeOffset="114566.06">15668 4098 206 0,'0'0'362'16,"0"0"-265"-16,0 0 33 16,0 0-59-16,0 0 2 15,0 0-59-15,-15-46-14 16,15 48-7-16,0 19-10 0,0 13 17 15,0 6 2-15,0 3-2 16,-6-2-7-16,0-6 3 16,0-4 5-16,2-14-2 15,2-8-20-15,2-4 6 16,0-5 5-16,0 0 10 16,7-5 0-16,13-15 9 15,4-3-9-15,1-1-2 16,0 8 0-16,-5 6-3 15,1 4-4-15,0 6-12 0,-2 0 6 16,-3 15-30-16,-2 10 9 16,-4 5 36-1,-8 4-12-15,-2-4 6 0,0-4-7 16,0-12 12-16,-2-5 1 16,-3-4 3-16,-3-2-1 15,-4-3 7-15,-4 0 6 16,-4 0 9-16,2 0 18 15,3 0-19-15,3-3-1 16,8-2-17-16,4 4-5 16,0 1-15-16,14-1-151 15,14-3-156-15</inkml:trace>
  <inkml:trace contextRef="#ctx0" brushRef="#br0" timeOffset="114781.03">15969 4332 472 0,'0'0'74'0,"0"0"-2"16,0 0-51-16,97-33 19 15,-55 25-30-15,2 1-5 16,-2 2 3-16,-6-3-8 0,-3 4-10 15,-6 0-86 1,-9-4-221-16</inkml:trace>
  <inkml:trace contextRef="#ctx0" brushRef="#br0" timeOffset="115265.62">16467 4130 496 0,'0'0'103'16,"0"0"-52"-16,0 0 9 16,0 0 2-16,0 0-62 0,0 0 0 15,-64-35-11 1,42 50 11-16,-2 9 0 0,3 2 0 15,-1 6 0-15,4 2-5 16,6-2 5-16,4-1-17 16,8-7 0-16,3-9-40 15,22-11 49-15,8-4 2 16,4-10 12-16,3-13 4 16,-3-4-3-16,-3-2 1 15,-7 2 14-15,-8 2-19 16,-9 2 21-16,-9 1 32 15,-1 6-18-15,0 3 17 0,0 6-45 16,0 7-6 0,-4 0-8-16,-6 11-62 0,-4 21 60 15,0 10 4-15,4 6-22 16,10-2-4-16,5-5-46 16,27-11 56-16,8-9 13 15,-2-10-38-15,-1-5-67 16,-7-6-186-16</inkml:trace>
  <inkml:trace contextRef="#ctx0" brushRef="#br0" timeOffset="115555.04">15820 4589 525 0,'0'0'74'0,"0"0"-51"16,0 0 12-16,0 0 26 15,0 0-34-15,0 0 13 16,31-10-13-16,10-2-11 16,12-2 8-16,13-5-16 15,9 2 6-15,11-2-14 16,7-1 0-16,-1 3 4 15,-1 2-4-15,-9 3-6 16,-18 2-46-16,-16 3-62 0,-20 4 9 16,-22 3-144-1</inkml:trace>
  <inkml:trace contextRef="#ctx0" brushRef="#br0" timeOffset="115898.3">16299 4686 618 0,'0'0'0'0,"0"0"0"15,0 0 12-15,-70 102-8 16,44-52-4-16,3 7 0 16,4 7 3-16,9-6-3 0,7-9 0 15,3-17 0-15,20-14-8 16,11-13 14-16,8-5-6 15,7-7 25-15,-3-20 7 16,-5-2 17-16,-8-3-2 16,-14 1 5-16,-13 0-13 15,-3 1-38-15,-12 0-1 16,-20 4-1-16,-2 6-6 16,4 6-18-16,8 8-18 15,16 6-19-15,2 0-18 16,4 0-149-16,0 0 52 15</inkml:trace>
  <inkml:trace contextRef="#ctx0" brushRef="#br0" timeOffset="116244.47">16902 4084 532 0,'0'0'38'0,"0"0"65"16,0 0-5-16,0 0-24 15,0 0-19-15,0 0-55 16,53-39-9-16,-53 72 2 16,0 9 6-16,-12 12 1 15,-16 2 0-15,-5-1 1 16,-3-5-12-16,2-8 7 16,0-7-41-16,-4-2-7 15,-7-8-77-15,-2-9-197 16</inkml:trace>
  <inkml:trace contextRef="#ctx0" brushRef="#br0" timeOffset="116757.1">15468 4210 394 0,'0'0'154'0,"0"0"-72"16,0 0-75-16,0 0-1 15,0 0-3-15,-9 82-3 16,6-28 5-16,3 7-1 16,18-1-6-16,33-3 2 15,19-11-32-15,16-20-109 16,5-16-251-16</inkml:trace>
  <inkml:trace contextRef="#ctx0" brushRef="#br0" timeOffset="117680.01">17037 3948 324 0,'0'0'161'0,"0"0"4"15,0 0-46-15,0 0-44 16,0 0-37-16,0 0-36 16,76-35 3-16,-47 39-5 15,-4 13 0-15,-4 7-11 16,-11 5 11-16,-10 4-9 16,0 6 5-16,-17 4-14 15,-15 4 2-15,-4-4-6 16,0-2-24-16,6-8 33 15,7-11-37-15,11-9 25 0,6-8 21 16,4-3 5-16,2-2-1 16,0 0 2-16,0 0 20 15,0 1 112-15,0 1-75 16,0 3-56-16,0 9-3 16,9 6 4-16,6 11-7 15,3 9 3-15,-2 3 0 16,-7 8-3-16,-7 1 3 15,-2-6 0-15,0-7-4 16,-3-11 9-16,-5-8-6 16,1-8 1-16,1-3 0 15,0 0 1-15,0-1-1 16,1 3 0-16,1 3-5 0,1 1 3 16,3 0-11-1,0 2-36-15,0-3-25 0,0 0 43 16,5-5-49-16,5-1 8 15,1-8-15-15,5 0 36 16,2 0-26-16,3-19-120 16</inkml:trace>
  <inkml:trace contextRef="#ctx0" brushRef="#br0" timeOffset="118080.92">17283 3870 566 0,'0'0'68'16,"0"0"52"-16,0 0-35 15,0 0-32-15,30-74-43 16,-25 71-1-16,2 3-9 15,5 0 5-15,-1 18-14 16,3 13 8-16,-6 7 1 16,-8 7-10-16,-8 1 2 15,-13-4-7-15,-4-5-11 16,0-6-1-16,-1-7 10 16,3-8-15-16,8-3-8 0,4-9 21 15,5-2 11-15,6-2 8 16,0 0 53-16,0-3 17 15,10-11-25-15,20-2-39 16,15 0 5-16,13-1-21 16,7 2 10-16,2 6-18 15,-3 4-39-15,-5-1-61 16,-12-1-116-16</inkml:trace>
  <inkml:trace contextRef="#ctx0" brushRef="#br0" timeOffset="119012.01">15487 4153 331 0,'0'0'144'0,"0"0"-27"16,0 0-27-16,0 0 29 15,0 0-119-15,0 0-5 16,-50 14-3-16,27 24 5 16,-2 10-9-16,2 5 11 15,6-3-54-15,8-6 22 16,9-5-8-16,0-8 30 16,18-1 4-16,1-4 5 15,3 1 2-15,-7-6-2 0,0-2 2 16,-7-1 0-16,-5-5 0 15,-3 0 1-15,0 5 0 16,-9 6-1-16,-8 7 0 16,1 8 9-16,1 0-9 15,4-2-7-15,2-1-3 16,5-2-44-16,3-6-12 16,1-4 38-16,0-5 28 15,0-9 5-15,0 0-5 16,0-5 0-16,2-1 0 15,7 4 1-15,4 4 17 0,6 2 0 16,3 6 2-16,-1-2-5 16,0 0-14-16,-6-1-1 15,-2-3 0-15,-5-1 3 16,-1-4-7-16,4-2-4 16,4-2 8-16,12-2-9 15,17-2 9-15,12 0-12 16,10-1-152-16,-1 0-81 15</inkml:trace>
  <inkml:trace contextRef="#ctx0" brushRef="#br0" timeOffset="119514.32">17672 4356 314 0,'0'0'142'0,"0"0"-17"15,0 0-55-15,0 0-19 16,0 0-29-16,0 0-16 16,102-53-4-16,-81 53-4 0,-6 0-3 15,1 0-47-15,-7 8 2 16,-4 0-151-16,-5 1-68 15</inkml:trace>
  <inkml:trace contextRef="#ctx0" brushRef="#br0" timeOffset="119694.38">17468 4556 503 0,'0'0'135'0,"0"0"-64"15,0 0-62-15,0 0-5 0,108-27-5 16,-56 21 1-16,3-2-78 16,-1-3-113-16,-5-5-252 15</inkml:trace>
  <inkml:trace contextRef="#ctx0" brushRef="#br0" timeOffset="129936.52">18121 4241 231 0,'0'0'86'15,"0"0"-33"-15,0 0-39 16,0 0 2-16,0 0-15 0,0 0 105 16,0 0-81-1,57-75 25-15,-57 65-5 0,0 0-1 16,0-4 7-1,0-1-5-15,-7 3-5 0,2 2 11 16,2 6-36-16,2 1-4 16,-1 3-7-16,1 0-5 15,-8 0-4-15,-2 22-17 16,-7 9 6-16,1 10 13 16,-1 3-61-16,9-2 0 15,7-7 9-15,2-6 6 16,11-11 24-16,16-7 18 0,5-6 6 15,-2-5 7 1,-4 0-6-16,-7 0 12 0,-9 0 38 16,-1 0-37-16,2 0-10 15,-9 4-4-15,-2 5-3 16,0 6-7-16,-1 3 9 16,-17 1 1-16,-4-1 4 15,1-1 1-15,0-5-5 16,3-3 0-16,2-1 0 15,-3-2 5-15,-3 2-5 16,-6-3 0-16,-5 2-5 16,-2-7-38-16,7 0-299 15</inkml:trace>
  <inkml:trace contextRef="#ctx0" brushRef="#br0" timeOffset="130164.97">18213 4047 319 0,'0'0'133'0,"0"0"-33"16,0 0-91-16,0 0-7 15,0 0 10-15,105-34-5 16,-73 25-6-16,0 4 12 15,-2-1-13-15,2 1-4 0,-1-5-63 16,-4-5-313-16</inkml:trace>
  <inkml:trace contextRef="#ctx0" brushRef="#br0" timeOffset="130501.38">18659 3800 535 0,'0'0'71'15,"0"0"-32"-15,0 0-39 16,0 0 0-16,0 0-1 16,81 69 1-16,-79-35-23 15,-2-2-66-15,0-3-22 0,-9-4 46 16,-9-6 29-16,-6-4 22 15,1-4 9-15,4-3 10 16,6-5 4-16,9-3 18 16,4 0 145-16,0 0-5 15,0 0-30-15,19-13-94 16,13-5-38-16,18 2-2 16,9-1-6-16,13 6-2 15,13 2-84-15,5 1-37 16,-9-2-208-16</inkml:trace>
  <inkml:trace contextRef="#ctx0" brushRef="#br0" timeOffset="130706.37">18870 4132 407 0,'0'0'98'16,"0"0"-85"-16,0 0 27 16,121 0-10-16,-67 0-30 15,10 0-1-15,-1 2-94 16,-7 2-233-16</inkml:trace>
  <inkml:trace contextRef="#ctx0" brushRef="#br0" timeOffset="130889.91">18938 4266 449 0,'0'0'137'0,"0"0"-135"16,89-3 23-16,-31-3 10 15,6 1-33-15,8 2-4 16,-1-2-10-16,-2-4-163 15,-6-5-286-15</inkml:trace>
  <inkml:trace contextRef="#ctx0" brushRef="#br0" timeOffset="131451.36">19442 3984 592 0,'0'0'72'16,"0"0"5"-16,0 0-32 15,0 0-45-15,0 0-2 16,0 0-3-16,76 33 3 16,-60-5 2-16,-7-2-2 15,-6 3 2-15,-3-2-7 16,0-3 7-16,-17-2-22 0,-6-6 21 16,3-3-3-1,7-5 4-15,4-2 0 0,6-5 3 16,3-1 11-16,0 0-9 15,6-1 19-15,24-15-15 16,15-6-9-16,17-3-2 16,14-1-5-16,3 1 6 15,3 1-10-15,-4-2 11 16,-13 4 0-16,-17 0-2 16,-12 3 5-16,-16 3-1 15,-10 5-2-15,-7 4 2 16,-3 2 42-16,0 5-21 0,0 0-19 15,0 0-1 1,0 0-3-16,0 0-6 0,0 0-6 16,-2 11 12-16,-5 9-6 15,1 5 9-15,4 0-3 16,2-1 11-16,0 0-9 16,0-4 6-16,0-2-8 15,0-5 1-15,0-2 1 16,0-1-2-16,-7-1 0 15,-9-1 7-15,-4 1-6 16,-7-6 2-16,-3-3-3 16,-2 0-56-16,-8-2 2 15,-1-16-107-15,10-1-256 0</inkml:trace>
  <inkml:trace contextRef="#ctx0" brushRef="#br0" timeOffset="131621.01">20084 3921 549 0,'0'0'104'16,"0"0"44"-16,0 0-71 15,39-75-19-15,-21 59-25 16,6 2-30-16,9 5-1 16,13 4-2-16,14 5-29 15,10 0-72-15,0-6-187 16</inkml:trace>
  <inkml:trace contextRef="#ctx0" brushRef="#br0" timeOffset="131770.08">20426 3822 101 0,'0'0'482'0,"0"0"-387"15,0 0 63-15,0 0-97 16,0 0-61-16,0 0-71 15,0 12-269-15</inkml:trace>
  <inkml:trace contextRef="#ctx0" brushRef="#br0" timeOffset="142509.64">22249 9299 92 0,'0'0'25'16,"0"0"39"-16,0 0-35 15,0 0 25-15,0 0-4 16,0 0 5-16,0 0 25 0,34-48-20 16,-30 38-27-16,1-1 14 15,0-1 6-15,-1 2-26 16,-1 3 42-16,-1 4-44 16,-1-1-15-16,-1 4-10 15,0 0 0-15,0-1-11 16,0 1 11-16,0 0-17 15,0 0 3-15,0 10 10 16,0 5 2-16,0-1 2 16,0 1 0-16,0-1-1 15,0 0 1-15,0-1-3 16,0-2 1-16,0 0-6 16,15-2 7-16,7-4 0 15,4 0 1-15,5-5 3 0,6 0-3 16,-1 0 0-16,-2-12 10 15,-4-3-9-15,-5-4 7 16,-3-1-5-16,-3-3 34 16,-5 1-4-16,-1 3-29 15,-7 6 21-15,-3 4-3 16,-3 6-21-16,0 0-1 16,0 3-3-16,0 0-79 15,0 6-47-15,0 15 73 16,-9 1-83-16,-1-2-14 0</inkml:trace>
  <inkml:trace contextRef="#ctx0" brushRef="#br0" timeOffset="142644.16">22635 9303 289 0,'0'0'92'16,"0"0"1"-16,0 0-8 15,0 0-23-15,0 0-39 16,0 0-23-16,-16 10-170 15,-1 4 27-15</inkml:trace>
  <inkml:trace contextRef="#ctx0" brushRef="#br0" timeOffset="-180233.34">3956 7919 150 0,'0'0'120'16,"0"0"-91"-16,0 0 34 0,0 0 18 16,0 0-75-16,0 0-6 15,0 0-13-15,12 34-84 16,-12-10 9-16,-3 8-87 15</inkml:trace>
  <inkml:trace contextRef="#ctx0" brushRef="#br0" timeOffset="-144456.93">1765 8022 226 0,'0'0'89'0,"0"0"13"16,0 0-46-16,-6-72 29 15,3 59 30-15,-3 1-8 16,3 3-31-16,-2-1-29 15,0 1 0-15,1 1-38 16,-2 2 15-16,4 4 23 16,-1 2-36-16,0 0-5 15,0 0 4-15,1 0-10 16,-5 6-5-16,2 24-8 16,-4 25 13-16,-4 27 0 15,-5 18 0-15,3 6 0 16,-1-11 4-16,5-23 0 0,2-24-8 15,4-23 3-15,5-17-2 16,0-8-1-16,0 0 4 16,0-11 0-16,0-30 15 15,0-20-15-15,5-17-16 16,4-4 12-16,-3 3 6 16,2 4-15-16,5 9 12 15,8 4-57-15,6 6 37 16,5 9-5-16,4 13 25 15,-6 14 1-15,0 14 0 16,-9 6-10-16,3 14 10 16,-5 18-10-16,1 10 4 15,-4 11 2-15,-4 7 4 16,-6 10 4-16,1-2 2 0,-2-3 7 16,-4-7-13-16,-1-9 0 15,0-3 11-15,0-3-11 16,-19-6-23-16,-6-20-144 15,-5-17-278-15</inkml:trace>
  <inkml:trace contextRef="#ctx0" brushRef="#br0" timeOffset="-144286.93">1474 8290 824 0,'0'0'41'0,"0"0"27"16,0 0-43-16,0 0-25 0,0 0-17 15,0 0 13-15,61 4 2 16,3-1 2-16,20-3 1 16,14 0-1-16,11-23-34 15,-4-15-153-15,-22-8-411 16</inkml:trace>
  <inkml:trace contextRef="#ctx0" brushRef="#br0" timeOffset="-143686.92">1772 9131 651 0,'0'0'146'16,"0"0"-47"-16,0 0-44 16,0 0-20-16,0 0-16 15,0 0-4-15,0-39-15 16,0 46-7-16,-1 32 3 16,-5 27 4-16,-6 23 1 15,1 17-1-15,-2-2 0 0,1-9-8 16,0-16-14-16,5-20-19 15,4-16 7-15,1-16-21 16,2-16-46-16,0-11-136 16</inkml:trace>
  <inkml:trace contextRef="#ctx0" brushRef="#br0" timeOffset="-143036.92">1625 9361 224 0,'0'0'34'16,"0"0"-17"-16,0 0 72 15,0 0-52-15,0 0 58 16,0 0-56-16,-19-51 30 16,18 43-4-16,-2-1-27 15,0-2 28-15,2 2-29 0,1-6-13 16,0-2-8 0,0-1-14-16,13-4 5 0,11-5 12 15,11 0-17-15,2 3-2 16,3 5 23-16,-3 9-11 15,-7 10-6-15,0 0-6 16,-2 10 0-16,2 15-6 16,-4 6 6-16,-3 8-38 15,-12 0-27-15,-11-3-9 16,0-3 36-16,-21-1 28 16,-16-3 10-16,-10 2 11 15,-5-4 13-15,12-6 30 16,10-7 3-16,14-3-29 15,14-4-26-15,2 3-2 0,9 0 0 16,15-1-6-16,9-2 7 16,1 3-1-16,5 0 2 15,-5 2 0-15,-1 2 2 16,-2 3-4-16,-1 2 0 16,-3 1 1-16,-10-3-1 15,-1 0 0-15,-10-3 1 16,-6 0 1-16,0 1 4 15,-27 6-6-15,-18 7 0 16,-13 1 9-16,-12 5-5 16,3-1-8-16,11-1-2 15,18-14-157-15,21-10-363 16</inkml:trace>
  <inkml:trace contextRef="#ctx0" brushRef="#br0" timeOffset="-142456.93">1918 10539 563 0,'0'0'133'16,"0"0"-33"-16,0 0-52 0,0 0-29 15,0 0 18-15,0 0-35 16,-62-24 7-16,30 45-15 15,-6 11 6-15,-1 10 0 16,3 8-2-16,2 4 5 16,13 1 1-16,9-2-4 15,12-7 0-15,0-6-3 16,9-9 3-16,15-12-4 16,6-12 4-16,13-7 0 15,5-3 8-15,8-16-8 0,1-7 1 16,4-5 0-1,6-4-1-15,-1-4-68 0,-8-4-338 16</inkml:trace>
  <inkml:trace contextRef="#ctx0" brushRef="#br0" timeOffset="-141406.92">1856 11838 138 0,'0'0'285'0,"0"0"-166"15,0 0-34-15,0 0 21 16,0 0-13-16,0 0-31 0,-23-33 6 16,23 33-61-16,0 0-7 15,0 13-4-15,0 18 4 16,0 17-7-16,0 11 7 15,-1 3 0-15,-1-2 2 16,2-9-2-16,0-10-5 16,0-10-28-16,0-5-26 15,0-7-25-15,0-14-109 16</inkml:trace>
  <inkml:trace contextRef="#ctx0" brushRef="#br0" timeOffset="-141106.92">1805 11727 69 0,'0'0'671'16,"0"0"-568"-16,0 0-33 16,0 0-59-16,0 0-11 15,0 0 0-15,82 17-9 16,-37 24 9-16,4 5 0 15,-7 4-7-15,-5-1 14 16,-10 0-10-16,-8-2 3 16,-10-1 0-16,-7-4 3 15,-2-4-3-15,-3-3 0 16,-21 2 6-16,-12-1-5 0,-12-3-2 16,-10 0-3-16,-3-3-32 15,0 0-34-15,9-5-142 16</inkml:trace>
  <inkml:trace contextRef="#ctx0" brushRef="#br0" timeOffset="-140436.92">1745 13257 657 0,'0'0'100'15,"0"0"-69"-15,0 0-31 16,0 0-8-16,0 0 8 0,0 0 0 15,-19 101 1 1,12-58 16-16,-5 6-11 0,7-1 12 16,5 2-3-16,0-5-12 15,3-5 3-15,18-8-6 16,6-10 0-16,13-8 23 16,5-11-9-16,10-3 22 15,5-8-12-15,1-12-20 16,0-1 7-16,2-1-11 15,-2-2-11-15,-3 5-16 16,-10-3-154-16,-10-1-137 16</inkml:trace>
  <inkml:trace contextRef="#ctx0" brushRef="#br0" timeOffset="-140196.93">1862 13218 460 0,'0'0'125'16,"0"0"-17"-16,0 0-64 16,0 0 17-16,0 0 11 15,0 0-59-15,22-22-10 0,14 7-3 16,7-2-31-16,3-1-20 15,-1 1-61-15,-6 0-10 16,-12 4-104-16</inkml:trace>
  <inkml:trace contextRef="#ctx0" brushRef="#br0" timeOffset="-139986.92">1656 13489 621 0,'0'0'59'0,"0"0"10"15,0 0 16-15,105-36-19 16,-73 25-59-16,5-1-5 0,2 4-1 16,3 2-1-16,-5-1-97 15,-10 0-319-15</inkml:trace>
  <inkml:trace contextRef="#ctx0" brushRef="#br0" timeOffset="-138926.92">1805 14265 403 0,'0'0'178'0,"0"0"-50"15,0 0-13-15,0 0-17 16,0 0-52-16,0 0-20 16,0-49-16-16,0 49-7 15,0 5-6-15,0 20-10 16,0 21 13-16,0 20-4 16,0 9 6-16,0 4-4 15,0 0 2-15,0-12-19 16,2-7 0-16,1-14-20 15,0-10 7-15,1-12 29 16,3-9-27-16,1-11-22 16,1-4-29-16,7-19-29 15</inkml:trace>
  <inkml:trace contextRef="#ctx0" brushRef="#br0" timeOffset="-138536.92">1761 14344 494 0,'0'0'163'15,"0"0"-11"-15,0 0-67 16,0 0-36-16,0 0 3 16,0 0-38-16,20-81-8 15,4 67-3-15,9-1-3 16,13-1-2-16,2 3-9 15,1 3-4-15,-4 2-24 16,-8 5-14-16,-10 3-47 16,-14 0-13-16,-13 21-59 0,-13 6-24 15,-26 7-91 1</inkml:trace>
  <inkml:trace contextRef="#ctx0" brushRef="#br0" timeOffset="-138326.93">1796 14658 734 0,'0'0'127'0,"0"0"-83"15,0 0 14-15,0 0-29 16,0 0-4-16,0 0-16 16,31-13-5-16,-17 5-2 15,2 1-2-15,2 0-8 16,3 2 6-16,3-2-43 0,3-3-43 15,-6 1-141-15,3-1-156 16</inkml:trace>
  <inkml:trace contextRef="#ctx0" brushRef="#br0" timeOffset="-111216.92">23004 7975 200 0,'0'0'106'0,"0"0"-2"15,0 0-11-15,0 0-45 16,0 0 5-16,0 0 2 16,0 0-15-16,0-19 17 15,0 19-4-15,0 0-11 16,0 0 18-16,0-2-60 15,0 2 5-15,0 0-1 16,0 0-2-16,0 0 0 16,0 0-2-16,0 0 0 15,0 0 27-15,0 0-21 0,0 0-4 16,0 0 2-16,0 0-4 16,0 8-6-16,0 12-14 15,0 7 20-15,4 1-13 16,-2-2 13-16,5-7-15 15,-1-3 14-15,0-7-8 16,3-2 6-16,6-6-1 16,10-1 4-16,20-13 5 15,16-21-5-15,13-14 0 16,6-10 5-16,-6 3-4 16,-8 9 6-16,-16 14-7 15,-15 13 0-15,-9 12-8 16,-12 7-26-16,-14 10-189 15,0 13-107-15</inkml:trace>
  <inkml:trace contextRef="#ctx0" brushRef="#br0" timeOffset="-110336.92">22405 9254 242 0,'0'0'98'0,"0"0"-10"15,0 0 15-15,0 0-26 0,0 0-16 16,0 0-16 0,-15-72 21-16,15 52 0 0,0-2-30 15,0 3 11-15,0 0-19 16,0 6 4-16,0 4-20 15,0 5-9-15,-2 4 10 16,2 0-13-16,0 0-9 16,0 4 2-16,0 18-35 15,5 13 39-15,10 2 3 16,2 2 0-16,2-3-6 16,-2-3 6-16,-1-5 0 15,-5-7-1-15,5-6 0 16,-3-8 0-16,3-7-6 15,13-4 7-15,10-26 7 16,19-14-7-16,11-11 0 0,2-8 3 16,-5 3-1-16,-18 8-3 15,-16 14 1-15,-14 12 0 16,-11 15 31-16,-3 5-27 16,-4 6-4-16,0 0-2 15,0 3-45-15,0 23-40 16,0 12-3-16,-5 3-54 15,4-4-189-15</inkml:trace>
  <inkml:trace contextRef="#ctx0" brushRef="#br0" timeOffset="-110196.93">23171 9131 687 0,'0'0'201'16,"0"0"-165"-16,0 0-6 15,0 0-30-15,0 0-287 16,0 0-76-16</inkml:trace>
  <inkml:trace contextRef="#ctx0" brushRef="#br0" timeOffset="-109236.92">22598 12235 313 0,'0'0'150'0,"0"0"-23"16,0 0-59-16,0 0 14 15,16-85-14-15,-12 72-21 16,-3 2-23-16,1 6 29 16,0 1-25-16,-2 4-14 15,0 0-14-15,0 0 5 16,0 0-16-16,0 12-10 16,0 7 21-16,0 6-7 15,0 3 7-15,0-5 0 16,0-3 0-16,0-3-4 15,0-6 1-15,0-7-18 0,21-4 21 16,21-16-1-16,19-21 7 16,14-11-6-16,-1-1 0 15,-13 6 0-15,-16 8 4 16,-11 13-4-16,-10 8 0 16,-6 14-11-16,-11 0-88 15,-7 19-156-15,-9 8-222 16</inkml:trace>
  <inkml:trace contextRef="#ctx0" brushRef="#br0" timeOffset="-108426.93">22569 14592 371 0,'0'0'82'15,"0"0"-20"-15,0 0 19 16,0 0-3-16,0 0 40 15,0 0-35-15,0 0-28 16,0 0-31-16,0 0-20 16,0 0 6-16,0 0-10 15,0 0-7-15,0 6 4 16,0 3 1-16,0 4 2 16,0 4 0-16,0 0 3 15,0 1-6-15,0-3 3 16,5-4 0-16,3-1-3 15,8-5 6-15,5-5-3 0,14 0 0 16,10-11 0-16,7-12-5 16,-1-1 5-16,-5-3-1 15,-7-6 0-15,-7 0 2 16,0 0 2-16,-9 1-3 16,1 4 1-16,-2 5 20 15,-4 4-21-15,-5 9 0 16,-5 7-7-16,-7 3-21 15,-1 0-107-15,0 8 86 16,0 6 4-16,0-2 44 16,-9 3-35-16,2-5-41 15,-2-4-100-15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30:20.878"/>
    </inkml:context>
    <inkml:brush xml:id="br0">
      <inkml:brushProperty name="width" value="0.05292" units="cm"/>
      <inkml:brushProperty name="height" value="0.05292" units="cm"/>
      <inkml:brushProperty name="color" value="#FF0000"/>
    </inkml:brush>
  </inkml:definitions>
  <inkml:trace contextRef="#ctx0" brushRef="#br0">6038 2334 426 0,'0'0'81'16,"0"0"-1"-16,0 0-18 16,0 0 19-16,0 0-28 15,0 0 4-15,-4-71-50 16,4 64 40-16,-2 2-19 15,2 0-5-15,-1 3-4 16,1 2 2-16,0 0-15 16,0 0-6-16,-2 0-5 15,2 0-4-15,-1 22-12 16,-4 26-5-16,-4 25 23 16,-12 21 5-16,-8 15-5 0,-4 2 3 15,-9-7 0-15,3-15 6 16,5-19-6-16,6-20 0 15,7-21 5-15,7-13-2 16,2-8 0-16,-4-8-3 16,-3-3 2-16,-7-21 9 15,-5-12-11-15,1-10-7 16,8-12 3-16,14-7 0 16,8-8 0-16,13-9-2 15,27-1 6-15,15-8 0 16,9 4 0-16,10 6-9 15,1 14 8-15,1 18-8 0,-12 18 6 16,-6 12 3-16,-14 16 0 16,-13 3-4-16,-3 22 0 15,-7 24 2-15,-12 22 1 16,-9 13 1-16,0 9-6 16,-22 1 6-16,-5-12 0 15,0-7-1-15,3-14 1 16,0-14-11-16,5-11-14 15,4-11-32-15,2-12-31 16,5-10-80-16,4-21-120 16</inkml:trace>
  <inkml:trace contextRef="#ctx0" brushRef="#br0" timeOffset="172.82">5639 2646 416 0,'0'0'84'16,"0"0"-1"-16,0 0-83 15,0 0-1-15,0 0-4 16,0 0 5-16,37 38 24 16,12-26-21-16,17-3 34 15,19-9-15-15,12 0-22 16,4-8-45-16,-10-12-392 16</inkml:trace>
  <inkml:trace contextRef="#ctx0" brushRef="#br0" timeOffset="402.45">6220 2813 739 0,'0'0'0'15,"0"0"0"-15,0 0 3 16,0 0 47-16,0 0-17 15,118-7-33-15,-54 4 0 16,17-2-5-16,16-7 4 16,10-7-69-16,9-10-36 15,-2-3-59-15,-7-1-94 16</inkml:trace>
  <inkml:trace contextRef="#ctx0" brushRef="#br0" timeOffset="783.12">7142 2556 798 0,'0'0'103'15,"0"0"-56"-15,0 0-39 16,0 0-16-16,0 0-2 15,0 0 10-15,0 128 4 0,6-60-4 16,8-5 0-16,5-14-11 16,-1-19 10-16,3-15-7 15,1-15 10-15,11 0-2 16,7-26 14-16,4-15-9 16,-1-3 16-16,-17-4-7 15,-12-1-11-15,-14 1 21 16,-15 0-24-16,-29 5-7 15,-10 9 4-15,1 15-6 16,10 18 1-16,13 1-48 16,14 27-108-16,13 14 43 15,3 2-79-15,31-8-124 16</inkml:trace>
  <inkml:trace contextRef="#ctx0" brushRef="#br0" timeOffset="996.79">7667 2685 565 0,'0'0'156'15,"0"0"-96"-15,0 0-17 16,0 0-37-16,0 0 43 16,0 0-47-16,82-39 5 15,-12 30-11-15,12 1 4 16,15-4-11-16,8-7-35 15,9-6-59-15,-3-3-43 16,-14-2-130-16,-15-1 54 0</inkml:trace>
  <inkml:trace contextRef="#ctx0" brushRef="#br0" timeOffset="1415.73">8630 2353 224 0,'0'0'328'0,"0"0"-223"16,0 0 14-16,0 0-39 15,0 0-59-15,0 0-21 16,-107 60 0-16,51 23 4 15,-8 16-7-15,4 0 3 16,9-9 0-16,11-22 8 16,19-28-8-16,9-18 0 15,9-14-5-15,3-6 13 0,0-2 3 16,0 0 1 0,0-19 54-16,0-18-15 15,15-18-51-15,6-11-4 16,7-1-16-16,0-1-14 0,2 3 9 15,3 4-51-15,5 3 18 16,1 10 27-16,2 11-1 16,-4 11 32-16,-5 14-2 15,-4 12 5-15,-1 5-4 16,0 24 1-16,-1 12 0 16,-2 7-2-16,-6 3 7 15,-3 0-5-15,-9-2 0 16,-6 2 5-16,0-1 6 15,0-6-8-15,0-4-3 0,-9-6 15 16,-7-9-13-16,5-6 4 16,-2-6-6-16,4-9-29 15,1-4-42-15,5-6-181 16</inkml:trace>
  <inkml:trace contextRef="#ctx0" brushRef="#br0" timeOffset="1610.91">8302 2653 709 0,'0'0'72'15,"0"0"12"-15,0 0-84 16,0 0 4-16,0 0-9 16,0 0 4-16,8-15-6 15,29 15 2-15,18 3 10 0,17-3 4 16,6 0-6-16,4-17-6 15,2-6-41-15,-10-9-211 16</inkml:trace>
  <inkml:trace contextRef="#ctx0" brushRef="#br0" timeOffset="21147.78">2354 6261 462 0,'0'0'50'0,"0"0"32"0,0 0-76 16,0 0 14-1,0 0 17-15,0 0 3 16,0 0 5-16,0 0-30 0,0 0 4 16,0 0 18-16,0 0-32 15,0 0 21-15,0 0 5 16,0 0-12-16,0 0 18 15,0 0-19-15,-4 0-16 16,0-4 9-16,1-2-7 16,-4-1-4-16,0 0 0 15,1-3 2-15,-8-1-3 16,2 0 1-16,-3 2 0 16,-1 1-6-16,4 1 6 15,2 0-5-15,-1 4 3 16,-4 3 2-16,-9 0-6 0,-4 0 1 15,-6 17 2-15,-3-1-4 16,-1 9 7-16,1-2 0 16,-2 5 0-16,5 2 3 15,-2 1-11-15,2 0 8 16,7 3 0-16,3 2 2 16,0 1-2-16,3 4 0 15,-1 3-3-15,0 4 3 16,-1 5-3-16,1 6 3 15,2 3 0-15,1 11 0 16,1 2 1-16,6 0-1 16,3-2 0-16,6-9 3 15,3-3-7-15,0-3 4 0,15 1 0 16,10-3-5-16,7-4 10 16,7-3-4-16,5-6-1 15,3-7 0-15,3-6 7 16,2-6-7-16,4-7 0 15,9-8 5-15,10-9-3 16,10 0 4-16,3-12-6 16,3-13 6-16,-2-8-4 15,-3-6-2-15,2-8 0 16,-13-4 9-16,-7-2-2 16,-15-2 17-16,-8 2-16 15,-5 0-2-15,-10-3 19 0,-2-12-22 16,-8-9 3-16,-2-3 7 15,-11-3-11-15,-7 5 2 16,-1 3 4-16,-26 4-3 16,-5 4 8-16,-5 6-13 15,-4 5 0-15,0 6 12 16,2 6-6-16,-4 2 3 16,0 6-9-16,4-2 0 15,-4 3 5-15,0 2-5 16,-5 4-1-16,0 9 1 15,-1 13-10-15,-6 7-13 16,-23 38-42-16,-23 29 4 16,-18 22-16-16,-8 7-120 0,13-8-176 15</inkml:trace>
  <inkml:trace contextRef="#ctx0" brushRef="#br0" timeOffset="22012.77">2202 6559 261 0,'0'0'98'16,"0"0"58"-16,0 0-88 16,0 0-19-16,0 0-11 15,0 0-14-15,-36-61-2 16,36 58 14-16,-3 1-34 15,3 1-2-15,0 0 24 16,0 1-16-16,0 0 16 16,0 0 1-16,-2 0-4 15,2 0 19-15,0 0-27 16,0 0-3-16,0 0 1 16,0 0-9-16,0 0-1 15,0 0-1-15,0 0 5 0,0 0-1 16,0-2-4-1,0 2 0-15,0 0 12 0,0 0-12 16,0 0-1-16,0 0 0 16,0 0-1-16,0 0-9 15,0 14 9-15,0 6 2 16,0 10-2-16,0 9 4 16,-7 15-2-16,0 11 0 15,-2 8 0-15,-2 8 0 16,1-4 0-16,2-8-1 15,5-16-4-15,2-17 0 16,1-16 5-16,0-11 0 0,0-2 3 16,0-6-13-1,0 2 11-15,0-2-1 0,0 1 5 16,0-2-3-16,0 0 0 16,0 0-2-16,0 0 0 15,0 0 9-15,0 0-5 16,0 0-4-16,0 0 12 15,0 0-6-15,0 0-5 16,0 0-1-16,7-9-67 16,4-10-204-16</inkml:trace>
  <inkml:trace contextRef="#ctx0" brushRef="#br0" timeOffset="23205.47">3161 6917 144 0,'0'0'108'0,"0"0"-22"16,0 0 5-16,0 0-13 15,0 0 12-15,0 0-10 16,-55 0 19-16,47-3-71 0,-2-2-4 16,4 5-13-1,3-3 23-15,1 3-34 0,2-2 0 16,0 2 6-16,0 0-5 16,0 0-1-16,0-1 0 15,0 1 0-15,0-1-5 16,0 1 5-16,0 0 0 15,0 0 3-15,0 0-2 16,0 0 1-16,0 0-2 16,0 0 2-16,0 0 1 15,0 0-3-15,-1-2 0 16,-2 1 4-16,1-3 4 16,-5 1 14-16,1 0-22 15,2 2 0-15,2-1 20 16,2 2-20-16,0 0-1 0,0 0-1 15,0 0-7-15,27 0-14 16,25 9 18-16,29 2 5 16,32 2-1-16,23-4 1 15,25-1 0-15,16-6 4 16,14-2-2-16,5 0 1 16,2-13-3-16,-10-1 0 15,-15 2-2-15,-18-1 2 16,-10 2 0-16,-20-1 4 15,-9 2-3-15,-22 1-1 16,-19-1 0-16,-18 3 0 16,-20 0 0-16,-15 1 0 15,-11 4 0-15,-4-3 0 0,-4 1 4 16,-3 3-6-16,0-1 2 16,0-1 0-16,0 3 7 15,0-1-3-15,0-1-4 16,-3 1 7-16,-9-1-6 15,2-1 6-15,1 1-7 16,0 2 0-16,2-2-1 16,2 2 1-16,3-1-6 15,-1 1-1-15,3-1-11 16,0 1-18-16,0 0-52 16,0 0 39-16,-1 0 44 15,-2-2-80-15,-6-1-77 16,-6-4-11-16</inkml:trace>
  <inkml:trace contextRef="#ctx0" brushRef="#br0" timeOffset="23543.79">5418 6556 614 0,'0'0'75'15,"0"0"-15"-15,0 0 19 16,0 0-32-16,0 0-45 16,0 0-2-16,42-24-3 15,-11 41 3-15,10 5-4 16,1 5 4-16,-4 4 0 0,-1 3 1 16,-10 6 2-16,-1 2-3 15,-6 3 0-15,-11-3 4 16,-6-5 2-16,-3-4-6 15,-9-7 0-15,-21-4 14 16,-15 0-11-16,-16-5-2 16,-12 0-1-16,-2-3-4 15,7 0-48-15,23-3-130 16,26-6-188-16</inkml:trace>
  <inkml:trace contextRef="#ctx0" brushRef="#br0" timeOffset="24359.79">6135 6218 262 0,'0'0'46'0,"0"0"-12"16,0 0 7-16,-97-3-4 15,73 3 3-15,-1 9 25 0,0 7-24 16,-1 5-28-16,1 10 10 16,-2 8-19-16,-3 11 18 15,2 8 21-15,1 12-33 16,3 9 3-16,3 9-11 16,8 7 4-16,7 6 16 15,6-3-22-15,0-7 0 16,16-9 12-16,11-13-11 15,9-11 3-15,13-13-4 16,12-11 0-16,11-14 47 16,10-14-24-16,9-6-9 0,10-9 7 15,8-19-16 1,2-11 9-16,-7-3-14 0,-4-8 0 16,-6-4 33-16,0-11-25 15,-9-8 4-15,-12-3 0 16,-21 2 17-16,-20 0 4 15,-22 3-17-15,-10-4-14 16,-28-2 12-16,-22-2-9 16,-21 6-5-16,-19 5 0 15,-20 9 5-15,-11 16-13 16,-13 12 6-16,6 16-21 16,13 15 19-16,12 3-46 15,24 21 8-15,10 7-24 16,21 2-32-16,22-3 38 0,18-1-72 15,8-7-90-15</inkml:trace>
  <inkml:trace contextRef="#ctx0" brushRef="#br0" timeOffset="24875.62">6024 6643 25 0,'0'0'358'16,"0"0"-296"-16,0 0-31 15,87-84 62-15,-48 67-49 16,3 6 9-16,10 5-8 16,5 6-32-16,-1 0 21 15,-2 17-28-15,-14 9-5 16,-15 10 7-16,-15 9-4 16,-10 5-1-16,-17 5-2 15,-24 4 6-15,-7-4 8 16,-7-4-15-16,5-8 0 0,7-10-3 15,6-11 3-15,7-11 0 16,6-5 0-16,7-6 0 16,9 0 11-16,3 0 0 15,5 0 11-15,2 0-22 16,29 0-8-16,23-9 8 16,19-3 0-16,15-4 0 15,1-2 3-15,-5-3-3 16,-14 2-3-16,-12 5 1 15,-17 3-31-15,-13 0-79 16,-15-4-208-16</inkml:trace>
  <inkml:trace contextRef="#ctx0" brushRef="#br0" timeOffset="25007.79">6624 6911 847 0,'0'0'23'15,"0"0"-23"-15,0 0-62 16,0 0 23-16,0 0-55 16,0 0-235-16</inkml:trace>
  <inkml:trace contextRef="#ctx0" brushRef="#br0" timeOffset="26673.72">5334 3304 254 0,'0'0'86'0,"0"0"60"16,0 0-58-16,-97-69-14 0,75 53 22 16,8-1-42-1,0 0 0-15,5 5-20 0,4 1-12 16,2 4 13-16,-2 3-24 16,5 2-3-16,-1 2-8 15,1 0-8-15,6 0-14 16,33 5-38-16,30 7 60 15,44-2 2-15,45-3-2 16,43-5 0-16,38-2-1 16,22 0 6-16,21 0-4 15,3-5-1-15,1-7-46 16,-13-4-14-16,-21-2 29 16,-31-3 19-16,-24-3 9 0,-36 2 3 15,-33-2 13 1,-31 4 5-16,-31 9 34 0,-28 2-2 15,-21 4-39 1,-12 5-1-16,-5 0-10 0,0 0-13 16,0 2-103-16,-6 15 65 15,-8 4-22-15,1-4-109 16,8-8-173-16</inkml:trace>
  <inkml:trace contextRef="#ctx0" brushRef="#br0" timeOffset="26808.58">8653 3079 771 0,'0'0'63'0,"0"0"-8"0,0 0-31 15,0 0-24-15,0 0-7 16,0 0-160-16,-15 24 36 16,11-10-204-16</inkml:trace>
  <inkml:trace contextRef="#ctx0" brushRef="#br0" timeOffset="56594.43">6742 6274 200 0,'0'0'41'16,"0"0"-11"-16,0 0-5 15,0 0-10-15,0 0 38 16,0 0-38-16,0 0 6 16,-9-28 60-16,9 23-17 15,0 1-7-15,0 2 6 16,0 2-17-16,0 0-4 15,0 0-34-15,0 0-2 16,0 0-8-16,0 0 2 0,0 0 0 16,0 0-2-16,0 0 3 15,0 0-3-15,0 0-4 16,-1 0 6-16,1 0-8 16,-3 0 5-16,-2 6 3 15,-2 4-1-15,1 0 2 16,-3-2 3-16,3-3-4 15,3-2 0-15,0-2 8 16,-2-1-3-16,1 0 0 16,-2 2 11-16,-1 0-12 15,2-1 15-15,-1 1-19 16,3 0 5-16,0-1-4 0,-2-1 0 16,5 1-1-16,0 1 3 15,0-2-1-15,0 0-4 16,0 0 2-16,0 0 0 15,0 0-8-15,14 0 9 16,25 0-1-16,34-16 53 16,31-17-33-16,29-14 1 15,27-15-21-15,29-8 0 16,26-10 14-16,27-6-14 16,16-2 0-16,-3 5-1 15,-17 13 2-15,-29 12 4 16,-36 10-5-16,-30 9 0 15,-29 10-3-15,-33 8 3 16,-26 8 0-16,-26 6-3 0,-15 4 8 16,-11 1-6-16,-3-1 1 15,0 1 0-15,0 0 2 16,-12 2-2-16,-26 0 0 16,-13 12-15-16,-1 2-47 15,8 1 17-15,24-1-53 16,6-3-69-16,6-5-117 15</inkml:trace>
  <inkml:trace contextRef="#ctx0" brushRef="#br0" timeOffset="56930.04">9132 5246 468 0,'0'0'13'0,"0"0"121"16,0 0-41-16,0 0-37 15,0 0 20-15,0 0-55 16,-14-21-13-16,20 21-8 16,21 0 0-16,12 10-5 15,13 14 5-15,0 10-2 16,-7 8-5-16,-9 6 9 15,-11-2-2-15,-9-1 0 16,-8-8 4-16,-8-8 0 0,0-4-4 16,-17 1 0-16,-15 0 12 15,-21 3-11-15,-19 5-1 16,-15 2-34-16,-4-3-80 16,15-10-76-16</inkml:trace>
  <inkml:trace contextRef="#ctx0" brushRef="#br0" timeOffset="57743.89">9749 4860 364 0,'0'0'86'16,"0"0"18"0,0 0-50-16,0 0 46 15,0 0-41-15,0 0-59 0,-89 7-6 16,69 42 6-16,-5 19 17 15,-3 18-15-15,-2 12-2 16,0 8 6-16,2 3-4 16,10-3-1-16,3-7-1 15,13-8 3-15,2-15 8 16,2-12-11-16,23-21 0 16,20-17 0-16,23-20 6 15,33-12 10-15,27-37-16 16,23-23 1-16,4-13-1 15,-9-6 0-15,-11 0 0 16,-18-1 8-16,-19 0 27 16,-17 2 9-16,-21 3-7 0,-26 4-24 15,-24 6 32-15,-13 0-41 16,-47 3 3-16,-37 6-7 16,-34 9-10-16,-32 17 8 15,-13 19-25-15,15 17-51 16,30 14 35-16,44 29-39 15,40 9-82-15,20 7-162 16</inkml:trace>
  <inkml:trace contextRef="#ctx0" brushRef="#br0" timeOffset="58359.23">9618 5146 623 0,'0'0'0'0,"0"0"-37"0,0 0 37 15,103-5 65-15,-30-8-24 16,15-4-7-16,8 1 41 16,-1-1-45-16,-9 6-1 15,-15 4 2-15,-19 5-29 16,-21 2-1-16,-15 0-1 15,-14 0-10-15,-2 12 3 16,-8 10-1-16,-29 7 8 16,-12 7 8-16,-8 0-8 15,4-2-3-15,11-7-2 16,13-1-13-16,12-3 14 16,11-6-12-16,3-2 3 0,3-1 7 15,0-7 10-15,13 0-4 16,2-1 0-16,2-2 3 15,0 3 2-15,-3 0-5 16,0 1 0-16,-6 0-7 16,-6-2 7-16,1-3 0 15,-3 4 0-15,-11 0 2 16,-26 6 19-16,-21 4-19 16,-17-1-2-16,-9-2 12 15,7-1-12-15,17-1 0 16,26-3-9-16,28-6-171 15,6-3-307-15</inkml:trace>
  <inkml:trace contextRef="#ctx0" brushRef="#br0" timeOffset="60057.83">6972 7170 478 0,'0'0'88'0,"0"0"-3"16,0 0-57-16,0 0-5 0,0 0 14 15,0 0 19-15,0 0-38 16,0 0-5-16,0 0 0 16,0 0-12-16,8 0-2 15,23 1-7-15,21 13 8 16,31 8 30-16,25 9-30 15,24 5 0-15,28 6 7 16,19-1-5-16,15-4 1 16,15-6-3-16,-2-6 0 15,-6-4-1-15,-11-2 1 16,-14-2 0-16,-19-4 1 16,-18-6 1-16,-21-5-2 0,-22-2 0 15,-26 0 0-15,-29 0 5 16,-21 0-5-16,-15 0 0 15,-5 0-1-15,0 0 2 16,0 0-2-16,0 0-6 16,0 0 7-16,-18 0 2 15,-18 0-2-15,-19 0 0 16,-20 0 1-16,-13 0-1 16,-4 0-63-16,2 0-39 15,17-7-1-15,20-5 75 16,23-1-10-16,17-3 38 15,13 4 13-15,22-3-13 16,21 3-3-16,9-2 0 0,10 0 3 16,6 3 19-16,6 6-3 15,5 2 16-15,-2 3-6 16,-4 0-11-16,-18 3 4 16,-13 7-4-16,-11 2-13 15,-13 4 5-15,-8 0-7 16,-10 3 0-16,0 5 2 15,-30 5 0-15,-16 0 13 16,-15 0-12-16,-6-1 1 16,0-6 12-16,4-2-16 15,7-6 0-15,10-1 0 16,14-4 0-16,17-7-61 16,15-2-80-16</inkml:trace>
  <inkml:trace contextRef="#ctx0" brushRef="#br0" timeOffset="60523.88">9971 6942 714 0,'0'0'7'16,"0"0"28"0,0 0-35-16,0 0-2 0,-89 32-2 15,46 25 4-15,-10 22 6 16,-2 14-6-16,5 9 0 16,7 6-8-16,13-5 18 15,16-6-10-15,14-15 0 16,1-17 3-16,37-18 4 15,29-21 0-15,27-18-7 16,25-9 72-16,24-36-44 16,1-17 0-16,-7-6 6 15,-15-5-17-15,-28 1 25 16,-26 4-36-16,-23-3-5 16,-29 0 17-16,-16-9-18 0,-47-6-4 15,-37 3 2 1,-18 7 2-16,-7 18-7 0,21 19 7 15,25 18-12-15,26 13 5 16,18 7-96-16,5 23-21 16,8 10-15-16,-1 3-151 15</inkml:trace>
  <inkml:trace contextRef="#ctx0" brushRef="#br0" timeOffset="61090.49">10060 7299 670 0,'0'0'8'0,"0"0"52"15,0 0-35-15,0 0-9 16,0 0-16-16,0 0-2 16,-57 62 2-16,28-26 11 15,3-1-11-15,3-1 0 16,5-3 0-16,2-3 3 0,4-4 0 16,7-6-3-1,5-3 0-15,0-8-10 0,25-7-56 16,18 0 47-16,9-10-14 15,4-9 26-15,-2-2 7 16,2 1 0-16,-3-4 0 16,-8 3 22-16,-7 0-22 15,-14 1 0-15,-6 1 4 16,-6 0-2-16,-4-1 10 16,-7 2 37-16,-1 0 4 15,0 1 42-15,0 6-56 16,0 5-11-16,-1 3-20 15,-1 3-8-15,-8 0 0 0,-5 16-10 16,-10 11 10 0,-4 11-1-16,2 7 1 0,5 1 0 15,3 4-3-15,2-2 7 16,4-4-8-16,1 1 4 16,5-7 0-16,2-2 5 15,0-3-5-15,2-15-94 16,3-18-197-16</inkml:trace>
  <inkml:trace contextRef="#ctx0" brushRef="#br0" timeOffset="72780.04">13791 5920 182 0,'0'0'122'0,"0"0"-56"16,0 0 42-16,0 0-60 15,0 0 33-15,0 0-38 16,17-78 1-16,-15 66-17 0,-1 1 13 16,2 0-13-1,-3 2-19-15,0-2 22 0,0 2-27 16,0-3 24-16,0 2 11 15,0-1-35-15,0 0 20 16,0 0-11-16,-6 2-7 16,1-2 5-16,-1 3-7 15,0 0-3-15,-1-1 0 16,-5 3 0-16,-5-1-8 16,-6 4 8-16,-12 3 0 15,-9 0-5-15,-3 0 7 16,-2 5-4-16,-1 9 2 0,0 8 0 15,-4 6-5 1,3 11 5-16,1 12 0 0,6 10-5 16,8 17 5-16,10 11 0 15,12 10-1-15,12 3 2 16,2-3-10-16,16-2 9 16,20-3 0-16,13-7-3 15,12-11 9-15,14-17-6 16,10-19 0-16,8-22 1 15,9-18 15-15,12-18-16 16,14-28 0-16,0-9 16 16,-1-9-12-16,-12-6 0 15,-18-2-4-15,-14-4 4 16,-12-3 22-16,-15-7-26 16,-17-4 0-16,-17 1 20 0,-22 0-15 15,-4 2 6-15,-38 5-11 16,-23 7 0-16,-29 14-8 15,-29 20 8-15,-21 26-15 16,-1 15-12-16,14 18-23 16,31 29-26-16,28 20 2 15,26 13-34-15,18-6-44 16</inkml:trace>
  <inkml:trace contextRef="#ctx0" brushRef="#br0" timeOffset="73294.96">13562 6096 741 0,'0'0'21'0,"0"0"23"16,0 0-44-16,0 0-5 15,-20 78 0-15,13-30 5 16,4 2 0-16,3-6 4 0,0-12-3 16,12-8 0-1,7-10-1-15,13-13 1 0,9-1 0 16,10-17-1-16,4-17-33 15,-9 2-11-15,-14 2 44 16,-16 10 11-16,-10 8 7 16,1 10 45-16,1 2-63 15,6 2-25-15,6 22 25 16,3 7 0-16,-2 8 1 16,-3 2-2-16,-9-4 0 15,-7-1 1-15,-2-7 4 16,0-3-4-16,0-9 0 0,-9-7 8 15,-3-3-1 1,-8-4 11-16,-15-2 4 0,-12-1-2 16,-14 0 19-16,-11-2-38 15,-2-11 3-15,3 0-4 16,9 1-41-16,18-8-138 16</inkml:trace>
  <inkml:trace contextRef="#ctx0" brushRef="#br0" timeOffset="73501.17">13690 6033 669 0,'0'0'62'0,"0"0"-6"15,88-69-51-15,-28 52 4 16,10 4 23-16,6 4-31 15,3 6 0-15,-3 3-1 16,-6 0-50-16,-15-2-150 16</inkml:trace>
  <inkml:trace contextRef="#ctx0" brushRef="#br0" timeOffset="74559.9">10690 5423 325 0,'0'0'34'16,"0"0"21"-16,0 0 19 0,0 0-42 15,0 0 27-15,0 0-43 16,-69-40-2-16,68 39-2 15,0 1 26-15,1 0 11 16,0 0-4-16,0-2-34 16,0 2-11-16,13 0-4 15,23 6 4-15,24 12 13 16,17 7-10-16,21 4-1 16,12 2-2-16,15-3 0 15,18-3 3-15,17-3-3 0,17-2 0 16,11-4 3-1,3-3-2-15,-8 0-1 0,-18-2 0 16,-21 1 0 0,-21-4 2-16,-22-2-2 0,-14-1 0 15,-12 0 0-15,-12-4 5 16,-10 2-8-16,-6 3 3 16,-5 2 0-16,-9 0-4 15,-5 3 4-15,-4-2-61 16,-5-1 32-16,-5 0 24 15,-4-2 3-15,-6-2 2 16,0-3 0-16,-4-1 11 16,0 0 45-16,0 0 37 15,0 0-26-15,-15-11-25 16,-16-3-42-16,-19 5-3 0,-14 7-77 16,-6 2-156-1</inkml:trace>
  <inkml:trace contextRef="#ctx0" brushRef="#br0" timeOffset="74910.7">12941 5491 573 0,'0'0'97'0,"0"0"4"16,0 0-10-16,0 0-63 0,0 0 12 16,0 0-40-16,0-32-4 15,21 45-4-15,16 11 3 16,13 8 5-16,2 2 5 16,1 0-5-16,-8 2 0 15,-12-2-7-15,-9-4 14 16,-11 0-14-16,-13-3 3 15,-7-1 4-15,-29 8 2 16,-19 0 2-16,-11 3-4 16,-7-1 0-16,-6 2-33 15,-4-1 0-15,8 1-142 0,10-12-114 16</inkml:trace>
  <inkml:trace contextRef="#ctx0" brushRef="#br0" timeOffset="76642.04">10702 7454 243 0,'0'0'33'16,"0"0"-33"-16,0 0 0 16,0 0 79-16,0 0 32 0,0 0 0 15,-6 2-17-15,6-2-27 16,-1 0-7-16,1 0-32 15,0 0-17-15,0 0 9 16,7-3-20-16,23-13-1 16,16-4 1-16,15-4 0 15,17-5 0-15,15-2-1 16,17-6 1-16,14-1-5 16,15-5 5-16,13-9-25 15,12-4 1-15,0-4-19 0,-3-5 31 16,-15 4 7-1,-15 6 5-15,-20 9 4 0,-9 9-1 16,-12 8-3 0,-6 3 12-16,-8 6-10 0,-11 5 7 15,-13-1-9-15,-12 4 0 16,-6 3 8-16,-9-1-3 16,-4 0 5-16,-3 0 15 15,0 2-13-15,-6-1 8 16,-2 2-10-16,-4 2-9 15,-3 0 34-15,-2 3-24 16,-1 0-4-16,0 1-2 16,0-1-4-16,0 1-1 15,0-2 0-15,2 1 0 16,7 1-8-16,6-4 8 16,4-1 0-16,4-1-2 0,-3 0 4 15,0 0 0-15,-7 2-2 16,-5 0 0-16,-7 1 16 15,-1 4-12-15,0-1 10 16,0-2 4-16,0 0-14 16,0 0-3-16,-4 1-1 15,-1-3-4-15,4 5-13 16,-1 0 14-16,2 0-28 16,0 0 19-16,0 0 4 15,0 0 1-15,0 0-27 16,0-2 16-16,0 2 16 0,0-1-31 15,0 1 33-15,0-1 2 16,0-2 7-16,0-5 38 16,-5-1-33-16,0-6 1 15,-4 5-17-15,1-2 2 16,-1 3-2-16,-2 3 0 16,-1-1 4-16,-8 0-5 15,-2-1 0-15,-7 4-18 16,-3 0 18-16,-2 1-1 15,1 1 4-15,4 1 0 16,7 0 5-16,7-1 0 16,7 2-5-16,7 0 0 15,1 0-7-15,0 0 7 16,0 0-4-16,0 0-28 16,9 9 32-16,12-1-8 0,1 0 8 15,1-5 0-15,-1 1 17 16,-1-3-9-16,-2 0 1 15,2 1 6-15,-2-1-12 16,0 4 5-16,-3 0-8 16,-7 4 0-16,-2-1-5 15,-5 4 5-15,-2 5 0 16,0 3-1-16,-6 3 1 16,-15 2 4-16,-8 4-4 15,1-2 0-15,-2-1 5 16,2 2 1-16,6 0-6 15,-1 2 0-15,1 3 3 0,-7 5-3 16,-8 6 0-16,-9 2-59 16,-11-7-96-16,-1-10-444 15</inkml:trace>
  <inkml:trace contextRef="#ctx0" brushRef="#br0" timeOffset="81388.56">14918 6246 182 0,'0'0'81'16,"0"0"-24"-16,0 0-31 0,0 0-26 15,0 0-3-15,0 0 3 16,0 0-16-16,-81-14 16 16,75 11 3-16,2-1 33 15,-1-1 63-15,0 0-29 16,0-2-9-16,-1 3-2 15,0-1-34-15,-3-1-4 16,3 1-21-16,-3 3 0 16,-3 1-2-16,-1-1 2 0,0 2-2 15,-3 0-3 1,2 0 6-16,1 0-2 0,-2 0-1 16,2 0 2-1,0 0 5-15,2 0-1 0,5 0-4 16,0 0 18-16,6 0 1 15,0 0-15-15,0 0-4 16,0 0-15-16,26 5 9 16,23 11 11-16,30 1-5 15,24-4 16-15,27-5-8 16,21-4 5-16,24-4-13 16,25 0 6-16,18-2-5 15,9-10-1-15,4 0 0 16,-18-3 5-16,-24 1-2 15,-26-3-2-15,-36 4-1 16,-38 0 2-16,-35 3 29 0,-26 3 5 16,-17 3-19-16,-10 2 3 15,-1 2-20-15,0 0 0 16,0 0-36-16,-12 6-26 16,-17 6 55-16,-13 2-25 15,-10-8 7-15,-5-3 19 16,-3-3 2-16,1 0 1 15,-1 0 1-15,0-5-33 16,1-8-2-16,-2-6-158 16,10-4-78-16</inkml:trace>
  <inkml:trace contextRef="#ctx0" brushRef="#br0" timeOffset="81619.4">16478 5914 204 0,'0'0'43'15,"92"-40"56"1,-35 27-31-16,14 8 19 0,13 5-25 15,10 0-30-15,-1 13 22 16,-13 12-28-16,-19 6-7 16,-15 5-5-16,-17 3 10 15,-17 3-7-15,-12 3-13 16,-9 5-3-16,-32-2 23 16,-12-1-18-16,-17-7-6 15,-18-3 7-15,-12-5-5 16,-12-3-2-16,-7-7-40 15,11-5-58-15,16-9-4 16,29-8-178-16</inkml:trace>
  <inkml:trace contextRef="#ctx0" brushRef="#br0" timeOffset="82153.44">17688 5531 781 0,'0'0'10'0,"0"0"35"16,-53-83 17-16,46 81-43 16,-8 2-19-16,-14 24-8 15,-14 23 8-15,-16 29-6 16,-13 24 8-16,-5 20-2 16,-3 8 0-16,8-2 2 15,16-7-2-15,21-9 0 16,32-19 0-16,13-16-7 15,42-20 14-15,32-21-7 16,24-25 1-16,28-10 0 0,24-36 19 16,17-19-20-16,12-11 0 15,-11-5 6-15,-14-1-2 16,-27 1-4-16,-29-1 12 16,-33 0-2-16,-29 1 22 15,-31-1-32-15,-18-5 2 16,-63 0-12-16,-55 3 8 15,-53 13-11-15,-29 18-27 16,-6 18-12-16,25 16-6 16,47 10-28-16,51 16-17 15,50 21-152-15</inkml:trace>
  <inkml:trace contextRef="#ctx0" brushRef="#br0" timeOffset="82652.6">17905 5766 394 0,'0'0'394'16,"0"0"-362"-16,0 0 17 16,0 0-49-16,0 0-7 15,-91 33 4-15,52 29 6 16,-6 9 1-16,-1 3-4 15,9-5 0-15,7-9 3 16,11-10-3-16,10-13-6 16,9-13 4-16,0-9-8 15,19-15 9-15,25 0-6 16,14-24 7-16,9-13 18 16,-6-4-11-16,-16 0 8 15,-20 5 40-15,-14-1-24 0,-11 3 5 16,0 1-32-16,-35 8 2 15,-19 13-6-15,-11 12 0 16,-1 3-44-16,7 28-10 16,16 11-74-16,15-2-92 15,18-7-179-15</inkml:trace>
  <inkml:trace contextRef="#ctx0" brushRef="#br0" timeOffset="82790.85">17944 6116 309 0,'0'0'87'16,"0"0"-24"-16,0 0 48 0,0 0-58 15,0 0-53-15,0 0-13 16,-55 36-254-16</inkml:trace>
  <inkml:trace contextRef="#ctx0" brushRef="#br0" timeOffset="89689.75">10325 7311 4 0,'0'0'58'0,"0"0"-41"16,106 0-17-16,-30-12-57 15</inkml:trace>
  <inkml:trace contextRef="#ctx0" brushRef="#br0" timeOffset="118136.49">3532 6420 170 0,'0'0'41'0,"0"0"10"15,0 0-2-15,0 0 21 16,0 0-2-16,0 0-30 16,0 0-16-16,-6 0-5 15,6-4 23-15,0 1-32 16,0 1-2-16,-1-1 43 16,1-1-8-16,-2 2 14 15,0-1-24-15,0 0-20 16,-1-1 10-16,0-1-18 0,0 2-1 15,3 0 29-15,-3 0-29 16,3 3 3-16,0-1 8 16,0-1-4-16,0 2 12 15,0-1-15-15,0-3-6 16,0 0 11-16,9-5-11 16,9-1 0-16,7-3 0 15,5 0 2-15,4 2-5 16,5 1 3-16,6 1 0 15,0 1-2-15,1 3 2 16,-6 5 0-16,-4 0-2 16,-6 0 6-16,-11 0-10 15,-4 11 6-15,-9 4-6 0,-6 5-2 16,-1 6 9-16,-22 9-1 16,-5 0 0-16,-2-2 2 15,0-7-6-15,8-2 4 16,1-7 0-16,6-3-4 15,2-2 7-15,5-5-5 16,5-4 2-16,0-1 0 16,3-1-9-16,0-1 7 15,0 0 0-15,19 0-3 16,9-3 7-16,3-4-2 16,9 5 0-16,-3 2 3 15,-1 0-5-15,-6 0 2 0,-5 14 0 16,-2 4-7-16,-3 5 7 15,0 3 0-15,-5 0 0 16,-8 2-5-16,-7-6 1 16,0-1-14-16,-13-1 17 15,-11-5-10-15,-12-1 11 16,-4-2-2-16,-10-5-3 16,-5-3 10-16,-9-4 2 15,-1 0-7-15,4 0 16 16,11-1 27-16,19-2-28 0,13 1-15 15,11 2-4 1,7 0-81-16,4-3-23 16,17-2-30-16,4-4-245 0</inkml:trace>
  <inkml:trace contextRef="#ctx0" brushRef="#br0" timeOffset="118870.49">4351 6363 406 0,'0'0'68'0,"0"0"-35"0,0 0 26 16,0 0-1-16,0 0-29 15,0 0-19-15,-71-10-4 16,54 27 11-16,-4 4-16 16,2 2 0-16,-2 5 18 15,3 5 13-15,1 3 15 16,0 0-42-16,3 2-5 15,3-2 13-15,5 0-13 16,3-6 0-16,3-7 5 16,6-6-1-16,22-11-1 15,15-6-3-15,8 0 0 16,10-9 5-16,-1-16-4 16,-8-3-1-16,-7-3 12 15,-10 2 8-15,-9 0 12 0,-8 1-3 16,-8 0-8-16,-4 0 14 15,-6 1-23-15,0-2-12 16,-16 0 8-16,-14 0-4 16,-9-2-7-16,-4 5 3 15,7 3 0-15,6 4 0 16,8 5 0-16,7 6 0 16,3 3 0-16,2 4 1 15,-1 1-3-15,2 0-22 16,-6 9-15-16,2 12 26 0,-4 6-45 15,4 2-81 1,3-5-51-16,5-7-287 16</inkml:trace>
  <inkml:trace contextRef="#ctx0" brushRef="#br0" timeOffset="119037.31">4475 6387 692 0,'0'0'61'16,"0"0"-61"-16,0 0-14 15,0 0 0-15,0 0-33 16,0 0-145-16</inkml:trace>
  <inkml:trace contextRef="#ctx0" brushRef="#br0" timeOffset="126174.24">7239 5375 285 0,'0'0'160'0,"0"0"-90"15,0 0 7-15,0 0-25 16,0 0 40-16,0 0-45 16,0 0-22-16,0-53 31 15,0 48-38-15,-2-1 13 16,1-1 6-16,-1 3-20 16,2 0-6-16,0 2-10 15,-1 2 6-15,1 0 8 16,0 0-15-16,0 0 0 0,0 0-5 15,0 0 5-15,0 0 0 16,0 0-7-16,0 16-24 16,0 9 21-16,0 10 7 15,0 4 3-15,0 5 0 16,-4 4 1-16,-13 3 3 16,-2 0-4-16,4-5 1 15,4-8-2-15,4-13 1 16,4-10-7-16,0-4 4 15,3-8-2-15,0-3 1 16,0 0 2-16,0 0 2 16,0 0 7-16,0 0-7 0,0 0-8 15,0 4-19 1,0 3-155-16,-2-4-36 0,1 0-215 16</inkml:trace>
  <inkml:trace contextRef="#ctx0" brushRef="#br0" timeOffset="127008.48">7533 5281 73 0,'0'0'420'16,"0"0"-316"-16,0 0-46 15,0 0 21-15,0 0-7 16,0 0-40-16,12-48-17 15,-7 38-6-15,4-2 27 16,8 0-32-16,5-2-3 16,10 2 2-16,8 2 0 15,3 2-5-15,-1 7 2 16,0 1 0-16,-11 0-13 16,-8 9 13-16,-3 7-12 15,-11 1-9-15,-8 5-2 16,-1 2 20-16,-8 3-12 0,-18 0-4 15,-3-3 19 1,-4 0-62-16,6-7 35 0,6-5 27 16,9-2 0-16,6-3-1 15,5 0-1-15,1 0 2 16,0 0-12-16,9 2 12 16,11-1 0-16,7 2 3 15,3 2-2-15,1 2-1 16,-5-3 0-16,-7 3 0 15,-8-2-1-15,-4 1 1 16,-7 4 0-16,0 2 0 16,-9 1 1-16,-20 1 10 15,-10 0-11-15,-2-4 0 0,-5 0 11 16,1-4-3-16,-2-9-5 16,0-1 28-16,4-3 1 15,9 0 19-15,10 0-24 16,12 0 8-16,7 0 21 15,5 0-56-15,0-3-4 16,8 1-8-16,20 0-57 16,14-6-127-16</inkml:trace>
  <inkml:trace contextRef="#ctx0" brushRef="#br0" timeOffset="132803.5">7770 6883 268 0,'0'0'129'0,"0"0"27"15,0 0-44-15,0 0-24 16,0 0-3-16,0 0-24 16,0 0-59-16,-6-27 26 15,5 26-26-15,-1-1-2 16,2 1 7-16,-3-1-7 16,3 1 9-16,0 1-9 15,-3-3 2-15,3 1 13 16,0-1-9-16,0 3-6 15,0-2 7-15,0 1-6 16,0-1-2-16,0-5-3 16,19-1-1-16,7-3-7 0,9 1 9 15,-5 4 2-15,-4 6 1 16,1 0 0-16,-5 0-4 16,-1 9-2-16,-8 8 1 15,-4 9-6-15,-5 13 4 16,-4 5 5-16,-8 8 2 15,-16-2-4-15,-6-10 1 16,0-8-8-16,3-8 11 16,5-8-3-16,6-5 3 15,4-2 0-15,4-6 1 16,2-1 1-16,6 0-3 16,0-2 1-16,0 0 0 15,0 0-12-15,12 0-2 0,21 0 14 16,21-4 0-1,16-10 6-15,15-6-14 0,7-2-43 16,2-2-95-16,-6-1 41 16,-13 4-56-16,-19 1 100 15,-21 4 61-15,-20 7 11 16,-12 0 177-16,-3 4-89 16,0 2-43-16,0 2 21 15,-12 1-57-15,-8 5-20 16,-2 15-2-16,2 6 2 15,3 3-6-15,6-2 6 16,0 1 0-16,9-1 0 0,2-3 2 16,0-4-2-16,0-7 0 15,18-11 0-15,7-2 14 16,11-11-3-16,4-13 7 16,-1-7 20-16,-5 2-8 15,-11-2 9-15,-10 6-12 16,-12-2-17-16,-1-1 16 15,-14-2-26-15,-15 1 9 16,1 5-12-16,2 10 3 16,7 11 0-16,7 3-5 15,-3 7-33-15,-1 19-2 16,-11 6-77-16,-4-3-174 16</inkml:trace>
  <inkml:trace contextRef="#ctx0" brushRef="#br0" timeOffset="140519.63">11573 4855 6 0,'0'0'254'15,"0"0"-152"-15,0 0-23 16,0 0-29-16,0 0 38 16,0 0-37-16,0 0 25 15,-8-39-51-15,8 34-3 0,-2 1 8 16,1 1-17-16,-1-1 4 15,1 1 32-15,-1 2-30 16,2-2 0-16,-2 2 1 16,2-3-9-16,0-2 5 15,0 1-16-15,0-3 0 16,0 2 10-16,0 1-6 16,0-1-4-16,0 0 0 15,0 2 2-15,0 1-4 16,0 2 2-16,0 1 0 15,0 0-1-15,0 0 1 16,0 0-1-16,0 5-1 16,0 20-7-16,0 14-2 0,-2 18 11 15,-16 9 0-15,-5 2-4 16,-2-5 4-16,-2-10 0 16,6-14 0-16,7-8 4 15,7-14 0-15,3-7-4 16,3-5 0-16,1-5-4 15,0 2 9-15,0-2-5 16,0 2 0-16,0-1-48 16,0 1-109-16,-2-2-69 15,1 0-210-15</inkml:trace>
  <inkml:trace contextRef="#ctx0" brushRef="#br0" timeOffset="141161.39">12042 4685 501 0,'0'0'155'15,"0"0"-59"-15,0 0-52 16,0 0-3-16,0 0-41 16,0 0-7-16,-35 14-1 15,1 17 16-15,-9 8-8 16,-2 11 0-16,-1 2 0 16,6 7 0-16,1-3 0 15,3 4 0-15,8-4-1 0,5-3 3 16,14-5-2-1,9-10 0-15,11-8 0 0,28-10 6 16,13-14-6-16,14-6 0 16,3-3 9-16,-3-17 8 15,-9-2 20-15,-14 0-6 16,-15 5-27-16,-11 3 22 16,-8-1-7-16,-9-1-13 15,-3-3 4-15,-30-2-10 16,-16-3 0-16,-12 4-1 15,-2 6 1-15,9 8-11 16,18 6-13-16,13 0-19 16,9 15-23-16,5 10-28 0,8 5-38 15,1-6-146 1</inkml:trace>
  <inkml:trace contextRef="#ctx0" brushRef="#br0" timeOffset="141327.22">12069 5237 312 0,'0'0'451'15,"0"0"-351"-15,0 0-98 16,0 0-4-16,0 0-28 16,0 0-138-16,-9 46 51 0,13-29-234 15</inkml:trace>
  <inkml:trace contextRef="#ctx0" brushRef="#br0" timeOffset="148071.48">11663 6483 235 0,'0'0'110'0,"0"0"-5"15,0 0-27-15,0 0-9 16,0 0-13-16,0 0 0 16,0 0 6-16,0 0-20 15,0-36 1-15,0 31-7 16,0 0-16-16,0 1 10 15,0 1-18-15,0 1-12 16,0 2 15-16,0-3-15 0,0 3 0 16,0 0 1-1,0 0 4-15,0 0-10 0,0 0 2 16,-3 0-6-16,-13 12 2 16,-8 10 1-16,-8 12 6 15,-3 5 0-15,-3 4 5 16,-1 6-5-16,-2 6 0 15,0 6 0-15,5 2-10 16,10-3 10-16,6-3-10 16,13-10-9-16,7-12-3 15,0-9 17-15,25-7-7 16,14-12 12-16,15-7-4 16,4 0 4-16,0-19 0 15,-12-5 0-15,-10 0 4 0,-11-1 6 16,-7-1-2-16,-9-3 2 15,-6 0 31-15,-3 0-32 16,0-2 5-16,-10-1-5 16,-14 6-2-16,-9 4-7 15,-3 7 0-15,-5 12-9 16,2 3 6-16,3 12-76 16,6 18-18-16,13 5-63 15,12 0-104-15</inkml:trace>
  <inkml:trace contextRef="#ctx0" brushRef="#br0" timeOffset="149957.16">15446 5585 248 0,'0'0'54'0,"0"0"61"15,0 0-38-15,0 0 6 0,0 0-25 16,0 0 1-16,3-23 20 15,-3 20-16-15,0 1-31 16,0-3-9-16,0 3-14 16,0 0 4-16,0 2-8 15,0 0-5-15,0 0-13 16,0 2-13-16,0 13-1 16,-3 8 23-16,-6 1 4 15,-2 0 0-15,-2-1-1 16,1-2 1-16,0-1 0 15,2 1 3-15,2-4-2 16,2-6-2-16,4-5-53 0,2-4 0 16,0-2 36-1,0 0-9-15,0 0 27 0,0 0 9 16,6 0-7-16,14-4 2 16,5-2-4-16,4 2 2 15,-4 4-10-15,0 0 8 16,1 0-2-16,-4 10 1 15,1 5 2-15,0 5-3 16,-2 3 2-16,0 1 0 16,0 2-9-16,-3-1 6 15,-5-1 2-15,-4-2 1 16,-3-4-5-16,-6 0 2 16,0-2 1-16,0-3 2 0,-7-3 6 15,-7 1-1 1,-3-5-3-16,-5-1 8 0,-8 0 0 15,-6-3 11-15,-5-2-8 16,-1 0-3-16,1-5 35 16,2-5-24-16,6 1 0 15,9 3-10-15,11 1-10 16,4 4 6-16,7 1-7 16,2 0 0-16,0 0-9 15,0 0-52-15,0-2-115 16,8-4-403-16</inkml:trace>
  <inkml:trace contextRef="#ctx0" brushRef="#br0" timeOffset="150384.93">15531 5581 287 0,'0'0'58'15,"0"0"-51"-15,0 0 5 16,0 0 1-16,0 0 16 16,0 0 2-16,-17 10 12 15,17-8 39-15,21 0 5 16,14-2 12-16,12 0-12 16,10 0-72-16,1 0-8 15,8 0-7-15,-4 0 6 16,-7 0-6-16,-10 0 0 15,-15 0-12-15,-14 1-3 16,-9 3-37-16,-5-1-37 0,-2-2-59 16,-7-1-155-16</inkml:trace>
  <inkml:trace contextRef="#ctx0" brushRef="#br0" timeOffset="177783.42">5932 6128 100 0,'0'0'218'15,"0"0"-144"-15,0 0 27 0,0 0-1 16,0 0-34-16,0 0-56 16,0 0 31-16,0 0-6 15,0 0-33-15,-10 1 7 16,7-1-9-16,2 0 4 15,1 0-4-15,-2 0 0 16,2 0-7-16,0 0 3 16,0 0-20-16,0 0-51 15,0 0-5-15,0 8-116 16,-3-5 136-16</inkml:trace>
  <inkml:trace contextRef="#ctx0" brushRef="#br0" timeOffset="185673.57">9967 4388 200 0,'0'0'81'16,"0"0"-4"-16,0 0 18 15,0 0-28-15,0 0 6 16,0 0-57-16,0 0-11 15,0-13 25-15,0 12-19 16,0 0-7-16,0-1 4 16,0 2 2-16,0 0-3 15,0 0-7-15,0 0-22 16,0 0-52-16,0 0-176 16,0 2 91-16</inkml:trace>
  <inkml:trace contextRef="#ctx0" brushRef="#br0" timeOffset="187572.07">13982 5646 244 0,'0'0'94'0,"0"0"-12"16,0 0-22-16,0 0 7 15,0 0-37-15,0 0 1 16,0 0-4-16,0 0-3 15,0 0 7-15,0 0-6 16,0 0-22-16,0 0 4 16,0 0-7-16,0 0-15 15,0 0-15-15,0 0-16 16,0 0-2-16,0 0-24 0,0 0-41 16,0 3 81-16,6-1-29 15,2 0-35-15</inkml:trace>
  <inkml:trace contextRef="#ctx0" brushRef="#br0" timeOffset="189064.25">13352 4923 82 0,'0'0'178'16,"0"0"-99"-16,0 0 21 15,0 0-41-15,0 0-11 0,0 0-22 16,0 0 8 0,0-10 17-16,0 8-28 0,0 0 0 15,0-1 16-15,0 3-16 16,0 0-7-16,0 0-8 15,0 0-5-15,0 0-6 16,0 0-1-16,-2 0-21 16,-6 11 4-16,-2 8 21 15,-2-1-2-15,3 2 2 16,2-1 0-16,3-2-6 16,4-2-15-16,0-3-18 15,0-3-5-15,4-2 12 16,4-2 32-16,2-3-1 15,3 1 3-15,-3 0 3 0,1 1-5 16,2 1 0-16,-1 2-1 16,0 3 1-16,0 2 0 15,0 5 0-15,-2-2-3 16,-4 2-1-16,-3-3 3 16,-3-2-2-16,0-3-3 15,0-1 10-15,-1-1-4 16,-8-5 3-16,-5 3-1 15,-5-2 31-15,-8-3 2 16,-4 0-20-16,0 0 13 16,2 0-12-16,4 0 6 15,6 0-22-15,2 0 4 16,1-3-9-16,4 0-89 16,3-1-82-16,2-3-102 0</inkml:trace>
  <inkml:trace contextRef="#ctx0" brushRef="#br0" timeOffset="189295.12">13292 4863 429 0,'0'0'65'0,"0"0"-65"16,0 0-39-16,0 0 39 16,0 0 13-16,111-3-11 15,-68 3 2-15,0 3-4 16,-6-2-22-16,-6-1-144 16</inkml:trace>
  <inkml:trace contextRef="#ctx0" brushRef="#br0" timeOffset="190120.91">13804 4884 205 0,'0'0'50'16,"0"0"-22"-16,0 0-6 16,0 0 19-16,0 0-28 15,0 0 5-15,-24-34 25 16,12 32-11-16,-5-1-4 15,0 2 3-15,0 1-13 16,3 0-18-16,1 0 3 16,3 6-8-16,-1 8 5 0,1 3 0 15,1 4 1 1,1 2-1-16,-1 2 6 16,1 0-6-16,4 0 0 0,4-8-7 15,0-8 1-15,13-6 6 16,6-3 10-16,5 0-9 15,-2 0 5-15,-2-12-2 16,-3 0 0-16,-6-2 71 16,-1 1-73-16,-4 1 19 15,-6 2 23-15,0 3 28 16,0 3 8-16,0 4-49 16,0 0-22-16,0 0-16 15,0 0 7-15,0 5-31 16,0 15-2-16,-2 5 29 0,-12 5 0 15,-1 3-1-15,-3-4 5 16,3 0 9-16,0-2-9 16,3-5 0-16,3-8 6 15,2 0-4-15,2-8-3 16,1-1 1-16,1-4 0 16,-2-1-2-16,0 0 2 15,-4 0 0-15,-2 0 8 16,-4 0-7-16,3 0-2 15,3 0-31-15,0 0-90 16,9 0-67-16,0 0-235 16</inkml:trace>
  <inkml:trace contextRef="#ctx0" brushRef="#br0" timeOffset="190282.49">13693 5191 358 0,'0'0'197'0,"0"0"-102"15,0 0 11-15,0 0 6 16,0 0-73-16,0 0-39 16,0-6-17-16,0 6-132 15,-4 3 0-15,-4 3-106 16</inkml:trace>
  <inkml:trace contextRef="#ctx0" brushRef="#br0" timeOffset="196191.42">13320 7009 113 0,'0'0'7'16,"0"0"24"-16,0 0 26 15,0 0-16-15,0 0-5 16,0 0-16-16,0 0-12 15,-43 29 45-15,40-25-34 16,1 1-9-16,-1-1 3 16,2-1-12-16,-2 0 10 15,2 2-10-15,-1 3 0 16,1-4 13-16,-1 4-14 16,2-2 0-16,0-1 4 15,0 2-2-15,10-1 11 16,2 1-10-16,3 0 0 0,0-1 5 15,-1 0-8-15,-1 1 0 16,-2 0 0-16,-1 1 4 16,-3 3-7-16,-1 3 3 15,2 2 0-15,-4 2-8 16,-2 2 8-16,-2 1 0 16,0 0 0-16,0 0 3 15,0-1-5-15,-5-3 2 16,-5-3 0-16,-2-3 3 15,-2-2 0-15,4-2-3 16,-5-4 26-16,-3-3 39 16,-3 0 13-16,-4 0-42 15,-3 0-20-15,-4 0 28 16,0 0-44-16,-3 0-4 16,2 4-38-16,5 5-59 0,6-4-153 15</inkml:trace>
  <inkml:trace contextRef="#ctx0" brushRef="#br0" timeOffset="196757.1">13296 7070 195 0,'0'0'66'15,"0"0"42"-15,94 0 2 16,-54 0-40-16,5 0-44 15,3-6-13-15,1 3-9 16,-4-1 1-16,-6 4-5 16,-9 0 0-16,-10 0 0 0,-12 0 0 15,-8 0-9-15,0 8-25 16,-12 6 22-16,-19 7 11 16,-8 3 1-16,-3 5 0 15,3 1 4-15,6 3-1 16,5 1-3-16,6-2 5 15,7-1-5-15,12-4 0 16,3-9-24-16,28-5 19 16,20-7 0-16,7-6 6 15,-2 0-1-15,-9-8 5 16,-13-5 15-16,-8 0 52 16,-11 1-4-16,-8 2-11 0,-4-3 45 15,-1 7-102 1,-23-2-14-16,-12 8-19 0,-4 0-67 15,2 2 12-15,7 10-118 16,6-4-129-16</inkml:trace>
  <inkml:trace contextRef="#ctx0" brushRef="#br0" timeOffset="196893.95">13674 7363 389 0,'0'0'214'0,"0"0"-214"16,0 0-1-16,0 0-146 15,0 0 89-15</inkml:trace>
  <inkml:trace contextRef="#ctx0" brushRef="#br0" timeOffset="205148.22">18721 5160 207 0,'0'0'64'0,"0"0"-31"16,0 0 8-16,0 0 28 15,0 0-11-15,0 0 11 16,0 0-21-16,0 0-1 15,0 0 14-15,0 0-6 16,0 0-19-16,0 0-33 16,0 0 1-16,0 0 1 15,0 0-5-15,-1 0-6 16,-2 3 0-16,-5 7-36 16,-2 5 34-16,-6 7 2 15,1 3 6-15,-4 4-5 16,0 7 5-16,4 3 0 0,2 4 2 15,7-1-2 1,6-5-2-16,0-7-17 0,16-8 13 16,7-7-2-16,2-8 8 15,2-5 0-15,-2-2 7 16,-1 0 3-16,-7-2 27 16,-6-5 15-16,-5-4-28 15,-4 0 15-15,-2-4-36 16,-6-2-3-16,-24-2-1 15,-10 5-7-15,-3 4 2 16,11 4-16-16,11 6-20 16,14 0-39-16,7 13-79 15,0 2 14-15</inkml:trace>
  <inkml:trace contextRef="#ctx0" brushRef="#br0" timeOffset="205897.7">19058 5211 327 0,'0'0'90'0,"0"0"31"16,0 0-13-16,0 0-13 15,0 0-58-15,0 0-32 16,-3-8-5-16,3 9-12 16,0 11 12-16,0 9 0 15,0 1 4-15,0 5-4 16,0 3 0-16,-3 0 2 16,0-1-2-16,3-4-1 15,0-5-4-15,6-6-20 16,17-7 15-16,9-7-24 0,3 0 11 15,4-3 17 1,-9-12 2-16,-10-2 4 0,-9-2 11 16,-4 1 32-16,-7-2 10 15,0 2-29-15,0 3-5 16,-9 4 25-16,3 6-27 16,3 5-8-16,-3 0-9 15,-3 17-37-15,-10 15 30 16,-3 11 7-16,-5 9-16 15,6 5 15-15,4 4-44 16,9-2-20-16,8-6-14 16,0-12-61-16,7-15-76 15</inkml:trace>
  <inkml:trace contextRef="#ctx0" brushRef="#br0" timeOffset="206060.29">19203 5615 648 0,'0'0'3'0,"0"0"-3"15,0 0-2-15,0 0-9 16,0 0 11-16,0 0-34 16,-47 76-148-16,39-70-117 15</inkml:trace>
  <inkml:trace contextRef="#ctx0" brushRef="#br0" timeOffset="209080.63">2994 7227 91 0,'0'0'215'0,"0"0"-161"16,0 0-13-16,0 0 87 0,0 0-61 15,0 0-7-15,0-12-22 16,0 10-1-16,0 2 11 15,0 0-35-15,0 0-9 16,0 0-4-16,0 0-5 16,0 0 1-16,0 0-30 15,0 0-18-15,0 0 40 16,8 0 1-16,6-1 11 16,1-1 0-16,8 2-1 15,5 0-33-15,11-3-127 0,5-4-148 16</inkml:trace>
  <inkml:trace contextRef="#ctx0" brushRef="#br0" timeOffset="209239.79">3683 7115 445 0,'0'0'143'0,"0"0"-87"15,0 0-41-15,0 0-15 16,0 0-2-16,95-5-65 15,-41 5-31-15,6 5-79 16,1 0-76-16</inkml:trace>
  <inkml:trace contextRef="#ctx0" brushRef="#br0" timeOffset="209464.2">4375 7051 217 0,'0'0'166'16,"0"0"-130"-16,0 0-33 15,0 0 36-15,0 0-28 16,0 0-11-16,72-9-7 16,-27 9-45-16,11 0-3 15,7 0-10-15,1 0 29 16,-2-4 8-16,-8-3 23 16,-8-3 5-16,-10 3 23 15,-12 1-14-15,-4 0-1 16,-7 4-8-16,-1 2-85 0</inkml:trace>
  <inkml:trace contextRef="#ctx0" brushRef="#br0" timeOffset="209622.22">4963 7000 31 0,'0'0'94'0,"0"0"33"15,0 0-4-15,0 0-7 16,0 0-18-16,0 0-15 16,73-6-46-16,-30-2-9 15,15 1-13-15,3 3-15 16,2-1-11-16,-5 2-57 15,-7 3-3-15,-9-3-37 16,-8 0-69-16,-10 1-12 16</inkml:trace>
  <inkml:trace contextRef="#ctx0" brushRef="#br0" timeOffset="210536">6574 6199 421 0,'0'0'27'15,"0"0"-27"-15,0 0-34 16,0 0 34-16,0 0 9 15,0 0 42-15,58-1-19 16,-21-15-7-16,11-4-8 16,7 0 10-16,6-2-27 15,13 1-8-15,10-5-38 16,9-4-154-16</inkml:trace>
  <inkml:trace contextRef="#ctx0" brushRef="#br0" timeOffset="210701.86">7628 5828 3 0,'0'0'475'15,"0"0"-397"-15,0 0-19 16,0 0-14-16,91-70-45 16,-37 59-14-16,13-1-73 15,11-2-70-15,5-3-32 16</inkml:trace>
  <inkml:trace contextRef="#ctx0" brushRef="#br0" timeOffset="211062">8322 5584 229 0,'0'0'177'15,"0"0"-54"1,0 0-11-16,0 0-20 0,0 0-13 16,0 0-45-16,3-32-34 15,1 31-18-15,11 0 16 16,14-4-44-16,17 0-10 15,12-3-8-15,3 1 28 16,-1-1 15-16,-9 2 4 16,-10-2 17-16,-8 1-10 15,-6-2-24-15,-2 1-10 16,1-1 33-16,-1-2-28 16,-4 0 27-16,-6 4 10 15,-3-1 2-15,-8 3 49 16,-1 2 34-16,-1 1-25 0,-1-1-16 15,2 0 32-15,7-2-35 16,10 0-39-16,14-5 0 16,18-2-3-16,11-1 3 15,10-1-1-15,-3 5 1 16,0-2-30-16,-4 2-53 16,-9 0-61-16,-13-3-108 15</inkml:trace>
  <inkml:trace contextRef="#ctx0" brushRef="#br0" timeOffset="211147.11">9246 5267 112 0,'0'0'0'15,"0"0"-27"-15</inkml:trace>
  <inkml:trace contextRef="#ctx0" brushRef="#br0" timeOffset="212374.61">10829 5260 325 0,'0'0'116'0,"0"0"-30"16,0 0-17-16,0 0-45 16,0 0-22-16,0 0-4 15,0 0-14-15,10 0 16 16,15 0 5-16,9 1 0 16,13 1 4-16,7 1-9 15,7 5 6-15,8 4-12 16,7 2 6-16,3 3-85 15,2-2-36-15,0 2-2 16,-4-7-29-16</inkml:trace>
  <inkml:trace contextRef="#ctx0" brushRef="#br0" timeOffset="212791.29">11776 5375 134 0,'0'0'155'0,"0"0"58"16,0 0-53-16,0 0-49 15,0 0-99-15,0 0-12 0,60 7-98 16,-27 8 97-16,13 4-39 15,9-1-41-15,6-4-57 16,3-4 16-16,4-7 21 16,-3-3 39-16,-5 0 37 15,-8 0 25-15,-11-2 64 16,-12-1 7-16,-6 3-19 16,-7 0-52-16,-3 0 2 15,-3 0-2-15,-2 3 0 16,-2 3 0-16,-1-1 0 15,-2-1 0-15,1-3 11 16,-3 0 55-16,4-1 65 0,7 2-23 16,9 2-101-1,16 1-5-15,14 2 8 0,13-2-10 16,7-1 4-16,-1-3-4 16,-2-1 1-16,-10 0 6 15,-9 0-3-15,-11 0 1 16,-15 0 40-16,-10 0-10 15,-11 0-17-15,-2 0-18 16,0 0 7-16,-1 4-16 16,-17 5-94-16,-7 5 70 15,-1 2-144-15,13-6-117 16</inkml:trace>
  <inkml:trace contextRef="#ctx0" brushRef="#br0" timeOffset="213062.41">13001 5372 254 0,'0'0'118'15,"0"0"-118"-15,0 0 0 0,0 0 17 16,86 64 4-16,-60-36-1 16,-2 4 6-16,-4 7 9 15,-6 10-27-15,-8 7-1 16,-6 6-5-16,-7 1 11 16,-25-7-13-16,-11-13-209 15</inkml:trace>
  <inkml:trace contextRef="#ctx0" brushRef="#br0" timeOffset="213790.28">14607 6076 439 0,'0'0'43'0,"0"0"37"16,0 0-48-16,0 0-5 15,0 0-4-15,0 0-22 16,-1 0 10-16,17 0-7 15,10 0 14-15,8 0 12 0,5 0-28 16,10 0-4-16,11 0-3 16,11 6-70-16,7-1-42 15,5 0-82-15,-4-5-49 16</inkml:trace>
  <inkml:trace contextRef="#ctx0" brushRef="#br0" timeOffset="214291.38">15404 6084 251 0,'0'0'224'15,"0"0"-88"-15,0 0-33 16,0 0-31-16,0 0-72 16,0 0 3-16,27-11-16 15,8 11-23-15,18-1-31 16,9 1 21-16,7 0-62 16,-2 0 9-16,-7-2 43 0,-10-3 20 15,-12-3 36-15,-11 1 2 16,-10 0 46-16,-6 0 42 15,-5 4-39-15,0-1-16 16,-1 3-19-16,1-1-7 16,4 2-18-16,3 0 5 15,7 0 3-15,0 0-2 16,9 0 6-16,-1 0-2 16,11 0 7-16,2 0 12 15,9 0 42-15,8-2-62 16,5-2 0-16,7 1 3 0,4 3-3 15,-10 0-28 1,-9 0-24-16,-14 0-22 0,-13 0 9 16,-9 0-1-1,-5 0 34-15,-5 0 32 0,-2-5 73 16,-1 0 25-16,-1-4-18 16,-1 1-36-16,-2-1 68 15,1 3-47-15,0 4-35 16,-3 0-23-16,5 2-7 15,5 0-48-15,6 0-17 16,8 7-11-16,4 1 11 16,1-2-58-16,-3-3-15 15,0-3 51-15,-6 0-74 16</inkml:trace>
  <inkml:trace contextRef="#ctx0" brushRef="#br0" timeOffset="214523.14">16746 5809 225 0,'0'0'350'16,"0"0"-270"-16,0 0-79 15,0 0 9-15,0 0-10 16,146 36 0-16,-67-10 4 16,-1 0 12-16,-11-3-14 15,-13-4 13-15,-17 1 7 16,-10 1-17-16,-11 3-2 15,-13 6-3-15,-3 3-18 0,-33 3 13 16,-16 1-35-16,-5-3-20 16,4-4-10-16,8-5-112 15,13-3-14-15</inkml:trace>
  <inkml:trace contextRef="#ctx0" brushRef="#br0" timeOffset="214660.17">17010 6350 429 0,'0'0'52'15,"0"0"-44"-15,0 0-8 16,0 0-206-16</inkml:trace>
  <inkml:trace contextRef="#ctx0" brushRef="#br0" timeOffset="-212009.8">16259 7500 330 0,'0'0'188'15,"0"0"-63"-15,0 0-57 16,0 0 13-16,0 0-19 16,0 0-35-16,0-10 5 15,0 7-28-15,3-1 1 0,6-1 6 16,4-2-7-16,12 2-8 15,12 0 1-15,16 0 3 16,9 1 3-16,10 1-3 16,5 0 0-16,1 1-3 15,4-1 3-15,-2-3 0 16,-11 2-1-16,-11 0 2 16,-19 1-4-16,-18 3 3 15,-12 0-20-15,-9 0-26 16,-18 0-60-16,-28 5 4 15,-19 3-90-15,-9 0-269 16</inkml:trace>
  <inkml:trace contextRef="#ctx0" brushRef="#br0" timeOffset="-211806.5">16682 7481 363 0,'0'0'156'16,"0"0"29"-16,0 0-77 15,0 0-40-15,0 0-21 16,0 0-47-16,2 22-15 16,-2 11 11-16,0 13 8 15,0 12-4-15,0 5 0 16,0-2 1-16,3-1-11 16,10-7-45-16,-1-7-94 15,-3-11-31-15</inkml:trace>
  <inkml:trace contextRef="#ctx0" brushRef="#br0" timeOffset="-211257.46">17097 7799 433 0,'0'0'183'0,"0"0"-18"16,0 0-77-16,0 0-37 16,0 0-12-16,0 0-39 0,-5-21 0 15,-2 33-11-15,-4 11 11 16,-6 11-2-16,-3 8 2 15,0 5 0-15,-1 0-1 16,2-1 3-16,0-5-4 16,7-7 2-16,7-6-2 15,5-3-12-15,3-4 9 16,22-5 1-16,13-4 1 16,9-7 5-16,9-5-3 15,7 0 1-15,1 0-26 16,0-12 18-16,-3-1-38 15,-7-5-62-15,-8-4-47 0,-12-4-250 16</inkml:trace>
  <inkml:trace contextRef="#ctx0" brushRef="#br0" timeOffset="-211012.83">17176 7727 301 0,'0'0'54'16,"0"0"-32"-16,0 0 43 0,0 0 28 16,0 0-21-16,91-28-50 15,-76 27 13-15,3-2-35 16,6-1 0-16,5 4-6 15,1-1-34-15,-1-3-178 16</inkml:trace>
  <inkml:trace contextRef="#ctx0" brushRef="#br0" timeOffset="-210793.71">17022 7850 210 0,'0'0'82'0,"0"0"27"0,0 0 10 16,0 0-46-16,0 0-25 15,0 0-3-15,68 24-22 16,-35-24-10-16,8 0-13 16,2 0-8-16,8 0 0 15,2 0-97-15,-6 0-204 16</inkml:trace>
  <inkml:trace contextRef="#ctx0" brushRef="#br0" timeOffset="-210477.92">17810 7682 285 0,'0'0'215'0,"0"0"-133"16,0 0-67-16,0 0 44 15,0 0-21-15,0 0-37 0,100-13 10 16,-70 13-11-16,7 0-7 16,-1 0-25-16,-1 0-159 15</inkml:trace>
  <inkml:trace contextRef="#ctx0" brushRef="#br0" timeOffset="-210292.59">17804 7807 415 0,'0'0'289'0,"0"0"-289"15,0 0-19-15,0 0 19 0,0 0 4 16,0 0 31 0,122 22-35-16,-70-21-5 0,6-1-12 15,2 0-115-15,0-11-363 16</inkml:trace>
  <inkml:trace contextRef="#ctx0" brushRef="#br0" timeOffset="-209743.93">18605 7456 645 0,'0'0'151'0,"0"0"-61"15,0 0-50-15,0 0-19 16,0 0-21-16,0 0-12 0,-23 1 2 16,9 28 10-16,-5 12 0 15,-7 9 0-15,2 7 1 16,2-1 0-16,5-1-1 15,5-4-11-15,11-8 7 16,1-12-19-16,13-11 0 16,18-11 10-16,11-9 13 15,2-2 12-15,0-17-12 16,-8-6 0-16,-8 1 23 16,-10-3 0-16,-7 2 1 15,-10-3 2-15,-1 0-21 16,-18 5 9-16,-16 4-14 15,-8 11-11-15,-2 8-28 0,3 3-67 16,14 14-90 0,11-1-124-16</inkml:trace>
  <inkml:trace contextRef="#ctx0" brushRef="#br0" timeOffset="-209144.7">18945 7413 526 0,'0'0'206'0,"0"0"-73"0,0 0-73 15,0 0 11-15,0 0-69 16,0 0 6-16,9-24-16 15,-9 38 5-15,-13 12 1 16,-9 9 2-16,-1 2 0 16,-1 1-6-16,3-5 6 15,6-2 0-15,6-5-5 16,3-3-3-16,6-6-5 16,3-4-15-16,24-9 28 15,19-4-3-15,12 0 3 16,2-5-3-16,0-10-3 15,-7 3-8-15,-12 4-19 16,-7 2-45-16,-7 4-68 0,-8-2 63 16,-5 1 16-16,-7-1 66 15,-4 0 1-15,-1-4 47 16,-2 1 27-16,0-5-19 16,0-2 22-16,-8-1 33 15,2 4-52-15,1 3-26 16,2 5-16-16,2 1-15 15,1 2 1-15,0 0-2 16,-2 0-3-16,-3 10-9 16,-5 7 10-16,0 9 2 15,-1 5-4-15,1 4 10 16,3 6-5-16,-2 0-1 0,0 1 0 16,3-1-1-1,0-5 1-15,3-4-23 0,0-4-35 16,1-11-95-16,2-12-167 15</inkml:trace>
  <inkml:trace contextRef="#ctx0" brushRef="#br0" timeOffset="-208987.09">19240 7879 746 0,'0'0'126'0,"0"0"-34"16,0 0-60-16,0 0-24 15,0 0-8-15,0 0-21 0,-1-2 2 16,7 14-55-16,7-1-75 16,-1-5-143-16</inkml:trace>
  <inkml:trace contextRef="#ctx0" brushRef="#br0" timeOffset="-207547.79">15113 8768 189 0,'0'0'345'0,"0"0"-287"15,0 0-11-15,0 0-15 16,0 0-3-16,0 0-29 0,-31 7 8 16,8 3-7-16,-2 4-1 15,-5 8 0-15,-1 3 10 16,-8 6-7-16,-1 7 5 15,-2 8-8-15,3 7 0 16,12 5 0-16,11-1 0 16,11-7 0-16,5-11-5 15,23-13 5-15,23-10 0 16,23-12-1-16,19-4-4 16,19-6 5-16,5-24-97 15,-6-12-136-15</inkml:trace>
  <inkml:trace contextRef="#ctx0" brushRef="#br0" timeOffset="-206982.17">15379 8811 544 0,'0'0'166'16,"0"0"-104"-16,0 0-61 16,0 0-2-16,0 0 4 15,0 0-9-15,9 66 6 0,-4-20 0 16,0 12-9-16,-4 6 9 16,1 2 0-16,-2-5 4 15,0-13-3-15,0-17 7 16,0-16-8-16,-2-10 3 15,2-5 17-15,0-11 92 16,0-25-40-16,5-19-72 16,1-13 4-16,-3-4-7 15,-3 4 3-15,0 10 0 16,0 8-15-16,0 11 6 16,0 7-55-16,3 11 53 15,12 10-15-15,1 5 25 16,3 6 1-16,2 2 0 0,2 20-2 15,1 4 2 1,-2 11-2-16,-1 1-2 0,-7 1 8 16,-4-3-5-16,-6-8 1 15,-4-6 0-15,-4-5-12 16,-20-4 12-16,-8-3 0 16,-8-5 2-16,-8-5 1 15,-2 0 0-15,3 0-3 16,13-5 2-16,16-1 7 15,14 6-9-15,4 0-7 16,0 1-141-16,24 12 76 16,19-4-75-16</inkml:trace>
  <inkml:trace contextRef="#ctx0" brushRef="#br0" timeOffset="-206789.83">15943 8811 796 0,'0'0'68'15,"0"0"29"-15,0 0-90 16,0 0-4-16,0 0-6 16,0 0-22-16,-8 29-41 15,8 12-34-15,0-3-98 16,0-5-293-16</inkml:trace>
  <inkml:trace contextRef="#ctx0" brushRef="#br0" timeOffset="-206608.8">15860 9310 25 0,'0'0'866'15,"0"0"-814"-15,0 0 14 16,0 0-40-16,0 0-21 15,0 0-5-15,0 0-9 16,6 0-35-16,18 0-44 16,7 0-130-16,7-3-385 15</inkml:trace>
  <inkml:trace contextRef="#ctx0" brushRef="#br0" timeOffset="-205065.35">16374 8792 143 0,'0'0'144'0,"0"0"35"15,0 0-73-15,0 0 0 16,0 0-38-16,0 0-18 16,0 0-34-16,2-34-16 15,-2 34-9-15,0 5 1 16,0 14 8-16,0 7 0 15,-4 10-6-15,-8 13 11 16,0 10-5-16,-2 8 0 16,0 6 0-16,5-8-1 15,2-11 1-15,6-14-16 0,1-12-11 16,0-10-59 0,0-18-60-16,8 0-212 0</inkml:trace>
  <inkml:trace contextRef="#ctx0" brushRef="#br0" timeOffset="-204831.68">16525 9090 579 0,'0'0'79'16,"0"0"-71"-16,0 0 19 15,0 0 28-15,0 0 0 16,104-12-49-16,-54 10 5 0,7 1-15 16,7-1 4-16,2-2-64 15,-6-3-50-15,-15-2-65 16,-29-5-107-16</inkml:trace>
  <inkml:trace contextRef="#ctx0" brushRef="#br0" timeOffset="-204300.82">17074 8848 623 0,'0'0'91'0,"0"0"1"15,0 0-56-15,0 0-33 16,0 0 0-16,0 0-3 16,120-2 0-16,-75 25 2 15,1 3 1-15,-6 6-4 16,-7 2 1-16,-3 7-24 16,-13 2 10-16,-10 1-17 15,-7-5-20-15,-11-3 22 16,-19-9 8-16,-4-5 21 15,0-3 0-15,7-7 2 0,1-2 1 16,9 0-3-16,1 0 0 16,6-1-3-16,6 1 3 15,2-3 0-15,2 0-7 16,0-3 7-16,0-1 4 16,16-3-3-16,14 0 20 15,11 0 48-15,9-7-30 16,4-3-4-16,-3 3-21 15,-7 3-12-15,-12 0 10 16,-11 4-12-16,-9-1 0 16,-9 1-3-16,-3 0 3 15,0 0-8-15,0 0-31 0,0 0 21 16,-2 0 4-16,-17 0 14 16,-5 9-59-16,3-3-109 15</inkml:trace>
  <inkml:trace contextRef="#ctx0" brushRef="#br0" timeOffset="-203765.73">17877 9147 587 0,'0'0'110'16,"0"0"-77"-16,0 0-23 16,0 0 10-16,0 0-2 15,0 0-13-15,3-4 1 16,15 1-6-16,4 3 35 16,2-3-17-16,0 0-5 15,4 1-13-15,1 1 0 16,-3 1-15-16,-3 0-41 15,-10 0-96-15,-3 3-169 0</inkml:trace>
  <inkml:trace contextRef="#ctx0" brushRef="#br0" timeOffset="-203265.96">18348 8840 466 0,'0'0'104'0,"0"0"-42"15,0 0-59-15,0 0-2 16,0 0-1-16,8 74 19 15,-8-29-16-15,0 8 11 16,0 7-14-16,0-3 7 16,-2-9 3-16,2-15-10 15,0-13 0-15,2-10 3 16,14-9-3-16,11-1 24 16,10-6 55-16,13-18-60 15,3-6 4-15,-4-7-23 16,-11 2 0-16,-13 2 14 0,-11 5-11 15,-7 11 20 1,-6 5 27-16,-1 8-13 0,0 4-9 16,0 0-28-16,0 0-11 15,0 10-2-15,-8 23-24 16,-8 15 35-16,-4 11 2 16,-1 1-24-16,6-6 22 15,7-9-54-15,6-9 6 16,2-7-16-16,0-9-47 15,0-11-188-15</inkml:trace>
  <inkml:trace contextRef="#ctx0" brushRef="#br0" timeOffset="-201022.03">18149 8799 331 0,'0'0'88'0,"0"0"-74"16,0 0-12 0,0 0 11-16,0 0-13 0,0 0 2 15,0 0 0-15,-2 0-2 16,2 0 0-16,0 0 11 15,0 0 60-15,0 0 1 16,0 0-35-16,0 0-15 16,0 0 9-16,6 0-31 15,15 0 0-15,9 0 1 16,5 0 2-16,7 0-3 16,3 0 0-16,1 0 0 15,-4 0 0-15,-4 0 0 16,-4 0 0-16,-8 2-1 0,-2 2 4 15,-7-1-4 1,-4 0 1-16,-4 2 0 0,-2 1-5 16,-1 3 5-16,-1 2-1 15,-1 0-5-15,-2 3 6 16,-2 0-1-16,0 3 0 16,0 3 1-16,-12 2-1 15,-6 5 1-15,-2 4 0 16,-3 2 6-16,0-2-4 15,0-1 0-15,1-3-2 16,0-3 0-16,0-5 8 16,3-4-8-16,0-1 0 15,-1-1 11-15,-2 1-11 16,-1 0 9-16,-4 1-9 0,2-2 1 16,1 0 5-16,0-4-6 15,9-1 0-15,4-5 5 16,4 1-3-16,7-4 2 15,0 0-4-15,0 0 5 16,0 0 3-16,0 0-8 16,0 0 0-16,0 0 17 15,10 0 12-15,15-7-2 16,9-8-27-16,6-3 6 16,2-2-5-16,1-4-1 15,-3 1 0-15,-2 1-4 16,-8 2 8-16,-2 3-5 15,-3 1 1-15,-5 3 0 0,-1 4-4 16,-3 1 4-16,-1 2-1 16,2-1-4-16,-1 0 6 15,1 4-1-15,-1 0 0 16,-3 3 0-16,-5-1-3 16,-1 1 3-16,0-2 0 15,1 2 2-15,1 0 0 16,0 0-1-16,1 0-1 15,0 0 0-15,-4 0-1 16,-2 0 1-16,-1 0 0 16,-2 0-6-16,-1 0 5 15,0 0 0-15,0 0-6 16,0 3 7-16,2 10-6 16,-1 4 6-16,-1 0-1 0,2 0 0 15,-2 0 2-15,0 3-2 16,0-1 1-16,0 1 0 15,-5 2-3-15,-3 0 3 16,-2 1 0-16,0 4-2 16,-3 2 6-16,1 2-3 15,-6 4-1-15,-2-3 1 16,-5-2 1-16,-3-4-2 16,-4-3 0-16,-3-4 11 15,-1 0-6-15,1-3 4 16,1-2-9-16,1 0 5 15,2-5 1-15,-1 2-6 16,6-2 0-16,1-2 6 0,3-2-3 16,6-1-1-16,1-3-2 15,2 1 3-15,2-2 22 16,1 0-24-16,4 0 16 16,-1 0 16-16,4 0-26 15,-3-5-1-15,4-5-6 16,2-4-71-16,0-8-104 15</inkml:trace>
  <inkml:trace contextRef="#ctx0" brushRef="#br0" timeOffset="-199837.13">18129 8937 129 0,'0'0'59'0,"0"0"-6"15,0 0-9-15,0 0 43 16,0 0-42-16,0 0-30 15,27-20-8-15,2 13 2 16,4-2 29-16,0 1 1 0,0-2-22 16,0 1 17-1,-2-2-33-15,1 1 4 0,-1 0 9 16,-3 2-9-16,0 1 2 16,-2 1-1-16,-4 5-3 15,1 1 4-15,-6 0-7 16,2 0 0-16,-6 0 0 15,-4 0 3-15,0 0-6 16,-2 0 2-16,1 5 1 16,1 0-2-16,4 6 2 15,-2-1 0-15,2 1 0 16,-1 3 0-16,-3 0-3 16,-3 1 0-16,-2 2 3 15,2-1-1-15,-5-2 1 16,4-3 0-16,-3-3 2 15,-1-4 0-15,-1 1 0 0,0 3-2 16,0 5 0-16,-3 2 2 16,-15 8-2-16,-8 2 0 15,-12 7 3-15,-7 0 0 16,-2-1 3-16,3-6-6 16,5-7 2-16,11-3 4 15,3-1-4-15,1-3 0 16,3 0 12-16,5-1-14 15,2 1 4-15,5-4-4 16,3-1 0-16,1-4 0 16,2-2 0-16,3 3 0 15,-2-3 7-15,2 0 22 16,0 0 80-16,0 0-40 0,0 0-47 16,0 0 6-1,0 0-28-15,0-7-1 0,0-3-9 16,2 0 8-16,14-2-24 15,6-1-9-15,1 0 8 16,7 0 22-16,2-1-28 16,2 2-3-16,1-3 24 15,1-2-3-15,0-2 12 16,-2 0 1-16,-3 2 2 16,-1 5 1-16,-2 2-1 15,-4 5 0-15,-6 2-3 16,-3 3 3-16,-4 0 0 15,-1 0 0-15,0 0 2 0,2 0-4 16,3 0 2 0,0 0 0-16,1 0-1 0,-3 0 4 15,-2 3-2-15,-5 1-1 16,-3 6 1-16,-3 0-13 16,0 10 12-16,0 5 0 15,-9 3 1-15,-8 1 1 16,-3 5-2-16,5-6 0 15,-3-1 2-15,6-6-2 16,0-1 0-16,-4-1 0 16,-3-1 5-16,-6 2-4 15,-6 1-2-15,-4-2-3 16,0-7-186-16</inkml:trace>
  <inkml:trace contextRef="#ctx0" brushRef="#br0" timeOffset="-198526.42">19175 9185 63 0,'0'0'343'0,"0"0"-246"16,0 0 21-16,0 0-57 16,0 0 29-16,0 0-17 15,-3-19-37-15,12 13-23 16,8-2 0-16,6 1-13 16,1 2 18-16,14 5-18 15,9 0-9-15,9 0 1 16,10 0-108-16,4 0-66 15,0-12-325-15</inkml:trace>
  <inkml:trace contextRef="#ctx0" brushRef="#br0" timeOffset="-198073.66">19934 8878 694 0,'0'0'16'15,"0"0"-3"-15,0 0-20 16,0 0 7-16,0 0 0 16,-87 106-4-16,74-65 6 15,4-1-4-15,3-6 2 16,6-7 0-16,0-8-5 16,0-4 5-16,0-7-8 0,13-4 5 15,4-4 6-15,5 0-8 16,0 0-1-16,-2 0 6 15,-2 0 6-15,-6 0-6 16,0 0 0-16,0 5-2 16,-2 12 2-16,-1 4-2 15,-3 4-2-15,-3 1 4 16,-1 1-7-16,-2 2 7 16,0-5 0-16,0-3 3 15,0-3-3-15,-2-1 5 16,-10-1-5-16,-7-3 1 15,-8 1 25-15,-6-1-25 16,-4-4-1-16,-4-7 15 0,0-2-14 16,0 0 7-16,5-12-8 15,8 0 2-15,12 2-12 16,16-2-19-16,0-2-221 16</inkml:trace>
  <inkml:trace contextRef="#ctx0" brushRef="#br0" timeOffset="-197826.77">19910 8944 594 0,'0'0'83'0,"0"0"8"15,0 0-29-15,0 0-30 16,0 0-17-16,0 0-15 15,63-38 0-15,-25 38 0 16,0 0 4-16,2 0-6 16,0 0 2-16,-1 2-16 15,1 3-5-15,-1-1-80 16,-3-3-53-16,-7-1-251 16</inkml:trace>
  <inkml:trace contextRef="#ctx0" brushRef="#br0" timeOffset="-197152.94">20246 9207 347 0,'0'0'160'16,"0"0"-125"-16,0 0 19 15,0 0 1-15,0 0-50 16,0 0 9-16,27 0-6 16,10 0 18-16,10 0-9 15,9 0 11-15,6 0-25 16,5 0 0-16,-1 3-3 0,-8 2-38 16,-15-2 15-16,-16 2-48 15,-18-1-73-15,-9 1-22 16,-1 0 57-16,-20-2 65 15</inkml:trace>
  <inkml:trace contextRef="#ctx0" brushRef="#br0" timeOffset="-196574.68">21239 8780 618 0,'0'0'76'16,"0"0"-34"-16,0 0-38 16,0 0-8-16,0 0-20 15,0 0 24-15,-21 72 0 16,11-18 0-16,-2 6 5 16,-6 6-5-16,-4 1 0 0,-1-2 13 15,-2-6-12-15,4-9 5 16,9-10-6-16,9-10 1 15,3-10-16-15,9-6 9 16,22-9 6-16,10-5 13 16,8 0-11-16,-4-2 16 15,-9-11 26-15,-10-1-29 16,-8 4 54-16,-7 0-44 16,-6 1-10-16,-2 2 21 15,-3-3-16-15,0-4-7 16,-4-1-13-16,-14-3 5 0,-6-1-6 15,-3 3 1 1,1 6 0-16,-3 3-2 0,3 7 2 16,-3 3-50-16,5 14-65 15,9-1-68-15,14-3-194 16</inkml:trace>
  <inkml:trace contextRef="#ctx0" brushRef="#br0" timeOffset="-196415.26">21278 9311 688 0,'0'0'106'16,"0"0"-14"-16,0 0-67 0,0 0-24 16,0 0-1-16,0 0-56 15,-9-6-199-15,12 14 36 16</inkml:trace>
  <inkml:trace contextRef="#ctx0" brushRef="#br0" timeOffset="-195276.62">18257 8840 371 0,'0'0'117'0,"0"0"-63"15,0 0 25-15,0 0-50 16,0 0-19-16,0 0 22 16,0-9-32-16,0 9 0 15,0 0 10-15,0 0-8 16,0 0 5-16,0 0-7 15,0 0 5-15,0 0 0 16,0 0-5-16,0 0-9 16,0 0 7-16,0 8-8 15,0 8 10-15,-7 4-3 0,-5 3-14 16,0-1 2-16,-4 2-28 16,-2-2-31-16,1-4-34 15,4-2-13-15,1-5 10 16,3-7-24-16</inkml:trace>
  <inkml:trace contextRef="#ctx0" brushRef="#br0" timeOffset="-195113.97">18175 8978 87 0,'0'0'421'16,"0"0"-378"-16,0 0 17 15,0 0 112-15,0 0-87 16,0 0-65-16,0 3-20 0,0 0-132 16,8-3-220-16</inkml:trace>
  <inkml:trace contextRef="#ctx0" brushRef="#br0" timeOffset="-183335.76">3540 10316 460 0,'0'0'99'15,"0"0"-51"-15,0 0-21 16,0 0 19-16,0 0-20 15,0 0 9-15,0 0-20 16,0 0-13-16,67-48 2 16,-64 48-4-16,4 3 0 0,1 11 2 15,1 11-2 1,7 7 0-16,-2 12 3 0,3 10 2 16,-6 10-5-1,-3 7 0-15,-8-1 0 0,0-2 11 16,-5-8-7-16,-9-14-4 15,0-10 4-15,-3-11-2 16,5-8 8-16,2-8-9 16,-1-5 9-16,-2-3 44 15,-7-1-13-15,-9 0 2 16,-7-10-28-16,-6-13-14 16,-5-9 2-16,-3-9-3 15,3-3 0-15,7-3-8 16,10 5 8-16,7 2-10 0,8 4-34 15,10 3 17 1,5 1 17-16,2-1-10 0,24 2 20 16,15 0-5-16,13-2 5 15,11 2 0-15,13-2 1 16,10 2 3-16,11 0-4 16,17 2 0-16,9 2 0 15,3 2-9-15,-7 3 9 16,-21 4-1-16,-18 2-2 15,-25 8 6-15,-18 2-3 16,-20 6 0-16,-12 0-21 16,-7 23-52-16,-22 18-10 15,-27 9 22-15,-14 0-230 16</inkml:trace>
  <inkml:trace contextRef="#ctx0" brushRef="#br0" timeOffset="-181723.85">4213 10721 317 0,'0'0'65'0,"0"0"-24"15,0 0 23-15,0 0-19 16,0 0 19-16,0 0-18 15,-17 0-11-15,17 0-1 16,0 0-4-16,3 0-29 16,21 0 14-16,15 0-15 15,16 0 0-15,6 0 5 0,8-3-2 16,-1-4-1 0,-2 2-2-16,-3-3 0 0,-9-1 1 15,-9 2-1-15,-12-1 0 16,-15 3 4-16,-6 4 0 15,-10 1-4-15,-2 0 0 16,0 0-21-16,-23 9-68 16,-19 8-102-16,-14 0-206 15</inkml:trace>
  <inkml:trace contextRef="#ctx0" brushRef="#br0" timeOffset="-181155.32">4536 10790 493 0,'0'0'59'0,"0"0"42"16,0 0-6-16,0 0-75 0,0 0-13 15,0 0 1-15,2-10-8 16,-2 32-3-16,0 10 1 16,0 7 4-16,0 7 2 15,-5 3-4-15,-5 1 0 16,5 2 3-16,-2-5-3 16,-1-5 0-16,1-7-2 15,0-7-7-15,2-4-48 16,-4-5-35-16,-2-12-173 15</inkml:trace>
  <inkml:trace contextRef="#ctx0" brushRef="#br0" timeOffset="-180305.88">4745 11297 192 0,'0'0'282'16,"0"0"-269"-1,0 0 7-15,0 0 46 0,0 0 2 16,0 0-45-16,0-1-22 16,0 8 13-16,0 8-14 15,0 8 0-15,-2 8 8 16,-2 2-7-16,-2 6 3 16,0 2-4-16,-2-5 2 15,1 0 10-15,0-3-11 16,4-5-1-16,3-2 9 15,0-8-6-15,0-4-3 16,13-5 3-16,9-4 0 16,6-2 63-16,1-3-40 15,8 0-16-15,4 0-6 0,12-17-4 16,12-4-14-16,5-2-92 16,-11 0-139-16,-14 3-220 15</inkml:trace>
  <inkml:trace contextRef="#ctx0" brushRef="#br0" timeOffset="-180014.91">4727 11255 535 0,'0'0'103'16,"0"0"-41"-16,0 0-47 15,0 0 14-15,0 0 23 16,0 0-48-16,87-61 0 16,-59 49 14-16,2 2-18 15,3 0 0-15,-2 2-4 16,-1 5-22-16,-6 0-54 15,-5 2-30-15,-9 1-166 16</inkml:trace>
  <inkml:trace contextRef="#ctx0" brushRef="#br0" timeOffset="-179811.89">4608 11526 488 0,'0'0'14'16,"0"0"-7"-16,0 0 0 16,0 0 65-16,0 0-22 15,0 0-24-15,79-3-9 16,-43-11-17-16,6-3 0 16,-1 0-30-16,-8-2-191 15</inkml:trace>
  <inkml:trace contextRef="#ctx0" brushRef="#br0" timeOffset="-179137.64">5388 10522 452 0,'0'0'86'16,"0"0"-44"-16,0 0 7 16,0 0 49-16,0 0-33 0,0 0 16 15,9-36-76 1,13 22-4-16,8-1 11 0,12 2-10 16,4 5-2-16,9 2 0 15,-2 3-21-15,-6 3-20 16,-8 0-75-16,-11 0-10 15,-14 3-89-15,-14 7-103 16</inkml:trace>
  <inkml:trace contextRef="#ctx0" brushRef="#br0" timeOffset="-178951.84">5379 10779 500 0,'0'0'121'0,"0"0"-103"0,0 0 54 16,0 0 2-16,110-15-45 16,-74 8 1-16,7 1-30 15,5 2-7-15,8 3 1 16,3-4-110-16,-4-6-139 16</inkml:trace>
  <inkml:trace contextRef="#ctx0" brushRef="#br0" timeOffset="-177927.39">6495 10095 555 0,'0'0'86'0,"0"0"-12"16,0 0-72-16,0 0-2 15,0 0-36-15,0 0 30 16,27 156 3-16,-20-46 6 15,-3 29-5-15,-4 10 2 16,0-2 0-16,0-8-2 16,0-17 5-16,-3-22-3 15,3-14 0-15,0-19 7 0,0-13 0 16,0-13-7-16,0-15 0 16,0-12 13-16,0-8-13 15,0-4 7-15,0-1 10 16,-5 1-1-16,-15 5 26 15,-14-2-37-15,-17-2 0 16,-6-3-6-16,-1 0 1 16,8-23-70-16,11-12 20 15,12-11 5-15,15-10 18 16,12-2 0-16,0 2-4 16,9 3 28-16,22 7-90 15,12 4-44-15</inkml:trace>
  <inkml:trace contextRef="#ctx0" brushRef="#br0" timeOffset="-176445.42">6596 10038 128 0,'0'0'33'0,"0"0"6"16,0 0-3-16,124-19 17 0,-60 7 17 16,28-1 10-1,23-1-20-15,20-1-6 0,12 3-33 16,5 1-1-16,5 1-10 15,1 2-6-15,6-4 2 16,2 2-6-16,-1 0 0 16,-5-1 0-16,-11 5 0 15,-8 2 0-15,-6-3 0 16,-2 2 3-16,-2 1-4 16,-6-2 1-16,-7-1 0 15,-2 0 0-15,-7-4 1 16,-4 0-1-16,-7-1 0 0,-4 0 3 15,-1 2-2-15,1 0-1 16,0 1 0-16,1 1-1 16,-2 2 1-16,-1 0 0 15,3-3-2-15,4-4 6 16,7-1-6-16,0-5 2 16,0-1 0-16,-1 1 0 15,-5 0 0-15,1 2 0 16,1 4 0-16,3 0-10 15,3 3-6-15,-3 1-4 16,-5 3 20-16,-9 0-4 16,-9 0 4-16,-11 3 0 15,-16-1 3-15,-10-1-2 16,-10 3 24-16,-7-3-15 0,-6 0-2 16,-1 0 32-16,3 2-28 15,0-1 4-15,3-1-12 16,-2 0 0-16,-5-1 5 15,-4 2-7-15,-7 2 8 16,-4-1 34-16,-2 1-7 16,-3 2-7-16,0 0-30 15,0 0-39-15,0 5-72 16,-11 14 77-16,-8 1-58 16,1-4-137-16</inkml:trace>
  <inkml:trace contextRef="#ctx0" brushRef="#br0" timeOffset="-176293.57">12260 9544 568 0,'0'0'106'0,"0"0"12"16,0 0-70-16,0 0-48 16,0 0-16-16,0 0-139 15,-29 34 122-15,14-14-184 16</inkml:trace>
  <inkml:trace contextRef="#ctx0" brushRef="#br0" timeOffset="-165586.68">15959 10428 315 0,'0'0'100'16,"0"0"-39"-16,0 0 55 15,0 0-44-15,0 0-7 16,0 0 11-16,0 0-33 16,0-81 19-16,0 74-48 15,0 3 12-15,0 1 8 16,0 3-33-16,0 0 4 0,0 0-5 16,1 0-13-16,1 19-18 15,5 10 2-15,-4 13 29 16,-3 5-7-16,0 2 6 15,-2 0-6-15,-11 0 3 16,1-6-11-16,-1-5 15 16,4-10-61-16,1-7 3 15,4-4-4-15,1-17-100 16,3 0-239-16</inkml:trace>
  <inkml:trace contextRef="#ctx0" brushRef="#br0" timeOffset="-165413.8">16193 10568 632 0,'0'0'153'16,"0"0"-90"-16,0 0-23 15,0 0-34-15,0 0 1 16,0 0-7-16,21-3-10 16,1 3-1-16,13 7-39 15,11-3-71-15,4-4-32 16,-3 0-247-16</inkml:trace>
  <inkml:trace contextRef="#ctx0" brushRef="#br0" timeOffset="-165016.22">16567 10364 581 0,'0'0'56'15,"0"0"46"-15,0 0-102 16,0 0 16-16,0 0 21 15,93-24-32-15,-71 39 0 16,0 10-5-16,-3 8 0 16,-8 3-14-16,-6 2 7 15,-5 1-47-15,-11 0 15 16,-14-3 13-16,-5-2 21 16,-1-4-14-16,2-6 19 15,4-7-6-15,6-5 8 0,8-4-2 16,7-4 0-1,2-2 3-15,2 1-11 0,0-1 7 16,2-1 1-16,16-1 4 16,12 0 26-16,7 0 18 15,6-8-8-15,6-1-28 16,-1-6 20-16,1 2-32 16,-2 1 1-16,-5-1 5 15,-7 2-6-15,-10 5-4 16,-11 3-62-16,-9 3-49 15,-5 0-136-15,0 0-30 16</inkml:trace>
  <inkml:trace contextRef="#ctx0" brushRef="#br0" timeOffset="-164865.1">16883 10706 653 0,'0'0'114'0,"0"0"-22"15,0 0-49-15,0 0-36 16,0 0-7-16,0 0-280 16,6 12 17-16</inkml:trace>
  <inkml:trace contextRef="#ctx0" brushRef="#br0" timeOffset="-162641.86">15956 11230 277 0,'0'0'121'16,"0"0"-95"-16,0 0-18 16,0 0 65-16,0 0 47 15,0 0-56-15,1-4-3 16,-1 0 3-16,0-1-19 16,0-1 6-16,0 4-10 15,0 0-18-15,0 2-15 0,0 0-8 16,0 0 0-16,0 0-13 15,5 0 7-15,19 0 1 16,5 0 3-16,3 0-7 16,-2 0 8-16,-4 2-8 15,-5 8-18-15,-7 7 16 16,-7 7-53-16,-7 8 13 16,-6 3 23-16,-24 2 13 15,-4-5-32-15,0-9 22 16,8-8 20-16,9-7-4 15,6-6 18-15,7-2-3 16,2 0 56-16,1 0-18 16,1 0 18-16,0 0-39 15,0 0-22-15,0 0 23 0,0 0-24 16,22 0-6 0,15 0 1-16,13-1 1 0,9-6-23 15,1 2-42-15,-3-1-24 16,-14-5-21-16,-24-3-306 15</inkml:trace>
  <inkml:trace contextRef="#ctx0" brushRef="#br0" timeOffset="-162459.44">16430 11289 95 0,'0'0'27'0,"89"-4"-8"16,-41-1-11-16,-5 2-8 15,-5-2-23-15</inkml:trace>
  <inkml:trace contextRef="#ctx0" brushRef="#br0" timeOffset="-161985.79">16709 11096 651 0,'0'0'126'0,"0"0"-73"0,0 0-37 15,0 0 19-15,0 0-34 16,0 0 0-16,60-39 2 15,-29 38 0-15,0 1-2 16,-2 0-1-16,-7 0 0 16,-9 0-11-16,-3 8 11 15,-7 4-36-15,-3 2-42 16,-2 6 45-16,-19 1 22 16,-4-1-14-16,1-3-7 15,5-6 28-15,8-1-6 16,6-2 5-16,5 1 4 15,0 0-5-15,8 5 5 0,16 3 0 16,7 2 1-16,1 2 3 16,-2 1-3-16,-7 2 0 15,-9 3-3-15,-6-1 8 16,-8-1-5-16,0-2 0 16,-13-5 1-16,-17-1 12 15,-9-5-13-15,-4-3 0 16,3-6 14-16,9-2 24 15,8-1 1-15,11 0-39 16,8 0 3-16,4 0-7 16,9 0-148-16,27 0-177 15</inkml:trace>
  <inkml:trace contextRef="#ctx0" brushRef="#br0" timeOffset="-160252.63">15962 12071 519 0,'0'0'82'16,"0"0"24"-16,0 0-55 16,0 0 11-16,0 0-30 15,0 0-9-15,0 0 2 16,-25-57-8-16,25 54-12 16,0-1 2-16,0 2 3 15,6-2-10-15,13 3-4 16,15 1-4-16,11 0-9 15,7 11-25-15,-2 9-58 16,-3 3 18-16,-14 1 35 16,-13 0-11-16,-14 4-12 0,-6-3 34 15,-13 0-2 1,-17-1 38-16,-3-10 9 0,3-4-9 16,8-5 37-16,7-5 35 15,9 0 36-15,6 0-4 16,0 2-104-16,0 3-11 15,12 2-15-15,12 7 26 16,1 1 7-16,1 2-7 16,-7-2 0-16,-2-1-1 15,-10 0 1-15,-2-2-2 16,-5-1 2-16,0 1-7 16,0 0-1-16,-12 2 8 0,-11-2 0 15,0 0 4-15,0-3-2 16,5-1-3-16,3 0 1 15,2 1-55 1,4-6-98-16,7-3-166 0</inkml:trace>
  <inkml:trace contextRef="#ctx0" brushRef="#br0" timeOffset="-160055.42">16461 12233 738 0,'0'0'144'0,"0"0"-111"15,0 0-30-15,0 0-3 0,0 0-17 16,121-23-4-16,-68 23-117 16,7 0-38-16,0-12-157 15</inkml:trace>
  <inkml:trace contextRef="#ctx0" brushRef="#br0" timeOffset="-159787.76">17007 11964 670 0,'0'0'17'16,"0"0"-17"-16,0 0-36 15,0 0 31-15,3 71 5 0,11-30 0 16,2 3 3-1,2-1 1-15,0-2-4 0,-7-7 0 16,-4-6 7-16,-7-3-3 16,0-6-3-16,0 0 9 15,-12-1-7-15,-5 1 20 16,-8-2-21-16,-2-3-1 16,1-5 12-16,3-3-13 15,5-6-23-15,3 0-54 16,6-12-253-16</inkml:trace>
  <inkml:trace contextRef="#ctx0" brushRef="#br0" timeOffset="-159575.53">17131 12055 675 0,'0'0'121'0,"0"0"-27"16,0 0-90-16,92-37-1 16,-48 34-3-16,10 3-1 15,-1 0-4-15,2 0-88 16,-6 7-54-16,-5-7-154 16</inkml:trace>
  <inkml:trace contextRef="#ctx0" brushRef="#br0" timeOffset="-158379.85">16097 13029 355 0,'0'0'132'15,"0"0"-63"-15,0 0-65 16,0 0-1-16,0 0-6 0,0 0-2 16,0 14 5-16,0 10-2 15,0 5 2-15,9 4-4 16,15 0 4-16,4-2 2 15,-2-2 0-15,-4-4-2 16,-4-6 0-16,-7-7-9 16,-7-3 9-16,-1-6 0 15,-3-2 1-15,0-1 30 16,-4 0 18-16,-20 2-9 16,-10-2-28-16,-7 0 22 15,2 0-28-15,2 0 0 0,7 0-6 16,6 0-1-1,5 0-70-15,7-5-126 0,6-9-246 16</inkml:trace>
  <inkml:trace contextRef="#ctx0" brushRef="#br0" timeOffset="-158174.83">16187 12987 555 0,'0'0'112'0,"0"0"9"16,0 0-46-16,0 0-48 16,0 0-27-16,0 0-2 15,45-36-35-15,-11 36 3 16,9 0-29-16,-1 2-17 0,2-1 7 16,-6 1-118-16,-10 0 37 15,-10-2 12-15</inkml:trace>
  <inkml:trace contextRef="#ctx0" brushRef="#br0" timeOffset="-157980.9">16353 13162 305 0,'0'0'556'16,"0"0"-534"-16,0 0-22 0,0 0 0 15,0 0 0-15,111 14 0 16,-54-11-45-16,9-1-85 16,-4-2-33-16,-1-2-334 15</inkml:trace>
  <inkml:trace contextRef="#ctx0" brushRef="#br0" timeOffset="-157647.05">17101 12808 737 0,'0'0'55'0,"0"0"-19"0,0 0-36 16,0 0-6-16,0 0 6 16,-39 100-1-16,28-43 4 15,6 4-7-15,5-3 4 16,0-2-22-16,11-8 10 15,15-11-49-15,8-11 32 16,11-14 18-16,9-12 11 16,2 0 11-16,-3-12-11 15,-7-5 0-15,-18-2 83 16,-15 2-5-16,-13 3 3 16,-2-2-60-16,-34 2-18 15,-25 5-6-15,-24 6-21 0,-7 3-100 16,14 0-58-16,30 5-183 15</inkml:trace>
  <inkml:trace contextRef="#ctx0" brushRef="#br0" timeOffset="-155965.06">18365 9895 97 0,'0'0'59'0,"0"0"10"15,0 0 43-15,0 0-13 16,0 0-10-16,0-80-19 16,0 66 0-16,0-1 11 15,0 3-16-15,0 4-11 0,0 4-21 16,0 2 15-1,0 2-48-15,0 5-9 0,7 21-1 16,11 18 9-16,6 13-1 16,3 2 2-16,-1-3-7 15,-2-10-4-15,-4-17 6 16,-5-10 5-16,-6-13-3 16,-5-6 6-16,9 0 2 15,10-15 18-15,13-17-23 16,1-4 12-16,-4-5-12 15,-10 3 0-15,-6 5-6 16,-1 6-10-16,-2 6-32 16,2 9-20-16,-2 7-57 15,1 5-15-15,-5 0-75 16</inkml:trace>
  <inkml:trace contextRef="#ctx0" brushRef="#br0" timeOffset="-155582.69">19162 9866 680 0,'0'0'36'0,"0"0"74"15,0 0-110-15,0 0-2 16,0 0 0-16,-102 27-7 16,72 11 4-16,5 6-15 15,-1 2 1-15,2 1 10 16,7-3-3-16,10-9-44 0,7-13 9 15,14-13-10-15,22-9 57 16,5-14 0-16,5-15 8 16,-7-5 5-16,-12 1-12 15,-13 1 55-15,-10 0 22 16,-4 3-47-16,0 1-8 16,-10 6-2-16,-2 7-15 15,0 8 2-15,9 7-8 16,3 0-36-16,0 19-74 15,0 10 98-15,3 7 3 16,14 0-1-16,7-5-10 16,11-10 13-16,5-10-20 15,5-10-49-15,0-1-91 0,-2-16-112 16</inkml:trace>
  <inkml:trace contextRef="#ctx0" brushRef="#br0" timeOffset="-155299.41">19435 9851 699 0,'0'0'69'16,"0"0"-69"-16,0 0-3 15,0 0-6-15,0 99 14 16,0-57-5-16,0-1 0 16,0-6 2-16,0-7 11 15,0-6-13-15,0-8 0 16,0-7 5-16,0-6 0 0,0-1-4 15,0 0 13-15,0-8 6 16,0-18 57-16,8-9-77 16,13-8-4-16,7 0-7 15,6 0 9-15,7 6 2 16,6 6 0-16,4 12-33 16,0 11-62-16,-6 8-112 15,-11 0-190-15</inkml:trace>
  <inkml:trace contextRef="#ctx0" brushRef="#br0" timeOffset="-155128.41">19858 10054 837 0,'0'0'84'0,"0"0"-65"16,0 0-19-16,0 0-22 15,0 0-86-15,0 0-81 16,43-1-220-16</inkml:trace>
  <inkml:trace contextRef="#ctx0" brushRef="#br0" timeOffset="-154749.94">18720 10282 150 0,'0'0'111'0,"0"0"-49"16,0 0 28-16,0 0-35 16,0 0-55-16,0 0-8 15,33 0 8-15,20-2 39 16,17-10 31-16,17-5-9 0,10 2-35 16,4 3 3-16,-2 6-26 15,-3 3 2-15,-1 3-5 16,-9 0-3-16,-9 0-8 15,-11 0-108-15,-16 0-302 16</inkml:trace>
  <inkml:trace contextRef="#ctx0" brushRef="#br0" timeOffset="-154605.93">19948 10226 760 0,'0'0'123'0,"0"0"-56"15,0 0-42-15,0 0-25 16,0 0-12-16,0 0-227 16,0 15 151-16,0-5-248 15</inkml:trace>
  <inkml:trace contextRef="#ctx0" brushRef="#br0" timeOffset="-147290.17">18812 10393 280 0,'0'0'18'16,"0"0"-18"-16,0 0-51 15,0 0 21-15,0 0 5 16,0 0-7-16,0 0 0 16,-33-10 32-16,30 8 96 15,1 2-9-15,1-1-22 16,1 1-38-16,0 0-23 16,-4 0-4-16,-1 0 0 15,0 4-3-15,-1 1-6 16,6-3 9-16,0-2 0 15,0 0 27-15,0 0 157 16,-2 0-52-16,1 0-58 0,-1-2-20 16,2 2-36-16,0-3-3 15,0 3-15-15,0 0 0 16,0 0 6-16,0 0-4 16,0 0-1-16,0 0 8 15,0 0 1-15,0 0 4 16,0 0-14-16,0 0-1 15,15 0-8-15,4 14 9 16,2 4-2-16,0 4 1 16,-8 5-15-16,-3-1 13 15,-6 5-17-15,-4-2-4 16,0 3 22-16,-7 1-11 16,-10 1 13-16,-6-1-3 0,2-4 7 15,2-3-4-15,1-8 0 16,6-7 0-16,5-2-5 15,3-5 10-15,4-3-5 16,0 2 12-16,0-3-12 16,0 0 12-16,33-8-12 15,19-13-46-15,18-6 28 16,10 3-48-16,2-1 38 16,-12 1 12-16,-11 5 11 15,-21 0 3-15,-15 6 4 16,-11 3 6-16,-9 4 34 15,-3 3-21-15,0 1-4 0,0 2-17 16,0 0-7-16,0 0-9 16,0 0-5-16,0 0-2 15,0 0 9-15,0 12-3 16,0 8 17-16,0 2 0 16,5 6 1-16,5-2-2 15,-1 2 1-15,2-2 0 16,-2-4 14-16,-1-1-14 15,-5-4 2-15,-3-5-2 16,0 2 5-16,-2-4 0 16,-8 0-3-16,-5-3-2 15,0-2 19-15,-3-2-19 16,2-3 6-16,-3 0 1 0,3 0-7 16,0-10-1-16,5-9-98 15,11-4-315-15</inkml:trace>
  <inkml:trace contextRef="#ctx0" brushRef="#br0" timeOffset="-147057.9">19371 10542 621 0,'0'0'134'16,"0"0"-80"-16,0 0-44 15,0 0-7-15,81-16-3 16,-24 16 12-16,10 0-12 0,4 0 0 16,-4 0 6-16,-8 0-6 15,-15 0 0-15,-11 0 0 16,-10 0-5-16,-13 2-91 16,-7-2-73-16,-3 0-193 15</inkml:trace>
  <inkml:trace contextRef="#ctx0" brushRef="#br0" timeOffset="-139738.59">19178 11115 347 0,'0'0'134'0,"0"0"-46"0,0 0-33 15,0 0 1-15,0 0-9 16,0 0-11-16,0 0 19 16,0-19-30-16,0 16 15 15,0 0-4-15,0 0-15 16,0 0 6-16,0-1-10 16,0 0-14-16,0 2 23 15,0-1-25-15,0 0-1 16,0 0 10-16,0-2-9 15,0 1 1-15,0-4-2 16,-3 0 0-16,0 1-5 16,-2 1 5-16,-3 0-3 15,-2 3 1-15,-5 2-9 16,-7 1-8-16,-8 0-8 16,-4 6 3-16,-2 8 20 0,3 3-16 15,6 2-3-15,6 1 15 16,8 1-23-16,4 1 7 15,6 1-18-15,3 0 0 16,0-1 29-16,16-3-5 16,7-6 1-16,1-6 11 15,7-7 3-15,6 0 3 16,-1-17 0-16,-6-3 2 16,-5-4 51-16,-10 5 9 15,-7 0 1-15,-1 1-30 0,-4 2-11 16,-3 4-7-1,0 4-15-15,0 3 3 0,0 5-1 16,0 0-2 0,0 0-4-16,0 0-1 0,0 0 0 15,0 8-10-15,0 11 0 16,0 8 15-16,-10 5-5 16,-1 4 5-16,1 6 0 15,-2 5 0-15,3-4 5 16,1-4-3-16,1-12-2 15,6-14 0-15,-1-6 3 16,2-7-3-16,0 0 0 16,0 0 15-16,-1 0-5 15,-4 0 26-15,-1 0 3 16,-5-3-33-16,-2-2 2 0,-3 2-8 16,-1 3-11-16,0 1-39 15,0 17-53-15,4 0-41 16,4 0 13-16,6 0-21 15,3-2 85-15,0-2-9 16,0-5 50-16,0-1 25 16,0-8-78-16</inkml:trace>
  <inkml:trace contextRef="#ctx0" brushRef="#br0" timeOffset="-130389.15">18792 11935 248 0,'0'0'139'15,"0"0"-15"-15,0 0-34 0,0 0-7 16,0 0-34-16,0 0 1 16,0 0-27-16,0-17 0 15,0 15 2-15,0 0-18 16,0-1-6-16,0 0 15 16,0 1-13-16,0 0-3 15,0 1 5-15,0-4-5 16,0 1 13-16,0-1-13 15,4-3 1-15,-1-1 19 16,0 1-14-16,-1 2-6 16,2-1 1-16,-1 3 3 15,-2 1 0-15,-1 2-3 16,0 1-1-16,0 0 23 16,0-2-20-16,0 2-3 0,0 0 5 15,0 0-1 1,0 0-3-16,2 0-1 0,-2 0 0 15,0 0-2-15,0 0 2 16,0 0-1-16,1 0-1 16,1 8-9-16,1 12 7 15,-3 11-3-15,0 2 7 16,0 3-4-16,0 0 4 16,0-4 0-16,0-1-1 15,-3-3 2-15,0-6-2 16,0-2-1-16,1-7 2 15,1-4-6-15,-1-6 6 0,2-1 0 16,0 0 0-16,0-2 1 16,0 0 13-16,0 0 0 15,0 0 6-15,-2-7 12 16,2-2-27-16,0 1-5 16,0 0 1-16,0 4 4 15,0 3-10-15,0 0 0 16,0 1-31-16,4 0 15 15,8 0-157-15,4-8-261 16</inkml:trace>
  <inkml:trace contextRef="#ctx0" brushRef="#br0" timeOffset="-123896.78">18903 12961 134 0,'0'0'0'0,"0"0"-45"16,0 0 18-16,0 0 27 15,0 0 27-15,0 0 23 16,0 0 6-16,-15-7-38 0,15 4 38 16,0-1-17-1,0-1-8-15,0 2 17 0,0 0 19 16,0 0-21-16,0 0 17 15,0-2-30-15,0 2 28 16,0-2-55-16,0-2 15 16,0-2 7-16,0-1 13 15,0 0-6-15,0 1-2 16,0-1-25-16,0 3 24 16,0 2-27-16,0 2-3 15,0 1 3-15,0 1 0 16,0 1-5-16,0 0 0 0,0-2 0 15,0 2 6 1,0 0 0-16,0 0-6 0,0 0 17 16,0 0-16-16,0 0-1 15,0 5-2-15,2 23 2 16,2 13-8-16,-1 14 8 16,2 8 0-16,2 2 2 15,2 0-2-15,1-2-2 16,1-3 2-16,2-6 0 15,-7-11-8-15,-3-8 8 16,-1-9-12-16,-2-12 8 16,0-6 8-16,0-5-5 15,0-3 1-15,0 0 0 16,0 0 7-16,0-4-7 0,7-12 0 16,4-1-5-16,1-3-32 15,0 1-56-15,-4 2-28 16,-6 0-124-16</inkml:trace>
  <inkml:trace contextRef="#ctx0" brushRef="#br0" timeOffset="-123757.81">19015 13314 401 0,'0'0'164'16,"0"0"-93"-16,0 0-6 15,0 0-45-15,0 0-20 0,0 0-263 16</inkml:trace>
  <inkml:trace contextRef="#ctx0" brushRef="#br0" timeOffset="-115616.48">6763 10568 369 0,'0'0'54'0,"0"0"-4"16,0 0 4 0,0 0-27-16,0 0-27 15,0 0 7-15,0 0-3 0,6-60 31 16,-6 56-1-16,0 2-33 15,0 2 15-15,0-2 13 16,0 2-17-16,0-2-9 16,0 2-3-16,3-1 0 15,-3-1-9-15,7 0 7 16,7-4 2-16,5-1-2 16,5-3 6-16,-3 4 0 15,-1 1 0-15,6 3-4 16,1 2 3-16,1 0-3 0,-1 16-2 15,-6 4 2 1,-6 6-5-16,-4 6 5 0,-7 7-13 16,-4 5 13-16,0 3-6 15,-18-1 9-15,-4-2-3 16,-5-8 4-16,2-4 3 16,-2-8 1-16,9-9-8 15,0-5 0-15,9-5 7 16,0-1-5-16,0 0-2 15,2-2 6-15,5 0-5 16,2-2 1-16,0 0-2 16,0 0-2-16,0 0-5 15,19 0-2-15,16 0 9 0,11-8 36 16,5-4-7-16,-5 0-1 16,-1 3-3-16,-5-2-20 15,-1 4 10-15,-4 0-15 16,-7 1 0-16,-6 2 0 15,-9 4-42-15,-8 0-37 16,-5 0-24-16,0 0-90 16,-10 0-86-16</inkml:trace>
  <inkml:trace contextRef="#ctx0" brushRef="#br0" timeOffset="-115105.23">7339 10524 752 0,'0'0'56'0,"0"0"-13"16,0 0-40-16,0 0 12 15,0 0-15-15,0 0-9 16,0 4 0-16,3 14 4 15,0 6 3-15,3 2 2 16,-3-3-7-16,1-2 1 16,1-4-36-16,-1-5 28 15,2-4-36-15,4-4 25 16,3-3 24-16,4-1 1 16,3 0 0-16,13 0 7 0,5 0-7 15,1 0 0-15,0 0 0 16,-5 0 1-16,-8 5-2 15,-6 6-1-15,-2 1 2 16,-1 4-11-16,-5 1 11 16,-2 0-5-16,-8-2 1 15,-2-1 4-15,0 0-2 16,0-1 1-16,-12-2 1 16,-3-2 29-16,-9-1-27 15,-3-5 11-15,-3-3 14 16,-3 0 6-16,2 0-18 0,1-1-10 15,7-3-2 1,4 4-6-16,3 0-33 0,4 0-108 16,-1 0-233-16</inkml:trace>
  <inkml:trace contextRef="#ctx0" brushRef="#br0" timeOffset="-114872.03">7442 10460 542 0,'0'0'78'0,"0"0"-74"16,0 0-8 0,0 0-14-16,0 0 9 0,0 0-14 15,-9-5 4-15,27 5 19 16,8 0 8-16,16 0-1 15,12 0 15-15,12-2-22 16,4-7-81-16,1 0-156 16</inkml:trace>
  <inkml:trace contextRef="#ctx0" brushRef="#br0" timeOffset="-114626.34">7895 10626 454 0,'0'0'162'15,"0"0"-150"-15,0 0-19 16,0 0 10-16,0 0-3 16,0 0 20-16,111 11-19 15,-47-11 7-15,6 0-8 16,-3-2-11-16,-9-4-4 15,-11 1-63-15,-9 0-31 16,-20 0 41-16,-16-2-48 16</inkml:trace>
  <inkml:trace contextRef="#ctx0" brushRef="#br0" timeOffset="-114398.83">8120 10355 795 0,'0'0'102'16,"0"0"-46"-16,0 0-41 15,0 0 19-15,0 0-34 16,0 0-19-16,0 34 17 16,0 14 2-16,0 17-1 15,2 6-5-15,4 4-79 16,3-2 38-16,1-14-130 15,1-17-141-15</inkml:trace>
  <inkml:trace contextRef="#ctx0" brushRef="#br0" timeOffset="-113823.85">8721 10531 641 0,'0'0'63'0,"0"0"-18"0,60-76 16 16,-40 46-1-16,-1 1-59 15,-7-3 39-15,-3 4-31 16,-9 0-7-16,0 2 4 15,-7 7-6-15,-15 10-2 16,-5 9 0-16,-4 4-25 16,-3 26 22-16,-2 10-32 15,2 9-7-15,3 7 41 16,8 1-47-16,8-5-1 16,14-14 2-16,1-14-9 15,13-13 33-15,13-11 25 16,2 0 6-16,-1-8 34 15,-7-12 16-15,-4-2 52 0,-3 0-40 16,-7 4-49-16,-1 4 37 16,-2 7-14-16,-3 3-39 15,0 2 16-15,0 1-19 16,0 1-3-16,0 0-3 16,0 7-42-16,0 24 21 15,0 16 19-15,0 8 8 16,-11-3-1-16,-1-11 1 15,2-9 0-15,4-11 0 16,0-5 6-16,-1-5-2 16,-4-4-4-16,-4-2 0 15,-10-3-6-15,-1-2-24 0,-2 0-129 16,6-5 1-16,8-4-128 16</inkml:trace>
  <inkml:trace contextRef="#ctx0" brushRef="#br0" timeOffset="-113576.84">8947 10669 818 0,'0'0'72'16,"0"0"-65"-16,0 0-3 0,0 0 3 15,0 0-5-15,0 0 1 16,91-17-3-16,-57 8 0 16,-4 3 2-16,0-2-2 15,-2 2-4-15,7-6-47 16,0-2-106-16,-9-4-116 16</inkml:trace>
  <inkml:trace contextRef="#ctx0" brushRef="#br0" timeOffset="-113341.15">9068 10422 793 0,'0'0'116'0,"0"0"-45"0,0 0-58 16,0 0-2-16,0 0 5 15,0 0-16-15,0 8-13 16,1 21 11-16,4 14 2 15,-1 8-1-15,-4 6 1 16,0 2-35-16,0 0 13 16,-13-1-26-16,-7-5-16 15,5-7-115-15,8-17-165 16</inkml:trace>
  <inkml:trace contextRef="#ctx0" brushRef="#br0" timeOffset="-112436.31">9597 10410 536 0,'0'0'88'0,"0"0"-35"16,0 0-9-16,0 0-28 15,0 0-1-15,0 0 29 16,0-17-26-16,0 17 6 16,0 0 4-16,0 0-10 15,0 0-8-15,0 0-10 16,0 15-26-16,1 19 21 15,-1 14-4-15,0 11 3 0,0 4 3 16,-4-1-30-16,-8-8 18 16,3-7 1-16,3-10-42 15,3-15 45-15,3-7-46 16,-2-9 55-16,2-3-9 16,0-3-8-16,0 0-140 15</inkml:trace>
  <inkml:trace contextRef="#ctx0" brushRef="#br0" timeOffset="-112022.87">10200 10449 681 0,'0'0'63'15,"0"0"-4"-15,0 0 0 16,0 0-44-16,0 0 6 0,0 0 12 15,24-56-24 1,-24 56 0-16,1 0-9 0,1 0-22 16,-1 21-33-16,-1 15 16 15,0 17 33-15,-18 6 0 16,-15 3-27-16,-7-2 7 16,3-12-5-16,6-7 4 15,10-12-17-15,7-5 0 16,2-7-26-16,5-9-101 15,1-8-159-15</inkml:trace>
  <inkml:trace contextRef="#ctx0" brushRef="#br0" timeOffset="-111806.43">10037 10643 662 0,'0'0'88'16,"0"0"-75"-16,0 0-13 15,0 0 0-15,0 0 0 16,0 0-13-16,22-3 7 16,8 3 6-16,14 0 0 15,17-2 6-15,10-10-3 16,5-5-6-16,3 1-2 16,-8 1-83-16,-7 0-82 15,-14 0-176-15</inkml:trace>
  <inkml:trace contextRef="#ctx0" brushRef="#br0" timeOffset="-111445.4">10902 10254 203 0,'0'0'526'15,"0"0"-526"-15,0 0-8 16,0 0-5-16,0 0 12 15,-22 118 2-15,4-54 7 16,-1 11-8-16,-1 6 0 16,1-1 10-16,-2-5-7 15,-2-8 1-15,3-10-4 16,3-11-29-16,1-16-67 16,7-19-163-16</inkml:trace>
  <inkml:trace contextRef="#ctx0" brushRef="#br0" timeOffset="-105698.18">2994 12677 343 0,'0'0'189'0,"0"0"-185"16,0 0 20-16,0 0-4 15,0 0 1-15,0 0-8 16,0 0 2-16,0 0 37 15,0 0-33-15,0 0 2 16,0 0 3-16,0 0-23 16,0 2 0-16,0 4-1 15,0 5 0-15,3 5 1 16,0 3-1-16,-3 2 0 16,0-1 0-16,0-1 2 15,0-3 2-15,0-2-4 16,-3-2 1-16,-3-4 12 15,-3-4-10-15,-3-4 1 0,-6 0 57 16,-3-3-46 0,-7-12 5-16,0-4-14 0,4-2-6 15,4 2 12-15,4-3-12 16,12-3-8-16,4-2 7 16,0-5-35-16,21-3 19 15,8-1 9-15,4-1 8 16,5 1-6-16,9 2 6 15,5 1-3-15,8 5-4 16,8 7-3-16,1 8-42 16,-4 12-17-16,-3 1-23 15,-9 7-22-15,-11 14-45 16,-13-1-55-16</inkml:trace>
  <inkml:trace contextRef="#ctx0" brushRef="#br0" timeOffset="-105277.9">3267 12819 150 0,'0'0'73'0,"0"0"-46"16,0 0 93-16,0 0 39 16,0 0-43-16,121 0-45 15,-59-12-31-15,11-4 8 16,5-3-36-16,4 0-7 0,-3 1-5 16,-6 1 3-16,-7 1-7 15,-16 6-43-15,-18 3-47 16,-23 5-29-16,-9 2-175 15</inkml:trace>
  <inkml:trace contextRef="#ctx0" brushRef="#br0" timeOffset="-105095.68">3549 12850 635 0,'0'0'0'0,"0"0"1"16,0 0-7-16,0 0 1 15,0 89 5-15,10-45 4 0,-2 6-2 16,-5 6 3-16,-3 5-5 16,0 1-1-16,-3-8-82 15,-18-18-301-15</inkml:trace>
  <inkml:trace contextRef="#ctx0" brushRef="#br0" timeOffset="-104682.49">3877 13169 665 0,'0'0'121'16,"0"0"-79"-16,0 0-35 16,0 0-3-16,0 0-4 15,0 0-8-15,0 16-3 16,0 0 8-16,0 5-3 16,-5 6 3-16,2 1 3 15,-3 4-2-15,3 3 4 16,3 4-2-16,0 0 0 15,0-2 5-15,17-6-10 16,7-10 1-16,7-10 4 0,5-8-1 16,10-3 6-16,2-7-5 15,12-17 8-15,-4-3-8 16,-2-2-5-16,-11-1-72 16,-14 3-28-16,-21 1-121 15</inkml:trace>
  <inkml:trace contextRef="#ctx0" brushRef="#br0" timeOffset="-104479.99">3940 13162 775 0,'0'0'81'0,"0"0"-55"15,0 0-22-15,0 0-4 16,0 0 3-16,0 0-8 15,44-20 2-15,-17 16-32 16,10 0-13-16,1 0-84 16,4-5-25-16,-4 0-148 15</inkml:trace>
  <inkml:trace contextRef="#ctx0" brushRef="#br0" timeOffset="-104282.86">3728 13372 120 0,'0'0'368'15,"0"0"-357"-15,0 0 18 16,86 5 16-16,-37-5 9 16,8-5-47-16,7-9 0 15,5-5-7-15,4-6-11 16,-3-6-211-16</inkml:trace>
  <inkml:trace contextRef="#ctx0" brushRef="#br0" timeOffset="-104037.17">4497 12933 629 0,'0'0'83'0,"0"0"-45"15,0 0-38-15,0 0 0 16,0 0 14-16,100-35-14 16,-61 31 0-16,4 1-3 15,1 3-5-15,-1 0-79 16,-9-3-129-16</inkml:trace>
  <inkml:trace contextRef="#ctx0" brushRef="#br0" timeOffset="-103850.38">4390 13123 827 0,'0'0'51'16,"0"0"-37"-16,0 0-18 15,0 0 4-15,0 0 0 16,115 2 3-16,-59-2 0 16,11-7-6-16,14-5-78 15,-3-7-174-15</inkml:trace>
  <inkml:trace contextRef="#ctx0" brushRef="#br0" timeOffset="-103183.36">5455 12562 569 0,'0'0'32'15,"0"0"64"-15,0 0-40 16,0 0-12-16,0 0 1 15,0 0-45-15,-1-22 0 16,1 44-17-16,0 20 8 16,0 22-5-16,0 20 14 15,0 11 0-15,0 3 3 16,0-3 1-16,1-9-7 16,1-14 3-16,-2-16 0 15,0-17-11-15,0-16 11 16,0-11 0-16,0-8 7 15,0-3-4-15,0-1 21 16,-2-4 66-16,-13-16-36 0,-10-11-31 16,-5-6-22-1,-5 0-1-15,1 2 12 0,7 11-12 16,9 8-3-16,11 12-29 16,7 4-74-16,0 0-163 15</inkml:trace>
  <inkml:trace contextRef="#ctx0" brushRef="#br0" timeOffset="-102718.25">5504 12428 553 0,'0'0'37'0,"0"0"0"0,0 0 0 16,0 0-37 0,138-60 1-16,-46 48 29 0,29 2-23 15,25-3 10-15,30-3-2 16,12-2-5-16,15-5 14 16,4-2-24-16,-7 0 0 15,-13 3-1-15,-22 2 2 16,-22 3-1-16,-21 1 0 15,-23 3 4-15,-23 1-3 16,-24 4-1-16,-22 7 0 16,-18 1-10-16,-12 1-112 15,-17 10-155-15</inkml:trace>
  <inkml:trace contextRef="#ctx0" brushRef="#br0" timeOffset="-102560.06">7618 12252 882 0,'0'0'8'0,"0"0"-8"16,0 0-149-16,0 0 22 16,0 0 16-16,0 0-115 15</inkml:trace>
  <inkml:trace contextRef="#ctx0" brushRef="#br0" timeOffset="-97356.28">5968 12807 191 0,'0'0'419'16,"0"0"-310"-16,0 0-6 15,0 0-48-15,0 0-21 16,-27-83 3-16,26 68-16 16,-1 3 7-16,1 2-24 15,-1 2-3-15,2 3 11 16,0 2-11-16,0 0-2 16,0 3 1-16,5-6-10 15,19-2 7-15,10 3-23 16,6 2 2-16,0 3 20 15,-7 0-21-15,-9 5 11 16,-3 7-11-16,-8 5-4 16,-5 1 13-16,-7 3-24 0,-1 6 25 15,0-1 7-15,-13-1 8 16,-3-3 0-16,-1 0 1 16,5-1 2-16,2-2-4 15,4 3 1-15,3 0-53 16,3-3 2-16,0 1-1 15,6-1 33-15,4-2-4 16,1 0 22-16,-1-3-3 16,1-2 5-16,-1 0-1 15,-1 1 32-15,0 3-32 16,-3-1 3-16,0-2 0 16,-6-2-2-16,0-1 2 0,0 0-1 15,-12-1-2-15,-12 1 31 16,-10 0-25-16,-5-1 4 15,-7-5-2-15,5-1-4 16,1-3 2-16,10 0-6 16,10 0-110-16,15-3-306 15</inkml:trace>
  <inkml:trace contextRef="#ctx0" brushRef="#br0" timeOffset="-96939.5">6546 12701 579 0,'0'0'80'0,"0"0"36"15,0 0-48-15,0 0-68 16,0 0 0-16,0 0-6 15,-16 8-7-15,11 16 10 16,3 12 0-16,-2 8 3 16,-1 7-5-16,2 2 5 15,3 2 0-15,0-5 1 16,0-7-1-16,14-10 0 0,3-13-8 16,4-10-22-1,3-10 30-15,2 0 1 0,0-19 10 16,-5-6 25-16,-7 3 11 15,-12 1 20-15,-2-3-26 16,-14 4-29-16,-24-2 1 16,-14 12-13-16,-4 10-10 15,2 1-23-15,15 28-48 16,20 2-82-16,19-3-153 16</inkml:trace>
  <inkml:trace contextRef="#ctx0" brushRef="#br0" timeOffset="-96313.27">8260 12607 514 0,'0'0'136'0,"0"0"-42"16,0 0-7-16,0 0-28 15,0 0 18-15,0 0-75 16,19-24 3-16,10 15-9 16,9 1 8-16,5 1-8 0,3 4 3 15,0 3-35 1,-4 0 11-16,-7 8-95 16,-19 7-83-16,-16 2-183 0</inkml:trace>
  <inkml:trace contextRef="#ctx0" brushRef="#br0" timeOffset="-96123.38">8058 12862 757 0,'0'0'78'0,"0"0"-74"16,0 0 0-16,0 0-4 15,0 0 13-15,92-1-13 16,-44-5 6-16,4 6-3 15,8 0-3-15,3 0-19 16,5 0-106-16,-5 0-162 16</inkml:trace>
  <inkml:trace contextRef="#ctx0" brushRef="#br0" timeOffset="-95424.34">9045 12150 463 0,'0'0'91'0,"0"0"-24"16,0 0-10-16,0 0 27 16,0 0-34-16,0 0-41 15,-3-10-2-15,0 13-7 16,-6 16-3-16,-7 12-10 15,-8 17 17-15,-13 14-4 16,-7 15 0-16,-3 11 5 16,0 0-7-16,7-7 2 15,10-9 0-15,11-15-3 16,17-9 3-16,2-12-14 0,24-8-5 16,17-12 19-1,14-10 0-15,6-6 4 0,3-7 2 16,-7-14 38-16,-14-4-20 15,-16 2 20-15,-11 2 2 16,-10 1-14-16,-6-1 18 16,0 0-31-16,-17-4-10 15,-15 6-18-15,-2 4-4 16,1 9-14-16,0 6-7 16,2 12-69-16,-2 12-99 15,6-1-247-15</inkml:trace>
  <inkml:trace contextRef="#ctx0" brushRef="#br0" timeOffset="-95225.65">9369 12830 814 0,'0'0'55'0,"0"0"-23"16,0 0-3-16,0 0-29 16,0 0-39-16,0 0-182 15,0 24-20-15</inkml:trace>
  <inkml:trace contextRef="#ctx0" brushRef="#br0" timeOffset="-92028.52">3552 14434 91 0,'0'0'34'16,"0"0"-31"-16,0 0 22 15,0 0 76-15,0 0 28 16,0 0-23-16,0 0-35 15,-3 2 12-15,3-2-26 16,0 0 6-16,-2 0-22 16,1 0-23-16,-1 0 4 15,1 0-16-15,1 0-5 16,0 0 10-16,0 0-11 16,0 0 0-16,0 0-2 0,0 0 1 15,0 0-4-15,4 0-18 16,17 0-15-16,5-6 37 15,9 1-20-15,0-4 6 16,8 1 9-16,2-6-10 16,4 2 14-16,3-4 1 15,-3 2 1-15,-6 0 13 16,-14 1-11-16,-7 4 40 16,-13 6 9-16,-5 0-24 15,-2 3-12-15,-2 0-15 0,0 0-2 16,0 0-11-1,0 0 4-15,0 0-9 0,0 0-5 16,0 1 23-16,0 4 2 16,0-1-2-16,0-3 0 15,0-1 4-15,0 0-4 16,0 0 0-16,0 0 17 16,0 0 10-16,0 0 4 15,0 0-16-15,0 0-14 16,0 0 19-16,0 0-20 15,0 0 0-15,0 0-3 16,0 0 6-16,0 1-6 16,-4 5 0-16,-2 7-3 15,-6 12-7-15,-12 14 13 16,-6 13-1-16,-9 7-4 0,-2 3 10 16,1 0-6-16,5-3 1 15,5-1 0-15,3-10 0 16,7-12 0-16,4-11 0 15,7-16 0-15,2-5 3 16,6-4-2-16,-2 0-1 16,-2-7 1-16,-2-11 20 15,-1 0-21-15,1-3 0 16,5 0 3-16,2 3-3 16,0 0-2-16,2 1-15 15,16 3 17-15,2 6-9 16,3 2 9-16,1 6-1 15,3 0-6-15,-4 10 8 0,3 18-2 16,-4 11-2-16,-1 4 0 16,-3 6-11-16,-6-3 14 15,-1-2 0-15,-3-8-5 16,-3-7 5-16,-4-8-10 16,-1-4-53-16,0-4-17 15,-9-3 22-15,-13-8-92 16,-5-2-199-16</inkml:trace>
  <inkml:trace contextRef="#ctx0" brushRef="#br0" timeOffset="-91762.3">3402 14643 641 0,'0'0'34'0,"0"0"-25"15,0 0-9-15,0 0 6 16,0 0-1-16,0 0 26 16,111-1-13-16,-65 1 21 15,4 0-39-15,5 0 0 16,9 0-3-16,9-4-99 15,-2 0-147-15</inkml:trace>
  <inkml:trace contextRef="#ctx0" brushRef="#br0" timeOffset="-91549.19">4305 14645 738 0,'0'0'140'0,"0"0"-139"16,0 0 6-16,0 0-14 15,0 0 5-15,0 0 2 16,60 0 0-16,-19 0-9 0,7 0-30 16,4 0-93-1,-1 0-36-15,-14 0-260 0</inkml:trace>
  <inkml:trace contextRef="#ctx0" brushRef="#br0" timeOffset="-91359.16">4146 14875 851 0,'0'0'52'15,"0"0"-52"-15,0 0-4 16,0 0 4-16,111 2 0 0,-58 0 1 15,6-1-1-15,4-1 0 16,8 0-39-16,1 0-65 16,-1-10-108-16</inkml:trace>
  <inkml:trace contextRef="#ctx0" brushRef="#br0" timeOffset="-87649.45">5433 13861 264 0,'0'0'139'15,"0"0"-90"-15,0 0-22 16,0 0-3-16,0 0 8 16,0 0 23-16,0 0-31 15,-18-22 7-15,15 17 30 16,-2 1-10-16,1-1-7 0,1 5-17 16,0-3-22-16,3 3 15 15,0 0-20-15,0 0-19 16,19-3 15-16,26-1 4 15,26-6 9-15,23-4-9 16,20-3 4-16,8-3 17 16,2 1-21-16,-9 5 0 15,-12-1 5-15,-15 3-3 16,-17 2 0-16,-17 5-2 16,-18 2-11-16,-20 3 1 15,-16 0-142-15,-23 18-29 16,-28 4 84-16,-15 2-221 0</inkml:trace>
  <inkml:trace contextRef="#ctx0" brushRef="#br0" timeOffset="-87357.47">5943 13850 655 0,'0'0'49'0,"0"0"-43"16,0 0-12-16,0 0 3 0,-2 75 3 15,2-25 10-15,0 12-9 16,2 8 5-16,1-1-6 15,-3-4 3-15,0-4 5 16,0-5-8-16,0-6-102 16,-8-12-84-16,-2-16-189 15</inkml:trace>
  <inkml:trace contextRef="#ctx0" brushRef="#br0" timeOffset="-86783.21">6357 14384 531 0,'0'0'90'0,"0"0"-38"15,0 0 9-15,0 0 31 16,0 0-13-16,28-83-54 0,-28 66-2 16,0 5 1-16,-11 2-24 15,-3 3-4-15,-8 7 1 16,-8 0-25-16,-4 3-6 15,0 16 10-15,4 4 1 16,6 5-1-16,10 2-15 16,7 3 6-16,4-2 17 15,3 2-37-15,9-3 44 16,9-3-8-16,6-7 17 16,-2-6-8-16,0-1 9 15,-4-2-1-15,-1 0 0 16,-5 0 3-16,-5-2-5 15,-4 1 2-15,-3-3-14 0,0 0 13 16,0 0-2-16,-7-2 3 16,-10 1 24-16,-4-4 22 15,-4 0 23-15,3-2-14 16,2 0-16-16,-2 0 3 16,-2 0-42-16,-1 5 0 15,-1 7-68-15,2-2-112 16,7-5-197-16</inkml:trace>
  <inkml:trace contextRef="#ctx0" brushRef="#br0" timeOffset="-86517.11">6591 14361 675 0,'0'0'146'16,"0"0"-81"-16,0 0-34 15,0 0-21-15,0 0 13 16,0 0 10-16,-7-20-33 16,28 12 0-16,12-5-1 15,11 0 2-15,12 0-5 16,8 1-1-16,4 2-62 15,1 3-32-15,-11-3-134 0</inkml:trace>
  <inkml:trace contextRef="#ctx0" brushRef="#br0" timeOffset="-86058.06">7051 13670 663 0,'0'0'63'16,"0"0"-63"-16,0 0-4 0,0 0-33 15,79-17 37 1,-6 10 15-16,13-2 9 0,5-4 7 16,-4 1-11-16,-4 0 17 15,-5 2-36-15,-11 4-2 16,-11 4-5-16,-16 2-85 16,-16 0-66-16,-24 0-191 15</inkml:trace>
  <inkml:trace contextRef="#ctx0" brushRef="#br0" timeOffset="-85863.96">7337 13805 596 0,'0'0'5'0,"0"0"-2"16,0 78 2-16,0-35 16 15,0 8 27-15,11 8-42 16,0 5 2-16,2 4 7 15,0 2-13-15,-10 0-4 16,-3-2-17-16,0-8-140 16,-5-13-139-16</inkml:trace>
  <inkml:trace contextRef="#ctx0" brushRef="#br0" timeOffset="-85467.67">7736 14201 680 0,'0'0'107'0,"0"0"-89"16,0 0-17-16,0 0 5 15,0 0-12-15,0 0 5 16,-6 21 1-16,6-2 11 16,-2 2-11-16,-1 4 0 15,-1 4 4-15,-4 5-2 16,-5 0-2-16,2 7 0 16,-2-3 0-16,1-1 2 0,4-8-2 15,8-4-4-15,0-9 2 16,23-4-27-16,22-11 26 15,14-1 1-15,9-4 4 16,16-17-13-16,-2-1-35 16,-2-5-23-16,-12 5-69 15,-19 1-102-15</inkml:trace>
  <inkml:trace contextRef="#ctx0" brushRef="#br0" timeOffset="-85201.19">7776 14134 802 0,'0'0'64'15,"0"0"27"-15,0 0-91 16,0 0-3-16,0 0 1 15,0 0-15-15,28-31 7 16,-2 26-62-16,11 0 20 16,-1-2-5-16,4 0-16 15,4 4 2-15,-6-2-79 16,-7 1-116-16</inkml:trace>
  <inkml:trace contextRef="#ctx0" brushRef="#br0" timeOffset="-85002.44">7610 14333 651 0,'0'0'0'0,"0"0"-1"16,0 0 1-16,0 0 21 15,0 0 18-15,99 17 4 16,-53-17-25-16,-1-3-17 15,6-6 2-15,5 1-3 0,-2-6-134 16,-11-3-309-16</inkml:trace>
  <inkml:trace contextRef="#ctx0" brushRef="#br0" timeOffset="-84135.94">5631 15015 419 0,'0'0'101'0,"0"0"-36"15,0 0-19-15,0 0 9 16,0 0-42-16,116-18 20 16,-44 15 10-16,27 0-21 15,17 3 0-15,28 0-17 16,19 0-3-16,19-3 6 15,19-1-8-15,7-3-6 0,2-4 4 16,-7-3-16-16,-9-5-4 16,-20-5 4-16,-19-2 18 15,-23-2 1-15,-28 5 5 16,-23 2-6-16,-29 5 35 16,-24 4-17-16,-14 7 1 15,-11 5-19-15,-3 0-12 16,0 0-86-16,0 17-113 15,-14 3 21-15,-7 1-29 16</inkml:trace>
  <inkml:trace contextRef="#ctx0" brushRef="#br0" timeOffset="-83983.11">8282 14863 456 0,'0'0'352'15,"0"0"-236"-15,0 0-82 16,0 0-34-16,0 0-79 16,0 0-193-16,-23 45 31 15</inkml:trace>
  <inkml:trace contextRef="#ctx0" brushRef="#br0" timeOffset="-79488.69">6730 15392 625 0,'0'0'191'0,"0"0"-142"15,0 0-20-15,0 0 17 0,0 0-36 16,0 0 10-1,0 0 4-15,0-58-14 0,0 57 14 16,0 1-24-16,0 0 10 16,0 0-15-16,0 0 5 15,-3 9-15-15,-10 18 15 16,-11 16 0-16,-4 8 1 16,1 5-1-16,5 1-13 15,8-5 0-15,9-2 2 16,5-6-2-16,0-3 0 15,8-4-12-15,16-6 0 16,7-12-10-16,5-8 7 0,9-11 20 16,4-6 11-1,-3-13-3-15,-7-6 25 0,-12 2 8 16,-11 3 8-16,-7 1-5 16,-9 4-13-16,0 0 21 15,-18 3-44-15,-19 0-1 16,-15 7-7-16,-12 5 6 15,-4 5-37-15,6 18-69 16,17 0-133-16,27-6-270 16</inkml:trace>
  <inkml:trace contextRef="#ctx0" brushRef="#br0" timeOffset="-77825.23">1389 14928 528 0,'0'0'82'0,"0"0"26"15,0 0-23-15,0 0-46 16,0 0 5-16,0 0 2 16,0-12-20-16,0 12-10 15,0 0-16-15,0 2 0 16,0 13-16-16,-3 10 10 0,0 11 6 15,0 10-3-15,3 2 3 16,0 4-16-16,0-9-28 16,0-7-19-16,9-8 39 15,-3-10-88-15,0-9-15 16,-3-9-118-16</inkml:trace>
  <inkml:trace contextRef="#ctx0" brushRef="#br0" timeOffset="-77654">1281 14662 500 0,'0'0'115'0,"0"0"-67"15,0 0-48-15,0 0-53 16,0 0-79-16,0 0-76 15</inkml:trace>
  <inkml:trace contextRef="#ctx0" brushRef="#br0" timeOffset="-77359.43">1617 14427 650 0,'0'0'24'0,"0"0"-9"16,0 0-3-16,100 76-7 15,-70-14 16-15,0 15-8 16,-5 18 4-16,0 7-14 16,-8 4 2-16,1-4 11 15,-8-12-16-15,-5-14 0 16,-5-10 8-16,0-16-6 15,-3-10 1-15,-15-11-3 16,-6-7-19-16,-6-1 15 16,-1-7-86-16,-4-6-126 15</inkml:trace>
  <inkml:trace contextRef="#ctx0" brushRef="#br0" timeOffset="-73443.25">1209 14637 443 0,'0'0'123'0,"0"0"-41"16,0 0-49-16,0 0 25 15,0 0 0-15,0 0-44 16,0 0-4-16,0 0 0 15,0-39-8-15,0 34 3 16,0 4-5-16,0-2 0 16,-2 1 25-16,-1 2-18 15,3 0 12-15,0-3 4 16,-3 3-3-16,3-1 8 16,0 1-28-16,0 0 4 15,0 0 2-15,0 0-6 0,0 0-6 16,0 0 4-16,0 0-33 15,0 0-4-15,0 8 29 16,8-1 10-16,-4-1-12 16,2-3 12-16,-2-2-4 15,-2-1 2-15,5 0 4 16,-2 0 6-16,1 0-7 16,1-7 0-16,-4-2 40 15,-1 0-32-15,2 2 14 16,-4 3 11-16,0 0-27 15,0 1 8-15,0 1-15 16,0 1 0-16,0 0-3 16,0-1 3-16,0 2-1 0,0 0-1 15,0-1 0 1,0 0 0-16,0-5 1 0,0 3-12 16,0-2 2-16,0 2 11 15,0 2 0-15,0-4 4 16,0 3-3-16,0-1-2 15,0 0 1-15,0-1 0 16,-4 1-4-16,4 0 4 16,-2-1 0-16,-1 4-2 15,3 0-20-15,0 0 20 16,-5 0-3-16,5 0 5 16,0 0-13-16,0 0 12 15,0 0-11-15,0 0 5 16,0 0-17-16,-2 0 0 0,-1 0 7 15,3 0 17-15,0 0-7 16,-3 0 7-16,-2 7-3 16,1 0 3-16,-1 3-29 15,2-3-9-15,2 4-50 16,1-2 30-16,0 1-25 16,0-4-172-16</inkml:trace>
  <inkml:trace contextRef="#ctx0" brushRef="#br0" timeOffset="-59843.35">8598 14562 475 0,'0'0'76'16,"0"0"-40"-16,0 0-13 15,0 0 31-15,0 0-12 16,0 0-4-16,0 0 20 16,-2-36-29-16,2 32 10 15,0-1-6-15,0 2-9 16,0 1 8-16,0-1-28 16,0 3-4-16,0-3 15 15,0 0-15-15,6 0 0 16,9-4 0-16,9-3 2 15,9-3-5-15,7-2 3 0,1 2-8 16,6 2 7 0,1 5-50-16,-2 3-22 0,-12 3-91 15,-19 0-108-15</inkml:trace>
  <inkml:trace contextRef="#ctx0" brushRef="#br0" timeOffset="-59629.66">8668 14638 673 0,'0'0'169'15,"0"0"-121"-15,0 0-41 0,0 0-7 16,0 0 0 0,0 0 9-16,110 0-9 0,-68-4 0 15,13-1 4-15,5-4-3 16,13-2 1-16,5-3-2 15,-1-2-71-15,-6-4-86 16,-19-5-302-16</inkml:trace>
  <inkml:trace contextRef="#ctx0" brushRef="#br0" timeOffset="-59109.94">9718 13842 702 0,'0'0'120'16,"0"0"-53"-16,0 0-25 15,0 0-42-15,0 0 5 16,0 0-17-16,-58 27 10 0,41 23-1 16,1 12 0-1,1 10 5-15,4 9-7 0,1 1 5 16,6 3 0-16,2 0 9 15,2-7-9-15,2-13-6 16,22-13-26-16,7-20-25 16,9-16 11-16,8-16 19 15,1-1 27-15,-1-26 15 16,-7-7 1-16,-10-7 44 16,-9-2 3-16,-15 1-19 15,-7 2 8-15,0 3-22 16,-15 6-23-16,-7 6 2 15,-1 14-9-15,-2 11-10 0,1 0-35 16,-1 23-59 0,1 4-99-16,8-2-261 0</inkml:trace>
  <inkml:trace contextRef="#ctx0" brushRef="#br0" timeOffset="-58527.64">9901 13883 725 0,'0'0'111'0,"0"0"-4"16,0 0-91-16,0 0-14 15,0 0 3-15,0 0-5 16,8-24-2-16,11 24-3 0,7 0 5 16,7 0-3-16,5 0 3 15,2 0 0-15,1 0 2 16,-1 4 0-16,-1-1 0 16,-9-1-2-16,-7 2 0 15,-9-2-3-15,-6 0 3 16,-3 2-9-16,-3 7 5 15,-1 12 1-15,1 14 3 16,-2 18 0-16,0 13 0 16,-2 7 0-16,-11-2 0 15,-1-4 0-15,-2-5 3 16,3-9-3-16,1-10-4 0,2-8-17 16,6-10-21-16,3-9 16 15,-1-7-95-15,2-11-7 16,-3 0-287-16</inkml:trace>
  <inkml:trace contextRef="#ctx0" brushRef="#br0" timeOffset="-58330.6">9894 14275 767 0,'0'0'158'16,"0"0"-106"-16,0 0-52 15,0 0-31-15,0 0 28 0,80-3 6 16,-35 6-1-16,5 2-2 16,9-5-11-16,3 0-6 15,3 0-43-15,-2-8-103 16,-10-9-119-16</inkml:trace>
  <inkml:trace contextRef="#ctx0" brushRef="#br0" timeOffset="-58107.54">10453 14253 821 0,'0'0'72'0,"0"0"-66"15,0 0 2-15,0 0-6 16,97 0-2-16,-56 0 0 15,5-5 2-15,4-2-1 16,1 4-1-16,6 1-9 16,-2 1-85-16,-7-3-206 15</inkml:trace>
  <inkml:trace contextRef="#ctx0" brushRef="#br0" timeOffset="-56330.38">11299 13747 192 0,'0'0'303'0,"0"0"-169"16,0 0-75-16,0 0-17 16,0 0 21-16,0 0-60 15,-2-23-1-15,2 23 3 16,0 0-5-16,-3 0-5 16,1 6-12-16,-4 19 14 15,-2 16-6-15,-3 14 9 16,-8 18 0-16,-5 7 15 15,-2 6-8-15,-1-1 6 0,4-7-13 16,10-7 5-16,12-9-12 16,1-12-31-16,14-16 11 15,16-17 16-15,10-17 10 16,11-1 1-16,2-24 1 16,-3-6 20-16,-9-5 74 15,-10 0-53-15,-13 3-4 16,-15 2 12-16,-3 3-36 15,-21 3-3-15,-24 3-11 16,-13 8-6-16,-5 9-1 16,9 5-28-16,17 0 1 15,14 2 13-15,13 12-93 16,7 1-76-16</inkml:trace>
  <inkml:trace contextRef="#ctx0" brushRef="#br0" timeOffset="-55796.28">11615 13727 104 0,'0'0'633'0,"0"0"-522"16,0 0-84-16,0 0-27 16,0 0-2-16,0 0-7 15,-16 62 9-15,-1-14 0 16,-2 6 2-16,2-1 1 16,1 1-3-16,3-2 0 15,5-6 9-15,4-8-8 16,4-6-2-16,19-8-41 15,20-14-76-15,13-10 44 16,8-3-77-16,3-23-28 16,-8-3 132-16,-15-5 47 15,-13 2 122-15,-14-1 36 0,-11 4-68 16,-2-1 13 0,-2 4-9-16,-11 7-42 0,2 6 26 15,4 9-38-15,1 4-35 16,-1 4-5-16,-9 25-7 15,-7 14-4-15,-9 12 11 16,-1 10 0-16,1 4 4 16,3-1-4-16,9 4-1 15,9-2 1-15,8-1 0 16,3-10 2-16,6-12-2 16,12-12-36-16,6-19-21 15,4-16-90-15,4-3-180 0</inkml:trace>
  <inkml:trace contextRef="#ctx0" brushRef="#br0" timeOffset="-52700.17">9469 14942 388 0,'0'0'108'15,"0"0"-59"-15,0 0-20 0,0 0 6 16,0 0-8 0,0 0-4-16,15-46-20 0,1 36 16 15,2 1 21-15,0 2 1 16,1 4-18-16,4 3-22 15,5 0-1-15,9 0 0 16,14 0 1-16,18 10-1 16,17 0 0-16,27-3 0 15,25-2 4-15,17-5-3 16,18 0-1-16,6-7 0 16,-6-8-37-16,-11-7 29 15,-20 0-7-15,-21-2 15 16,-23 2 8-16,-18 5-6 0,-14 8 5 15,-18 5-7-15,-15 4 6 16,-15 0-15-16,-15 1-52 16,-3 12-43-16,-19 4 70 15,-23-1-111-15,-16-1-231 16</inkml:trace>
  <inkml:trace contextRef="#ctx0" brushRef="#br0" timeOffset="-52232.43">10537 15098 620 0,'0'0'66'16,"0"0"-64"-16,0 0 2 16,-34 103-4-16,22-56 0 15,4 5 4-15,-2 6-1 16,1 0-3-16,1 1 3 0,1-5-2 15,2-6-2-15,5-9-2 16,0-10-30-16,27-16 17 16,18-13-3-16,7-2-24 15,6-24 29-15,-7-6 14 16,-12-1 15-16,-13-2 25 16,-15 5 8-16,-11 3 35 15,-3 1-41-15,-28 5 3 16,-12 6-13-16,1 4-31 15,6 11 8-15,9 0-9 16,9 16-42-16,6 4-140 16,-1-2-398-16</inkml:trace>
  <inkml:trace contextRef="#ctx0" brushRef="#br0" timeOffset="-51610.26">11920 14648 308 0,'0'0'153'0,"0"0"-18"16,0 0-42-16,0 0 10 16,0 0-51-16,0 0-23 15,-16-25-12-15,35 18 4 16,9 0-21-16,3 2 1 0,2 2 0 15,3 3-1-15,-2 0-12 16,-1 0-69 0,-9 6-72-16,-8-1-87 0</inkml:trace>
  <inkml:trace contextRef="#ctx0" brushRef="#br0" timeOffset="-51418.04">11877 14699 452 0,'0'0'206'0,"0"0"-154"16,0 0-37-16,0 0 7 15,90 0 6-15,-60 0 11 16,3 0-39-16,1 5-6 0,5-1-64 16,-2-1-87-16,-4-3-307 15</inkml:trace>
  <inkml:trace contextRef="#ctx0" brushRef="#br0" timeOffset="-50435.34">12925 14165 351 0,'0'0'161'0,"0"0"-131"15,0 0-28-15,0 0 17 16,0 0-17-16,0 0-1 15,0 47 29-15,0-18-2 16,-8 10 13-16,-1 5-31 0,-1 6-4 16,-2 4 12-16,1 1-15 15,-2-5-3-15,1-7 0 16,2-7-33-16,2-11-73 16,1-8-195-16</inkml:trace>
  <inkml:trace contextRef="#ctx0" brushRef="#br0" timeOffset="-50208.13">12722 14436 657 0,'0'0'124'16,"0"0"-97"-16,0 0-4 15,0 0-23-15,0 0-3 16,0 0-3-16,-12-11 6 15,31 20-3-15,7-4 3 16,5-3 0-16,5-2 8 16,4 0-7-16,3 0-2 15,3-8-43-15,8-5-83 16,1 1-184-16</inkml:trace>
  <inkml:trace contextRef="#ctx0" brushRef="#br0" timeOffset="-49519.3">13319 14151 321 0,'0'0'124'16,"0"0"6"-16,0 0-30 16,0 0 17-16,0 0-46 15,0 0-27-15,-17-61-21 16,19 42-14-16,20-1 11 16,12-1-20-16,7-1 0 15,2 3 3-15,-2 8-2 16,-3 5-2-16,-2 6 1 15,-6 5-5-15,-4 16-3 16,-5 11-50-16,-13 0-12 0,-8 7-1 16,0-1 24-16,-23-2 29 15,-6-4-11-15,2-5-5 16,6-6 30-16,6-6-3 16,7-2 7-16,5-4-2 15,3 0 2-15,0 0-1 16,5 1 1-16,14 0 0 15,7 4 12-15,4 1-9 16,1 1-3-16,-7 0 9 16,-5-3-7-16,-8 0 1 15,-7-2-3-15,-2-2 0 16,-2 2 29-16,0-1-20 0,-8 2 30 16,-17 5 7-1,-16 8-25-15,-11 2-8 0,-8-1-13 16,4-7-139-16,7-5-126 15</inkml:trace>
  <inkml:trace contextRef="#ctx0" brushRef="#br0" timeOffset="-49248.58">12977 14727 690 0,'0'0'107'0,"0"0"-102"15,0 0-10-15,0 0 0 16,0 0 2-16,0 0 2 16,63 20 2-16,-8-20 10 15,17 0-9-15,13-10 0 16,10-1 15-16,8-2-17 15,-3 5-4-15,-12 1-36 16,-14 0-91-16,-22 4-136 16</inkml:trace>
  <inkml:trace contextRef="#ctx0" brushRef="#br0" timeOffset="-48919.4">13360 14864 638 0,'0'0'8'0,"0"0"-8"16,-48 95 3-16,26-54 12 15,4 3-15-15,4 0 0 16,6 1 3-16,5-1-3 16,3-2 6-16,0-7-6 15,15-9 0-15,13-8-7 16,11-14 7-16,6-4-20 15,4-6 17-15,-7-11 6 0,-9-7 8 16,-11 2 41-16,-13 2 23 16,-8 0 25-16,-1 2-76 15,-25 0-8-15,-20 1-7 16,-20 6-7-16,-8 8-1 16,5 3-1-16,16 8-86 15,21 6-34-15,24-3-236 16</inkml:trace>
  <inkml:trace contextRef="#ctx0" brushRef="#br0" timeOffset="-48484.19">14160 14523 512 0,'0'0'74'0,"0"0"-74"15,0 0 2-15,0 0 67 16,86-28-29-16,-41 16-1 15,3 2-11-15,-3 3-17 16,-2 7-11-16,-4 0-15 16,-11 0-125-16,-16 0-279 15</inkml:trace>
  <inkml:trace contextRef="#ctx0" brushRef="#br0" timeOffset="-48304.12">14191 14654 560 0,'0'0'23'0,"0"0"-20"15,122 0-1-15,-71-2 7 16,-1 0-9-16,2-1 12 16,1 1-12-16,1-1-42 15,-6-3-191-15</inkml:trace>
  <inkml:trace contextRef="#ctx0" brushRef="#br0" timeOffset="-47751.22">14933 14173 515 0,'0'0'70'15,"0"0"-40"-15,0 0 34 16,0 0-50-16,0 0-4 16,0 0 4-16,-14-11 13 15,14 14 6-15,0 7-13 16,5 10 37-16,-1 7-15 16,-1 11-38-16,-3 12 1 15,0 7-2-15,-12 3-1 16,-9-4-4-16,-1-5-22 15,2-12-87-15,6-11-20 16,6-11-94-16,7-10-55 16</inkml:trace>
  <inkml:trace contextRef="#ctx0" brushRef="#br0" timeOffset="-47546.85">14816 14379 576 0,'0'0'135'15,"0"0"-15"-15,0 0-79 16,0 0-32-16,0 0-9 16,0 0 3-16,36-21-5 15,3 21 2-15,8 0 0 16,7 0 1-16,3 0-1 16,3 0-35-16,5 0-79 15,-4 0-33-15,-7-13-317 0</inkml:trace>
  <inkml:trace contextRef="#ctx0" brushRef="#br0" timeOffset="-47206.1">15375 14214 736 0,'0'0'154'0,"0"0"-147"16,0 0 5-16,0 0-22 15,0 0 10-15,-9 96 0 16,2-48 6-16,1 2-5 16,0-8-1-16,5-9-15 15,1-13-43-15,0-11 43 16,19-9 3-16,9-3 12 0,5-20 6 16,-3-6-6-16,-3-6 10 15,-9-1 24-15,-11-3-1 16,-7 2 14-16,0-3-33 15,-24 1 3-15,-11 5-6 16,-6 8-9-16,5 11-4 16,7 13-8-16,11 2-40 15,13 16-54-15,5 9-94 16,14-1-212-16</inkml:trace>
  <inkml:trace contextRef="#ctx0" brushRef="#br0" timeOffset="-47030.29">15887 14328 812 0,'0'0'109'16,"0"0"-34"-16,0 0-58 16,0 0-17-16,0 0-5 15,0 0-45-15,5 12 0 16,2-2-180-16,2-6-185 15</inkml:trace>
  <inkml:trace contextRef="#ctx0" brushRef="#br0" timeOffset="-46706.16">16109 14125 741 0,'0'0'153'0,"0"0"-111"16,0 0-37-16,0 0-5 15,-79 31 1-15,55 8-2 16,7 5 1-16,11-1 0 16,6-4-12-16,6-5 12 15,18-3 0-15,5-6-1 16,-2-3 4-16,-5-7-2 16,-7-4-1-16,-6-1 0 15,-3 0 0-15,-6-2 0 16,0 5 0-16,-13-4 0 15,-17 5 3-15,-9-1-3 0,2-6 0 16,8 1-3 0,7-2-11-16,8-2 14 0,6 2-52 15,2-3-83-15,4-3-90 16</inkml:trace>
  <inkml:trace contextRef="#ctx0" brushRef="#br0" timeOffset="-46173.47">16127 14185 511 0,'0'0'123'15,"0"0"-49"-15,0 0-15 16,0 0 46-16,0 0-91 16,0 0-4-16,78-46 9 15,-56 46-13-15,3 0 5 16,4 15-11-16,2 4 3 16,-1 5 2-16,-3 0-5 15,-8 3 0-15,-7 0-8 16,-12 0 2-16,0-1-9 0,-5 0-2 15,-11-3 9 1,1 0-8-16,5-1 10 0,7 0-20 16,3-3 8-16,3-4-21 15,22-4 33-15,10-7 4 16,8-4 4-16,0 0 3 16,-4-15-2-16,-6-5 60 15,-8-1-2-15,-4-8-17 16,-4-3 1-16,0-4-16 15,-8-4-26-15,-9 0 31 16,0 2-34-16,-26 1 0 16,-18 3-3-16,-16 8 3 15,-6 6-11-15,6 11-7 16,15 9-17-16,21 0 18 0,17 27-86 16,7 6-88-16,11-4-224 15</inkml:trace>
  <inkml:trace contextRef="#ctx0" brushRef="#br0" timeOffset="-46016.31">16690 14252 779 0,'0'0'112'15,"0"0"-77"-15,0 0-35 16,0 0 0-16,0 0-61 15,0 0-71-15,-30 49-226 0</inkml:trace>
  <inkml:trace contextRef="#ctx0" brushRef="#br0" timeOffset="-40962.68">17294 14615 567 0,'0'0'108'0,"0"0"-30"15,0 0-37-15,0 0-25 16,0 0 5-16,0 0-9 16,0 0-11-16,11-20 34 15,-11 20-31-15,0 0 7 16,0 0 4-16,0 3-14 15,3 19-2-15,-3 15-2 16,0 14 3-16,0 12 1 16,-8 5-1-16,-12 2-9 15,-7-4-63-15,-3-7-118 16,7-11-253-16</inkml:trace>
  <inkml:trace contextRef="#ctx0" brushRef="#br0" timeOffset="-40395.46">17587 14397 580 0,'0'0'40'0,"0"0"30"0,0 0 9 16,0 0-77-1,0 0-2-15,0 0 0 0,-4 54-3 16,-17 4 6-16,-4 14 5 16,-4 5 22-16,4-2-20 15,4-6-4-15,5-13-1 16,8-22-1-16,4-15 4 16,4-11 1-16,0-8-3 15,0-6 121-15,3-23-81 16,15-21-41-16,5-13-5 15,2-7 4-15,-2-3-10 16,-5 4 6-16,-3 5-19 16,-3 5 18-16,1 0-37 15,2 6-5-15,3 4 4 16,4 8-12-16,-3 11 42 0,-2 10 9 16,-4 12 0-16,-2 8 10 15,0 1-10-15,-2 22-3 16,6 12 1-16,-6 9 2 15,-5 1-2-15,-4-2 2 16,0-6 0-16,-1-7 0 16,-11-10 0-16,-6-6 0 15,-1-4-1-15,-8-5 4 16,-3-2 28-16,-2-3-14 16,-3 1-9-16,5 1 6 15,9 4-14-15,7 2-11 16,13 5-144-16,1 0-139 0</inkml:trace>
  <inkml:trace contextRef="#ctx0" brushRef="#br0" timeOffset="-40181.29">17835 14573 840 0,'0'0'70'16,"0"0"22"-16,0 0-85 16,0 0-6-16,0 0-2 15,115-30 5-15,-60 30-13 0,0 0-8 16,2 3-50 0,-8 8-23-16,-11-3-111 0,-15-3-173 15</inkml:trace>
  <inkml:trace contextRef="#ctx0" brushRef="#br0" timeOffset="-39956.9">17951 14808 803 0,'0'0'21'15,"0"0"-21"-15,0 0 2 0,0 0 2 16,0 0-4-1,87 9 0-15,-48-9 7 0,5 0-5 16,6 0-2-16,-1-1 0 16,-7-1 1-16,-9 2-2 15,-16 0-119-15,-15 0-40 16,-4 0-305-16</inkml:trace>
  <inkml:trace contextRef="#ctx0" brushRef="#br0" timeOffset="-39334.33">17367 14231 441 0,'0'0'132'0,"0"0"-41"15,0 0-19-15,0 0 21 16,0 0-92-16,0 0 13 15,40-24-1-15,-29 21-7 16,2 0-1-16,2 2-5 16,6 1-4-16,1 0-6 15,6 0-72-15,-4 0-27 16,-3 0-86-16</inkml:trace>
  <inkml:trace contextRef="#ctx0" brushRef="#br0" timeOffset="7041.54">18804 14408 269 0,'0'0'114'15,"0"0"-44"-15,0 0-29 16,0 0 71-16,0 0-70 16,0 0 6-16,0 0 0 15,2-61-23-15,-2 51 18 0,0 0-31 16,-2-1-6-16,-2 0 38 15,1 3-38-15,-2 0 10 16,1 1-11-16,1 0-1 16,0 4 0-16,3-3-4 15,0 3 0-15,0-2 12 16,0 5-9-16,0-3-3 16,0 0 7-16,-1 2 3 15,1-1 20-15,-2 2-28 16,1 0-1-16,1 0 21 15,0 0-21-15,0 0-1 16,-2 0 0-16,2 6-11 0,-2 18 10 16,0 8-6-16,-4 11 7 15,-1 1-3-15,1 5 3 16,3-1 0-16,1-4-13 16,2-5-14-16,0-6 9 15,3-11-18-15,18-10 26 16,10-12 2-16,13 0 11 15,9-16-3-15,2-12 12 16,-5-3 11-16,-13 1 23 16,-11-3-12-16,-12-1-12 15,-5 0 14-15,-6-1-32 16,-3 2 3-16,0-1-7 16,-7 2 5-16,-12 2-10 0,-7 3 5 15,-11-2-5 1,-2 3-7-16,1 1-5 0,6 7 10 15,10 7 5-15,12 6-1 16,4 5 3-16,2 0-31 16,-3 23-125-16,-4 12 102 15,2 2-142-15,-1-6-129 16</inkml:trace>
  <inkml:trace contextRef="#ctx0" brushRef="#br0" timeOffset="7261.38">19542 14480 809 0,'0'0'93'15,"0"0"-22"-15,0 0-47 16,0 0 0-16,-86-44-21 15,79 44-3-15,6 6-52 16,1 13-104-16,0-5-93 16,10-6-201-16</inkml:trace>
  <inkml:trace contextRef="#ctx0" brushRef="#br0" timeOffset="7723.89">19837 14093 690 0,'0'0'178'0,"0"0"-117"16,0 0-39-16,0 0-22 15,0 0-10-15,0 0 6 16,-12 78-1-16,3-24 5 16,1 7 0-16,2 0 0 15,-1 0-2-15,1-5-11 16,4-11-39-16,2-9 12 15,0-13-12-15,15-12 33 16,8-9 19-16,2-2 1 16,2-5 84-16,-3-12-23 15,-5-3-14-15,-5-7 14 16,-4-2-40-16,-6 0-10 0,-4 2 14 16,0 5-26-16,-13 5-14 15,-9 4-37 1,5 5-60-16,3 5-27 0,12 3-57 15</inkml:trace>
  <inkml:trace contextRef="#ctx0" brushRef="#br0" timeOffset="8290.56">20280 14342 101 0,'0'0'598'15,"0"0"-444"-15,0 0-80 16,0 0-38-16,3-87-13 15,-3 66 1-15,-9-1-24 16,-6 3-2-16,-3 3-2 16,-3 5 5-16,-1 10-4 15,-5 1-15-15,-1 1-15 16,-2 20 28-16,3 7-25 16,5 9-9-16,5 2-9 15,5 3-47-15,12-6-5 0,9-12-89 16,31-13 46-16,17-11 143 15,7 0 15-15,-4-15 87 16,-13-5 32-16,-14-2-9 16,-15 2 89-16,-9 0-131 15,-6 2-41-15,-3 1 8 16,0 5-31-16,0 5-3 16,0 6-7-16,0 1-9 15,0 0-16-15,-10 20-42 16,-5 16 58-16,-4 10-12 15,-5 8 12-15,1 4-17 16,1-4 7-16,-1 1-6 0,4-2 3 16,8-5-50-16,9-4-41 15,2-13-17-15,6-16-64 16</inkml:trace>
  <inkml:trace contextRef="#ctx0" brushRef="#br0" timeOffset="9239.43">20536 14270 570 0,'0'0'137'0,"0"0"-50"15,0 0-60 1,0 0-23-16,0 0 27 0,0 0-31 16,0-4-13-16,0 17 10 15,-3 8 3-15,-6 12 2 16,1 8-2-16,0 5 0 16,2 0-2-16,6-6 2 15,0-13-84-15,6-12 7 16,22-12 58-16,10-3 19 15,3-11 0-15,0-13 2 16,-6-6 55-16,-8-1 60 16,-7 1-54-16,-8-1-15 15,-8-1-14-15,-4 0-9 16,0-1-25-16,-18 2 3 16,-4 6-3-16,-1 8 0 0,7 7 0 15,1 8-1-15,3 2-81 16,-1 0-41-16,-1 17-5 15,8-3-9-15,6-2-149 16</inkml:trace>
  <inkml:trace contextRef="#ctx0" brushRef="#br0" timeOffset="9588.27">20994 14137 653 0,'0'0'144'0,"0"0"-73"16,0 0-36 0,0 0-28-16,0 0-7 0,0 0-86 15,0 0 62-15,-20 64 24 16,25-26-11-16,16 0-10 16,8 1 13-16,2-5 5 15,0-2 6-15,-4-3 0 16,-3-3-3-16,-5-2 0 15,-7-6 1-15,-3-4-1 16,-8-2 0-16,-1-5-2 16,-1 1 5-16,-18-2 8 15,-8 0-11-15,-6-4 8 16,-1-2 4-16,-5 0-12 16,3 0 0-16,0 0-2 15,8 0-69-15,12-2-220 0</inkml:trace>
  <inkml:trace contextRef="#ctx0" brushRef="#br0" timeOffset="9800.61">21049 14147 606 0,'0'0'151'16,"0"0"-43"-16,0 0-43 0,0 0-31 15,0 0-7 1,0 0-15-16,-13-68-12 0,39 63-1 16,13 2-10-1,6 3-42-15,6 0 32 0,4 0-51 16,-1 0-67-16,3 0-62 16</inkml:trace>
  <inkml:trace contextRef="#ctx0" brushRef="#br0" timeOffset="10537.69">21635 14272 339 0,'0'0'162'16,"0"0"-95"-16,0 0 15 15,0 0-37-15,0 0 2 16,0 0-16-16,15-34 12 15,4 25 4-15,0 4-9 0,2 0-37 16,3 5 16-16,8 0-17 16,9 0-30-16,1 0-65 15,-5 3-88-15,-16 1-126 16</inkml:trace>
  <inkml:trace contextRef="#ctx0" brushRef="#br0" timeOffset="10721.63">21603 14379 503 0,'0'0'93'15,"0"0"-88"-15,0 0-5 16,0 0 0-16,0 0 0 16,118 58 15-16,-69-54-15 0,3-4-1 15,8 0 0-15,0 0-191 16</inkml:trace>
  <inkml:trace contextRef="#ctx0" brushRef="#br0" timeOffset="11320.84">22348 13839 592 0,'0'0'172'16,"0"0"-70"-16,0 0-80 15,0 0-7-15,0 0-15 16,0 0 2-16,-22 52-15 15,8-2 13-15,-2 13 0 16,-1 6-1-16,0 1 4 16,2-1-3-16,5-9 0 15,7-7-29-15,3-12-27 16,16-13-17-16,27-9 60 16,12-12 5-16,7-7 9 15,-7 0-1-15,-13-12 7 16,-12-7 47-16,-14-3 60 0,-6 2-63 15,-8-6-1 1,-2 1-5-16,0-2-43 0,-18 4 3 16,-2 6-5-16,0 9-15 15,-6 6-11-15,0 2-100 16,-1 0-45-16,6 10 34 16,7-4-215-16</inkml:trace>
  <inkml:trace contextRef="#ctx0" brushRef="#br0" timeOffset="11853.18">22767 14047 721 0,'0'0'114'0,"0"0"-50"15,0 0-44-15,0 0-11 16,33-75 3-16,-24 58-10 16,-1-2-2-16,-6 0 0 15,-2 2 4-15,0 2-4 16,-3 2 0-16,-10 7 0 15,-1 6-8-15,-5 0 8 0,-2 19-26 16,1 15-22-16,2 8-47 16,5 5 37-16,13-5-39 15,6-9-75-15,25-13 90 16,4-14 82-16,-3-6 4 16,-11 0 111-16,-6-1 54 15,-6-11 27-15,-5 0-114 16,-1-1-30-16,1 4 17 15,-4 1-60-15,0 5 6 16,0 3-15-16,0 0-13 16,0 5 11-16,0 18-63 15,-9 13 59-15,-8 11-2 0,-7 3 8 16,-3 0 0 0,5-4-6-16,7-7-20 15,5-7 21-15,10-6-9 0,0-1-29 16,0-7-55-16,11-11-145 15</inkml:trace>
  <inkml:trace contextRef="#ctx0" brushRef="#br0" timeOffset="12028.28">23020 14263 585 0,'0'0'392'0,"0"0"-349"15,0 0-37-15,0 0-6 16,0 0-5-16,0 0-2 0,15 3-72 16,-3 10-76-1,4-6-16-15,2-6-359 0</inkml:trace>
  <inkml:trace contextRef="#ctx0" brushRef="#br0" timeOffset="12352.21">23266 14104 723 0,'0'0'119'0,"0"0"-119"16,0 0-31-16,0 0 18 16,-48 81 3-16,41-40 0 0,1 5-23 15,1-2 10-15,5-6-33 16,0-12-2-16,15-10-6 15,18-15 64-15,7-1 26 16,2-6 4-16,-3-18 26 16,-9-2 57-16,-8-1-25 15,-10-3-32-15,-5-1-33 16,-7-1-22-16,0-2 15 16,-18 3-16-16,-12 5-13 15,1 9 12-15,4 9-111 16,7 8-4-16,6 0-29 15,10 15-199-15</inkml:trace>
  <inkml:trace contextRef="#ctx0" brushRef="#br0" timeOffset="12703.05">23774 13987 814 0,'0'0'127'0,"0"0"-127"16,0 0 2-16,0 0-6 16,0 0-26-16,-89 66 3 15,71-14-12-15,12 3-51 16,6-3 58-16,12-6 1 0,14-5 31 16,-4-10-1-1,-5-9 2-15,-6-3-1 0,-3-7 3 16,-5-2-1-16,-3 0 7 15,0 0-9-15,-5-1 0 16,-17 0 18-16,-5-3-16 16,-6-1 6-16,2-5-3 15,1 0-4-15,3-5 16 16,5-7-17-16,5-5-5 16,11 0-30-16,6-7-253 15</inkml:trace>
  <inkml:trace contextRef="#ctx0" brushRef="#br0" timeOffset="12899.51">23727 14023 642 0,'0'0'244'0,"0"0"-163"15,0 0-29-15,0 0-28 16,0 0-9-16,0 0-15 15,-8-55-16-15,19 62-19 16,20 5-61-16,14 5 50 16,6 0-71-16,5-8-42 15,-2-6-131-15</inkml:trace>
  <inkml:trace contextRef="#ctx0" brushRef="#br0" timeOffset="13086.64">24030 14139 615 0,'0'0'100'0,"0"0"-100"16,0 0-33-16,0 0 28 16,0 0 3-16,0 0-50 15,103 37-130-15,-76-37-186 16</inkml:trace>
  <inkml:trace contextRef="#ctx0" brushRef="#br0" timeOffset="13334.85">24423 13793 824 0,'0'0'115'0,"0"0"-50"16,0 0-47-16,0 0-13 15,0 0-5-15,0 0-13 16,-52 90 13-16,31-5 0 16,-1 13-9-16,6 2 1 15,4 2-23-15,1-11 7 16,-1-8-30-16,-1-8-5 16,-6-8-29-16,3-9-4 0,0-18-89 15,8-18-143-15</inkml:trace>
  <inkml:trace contextRef="#ctx0" brushRef="#br0" timeOffset="13508.27">24540 14537 922 0,'0'0'28'0,"0"0"-28"15,0 0-10 1,0 0-161-16,0 0 46 0,0 0-217 16</inkml:trace>
  <inkml:trace contextRef="#ctx0" brushRef="#br0" timeOffset="19000.76">9990 13832 137 0,'0'0'110'16,"0"0"-20"-16,0 0-4 16,0 0 7-16,0 0-64 15,0 0-9-15,0 0 11 16,-3-24-27-16,0 21 2 0,0 1-6 15,1 1 3 1,1-1 31-16,-1 1-12 0,2 1-16 16,0 0 3-16,0 0-8 15,0 0-1-15,0 0 0 16,0 0 1-16,0 0 1 16,-2 0-2-16,2 0 0 15,-1 0 54-15,1 0-5 16,-2 0-16-16,2 0-26 15,0 0 0-15,0 0-3 16,0 0-4-16,-2 0 0 16,2 0-2-16,0 0 4 0,0 0-3 15,0 0 1 1,0 0-19-16,0 1 9 0,0 14-11 16,0 2 21-1,0-2-8-15,0 1-17 0,0-4-5 16,0 2 3-16,0 1-24 15,2-2-5-15,5-1-48 16,-3 0-30-16,-1-3 5 16</inkml:trace>
  <inkml:trace contextRef="#ctx0" brushRef="#br0" timeOffset="103978.97">1182 17026 364 0,'0'0'192'0,"0"0"-118"15,0 0-41-15,0 0 4 16,0 0 20-16,0 0-46 16,0 0 9-16,0 0 10 15,-11 2 6-15,10-2 19 16,-1 0-28-16,2 0-17 16,0 0 7-16,-1 1-12 15,1-1-5-15,0 0 2 0,0 0 1 16,0 0 3-1,0 0-6-15,0 0 0 0,0 0 6 16,0 0-2 0,0 0-4-16,0-5 1 0,0-3 3 15,0-2-3-15,0-6-1 16,0 3 0-16,3-6-1 16,0-2 4-16,-3-1-3 15,1-1 5-15,0-3-1 16,1 1-3-16,0-5-1 15,-1 5 0-15,1 4-6 16,-1 4 8-16,-1 7-2 16,0 3 0-16,0 3 2 15,1 3-2-15,-1 1 0 16,0 0 0-16,0 0 0 16,0 0 0-16,0 0 0 15,0 0-1-15,0 0 5 0,0 0-10 16,0 0 6-16,0 0 0 15,0 0-12-15,0 10 12 16,0 9 0-16,3 9-5 16,0 9 10-16,-1 7-8 15,1 8 3-15,-3 2 0 16,3 0-2-16,0-1 2 16,6-14-8-16,3-9 3 15,-3-13-21-15,3-14 26 16,6-3-14-16,1-4 14 0,5-18 4 15,1-10 1 1,1-2-5-16,-5-6 0 0,-2 3 1 16,-4-2-1-1,-5-2 0-15,-5 3 0 0,2 0 4 16,-4 8-2-16,-3 2 2 16,0 8 13-16,0 9-11 15,0 6 13-15,0 3-19 16,0 2 0-16,0 0-2 15,0 0 2-15,0 0-2 16,0 0 1-16,0 13-3 16,0 8-4-16,0 8 8 15,0 5 0-15,0-1-4 16,8 1 9-16,2-2-5 16,5-6 0-16,2-3 3 0,2-7-6 15,3-11 0-15,2-5-43 16,-3-21 1-16,3-23-242 15</inkml:trace>
  <inkml:trace contextRef="#ctx0" brushRef="#br0" timeOffset="104167.88">1471 16561 797 0,'0'0'55'16,"0"0"-41"-16,0 0-14 15,0 0-3-15,0 0 2 0,0 0-1 16,3 3-4 0,-1 9 6-16,2 0-57 0,-1-2 10 15,-1-4-60-15,-2-4-31 16,0-2-113-16</inkml:trace>
  <inkml:trace contextRef="#ctx0" brushRef="#br0" timeOffset="104363.8">1245 16482 0 0,'0'0'797'0,"0"0"-735"0,0 0-21 16,0 0-41-1,0 0 0-15,0 0-8 0,-2-8-1 16,-4 23-110-16,3-1-72 15,-2-6-102-15</inkml:trace>
  <inkml:trace contextRef="#ctx0" brushRef="#br0" timeOffset="104881.01">1716 16425 677 0,'0'0'109'15,"0"0"-89"-15,0 0-13 16,0 0 1-16,0 0-5 16,0 0-3-16,86 81 6 15,-61-30-6-15,-8 13 33 16,-4 12-18-16,-12 9-13 16,-1 10 31-16,-11 5-33 15,-13-4 4-15,-6-10 6 16,-2-18-10-16,0-18 0 15,-1-17-25-15,2-10-50 0,2-9-52 16,4-14-196-16</inkml:trace>
  <inkml:trace contextRef="#ctx0" brushRef="#br0" timeOffset="114235.39">2633 16283 601 0,'0'0'79'0,"0"0"37"16,0 0-73-16,0 0-12 15,0 0 4-15,0 0-33 16,0 0 3-16,-55-37 3 16,53 35-4-16,1 2 19 15,-1 0-20-15,2 0 5 16,0 0 11-16,0 0-17 15,0 0 1-15,0 0-3 16,0 0 3-16,0 0-7 16,0 0 4-16,2 0 0 15,22 0-8-15,15 0 8 16,13 0-12-16,9 0-9 0,3 0-11 16,2 0 30-16,2 0-27 15,-2-3 16-15,-8-1 5 16,-9 2 11-16,-4 0-3 15,-9 2 0-15,1 0 3 16,-4 0-8-16,-5 0 5 16,-7 0-26-16,-10 2-4 15,-7 0-13-15,-4 1 34 16,0 0 7-16,0 0 4 16,-4 0 21-16,-7 2-10 15,2-3-2-15,-1-1 21 16,2 1-20-16,2-2 3 0,2 0 7 15,-1 0-21-15,5 0 17 16,0 0-18-16,0 1 0 16,-7 5-2-16,2 7 2 15,-5 8-1-15,-5 11 1 16,0 6 0-16,-1 4-1 16,-1 4 1-16,-2 0 0 15,0-1 1-15,-5-3 0 16,3 1-1-16,-3-4 0 15,2-2 3-15,-4-4-6 16,5-8 3-16,2-7-15 16,8-6 14-16,4-8-8 15,4-4 9-15,-1 0 1 0,2 0 3 16,2-8 6 0,0 0-5-16,0 1 3 0,7 2 12 15,10 2-20-15,11 1 0 16,4 2 0-16,-1 0 3 15,2 0 2-15,-3 8-5 16,-4 1 0-16,-3 3-3 16,-7 1 7-16,-1 8-4 15,-4-1 0-15,-3-1 1 16,-2 1-10-16,0-4-2 16,-5-7-24-16,-1-1 7 15,0-5-11-15,0-1-20 0,-4 2 40 16,-15 0-39-16,-8 0-70 15,-7-1-268-15</inkml:trace>
  <inkml:trace contextRef="#ctx0" brushRef="#br0" timeOffset="114501.85">2800 16588 836 0,'0'0'65'16,"0"0"16"-16,0 0-61 16,0 0-18-16,0 0-2 0,0 0 0 15,-22-56-2 1,42 54 2-16,7-1 0 0,9 1 7 16,12 1-3-16,13 1-4 15,7-4 0-15,4 4 2 16,-3-3-9-16,-3 0 5 15,-8 1-67-15,-9 2-18 16,-9 0-107-16,-9-1-134 16</inkml:trace>
  <inkml:trace contextRef="#ctx0" brushRef="#br0" timeOffset="114708.88">3523 16537 566 0,'0'0'99'15,"0"0"14"-15,0 0-26 16,0 0-37-16,0 0-32 16,0 0-15-16,32 0 21 15,-3 0-21-15,7 0 1 16,6-3-2-16,4 0-2 16,-1 3-53-16,-9 0-52 15,-12 0-81-15,-20 9-182 16</inkml:trace>
  <inkml:trace contextRef="#ctx0" brushRef="#br0" timeOffset="114907.93">3510 16753 555 0,'0'0'233'0,"0"0"-177"16,0 0-47-16,0 0-2 15,0 0 1-15,0 0-3 16,19 10 10-16,7-10 13 15,13 0-19-15,10-1 6 16,6-17-12-16,6-3 1 16,2-3-8-16,-5 4-28 15,-9-3-149-15,-18 3-452 16</inkml:trace>
  <inkml:trace contextRef="#ctx0" brushRef="#br0" timeOffset="116183.94">4658 16182 236 0,'0'0'34'16,"0"0"-10"-16,0 0 69 0,-64 99 26 16,42-56-67-16,-2 5 4 15,3 5-11-15,0 3 33 16,4 0-15-16,6 2-34 15,3-4-14-15,4 3 13 16,4-5-28-16,0 1 5 16,0-6-2-16,6-8-2 15,12-12-2-15,10-14-1 16,9-13-8-16,8 0 7 16,3-21 4-16,-7-7-1 15,-7-2 9-15,-12-1 12 16,-16 2 13-16,-6 2 2 0,-9 1-15 15,-24 2 12-15,-13 5-28 16,-6 4-4-16,-11 8-1 16,-1 7 2-16,3 0-6 15,9 13-10-15,14 10-58 16,15-6-62-16,15-1-352 16</inkml:trace>
  <inkml:trace contextRef="#ctx0" brushRef="#br0" timeOffset="116667.13">4908 16600 7 0,'0'0'638'15,"0"0"-537"-15,0 0-101 0,0 0 9 16,0 0 17-16,0 0 23 15,4 87-14-15,-2-44-10 16,-1 1-16-16,2-2 2 16,4-4-11-16,1-11 0 15,1-10 7-15,9-8-7 16,10-9-2-16,17-10-1 16,15-26 6-16,7-10 0 15,0-7-3-15,-15-2 0 16,-20 9 41-16,-13 8-19 15,-19 6-7-15,-9 11 8 16,-30 5-22-16,-25 13 0 16,-18 3-1-16,-9 11-38 0,3 15-30 15,16 1-160 1,26-5-191-16</inkml:trace>
  <inkml:trace contextRef="#ctx0" brushRef="#br0" timeOffset="117498.99">5620 16677 223 0,'0'0'277'16,"0"0"-203"-16,0 0-67 16,0 0 0-16,0 0-1 15,0 0 1-15,-28-7 24 16,25 7 4-16,3 0 5 16,0 0 48-16,0 0-50 15,0 0-9-15,0 0-14 16,0 0-15-16,0 0 4 15,18 0-4-15,12 0 0 16,13 0 10-16,8 0-7 16,6-2-3-16,4-4 5 0,-3 3-4 15,-3 2 1 1,-7-3-2-16,-8 1 0 0,-12 0 5 16,-12 0-5-16,-3 3 0 15,-10 0 0-15,-3 0 3 16,0 0-6-16,-18 0-48 15,-12 6-126-15,-6-1-254 16</inkml:trace>
  <inkml:trace contextRef="#ctx0" brushRef="#br0" timeOffset="118314.96">6503 16313 390 0,'0'0'132'16,"0"0"3"-16,0 0-67 16,0 0 21-16,0 0-42 15,0 0-47-15,0-18 9 16,-1 36-5-16,-11 13 2 15,-2 10-6-15,-2 10 18 16,-2 10-15-16,1 4 15 16,4-1-18-16,5-3 0 15,6-8-2-15,2-8-9 16,3-8-39-16,23-14-1 0,8-13-28 16,17-10 20-16,5-3 54 15,1-25 5-15,-10-2 11 16,-8-4 5-16,-18 0 50 15,-12 4 41-15,-9 0-41 16,-13 8-12-16,-23 4-50 16,-18 7 3-16,-13 11-14 15,-9 0 2-15,-3 11-43 16,14 7-17-16,15-4-92 16,19-2-190-16</inkml:trace>
  <inkml:trace contextRef="#ctx0" brushRef="#br0" timeOffset="118934.12">6711 16353 721 0,'0'0'161'15,"0"0"-103"-15,0 0-55 16,0 0-3-16,0 0 0 16,0 0 0-16,16 41 0 15,-7-9 0-15,-3 7 0 0,2 0 6 16,-2-3-5-16,1 2-2 15,6-10-41-15,9-7-88 16,13-11 2-16,13-10 26 16,13-6-22-16,0-21 66 15,-4-7 58-15,-9-8 17 16,-8 0 96-16,-19 1 12 16,-15 1-23-16,-6 7 21 15,-12 5-55-15,-9 8-12 16,0 11-36-16,0 9-18 15,2 0-2-15,-2 24 0 16,-1 14-4-16,0 11 4 16,3 9 0-16,6 2 0 15,1-1 3-15,4-1-6 16,4-3-21-16,2-2-45 0,2-6-45 16,0-9-150-16</inkml:trace>
  <inkml:trace contextRef="#ctx0" brushRef="#br0" timeOffset="119996.93">4337 17171 296 0,'0'0'70'0,"0"0"59"16,0 0 1-16,0 0-69 15,0 0-20-15,0 0 21 16,0-29 0-16,11 24-27 16,-2 0-23-16,1 2 3 15,1 2-15-15,8-1 0 16,5 2 4-16,12 0-4 16,15 0 2-16,21 0-2 0,20 6 0 15,23 4 0-15,25 0 0 16,21-2 0-16,21-3-1 15,18-5 4-15,6 0-6 16,7-5 0-16,2-3 3 16,-6-7-9-16,-11 1 9 15,-13 0-6-15,-24 3 2 16,-24 7-1-16,-28 3 2 16,-30 1-4-16,-32 0 7 15,-25 0-8-15,-22 3 8 16,-9 10-73-16,-30 4 62 15,-16 2-85-15,-3-2-105 16</inkml:trace>
  <inkml:trace contextRef="#ctx0" brushRef="#br0" timeOffset="120747.08">6177 17367 394 0,'0'0'189'16,"0"0"-84"-16,0 0-7 15,0 0-71-15,0 0 19 16,0 0-24-16,-19-17-2 16,8 17-1-16,-5 11-17 15,-2 11 5-15,-6 11-7 16,-1 9 4-16,8 5 1 16,4 2-5-16,13 1 0 15,0-6-5-15,19-5-10 16,14-8-4-16,7-12-25 0,6-9-3 15,4-8 27-15,-1-2-6 16,-6-2 19-16,-6-8 6 16,-17-1 2-16,-7 3 6 15,-13-1 45-15,0 4-24 16,-22-3 14-16,-11 3-25 16,-6 2-9-16,-4 3 9 15,3 0-15-15,2 0-2 16,7 3 0-16,7 2-76 15,4-2-67-15,12-3-305 16</inkml:trace>
  <inkml:trace contextRef="#ctx0" brushRef="#br0" timeOffset="121412.08">7646 16857 476 0,'0'0'148'0,"0"0"-53"16,0 0 6-16,0 0-55 16,0 0 10-16,0 0-17 0,26-52-20 15,-23 49 16 1,5 0-31-16,4 2 1 0,11 1-4 15,9 0-1 1,9 0-7-16,9 10-24 0,4 1-29 16,-3-2-36-16,-8 1-76 15,-10 1-35-15,-21-3-109 16</inkml:trace>
  <inkml:trace contextRef="#ctx0" brushRef="#br0" timeOffset="121612.18">7598 17145 492 0,'0'0'71'15,"0"0"-32"-15,0 0 7 0,0 0-13 16,0 0 15-16,0 0-2 16,102 23-3-16,-49-29 17 15,5-10-35-15,4-5-23 16,3 0-2-16,0-1-14 15,-9 2-135-15,-14-3-164 16</inkml:trace>
  <inkml:trace contextRef="#ctx0" brushRef="#br0" timeOffset="122346.98">8571 16869 461 0,'0'0'108'0,"0"0"-41"15,0 0-29-15,0 0-22 16,0 0 13-16,0 0-12 16,-24-8 7-16,24 8 40 15,0 0-37-15,0 0-3 16,0 0-2-16,12-4-12 15,18-1 16-15,14-2-14 16,3 0-12-16,2 2 17 16,-6 0-16-16,0 1-1 15,-8 3 0-15,-7 1-13 0,-7 0-1 16,-11 0-26 0,-4 0-3-16,-6 0-10 0,0 0 21 15,0 0 31-15,-10 0-18 16,-6 0-99-16,-2 0-250 15</inkml:trace>
  <inkml:trace contextRef="#ctx0" brushRef="#br0" timeOffset="123098.07">9126 16399 582 0,'0'0'117'0,"0"0"27"0,0 0-114 15,0 0-25-15,0 0-5 16,0 0 0-16,3 53 21 15,4-18-17-15,2 9 1 16,2-1 5-16,-1 0-9 16,2-6 8-16,3-8-9 15,6-8-25-15,6-13-10 16,5-8-4-16,4-3 12 16,0-21 18-16,-1-8 9 15,-8-9 4-15,-2-1 15 16,-11-3 22-16,-9 4 23 15,-5 6-27-15,-2 11-4 16,-8 7-4-16,4 11-20 16,0 6-9-16,-2 4-3 15,-5 26 3-15,-3 8-5 0,-5 15 5 16,4 6 0-16,1 1 0 16,2 3 0-16,3-4-5 15,-1-5-26-15,-1-7-47 16,5-8-33-16,0-17-139 15</inkml:trace>
  <inkml:trace contextRef="#ctx0" brushRef="#br0" timeOffset="123373.59">8911 17048 568 0,'0'0'43'0,"0"0"-4"15,0 0 13-15,0 0 49 16,0 0-39-16,0 0-41 16,85 17 18-16,-27-17-14 15,4-11-13-15,8-6 9 16,7 0-21-16,-4 6-1 15,0 4-18-15,-6 7-42 16,-13 0-105-16,-18 4-283 16</inkml:trace>
  <inkml:trace contextRef="#ctx0" brushRef="#br0" timeOffset="123893.02">9445 17251 690 0,'0'0'194'0,"0"0"-167"16,0 0-18-16,0 0-3 16,0 0-2-16,-90 99 14 15,68-55-17-15,3 0-1 16,4-1 7-16,7 0-6 15,3-6-1-15,5-8-15 16,11-8-12-16,17-12 2 16,11-9-6-16,10 0 31 15,4-19-5-15,-2-4 10 0,-11-4-2 16,-10 5 6 0,-13 3 6-16,-10 4 30 0,-7 1-23 15,-7 5-5-15,-21 1-1 16,-11 3-16-16,-7 5 3 15,-2 0-3-15,2 3 0 16,4 11-7-16,8 2-73 16,12-3-151-16,12-6-262 15</inkml:trace>
  <inkml:trace contextRef="#ctx0" brushRef="#br0" timeOffset="124463.3">9987 16654 500 0,'0'0'142'15,"0"0"-16"-15,0 0-38 16,0 0-24-16,0 0-38 16,0 0 6-16,-5-25-32 15,26 25 4-15,6 0-2 16,5 0-2-16,4 0-7 16,-1 7 7-16,-4-2-41 15,-5 0-31-15,-7 0-108 16,-15-3-117-16</inkml:trace>
  <inkml:trace contextRef="#ctx0" brushRef="#br0" timeOffset="124676.06">9912 16852 549 0,'0'0'152'0,"0"0"-126"16,0 0 20-16,0 0-8 15,0 0 15-15,0 0-19 16,91 0-27-16,-42 0 0 16,9 0-7-16,5-8-10 15,-1-3-15-15,-4-2-83 16,-13 1 2-16,-16-5-28 16</inkml:trace>
  <inkml:trace contextRef="#ctx0" brushRef="#br0" timeOffset="125019.04">10604 16730 585 0,'0'0'18'0,"0"0"-17"0,0 0-2 16,0 0-12-16,0 0 13 15,0 0 7-15,78 28 2 16,-41-28 21-16,4-6 41 15,3-5 22-15,3 1-49 16,4 5-44-16,-8-2-49 16,-7 4-121-16,-12-7-376 15</inkml:trace>
  <inkml:trace contextRef="#ctx0" brushRef="#br0" timeOffset="125526.7">11244 16436 541 0,'0'0'107'0,"0"0"49"16,0 0-130-16,0 0 0 16,0 0-23-16,0 0 3 15,94-20 11-15,-74 35-15 0,-3 3-2 16,-4 5 0 0,-6 3 2-16,-7 4-9 0,0 4 7 15,-8 2 0-15,-19 3 5 16,-4-3-5-16,-3-10-47 15,4-4-33-15,9-10 69 16,9-7 9-16,6-3 4 16,4-2 30-16,2 0 47 15,0 0-26-15,0 0-28 16,18 0-25-16,9 0 3 16,4 0-1-16,7 0-2 15,1 0 0-15,5 0 2 0,3 0-2 16,0-7 0-16,-3 1 0 15,-4-2 3-15,-8 1-6 16,-9 2 3-16,-7 4-20 16,-14 1-32-16,-2 0-154 15,-22 10-64-15</inkml:trace>
  <inkml:trace contextRef="#ctx0" brushRef="#br0" timeOffset="125874.05">10983 17056 617 0,'0'0'62'0,"0"0"7"16,0 0 12-16,0 0-41 15,0 0-13-15,111-8-20 16,-61 2 15-16,9-2-22 16,0-2 0-16,2 0 5 15,1-3-4-15,-5 2-1 16,-9 2 0-16,-9 5 0 0,-14 4-6 15,-14 0-30-15,-11 0-183 16,-19 10-438-16</inkml:trace>
  <inkml:trace contextRef="#ctx0" brushRef="#br0" timeOffset="126573.98">11147 17272 495 0,'0'0'201'16,"0"0"-8"-16,0 0-162 15,0 0 0-15,0 0-11 0,0 0 16 16,-3-53-27-1,13 41-6-15,5 0 6 0,6-3-9 16,3 3 0-16,6 3-2 16,3 2 5-16,-2 7-6 15,-4 0 3-15,-1 0 0 16,-9 14-5-16,-1 0 5 16,-11 7-9-16,-5 2-7 15,0 2-19-15,-24 3-4 16,-3-6-53-16,2-2-41 15,5-8 81-15,6-7 43 16,6-1 9-16,7-3 33 16,1 1-29-16,0-1 1 15,4 2-5-15,14-1 0 16,2 2 3-16,2 1 0 0,-3-2-3 16,-4 2 0-16,-6-1 15 15,-8 0 13-15,-1 2 13 16,0 3-1-16,-11 2 0 15,-11 5-38-15,-6 1 7 16,-4-1-9-16,2-4-15 16,0-1-49-16,3-4 21 15,2-3-14-15,1-1 37 16,6-3-3-16,6 0 11 16,9 0-23-16,3-10-230 0</inkml:trace>
  <inkml:trace contextRef="#ctx0" brushRef="#br0" timeOffset="127117.97">11799 16798 423 0,'0'0'119'16,"0"0"29"-16,0 0-47 15,0 0-3-15,0 0-50 16,0 0-18-16,-9-47-14 16,32 39-16-16,9 1 3 15,5 2 0-15,7 4-3 16,3 1-3-16,-3 0-27 15,0 0-42-15,-13 6-71 16,-16-1-78-16</inkml:trace>
  <inkml:trace contextRef="#ctx0" brushRef="#br0" timeOffset="127327.9">11755 16939 596 0,'0'0'18'0,"0"0"-3"16,0 0-7-16,0 0 26 16,0 0-16-16,0 0 79 15,61 34-12-15,-20-37-56 16,9-9-10-16,7 0-19 16,4-4-7-16,2 1-5 0,-9 0-140 15,-11-2-142 1</inkml:trace>
  <inkml:trace contextRef="#ctx0" brushRef="#br0" timeOffset="128527.16">12486 16665 274 0,'0'0'135'0,"0"0"2"15,0 0-54-15,0 0-10 16,0 0 14-16,0 0-26 15,-6-12-8-15,6 8-15 16,0 4-2-16,0 0-21 16,0 0-6-16,0 0-1 15,0 0-8-15,0-1 0 16,0-1-1-16,9 0 7 16,15-2-6-16,9-2 0 15,3 1 1-15,4 2-3 0,2 0 2 16,-3 0-11-1,-10 1 6-15,-10 1-20 0,-11 1 4 16,-7 0-18-16,-1 0-28 16,0 0-15-16,-16 4-47 15,2 4-142-15</inkml:trace>
  <inkml:trace contextRef="#ctx0" brushRef="#br0" timeOffset="129221.31">13114 16493 689 0,'0'0'47'15,"0"0"4"-15,0 0-36 16,0 0-15-16,0 0-8 15,0 0 5-15,-51 34 3 16,29-5-2-16,2 3 2 16,6 6 0-16,2 2 6 15,8 4-3-15,4-2-3 0,0 0 0 16,7-11 4 0,12-9 0-16,10-12-4 0,6-10 0 15,6 0 21-15,4-19-19 16,-4-6 23-16,-8-5 15 15,-10-1-15-15,-12 2 16 16,-9-1-32-16,-2 2-7 16,-12 0 2-16,-12 1 2 15,-9 3-6-15,-2 8 8 16,-1 2-8-16,0 9 8 16,4 5-8-16,1 0-19 15,4 11-63-15,7 6-36 0,15 2-28 16,5-7-89-16</inkml:trace>
  <inkml:trace contextRef="#ctx0" brushRef="#br0" timeOffset="129448.75">13669 16710 899 0,'0'0'44'16,"0"0"-40"-16,0 0 0 16,0 0-4-16,0 0-5 15,0 0 5-15,-30 6 0 16,16 4 5-16,1-3-5 0,4 3-14 16,4-2-49-16,5-7-131 15,0-1-301-15</inkml:trace>
  <inkml:trace contextRef="#ctx0" brushRef="#br0" timeOffset="130220.21">14135 16419 573 0,'0'0'97'16,"0"0"25"-16,0 0-46 15,0 0-43-15,0 0 1 0,0 0-34 16,0-27 6-16,-5 40-18 15,-10 15 8-15,-1 9-1 16,-8 10 4-16,7 7 2 16,1 4 1-16,5 0-2 15,7 0 0-15,4-5-1 16,0-10 1-16,3-12-27 16,14-9-4-16,5-14 21 15,5-8 5-15,-1 0 5 16,3-4 0-16,-5-11 6 15,-3-2-5-15,-8-2-1 16,-6-1 17-16,-7-1 1 16,0 0 5-16,0-2-17 15,-20 1 12-15,-3-2 17 0,-5 4-29 16,4 7 7-16,0 9-10 16,2 4-3-16,5 11-46 15,0 11-76-15,4-5-237 16</inkml:trace>
  <inkml:trace contextRef="#ctx0" brushRef="#br0" timeOffset="130885.98">14567 16411 570 0,'0'0'107'16,"0"0"-22"-16,0 0-37 15,0 0-28-15,0 0-20 16,0 0 0-16,-7 18 0 16,-2 11 5-16,1 7-5 15,2 7 0-15,0 7 7 16,2 4-6-16,1 2 7 0,-2-2-8 16,2-7-5-1,3-10-14-15,0-14-52 0,1-10 14 16,16-10 33-16,1-3 24 15,3 0 4-15,-3-17 16 16,-1-2-2-16,0-1 30 16,-4 0-37-16,-3 1-10 15,-6 3 13-15,-4 0-1 16,0 0 30-16,-17 1-28 16,-12 3-8-16,-13 0-6 15,-6 5-1-15,-5 5 0 16,1 2 4-16,8 0-4 15,8 14-10-15,15 5-128 16,17-5-41-16,4-1-251 16</inkml:trace>
  <inkml:trace contextRef="#ctx0" brushRef="#br0" timeOffset="131935.03">14843 16408 238 0,'0'0'138'16,"0"0"-23"-16,0 0-24 15,0 0 6-15,0 0-4 16,0 0-53-16,0 0-16 15,-12-17-24-15,12 17-3 16,0 0-1-16,5 0 0 16,12 0 4-16,9 0 0 0,-1 0 3 15,5 0 2 1,0 0-5-16,0 0 0 0,-3 0 0 16,-2 0 1-16,-9 0-1 15,-9 3 0-15,-2 0-6 16,-5-1-2-16,0 1 5 15,0 1-4-15,0 9 5 16,0 9 4-16,-1 7-1 16,-8 9-1-16,-6 5 1 15,3 7-4-15,-6 3 3 16,0 3 0-16,-1-1 1 16,0-2 3-16,3-2-4 15,6-4 0-15,0-2 3 16,5-5-9-16,2-8-5 0,2-8-50 15,1-11 44-15,0-9-10 16,0-4 27-16,0 0 5 16,0-14 2-16,0-6 9 15,1 0-6-15,-1 2-5 16,0 3-5-16,0-4-78 16,0 2-315-16</inkml:trace>
  <inkml:trace contextRef="#ctx0" brushRef="#br0" timeOffset="132187.04">14872 16762 706 0,'0'0'121'0,"0"0"-50"0,0 0-66 15,0 0 2-15,0 0-7 16,0 0 0-16,-16-14-5 15,16 14 5-15,0 0 0 16,0 0-2-16,0 0-8 16,0 1 3-16,23 7-8 15,9 0-12-15,12-1-77 16,8-2-4-16,-4-5-75 16,0 0-22-16,-8 0-14 15</inkml:trace>
  <inkml:trace contextRef="#ctx0" brushRef="#br0" timeOffset="132397.02">15152 16768 638 0,'0'0'184'15,"0"0"-71"-15,0 0-47 16,0 0-58-16,0 0-8 16,0 0-32-16,6 1-90 15,-6 4-159-15</inkml:trace>
  <inkml:trace contextRef="#ctx0" brushRef="#br0" timeOffset="143340.14">15598 16841 131 0,'0'0'120'16,"0"0"0"-16,0 0-37 16,0 0-29-16,0 0 0 15,0 0-49-15,0 0 0 16,0 0 2-16,-5-13-5 16,5 12 11-16,-2-1 29 15,1 0-20-15,0-2 32 16,1 0 11-16,-2 0-13 15,1 1-4-15,-1 1-39 16,1 1-1-16,1-1-1 16,-2 2-6-16,2 0-1 0,0 0 0 15,0 5 0-15,-1 14-6 16,-4 6 7-16,-5 9-1 16,-4 4 2-16,-6 6-2 15,-4 0-46-15,-3-2-152 16,0-2-264-16</inkml:trace>
  <inkml:trace contextRef="#ctx0" brushRef="#br0" timeOffset="144274.64">16133 16204 370 0,'0'0'85'0,"0"0"26"16,0 0-43-16,0 0-3 15,0 0 37-15,0 0-49 16,36-52-24-16,-34 50 28 16,-1 0-49-16,-1 2-4 15,1 6-4-15,-1 24-5 0,0 19 4 16,-4 15 2 0,-17 8 0-16,-1-2 23 0,-1-3-21 15,7-8-3-15,6-6 5 16,0-5-1-16,4-7-2 15,1-4-2-15,2-7-30 16,0-6 24-16,0-6-44 16,1-2-70-16,2-12-53 15,0-4-304-15</inkml:trace>
  <inkml:trace contextRef="#ctx0" brushRef="#br0" timeOffset="145105.93">16072 16174 173 0,'0'0'53'0,"0"0"67"15,0 0 15-15,0 0-53 16,0 0-32-16,0 0-21 15,15-65 19-15,-5 55-27 16,1-2-9-16,0 4 65 16,3-1-51-16,0-2-4 0,2 3-18 15,1-2 0-15,2 0 10 16,2 1-9-16,-2-4-5 16,4-3 19-16,-1 2-5 15,3 1-4-15,0 6-10 16,0 7 6-16,-2 0-4 15,4 7-2-15,-1 10 0 16,2 5-6-16,-3 5 8 16,-7 5-5-16,-3 3 3 15,-8-1 0-15,-5 1-10 0,-2 1 10 16,0-3 0 0,0 0-2-16,-11-3 6 0,-2-3-7 15,-2-2 3-15,-4-2 0 16,-5-4-2-16,-3-2 2 15,-3 0 0-15,3-3 2 16,0-3-1-16,2-2 1 16,3 2-2-16,1-3 0 15,6 2-2-15,3-3 2 16,2 3 0-16,4-4-1 16,1 0 1-16,4-1-37 15,1 0-32-15,0 0-41 16,0 0 39-16,6-3-133 15,10-2-137-15</inkml:trace>
  <inkml:trace contextRef="#ctx0" brushRef="#br0" timeOffset="145805.73">16657 16561 161 0,'0'0'239'0,"0"0"-187"16,0 0-18-16,0 0 0 15,0 0-8-15,0 0 21 16,-18-13 17-16,14 12-34 15,2-1 16-15,1 1 19 16,1 1-33-16,0-2 18 16,0 0-44-16,8-1-2 15,13 1 8-15,11-3-9 16,6-2-3-16,3 1 0 16,1 0 2-16,-1 3-1 0,-7 3-1 15,-7-2-10-15,-7 2 4 16,-4 0-43-16,-5 0-13 15,-5 0 4-15,-2 0 14 16,-3 0 38-16,-1 0-16 16,0 2 22-16,0 1-6 15,0 3 7-15,0 1-2 16,-8 1-38-16,-3 0-114 16,-3-4-105-16</inkml:trace>
  <inkml:trace contextRef="#ctx0" brushRef="#br0" timeOffset="146329.41">16525 16837 232 0,'0'0'66'0,"0"0"-65"16,0 0 42-16,0 0 16 15,0 0 8-15,0 0 4 16,57 0 0-16,-44-1-4 15,2-3 11-15,2 0-30 16,4 1-24-16,-1 1 4 16,2 1-27-16,0-2 8 15,-1 0-1-15,0 0-4 16,0 1 21-16,-2-3-22 16,-2 1 0-16,-4 0 31 15,-1 0-24-15,-2 1-3 16,0 1-5-16,0 1 0 0,-3 1-1 15,0 0-1-15,-4 0 0 16,-1 0-2-16,-2 0 2 16,0 0 0-16,0 0-1 15,0 0 4-15,0 0 1 16,0 0-4-16,0 0-11 16,0 0 1-16,0 3-76 15,0 4-57-15,0-4-247 16</inkml:trace>
  <inkml:trace contextRef="#ctx0" brushRef="#br0" timeOffset="146502.1">16908 16833 628 0,'0'0'93'15,"0"0"56"-15,0 0-90 16,0 0-39-16,0 0-20 15,0 0-36-15,2-8-51 16,-2 15-93-16,0-2-263 16</inkml:trace>
  <inkml:trace contextRef="#ctx0" brushRef="#br0" timeOffset="-80221.62">17438 16205 330 0,'0'0'169'0,"0"0"-88"16,0 0-51-16,0 0-1 0,0 0-5 15,0 0 1-15,0 0-16 16,0 0 12-16,-3-67 30 15,2 58 0-15,-1-1-12 16,-1 2 3-16,-2-2-25 16,-1 3 23-16,1 0-35 15,2 2-2-15,1 4 2 16,1-1-5-16,1 1 0 16,0 1 0-16,0 0 0 15,0 0-4-15,-2 0 4 0,-1 0-4 16,-5 18-5-1,-3 9 5-15,-2 10 1 0,-1 8 3 16,4 7 0-16,2 4 1 16,5 4-1-16,1-2-1 15,2-7-7-15,0-3-13 16,5-13-1-16,10-10 1 16,6-12 19-16,6-10-2 15,6-3 4-15,4-19 0 16,5-12 12-16,0-5-5 15,-5-3 2-15,-10 1 12 16,-7-1 8-16,-10 0 5 16,-6-1-29-16,-4 1 1 15,0 5 12-15,-4 2-18 16,-17 6 0-16,-6 3-2 0,-3 4-1 16,-3 3 3-16,2 1-22 15,0 5 17-15,1 1-9 16,2 3 11-16,4 5-10 15,8 1 1-15,9 0 4 16,6 0 5-16,1 0-24 16,0 0-23-16,6 1-99 15,10 10-54-15</inkml:trace>
  <inkml:trace contextRef="#ctx0" brushRef="#br0" timeOffset="-79823.7">17935 16422 860 0,'0'0'98'16,"0"0"-41"-16,0 0-37 15,0 0-1-15,0 0-19 16,0 0 0-16,-16-22-7 16,16 22-14-16,0 0-22 15,0 2 9-15,0 5-53 16,0 0-61-16,4-4-114 16</inkml:trace>
  <inkml:trace contextRef="#ctx0" brushRef="#br0" timeOffset="-79141.76">18181 16165 551 0,'0'0'122'15,"0"0"9"-15,0 0-72 16,0 0-30-16,0 0 6 16,0 0-35-16,18-46 0 15,4 45 1-15,7 1 1 16,0 0-4-16,3 13 1 15,1 8 1-15,-2 11-5 0,-3 6 5 16,-7 9-1-16,-6 3-1 16,-9-2-23-16,-6-3-6 15,0-4-16-15,-6-7-7 16,-12-6 40-16,-1-6-15 16,-5-2 25-16,0-6 3 15,5-2 2-15,6-4-1 16,6-1 0-16,6-2 0 15,-1-2 0-15,2-1 0 16,0 0 0-16,5-2 0 16,16 0 1-16,6 0 5 15,7-12 6-15,2-3 29 16,-1-2 11-16,0 2-37 16,-2-1-5-16,-5 1-5 0,-3 6-5 15,-4 1-26-15,-10-1-106 16,-4-1-250-16</inkml:trace>
  <inkml:trace contextRef="#ctx0" brushRef="#br0" timeOffset="-78774.39">18715 16185 553 0,'0'0'148'0,"0"0"-1"16,0 0-103-16,0 0-44 16,0 0 0-16,0 0 0 15,-50 45-3-15,40-6 3 16,7 0 0-16,3 0 1 16,0 0 0-16,16-3 0 15,9-2-1-15,8-3 0 16,0-6 6-16,-5-3-6 15,-7-7 0-15,-5-2 0 16,-9-4 3-16,-5 3-6 16,-2 0 3-16,0 1 0 15,-22 0 8-15,-8 2-8 16,-5-5-3-16,0 0 2 0,-2-7 2 16,-2-3-3-16,1 0 2 15,4 0 0-15,6 0-5 16,8-3-48-16,13-15-152 15</inkml:trace>
  <inkml:trace contextRef="#ctx0" brushRef="#br0" timeOffset="-78547.45">18636 16185 726 0,'0'0'119'0,"0"0"-62"16,0 0-35-16,0 0-15 16,0 0-9-16,0 0 2 15,60-28 0-15,-19 28-4 16,3 0-1-16,2-2-5 16,-1-1-34-16,1 2-68 15,-4-5-75-15</inkml:trace>
  <inkml:trace contextRef="#ctx0" brushRef="#br0" timeOffset="-77791.93">19376 16240 501 0,'0'0'131'15,"0"0"-51"-15,0 0 19 16,0 0-46-16,0 0-33 16,0 0-14-16,46-61 19 15,-33 52-11-15,7 1-3 16,5 1-11-16,8 3 2 0,7 4-8 16,1 0-9-1,-2 3-34-15,-7 11-21 0,-5 2-33 16,-8 1 38-16,-8 0 48 15,-6-2 2-15,-5 1 14 16,0-1-4-16,-8 0 5 16,-11-1 40-16,-1 1-19 15,2 4-3-15,6 4-9 16,5 2-9-16,3 5 8 16,2 1-8-16,2 2 0 15,0-2 3-15,0 0-2 16,0-6-1-16,0-5 0 15,6-5 1-15,-2-2 4 16,-2-2-5-16,-2-2 0 0,0 3 10 16,0-3-8-16,0 2-1 15,-5-4 1-15,-8 3-2 16,-1-4-10-16,0-3-60 16,2-2-52-16,6-1-28 15,6-1-76-15</inkml:trace>
  <inkml:trace contextRef="#ctx0" brushRef="#br0" timeOffset="-77392.91">19870 16322 689 0,'0'0'36'0,"0"0"27"15,0 0-49-15,0 0-11 16,0 0 14-16,0 0-17 16,83-25-1-16,-66 38 1 15,-3 4 3-15,-5 5-3 16,-2 4-5-16,-6 5 5 16,-1 4 8-16,0 0-8 15,-9 0 0-15,-6-1-48 16,-1-5-5-16,-1-3 29 15,5-6 1-15,0-4 22 0,2-7-6 16,3-3 7-16,2-4 0 16,5-2 7-16,0 0 56 15,0 0 26-15,15 0-73 16,12-7-14-16,7-1 21 16,6 2-22-16,4 3 1 15,14 1 3-15,4 2-4 16,3 0-1-16,-6 0-146 15,-11-4-47-15</inkml:trace>
  <inkml:trace contextRef="#ctx0" brushRef="#br0" timeOffset="-76811.54">20139 16246 671 0,'0'0'73'0,"0"0"-3"15,0 0-38 1,0 0-10-16,0 0-1 0,0 0-16 16,65-40-5-16,-31 38 0 15,2-3 0-15,0 2-5 16,-2 3 5-16,-1 0-25 16,-4 0-22-16,-4 8-9 15,-6 4 22-15,0 1-8 16,-8 1-7-16,-4-1 34 15,-1-3 0-15,-6-2 15 16,0-2 1-16,0 2 27 16,0 4 29-16,-4 7-38 15,-5 8-14-15,0 2 11 16,-3 4-15-16,1-2-1 16,3-3 5-16,1-2-3 0,2-2 3 15,2-4-5 1,1-5 0-16,1-2 2 0,-1-4-2 15,1 0 0-15,-1-2 5 16,-1 1 5-16,3 1 15 16,-4 1-23-16,0 2-2 15,-4-1 0-15,-4 0-51 16,-6-3-39-16,3-4-246 16</inkml:trace>
  <inkml:trace contextRef="#ctx0" brushRef="#br0" timeOffset="-76575.56">20681 16416 732 0,'0'0'51'15,"0"0"-51"-15,0 0 0 16,0 0 3-16,110-11-3 16,-71 10 1-16,-5 1 0 15,-2 0-1-15,-2 0-5 16,-4 0-77-16,-3 0-154 0</inkml:trace>
  <inkml:trace contextRef="#ctx0" brushRef="#br0" timeOffset="-76381.82">20635 16598 711 0,'0'0'246'16,"0"0"-246"-16,0 0-3 16,0 0 2-16,80 25 1 15,-38-24-6-15,1-1 6 16,1 0-28-16,4-6 1 0,5-5-57 15,4-5-47 1,-5-4-279-16</inkml:trace>
  <inkml:trace contextRef="#ctx0" brushRef="#br0" timeOffset="-69601.65">21574 16131 258 0,'0'0'84'0,"0"0"8"15,0 0-6-15,0 0-60 0,0 0-17 16,0 0 3-16,0 0-11 16,5-12 6-16,-5 12 28 15,0-1 25-15,2-1 34 16,-1-1-25-16,5-3-64 16,3 1 10-16,5 1-15 15,6 0-1-15,1 1 0 16,3 3 1-16,-3 0-4 15,1 0 4-15,0 10-3 16,-3 8-2-16,-2 8 3 16,-2 13 1-16,-3 10 0 15,-10 8-5-15,-2 5-25 16,-21 2-37-16,-17-3 8 0,0-7-16 16,1-15-104-1,8-14 108-15,10-10 72 0,2-8 106 16,4-6 23-16,4-1-62 15,2 0-2-15,3 0 54 16,4 0-85-16,0-6-26 16,14-3-8-16,13-4-7 15,10-3 0-15,5 3 6 16,2-6 1-16,3 2 9 16,4 3 2-16,-2 0 15 15,0 3-9-15,-9 1-10 16,-1 4 4-16,-9 3-11 15,-8 1 0-15,-4 2-5 0,-9 0-6 16,-6 0-41-16,-3 0-104 16,0 0-4-16,0 0-318 15</inkml:trace>
  <inkml:trace contextRef="#ctx0" brushRef="#br0" timeOffset="-69102.57">22247 16095 825 0,'0'0'49'0,"0"0"28"0,0 0-57 15,0 0-20-15,0 0-1 16,0 0 1-16,-77 55-1 15,65-20 1-15,6 0 0 16,6-6-2-16,0-5 2 16,0-7-7-16,19-7-1 15,9-8 8-15,8-2-3 16,5 0 5-16,3-8-2 16,0-3 0-16,-8 4 1 15,-8 5 1-15,-6 2-2 16,-7 0 0-16,-6 3-7 15,-5 11 7-15,-1 5-5 0,-3 8 4 16,0 6 2-16,-6 6 3 16,-11 2-4-16,2-4 0 15,-6-4-1-15,2-5 2 16,4-10-1-16,7-6 0 16,3-6 4-16,4-4-1 15,-6-2 1-15,-2 0 19 16,-2 0 18-16,-10-5-41 15,-1-6 0-15,-2-2 0 16,0 3-39-16,3-6-72 16,9-4-372-16</inkml:trace>
  <inkml:trace contextRef="#ctx0" brushRef="#br0" timeOffset="-68884.03">22422 16134 569 0,'0'0'119'0,"0"0"-13"16,0 0-60-16,-55-72-3 15,50 66-33-15,1 4-2 16,4 1-6-16,0-1-2 16,9-1 2-16,24-1-2 15,10 1 0-15,5 0-6 16,4 2 6-16,0 1-35 15,0 0-45-15,-3 11-87 16,-10 0-307-16</inkml:trace>
  <inkml:trace contextRef="#ctx0" brushRef="#br0" timeOffset="-68708.61">22657 16350 737 0,'0'0'168'16,"0"0"-168"-16,0 0-21 16,0 0 20-16,0 0-30 15,0 0-91-15,62 28-28 0,-42-28-276 16</inkml:trace>
  <inkml:trace contextRef="#ctx0" brushRef="#br0" timeOffset="-67869.89">22919 16235 480 0,'0'0'173'15,"0"0"-40"-15,0 0-3 16,0 0-95-16,0 0-3 16,0 0-25-16,34-75-6 15,-12 65 0-15,5 1-1 16,0 1 0-16,-2 4-5 16,-4 1 5-16,-6 0 0 15,1 3-1-15,-1 0 2 16,2 0-5-16,-2 8-4 0,-4 9-38 15,-5 0 26 1,-6 6-26-16,0 0 20 0,-8-1 20 16,-6 1 6-16,2-2-2 15,0 2 1-15,6 4 1 16,3-1 2-16,3-1-2 16,0-3-18-16,15-10-30 15,5-5 37-15,-6-1 11 16,-2-5 5-16,-5 4 23 15,-1 0 30-15,-3 2-58 16,-1 6 0-16,-2 3 0 16,0 1 3-16,-8 0 5 15,-7-3-8-15,0 0 0 16,0-3 8-16,-2-4-2 16,2-2 6-16,-4-1 20 0,-2-4-4 15,0 0-2-15,-1 0-24 16,1 0 0-16,6 0-4 15,9 0-8-15,6 0-182 16,1 0-217-16</inkml:trace>
  <inkml:trace contextRef="#ctx0" brushRef="#br0" timeOffset="-67120.91">23451 16294 534 0,'0'0'161'0,"0"0"-3"16,0 0-94-16,0 0-41 15,0 0-12-15,-9-74 16 16,12 63-25-16,4 3-2 0,6 1 7 15,0 3 1 1,3 4 0-16,5 0-8 0,4 0 0 16,4 18-10-16,-2 7 10 15,-4 6-8-15,-9 5-2 16,-8-1-17-16,-6 0 15 16,0-3-3-16,-11-1 13 15,-9-3-10-15,0-7 11 16,1-5-6-16,1-3 4 15,4-6 6-15,3-2 0 16,2-3-3-16,4 1 0 16,4-1 14-16,1-1-14 15,0 2 0-15,7-3 0 0,17 0 0 16,10 0 3 0,5 0-3-16,-1-3 0 0,-3-5-7 15,-7 0 7-15,-4 1 0 16,-6 3 0-16,-3 0 0 15,-6 1-22-15,-6-1-136 16,-3-5-221-16</inkml:trace>
  <inkml:trace contextRef="#ctx0" brushRef="#br0" timeOffset="-66503.86">23801 16247 323 0,'0'0'39'0,"0"0"16"16,0 0 75-16,0 0-62 16,0 0-1-16,0 0 28 15,-20-36-41-15,20 36 11 16,0 0-53-16,0-2-4 16,9 2-13-16,13 0 5 0,6 0-17 15,2 0-8-15,-3 0-27 16,-6 0 23-16,-8 0-7 15,-7 2 28-15,-3 3-3 16,-3 5 2-16,0 4 0 16,-10 5 6-16,-11 3-9 15,-3 0-11-15,6 2-45 16,0-4 0-16,9 0 55 16,6-4 3-16,3 0 8 15,0-1-3-15,3-1 10 16,14 0 3-16,0-3 0 15,3-2 11-15,-7 1 10 16,-2-3-19-16,-5-2 2 0,-3 2 4 16,-3-3-14-16,0 2 0 15,0 1 10-15,-11-3 21 16,-4-1 2-16,-1 0 39 16,-2-1-31-16,2-2-14 15,4 4-24-15,2-3-1 16,6 2-4-16,4 1-23 15,0 1-65-15,2-5-35 16,16 0-263-16</inkml:trace>
  <inkml:trace contextRef="#ctx0" brushRef="#br0" timeOffset="-66276.47">24173 16303 839 0,'0'0'49'15,"0"0"11"-15,0 0-35 16,0 0-25-16,0 0-10 16,0 0-24-16,-13-3 13 15,13 19-27-15,0-3-64 16,3-6-36-16,11-7-223 15</inkml:trace>
  <inkml:trace contextRef="#ctx0" brushRef="#br0" timeOffset="-66036.83">24574 15973 890 0,'0'0'31'15,"0"0"18"-15,0 0-49 16,0 0-2-16,0 0-9 16,-39 83 10-16,10-19 2 15,-10 12 0-15,-12 7-1 16,-4 1 0-16,-1-2 5 16,13-7-5-16,15-11-30 0,16-7-32 15,12-13-65-15,6-13-25 16</inkml:trace>
  <inkml:trace contextRef="#ctx0" brushRef="#br0" timeOffset="-65858.34">24459 16640 842 0,'0'0'31'15,"0"0"11"-15,0 0-33 16,0 0-9-16,0 0 0 0,0 0 12 15,2-16-11-15,-1 16-2 16,4 0-15-16,0 5-168 16,2-3-8-16</inkml:trace>
  <inkml:trace contextRef="#ctx0" brushRef="#br0" timeOffset="-169700.19">4007 5034 207 0,'0'0'51'16,"0"0"2"-16,0 0 50 15,0 0-57-15,0 0-32 16,0 0-6-16,0 0-7 16,0 0 18-16,9-45 0 15,-5 37-14-15,1 1 46 16,-4 0-12-16,1 2-20 0,-2 2 20 16,0 3-4-16,0 0-10 15,0-2-18-15,0 2-6 16,0 0 26-16,0 0-20 15,0 0 0-15,0 0-6 16,0 0 2-16,0 0-6 16,0 10-16-16,0 21-17 15,-12 19 25-15,-2 16 11 16,-5 10 0-16,-8 1-2 16,5-8 5-16,1-10-1 15,7-16-2-15,0-11 0 16,6-10 11-16,3-8-9 0,-1-6-2 15,3-4 4 1,0-4 0-16,-2 0 35 0,3-1 20 16,-2-21-47-16,0-15-8 15,4-14-4-15,8-12-1 16,22-12-1-16,10-6-11 16,2 2 13-16,4 4-21 15,-3 10 21-15,-1 7-6 16,-3 10 6-16,-7 9-5 15,-8 17 3-15,-10 11 4 16,0 11-4-16,2 1-3 16,5 28 4-16,5 14-8 15,-3 13 9-15,-2 8 0 0,-2 6-3 16,-1 0 6-16,0-4-5 16,3-9 2-16,-2-11 0 15,-4-10 0-15,-3-10 3 16,-6-8-3-16,-3-4 2 15,-3-6-1-15,0-1 4 16,0-5-5-16,0 1 0 16,-10-1 14-16,-13 0-14 15,-6-2-51-15,-3 0-116 16,1-19-137-16</inkml:trace>
  <inkml:trace contextRef="#ctx0" brushRef="#br0" timeOffset="-169460.19">3931 5264 448 0,'0'0'145'15,"0"0"-67"-15,0 0-10 16,0 0-26-16,0 0-15 16,0 0-13-16,-8 0-3 15,8 0-11-15,15 0 0 16,15 0 2-16,18-1 6 15,8-12 11-15,7-4-19 16,1 0 0-16,3-3 0 16,-3-1 0-16,-7 3-71 15,-20 4-54-15,-20 5-96 0</inkml:trace>
  <inkml:trace contextRef="#ctx0" brushRef="#br0" timeOffset="-167510.19">7992 4078 32 0,'0'0'464'0,"0"0"-375"15,0 0-4-15,0 0 17 16,0 0-80-16,0 0 22 0,0-50-16 15,0 50-10-15,0 0 7 16,0 0-22-16,0 0-3 16,0 0 0-16,0 0-1 15,0 6-1-15,0 17-14 16,3 15 16-16,0 10-7 16,-3 6 7-16,0 4-5 15,0 0 3-15,-3-4 2 16,-3-4 3-16,0-6-3 15,3-8 0-15,2-13 7 16,-1-9-7-16,1-7 0 16,1-5 2-16,0-2 1 0,0 0 2 15,0 0-5-15,0 0 0 16,0 0 7 0,0 0-7-16,0 0-3 0,0 2-30 15,0 6-49-15,-5 2 41 16,1 0-110-16,-1-9-145 15</inkml:trace>
  <inkml:trace contextRef="#ctx0" brushRef="#br0" timeOffset="-166720.19">7743 4173 191 0,'0'0'213'16,"0"0"-128"-16,0 0-14 15,0 0-1-15,0 0-14 16,0 0-32-16,-9-73-22 15,30 55-2-15,5-2 25 16,3 0-1-16,1 1-2 16,7 0-16-16,4 3-3 15,5 4 8-15,0 3-11 16,-1 6 0-16,-5 3-2 16,-3 0 1-16,-5 15-2 15,-4 9-9-15,-9 5-5 16,-13 7 6-16,-6 2 7 0,-18 2 4 15,-22 2 5-15,-5-3-3 16,-1-4 5-16,9-9-7 16,9-8 0-16,12-6 4 15,9-5-4-15,7 0-6 16,0-3 4-16,1-1 1 16,21-3-7-16,7 0 0 15,7-1 8-15,0-7 7 16,-3 1-5-16,-9 7-2 15,1 0 0-15,0 5 2 16,1 13-3-16,-4 7 1 16,-5 4 0-16,-7 5-1 0,-6-2 1 15,-4-2 0 1,-4-3 1-16,-19-4-1 0,-9 1 8 16,-11-2-8-16,-7-3 3 15,-8 0 6-15,-6-7-7 16,-1-2-2-16,5-3 8 15,15-7-7-15,14 0 1 16,13 0-2-16,12 0-6 16,6 0-27-16,4-7-116 15,22-2-152-15</inkml:trace>
  <inkml:trace contextRef="#ctx0" brushRef="#br0" timeOffset="-166580.19">8037 4674 454 0,'0'0'159'0,"0"0"-22"0,0 0-41 16,0 0-58-16,0 0 35 16,0 0-59-16,-27-20-14 15,27 20-3-15,0 0-132 16,7 0-272-16</inkml:trace>
  <inkml:trace contextRef="#ctx0" brushRef="#br0" timeOffset="-163980.19">8373 7810 163 0,'0'0'51'0,"0"0"-14"16,0 0-5-16,-81-3 12 0,60-1 51 16,2 0-26-1,0 1-31-15,0 0 64 0,3 2-82 16,-2 1 13-16,0 0 7 16,2 3-33-16,-5 15-1 15,-1 5-6-15,-1 9 1 16,-5 5 3-16,4 3-4 15,2 4 0-15,5 4 2 16,7 3 0-16,7 1-2 16,3-4 0-16,0-4 0 15,4-4 2-15,16-9-2 16,5-2 0-16,2-10 5 16,3-6-4-16,8-9 3 15,4-4-4-15,6 0 5 16,1-13 0-16,-1-7-5 0,-2-2 0 15,-3-2 0-15,-1 1 0 16,-3 2-66-16,-9-1-147 16</inkml:trace>
  <inkml:trace contextRef="#ctx0" brushRef="#br0" timeOffset="-163820.19">8431 8296 701 0,'0'0'153'16,"0"0"-115"-16,0 0-27 0,0 0-11 15,0 0-63-15,0 0-136 16,-3 7-146-16</inkml:trace>
  <inkml:trace contextRef="#ctx0" brushRef="#br0" timeOffset="-159680.19">12850 3950 325 0,'0'0'145'0,"0"0"-71"15,0 0 12-15,0 0-68 0,0 0 37 16,0 0 17-16,0 0-67 16,3-75 33-16,-3 70-9 15,0 4-6-15,0-1 8 16,0 2-31-16,0 0 0 16,0 0-9-16,0 0 7 15,0 11-36-15,0 16 4 16,-2 13 34-16,-9 11-1 15,-3 3 1-15,-5-1 0 16,1-2 3-16,-1-3-3 0,2-7 0 16,4-7 4-1,7-8-2-15,1-4-4 0,4-6-5 16,1-7-25-16,0 0-49 16,0-9-70-16,1-2-144 15</inkml:trace>
  <inkml:trace contextRef="#ctx0" brushRef="#br0" timeOffset="-159320.19">12840 3867 358 0,'0'0'48'0,"0"0"12"0,0 0-26 16,83-21-2-16,-50 21-11 15,7 13-21-15,2 14 0 16,0 8 0-16,-8 6 0 16,-7 3 0-16,-12 4 2 15,-9-2-1-15,-6-5 9 16,-5-7-10-16,-18-7 0 15,-10-8 23-15,-3 1-10 16,-9-6 7-16,-6 1-4 16,-2-3-11-16,1-2 10 0,7-1-15 15,10-1 0 1,11 4-9-16,12-8-139 0</inkml:trace>
  <inkml:trace contextRef="#ctx0" brushRef="#br0" timeOffset="-159150.19">12794 4434 561 0,'0'0'60'15,"0"0"36"-15,0 0-96 0,0 0-191 16,0 0-142-1</inkml:trace>
  <inkml:trace contextRef="#ctx0" brushRef="#br0" timeOffset="-151480.19">12270 7390 435 0,'0'0'37'15,"0"0"-33"-15,0 0-4 16,0 0 0-16,0 0 26 16,3 94-17-16,-3-64 18 15,-2 2-3-15,-5 1-21 16,0-1 14-16,1-3-17 15,0-5 3-15,3-5 0 16,-1 1-3-16,-3-3-27 16,-2-2-120-16,-3-5-128 15</inkml:trace>
  <inkml:trace contextRef="#ctx0" brushRef="#br0" timeOffset="-151160.19">12177 7308 602 0,'0'0'37'0,"0"0"80"16,0 0-88-16,0 0-28 16,0 0-2-16,110-30-1 15,-73 60 2-15,3 11-11 16,-1 5 11-16,-8 1 0 0,-4-2-4 15,-8-1 11-15,-7-5-7 16,-7-2 0-16,-5-8 4 16,0-3-5-16,-11-5 1 15,-19 0 0-15,-14 0 18 16,-14-1-16-16,-6-4 5 16,-1-2-7-16,12-8 6 15,17-2-14-15,21-4-26 16,15 0-197-16</inkml:trace>
  <inkml:trace contextRef="#ctx0" brushRef="#br0" timeOffset="-149760.19">15243 4377 358 0,'0'0'138'16,"0"0"-41"-16,0 0-48 15,0 0-4-15,0 0 20 16,0 0-30-16,-21-25 3 0,19 23-3 16,1 2-22-1,-1 0 30-15,2 0-28 0,-1 0-13 16,1 0 5-16,0 0-7 16,-2 0-4-16,-5 14-13 15,0 10 17-15,-7 13-11 16,-5 9 11-16,-5 12 0 15,1 6-11-15,-1 0 16 16,4-4-5-16,6-9 0 16,5-10 4-16,9-9-16 15,0-9-2-15,2-9 13 16,16-5-6-16,4-5 9 16,6-4-2-16,9 0 1 15,4-13 6-15,4-5-14 16,-2-1 2-16,-4-1-116 0,-2-5-7 15,-7 1-142-15</inkml:trace>
  <inkml:trace contextRef="#ctx0" brushRef="#br0" timeOffset="-149460.19">15122 4309 568 0,'0'0'66'0,"0"0"-41"16,0 0 31-16,0 0-14 15,0 0-31-15,0 0-11 16,97-54 26-16,-63 43-20 15,2 1-1-15,-2 2-5 16,2 0 6-16,0 3-13 16,-7 4-41-16,-3 1-55 15,-7 0-26-15,-12 0-171 16</inkml:trace>
  <inkml:trace contextRef="#ctx0" brushRef="#br0" timeOffset="-149230.19">15039 4732 271 0,'0'0'177'0,"0"0"-172"16,0 0 54-16,0 0 36 16,114-12-35-16,-78-3-27 15,-2-2-22-15,-4 4 20 16,-3-2-29-16,-3 3 0 15,-9 2-2-15,0 3-34 16,-9 6-20-16,-6 1-121 0,0 0-155 16</inkml:trace>
  <inkml:trace contextRef="#ctx0" brushRef="#br0" timeOffset="-88790.19">12632 7331 97 0,'0'0'135'15,"0"0"-31"-15,0 0 22 0,0 0-39 16,0 0-23 0,0 0-32-16,0 0-11 0,3-45 47 15,-3 41-56-15,0-3 17 16,0 2 1-16,0 2-4 15,0 1 7-15,0 0-33 16,0 1 5-16,0 1-1 16,0 0-4-16,0 0-3 15,0 0 1-15,0 0-2 16,-1 0 1-16,-15 0-1 16,-7 0 4-16,-8 3 4 15,0 4-4-15,-1-1-8 0,-1 1 0 16,4-3-6-1,3 1 14-15,7-4-6 0,1 0 6 16,4 2-14-16,0 0 4 16,6-3-3-16,4 2 11 15,-1-1 4-15,5-1-4 16,0 1 2-16,-2-1 0 16,2 0-3-16,0 2 3 15,-1 1 0-15,-1-1-2 16,0 1 5-16,-1-1-7 15,0 1 3-15,-2 0 1 16,0-2 2-16,3 2-2 16,0-3 0-16,2 0 0 0,0 0 4 15,0 0-6 1,0 0 2-16,0 3 0 0,0-1-8 16,0 3 8-16,-1 0 0 15,-1 1 1-15,2-2 1 16,-2-3-2-16,1 1 0 15,1-1 0-15,0-1-1 16,0 1 1-16,-1 4-2 16,-3-1 0-16,-1 7 2 15,-1 8-1-15,1 6 1 16,2 9 0-16,2 5-4 16,1 5 4-16,0 3 0 15,0 3 0-15,-5 4 4 16,-2 0-7-16,0-1 3 0,-1-4 0 15,5-9 6-15,2-10-6 16,1-10-2-16,0-9-2 16,0-5 8-16,0-5-4 15,0-1 5-15,0 0-5 16,3 0 86-16,4-9-60 16,2-5-19-16,4 0 9 15,6 3-12-15,6-1-6 16,9 0 2-16,12 2 0 15,11 1-5-15,10-1 8 16,9-2-3-16,5-2 0 16,-7 0 2-16,-14 1-2 15,-18 3 0-15,-17 1 0 0,-11 2 1 16,-10 2 2-16,-4 4-3 16,0 1 0-16,-20 0-79 15,-24 0-321-15</inkml:trace>
  <inkml:trace contextRef="#ctx0" brushRef="#br0" timeOffset="-88440.19">12255 7699 423 0,'0'0'167'0,"0"0"-100"16,0 0 28-16,0 0 8 16,0 0-60-16,0 0-3 15,-3-9-28-15,3 2 0 16,15-5 18-16,11-5-27 15,7-3-3-15,3 1 0 16,5 0 3-16,2 2-10 16,8 1 7-16,7-1-50 0,5 0 18 15,-2 0-92 1,-8 0-61-16,-17-4-224 0</inkml:trace>
  <inkml:trace contextRef="#ctx0" brushRef="#br0" timeOffset="-86900.2">15098 4400 134 0,'0'0'41'15,"0"0"-27"-15,0 0 20 16,0 0 24-16,0 0 12 16,0 0 2-16,11-67 29 15,-11 56-15-15,0 2-34 0,0 1 8 16,0 2-17-16,0 3-7 15,0-1-6-15,0 4-9 16,0-1-10-16,0 1-9 16,0 0-2-16,0 10-31 15,0 22-1-15,-8 23 22 16,-11 25 9-16,-11 22 1 16,-4 11 0-16,-2 11 3 15,1-6-3-15,9-3 0 16,6-10 16-16,8-15-13 15,5-15 2-15,4-13-5 16,0-18 7-16,3-15-5 16,0-13-2-16,0-10 0 15,0-3 9-15,0-3 23 16,0 0 37-16,0 0-22 0,0-17-36 16,7-12-11-1,11-6-75-15,2-5-56 0,-3-5-113 16</inkml:trace>
  <inkml:trace contextRef="#ctx0" brushRef="#br0" timeOffset="-86420.19">15132 4330 261 0,'0'0'67'0,"0"0"28"16,0 0-17-16,0 0-24 16,0 0-1-16,0 0-43 15,-64-12 6-15,64 12-1 0,0 0-8 16,0 0 9-16,0 0-7 16,1 0-2-16,23 0 9 15,20-2 35-15,22-6 11 16,14-4-37-16,9-2-23 15,5-5 17-15,0 3-19 16,-6 2 0-16,-13 5 7 16,-23 1-7-16,-20 5 1 15,-18 2-1-15,-11 1-5 16,-3 0-5-16,-22 14-84 16,-27 17 56-16,-21 5-30 15,-12 1-233-15</inkml:trace>
  <inkml:trace contextRef="#ctx0" brushRef="#br0" timeOffset="-85920.19">15049 4979 458 0,'0'0'149'15,"0"0"-66"-15,0 0-11 16,0 0-38-16,0 0-16 16,0 0-14-16,49-22-4 15,-13 10 0-15,6-3 2 16,4-2 22-16,-3 2-21 0,2-3 6 15,-2-1 21 1,0 1-28-16,-1-1 4 0,-4 0-6 16,-6 2 0-16,-9 3-4 15,-10 3 4-15,-10 5 0 16,-3-2-7-16,-12 5-6 16,-22 3-61-16,-17 0-56 15,-14 8-177-15</inkml:trace>
  <inkml:trace contextRef="#ctx0" brushRef="#br0" timeOffset="-85660.2">15079 4843 258 0,'0'0'238'15,"0"0"-147"-15,0 0-40 16,0 0-8-16,0 0 2 15,0 0-31-15,67-36-8 16,-33 28-6-16,3-2 0 16,-1-1 9-16,-3-1-9 15,-5-2 0-15,-4 1 6 16,-7 3-4-16,-9 2-1 16,-6 5-1-16,-2 1-40 15,0 2-36-15,-13 0-270 16</inkml:trace>
  <inkml:trace contextRef="#ctx0" brushRef="#br0" timeOffset="-85120.2">15143 4346 327 0,'0'0'109'0,"0"0"30"16,0 0-48-16,0 0-27 15,0 0 20-15,0 0-50 16,-11-30-34-16,7 33-9 16,-8 23 0-16,-5 17 8 15,-8 20 1-15,-3 20 4 16,0 10-2-16,-2 7-2 0,0 0 0 15,2-5 0-15,-1-9-5 16,4-12 5-16,1-11-32 16,3-12 22-16,6-12-11 15,3-8 21-15,6-11-18 16,5-9 18-16,-1-5-3 16,2-4 4-16,0 0-1 15,0-2 14-15,0 0-14 16,12-4 0-16,8-15-79 15,0-2-169-15,-3-2-186 16</inkml:trace>
  <inkml:trace contextRef="#ctx0" brushRef="#br0" timeOffset="-84790.2">15150 4739 565 0,'0'0'113'0,"0"0"-31"15,0 0-8-15,0 0-19 0,0 0-50 16,0 0 8-1,-11-17-26-15,11 17 9 0,21 0-36 16,19 0 40-16,13 0 1 16,13-6 10-16,0-15-11 15,-5-6 0-15,-8 2-16 16,-14 5-19-16,-13 4-9 16,-16 2-11-16,-10 7-23 15,-6-2-130-15</inkml:trace>
  <inkml:trace contextRef="#ctx0" brushRef="#br0" timeOffset="-84300.2">15095 4282 287 0,'0'0'222'15,"0"0"-205"-15,0 0 9 16,0 0-25-16,0 0 16 15,112 3 13-15,-61-3-14 16,1 0 24-16,-2 0-7 16,-3-6 0-16,-8-6 10 15,-6 0-36-15,-11 4-4 0,-9 4 5 16,-8 3-8 0,-5 1-21-16,0 0-254 0,-21 0-92 15</inkml:trace>
  <inkml:trace contextRef="#ctx0" brushRef="#br0" timeOffset="-84130.2">15429 4345 406 0,'0'0'121'15,"0"0"18"-15,0 0-49 0,0 0-28 16,0 0-60-1,0 0-2-15,-1-3-227 0,-17 3-216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49:28.134"/>
    </inkml:context>
    <inkml:brush xml:id="br0">
      <inkml:brushProperty name="width" value="0.05292" units="cm"/>
      <inkml:brushProperty name="height" value="0.05292" units="cm"/>
      <inkml:brushProperty name="color" value="#FF0000"/>
    </inkml:brush>
  </inkml:definitions>
  <inkml:trace contextRef="#ctx0" brushRef="#br0">1641 5332 275 0,'0'0'88'16,"0"0"24"-16,0 0-7 16,-9-73-95-16,8 55 18 15,-2 0 23-15,1-1-20 16,-1 0 2-16,0 4-6 15,0-1-15-15,0 5 26 16,0 4-27-16,3 5-3 16,0 0 22-16,0 2-24 0,0 0-6 15,0 0 0-15,0 23-15 16,12 21 3-16,6 26 12 16,-3 24 0-16,-9 21-4 15,-6 30 5-15,0 23-1 16,0 16 0-16,0 7 4 15,0 1 1-15,0-4-5 16,-6 3 0-16,-9-4 21 16,-9-4-18-16,-3-8 0 15,-3-21 0-15,1-25-2 16,3-20 7-16,4-26-8 16,7-21 0-16,7-18 3 15,3-20-1-15,3-11-2 0,1-8 0 16,1-5 0-16,0-15-5 15,11-19-12-15,15-20-120 16,-2-13-151-16</inkml:trace>
  <inkml:trace contextRef="#ctx0" brushRef="#br0" timeOffset="932.33">1841 5099 39 0,'0'0'272'0,"0"0"-206"16,0 0 3-16,0 0-6 0,0 0 0 16,0 0-12-1,-25-21 16-15,23 16 0 0,2 2-7 16,0 0-9-16,0 2-42 15,0-1-7-15,16-2-2 16,29 2 0-16,36-3-4 16,32 2 4-16,41 2 0 15,41-3 4-15,41-7-3 16,29-8-2-16,14-8 0 16,-6-5 1-16,-19-1 3 15,-23 2-3-15,-25 0-7 16,-33 4-1-16,-38 4 4 15,-37 5 4-15,-34 7 0 16,-33 4 3-16,-19 3 6 16,-9 4 5-16,-3-2-4 0,-12 2-2 15,-28 0-8 1,-25 16-20-16,-10 10-38 0,6 8-25 16,21-2-51-16,26-9-185 15</inkml:trace>
  <inkml:trace contextRef="#ctx0" brushRef="#br0" timeOffset="1599.27">4997 4902 524 0,'0'0'37'0,"0"0"-4"16,0 0 16-16,0 0 27 15,0 0 11-15,0 0-56 16,-63-57-31-16,63 57-2 0,0 22-13 16,0 36 5-1,5 37 10-15,13 40-7 0,-2 39 5 16,-1 35 4-16,-7 18 1 15,-8 12-1-15,0 3 30 16,-24-10 8-16,-6 0-27 16,-6-17 5-16,-1-13-8 15,-1-23-10-15,-2-31 9 16,3-27-9-16,10-31 0 16,9-26 2-16,9-21-1 15,6-16-1-15,2-12 0 16,-1-10-21-16,2-5-13 15,0-23 9-15,0-24-445 16</inkml:trace>
  <inkml:trace contextRef="#ctx0" brushRef="#br0" timeOffset="2071.54">1833 8104 28 0,'0'0'0'16</inkml:trace>
  <inkml:trace contextRef="#ctx0" brushRef="#br0" timeOffset="2482.11">1833 8104 276 0,'-92'-67'160'0,"88"59"-69"15,3-1 21-15,0 2-11 16,1 3-50-16,0 1-2 0,0 0-11 16,-2 3-25-1,2-3 11-15,0 3-18 0,4-1 0 16,30 1-6-1,21 0 0-15,29 0 0 0,32 0-3 16,36-4 7-16,42-5-3 16,30-10-1-16,25-8 0 15,13-6 1-15,-10 0-1 16,-10-1 0-16,-20 4 1 16,-20-1 0-16,-28 6-2 15,-40 3 1-15,-35 8 0 16,-41 2-1-16,-28 5 2 15,-15 4-1-15,-14 2 29 16,-1-1-7-16,0 0-6 16,-1 0-16-16,-16-1 4 15,-1 0-9-15,-1 2 5 0,6 0 0 16,4 1 0-16,6 0-10 16,3 0-38-16,0 4 16 15,19 1 13-15,9-2 8 16,-1-1-19-16,-9-2-71 15,-13 0-42-15,-5-14-321 16</inkml:trace>
  <inkml:trace contextRef="#ctx0" brushRef="#br0" timeOffset="3446.86">2669 5224 180 0,'0'0'102'0,"0"0"-50"16,0 0 122-16,0 0-127 15,-5-78 39-15,-1 66-37 16,-1 3-2-16,5 5 17 16,1 1-56-16,-1 3 21 15,2 0-16-15,0 0-13 16,0 14-1-16,0 25-14 15,0 28 15-15,0 29-6 16,0 26 6-16,0 28 0 16,5 26-1-16,-1 15 4 15,-4 7 0-15,0-6-3 0,-4-9 2 16,-11-6 17 0,0-8-17-16,0-13 3 0,5-14 4 15,-1-19-8-15,4-19 5 16,1-18-6-16,3-17 0 15,0-17 2-15,1-14-2 16,1-12-2-16,-1-14-1 16,2-6 1-16,0-4 1 15,0-2 2-15,-1 0-1 16,-2-1 24-16,3-15-24 16,0-9-13-16,9-10-35 15,16-11-179-15</inkml:trace>
  <inkml:trace contextRef="#ctx0" brushRef="#br0" timeOffset="4196.88">3703 4916 258 0,'0'0'123'16,"0"0"-123"-16,0 0 7 15,0 0-6-15,-8 72 99 16,-2-1-45-16,0 27-30 15,-1 25 3-15,6 20-12 16,1 13 6-16,-1 12-22 16,2 2 8-16,-1 2 9 15,-2-10 2-15,0-7 16 16,-3-1-2-16,-6-3-18 16,-2 3 7-16,-2-8-22 15,-3-11 1-15,4-16 11 16,0-21-12-16,3-11 0 0,6-8 1 15,4-4 4-15,5-10 37 16,0-14-28-16,0-16-8 16,0-15 1-16,0-9-7 15,0-5 0-15,0-3-1 16,0-3-2-16,-4-2-8 16,-2-19 0-16,3-11-91 15,0-12-277-15</inkml:trace>
  <inkml:trace contextRef="#ctx0" brushRef="#br0" timeOffset="5028.18">1781 5998 162 0,'0'0'45'15,"0"0"18"-15,0 0-6 16,0 0-15-16,0 0 10 16,0 0 6-16,-56 14 10 15,56-14-13-15,0 2-15 16,0-2 7-16,0 0-30 15,16 0-7-15,20 0-4 16,23 0-1-16,25-7-3 16,22-5 8-16,27-5-5 15,26-3 11-15,25-7 3 0,18-9-19 16,18-3 18 0,-1-1-18-16,-6 1 0 15,-14 7 5-15,-13 8-4 0,-20 2 0 16,-17 6-1-16,-11 1 0 15,-20 3-7-15,-12 2 7 16,-10 0-2-16,-10 6-2 16,-11 1 8-16,-8-2-6 15,-15 2 2-15,-7-1 0 16,-11 0 1-16,-10 0-1 16,-10 2 0-16,-7 1 20 15,-5 1 16-15,-2-2 22 16,0 2-14-16,0 0-23 15,0-2 26-15,0-2-47 0,-5-3 0 16,-16 7-2 0,-7 0-21-16,-11 9-70 15,0 12-124-15,5 2-200 0</inkml:trace>
  <inkml:trace contextRef="#ctx0" brushRef="#br0" timeOffset="6394.22">1611 7106 224 0,'0'0'248'0,"0"0"-135"15,0 0-70-15,0 0-16 16,0 0 4-16,0 0-23 15,0-34 8-15,0 34 11 16,0-1-6-16,3 0 14 16,9-1-35-16,9 1 2 15,16-1 3-15,15 2-4 16,17 0-1-16,16 0 0 16,15-1 0-16,12-6 11 15,7-3-9-15,10-6 5 0,15-6 22 16,2-3-22-16,14 0 1 15,-5 0-8-15,-3 2 10 16,-7 2-11-16,-11 3 1 16,-10 2 0-16,-8-1 5 15,-4 5-1-15,-6-1-4 16,-6 2 0-16,-5-2 1 16,-6 0-1-16,-7-2 0 15,-5-1 0-15,-5 0-3 16,-8 2 8-16,-6 2-5 15,-4 2 0-15,-6 0 0 16,-4 5 11-16,-3-1-11 16,-4 0 0-16,1 1 2 15,-8-1 1-15,-3-1 3 0,-1-1-1 16,-4 3-2-16,5 0 30 16,-2 2-33-16,5 1 0 15,12 2 0-15,1 0 3 16,-4 0-1-16,-6 0-2 15,-16 0 0-15,-9 2 2 16,-5-2 3-16,-3 0-5 16,0 0 56-16,0 0-32 15,0 0-6-15,1 0-18 16,10 0 2-16,14 0-15 16,5 0 13-16,3-4 0 0,-2 4-8 15,-10 0 12 1,-7 0-4-16,-7-3 0 0,-6 3 0 15,-1 0 6-15,0 0-6 16,-8 0-10-16,-32 0 2 16,-25 0-155-16,-23 0-293 15</inkml:trace>
  <inkml:trace contextRef="#ctx0" brushRef="#br0" timeOffset="7794.88">3129 5339 516 0,'0'0'29'15,"0"0"-29"-15,0 0 0 0,-13 90 41 16,-5-44-4-1,-7 7-16-15,-2 3-1 0,-3-6-10 16,3-9 23-16,8-9-32 16,4-6-1-16,6-10 10 15,2-8-5-15,4-5-5 16,-1-3 8-16,2-7 45 16,2-17-15-16,0-13-38 15,0-9-5-15,0-2-12 16,13-5 3-16,6 2-5 0,1 2 1 15,10 4-38 1,-2 4 41-16,5 6-13 0,0 8 28 16,-7 9-2-1,-4 10 4-15,-3 8 15 0,-3 0-6 16,1 13-10-16,2 11 20 16,-1 6 5-16,0 5-20 15,-6 1 20-15,1 3-24 16,-7-1 26-16,-5-3-18 15,-1-2-8-15,0-8 8 16,0-4-4-16,-4-4-6 16,-5-7 18-16,-3 0-14 15,-1-1-4-15,-2-1 0 16,0-6-94-16,3-2-142 16</inkml:trace>
  <inkml:trace contextRef="#ctx0" brushRef="#br0" timeOffset="8025.61">2892 5545 41 0,'0'0'563'0,"0"0"-523"16,0 0-6-16,0 0-34 16,0 0 0-16,0 0 23 15,19 16-12-15,22-16 60 16,7 0-19-16,4-7-15 15,-1-9-9-15,0-2-28 16,-7 1 0-16,-9 3 6 0,-9 6-6 16,-15 3-17-16,-11 5-21 15,-14 8-121-15,-32 12 28 16</inkml:trace>
  <inkml:trace contextRef="#ctx0" brushRef="#br0" timeOffset="26274.8">5030 5978 38 0,'0'0'74'0,"0"0"-1"16,0 0-2-16,0 0 3 16,0 0 6-16,0 0-15 15,0 0 0-15,0 0-2 16,0 0-3-16,0 0-14 15,0 0-17-15,0 0 10 16,0 0-36-16,0 0 6 0,0 0-4 16,0 0-2-16,0 0-2 15,0 0-1-15,0 0 0 16,-2 0 5-16,-2 0-5 16,-2 0 0-16,0 0 1 15,-1 0 0-15,-1 0 4 16,1 0-5-16,2 0 0 15,2 0-1-15,-1 0 1 16,4 0 0-16,0 0 1 16,0 0 2-16,0 0 6 15,0 0-3-15,0 0-6 16,0 0 2-16,10-5-2 16,32-15 0-16,27-18 18 15,32-15-6-15,26-7 16 0,20-4-23 16,10-1-4-16,13-1 17 15,-7 1-18-15,8-2 0 16,1 1 7-16,-4 3-6 16,-8 5-1-16,-18 2 0 15,-14 3 0-15,-21 8-3 16,-16 3 3-16,-21 9 0 16,-20 10-1-16,-22 10 1 15,-12 7 0-15,-11 4-6 0,-5 2-1 16,0 0-4-1,0 0-6-15,0 0-5 0,0 0 20 16,0 0-37-16,-18 8-49 16,-15 5-66-16,-10-1-141 15</inkml:trace>
  <inkml:trace contextRef="#ctx0" brushRef="#br0" timeOffset="26556.99">7006 4738 655 0,'0'0'42'0,"0"0"52"0,0 0-93 16,0 0-2-1,0 0-5-15,0 0 6 0,106 68-4 16,-64-16 4-16,5 4 0 15,-3 5 7-15,-5 0-7 16,-8-2 5-16,-10-5-5 16,-9-7 0-16,-12-1 3 15,0-4-3-15,-30 1 0 16,-16 0-1-16,-15 3-14 16,-8-9-86-16,3-15-163 15</inkml:trace>
  <inkml:trace contextRef="#ctx0" brushRef="#br0" timeOffset="27589.95">7542 3776 334 0,'0'0'43'16,"0"0"46"-16,0 0 35 0,0 0-48 16,0 0-42-1,0 0-22-15,0 0-12 0,-15 9-16 16,21 27 8-16,11 23 8 16,9 22-1-16,4 25-1 15,4 22 4-15,2 19-4 16,1 23 1-16,-6 11 1 15,-9 13 1-15,-8 4 4 16,-9-12-5-16,-5-9 66 16,0-12-57-16,-11-7 5 15,-5-9-14-15,4-12 0 16,5-15 13-16,7-21-10 16,0-18-3-16,11-24 1 15,16-22-1-15,11-25-79 16,8-12-144-16,4-32-123 0</inkml:trace>
  <inkml:trace contextRef="#ctx0" brushRef="#br0" timeOffset="28742.74">7725 3571 441 0,'0'0'141'16,"0"0"-112"-16,0 0 32 15,0 0-47-15,0 0-10 16,100-68-4-16,-21 56 0 16,24-1 4-16,32 5-1 15,30-3-3-15,23 5 18 16,35-1-4-16,30-5 1 16,24 0-15-16,17-5 2 0,-6-1 2 15,-18-2-4-15,-26 1 0 16,-27 2 2-16,-34 0-1 15,-35 5 3-15,-42 2-4 16,-39 2 0-16,-31 1 27 16,-23 4 13-16,-13 0 38 15,0 1-24-15,0-1-41 16,0-3-10-16,-18 1-3 16,-6 1-5-16,-1 2-4 15,7 2-6-15,5 0 4 16,5 0-30-16,3 2 0 15,1 6 39-15,1-1-3 0,1-2 5 16,2-1-13-16,-1-4 9 16,1 0 4-16,0 0 1 15,0 2 0-15,0 5-2 16,0 10-1-16,0 20 2 16,0 30-9-16,0 31 9 15,0 30-10-15,-2 25 9 16,-8 16 2-16,4 10 4 15,4 12-3-15,2 4 5 16,0-1 29-16,0-3-23 16,0-12-5-16,0-14 7 15,0-9-15-15,0-17 11 16,14-15-11-16,4-19 0 16,1-22 8-16,-5-20-8 15,-5-22 0-15,0-16 7 0,-5-11-6 16,-1-7-2-16,-1-4-7 15,-2 1-22-15,0-3 6 16,0-1-133-16,-15-1-204 16</inkml:trace>
  <inkml:trace contextRef="#ctx0" brushRef="#br0" timeOffset="29405.15">7656 6711 392 0,'0'0'50'15,"0"0"-5"-15,0 0 27 16,127-27-9-16,-33 11 12 15,32-3-45-15,30-6 10 16,23-2-15-16,9-6 0 16,10 1-5-16,11-4-7 0,14 2-12 15,18-3 4-15,13-6-4 16,14-3-1-16,1-7 5 16,-13 2-1-16,-29 4-8 15,-48 7 8-15,-56 8-4 16,-50 14 63-16,-39 7-36 15,-24 6 13-15,-8 3-6 16,-2 1-31-16,0-2-3 16,-35 2-15-16,-31 1-63 15,-39-5-89-15,-35-9-398 16</inkml:trace>
  <inkml:trace contextRef="#ctx0" brushRef="#br0" timeOffset="30187.09">8641 3671 283 0,'0'0'75'16,"0"0"29"-16,0 0-18 16,0 0-67-16,0 0-14 15,0 0-5-15,-7 53 0 0,7-1 2 16,7 21-2-1,2 23 18-15,3 21-10 0,0 21 3 16,6 22 17-16,-2 22-28 16,2 14 0-16,-3 8 17 15,-1-5 1-15,-5-13 2 16,-1-13-20-16,0-10 0 16,-3-5 20-16,-1-16-15 15,-1-13-5-15,-3-19 11 16,0-16-10-16,0-13 5 15,0-16-6-15,1-19-14 16,5-14-12-16,0-20-171 16,-3-7 121-16,-3-5 76 15,0 0 69-15,-3-17-24 16,-4-7-32-16,5-8-13 16,2-9-23-16,2-5-156 15</inkml:trace>
  <inkml:trace contextRef="#ctx0" brushRef="#br0" timeOffset="30886.8">9557 3612 206 0,'0'0'56'0,"0"0"-55"16,0 0 5-16,0 0 10 16,0 0 16-16,0 0 25 15,-11 45 128-15,11-45-71 16,0 2-90-16,0 3-15 16,0 12-9-16,0 19-5 15,11 21 0-15,7 29 5 16,-2 24 0-16,1 20-1 15,-4 20 2-15,-1 22-1 16,-7 16 6-16,0 13 8 0,0 8 7 16,2-13-21-16,-1-9 5 15,-3-14 0-15,0-13-4 16,-3-21-1-16,0-22 7 16,0-25-6-16,0-24 7 15,3-17-8-15,2-12 0 16,-2-7 5-16,3-9-5 15,1-6-6-15,-3-7-46 16,-2-4-14-16,1-6-37 16,-3-3-4-16,0-29-239 15</inkml:trace>
  <inkml:trace contextRef="#ctx0" brushRef="#br0" timeOffset="31603.22">7676 4833 247 0,'0'0'336'0,"0"0"-305"16,0 0-31-16,0 0-17 15,0 0 17-15,0 0 5 16,-42-45 16-16,36 45-13 16,5-1-8-16,1 1 0 15,9 0-6-15,31-2 8 16,28-5-2-16,31-8 7 0,32-5-5 15,26-7 22-15,22-9-3 16,6-2-13-16,13-4 15 16,9-2-23-16,14-1 0 15,13 0-2-15,-2 0 6 16,-1 3-7-16,-19 5 3 16,-23 6 0-16,-26 5-5 15,-31 4 5-15,-35 5 0 16,-34 3 0-16,-29 6 3 15,-17 2 3-15,-14 4-2 0,-3 1 23 16,0-2 22 0,0 1-43-16,-5 1-1 0,-13-1-3 15,3 2 1-15,1 0-5 16,6 0 2-16,2 0-9 16,3 0 5-16,-4 0-42 15,-3 10 10-15,0 2-5 16,-2 3-14-16,-1 1-47 15,-5-5-101-15</inkml:trace>
  <inkml:trace contextRef="#ctx0" brushRef="#br0" timeOffset="32318.28">7749 5738 314 0,'0'0'17'0,"0"0"37"15,-90 3-30-15,68-3 28 16,9 0 40-16,2 0-52 15,10 0 36-15,1 0-55 16,0 0 0-16,0 0 15 16,16 0-28-16,20 0 10 15,30-15-14-15,29-4 0 16,38-10 12-16,34-6-13 16,33-6-3-16,14-2 0 0,11-2 2 15,7 3 2-15,5 1 3 16,-1 0 2-16,-13 3 16 15,-12 4-24-15,-17 4 5 16,-23 1-5-16,-19 2 4 16,-26 2-6-16,-28 2 1 15,-19 1 0-15,-19 5 9 16,-12 4-6-16,-7 5-3 16,-6 2 0-16,-12 3 3 15,-10 2-4-15,-6 1 1 16,-5 0 0-16,-2 0 10 15,0-2-9-15,0 2 26 16,0-1 18-16,0 1-17 0,0-2-26 16,8 0-2-16,7-4-29 15,9-3 4 1,7-4-52-16,-2 2-3 0,-13 3-2 16,-13-6-3-16,-3-7-223 15</inkml:trace>
  <inkml:trace contextRef="#ctx0" brushRef="#br0" timeOffset="32967.75">8902 3873 463 0,'0'0'37'0,"0"0"36"15,0 0-31-15,0 0 0 16,0 0 1-16,0 0-35 15,0 0-8-15,-5 32-18 16,0 2 18-16,-3 15 20 16,-2 8-15-16,-5 4 2 15,1 1 7-15,1-1-13 16,6-8 7-16,2-10-8 16,5-8 0-16,0-11 8 15,0-8-8-15,0-7-1 16,0-4-21-16,0-5-107 15,0-3-19-15</inkml:trace>
  <inkml:trace contextRef="#ctx0" brushRef="#br0" timeOffset="33534.9">8880 3889 377 0,'0'0'99'0,"0"0"-24"16,0 0-44-1,0 0 29-15,49-72-35 0,-23 53-22 16,15-2 4-16,1 3-7 15,-1 1 0-15,0 5 44 16,-1 6-32-16,0 6-4 16,-4 0-8-16,-6 21-18 15,-12 10-38-15,-16 9 27 16,-4 7 8-16,-32 6 19 16,-11-5-11-16,-9-3 13 15,2-9 0-15,9-10 4 16,11-9 0-16,13-6-4 0,19-4 0 15,0 0-9 1,30 1 14-16,10 1-5 0,8-1 15 16,1 3-8-1,-7 3 3-15,-8 3-10 0,-6 2 0 16,-10 0 1-16,-9 1-1 16,-9-1 0-16,0-1-2 15,-17 3 6-15,-13-1 13 16,-12 2 18-16,-10 1-10 15,-14 2 5-15,-15 0-25 16,-9-5-5-16,3-3 5 16,11-4 1-16,29-4-12 15,24-1-13-15,21-8-235 16</inkml:trace>
  <inkml:trace contextRef="#ctx0" brushRef="#br0" timeOffset="35215.4">4793 7890 103 0,'0'0'67'0,"0"0"40"16,0 0 68-16,0 0-75 15,0 0-70-15,0 0-2 16,-18 4-9-16,43-4-12 16,18 0 14-16,28 1 0 15,28 3 27-15,27 8-16 16,26 0-23-16,24 5 11 16,9 1-19-16,4 1-1 15,-1-2 0-15,-4-2 3 16,-7-4 3-16,-7-6-2 0,-13-2 3 15,-18-3 32 1,-18 0-33-16,-20 0-5 0,-19 3 0 16,-19 1 5-16,-17 0-5 15,-18-1-1-15,-13 0-12 16,-9-3 6-16,-6 0-37 16,0 1 38-16,0-1 5 15,-6 0 4-15,-15-1 16 16,-19-12-20-16,-12-1 0 15,-14-1-8-15,-9-2 7 16,2 3-39-16,12-8-21 16,12-3 14-16,19 2 42 15,18-4 4-15,12 2 1 0,8 5-1 16,24 0 1-16,12 2 0 16,16 4 0-1,5 7 1-15,10 5 19 16,-2 2-17-16,0 3-2 0,-7 15 17 15,-4 5-16-15,-8 7-2 16,-8 5 0-16,-10 6 5 16,-6 7-5-16,-14 0 0 15,-16-2 0-15,0-6 3 16,-15-5 0-16,-25-3-3 16,-20-1 0-16,-22 2 3 15,-10 0-7-15,1-4-35 16,22-9-71-16,33-16-145 15</inkml:trace>
  <inkml:trace contextRef="#ctx0" brushRef="#br0" timeOffset="35718.29">7800 7432 503 0,'0'0'23'0,"0"0"32"16,0 0 22-16,0 0-77 15,0 0 0-15,15 110 2 16,5-3 15-16,2 34 31 15,0 27-32-15,-3 14-13 16,-1 6 7-16,0-9-10 0,-1-10 0 16,-1-6-4-16,-3 5 4 15,-4-1 0-15,-1-2 12 16,-8-8-11-16,0-21 23 16,0-23-24-16,0-23 1 15,0-23 14-15,0-18-13 16,0-14-4-16,0-15-37 15,0-20-203-15</inkml:trace>
  <inkml:trace contextRef="#ctx0" brushRef="#br0" timeOffset="36747.14">8107 7324 403 0,'0'0'46'0,"0"0"-46"15,0 0-15-15,0 0 13 16,0 0 2-16,101-5 2 16,-6-3 26-16,35-8 28 15,38-4 25-15,36-6-42 16,33-3-18-16,30-1-9 16,11 0-11-16,6-1-1 15,-19 2 0-15,-21 0 0 16,-26-2-6-16,-38 2-10 15,-35 2 16-15,-39 2 0 16,-41 7 8-16,-30 5-6 0,-23 7 45 16,-12 4 48-16,0-1-52 15,-11 0-43-15,-21 3 0 16,-12 0-9-16,-2 2-7 16,10 15-3-16,9 3-11 15,10 6-23-15,2-1 52 16,0 4-12-16,0-3 13 15,4-3-5-15,1-6 5 16,6-6 0-16,2-6 0 16,2-3 2-16,0-2 5 15,0 3-7-15,0-3 0 16,0 6 10-16,0 8-10 16,11 16 0-16,8 20 0 0,0 22 4 15,-4 25-2 1,-2 18 0-16,-7 21 8 0,0 20 26 15,-2 13-29-15,-4 10-2 16,0 5-5-16,0-9 7 16,0-4-9-16,-10-9 2 15,-3-8 0-15,-2-13 17 16,-1-20-13-16,2-17-1 16,0-21 1-16,3-14-1 15,3-13 5-15,5-13-8 16,1-9 0-16,2-10 14 15,0-9-14-15,0-10-13 16,7-5-139-16,4-24-143 16</inkml:trace>
  <inkml:trace contextRef="#ctx0" brushRef="#br0" timeOffset="37398.68">7898 10302 179 0,'0'0'107'16,"0"0"42"-16,0 0-93 16,0 0-38-16,91 3-1 15,6-17 50-15,34-6-53 16,33-3 1-16,23-7 0 15,17-3-15-15,17-3 16 16,6-3-14-16,8 3 38 16,-6-1 11-16,-4 1-21 15,-7 2-4-15,-19-3-6 16,-18 2-6-16,-35 4 28 0,-37 5-29 16,-42 10 7-16,-32 7 20 15,-24 6-35-15,-9 1 6 16,-2 0-11-16,0 2 5 15,-8-3-18-15,-13-1 11 16,-4-1-37-16,0 4 33 16,7-1-46-16,5 2-68 15,5-5-35-15,2-7-191 16</inkml:trace>
  <inkml:trace contextRef="#ctx0" brushRef="#br0" timeOffset="38295.8">8999 7422 344 0,'0'0'58'0,"0"0"-18"16,0 0-17-16,0 0-23 0,0 0 0 16,1 100 22-16,4-40-6 15,3 19 26 1,-1 14-10-16,-1 21-13 0,4 18 27 15,3 17-31-15,1 15-5 16,4-2-7-16,-5 3 4 16,-3-3 2-16,-5 2-9 15,-5-2 0-15,0-8 13 16,0-8-10-16,0-15 1 16,0-14-3-16,0-10 2 15,0-9 8-15,0-12-11 16,0-13 0-16,0-12 4 15,0-15-4-15,0-15-4 0,0-13-25 16,0-8 12 0,0-10 7-16,0 0 10 0,0-13 0 15,5-26-55-15,7-22-136 16,7-23-150-16</inkml:trace>
  <inkml:trace contextRef="#ctx0" brushRef="#br0" timeOffset="38994.65">9879 7168 68 0,'0'0'152'0,"0"0"-124"15,0 0-27-15,0 0 27 16,0 0-17-16,0 0 26 16,0 0 57-16,0 61-24 15,0-18-25-15,0 20-11 16,10 19-23-16,2 28 26 16,-6 20-32-16,-4 32 3 15,-2 18 57-15,0 18-38 16,-5 2-6-16,-5-8-21 0,3-13 10 15,5-12-15-15,2-6 5 16,0-13 0-16,0-6-2 16,6-10 2-16,2-13 0 15,2-9-1-15,-3-13 5 16,-1-17-11-16,5-17 7 16,-5-19-47-16,3-15 34 15,-5-15-11-15,-4-9 22 16,0-5 2-16,0 0 60 15,0-11-20-15,0-12-40 16,0-8-51-16,0-15-129 16</inkml:trace>
  <inkml:trace contextRef="#ctx0" brushRef="#br0" timeOffset="39761.15">8065 8567 262 0,'0'0'34'16,"0"0"107"-16,0 0-136 16,0 0 42-16,0 0 29 15,0 0-38-15,-33-56 14 16,32 49-12-16,-1 2 1 15,2 1-9-15,5-2-19 16,31-4-10-16,22-5-6 16,24-2 6-16,24-5 0 15,26-3-3-15,27-3 0 16,24-5 5-16,18-5-4 16,10-3 0-16,-6 2-1 15,-8 0-6-15,-22 0 6 0,-17 3 0 16,-20 7 4-16,-19 0 6 15,-15 5-8-15,-11 5-2 16,-7 2 0-16,-10 6 0 16,-8 3-2-16,-10 3 2 15,-18 2 0-15,-18 1-4 16,-10 0 8-16,-12 2-4 16,0-1 9-16,0 0 8 15,0-1 34-15,0 0-32 16,0 0 11-16,0 2 3 15,0 0-33-15,0 0 0 0,0 0-7 16,0 0-37-16,0 0-16 16,-12 11-155-16,-25 9-149 15</inkml:trace>
  <inkml:trace contextRef="#ctx0" brushRef="#br0" timeOffset="40459.87">7758 9339 236 0,'0'0'30'0,"0"0"-27"0,0 0-1 16,0 0 4-16,0 0 15 15,0 0 82-15,-39 0-45 16,39-3 1-16,9-6 41 16,24-5-87-16,19-2-8 15,18-2 10-15,20-1-2 16,23-3-6-16,25-6-7 15,21-6 7-15,14-7-10 16,21-2 3-16,6-3 0 16,13 2 14-16,6-2-10 15,-7 3 32-15,-8 2 15 16,-12 5-44-16,-18 5 33 16,-18 3-37-16,-12 1 1 0,-19 3 9 15,-16 3-12 1,-15 2 7-16,-19 7-7 0,-14 2 5 15,-17 3 19-15,-15 2-20 16,-17 4-5-16,-6 1 39 16,-6 0-17-16,0 0 7 15,0 0-19-15,0 0-6 16,0 0 13-16,0 0-17 16,2 0-1-16,-2 0-7 15,0 0-25-15,0 0-18 16,-11 0-46-16,-24-8-202 15</inkml:trace>
  <inkml:trace contextRef="#ctx0" brushRef="#br0" timeOffset="41159.7">9478 7517 14 0,'0'0'506'0,"0"0"-494"15,0 0 4-15,0 0 105 16,0 0-33-16,0 0-37 15,0 0 3-15,0 0-14 16,0 0 0-16,0 0-28 16,0-3-5-16,0-1 4 15,0 2-11-15,-12 2-2 16,-8 0-1-16,-11 11-18 16,-11 10 4-16,1 12-2 0,5 8-2 15,9 9 11-15,11 7-7 16,11 12 11-16,5 2 2 15,6-1 4-15,24-10-5 16,16-19-6-16,14-19 11 16,14-22 0-16,16-12 0 15,7-32-99-15,-8-12-206 16</inkml:trace>
  <inkml:trace contextRef="#ctx0" brushRef="#br0" timeOffset="63988.03">11066 4680 416 0,'0'0'36'16,"0"0"48"-16,0 0 3 16,0 0-33-16,0 0 9 15,0 0-20-15,0 0 21 16,-16-6-39-16,12 0-22 0,-1 3 40 15,0-2-41-15,1 4 15 16,2-1 13-16,1 2-23 16,1 0 4-16,0 0-11 15,0 0 2-15,0 0-7 16,0 0 5-16,0 0-20 16,1 0 18-16,26 0-10 15,17 0 12-15,24 0 0 16,30 0 4-16,29-2-5 15,33-11 1-15,24-2 0 16,8-3-2-16,-4-2 2 16,-24 1-7-16,-30 2 3 15,-29 0-2-15,-35 4 2 0,-26 2 4 16,-22 5 0-16,-14 1 5 16,-8 2-3-16,0-3 11 15,-16 2-13-15,-25 2-18 16,-18 2 14-16,-10 0-61 15,-1 0-92-15,12 0-35 16,19 0-70-16</inkml:trace>
  <inkml:trace contextRef="#ctx0" brushRef="#br0" timeOffset="64194.9">12410 4346 238 0,'0'0'168'15,"0"0"-28"-15,0 0-49 0,0 0-44 16,0 0-37-1,108-21 12-15,-56 37 6 16,8 10-14-16,3 7-11 0,-1 1-3 16,-14-5 1-16,-14-5-5 15,-15-7 4-15,-15-3-10 16,-4 3 6-16,-17 8 8 16,-34 14 0-16,-28 7-4 15,-21-3-182-15,-16-11-321 16</inkml:trace>
  <inkml:trace contextRef="#ctx0" brushRef="#br0" timeOffset="64953.63">13081 3513 41 0,'0'0'292'0,"0"0"-177"16,0 0-10-16,-49-88-48 15,36 69 10-15,2 4-21 16,2 2 37-16,1 5-53 16,6 2 8-16,1 6-14 15,1 0-6-15,0 17-18 16,3 35-16-16,20 27 16 16,6 27-3-16,4 26 3 15,-2 14 0-15,-3 9-4 0,-3 10 8 16,-3 10-3-1,-3 4-1-15,-4 0 0 0,-9-3 1 16,-6-16-1-16,0-5 0 16,-14-13 4-16,-10-15-1 15,-1-13 3-15,4-16-6 16,5-18 1-16,5-15-3 16,5-23 2-16,5-16-5 15,1-24-103-15,4-16-97 16,20-52-19-16</inkml:trace>
  <inkml:trace contextRef="#ctx0" brushRef="#br0" timeOffset="65768.98">13244 3183 351 0,'0'0'47'15,"0"0"17"-15,0 0 60 16,0 0-14-16,0 0-19 16,0 0-73-16,-6-23-17 15,46 9 11-15,24 0-11 16,24 0-1-16,20 2 21 16,21 2-7-16,27 4 2 15,21-3-9-15,23 1-2 0,21-3 9 16,4-1-14-16,2 1 0 15,-10 0 4-15,-21 0-3 16,-23-1-1-16,-34-1-1 16,-35 2 1-16,-38 3 6 15,-32 2-1-15,-22 3 4 16,-9 2 29-16,-3 0-27 16,0-1-3-16,0 2-8 15,0-1-20-15,0 1 12 16,0 0-31-16,0 0-2 15,0 0 36-15,0 3-14 16,0 3 3-16,0 1-42 16,4 3 21-16,11 5-16 15,9 0-66-15,-1-4-107 16</inkml:trace>
  <inkml:trace contextRef="#ctx0" brushRef="#br0" timeOffset="66453.09">16025 3089 546 0,'0'0'60'16,"0"0"5"-16,0 0-22 15,0 0-43-15,0 0-7 16,58 96 6-16,-14 13 1 16,1 34 1-16,-3 34 0 15,-17 22-1-15,-10 9 7 0,-12 14 9 16,-3 3 20-1,-1-2-2-15,-11-15-10 0,3-19-6 16,3-20-18-16,4-24 0 16,2-19 7-16,0-17-6 15,0-20 9-15,0-21-10 16,0-20 0-16,0-19 7 16,-6-12-5-16,-3-8-2 15,-4-9 0-15,-4-2-61 16,-2-39-338-16</inkml:trace>
  <inkml:trace contextRef="#ctx0" brushRef="#br0" timeOffset="67151.14">13311 6121 436 0,'0'0'43'0,"0"0"-28"16,0 0 4-16,0 0 15 15,0 0-19-15,80 7 30 16,-3-7 14-16,23 0-32 15,28-4 24-15,21-9 8 16,24-3-51-16,30-4-2 16,19-2-5-16,17 0-1 15,12 0 20-15,2 0-16 16,1-4-4-16,-14-4 20 16,-28-4-7-16,-37 1-7 15,-54 1 10-15,-47 6-13 0,-40 8 45 16,-21 5-17-16,-13 5 15 15,0-4-20-15,-1-2-25 16,-23-1-1-16,-11 6-58 16,-17 9-21-16,-12-1-89 15,-3-3-214-15</inkml:trace>
  <inkml:trace contextRef="#ctx0" brushRef="#br0" timeOffset="68116.66">14078 3207 182 0,'0'0'156'0,"0"0"-31"16,0 0-52-1,0 0 30-15,0 0-34 0,0 0-33 16,0-19-36-16,0 19-6 16,0 0 0-16,7 25 6 15,8 17-6-15,9 26 6 16,6 29 0-16,1 26 4 16,-1 24-1-16,-10 16-3 15,-9 2 0-15,-11 2 4 16,0-3 20-16,-14-1-24 15,-8-4 0-15,0-5-3 16,0-4 3-16,4-16 0 16,0-6 0-16,6-12 7 0,3-7-4 15,9-6-3 1,0-5-18-16,0-9 16 0,13-16-49 16,-4-15 46-16,1-21-53 15,-7-21 58-15,-2-13-90 16,-1-3 90-16,0-22 37 15,4-26-37-15,13-20-22 16,10-23-493-16</inkml:trace>
  <inkml:trace contextRef="#ctx0" brushRef="#br0" timeOffset="68815.57">15007 3152 298 0,'0'0'98'16,"0"0"-27"-16,0 0 22 16,0 0-22-16,0 0 27 15,0 0-49-15,-3-59-3 0,1 59-6 16,2 0-40-16,0 30-29 15,0 25 22-15,3 36 7 16,11 43-2-16,4 30 2 16,3 23 0-16,-5 9 14 15,-4 0-14-15,-5-1 14 16,-7-7-14-16,0-9 2 16,0-9-4-16,0-16 2 15,-3-18 0-15,2-8 0 16,1-13 1-16,0-8-1 15,0 4 0-15,0 1 5 16,0-4-8-16,0-7 3 0,0-17 0 16,-6-28 0-1,0-19 0-15,2-19-26 0,0-12 22 16,3-6 4-16,-2-6 16 16,3-23-16-16,0-20-195 15,0-26-218-15</inkml:trace>
  <inkml:trace contextRef="#ctx0" brushRef="#br0" timeOffset="69633.75">13164 4151 72 0,'0'0'66'15,"0"0"14"-15,0 0 68 16,0 0 63-16,0 0-153 16,0 0 13-16,-38-5 15 15,38-4-35-15,14-2-48 16,14-2 3-16,21-1-3 15,23 0-3-15,29 0 0 0,29 5 16 16,31-2-14 0,26-1-1-16,20-2-1 0,22 1 3 15,4-4-15-15,-8 1 6 16,-14 1-5-16,-22 1 7 16,-25-2 2-16,-14 0 2 15,-25 0 0-15,-24 0 3 16,-26 2 5-16,-22 5-8 15,-21 1 0-15,-11 3 9 16,-9 4-9-16,-5 1 0 16,-4 0-7-16,1 0-45 15,-1 0 45-15,0 3-21 16,-1 0 15-16,-2 0 5 0,0-3 10 16,1 0-2-16,2 0 0 15,3 0 4-15,6 1 16 16,5-1-2-16,2 4-18 15,-2-1 11-15,-3 1-11 16,-11 6-22-16,-3 2-149 16,-29 1-112-16</inkml:trace>
  <inkml:trace contextRef="#ctx0" brushRef="#br0" timeOffset="70331.34">13430 4838 213 0,'0'0'113'0,"0"0"-19"15,0 0-51-15,0 0-26 16,0 0-11-16,0 0 17 16,-91-4-23-16,72 4 0 15,4 0 2-15,2 2 1 16,7 0 2-16,1 1-5 16,5 1 1-16,0 1-2 15,9 5 7-15,18-3-4 16,18-4 53-16,16-3-33 15,23 0 13-15,21-3-12 0,30-9-4 16,29-2 18-16,33-3-10 16,32-1-14-16,20 1 14 15,14 0-27-15,-3-3 7 16,-11-2-14-16,-21-5 16 16,-31-1-11-16,-39-1 2 15,-39 6 0-15,-36 1 38 16,-24 7 1-16,-18 5-27 15,-16 6-12-15,-11-1 8 16,-9 5-15-16,-5-2 7 16,0-1-13-16,-5 1 10 15,-9 1 6-15,2 1-6 0,4 0 3 16,4 0-32-16,4 0-63 16,0 3 36-16,2 5 0 15,14-5-60-15,4-3-39 16,1 0 0-16</inkml:trace>
  <inkml:trace contextRef="#ctx0" brushRef="#br0" timeOffset="70980.4">14534 3370 535 0,'0'0'93'15,"0"0"-29"-15,0 0 47 0,0 0-64 16,0 0 10-1,0 0-44-15,-4-53 17 0,4 53-16 16,0 0-14-16,0 16-7 16,0 25-25-16,0 22 32 15,-3 13-3-15,0 3 3 16,-2-12-6-16,3-10-5 16,2-14-15-16,0-8 7 15,-1-9-10-15,-2-9-77 16,3-13-2-16,0-4-133 15,0-21-1-15</inkml:trace>
  <inkml:trace contextRef="#ctx0" brushRef="#br0" timeOffset="71313.76">14540 3347 509 0,'0'0'114'15,"0"0"-29"-15,0 0-26 16,0 0 9-16,0 0-65 16,105-22 6-16,-52 47-11 15,1 13 2-15,1 13 0 16,-6 6-3-16,-7 6 6 16,-9-4-3-16,-9-6 0 15,-11-7 0-15,-10-11-6 16,-3-8 7-16,0-4-1 0,-22-1 14 15,-9 0-13-15,-15-2 9 16,-6-6-7-16,-1-5 2 16,-1-6 12-16,8-3-17 15,3 0 0-15,6 0-1 16,16 0-2-16,9 0-150 16,10 8-59-16,2 1-27 15</inkml:trace>
  <inkml:trace contextRef="#ctx0" brushRef="#br0" timeOffset="71469.97">14561 4009 540 0,'0'0'149'0,"0"0"0"16,0 0-86-16,0 0 22 15,0 0-73-15,0 0-12 16,-10-28-1-16,23 25-130 15,3-8-327-15</inkml:trace>
  <inkml:trace contextRef="#ctx0" brushRef="#br0" timeOffset="79306.06">13326 7122 315 0,'0'0'170'0,"0"0"-94"0,0 0-33 16,-18-77 26-16,10 57 0 15,0 4-20-15,3 1 7 16,4 2-21-16,-1 2-16 16,2 5 17-16,-2 1-15 15,2 4-7-15,-1 1 4 16,1 0-18-16,0 20-15 15,0 23-12-15,0 28 27 16,0 27-3-16,0 20 3 16,0 13 0-16,8 12 2 0,2 7-2 15,3 15-2 1,0 11 0-16,0 11 2 0,-6 0 8 16,-5-2-8-16,-2-9 0 15,-2-8 2-15,-5-16-2 16,1-22 0-16,6-21 1 15,0-28 3-15,4-23-1 16,5-20-3-16,-2-18-7 16,0-10 0-16,-6-10 12 15,2 0-5-15,8-30 16 16,8-22-16-16,8-21-59 16,0-22-141-16,-5-14-390 15</inkml:trace>
  <inkml:trace contextRef="#ctx0" brushRef="#br0" timeOffset="80287.61">13535 6977 69 0,'0'0'57'0,"0"0"14"16,0 0-18-16,0 0 66 0,0 0-22 15,0 0 34-15,0 0-59 16,-36-63 8-16,36 56-42 16,0-3-3-16,18-1-27 15,15-5-4-15,15 4 2 16,21 0-6-16,30 4 0 15,32 2 6-15,37-2-6 16,37-3 0-16,22-3 0 16,4-1 0-16,-6 1 4 15,-18-2-4-15,-20 0 0 16,-14-2 1-16,-21 0 0 16,-19 0-1-16,-20 4 2 15,-20 1 0-15,-21 6 10 0,-17 3-12 16,-21 1 0-16,-18 3 2 15,-10 0-2-15,-6 0-8 16,0 0 6-16,0 0-18 16,0 0 19-16,0 0-9 15,0 0 10-15,0 0 11 16,0 0-6-16,0 0 1 16,0 0 37-16,0 0-19 15,0 0-12-15,0 0-12 16,3 0-19-16,8 0 2 15,5 0-25-15,2 7 41 16,-4 1-15-16,-4 1-18 16,-7 1 33-16,-3 1-72 15,-1 8 2-15,-23 2 3 0,-10-6-184 16</inkml:trace>
  <inkml:trace contextRef="#ctx0" brushRef="#br0" timeOffset="80922.84">16303 6691 656 0,'0'0'14'0,"0"0"3"16,0 0 5-16,0 0 9 15,0 0-19-15,0 0-12 16,39 30-14-16,-7 45 14 16,8 24-1-16,-3 26 8 15,-7 15-7-15,-8 13 4 16,-11 17-3-16,-1 9 15 16,-7 9-16-16,-2 4 0 15,-1-8 30-15,2-15-29 0,3-14 1 16,-5-10-2-1,0-9 4-15,0-3 4 0,-5-12-8 16,-11-18 0-16,4-20 8 16,3-24-2-16,6-17-6 15,3-15 0-15,0-10-2 16,7-15-43-16,14-6-81 16,2-40-317-16</inkml:trace>
  <inkml:trace contextRef="#ctx0" brushRef="#br0" timeOffset="81671.36">13602 9687 462 0,'0'0'34'0,"0"0"-25"0,0 0-8 16,0 0 21-16,0 0 13 15,88 12-15-15,-46-12 14 16,13 0-23-16,24 0 3 15,28 0 34-15,32-3-13 16,35-8-3-16,31-1 4 16,19-4-28-16,16-4 11 15,0-2-19-15,-6-3 0 16,-13-1 1-16,-20 2 3 16,-26 2-4-16,-30 7 0 15,-28-2 4-15,-24 5 6 0,-24 3-10 16,-22 1 0-16,-20 4 7 15,-16 3 0-15,-11-1-7 16,0 0 8-16,0-2-7 16,-7 2 33-16,-15-4-34 15,-8 3-12-15,-5 3-21 16,-1-5-116-16,0-7-113 16</inkml:trace>
  <inkml:trace contextRef="#ctx0" brushRef="#br0" timeOffset="82602.08">14412 6945 287 0,'0'0'69'0,"0"0"47"16,0 0-14-16,0 0 11 16,0 0-46-16,0 0-42 15,-1-14 20-15,1 14-24 0,0 0 4 16,0 0-2-1,0 0-19-15,0 0 0 0,0 3-4 16,0 21-15-16,0 18 10 16,0 23 10-16,0 23-9 15,0 17 4-15,-4 17 0 16,4 14-2-16,0 8 2 16,0 15 0-16,9 8-1 15,2 5 5-15,-4 0 4 16,-1-13-8-16,-6-9 0 15,0-14-11-15,0-8 11 16,0-5-27-16,-4-6 14 0,-7-9-1 16,-2-6 10-1,-4-5-5-15,-3-7 9 0,-6-12-21 16,0-14 2-16,-1-15-5 16,7-20 22-16,5-10 3 15,9-15-2-15,6-4-1 16,0-18-2-16,9-26-38 15,20-26-68-15,11-17-198 16</inkml:trace>
  <inkml:trace contextRef="#ctx0" brushRef="#br0" timeOffset="83369.04">15278 6962 69 0,'0'0'94'16,"0"0"-1"-16,38-73-17 15,-32 47 59-15,-3 5 32 0,-2 0-109 16,-1 3-11-16,0 3 42 15,0 6-45-15,0 4-14 16,0 5 8-16,0 0-30 16,0 9-16-16,3 36-33 15,2 33 23-15,-4 34 12 16,-1 35 12-16,0 16-8 16,0 13 2-16,0 2 0 15,3 1 5-15,6-8-5 16,3-6 0-16,3-10-1 15,-3-15 6-15,0-12-3 16,-6-13-2-16,-6-11 0 0,0-10 4 16,0-8-4-1,-6-6 0-15,-3-7-2 0,0-13 2 16,3-11-12-16,1-17-7 16,2-12 2-16,2-12 3 15,1-5 14-15,0-3 0 16,0 0 26-16,0 0-26 15,3-8-8-15,12-9-182 16,3-6-159-16</inkml:trace>
  <inkml:trace contextRef="#ctx0" brushRef="#br0" timeOffset="84117.99">13576 7864 447 0,'0'0'64'15,"0"0"11"-15,0 0-37 0,0 0 4 16,0 0-9-1,0 0-7-15,19-14 29 0,9 5-55 16,18 1 0-16,21-1 8 16,36-2-8-16,36-2 4 15,32-2-4-15,28-1 1 16,10-1-5-16,5-3 4 16,-2 3 0-16,-5-5 2 15,1 0 0-15,-5 2-3 16,-13 0 1-16,-19 5 0 15,-27 5-1-15,-29 0 1 16,-32 4 0-16,-27 1 2 0,-21 2 0 16,-18 0-2-16,-11 3 0 15,-6 0 0-15,0-2 15 16,0 2-12-16,0 0 0 16,0 0 2-16,0 0-2 15,0 0-3-15,0 0 0 16,0 0-41-16,0 0-8 15,-7 10 21-15,-13 6-3 16,-7-3-50-16,-13-6-185 16</inkml:trace>
  <inkml:trace contextRef="#ctx0" brushRef="#br0" timeOffset="85183.03">13403 8553 362 0,'0'0'59'0,"0"0"-47"0,0 0-9 16,0 0 21-16,0 0 7 16,0 0-15-16,32 9 42 15,-5-6-15-15,10 0-16 16,17 0 3-16,19-2-15 15,31-1-2-15,26 0-13 16,27 0 3-16,22-8 4 16,13-6-7-16,9-2 0 15,-2 2 1-15,-5 0 2 16,-5 0 1-16,-5 0-4 16,-4-2 0-16,-11 1-3 15,-14 0 3-15,-19 5 0 16,-18 0-1-16,-10 5 5 0,-15 1-5 15,-13-2 1-15,-16 2 0 16,-19-3 1-16,-18 2 12 16,-13-1 31-16,-10 0 52 15,-3-2-25-15,-1 0-17 16,0-3-51-16,0 1 10 16,-1-1-13-16,-6 3 0 15,1 5 0-15,6 1 1 16,0 2 0-16,0 0-2 15,0 0-36-15,0 0 5 16,19 0 16-16,-3 7 16 16,2-2 0-16,-6-3-2 0,-2-2 5 15,-5 0-5-15,-2 0 2 16,-2-2-17-16,-1-8-48 16,0-6-167-16,0 1-326 15</inkml:trace>
  <inkml:trace contextRef="#ctx0" brushRef="#br0" timeOffset="86266.48">10952 8395 266 0,'0'0'7'0,"0"0"47"15,0 0 17-15,0 0-47 16,0 0 3-16,0 0-8 16,46 0 7-16,-12 0 18 15,9 0-24-15,14 0 5 16,14 0-2-16,21 0-21 16,21 0 5-16,24 0-7 15,24-5 0-15,14-10 3 0,10-4-1 16,-6 1-2-1,-15-2 5-15,-15 2-5 0,-19 0 17 16,-21-1-15-16,-18 2 0 16,-23 2 36-16,-13 3-27 15,-10 3 9-15,-11 3-17 16,-5 1-2-16,-10 0 3 16,-7 2-4-16,-8 0 0 15,-2 1 0-15,-2-2 1 16,0 1-1-16,0-2 21 15,0-1 59-15,-19-5-31 16,-13 5-49-16,-8 6-13 16,-9 0-19-16,4 3-146 0,12 11-101 15</inkml:trace>
  <inkml:trace contextRef="#ctx0" brushRef="#br0" timeOffset="86369.61">13190 8141 244 0,'0'0'79'15,"0"0"-14"-15,0 0-65 16,0 0-4-16,0 0-123 16</inkml:trace>
  <inkml:trace contextRef="#ctx0" brushRef="#br0" timeOffset="86667.59">12658 7956 603 0,'0'0'7'0,"91"-23"-10"0,-33 18 4 16,5 5-1-16,8 0 3 15,-2 7 8-15,-10 10 16 16,-9 3-23-16,-13 0 8 16,-7 3 24-16,-2 8-34 15,0 7 1-15,-2 6-3 16,-5 4 8-16,-5 2-3 15,-9-2-5-15,-5-5 0 16,-2-5 0-16,-6-7 3 16,-20-5-3-16,-15-2 2 0,-27 1 1 15,-18 1 4-15,-18 5-7 16,-2 2-53-16,12-7-128 16</inkml:trace>
  <inkml:trace contextRef="#ctx0" brushRef="#br0" timeOffset="87514.95">14607 7212 489 0,'0'0'103'16,"0"0"12"-16,0 0 16 15,0 0-78-15,0 0-6 16,0 0-7-16,-4-49-40 15,4 49-4-15,0 0 2 16,0 20-11-16,0 17 3 16,-6 15 8-16,-6 11 2 0,-7 2 0 15,0-4 3-15,5-3-3 16,11-10 0-16,3-5 3 16,17-8-8-16,21-9 5 15,12-11 0-15,18-12-1 16,10-3 3-16,5-10-2 15,0-12 0-15,-6-1-43 16,-11-1-21-16,-13-1-99 16,-13-4-7-16,-23-2-207 15</inkml:trace>
  <inkml:trace contextRef="#ctx0" brushRef="#br0" timeOffset="87732.87">14657 7141 657 0,'0'0'61'0,"0"0"29"16,0 0-70-16,0 0-6 16,0 0-14-16,95-46 0 15,-59 39 4-15,-4 1-3 16,1-2-1-16,-1 6 0 15,-1 1-19-15,-6-2-123 16,-10-1-242-16</inkml:trace>
  <inkml:trace contextRef="#ctx0" brushRef="#br0" timeOffset="87920.88">14608 7299 672 0,'0'0'131'0,"0"0"-131"16,0 0 0-16,79 51 3 16,-48-35 2-16,2-2-5 15,4-3 0-15,-2-2 5 16,3-3-5-16,-1-6 0 16,-5-6-175-16</inkml:trace>
  <inkml:trace contextRef="#ctx0" brushRef="#br0" timeOffset="95556.45">19691 4676 245 0,'0'0'17'0,"0"-109"91"16,0 51 0-16,3 3-14 15,4 6-27-15,0 3 11 16,-5 3-1-16,-1 1-33 16,-1 6-16-16,0 5 3 15,0 9-10-15,0 10 4 16,0 5-4-16,0 7-19 15,0 0-2-15,0 17-20 16,0 27-25-16,0 31 41 16,0 34 6-16,0 35-4 0,-3 26-1 15,-10 25 3-15,-8 16-5 16,-7 11 6-16,-9 18-1 16,-5 3 7-16,2-6-5 15,8-14 4-15,11-19-6 16,17-17 0-16,4-16 16 15,9-21-16-15,12-29 0 16,2-31 7-16,-4-32-5 16,-5-24-3-16,-6-23 1 15,-5-11-2-15,6-28-22 16,7-28-4-16,5-33-102 16,-1-36-231-16</inkml:trace>
  <inkml:trace contextRef="#ctx0" brushRef="#br0" timeOffset="96388.65">19835 4093 223 0,'0'0'47'0,"0"0"92"16,0 0-16-16,0 0-68 16,0 0 2-16,0 0 1 0,-16-72-30 15,28 61 14-15,13-1-41 16,14-5 6-16,19 3 2 16,27 0-1-16,37 3 40 15,47 2-31-15,56-1-9 16,48 1-1-16,37 1-4 15,23-1 5-15,0 4-8 16,-20-1 1-16,-36 0-4 16,-46-2 3-16,-56-1 0 15,-50-4-2-15,-42 2 9 16,-37 3-7-16,-23 2 28 16,-18 3-4-16,-5 2 10 15,0 1-34-15,0 0-8 16,0 0 2-16,0 0-67 15,-12 11-37-15,-9 10 77 0,-3 6-52 16,2 5 9-16,8-6-104 16,7-6-34-16</inkml:trace>
  <inkml:trace contextRef="#ctx0" brushRef="#br0" timeOffset="97091.04">23432 4025 237 0,'0'0'285'16,"0"0"-263"-16,0 0 63 0,-40-77-8 15,38 71 11 1,0 5-44-16,2 1-44 0,0 12-25 16,0 31 13-16,13 29 12 15,7 37-3-15,-1 46 3 16,3 41 0-16,-5 35 5 15,-8 23-5-15,-7 7-2 16,-2 2 1-16,-18-15 2 16,-12-16 15-16,-6-25 6 15,-4-31-15-15,0-27 35 16,4-21-41-16,4-21 0 16,7-19 11-16,7-19-12 15,11-19 9-15,4-20-9 0,3-11-22 16,0-19-99-1,10-12-148-15</inkml:trace>
  <inkml:trace contextRef="#ctx0" brushRef="#br0" timeOffset="97856.16">19807 7342 487 0,'0'0'15'0,"0"0"85"16,0 0-39-16,-73-72 22 0,69 65 22 15,4 2-49-15,0 3-28 16,0 2-20-16,26-2-8 16,37 2 0-16,43 0-1 15,48 0 4-15,50-4-3 16,42-8 0-16,33-8 2 15,19-5-4-15,8-3-2 16,-3-1 4-16,1 0-11 16,-14 1 11-16,-14 2 0 15,-28-2 3-15,-36 3 0 16,-43 0-6-16,-54 3 2 16,-50 5 1-16,-37 6 16 15,-24 5 5-15,-4-6 6 0,-30 2 2 16,-31 2-29-16,-33 8-23 15,-20 3-76-15,4 5-219 16</inkml:trace>
  <inkml:trace contextRef="#ctx0" brushRef="#br0" timeOffset="98687.55">21254 4178 483 0,'0'0'51'16,"0"0"33"-16,0 0 4 15,0 0-29-15,0 0 2 16,0 0-47-16,0-25 34 15,0 25-38-15,0 0-10 16,0 24-2-16,0 33-8 16,0 39 4-16,-12 42 4 15,-2 36 2-15,1 25 3 16,7 14-3-16,3-1-1 16,3 6 0-16,-3-2 2 15,-8 1-6-15,-8-7 5 16,-11-16 0-16,-7-12 17 0,-3-18-12 15,3-16-5-15,8-22 4 16,8-27-4-16,7-26 8 16,6-27-8-16,5-20 0 15,3-15-9-15,0-9 2 16,0-2 7-16,0-16 0 16,18-20-59-16,7-12-179 15,4-19-248-15</inkml:trace>
  <inkml:trace contextRef="#ctx0" brushRef="#br0" timeOffset="99369.7">22207 4100 462 0,'0'0'40'16,"0"0"97"-16,0 0-86 15,0 0 50-15,0 0-57 0,0 0-8 16,0-30 19-16,0 27-24 16,0 3-29-16,0 4-4 15,3 32-19-15,-1 34 7 16,-2 35 10-16,0 47 8 15,-8 35-6-15,-16 33 2 16,-4 17 0-16,-2 5 0 16,3 9 0-16,8-9 0 15,2-16 0-15,8-27 4 16,8-33 0-16,1-27-4 16,0-25-18-16,0-17 13 15,0-15-3-15,1-11 8 0,-1-11 0 16,0-12 1-16,0-9-3 15,5-12-1-15,2-12-98 16,8-13-31-16,2-5-140 16</inkml:trace>
  <inkml:trace contextRef="#ctx0" brushRef="#br0" timeOffset="100251.72">19553 5203 251 0,'0'0'134'0,"0"0"-30"15,0 0-12-15,0 0-18 16,0 0-13-16,0 0-27 0,-8 0-4 16,8-4 15-16,0-5-43 15,8-2 4 1,18-3 5-16,22-3-11 0,30 0 0 16,25 1 0-16,29 2 2 15,33 0 3-15,29-3-5 16,36-7 0-16,21-2-7 15,5-8 8-15,2 2-1 16,-15 0 0-16,-20-1 5 16,-24 4-8-16,-33 2 3 15,-29 3 0-15,-37 3 13 16,-27 2-10-16,-20 7 16 16,-8 4-2-16,-1 8-14 15,0 0 3-15,6 0-6 0,1 0 0 16,-6 8-6-1,-7-4 6-15,-18-2 0 0,-9-2-2 16,-9 0 5-16,-2 0 9 16,0 0-12-16,0 0 9 15,0 0 21-15,-2 0-30 16,-4 0-1-16,-1 0-2 16,6 0-16-16,1 0 10 15,0 0-102-15,1 8 69 16,12 6 34-16,2 3 8 15,-1 5-3-15,-13 7 2 16,-5 0-126-16,-49-7-199 0</inkml:trace>
  <inkml:trace contextRef="#ctx0" brushRef="#br0" timeOffset="100920.89">19495 5968 168 0,'0'0'107'16,"0"0"13"-16,0 0 26 0,0 0-98 16,0 0-42-16,0 0 3 15,30 3-9-15,27-1 16 16,26-2 7-16,29 0 16 15,28 0 18-15,27-12-28 16,29-7-9-16,26-6 11 16,30-8-30-16,23-9-1 15,26-6 0-15,22-5 4 16,9 2-14-16,-7 4-43 16,-25 10 37-16,-41 7 4 15,-50 5 13-15,-52 4-1 0,-54 2 4 16,-47 7 8-16,-32 4 84 15,-20 4-14-15,-4 1-37 16,0 3-5-16,0-3-40 16,-1-3-4-16,-23-2 2 15,-18 2-39-15,-16 3-19 16,-9 3-99-16,6 0-80 16</inkml:trace>
  <inkml:trace contextRef="#ctx0" brushRef="#br0" timeOffset="101650.32">21542 4253 213 0,'0'0'119'0,"0"0"65"15,0 0-68-15,0 0-2 16,0 0-29-16,0 0-53 16,-18-49 33-16,15 49-32 15,2 0-27-15,1 0-5 16,0 3-1-16,-4 28-9 16,-2 17 6-16,-9 21 3 15,-6 10 5-15,1 8-5 16,-1-8 0-16,6-11 1 15,7-15 4-15,4-16-8 0,4-15 3 16,0-10-16-16,0-8 1 16,0-4-47-16,7-16 42 15,17-26-264-15</inkml:trace>
  <inkml:trace contextRef="#ctx0" brushRef="#br0" timeOffset="101852.6">21488 4221 576 0,'0'0'37'15,"0"0"36"-15,0 0 12 16,91-71-27-16,-55 53-28 16,7 3 18-16,2 1-48 15,6 4 0-15,1 5-2 16,-3 5 2-16,-8 0-88 15,-15 0-85-15,-23 0-203 16</inkml:trace>
  <inkml:trace contextRef="#ctx0" brushRef="#br0" timeOffset="102025.83">21516 4366 482 0,'0'0'225'0,"0"0"-221"15,0 0 24-15,0 0 90 16,93 7-86-16,-50-5-29 16,11 1 1-16,11-3-4 15,4 0-113-15,-6-21-402 16</inkml:trace>
  <inkml:trace contextRef="#ctx0" brushRef="#br0" timeOffset="103581.72">16133 4436 465 0,'0'0'62'0,"0"0"0"16,0 0 5-16,0 0-48 15,0 0-10-15,0 0-5 16,55-12-3-16,-13 12 3 16,12 0-3-16,24 0-1 15,20 4 18-15,26 9-18 0,28 0 0 16,29 3-2-1,25 0 8-15,15-1-7 0,3 1 1 16,-9-5 0-16,-15-4 3 16,-21-7-3-16,-24 0 0 15,-20 0 0-15,-13 0 4 16,-9 3-4-16,-4 1 0 16,-6 4 0-16,-6-3-11 15,-14-3 1-15,-19 0-20 16,-22-2 26-16,-20 0 4 15,-11 0 3-15,-11 0 91 16,0-2 11-16,0 0-46 16,0 0-59-16,0 2-4 15,7 0-1-15,7 0-18 0,8 0 5 16,6 0 8-16,1 0 10 16,-7-3 0-16,-7-1 0 15,-9 3 0-15,-3-2 39 16,-3 3-24-16,0 0 1 15,0 0-16-15,0 0 1 16,0 0-11-16,3 0 10 16,6 0-22-16,7 0 9 15,14 0 11-15,10 3-1 16,4 2-11-16,-5-5 14 16,-10 0 6-16,-11 0-6 15,-10 0 0-15,-7 0 22 16,-1 0 10-16,0 0 10 0,0 0-39 15,0 0 4 1,0 0-7-16,0 0 0 0,2 0-16 16,-2 0-10-16,0 0-12 15,0 0 21-15,0 0-27 16,0 0-18-16,0 0 38 16,0 3-24-16,0 0 2 15,-6 3-17-15,-9-6-91 16,-8 0-196-16</inkml:trace>
  <inkml:trace contextRef="#ctx0" brushRef="#br0" timeOffset="103847.85">19178 4374 608 0,'0'0'41'15,"0"0"-8"-15,0 0-30 16,0 0-3-16,0 0 0 15,97 26 2-15,-42-1 6 16,1-1-7-16,0 0 32 16,-10-1-25-16,-8 1 4 15,-7 2-12-15,-5 1 4 16,-8 1-1-16,-5-1-3 16,-8 0 0-16,-5-2-2 0,-16 2 0 15,-34 1-3 1,-38 9-18-16,-31 2-73 0,-26 0-130 15</inkml:trace>
  <inkml:trace contextRef="#ctx0" brushRef="#br0" timeOffset="105146.64">16632 7947 84 0,'0'0'184'0,"83"-33"-137"16,-29 9 55-16,5-3-10 15,2-7-25-15,1-2-14 16,-3-2-3-16,-2 1-21 15,-5-2 46-15,0-2-36 16,-1 2-8-16,-1-1 16 0,6 0-46 16,7-4 4-1,11-3-2-15,20-10 0 0,19-6 4 16,22-13-7-16,17-12 0 16,10-9-14-16,6-2 8 15,-6 4 4-15,-10 8-2 16,-10 8 5-16,-13 4-11 15,-10 4 10-15,-14 2 0 16,-19 8-6-16,-18 8 8 16,-22 9-2-16,-14 8 0 15,-13 10 2-15,-10 6-3 16,-4 4 1-16,-4 3 0 16,-1 1-4-16,0 4 6 15,0-1-2-15,0 6 0 16,2-2 7-16,-2 4-19 0,1 1 2 15,5 0-37 1,-3 0-5-16,3 0 2 0,-3 0 39 16,-2 0-16-16,-1 0 20 15,0-2 6-15,0 2 1 16,0 0 0-16,0 0 15 16,0 0-14-16,0 0 6 15,0 0-7-15,0 0 5 16,0 0-8-16,0-1 3 15,0 1 0-15,0 0 5 16,0 0-4-16,0 0-1 16,0 0 0-16,-6 0-6 0,-18 3-29 15,-6 1-205-15</inkml:trace>
  <inkml:trace contextRef="#ctx0" brushRef="#br0" timeOffset="105565.81">19060 6154 50 0,'0'0'389'0,"0"0"-263"16,0 0-81-16,0 0 26 15,0 0-68-15,0 0 0 16,-9 7-3-16,10-2 3 16,15 0-3-16,7 3 14 0,7-1-1 15,5-2 20-15,4 0-28 16,6-3-4-16,6-2 29 15,2 0-25-15,-5 0 0 16,-9 0 8-16,-18-2-10 16,-9-1 24-16,-9 1-27 15,-3-1 6-15,0 3 29 16,0-2-34-16,0 2 1 16,0 0-2-16,-3 5 3 15,-12 14-3-15,-2 6 0 16,1 6 0-16,4 3-2 15,0 4 4-15,6 5-2 16,2-1 0-16,2-6 4 16,1-4-2-16,-2-8-2 15,1-7 0-15,-6 0 0 0,-7 2 1 16,-11 8-2-16,-7 2-2 16,-3 5-86-16,7-4-47 15,9-10-185-15</inkml:trace>
  <inkml:trace contextRef="#ctx0" brushRef="#br0" timeOffset="105707.9">19175 6763 752 0,'0'0'94'0,"0"0"-13"16,0 0-13-16,0 0-31 16,0 0-35-16,0 0-4 15,-17 0-28-15,18 4-84 0,12 6 19 16,0-7-129-16</inkml:trace>
  <inkml:trace contextRef="#ctx0" brushRef="#br0" timeOffset="117685.42">2704 7445 351 0,'0'0'97'0,"0"0"-16"15,0 0 4-15,0 0 12 0,0 0-32 16,0 0-48-16,0 0 19 15,-19 1-14-15,15-3 0 16,2-1-22-16,2 1 6 16,-3 0 27-16,3 2-24 15,-3-1 5-15,3 0 4 16,-3-1-14-16,3 1 7 16,0 1-11-16,0-4 3 15,0-4 18-15,0-9-21 16,11-5-2-16,10-3-5 15,1 1 13-15,5 3-9 16,-2 4 3-16,-3 5 0 16,-5 7-8-16,-1 3 8 0,-2 2-37 15,-1 0 16-15,-4 16-24 16,-7 8-13-16,-2 6 52 16,-8 6 6-16,-16 3 1 15,-4-1-1-15,0-1 0 16,5-5 1-16,8-3-1 15,6-6 1-15,7-3-1 16,2-4 0-16,0-3-11 16,8-3 11-16,6-2-3 15,-1-3-1-15,-1-2 8 16,-3 0-7-16,-2 4 3 16,1-2 0-16,-2 5-8 0,-4 1 8 15,-2 3 0-15,0 3 6 16,0 2-5-16,-8 1 4 15,-10 1-5-15,-6 1 1 16,-5-1 5-16,-9 1-6 16,-7-3 0-16,-4-3 3 15,-1-3-2-15,6-7 8 16,16-4-9-16,14-2 0 16,14-7-13-16,11-20-192 15</inkml:trace>
  <inkml:trace contextRef="#ctx0" brushRef="#br0" timeOffset="118204.6">3030 7335 539 0,'0'0'145'0,"0"0"-110"15,0 0 31-15,0 0-51 16,0 0-12-16,0 0-1 16,-3 78-1-16,1-42 5 15,2 5-6-15,0 0 0 16,0-2 4-16,0-10-3 16,3-7-1-16,7-12 5 15,9-10-3-15,6 0 10 16,12-17 3-16,1-11-14 15,-6-5 37-15,-5 1-17 16,-12 0 3-16,-7 1-2 16,-8 4-22-16,0-1 9 0,-8 5-9 15,-14-3 0 1,-8 5 5-16,2 4-5 0,6 6-4 16,8 10 3-16,2 1-20 15,0 15-90-15,-8 16-87 16,-8 2-276-16</inkml:trace>
  <inkml:trace contextRef="#ctx0" brushRef="#br0" timeOffset="122912.77">8932 5869 128 0,'0'0'246'0,"0"0"-199"16,0 0 30-16,0 0 20 15,0 0 0-15,0 0-49 0,0 0 40 16,-24-44-23 0,21 44-23-16,0-4 1 0,-2-1-43 15,0 0 0-15,3 2 5 16,1 1-5-16,1 2 4 16,0 0-4-16,0 0 0 15,0 0 0-15,0 0 0 16,0 0 0-16,0 0-3 15,0 0 8-15,0 0-10 16,0 0 5-16,0 0 0 16,0 0-13-16,0 15 11 15,0 11-9-15,0 13 9 16,4 12 4-16,-1 7-3 16,-3 7 1-16,0 2 0 15,-13 1 0-15,1-4 1 0,0-10-1 16,6-14 3-1,1-12 2-15,5-13-8 0,0-8 3 16,0-4 0-16,0-3 10 16,0 0-8-16,0-4-2 15,2-16 0-15,7-9-87 16,-4-5-209-16</inkml:trace>
  <inkml:trace contextRef="#ctx0" brushRef="#br0" timeOffset="123695.49">9124 5867 338 0,'0'0'184'16,"0"0"-113"-16,0 0 11 15,0 0 20-15,0 0-73 16,0 0-17-16,2-78 9 16,4 60-1-16,2-1-2 15,3-3 7-15,1-1-11 16,7 3-1-16,5-1-13 15,6 1 4-15,4 3-2 0,1 3-2 16,1 5 0 0,-4 9-3-16,-2 0 8 0,-7 9-10 15,-6 12 4-15,-9 6 0 16,-7 5-13-16,-1 5 13 16,-9 3 1-16,-17 1 3 15,-1-4-2-15,-2-3 1 16,4-6-2-16,7-8 0 15,8-7-13-15,7-5 13 16,3-2-28-16,0-4 5 16,10 3 18-16,5-3 1 15,-1 0 4-15,-3 1 0 16,-3-1 11-16,-4 3-11 16,2 5 0-16,-1 4 4 15,-1 6 2-15,-2 4-4 0,-2 4-2 16,0-1 0-16,-18 1 7 15,-4-2-7-15,-6-5 1 16,5-3 6-16,-4-4-5 16,-3-3 7-16,5-3-5 15,-4-2 1-15,3-3 24 16,5-3-25-16,7 0-2 16,8 0 5-16,6 0-7 15,0 0-71-15,6-9-189 16</inkml:trace>
  <inkml:trace contextRef="#ctx0" brushRef="#br0" timeOffset="128906.7">9203 9416 20 0,'0'0'383'16,"0"0"-273"-16,0 0-8 15,0 0-27-15,0 0 12 16,0 0-20-16,0 0-50 16,0 0-12-16,-53-48 37 15,51 45-41-15,2 1 1 0,0-1 14 16,-3-4-3 0,3 3 9-16,0-2-9 0,0-1-11 15,-3 1 29-15,3 0-31 16,0 1 0-16,0-4-3 15,12-4 10-15,4 2-10 16,0 1 3-16,3 5 0 16,-1 2-3-16,1 3 3 15,3 0-2-15,0 0-5 16,4 17 8-16,-2 5-2 16,-3 10-5-16,-8 6-3 15,-13 3-2-15,0 3 2 16,-24 5 6-16,-11-1 0 15,-6-5 6-15,-3-6-3 16,2-6 0-16,3-5 0 0,5-6 2 16,2-3-2-16,9-3 0 15,6-4 2-15,10-5 2 16,5-4-7-16,2-1 3 16,0 0 0-16,11 0-10 15,17-13 10-15,14-8 0 16,3-2 10-16,2-6-8 15,0 3 9-15,-3 1-11 16,-2 4 7-16,-3 3-7 16,-2 5 0-16,-10 6-31 15,-6 4-26-15,-8 3-146 16,-8-3-176-16</inkml:trace>
  <inkml:trace contextRef="#ctx0" brushRef="#br0" timeOffset="129289.48">9587 9382 450 0,'0'0'173'0,"0"0"-172"15,0 0 19-15,0 0 42 16,0 0-11-16,-51 104-37 15,38-68-9-15,2 3-4 16,5 1 33-16,4-4-34 16,2-3 0-16,0-7 14 0,3-11-14 15,13-12 13-15,12-3-7 16,11-17 22-16,5-15 25 16,-2-4-51-16,-10-3 17 15,-10 5 24-15,-14 4-34 16,-8 2 11-16,0 2-18 15,-27 4 4-15,-16 3-10 16,-5 8 4-16,6 10-17 16,10 1-21-16,16 9-54 15,12 13-65-15,4-3-13 16,0-2-194-16</inkml:trace>
  <inkml:trace contextRef="#ctx0" brushRef="#br0" timeOffset="134085.26">14141 5378 302 0,'0'0'165'16,"0"0"-86"-16,0 0-74 16,0 0-2-16,0 0-3 15,0 0-2-15,0 0-21 16,0 0 0-16,-3-53 23 16,3 50 22-16,0 1 35 15,0 0 16-15,1 0-45 16,1-1-10-16,-2 1-13 15,0 2-4-15,0-1 4 0,0-1-5 16,0-1 0-16,0-2 33 16,1-1-5-16,2 0-6 15,4-5 8-15,5 0-28 16,8-5-2-16,-1 1-2 16,0 1 2-16,-6 1-1 15,-5 4 2-15,-3 0-1 16,-1 1 10-16,-2-3 35 15,-2 2-7-15,0 0-3 16,0-1-23-16,0 5 21 0,0-1-32 16,0 3 1-1,0 2 0-15,0 1 0 0,0 0-2 16,0 0 0 0,0 0 0-16,0 6-15 0,0 18 8 15,-9 21 5-15,-10 18 2 16,-4 17 1-16,-5 8 5 15,4 1-6-15,4-2 0 16,8-15 5-16,8-13-5 16,4-15 0-16,0-20-2 15,0-8 5-15,4-11-6 16,-2-5 3-16,-1 0 0 16,5-8 3-16,4-12-3 15,1-7-55-15,-2-1-34 0,-4-2-236 16</inkml:trace>
  <inkml:trace contextRef="#ctx0" brushRef="#br0" timeOffset="134488.33">14667 5095 678 0,'0'0'49'0,"0"0"-47"16,0 0-2-16,0 0 7 16,0 0-2-16,-55 113 26 15,23-58 18-15,-2 4-18 16,-3 5-3-16,3 0-26 15,7-3 21-15,6-1-23 16,16-10 0-16,5-11-2 16,12-14 6-16,26-17-4 15,17-8 0-15,12-15 1 16,-1-12 10-16,-13-3-4 16,-18 5-7-16,-21 3 23 0,-14 0 0 15,0 1 2 1,-22 4-25-16,-18 11-14 15,-9 6 12-15,2 0-113 0,9 17-47 16,15 3-40-16</inkml:trace>
  <inkml:trace contextRef="#ctx0" brushRef="#br0" timeOffset="136515.25">14968 8753 300 0,'0'0'85'16,"0"0"15"-16,0 0 7 15,0 0-55-15,0 0 0 16,0 0-7-16,-5-37 2 15,5 34-1-15,-2 2-30 16,2 1-16-16,-2 0 9 16,2 0-9-16,0 0-3 15,-4 0-6-15,-2 6-1 16,-10 14 10-16,-4 7-3 16,-7 12 6-16,-1 9-5 15,-3 8 2-15,-1 8 0 16,4 6-5-16,1 5 8 15,5-2-3-15,10-8 0 0,9-13 3 16,3-20-6-16,10-15 3 16,19-13 0-16,10-4 5 15,7-9-1-15,-1-16 0 16,-3-7 12-16,-12-1-4 16,-13 2 41-16,-9 2-21 15,-8 5-7-15,0 2 8 16,-25 5-31-16,-16 5-1 15,-13 5-1-15,3 7 0 16,11 0-11-16,10 16-2 16,20 9-72-16,10 0-37 15,3-9-116-15</inkml:trace>
  <inkml:trace contextRef="#ctx0" brushRef="#br0" timeOffset="142213.48">21516 6183 430 0,'0'0'157'0,"0"0"-85"16,0 0 26-16,0 0-12 0,0 0-40 16,0 0-17-16,0 0 1 15,-15-70-12-15,12 66 21 16,2 1-37-16,-1 1 0 15,2 2 3-15,-1 0-2 16,-2 0-6-16,-4 12-5 16,-7 12 8-16,-8 10 0 15,-5 5 0-15,0 2 0 16,0-3 0-16,6-3 3 16,5-9-6-16,7-9-7 15,4-6-4-15,5-8 3 16,0-3-9-16,11 0 20 0,20-14-1 15,14-6 2-15,6 1-2 16,-1 7 0-16,-6 3-12 16,-7 6 5-16,-11 3-3 15,-7 0 6-15,-7 10 5 16,-4 9-3-16,-5 9-1 16,-3 5 2-16,0 6 2 15,-4 3-4-15,-12 3 4 16,2-4 0-16,1-3 2 15,2-8 2-15,5-8-4 16,-1-8 0-16,3-5 0 16,-1-4 1-16,-1-1 2 15,-9-3-3-15,-4 2 21 0,-13-3-12 16,-9 0 2 0,-3 0-11-16,-3 0 3 0,8 0-4 15,9-2 1-15,14 1-68 16,15-4-136-16,1-4-137 15</inkml:trace>
  <inkml:trace contextRef="#ctx0" brushRef="#br0" timeOffset="142498.02">21509 6099 622 0,'0'0'70'0,"0"0"31"16,0 0-80-16,0 0-13 16,0 0-16-16,0 0 7 15,24-4 1-15,1 4 25 16,9 0 18-16,5 0 2 15,6-6-45-15,4-4 5 16,3 3-12-16,2-3-77 16,-9 1-210-16</inkml:trace>
  <inkml:trace contextRef="#ctx0" brushRef="#br0" timeOffset="142663.61">21715 6109 216 0,'0'0'565'16,"0"0"-517"-16,0 0-6 16,0 0-14-16,0 0-27 15,0 0-1-15,7 22-14 16,11-16-87-16,-1-6-105 16</inkml:trace>
  <inkml:trace contextRef="#ctx0" brushRef="#br0" timeOffset="145940.17">2776 1455 135 0,'0'0'483'0,"0"0"-377"15,0 0-20-15,0 0-3 16,0 0-35-16,0 0-31 16,0 0-17-16,0-43-7 15,2 75 2-15,1 21-1 16,-3 21 6-16,0 15 1 16,-8 7-1-16,-14-4 13 15,-2-15-13-15,6-21 2 16,3-20 2-16,9-16-4 15,-1-11 0-15,5-9 4 16,-7 0-4-16,-6-23 19 16,-7-20-19-16,2-20-33 0,7-16-7 15,12-7-16-15,1-4 21 16,22 1 8-16,15 1-34 16,7 8 25-16,5 5 21 15,3 14 15-15,1 25 26 16,0 24-2-16,0 12-13 15,-3 34-10-15,-13 17 2 16,-6 13 4-16,-10 7-7 16,-10-3 0-16,-7-4 9 15,-4-7-6-15,0-7-3 16,0-6 8-16,-18-8-8 16,-7-8-22-16,-8-15-169 0</inkml:trace>
  <inkml:trace contextRef="#ctx0" brushRef="#br0" timeOffset="146108.41">2638 1731 620 0,'0'0'0'0,"0"0"-4"15,0 0 4-15,94 5 20 16,-29-5 1-16,17-17-11 15,21-10-10-15,3-11-11 16,6-8-226-16</inkml:trace>
  <inkml:trace contextRef="#ctx0" brushRef="#br0" timeOffset="146301.99">3322 1654 600 0,'0'0'34'16,"0"0"-25"-16,105-27 81 15,-44 6-42-15,10-1-48 16,10-6 0-16,7-5-91 16,-1-5-68-16,-4-3-128 0</inkml:trace>
  <inkml:trace contextRef="#ctx0" brushRef="#br0" timeOffset="146606.44">3915 1376 492 0,'0'0'97'16,"0"0"-96"-16,-35 86 5 16,32-39 29-16,3 6-35 15,3 3 0-15,24-3 17 16,6-17-15-16,7-16 6 15,3-20 13-15,6-8 79 16,5-26-27-16,4-14-63 0,-7-5-8 16,-15 1-2-1,-20 4 8-15,-16 6-16 0,-16 2 8 16,-31 7 0-16,-10 3 1 16,6 13 0-16,16 11-1 15,19 6 0-15,16 14-128 16,9 15 50-16,31 4-43 15,20-3-170-15</inkml:trace>
  <inkml:trace contextRef="#ctx0" brushRef="#br0" timeOffset="146805.92">4506 1521 852 0,'0'0'20'15,"0"0"6"-15,0 0-25 16,0 0 21-16,0 0-19 16,151-62-3-16,-69 32-8 15,5-4-39-15,-1-5-33 16,5-4-6-16,-1-3-57 16,-5-3-62-16,-13 2 7 15</inkml:trace>
  <inkml:trace contextRef="#ctx0" brushRef="#br0" timeOffset="147272.02">5336 1079 448 0,'0'0'124'0,"0"0"-61"0,0 0-20 16,-118 85-5-16,67-19 33 15,-6 14-41-15,2 1 1 16,13-8-29-16,17-17-2 16,13-20 2-16,11-13 2 15,1-12-1-15,0-7-3 16,0-4 0-16,0-10 27 15,3-24-27-15,12-19-26 16,1-10-8-16,-3-7 13 16,-7-3-12-16,2 6-14 15,4 13 18-15,9 15 19 0,10 22 10 16,6 12 0 0,-4 5 4-16,1 11-2 0,-4 20 0 15,0 14-2 1,-3 11 0-16,-7 5 20 0,10 0-18 15,5-7 0-15,7-14 5 16,3-14 37-16,-4-16 11 16,-5-10-16-16,-6-15-12 15,-5-23 46-15,-4-13-56 16,-8-14-5-16,-11-4 8 16,-2 0-19-16,-16 7 20 15,-7 12-21-15,-1 9 7 16,7 14-3-16,6 11-4 15,8 11-2-15,3 5-1 16,0 0-58-16,5 13-74 0,18 18 33 16,1 10 20-16,-3 1-142 15</inkml:trace>
  <inkml:trace contextRef="#ctx0" brushRef="#br0" timeOffset="147670.76">2876 2515 568 0,'0'0'54'0,"0"0"-5"16,-83 0 2-16,78 2-11 16,5-1-21-16,0 1-17 15,0 0-2-15,0-1 3 16,27-1 0-16,33 0 16 16,45-13 33-16,48-25-31 15,55-20 15-15,44-12-29 16,32-13 0-16,20 3-2 15,1 5-1-15,-19 5-7 16,-33 10 3-16,-39 11 0 0,-38 11 2 16,-45 9-2-16,-43 10-1 15,-34 9-6-15,-35 9-45 16,-19 1-171-16,-21 0-164 16</inkml:trace>
  <inkml:trace contextRef="#ctx0" brushRef="#br0" timeOffset="147824.48">5791 1827 945 0,'0'0'16'16,"0"0"9"-16,0 0-15 16,0 0-4-16,0 0-12 0,0 0-87 15,0 1-147-15,1 1-109 16</inkml:trace>
  <inkml:trace contextRef="#ctx0" brushRef="#br0" timeOffset="148971.47">2097 5442 388 0,'0'0'166'0,"0"0"-24"15,0 0-32-15,0 0-35 16,0 0-64-16,0 0 14 0,-34-26-25 16,34 26-5-16,0 1-4 15,0 20-1-15,0 13 10 16,6 11 3-16,-3 5-1 16,0 3-3-16,3-3 1 15,5-8 0-15,5-11-14 16,5-16 13-16,13-15-12 15,11-5 13-15,6-27 5 16,2-11 1-16,-11-6-3 16,-12 2-3-16,-18 3 43 15,-8 5-34-15,-4 5 20 16,-22 3-24-16,-20 6-2 16,-10 8-6-16,-14 15-5 15,1 2-38-15,11 19 4 0,12 17-78 16,17 3-140-16</inkml:trace>
  <inkml:trace contextRef="#ctx0" brushRef="#br0" timeOffset="150186.85">4028 5254 119 0,'0'0'79'15,"0"0"4"-15,0 0 20 16,0 0 9-16,0 0-29 16,0 0-26-16,-17-50 16 15,11 45-3-15,3 2-33 16,0 1 28-16,2 1-44 16,-1 1-5-16,2 0-3 15,0 0-6-15,0 0 14 16,0-3-21-16,2-5 0 15,20-7-8-15,12-3 8 0,7 0-2 16,1 2 1 0,-2 8 2-16,-4 5-3 0,-7 3 2 15,-6 3-19 1,-14 14 17-16,-9 5-25 0,0 3 19 16,-20 5 7-16,-15 1 1 15,-3-2 2-15,2-2-2 16,10-8 0-16,10-6-1 15,8-4 1-15,8-3-5 16,0-3-54-16,10 1 27 16,13-4 23-16,5 0-17 15,0 0 26-15,-1 0-6 16,-3 0 6-16,-9 7 0 16,1 3 0-16,-5 1 1 0,-4 4-1 15,-7-1 0-15,0 1 0 16,-12 2 1-16,-16 0 4 15,0-1 1-15,-5-1 7 16,3-3-12-16,2-4 15 16,3-1-15-16,5-2 3 15,2-3 3-15,9-1-7 16,4-1-21-16,5 0-52 16,0 0-60-16,0-1-310 15</inkml:trace>
  <inkml:trace contextRef="#ctx0" brushRef="#br0" timeOffset="150621.92">4511 5095 582 0,'0'0'74'0,"0"0"-72"0,0 0-2 16,0 0-2-1,0 0 2-15,0 82 25 0,0-46-20 16,0-4-1-16,0-6-2 15,6-9 0-15,9-8 8 16,3-9-7-16,10 0 20 16,5-21 64-16,2-10-51 15,-3-6-9-15,-13 2 18 16,-7 0-21-16,-9 6 1 16,-3 1-18-16,-9 6-6 15,-15 6 8-15,-13 7-9 16,-5 9-1-16,-3 2-2 15,1 26-21-15,3 10-55 0,9 1-96 16,15-10-152 0</inkml:trace>
  <inkml:trace contextRef="#ctx0" brushRef="#br0" timeOffset="150771.65">4757 5141 686 0,'0'0'117'0,"0"0"-23"16,0 0-94-16,0 0-69 15,0 0-90-15,0 0-252 16</inkml:trace>
  <inkml:trace contextRef="#ctx0" brushRef="#br0" timeOffset="152184.15">7864 3999 449 0,'0'0'169'0,"0"0"-76"15,0 0-60-15,0 0 43 16,0 0-51-16,0 0 7 15,-7-38 3-15,7 27-28 16,4 2 32-16,11-2-39 16,12-1 2-16,13-1 1 15,20-3-3-15,5 2-20 16,1 8-2-16,-11 4-15 16,-13 2 22-16,-17 3-32 0,-13 10-12 15,-12 4 29-15,-12 3 16 16,-27 2 14-16,-13 0 5 15,-2 1-3-15,7-6 16 16,14-4-17-16,15 0 4 16,15-1-5-16,3-2-1 15,1 2-2-15,19-2 2 16,1 3 1-16,-2 0 7 16,2 4-7-16,-1 3 0 15,0 0 2-15,0 1-2 16,-4-2 0-16,-7 1 0 15,-4-4 2-15,-5-3 2 16,0-4-4-16,-3 2 0 16,-17-2 15-16,-1 1-15 0,-3-4 5 15,1-4-4-15,3-2 2 16,8 0-6-16,9 0-11 16,3-8-87-16,15-11-245 15</inkml:trace>
  <inkml:trace contextRef="#ctx0" brushRef="#br0" timeOffset="152500.45">8332 4028 593 0,'0'0'162'0,"0"0"-83"15,0 0-70-15,0 0-9 16,0 0 0-16,0 0 3 15,-10 89-3-15,39-63 0 16,9-6 6-16,6-8-3 16,9-12 2-16,-3-1 0 15,-6-20-4-15,-11-5 22 16,-13-1-14-16,-7 2 18 16,-12 0 0-16,-1 3-25 15,-13 2 2-15,-32 5-4 16,-19 6-16-16,-17 6 13 15,-7 3-24-15,18 11-3 16,27 10-96-16,25-3-79 0,18-7-239 16</inkml:trace>
  <inkml:trace contextRef="#ctx0" brushRef="#br0" timeOffset="154098.7">7935 7774 175 0,'0'0'364'16,"0"0"-323"-16,0 0-19 16,0 0 7-16,0 0 12 15,0 0-16-15,-4-39 20 16,1 33-26-16,0 1 9 15,-1-1 48-15,4 1-53 16,-2-2-23-16,2-1 18 16,0-2-14-16,9-4 1 15,9 1-5-15,9-3 1 0,1-2 14 16,3 2-14 0,-1 1 6-16,0 5 12 0,0 3-19 15,0 7 1-15,0 0-1 16,0 11-20-16,-7 14 7 15,-8 6-34-15,-13 5-2 16,-2-3 22-16,-17 1 11 16,-15-5 16-16,0-4 0 15,1-7 0-15,5-3 4 16,10-5-4-16,7-3 0 16,6-2 0-16,3 2 0 15,2-2 0-15,20 0 0 16,5-1 0-16,1 0 0 15,-2 3 0-15,-9 0 0 16,-6-1-2-16,-5 2 4 0,-6 6-4 16,0 6 2-16,-17 9 0 15,-14 5 7-15,-14 3-7 16,-5-1 0-16,-1-6 10 16,0-5-7-16,9-8 1 15,10-7-4-15,11-8-26 16,19-2-49-16,4-19-161 15</inkml:trace>
  <inkml:trace contextRef="#ctx0" brushRef="#br0" timeOffset="154400.59">8389 7740 542 0,'0'0'152'16,"0"0"-96"-16,0 0-56 15,0 0 3-15,-77 96-1 16,73-64-4-16,4 2 2 16,0-1 0-16,4-10 1 15,24-9-1-15,13-14 0 16,9-3 15-16,3-24 22 16,-3-9-1-16,-7 0-9 15,-13-1-15-15,-10 4 43 16,-14 5-48-16,-6 5 13 15,-10 2-20-15,-39 8 0 16,-21 9-7-16,-20 4-29 0,5 21-74 16,21 5-92-16,30 1-220 15</inkml:trace>
  <inkml:trace contextRef="#ctx0" brushRef="#br0" timeOffset="156146.46">10058 7514 465 0,'0'0'5'0,"0"0"-10"16,0 0 10-16,0 0-5 15,0 0 31-15,0 0 8 16,7-3 42-16,-7 3-9 16,0 0 6-16,0-3 6 15,0 1-58-15,0-3-10 16,0 4 18-16,0-2-18 16,0-2 3-16,0 3-19 15,0-2 0-15,0-1 1 16,0 2-1-16,0 0 0 15,0 2 3-15,0 1-1 0,0 0 4 16,0 0-6 0,0 0 0-16,0 0-15 0,0 0 14 15,0 16-55-15,0 8 53 16,0 5 6-16,0 0-6 16,0-2 0-16,0-8-25 15,0-5 26-15,0-3-28 16,10-8 15-16,3-3 15 15,6 0 0-15,13 0 8 16,6-8-8-16,5-2 0 16,4 2-2-16,-7 6 2 15,-6 2 0-15,-5 0-5 16,-5 10 6-16,-9 7-3 16,-4 3-2-16,-10 1 1 0,-1 3-6 15,-1-2 9-15,-16 3 0 16,-4-1 4-16,-3-3-3 15,-3-2 7-15,0-4-8 16,0-2 3-16,0-5-9 16,2-5-9-16,-2-3-109 15,5-10-232-15</inkml:trace>
  <inkml:trace contextRef="#ctx0" brushRef="#br0" timeOffset="156579.72">10156 7415 615 0,'0'0'22'0,"0"0"-3"16,0 0 6-16,88-32 18 15,-43 26 21-15,4 3-27 16,2-1-27-16,-6 4 2 15,-2 0-12-15,-6 0 0 16,-7 0 3-16,-8 13-3 16,-8 4-6-16,-6 7 6 15,-7 4 0-15,-1 4 1 16,0 4-1-16,0-3 1 0,-7 1 3 16,2-5-4-16,2-5-6 15,3-3-1-15,0-11-39 16,12-7 39-16,14-3 3 15,8-10 4-15,2-14 15 16,1-5-12-16,-6-5 30 16,-9-4 4-16,-4 0-11 15,-12 1 2-15,-6 1 6 16,-4 5-20-16,-23 8 6 16,-18 10-20-16,-23 13-9 15,-16 14-32-15,-6 19-123 16,12 1-275-16</inkml:trace>
  <inkml:trace contextRef="#ctx0" brushRef="#br0" timeOffset="157628.39">13523 7306 568 0,'0'0'98'0,"0"0"36"15,0 0-35-15,0 0-67 0,0 0 11 16,0 0-38 0,-51-46 5-16,48 54-20 0,-1 19-24 15,-2 9 30-15,0 3 3 16,3-3-17-16,3-7 3 16,0-7-14-16,0-8 1 15,15-4 21-15,10-7 3 16,6-3 4-16,1 0 7 15,-2 0-7-15,-4-1 5 16,-12-1-5-16,-4 2 0 16,-7 0-3-16,-1 0 3 15,-1 8-6-15,-1 11 4 0,0 6 4 16,0 5-2 0,-7 3 0-16,-5-4 0 0,0-3 2 15,-3-6-2-15,3-5 0 16,-3-2 3-16,2-6-3 15,-3-5-28-15,-1-2-10 16,-2 0-54-16,1-13-18 16,1-11-364-16</inkml:trace>
  <inkml:trace contextRef="#ctx0" brushRef="#br0" timeOffset="158095.4">13593 7230 680 0,'0'0'81'16,"0"0"-13"-16,0 0-51 16,0 0 16-16,81-48-31 15,-46 43-2-15,4 3 10 16,-3 2-5-16,-3 0-5 15,-2 17 0-15,-4 4 0 16,-6 4-4-16,-8 5 4 16,-5 1-8-16,-7 2-4 15,-1-1-5-15,0-3-19 16,0-5 31-16,0-9-26 16,0-6 27-16,0-6-18 0,3-3 22 15,3 0 85-15,9-13-25 16,2-8-51-16,2-3-9 15,5 2 0-15,-3 1-10 16,3 2 10-16,-4 1-27 16,-6 6 10-16,-7 3-29 15,-7-1 44-15,-10 3-21 16,-26 4-13-16,-24 0 33 16,-8 3-19-16,-1 0-11 15,14 0 27-15,25 0 4 16,24 3-46-16,10-3-252 15</inkml:trace>
  <inkml:trace contextRef="#ctx0" brushRef="#br0" timeOffset="160544.23">15553 7038 493 0,'0'0'114'0,"0"0"-56"16,0 0 8-16,0 0-9 16,0 0-57-16,0 0-15 15,-5-10-2-15,-5 39 2 16,0 6 15-16,-1 7 0 15,4 1-3-15,5-7-25 0,2-6 6 16,0-8-25 0,21-8 47-16,4-5-10 0,8-3 10 15,3-4 0-15,-1 1 0 16,-6 3 4-16,-5 0-8 16,-6 8 4-16,-6-1 0 15,-4 2-7-15,-7 2 7 16,-1-1 0-16,-1 1 10 15,-21 4 13-15,-6-1 1 16,-10 0-11-16,0 2-12 16,-4-4 14-16,1-2-15 15,2-3 0-15,7-3 0 16,6-4-18-16,9-6-79 16,11 0-362-16</inkml:trace>
  <inkml:trace contextRef="#ctx0" brushRef="#br0" timeOffset="161125.18">15677 7057 370 0,'0'0'188'0,"0"0"-57"16,0 0-37-16,0 0-41 16,0 0-20-16,0 0-33 15,91-29 0-15,-35 19 3 16,7 1-1-16,3-4-1 15,-4 1-1-15,-5 3 0 16,-10 4 0-16,-14 2 0 16,-12 3 0-16,-10 0-1 15,-5 0-4-15,-6 8 4 16,0 9-17-16,-15 9 18 0,-13 13-4 16,-11 7 4-1,-3 8 0-15,-4 4 1 0,7 1-1 16,8-5-1-16,11-5-16 15,20-11-15-15,2-8 7 16,32-14-2-16,13-11 27 16,9-5 4-16,-2-5-3 15,-6-11 12-15,-9-5-1 16,-14 0 44-16,-9 4 16 16,-10-2-33-16,-6 1 12 15,0 0-24-15,-15 3-7 16,-24 7-20-16,-13 8-3 15,-12 3-48-15,3 18-17 0,16-1-178 16,17-5-153 0</inkml:trace>
  <inkml:trace contextRef="#ctx0" brushRef="#br0" timeOffset="161264.19">16212 7400 763 0,'0'0'120'16,"0"0"-120"-16,0 0-127 15,0 0-228-15</inkml:trace>
  <inkml:trace contextRef="#ctx0" brushRef="#br0" timeOffset="163289.92">9839 3682 597 0,'0'0'104'0,"0"0"-21"16,0 0-28-16,0 0 11 15,0 0-41-15,0 0-6 16,4-61 4-16,-4 61-23 15,0 3-6-15,-6 19 3 16,-10 16 3-16,-3 10 4 16,-6 5-4-16,-1 1 0 15,0-4 1-15,1-6-1 16,1-6 0-16,3-6-2 16,2-4 4-16,4-7-1 0,8-5-1 15,4-8-7-15,3-6 2 16,12-2-26-16,25-7 31 15,11-13 3-15,11-6-2 16,-1 1-1-16,-4 1 0 16,-2 4-34-16,-4 2-17 15,-5 5-56-15,-7 4 5 16,-8-1-149-16</inkml:trace>
  <inkml:trace contextRef="#ctx0" brushRef="#br0" timeOffset="163506.31">9992 3839 582 0,'0'0'189'16,"0"0"-79"-16,0 0-39 15,0 0-14-15,0 0-40 16,0 0-12-16,-27-19-10 16,27 51-7-16,0 22 12 15,8 13-2-15,1 7 2 16,1-4-8-16,2-9-11 15,0-9-15-15,-6-5-8 16,0-13-98-16,-1-15-105 16</inkml:trace>
  <inkml:trace contextRef="#ctx0" brushRef="#br0" timeOffset="164204.81">10213 3788 427 0,'0'0'156'15,"0"0"-65"-15,0 0 31 16,0 0-47-16,0 0-33 16,0 0-13-16,15-47-10 15,14 28-13-15,12-2-12 16,10-1 4-16,7 2 2 0,-1 6-8 16,-10 7 7-1,-11 4-11-15,-11 3-9 0,-12 0-10 16,-12 15-10-16,-1 7 4 15,-27 7 29-15,-12 2 1 16,-4 0 8-16,1-3-1 16,13-8 0-16,10-4 3 15,12-5-7-15,7 1 4 16,0 1-2-16,2 4 2 16,16 2 0-16,1 0 3 15,-1 1 3-15,6-2-3 16,-4 2 10-16,-1-1-13 15,-5-1 0-15,-7-1 4 16,-5-2-4-16,-2-1 0 0,0-2 1 16,-15 2-1-16,-10 1 18 15,-5 2-17-15,-13 0-1 16,-8 3 15-16,-10 1-10 16,-7-1-4-16,4-2-1 15,11-4-1-15,25-7-75 16,26-7-234-16</inkml:trace>
  <inkml:trace contextRef="#ctx0" brushRef="#br0" timeOffset="165224.33">13295 3266 255 0,'0'0'181'16,"0"0"-71"-16,0 0 0 15,43-75 20-15,-40 60-30 0,0 7-35 16,-2 3-6 0,-1 4-25-16,0 1-25 0,0 0-9 15,0 0 0-15,0 23-12 16,0 14 11-16,-7 16 1 15,-12 10-1-15,-8 5 1 16,-1-1-12-16,-1-13 11 16,5-10-19-16,5-14 6 15,8-13 8-15,7-9-22 16,1-6 27-16,3-2-19 16,0 0 16-16,15-3-4 15,15-10 2-15,12-3-44 16,8 0-40-16,4 2-27 15,4 1-57-15,0 0-15 16</inkml:trace>
  <inkml:trace contextRef="#ctx0" brushRef="#br0" timeOffset="165438.59">13629 3513 270 0,'0'0'165'16,"0"0"-11"-16,0 0-58 16,0 0 30-16,-81-40-58 15,66 37-9-15,8 3-16 16,7 0-28-16,0 0-14 15,-3 17-1-15,-3 22-1 16,-6 19-5-16,0 13 6 16,2-1 0-16,8-1 0 15,2-8-13-15,0-4-7 16,0-8-17-16,0-6-46 0,-3-15-80 16,-6-12-376-16</inkml:trace>
  <inkml:trace contextRef="#ctx0" brushRef="#br0" timeOffset="166286.56">13708 3492 502 0,'0'0'137'15,"0"0"-49"-15,0 0 16 16,0 0-66-16,0 0-19 16,0 0-14-16,24-39-5 15,-12 33 9-15,2-2-9 16,-3 5 0-16,1-2 37 15,1 1-35-15,4 2 0 16,6 0-2-16,6 2 4 0,4 0-8 16,4 4 4-16,2 11-34 15,-6 2-3-15,-8 7-38 16,-14 0-1-16,-11 3 36 16,-10 1 18-16,-25-2 20 15,-16 0 2-15,-1 1 0 16,1-4 27-16,12-2-18 15,14-2 10-15,13-2-19 16,10 0 5-16,2 0-11 16,4-1 6-16,16 1 0 15,12-5 7-15,0 1-4 16,-5-5-3-16,-9-2 18 0,-10-1-4 16,-8 2-10-1,0 4-1-15,0 6-3 0,-8 8 18 16,-11 1-15-16,-10 2 1 15,1-3-3-15,3-4 4 16,1-5 1-16,6-6-6 16,-2 0 0-16,0-1-4 15,2-7-49-15,5-2-298 16</inkml:trace>
  <inkml:trace contextRef="#ctx0" brushRef="#br0" timeOffset="166431.62">13757 3975 472 0,'0'0'280'0,"0"0"-175"0,0 0-23 15,0 0-13-15,0 0-39 16,0 0-30-16,0 6-12 16,6-6-133-16,11 0-254 15</inkml:trace>
  <inkml:trace contextRef="#ctx0" brushRef="#br0" timeOffset="170416.43">15431 3355 470 0,'0'0'124'16,"0"0"-18"-16,0 0-5 15,0 0-38-15,0 0-8 16,0 0-38-16,0 0-17 16,-11-28 0-16,7 32-18 0,-5 20 15 15,-8 13-2-15,-2 7 5 16,-2 0 1-16,5-7-1 16,1-9-5-16,9-10-5 15,3-8 3-15,3-6-8 16,0-3-17-16,0-1 23 15,12 0 9-15,18-8 6 16,4-5-1-16,-1 2-5 16,-6 5 2-16,-10 6-1 15,-3 0-1-15,-2 0-1 16,-2 11-6-16,-2 8 5 16,-5 3 2-16,-3 4-4 0,0 5 4 15,-11-3-4-15,-4-4 4 16,-3-4 0-16,1-4 9 15,3-7-7-15,-1 0 5 16,2-7-4-16,-4 0-2 16,-1-2 37-16,-4 0-31 15,1 0-6-15,6-10-2 16,11-5-101-16,4-9-324 16</inkml:trace>
  <inkml:trace contextRef="#ctx0" brushRef="#br0" timeOffset="170646.33">15405 3314 570 0,'0'0'89'0,"0"0"44"15,0 0-39-15,0 0-64 16,0 0-8-16,0 0-22 15,12-32-2-15,21 30 1 16,10-1 2-16,2 1-11 16,1 2 6-16,1 0-75 15,-3-1-49-15,-8-7-164 16</inkml:trace>
  <inkml:trace contextRef="#ctx0" brushRef="#br0" timeOffset="171283.32">15879 3338 618 0,'0'0'130'15,"0"0"-21"-15,-4-72-46 16,0 52-26-16,1 9 4 16,0 6-31-16,0 5-9 15,3 0-1-15,-5 0-3 16,-8 16-34-16,-9 18-3 15,-8 13 27-15,0 10 12 16,0 1-69-16,12-11 12 16,11-13 17-16,7-17 3 15,4-14 32-15,20-3 6 16,7-16 13-16,5-15 68 16,0-3-33-16,-8-3-20 0,-7 7 27 15,-9 7-30-15,-3 6-9 16,-6 3-7-16,-2 8-4 15,0 4 11-15,1 2-16 16,-2 0-5-16,2 0-2 16,-1 12-28-16,-1 18-1 15,0 11 33-15,-1 9 2 16,-15 4-7-16,-2-3 8 16,0-6 0-16,3-6 3 15,0-7 0-15,4-6-1 16,5-2-2-16,0-6 0 15,5-5 2-15,1 2-2 0,0-2-8 16,0-2-7-16,13-1-50 16,5-2-24-16,2-1-23 15,0-2-99-15,-6-4 34 16</inkml:trace>
  <inkml:trace contextRef="#ctx0" brushRef="#br0" timeOffset="171449.98">15883 3820 607 0,'0'0'204'0,"0"0"-83"15,0 0-49-15,0 0-6 16,0 0-25-16,0 0-16 0,-2-20-25 16,2 20-2-1,0 0-47-15,4 0-69 0,12 0-238 16</inkml:trace>
  <inkml:trace contextRef="#ctx0" brushRef="#br0" timeOffset="176010.69">20011 4253 651 0,'0'0'90'0,"0"0"22"15,0 0-62-15,0 0-18 16,0 0-32-16,0 0 0 15,0 0-13-15,-13 11-3 0,-2 13 16 16,-10 6-1-16,-1 2 5 16,2-3-6-16,6-1 2 15,8-7 0-15,7-3-9 16,3-3 0-16,3-8-19 16,20-2 21-16,9-5 3 15,7 0 4-15,6-5 0 16,-8-2 0-16,-4 0 6 15,-8 6-2-15,-7 1-4 16,-4 0 10-16,-1 1-10 16,-6 15-2-16,-2 6-2 15,-5 7 4-15,0 0 0 16,-5 1 0-16,-12-4 0 0,-3-5 2 16,-1-5 0-16,2 0 4 15,1-9-6-15,-1-2 0 16,-5-2 18-16,-1-3-17 15,-7 0-1-15,-5 0 13 16,-2 0-13-16,5 0-17 16,14-3-149-16,17-9-211 15</inkml:trace>
  <inkml:trace contextRef="#ctx0" brushRef="#br0" timeOffset="176249.58">20052 4158 607 0,'0'0'142'0,"0"0"-44"16,0 0-40-16,0 0-20 15,0 0-36-15,0 0 3 16,42-18-5-16,5 27-3 15,10 2 1-15,8 0-50 16,3-2-32-16,-1-7-109 16,-9-2-318-16</inkml:trace>
  <inkml:trace contextRef="#ctx0" brushRef="#br0" timeOffset="176827.03">20689 4271 524 0,'0'0'192'0,"0"0"-54"16,0 0-108-16,31-89 6 16,-22 74-36-16,-2 1 0 15,-5 4 7-15,-2 1-3 16,0 4 10-16,-7 2-1 16,-9 3-9-16,-9 0-4 15,-8 12 0-15,-4 21-1 16,-3 9-8-16,9 9-15 15,12-2-33-15,16-9-19 16,3-12-39-16,36-14 98 16,18-12 2-16,10-2 15 15,0-5 9-15,-7-12 6 16,-15-1 80-16,-14 2-5 0,-13 0-45 16,-10 4 27-16,-3 4-51 15,-2 2-6-15,0 6-13 16,0 0-2-16,0 0-2 15,-16 19-45-15,-4 9 47 16,-3 10-7-16,2 9 7 16,3 10 0-16,0 8-4 15,1 5 8-15,3-2-6 16,3-8 2-16,4-12 0 16,5-11 4-16,2-9-4 15,0-8-8-15,0-8-36 16,0-12-207-16</inkml:trace>
  <inkml:trace contextRef="#ctx0" brushRef="#br0" timeOffset="176976.6">20838 4763 681 0,'0'0'45'16,"0"0"-45"-16,0 0-97 15,0 0-41-15,0 0-118 16</inkml:trace>
  <inkml:trace contextRef="#ctx0" brushRef="#br0" timeOffset="177892.55">20880 4221 39 0,'0'0'384'16,"0"0"-362"0,0 0-17-16,0 0 1 0,0 0 8 15,0 0 68-15,52 11-52 16,-30-1 10-16,-2 0-3 15,-4 1-29-15,-6 3 0 16,-4 0-8-16,-6 3 0 16,-1 3-9-16,-29 1 3 15,-7-4-134-15</inkml:trace>
  <inkml:trace contextRef="#ctx0" brushRef="#br0" timeOffset="178874.4">22559 4087 714 0,'0'0'121'15,"0"0"-46"-15,0 0-52 16,0 0 8-16,0 0-31 16,0 0-15-16,0 43 13 15,-2-2 4-15,-9 12-1 0,-2 5-1 16,-6 1 0-16,-3-3 3 15,-1-5-3-15,4-13-24 16,5-15-3-16,10-9-6 16,4-12 21-16,0-2 3 15,15-7 9-15,6-14 43 16,-1-3-22-16,-1-1-6 16,-10 1 31-16,-8 0-34 15,-1-1 1-15,0 6-13 16,-12 2 0-16,-1 6-1 15,4 8 1-15,0 3-8 16,-3 10-88-16,5 11-124 16,7-2-265-16</inkml:trace>
  <inkml:trace contextRef="#ctx0" brushRef="#br0" timeOffset="179574.22">22936 4028 662 0,'0'0'131'16,"0"0"-15"-16,0 0-68 16,0 0-48-16,0 0-10 0,0 0 10 15,-46 106 3-15,24-47-3 16,-4 3-5-16,7-6 3 15,12-12-31-15,7-16-13 16,10-16-20-16,32-12 43 16,14 0 9-16,10-25 14 15,4-7-15-15,-10-5 15 16,-14 2 0-16,-18 3 39 16,-14 5 12-16,-13 0-9 15,-1 1 30-15,-3 6-56 16,-7 4-9-16,-2 10 13 15,7 6-18-15,1 0-2 0,-7 17-9 16,-8 22 9-16,-6 19-11 16,-3 15 11-16,1 5 0 15,6 6-4-15,7-2 4 16,7-5-15-16,4-9-25 16,3-13-10-16,0-15-70 15,0-16-216-15</inkml:trace>
  <inkml:trace contextRef="#ctx0" brushRef="#br0" timeOffset="180531.14">22629 4042 273 0,'0'0'101'0,"0"0"-74"16,0 0 7-16,0 0-28 16,0 0 11-16,0 0 34 15,25-17 32-15,-25 17 4 0,0 0 3 16,0 0-20-1,0 0 8-15,0 0-62 0,0 0-16 16,0 0 0-16,-1 7-11 16,-17 20 9-16,-9 7-1 15,-7 10 3-15,-5 10 1 16,-4 4-1-16,4 2 0 16,6 1 2-16,10-4-2 15,10-9-1-15,12-6-7 16,1-9 6-16,0-10-15 15,9-7 13-15,10-9 4 16,6-7 2-16,5 0 1 16,5-16 2-16,1-7-5 15,-1 0 0-15,-2 1 2 16,-6 2-2-16,-8 3 0 0,-7 3 6 16,-6-1-5-1,-4 3 13-15,-2-2-3 0,0 1 5 16,-18-3 11-16,-11 2-27 15,-3 0 0-15,-3 0 3 16,0 3 1-16,7 5-7 16,6 4 3-16,6 2-13 15,6 3-20-15,2 6-185 16,8 2-300-16</inkml:trace>
  <inkml:trace contextRef="#ctx0" brushRef="#br0" timeOffset="180690.37">22522 4520 560 0,'0'0'129'16,"0"0"-50"-16,0 0-79 15,0 0-290-15</inkml:trace>
  <inkml:trace contextRef="#ctx0" brushRef="#br0" timeOffset="183570.48">22435 4734 85 0,'0'0'16'0,"0"0"20"16,0 0 28-16,0 0 4 16,0 0 0-16,0 0-46 15,0 0-2-15,3 0 47 16,5 0 11-16,7 0-43 16,7 0-6-16,6-2 3 15,4-3-4-15,-1 2-28 16,3 3 5-16,6 0-14 15,7 0 7-15,2 0-9 16,6 3 5-16,4 0-12 16,-1-3 3-16,1 0 0 0,1-8 15 15,-3-6 12 1,-2 2 15-16,-2 2 7 16,-5 3-17-16,0 3-12 15,-14 4-8-15,-9 0 3 0,-11 0-13 16,-7 0 7-16,-4 0-47 15,-3 0 26-15,0 0 12 16,0 0 15-16,0 0 18 16,0 0 25-16,0 0 4 15,0 0-4-15,0 0-42 16,0 0-1-16,0 0-14 16,3 0-71-16,-1 4 43 15,-2 3-85-15,0-2-67 16</inkml:trace>
  <inkml:trace contextRef="#ctx0" brushRef="#br0" timeOffset="184821.14">19609 2680 287 0,'0'0'153'0,"0"0"-123"16,0 0 63-16,0 0 14 16,0 0-19-16,0 0 5 15,-14-7-32-15,14 5-14 16,0 2 1-16,0-3-47 16,14 2 0-16,21-3-1 15,15 1 0-15,12 3-7 16,8 0-5-16,0 0 4 15,4-5-1-15,-5-2 8 0,-3-1 0 16,-6-3-1-16,-12 2 4 16,-8 1-1-16,-16 1-1 15,-8 4 0-15,-10 0-1 16,-4 3 1-16,-2 0-19 16,0 0-22-16,0 0-51 15,-25 2-119-15,-13 7-48 16</inkml:trace>
  <inkml:trace contextRef="#ctx0" brushRef="#br0" timeOffset="185053.44">20023 2699 232 0,'0'0'336'0,"0"0"-231"0,0 0 53 16,0 0-68-16,0 0-72 15,0 0-18-15,-3 7-3 16,3 25 3-16,0 14-7 16,3 16 7-16,0 6 0 15,-1-4-5-15,1-2 5 16,-3-8-59-16,0-9-49 16,0-9-113-16,-3-16-255 15</inkml:trace>
  <inkml:trace contextRef="#ctx0" brushRef="#br0" timeOffset="185567.56">20359 2989 552 0,'0'0'148'0,"0"0"-10"15,0 0-73-15,0 0-6 16,0 0-41-16,0 0-18 16,0-8-1-16,0 32-5 15,-9 16-1-15,-9 15 9 0,-4 7-2 16,-1 5 0-1,4-4 7-15,10-7-14 0,9-12-7 16,0-13-12 0,14-15 24-16,17-16-9 0,15 0 11 15,18-23 0-15,9-12 1 16,5-2-4-16,-8 3-98 16,-7 6-42-16,-13 4-18 15,-14 5-71-15</inkml:trace>
  <inkml:trace contextRef="#ctx0" brushRef="#br0" timeOffset="185850.61">20276 2960 157 0,'0'0'296'0,"0"0"-189"16,0 0 26-16,0 0-92 16,0 0 27-16,0 0-5 15,-3-18-39-15,6 14 12 16,10-3-36-16,8 0 0 16,7-3 8-16,6 3-8 15,3 0 0-15,2-1 0 16,-3 4-40-16,-3 0-70 0,-8 1-114 15,-13 0-303-15</inkml:trace>
  <inkml:trace contextRef="#ctx0" brushRef="#br0" timeOffset="186067.1">20149 3209 555 0,'0'0'89'0,"0"0"-34"16,0 0 86-16,0 0-89 15,0 0-34-15,94-16-18 0,-50 6 0 16,3 0-8-16,3 0-20 16,1-4-77-16,-3-3-81 15,-5-5-328-15</inkml:trace>
  <inkml:trace contextRef="#ctx0" brushRef="#br0" timeOffset="186500.33">20790 2830 300 0,'0'0'1'0,"0"0"61"0,0 0 82 16,0 0-36-1,93 9-22-15,-44-9-23 0,10-1-24 16,5-2-20-16,5 3-19 15,-6 0-6-15,-10 0-70 16,-20 0-61-16,-16 0-140 16</inkml:trace>
  <inkml:trace contextRef="#ctx0" brushRef="#br0" timeOffset="186681.34">20850 3000 463 0,'0'0'226'0,"0"0"-223"16,0 0 50-16,102-6 41 15,-69 1-80-15,3 1-8 16,3 2-6-16,1-3-25 16,2-1-82-16,-2-7-147 15</inkml:trace>
  <inkml:trace contextRef="#ctx0" brushRef="#br0" timeOffset="187832.51">21776 2423 547 0,'0'0'118'15,"0"0"-37"-15,0 0 29 16,0 0-78-16,0 0-31 15,0 0-2-15,0 12-24 16,-5 25 9-16,-17 19 16 16,-8 18 0-16,-4 8 12 15,9 3-12-15,8-5-35 16,16-10-25-16,1-12 12 16,30-20-19-16,16-16 46 15,15-17 21-15,6-5 8 16,7-8 2-16,-8-13 8 15,-12-4 26-15,-15 1 8 0,-17 2 32 16,-10-3-55-16,-8 0-1 16,-4 1 20-16,-12-5-37 15,-25 3-8-15,-9 6-3 16,-12 8-1-16,0 11-21 16,10 1-43-16,8 9-73 15,17 8-25-15,19-5-275 16</inkml:trace>
  <inkml:trace contextRef="#ctx0" brushRef="#br0" timeOffset="188234.41">22293 2345 195 0,'0'0'487'16,"0"0"-398"-16,0 0 26 15,0 0-93-15,0 0-17 16,0 0-5-16,0 7-7 0,0 21 3 15,0 9 3-15,0 7 1 16,0 0 6-16,0-4-6 16,-5-4 0-16,-3-5 9 15,5-8-8-15,3-7-2 16,0-9-6-16,0-5 6 16,6-2-2-16,10 0 6 15,11-5-3-15,5-6 11 16,2 1-8-16,2 3-6 15,7 3-105-15,-1 0-93 16,2-1-107-16</inkml:trace>
  <inkml:trace contextRef="#ctx0" brushRef="#br0" timeOffset="188498.56">22671 2525 577 0,'0'0'138'0,"0"0"8"0,0 0-67 15,0 0-34-15,-34-75 23 16,34 72-46-16,0 3-9 16,0 0-12-16,0 0-1 15,0 25-9-15,-6 17-17 16,-4 25 26-16,-4 15-3 16,-4 1 3-16,-2-4 0 15,4-10-6-15,3-13 2 16,6-6-3-16,7-10-3 15,0-7-42-15,2-10-15 0,19-15-154 16,6-8-212-16</inkml:trace>
  <inkml:trace contextRef="#ctx0" brushRef="#br0" timeOffset="188665.15">22689 2992 532 0,'0'0'123'0,"0"0"-107"16,0 0-10-16,0 0-6 15,0 0 0-15,0 0-64 16,9 33-199-16</inkml:trace>
  <inkml:trace contextRef="#ctx0" brushRef="#br0" timeOffset="191994.07">20811 4160 136 0,'0'0'144'0,"0"0"6"0,0 0-24 16,0 0-22-1,0 0-14-15,0 0-36 0,0-3-52 16,0 0 6-16,-3 0 6 15,0 1-9-15,3-1-5 16,-3 3 11-16,3 0-10 16,0 0 6-16,0 0-7 15,0 0 0-15,0 0-4 16,0 0 4-16,0 0-1 16,0 0 0-16,0 0 2 15,0 0-6-15,0 0 3 16,0 0 0-16,0 0-6 15,0 0 5-15,9 0 3 0,0 0 0 16,-2 0 3-16,-2 7-11 16,-5 0 4-16,3 8 4 15,-3 2-8-15,0 7 10 16,0 4-2-16,0 0 0 16,0 2 4-16,3-2 0 15,6-5-4-15,1-3-17 16,0-5-17-16,-3 2-26 15,-7-2 6-15,-4 2-42 16,-24 0-117-16</inkml:trace>
  <inkml:trace contextRef="#ctx0" brushRef="#br0" timeOffset="193110.09">22613 5833 625 0,'0'0'96'0,"0"0"-85"16,0 0-11-16,0 0 0 15,0 0 5-15,0 0 0 16,-72 111 8-16,45-49 12 16,-1 8-24-16,0 3 7 15,2-2-4-15,7-9-3 16,4-11 15-16,9-14-16 15,6-13 0-15,5-12-5 0,21-12 12 16,13 0 6-16,3-17-1 16,-6-5-3-16,-8-4 39 15,-11 1-21-15,-6 0 1 16,-8-3 21-16,-3-1-40 16,-1 0 5-16,-23 6-11 15,-4 6 10-15,-2 11-26 16,2 6-25-16,11 7-86 15,4 10-65-15,10-4-204 16</inkml:trace>
  <inkml:trace contextRef="#ctx0" brushRef="#br0" timeOffset="193676.15">22897 5811 618 0,'0'0'159'0,"0"0"-20"0,0 0-69 16,0 0-55-16,0 0-15 16,0 0-3-16,-14 51 3 15,-4 2-4-15,-8 10 6 16,0 5-2-16,2-4 0 16,5-8 5-16,11-12-17 15,5-14-13-15,3-13-13 16,13-13 36-16,20-4-5 15,10-12 7-15,8-19 0 16,-3-2 5-16,-8-4 1 16,-12 2-6-16,-11 1 0 15,-10 5 14-15,-6 4 15 0,-1 7-6 16,0 9 7 0,0 3-12-16,0 6 14 0,0 0-32 15,0 0-9 1,0 12 5-16,-4 22-24 0,-9 17 28 15,-6 14 0-15,-1 3 2 16,2 1-4-16,5-3 2 16,0-7-5-16,11-4 1 15,2-6-22-15,0-11-9 16,0-12-44-16,4-15-211 16</inkml:trace>
  <inkml:trace contextRef="#ctx0" brushRef="#br0" timeOffset="195125.5">19880 6449 629 0,'0'0'126'0,"0"0"-38"16,0 0-22-16,0 0 3 0,0 0-54 15,0 0-14-15,0 0-1 16,0 8-28-16,0 13 21 16,-9 6-3-16,0 2 10 15,-1 0-4-15,8-5-16 16,2-9-3-16,0-5 2 16,20-5-9-16,14-5 26 15,6 0 3-15,2-10 1 16,-8-2 18-16,-13 4 21 15,-10 3 8-15,-7 4-2 16,-2 1-38-16,1 0-7 16,0 9-1-16,2 15-16 15,-3 7 0-15,-2 3 2 16,0 0 3-16,-18-5-7 16,-7-1 19-16,0-5-6 0,-4-4 6 15,3-3 0-15,1-6 2 16,0-3 0-16,-2-7 0 15,-3 0-2-15,-1 0 1 16,-2-3-10-16,3-7-36 16,10-7-215-16</inkml:trace>
  <inkml:trace contextRef="#ctx0" brushRef="#br0" timeOffset="195741.19">20009 6344 739 0,'0'0'168'15,"0"0"-102"-15,0 0-61 16,0 0-2-16,0 0 1 16,0 0-4-16,70 2 0 15,-8 2 5-15,10-4-2 16,4 0-1-16,-3 0-2 15,-4-9-10-15,-3-8 5 16,-4-3-23-16,-11-1 8 0,-8-1 15 16,-12-1 8-16,-10 2-4 15,-12 0 2 1,-9-1 7-16,0 2 46 0,-18-2-54 16,-15 3 0-1,-9 2 0-15,-4 11 3 0,2 6-5 16,9 6 2-16,4 21 0 15,8 4-7-15,9 8 7 16,8 3-1-16,6 1-5 16,1 0-11-16,26-9-12 15,17-12 8-15,16-15 9 16,6-7 2-16,-5-9 10 16,-12-13 0-16,-19 2 8 15,-14-3 22-15,-11 2 24 16,-5-2-32-16,0 1-13 0,-5 2 31 15,-8 6-37 1,4 4 20-16,5 9 11 0,4 1-34 16,-2 0 0-16,-2 16-16 15,-9 18 7-15,0 17-3 16,-4 10 12-16,3 6 0 16,-2 5-2-16,-2 1 9 15,-5 2-7-15,1-2 0 16,2 0-17-16,3-6 9 15,9-11-43-15,8-17-58 16,12-23-121-16,21-16-436 16</inkml:trace>
  <inkml:trace contextRef="#ctx0" brushRef="#br0" timeOffset="197057.12">15498 8799 218 0,'0'0'252'16,"0"0"-116"-16,0 0-73 15,0 0-3-15,0 0-9 16,0 0-12-16,6-29-7 15,-6 29-10-15,0 0 6 0,0 0 22 16,0 0-44-16,0 0-3 16,0 0-3-16,0 7-6 15,-11 15 3-15,-5 7 3 16,-2 9 0-16,-1-3 3 16,2 0-3-16,2-4 0 15,5-5 0-15,5-5-29 16,5-6-2-16,0-5-27 15,12-10-31-15,17 0 87 16,6-11-13-16,4-9 15 16,-2 2 0-16,-11 2 24 15,-6 6 38-15,-10 7-27 0,2 1-34 16,-4 2 3 0,0 0-4-16,2 10-5 15,-2 8 5-15,-5 5 0 0,-3 3-6 16,0 3 4-16,-21 2 2 15,-7 1 9-15,-3-3-6 16,1-2-3-16,5-5 9 16,3-5-7-16,2-5 5 15,3-3-7-15,-2-4-13 16,2-5 4-16,4 0-162 16,7-17-274-16</inkml:trace>
  <inkml:trace contextRef="#ctx0" brushRef="#br0" timeOffset="197624.03">15669 8727 740 0,'0'0'114'0,"0"0"-99"16,0 0-9-16,0 0-1 15,0 0-5-15,0 0 0 16,45-8 0-16,-17 8 2 16,4 3 4-16,4-3-6 15,4 0 0-15,2 0 20 0,7-4-20 16,-1-4 0 0,1-1 2-16,-4 1 1 0,-5 0-3 15,-18 4 0-15,-7 1 0 16,-14 3 6-16,-1 0 0 15,-4 0 0-15,-21 0-2 16,-7 0 3-16,-5 15-14 16,10 10 7-16,4 3-8 15,10 0 1-15,9 2-7 16,4-3-15-16,0-1-14 16,22-9-2-16,11-13 14 15,9-4 26-15,3-6 5 16,-5-16 25-16,-12 0-3 15,-10 1 38-15,-10 3-3 0,-8 3-26 16,0 2 22-16,0 2-35 16,-3 4-5-16,-5 4 12 15,1 3-25-15,-2 4-6 16,-2 23 3-16,-1 13 3 16,-2 12-8-16,9 12 8 15,3 7 0-15,2 9-13 16,0-3 12-16,7-7-16 15,-2-10 3-15,0-18-20 16,-1-11-29-16,-2-17-101 16,1-14-200-16</inkml:trace>
  <inkml:trace contextRef="#ctx0" brushRef="#br0" timeOffset="198787.57">15438 5034 587 0,'0'0'132'0,"0"0"-15"15,0 0-8-15,0 0-76 16,0 0-30-16,0 0-3 16,-22-2-2-16,11 37-6 15,-4 9 8-15,-1 3 0 16,-3 0 1-16,4-7 2 16,4-9-6-16,7-11-1 15,4-9-34-15,0-5 28 16,0-6-20-16,9 0 30 0,12-10 4 15,6-7-2-15,-8 5 3 16,-6 2 19-16,-4 6-24 16,-4 4 5-16,2 0-5 15,2 1-4-15,1 15-6 16,1 6 10-16,-5 1-4 16,-4 4 4-16,-2 2 0 15,0-4-7-15,-5-4 7 16,-6-3 0-16,-3-2 4 15,-3 0 2-15,-2-3-4 16,-3-1-1-16,0-3 5 16,-1-6-2-16,-1-3-4 15,-4 0-25-15,2 0-18 0,8-11-187 16,9-8-172-16</inkml:trace>
  <inkml:trace contextRef="#ctx0" brushRef="#br0" timeOffset="199387.32">15528 4913 589 0,'0'0'47'0,"0"0"-27"0,0 0-20 16,0 0-5-1,0 0 4-15,0 0 1 0,53 46 5 16,-23-35 33-16,4-6-19 16,10-5 14-16,8 0 27 15,14 0-52-15,5-9-4 16,-6-6-4-16,-12 0-23 16,-17 1-7-16,-23 1-7 15,-13 3 37-15,0-2 14 16,-27 5-3-16,-18 2 9 15,-13 4-15-15,-4 1-3 16,5 6 35-16,14 12-37 16,17 6 0-16,11 5-8 15,11 6 5-15,4 4 3 0,2-1 0 16,24-9 1-16,15-10 2 16,9-16-2-1,4-3 5-15,-6-7 14 0,-12-13-11 16,-9-1 48-16,-11-2-19 15,-9 0-16-15,-7 3 26 16,0 3-39-16,0 0-1 16,-7 5 20-16,1 7-19 15,4 3-5-15,2 2-4 16,-4 9-16-16,-2 21 14 16,-3 18-8-16,-3 14 10 15,0 9-6-15,3 5 9 16,2 3-3-16,-2 1 0 15,3-8-4-15,4-11-8 16,2-10-13-16,0-13-3 0,11-8-29 16,10-13-128-16,6-13-255 15</inkml:trace>
  <inkml:trace contextRef="#ctx0" brushRef="#br0" timeOffset="202268.4">14243 5170 74 0,'0'0'82'16,"0"0"-51"-16,0 0 5 15,0 0 22-15,0 0-25 16,0 0 2-16,0 0 26 16,0 0-21-16,5 0-30 15,7 0-10-15,0 0-2 16,-5 0-3-16,-2 0-26 15,-4 0 19-15,-1-2 12 16,0 1 19-16,0-1 28 16,0-1 2-16,0-1-25 15,0 3 43-15,0-2-37 16,0 1 3-16,0 0 9 0,0 1-26 16,0 0 50-16,0 1-45 15,0 0-12-15,0-2 31 16,0 2-22-16,-1 0 4 15,-1 0 10-15,2 0-11 16,0 0 6-16,0 0-19 16,0 0-6-16,0 0 13 15,0 0-15-15,0 0-9 16,0 3 7-16,3 16-1 16,5 14-3-16,-5 12 3 15,-3 9 3-15,0 9-3 16,-2 3 5-16,-10 3-2 0,-4-2 2 15,4 2 0-15,0-4-4 16,3-9 1-16,2-7 1 16,2-12-2-16,0-9 4 15,2-3-2-15,0-5 6 16,3-5-4-16,0-3-4 16,0-6-5-16,0-2 7 15,0-2-16-15,0-1 16 16,0-1 0-16,0 0 11 15,0 0 6-15,0-18 16 16,0-8-33-16,5-9 0 16,6-2-4-16,2-7 4 15,2-1 0-15,4 3-2 16,-2 1-13-16,-1 7 14 0,-4 4-7 16,-6-1 8-16,1 2-8 15,-2-2 8-15,-4-2 0 16,-1-1 1-16,0-1 3 15,0-2-3-15,0 0-1 16,-6 1 0-16,-4 1 19 16,1 4-14-16,1 6 3 15,0 4 6-15,5 4-12 16,1 5 1-16,2 4-3 16,0 3 0-16,0 1 3 15,0 4 3-15,0 0-6 16,0 0 11-16,0 0-10 15,0 0-2-15,0 0-1 0,0 0 2 16,0 0-10-16,0 0 4 16,0 8-21-16,0 14 14 15,9 8 13-15,0 9-4 16,-2 0 4-16,0 2 0 16,-7 5-8-16,0-3 8 15,0 4 0-15,-11 0-2 16,-8 1 5-16,-2 1-5 15,0-5 2-15,3-3 0 16,7-2 2-16,5-9-2 16,3-5-1-16,3-5-1 0,0-8 4 15,0-5-3-15,0-3 1 16,0-3 0 0,0 1 0-16,0-2 0 0,0 0 0 15,0 0 6-15,0 0-5 16,0 0 3-16,0 0-4 15,0-4 0-15,0-13-5 16,13-3-48-16,7-1-61 16,0 1-111-16,-7 6-161 15</inkml:trace>
  <inkml:trace contextRef="#ctx0" brushRef="#br0" timeOffset="204782.31">13533 5008 616 0,'0'0'51'16,"0"0"-22"-16,0 0 38 15,0 0 10-15,0 0-73 0,0 0-4 16,-6 14-10-16,-1 0 1 16,-6 10 4-16,-7 8 5 15,-5 7 0-15,-7 4 7 16,0 3-4-16,-4 1 0 15,-4 2-3-15,5-4 2 16,6-7 3-16,9-9-5 16,10-11-24-16,10-6 22 15,0-5-40-15,7-7 30 16,19 0 9-16,9-1 3 16,11-17 15-16,3-2-15 15,-2 0-5-15,-2-3-2 16,-5 3-35-16,-4 1-30 0,-8 0-34 15,-12 5-5 1,-10 3 73-16,-6 2 38 0,0 1 67 16,0 1 50-16,-10 2-63 15,0-2 17-15,1 3 31 16,3 4-36-16,5 0 2 16,0 0-68-16,-6 14-9 15,-5 16 7-15,-6 12 3 16,-2 9-1-16,1 5 0 15,1 2 2-15,6-2 0 16,8-6-2-16,4-4 0 16,0-7 2-16,0-3-2 0,0-6-44 15,0-13-170-15,6-8-419 16</inkml:trace>
  <inkml:trace contextRef="#ctx0" brushRef="#br0" timeOffset="205648.75">13708 5342 485 0,'0'0'87'16,"0"0"-48"-16,0 0 3 16,0 0-21-16,0 0 8 15,0 0 8-15,66-34 36 16,-55 26 12-16,-3 4-52 15,-4-1-16-15,-1 5 26 16,0-3-33-16,5 3-8 16,8 0-2-16,6 0-6 15,1 6-4-15,2 7-30 16,-7 4-17-16,-7 0 10 16,-8 1-31-16,-3 1 55 15,-8-2 13-15,-17 2 10 16,-8 1 8-16,-1-1-8 15,2 0 24-15,6 3 13 0,3 0-30 16,8 2-4-16,5 3-3 16,1-1 0-16,7 1-11 15,2-6-27-15,0-3-12 16,7-7 41-16,3-3 7 16,-5-3 1-16,0-1 1 15,-5 1 0-15,0 5 6 16,0 4-5-16,-1 5-1 15,-10 1 10-15,-2 4-9 16,1-4 5-16,-3-1-6 16,-1-4-30-16,-2-6 21 0,3-4-16 15,2-2 15 1,2-3 6-16,3 0 4 0,5-5 0 16,3-8 0-16,0-3-30 15,5 1-26-15,7 2 24 16,2 2 32-16,-4 4 14 15,-1 0 58-15,-9 2 14 16,3 4 35-16,-3 1-83 16,1 0-38-16,2 0-15 15,-3 9-208-15,0 0-303 16</inkml:trace>
  <inkml:trace contextRef="#ctx0" brushRef="#br0" timeOffset="206646.89">10080 5459 589 0,'0'0'67'16,"0"0"-67"-16,0 0 0 16,0 0 0-16,0 0 6 15,-30 109-6-15,16-67 0 16,0 2 28-16,1-5-28 16,5-2 0-16,8-4 9 15,0-8-9-15,8-8 3 16,26-13-3-16,15-4-20 15,14-23 10-15,0-10-56 0,-8-3 41 16,-15 2 25-16,-13 5 12 16,-11 4 6-16,-11 5 24 15,-5 2-3-15,0 8 105 16,0 3-83-16,-2 4-29 16,-2 3-9-16,-5 0-23 15,-2 20-6-15,-4 15 5 16,-2 12 1-16,-1 7-2 15,3 10 2-15,5 1 0 16,5-4 0-16,5-7-1 16,0-11-2-16,5-7-54 0,11-16-98 15,3-14-111-15</inkml:trace>
  <inkml:trace contextRef="#ctx0" brushRef="#br0" timeOffset="207280.71">10498 5567 518 0,'0'0'164'15,"0"0"-106"-15,0 0 58 16,0 0-66-16,0 0-17 15,0 0-12-15,13-42-12 16,11 28 3-16,5 3-12 16,8 0 0-16,-1 6-3 0,-5 2 3 15,-1 3-4 1,-8 0 3-16,-8 0-22 0,-7 8-7 16,-7 7-36-16,0 4-30 15,-18 5 60-15,-13 3-40 16,4-3 32-16,2-2-40 15,9-6 62-15,6-3 19 16,8-1 6-16,2 0 6 16,0 3 55-16,8 4-20 15,14 6 0-15,10 3-22 16,4 1-20-16,-2 1 16 16,-7-4-18-16,-11-5 7 15,-11-9 1-15,-5-4-1 16,0 1 6-16,-5 1 41 15,-22 5 24-15,-11-1-31 0,-13 2-31 16,-8 2-13-16,6 1 11 16,8 0-14-16,14-8-109 15,15-8-401-15</inkml:trace>
  <inkml:trace contextRef="#ctx0" brushRef="#br0" timeOffset="208363.1">7865 6021 586 0,'0'0'84'16,"0"0"-2"-16,0 0 18 15,0 0-30-15,0 0-43 0,0 0 4 16,-7-23-20-16,7 20-1 16,0-5-3-16,0-4-7 15,19-4 0-15,11-7-5 16,9-1 5-16,4-2-5 16,2 2 4-16,-5 4 1 15,-3 6-6-15,-6 5 5 16,-4 6-16-16,-8 3 16 15,-6 3-36-15,-6 11-4 16,-7 9-7-16,0 5 28 16,-20 5 12-16,-9-1 8 0,1-3 0 15,5-4 10-15,7-7-7 16,10-3-3-16,2-3 0 16,4 0 0-16,0 1-4 15,12 0 3-15,4-3 1 16,-4 3 0-16,4-4 2 15,-5-2-2-15,-4 1 0 16,-2 0 3-16,-4 0-9 16,-1 4 6-16,0 3 0 15,-1 5 9-15,-13 1-5 16,-2 0 1-16,-4-2-5 16,0-1 2-16,-3-4 8 15,-2 1-10-15,-1-5 0 16,-2 0 7-16,1-3-7 0,3-2-3 15,7-3-78-15,12-2-40 16,5-2-73-16</inkml:trace>
  <inkml:trace contextRef="#ctx0" brushRef="#br0" timeOffset="208779.28">8368 5951 568 0,'0'0'0'0,"0"0"0"15,0 0 2-15,0 0 35 16,9 88-2-16,-9-52-8 15,-1-2-10-15,-5 0 13 16,3-3-30-16,3-6 0 16,0-11 6-16,6-11-1 15,16-3 5-15,11-14 59 16,4-14-33-16,0-6-1 16,-6-3-23-16,-9 4 16 15,-9 1 7-15,-9 1-9 0,-4 2-15 16,-6-3 2-1,-21 3-3-15,-8 7-1 0,-7 13-9 16,5 9-12-16,5 12-22 16,10 21-97-16,10-1-95 15,9-3-391-15</inkml:trace>
  <inkml:trace contextRef="#ctx0" brushRef="#br0" timeOffset="211575.36">13568 8874 184 0,'0'0'239'15,"0"0"-86"-15,0 0-47 16,0 0 49-16,0 0-92 15,0 0-28-15,0 0-35 16,5-17 8-16,-5 17-21 16,0 3 5-16,0 14 8 15,0 7-3-15,0 5 6 16,0 0 0-16,0 1-3 16,0-4 0-16,0-1-10 15,-1-2-2-15,-5-6-7 16,3-3-19-16,3-6 8 0,0-6 2 15,5-2-4 1,20-2 32-16,8-11 7 0,0-3-1 16,-6 3-6-16,-7 6 22 15,-3 7-9-15,-6 0-13 16,-1 0 0-16,3 17 0 16,-6 10-15-16,-3 7 12 15,-4 4-3-15,0 0 5 16,-17-4 2-16,-1-6-1 15,-1-4 0-15,1-7 1 16,-4-1 42-16,-1-6-27 16,-2 0 0-16,-3-6 17 0,-1-4-22 15,2 0 4 1,2 0-15-16,3-6 5 0,8-2 3 16,8-2-8-16,6-6-72 15,0-6-237-15</inkml:trace>
  <inkml:trace contextRef="#ctx0" brushRef="#br0" timeOffset="211813.25">13623 8839 721 0,'0'0'96'0,"0"0"-96"16,0 0-1-16,0 0-3 16,0 0 8-16,0 0-9 15,33 7 5-15,-12-6 0 16,5-1 0-16,7 0 0 16,5-5-75-16,-1-6-44 15,-6-1-225-15</inkml:trace>
  <inkml:trace contextRef="#ctx0" brushRef="#br0" timeOffset="212592.18">14011 8942 466 0,'0'0'222'0,"0"0"-55"16,0 0-107-16,0 0 5 16,0 0-28-16,0 0-26 0,-21-65 20 15,21 57-31 1,18-3 0-16,5 1-4 0,1 4 8 16,5 2-8-16,-4 2 4 15,1 2-4-15,-1 0-6 16,-6 4-27-16,-7 9-19 15,-7 8 5-15,-5 2-15 16,0 5 33-16,-21 0-20 16,-5 0 24-16,-4-6 17 15,4-1 12-15,5-5 0 16,9 2-2-16,5-1 6 16,7 2-9-16,0 4 4 15,5 3 1-15,12-3-8 16,7-1-2-16,-5-3 6 15,-4-6 1-15,-4-6 6 0,-6-4-1 16,-3-1 6-16,-2-2 42 16,0 3 26-16,0 3-69 15,-16 8-1-15,-14 4 22 16,-8-1-3-16,-11 0-4 16,-2 0-21-16,4-2 1 15,12-3 0-15,18-2-1 16,17-4-161-16,4-6-35 15</inkml:trace>
  <inkml:trace contextRef="#ctx0" brushRef="#br0" timeOffset="212735.39">14112 9302 44 0,'0'0'796'15,"0"0"-714"-15,0 0-6 16,0 0-29-16,0 0-41 15,0 0-6-15,-12-14-222 16,12 20-134-16</inkml:trace>
  <inkml:trace contextRef="#ctx0" brushRef="#br0" timeOffset="213690.2">10055 9191 641 0,'0'0'109'0,"0"0"-2"16,0 0-56-16,0 0-35 0,0 0-16 15,0 0-4-15,-21 29-5 16,0 6 11-16,2 7-2 16,-2 0 0-16,3-8 3 15,8-5-9-15,4-8 4 16,6-6-50-16,0-6 25 15,6-6-38-15,18-3 43 16,13-6 18-16,2-12 8 16,-2 1 4-16,-9 7 0 15,-8 1 29-15,0 8 12 16,-3 1-49-16,1 5-2 16,-3 15-1-16,-5 9 6 15,-8 9-11-15,-2 4 8 16,-12 2 0-16,-9-4 0 0,-5-7 2 15,3-8-2-15,6-11 9 16,2-4-2-16,0-6 32 16,-4-3-17-16,-6-1 4 15,-5 0 3-15,0 0-28 16,-4-1-2-16,1-3-4 16,3 0-77-16,8-5-107 15,13-10-377-15</inkml:trace>
  <inkml:trace contextRef="#ctx0" brushRef="#br0" timeOffset="213920.69">10045 9204 697 0,'0'0'124'15,"0"0"-61"-15,0 0-41 16,0 0 39-16,0 0-60 16,0 0 10-16,30-18-12 15,13 11 1-15,12 0-18 16,2-1-53-16,-1-2-140 16,-11-6-198-16</inkml:trace>
  <inkml:trace contextRef="#ctx0" brushRef="#br0" timeOffset="214556.22">10449 9215 752 0,'0'0'146'15,"0"0"-74"-15,0 0-48 16,0 0-11-16,0 0 0 16,46-75-12-16,-16 63-1 15,1 1 0-15,-2 4 4 16,-6 6-9-16,-3 1 5 16,-6 0-2-16,-4 14-8 15,-5 8-17-15,-5 7 3 16,0 1-1-16,-10 1-7 0,-6-2 30 15,-1-8-12-15,7-7 14 16,4-3-4-16,4-7 4 16,2 1-3-16,0 3 1 15,0 4 2-15,9 5-3 16,6 0 3-16,3 0 0 16,1 2 3-16,-2-2-1 15,-4 0-2-15,-4-3 0 16,-6-2 2-16,-3-2-4 15,0 0 2-15,-14 4 0 16,-16 1 26-16,-9 2-5 16,-8-1-12-16,3-3-1 0,5-7-7 15,9-2 7 1,14 0-8-16,13-4-31 0,3 0-110 16,34-24-394-16</inkml:trace>
  <inkml:trace contextRef="#ctx0" brushRef="#br0" timeOffset="-213675.48">8046 9554 582 0,'0'0'141'0,"0"0"-18"16,0 0-68-16,0 0-7 15,0 0-17-15,0 0-13 16,-7-23-10-16,7 14-1 16,1-2-3-16,15-4-4 15,8-2 0-15,7 0-1 0,2 0 5 16,0 3-4-1,-2 1 0-15,1 3 1 0,-2 4-4 16,-1 3 3-16,-5 3-12 16,-6 0 9-16,-6 0-25 15,-6 12 0-15,-6 5 6 16,0 10 19-16,-13 4-7 16,-17 1 10-16,-4 3 0 15,-1-1 3-15,7-7 1 16,8-5-5-16,10-7 1 15,6-3 0-15,4-2-8 16,0-3 8-16,0 0-29 16,10-1 27-16,3-2 2 15,-2 0-1-15,-2-1 1 0,-4 2 0 16,2 1-3-16,-3 2 3 16,2 2-6-16,-1 4 1 15,2 6 10-15,-6 2-4 16,-1 0-1-16,0-1 0 15,0-4 1-15,-8-2-1 16,-10-1 0-16,-8-2 7 16,-8 1-6-16,-9-4 4 15,-2 1-5-15,2-2 2 16,6-4 10-16,11-2-12 16,13-2 0-16,11 0-4 15,2 0-133-15</inkml:trace>
  <inkml:trace contextRef="#ctx0" brushRef="#br0" timeOffset="-213009.06">8465 9456 292 0,'0'0'59'15,"0"0"22"-15,0 0 56 16,0 0-47-16,0 0-7 16,0 0 19-16,-9-17-45 15,9 11 29-15,0 1-58 16,0-1-10-16,0-5 2 16,6-1-18-16,19-5-4 15,13-4 2-15,6-1 0 16,3 2-2-16,-6 8 2 15,-8 2 0-15,-8 6-6 0,-8 4 6 16,-5 0-2-16,-3 1-16 16,-5 12-18-16,-4 4 20 15,0 5-20-15,-9 4 26 16,-16 5 4-16,-6-3 10 16,1-1-8-16,2-6 4 15,13-1 0-15,3-4-1 16,4 4 1-16,5 1-1 15,3 4-8-15,0-2 8 16,0 0-26-16,8-4-1 16,8-4 16-16,-2-3 1 15,-1-5 14-15,-4 0-3 0,-6-3 22 16,-2 1-7-16,-1-2-5 16,0 8-10-16,0 3 1 15,-6 5 10-15,-15 4-10 16,-8 2-1-16,-6 1 8 15,-5 1-8-15,6-5-31 16,13-10-198-16</inkml:trace>
  <inkml:trace contextRef="#ctx0" brushRef="#br0" timeOffset="-212868.9">8680 9828 761 0,'0'0'125'16,"0"0"-55"-16,0 0 4 0,0 0-38 15,0 0-8-15,0 0-28 16,-9-13-26-16,1 17-38 16,-2 4-184-16</inkml:trace>
  <inkml:trace contextRef="#ctx0" brushRef="#br0" timeOffset="-210026.26">3849 7100 384 0,'0'0'262'0,"0"0"-127"0,0 0-48 16,0 0-5-16,0 0-45 15,0 0-17-15,-8-26-5 16,8 23-11-16,0 0 1 16,0-1-5-16,0-1 0 15,0 0 0-15,4 1 0 16,13-6 0-16,6 1 0 16,7-2-1-16,3 5-10 15,-4 6-3-15,-1 0-40 16,-5 1 32-16,-7 17-52 15,-10 3-13-15,-6 6 44 0,-9 2 32 16,-21 2 7-16,-1 1 4 16,-6-5 0-16,2 1 13 15,4-2-6-15,7-3 4 16,11-1-11-16,5-5 4 16,8 0-10-16,0 2 5 15,12-2 1-15,12-3-5 16,4 1 6-16,2-3-1 15,-3-5 0-15,-12 3 5 16,-3-4 3-16,-11 2-8 16,-1 0 0-16,0 4 11 15,0 5-9-15,-13 4 6 0,-10 0 1 16,-2-1-7-16,-10 2 10 16,0-5-12-16,-2 3 0 15,1-4 3-15,6-3-3 16,6-3-40-16,16-10-22 15,8-2-217-15</inkml:trace>
  <inkml:trace contextRef="#ctx0" brushRef="#br0" timeOffset="-209628.77">4307 7136 573 0,'0'0'216'0,"0"0"-108"16,0 0-73-16,0 0-35 16,0 0 0-16,0 0-4 15,-30 77 5-15,22-34-1 16,4 3 0-16,2-9 2 15,2-10-4-15,2-12 2 16,23-13-13-16,8-2 9 16,7-19 7-16,5-17-3 0,-2-7 0 15,-7-2 6 1,-6 4 6-16,-12 8 1 0,-12 6-7 16,-6 0 43-16,-8 4-37 15,-28 4 6-15,-25 6-18 16,-19 13 8-16,-14 0-17 15,6 27-2-15,19 6-69 16,32-4-54-16,31-7-363 16</inkml:trace>
  <inkml:trace contextRef="#ctx0" brushRef="#br0" timeOffset="-208796.47">2120 7474 502 0,'0'0'156'0,"0"0"-65"16,0 0 8-16,0 0-83 0,0 0-14 15,0 0-2-15,-48 85 2 16,39-48-4-16,6 7-2 16,3-2 4-16,0-4 4 15,12-9-4-15,15-17-3 16,10-12 2-16,8-3 2 15,7-26 9-15,-3-5 6 16,-11-1-9-16,-15 0 58 16,-12 6-12-16,-8 3-33 15,-3-1 8-15,-3 4-26 16,-24 4 0-16,-15 7-2 16,-14 10-15-16,-14 2 12 15,-3 17-44-15,5 8-53 16,16-6-139-16</inkml:trace>
  <inkml:trace contextRef="#ctx0" brushRef="#br0" timeOffset="-206913.03">20347 5297 315 0,'0'0'231'0,"0"0"-187"15,0 0-16-15,0 0 44 16,0 0-21-16,0 0-45 15,-24-4-6-15,9 19 0 16,-3 6 10-16,-1 3-4 0,1 6 0 16,2 1 17-1,-1 5-23-15,4-2 10 0,4-1-10 16,4-3 0-16,5-9-4 16,11-7 4-16,26-10-6 15,18-4-2-15,8-5-22 16,-2-14 10-16,-7-5 20 15,-12-1 8-15,-11-4 64 16,-6-2-21-16,-9-3-9 16,-10 1 11-16,-6 0-18 15,-3 0-9-15,-25 1-26 16,-15 1 7-16,-9 6-10 16,-7 6 3-16,9 13-9 15,16 6-14-15,17 13-86 16,17 13-145-16,26 2-217 0</inkml:trace>
  <inkml:trace contextRef="#ctx0" brushRef="#br0" timeOffset="-205549.86">13702 4272 485 0,'0'0'109'0,"0"0"-39"16,0 0 64-16,0 0-81 16,0 0-32-16,0 0 14 15,-9-14-23-15,2 14-5 16,-5 0-7-16,-3 5 2 15,-10 16-10-15,-5 8 8 0,0 11 0 16,4 2-2-16,4 4 2 16,8-4 0-16,9-2 0 15,5-6-7-15,8-4 4 16,22-7-12-16,14-12 15 16,8-11-7-16,6-1 9 15,-3-23-2-15,-9-5 0 16,-7-3 5-16,-7 0 7 15,-7-3 9-15,-7 1-7 16,-8-2 28-16,-10-1-15 0,0 1-11 16,-28 4-9-1,-17 6 2-15,-7 11-16 0,3 9 7 16,10 6-25 0,14 6 2-16,6 21-53 0,5 7-43 15,5 0-189-15</inkml:trace>
  <inkml:trace contextRef="#ctx0" brushRef="#br0" timeOffset="-204400.61">8244 4884 452 0,'0'0'217'0,"0"0"-64"15,0 0-74-15,0 0-24 16,0 0-30-16,0 0-1 0,-30-14-24 15,7 30 0-15,-7 14-1 16,-3 13 1-16,3 8-1 16,3 6-11-16,8 0 11 15,6-4 1-15,5-6-5 16,8-10 1-16,0-10-8 16,12-15 3-16,19-12 7 15,14-1 0-15,8-27 4 16,4-6 1-16,-6-7-3 15,-9 2 0-15,-11 0 42 16,-11 2-40-16,-6 1 0 16,-8 1 9-16,-6 6-2 15,0 1-5-15,-16 3 0 0,-8 3 2 16,-4 3-3-16,-4 10-3 16,-2 6-7-16,-6 3-3 15,6 6-55-15,-1 15-18 16,10-1-107-16,10-3-254 15</inkml:trace>
  <inkml:trace contextRef="#ctx0" brushRef="#br0" timeOffset="-203235.39">2141 6328 84 0,'0'0'404'0,"0"0"-267"0,0 0-77 16,0 0 19-16,0 0 19 16,0 0-74-16,-27-31-1 15,25 31 5-15,1 0-8 16,-5 0-17-16,-6 19-3 16,-3 12 0-16,-3 8-4 15,3 8 4-15,6-1 0 16,1 4-5-16,8-5 10 15,0-4-8-15,14-7 3 16,11-16-10-16,16-14 7 16,12-5-8-16,12-33 11 15,5-17 1-15,-7-8 0 0,-8-3 4 16,-19 6-5 0,-16 8 2-16,-15 9 39 0,-5 7-24 15,-25 9-5-15,-15 6-4 16,-24 10-4-16,-16 7-8 15,-3 16 1-15,8 13-27 16,20 5-7-16,23 0-35 16,23-2-109-16,9-6-156 15</inkml:trace>
  <inkml:trace contextRef="#ctx0" brushRef="#br0" timeOffset="-201350.49">13639 8126 394 0,'0'0'120'0,"0"0"-18"16,0 0-12-16,0 0 8 16,0 0-46-16,0 0 10 15,-3-33-34-15,5 22 22 16,4 0-38-16,7-3-11 16,10-7 11-16,6-3-12 15,10-2 0-15,6-3 0 16,0 7 6-16,-2 2-7 0,-7 10 1 15,-8 5 0-15,-3 5-7 16,-8 0 7-16,-5 11-11 16,-12 15-18-16,-3 9-2 15,-26 6 29-15,-12 2-6 16,-1-4-22-16,3-6 27 16,9-10-6-16,11-4 7 15,11-7 2-15,7-4-37 16,1-2-24-16,0-3 9 15,13-3 52-15,5 2 0 16,-2-2 2-16,1 3-2 16,-5 0 3-16,0 3 2 15,1 0 2-15,-1 6-7 16,0 0 0-16,-3 2-4 0,-6-1 4 16,-3 2 0-16,0-3 3 15,-15-1 4-15,-7 1 52 16,-8 0-33-16,-6-2-5 15,-8-1 23-15,-7-2-44 16,-9-4 4-16,-3 1 14 16,5 0-17-16,16 2-1 15,28-6-38-15,14 0-425 16</inkml:trace>
  <inkml:trace contextRef="#ctx0" brushRef="#br0" timeOffset="-200055.32">8168 8729 420 0,'0'0'132'16,"0"0"-43"-16,0 0-29 15,0 0 18-15,0 0-29 16,0 0 7-16,-4-13-31 16,2 8-5-16,2-3 12 15,0 1-11-15,0 1-6 16,6-6-15-16,15-2 7 15,12-1-4-15,10-4-3 16,4 2 0-16,3 3-4 16,1 1 8-16,-8 6-5 15,-9 5 1-15,-7 2 0 0,-8 0-9 16,-8 5 9-16,-9 12-28 16,-2 6 8-16,-11 4 3 15,-29 9 16-15,-5 1 0 16,-7-3 1-16,4-5 6 15,17-9-6-15,12-6 0 16,17-2-5-16,2-3-1 16,11-2-11-16,21-1 11 15,5-2-3-15,4-1 2 16,-5-2-11-16,-7 2 14 16,-8-1-1-16,-10 1 8 15,-7 2-6-15,-2-2 3 16,-2 4-9-16,0 4 5 0,0 5 8 15,-14 4-4-15,-7 1 15 16,-4 1-14-16,-5-2 7 16,-2-2-8-16,0-2 1 15,-1-5 8-15,3-2-9 16,7-6-5-16,9-3-2 16,8 0-29-16,6 0-60 15,3-11-218-15</inkml:trace>
  <inkml:trace contextRef="#ctx0" brushRef="#br0" timeOffset="-199917.49">8462 9025 659 0,'0'0'101'16,"0"0"4"-16,0 0-76 15,0 0-29-15,0 0-178 16,0 0-403-16</inkml:trace>
  <inkml:trace contextRef="#ctx0" brushRef="#br0" timeOffset="-195080.5">4999 5717 529 0,'0'0'94'16,"0"0"-52"-16,0 0 34 15,0 0 29-15,0 0-74 16,0 0-26-16,0 0 29 16,0 0-33-16,0 0 8 15,0 0 17-15,0 0-14 16,0 0-5-16,0 0-7 15,0 0 0-15,0 0-4 16,0 0 4-16,0 0-6 16,0 0-4-16,0 0-24 0,0 0-26 15,14-1-71-15,12-8 36 16,6-7-100-16,1-2-118 16</inkml:trace>
  <inkml:trace contextRef="#ctx0" brushRef="#br0" timeOffset="-194910.63">5351 5550 305 0,'0'0'186'0,"0"0"-56"15,0 0-26-15,0 0-18 16,0 0-33-16,0 0-47 16,35-30-6-16,-5 19-7 15,15-3-38-15,13-2-61 0,12-4-58 16,0-3-160-16</inkml:trace>
  <inkml:trace contextRef="#ctx0" brushRef="#br0" timeOffset="-194755.86">5868 5352 582 0,'0'0'74'15,"0"0"-15"-15,0 0 27 16,0 0-47-16,0 0-33 15,0 0-6-15,55-30-65 16,-8 15-29-16,12-4-169 0</inkml:trace>
  <inkml:trace contextRef="#ctx0" brushRef="#br0" timeOffset="-194576.31">6374 5141 415 0,'0'0'195'0,"0"0"-102"16,0 0-5-16,0 0-18 16,0 0-70-16,0 0-80 15,70-37 78-15,-19 23-62 16,14-3-61-16,7-3-39 16,0 1-82-16</inkml:trace>
  <inkml:trace contextRef="#ctx0" brushRef="#br0" timeOffset="-194389.18">6914 4937 331 0,'0'0'141'16,"0"0"-31"-16,0 0 3 15,0 0 18-15,0 0-71 16,0 0-45-16,7-38-13 16,17 28-4-16,3 1 2 15,6 0 0-15,4 2-8 16,3 1-33-16,-1-2-15 15,0 2-48-15,-6-4-8 0,-9 0-119 16</inkml:trace>
  <inkml:trace contextRef="#ctx0" brushRef="#br0" timeOffset="-193710.59">7000 4642 708 0,'0'0'149'16,"0"0"-95"-16,0 0 19 16,0 0-73-16,0 0 7 15,0 0-18-15,21-9 13 0,13 18-2 16,7 0 0-16,5-1 2 15,5 1 1-15,2-2-3 16,-2 0 0-16,-3 2 0 16,-13 2 2-16,-12 0-4 15,-8 3 2-15,-12 2-18 16,-3 7 18-16,0 3-12 16,-15 3 12-16,-3 0 1 15,-1 1 0-15,2-8-1 16,2-4 0-16,3-4 4 15,2-3-6-15,4-2 2 16,3-2 0-16,0-4 0 0,2-1 0 16,1-1 0-16,0-1 0 15,0 0 5-15,-3 0 10 16,3 0 6-16,-2 0 1 16,-1 0 32-16,-2 0-23 15,-3 0-13-15,0-5-11 16,4 2-5-16,1 3 13 15,1 0-15-15,2 0 0 16,0 0-7-16,0 0 7 16,0 0-14-16,0 0-7 15,0 0-8-15,0 0 22 16,0 0-16-16,0 0 19 16,0 0-4-16,-1 0 9 15,-3 5-1-15,3 0 0 16,0-3 3-16,1-2-3 0,0 0 0 15,0 0 0-15,0 0 0 16,0 0 0-16,0 0 0 16,0 0 0-16,0 0-2 15,2 0-4-15,18-9-72 16,4-14-519-16</inkml:trace>
  <inkml:trace contextRef="#ctx0" brushRef="#br0" timeOffset="-193011.57">6924 4734 311 0,'0'0'172'0,"0"0"-96"15,0 0 15-15,0 0 19 0,0 0-41 16,0 0-43-16,0 0-8 15,20 0-14-15,13 0-4 16,14 0 0-16,7 5 0 16,8 2-7-16,4-4 3 15,4-1-26-15,5-2 14 16,-1 0-20-16,-8 0 16 16,-17-8 17-16,-19 3 6 15,-16 2 9-15,-14 3 39 16,0-3 22-16,0 1-19 15,0-3-31-15,-5-2-10 16,-6-1-13-16,-2 1 4 0,3 3-3 16,4 1-1-16,1 3 0 15,4 0 2-15,1 0-1 16,0 0-2-16,0 0-2 16,0 0-13-16,0 4-5 15,0 9-1-15,0-4 22 16,0-1-7-16,0-6 11 15,0 1-4-15,0 8 0 16,0 9-1-16,-11 16-5 16,-7 17 6-16,-7 9 0 15,-3 13 3-15,2 8-1 16,3-3-2-16,3 0 0 16,-1-7 1-16,2-11-12 0,4-12 8 15,3-17-17 1,5-14-14-16,4-12 13 0,3-7-7 15,0 0-29-15,0-15-103 16</inkml:trace>
  <inkml:trace contextRef="#ctx0" brushRef="#br0" timeOffset="-192909.58">7358 5338 458 0,'0'0'76'15,"0"0"-3"-15,0 0-24 16,0 0-49-16,0 0-180 15</inkml:trace>
  <inkml:trace contextRef="#ctx0" brushRef="#br0" timeOffset="-192012.83">10837 4563 0 0,'0'0'332'16,"0"0"-315"-16,0 0 114 15,0 0 23-15,0 0-57 16,0 0-11-16,30-4-63 16,1-5 3-16,6-3-9 15,6 0-12-15,9 1 14 16,11 2-19-16,8 0-4 15,13 0-25-15,10 1-123 16,3-4-121-16</inkml:trace>
  <inkml:trace contextRef="#ctx0" brushRef="#br0" timeOffset="-191576.95">11843 4400 395 0,'0'0'211'0,"0"0"-59"0,0 0-44 16,0 0-17-16,0 0-34 15,0 0-36-15,32-75-21 16,10 72-14-16,25 2-39 16,22 1-7-16,8 0-92 15,-6 1-24-15,-18 5-64 16,-26-2 84-16,-24-1 94 16,-14-3 62-16,-9 0 75 15,0 0 71-15,2 0-28 16,-1 0-88-16,2 0-7 15,1-3 55-15,0 1 2 16,-4 0 5-16,0 2-12 0,0 0 7 16,1 0-62-16,2 0-16 15,8 0-2-15,11 0 6 16,17-3-9-16,16-1 3 16,9-4 0-16,6 0 4 15,-4-1-4-15,-8 1 0 16,-9 0-4-16,-14-2 11 15,-10 3-9-15,-10-1 2 16,-9 3 0-16,-2 1-7 16,1-1-34-16,1 2 2 15,4-1-19-15,4 3-89 16,2 1 39-16,4 0-42 16,0 0-27-16</inkml:trace>
  <inkml:trace contextRef="#ctx0" brushRef="#br0" timeOffset="-190680.82">12784 4014 502 0,'0'0'107'16,"0"0"-50"-16,0 0-6 16,0 0-42-16,0 0-2 15,0 0-7-15,-19 25 0 16,41-5-1-16,10 0 1 15,5-1 0-15,4-5 25 16,-1-5-18-16,0-1 6 16,-3-3-2-16,0-2-10 15,1 0 5-15,-5 0-6 16,-11 0 0-16,-6 2-3 16,-8-2 3-16,-8 0 0 15,0 0-4-15,0 3 8 0,-12-2 9 16,-6 1 3-1,2 0 11-15,2-5 34 0,5 5-27 16,-3 3-19-16,-4 6-15 16,-6 8 3-16,-1 6-2 15,-2 1-1-15,7 1-17 16,4-1 13-16,4-8-21 16,4-8 19-16,4-4 2 15,1-5 6-15,1-4-2 16,0 0 0-16,0 0 4 15,0 0 75-15,0 0-43 16,0-8-15-16,0-1-9 16,0 1-11-16,0 4 6 0,0 0-7 15,0 2 0-15,0 2-1 16,0 0 1-16,0 0 0 16,0 0-5-16,0 0 5 15,0 0-6-15,0 0-2 16,0 0-2-16,0 0 4 15,0 0-19-15,0 0 9 16,0 9-3-16,-3 6 16 16,-10 7-3-16,-8 7 6 15,-9 10 0-15,-7 14-6 16,-9 10 3-16,-6 9 2 16,-4-1-5-16,-1-6-12 15,8-16 8-15,12-11-2 16,15-17-1-16,9-10 7 0,9-9 8 15,4-2-2-15,0-3 51 16,0-18-46-16,0-4 5 16,17 1-10-16,5 2-13 15,3 8 12-15,1 4-38 16,-2 5-20-16,-2 4-39 16,-6 1-24-16,-8 0-301 15</inkml:trace>
  <inkml:trace contextRef="#ctx0" brushRef="#br0" timeOffset="-182339.48">16348 4302 288 0,'0'0'145'16,"0"0"-75"-16,0 0-24 0,0 0-7 16,0 0-24-1,0 0-3-15,0 0-12 0,-22 0 13 16,20 0 37-16,-1-3-32 16,-1 0-5-16,-1 3-6 15,1-4-2-15,2 3-4 16,0-1-1-16,1 2 0 15,1 0 0-15,0 0 0 16,0 0 0-16,0 0 2 16,0 0 1-16,0 0 0 15,0 0-3-15,0 0-15 16,0 0 2-16,0 0-58 16,0 0-8-16,0 0 65 15,11 0 14-15,12 0 11 16,12 0 9-16,4 2-19 0,10-1 8 15,0 0-9-15,3 2-21 16,0 0 10-16,-1-3-11 16,0 0 10-16,-7 0 0 15,-5-10 12-15,-9 3 19 16,-12-4 17-16,-6 4 19 16,-6 0 42-16,-4 3 29 15,-2 1-57-15,7 0-41 16,8-1-16-16,14 2-12 15,17-1-12-15,15 3-19 16,9 0-10-16,0 0-41 16,-3 0 16-16,-6 0-6 0,-12 0 16 15,-12 3 42-15,-10-1 1 16,-8 2-44-16,-3 1-55 16,-6-2 43-16,1 4 31 15,-3-5 29-15,-1 2 9 16,0-2 16-16,-1-1 12 15,3 2 25-15,3 0 3 16,7-1-28-16,10-1 7 16,10 1-16-16,11 0-19 15,11 2-12-15,5 0-165 16,-3 0-65-16</inkml:trace>
  <inkml:trace contextRef="#ctx0" brushRef="#br0" timeOffset="-182183.97">18077 4316 333 0,'0'0'304'0,"0"0"-178"16,0 0-36-16,0 0-38 15,0 0-52-15,0 0-33 16,100 0-1-16,-39 9-59 16,12 4-18-16,2-5-149 15,-7-1 12-15</inkml:trace>
  <inkml:trace contextRef="#ctx0" brushRef="#br0" timeOffset="-182012.58">18711 4366 536 0,'0'0'109'0,"0"0"-31"16,0 0-62-16,0 0-8 15,0 0-5-15,0 0-3 16,116 8-4-16,-62 6 0 15,10-2-81-15,6-1 11 16,-4-5-221-16</inkml:trace>
  <inkml:trace contextRef="#ctx0" brushRef="#br0" timeOffset="-181823.18">19234 4417 289 0,'0'0'144'0,"0"0"-15"15,0 0 54-15,0 0-88 16,0 0-58-16,0 0-36 0,-13-10-1 15,13 10-1-15,13 0-1 16,8 4 2-16,7 2-6 16,5-1-42-16,3-2-10 15,1-3 14-15,-1 0-2 16,-5 0-11-16,-4 0-39 16,-7-11-187-16</inkml:trace>
  <inkml:trace contextRef="#ctx0" brushRef="#br0" timeOffset="-181104.53">19267 4221 503 0,'0'0'104'16,"0"0"3"-16,0 0 14 15,0 0-55-15,0 0-20 0,0 0-36 16,0 0-3-1,-14 0-7-15,14 0-19 0,0 0 19 16,17 12-8-16,11 1 8 16,7 4 3-16,5 2-2 15,-4-2 1-15,0 0-2 16,-2-3 0-16,-3 3 0 16,-1-1 0-16,0-2 0 15,-5-3 2-15,-3-1 1 16,-6-3-4-16,-6-4 1 15,-7 0 0-15,-3-3 0 16,0 0 6-16,0 0-6 0,0 0 15 16,0 0 12-1,0 0 16-15,-2 0-42 0,1 0 6 16,1 0-6 0,0 0-1-16,0 0 0 0,0 0-2 15,0 0 7-15,0 0-10 16,0 0 5-16,0 0 0 15,0 0 3-15,0 0 0 16,0 0-3-16,0 0 2 16,0 0 1-16,0 0-4 15,0 0 1-15,-6 3-1 16,-6 14-11-16,-10 8 9 16,-14 14 3-16,0 12 0 15,-10 10 2-15,1 3-4 16,1 0 0-16,6-12 0 0,10-14-9 15,10-10 7 1,3-7 1-16,7-6-19 0,7-5-42 16,1-7-59-16,10-3-140 15,16-6-227-15</inkml:trace>
  <inkml:trace contextRef="#ctx0" brushRef="#br0" timeOffset="-180983">19376 4833 344 0,'0'0'232'0,"0"0"-59"16,0 0-57-16,0 0 8 15,0 0-76-15,0 0-31 16,-41-46-17-16,41 46-46 16,0 6-54-16,0 5-59 0,2-10-253 15</inkml:trace>
  <inkml:trace contextRef="#ctx0" brushRef="#br0" timeOffset="-179941.45">16395 4252 203 0,'0'0'214'0,"0"0"-116"15,0 0-4-15,0 0-26 16,0 0-57-16,0 0 2 15,-35-14-13-15,26 10 0 16,4 3-5-16,3 1-19 16,2 0-33-16,0 0-16 15,0 0-13-15,0 0 84 16,0 0 2-16,0 0 44 16,-1-1 55-16,1 1-43 15,0-2-8-15,0 2-30 16,0 0-13-16,11 0-10 15,19-1 4-15,21-2 1 0,13-2 4 16,1 1-1-16,4 0-3 16,1 1 0-16,-1 3 1 15,1 0-2-15,5 0 1 16,0 0-68-16,-2 7-29 16,-13 0-120-16</inkml:trace>
  <inkml:trace contextRef="#ctx0" brushRef="#br0" timeOffset="-179799.83">17139 4271 349 0,'0'0'245'0,"0"0"-162"15,0 0-68-15,0 0-7 16,0 0-8-16,0 0-40 16,103 8-38-16,-57-3-82 15,-6 0 27-15,-4-2 32 16</inkml:trace>
  <inkml:trace contextRef="#ctx0" brushRef="#br0" timeOffset="-174546.74">22735 4034 162 0,'0'0'83'0,"0"0"-28"16,0 0-53-16,0 0 19 0,0 0-8 15,0 0 48 1,0 0-39-16,0-14-1 0,0 12 25 16,0 1-24-16,0 1 6 15,0 0 31-15,0 0-36 16,0 0 0-16,0 0 14 15,0-1-4-15,0-2 8 16,0-1-32-16,0 1 1 16,0-2 5-16,0 4-12 15,0-1 4-15,0-3 3 16,0 0 45-16,0 1-39 16,0-2-13-16,0 1 11 15,0 3 17-15,0 1-31 16,0-2 0-16,0 3 0 15,0 0 4-15,0 0-7 0,0 0 3 16,0 0 0-16,0 0-5 16,0 0 5-16,0 0-2 15,0 0-1-15,0 0-4 16,0 0-1-16,-13 5-12 16,-5 4 20-16,0 2-2 15,0 0 2-15,4-1 0 16,1-2 1-16,3 2 0 15,-2 1 1-15,3-3-2 16,0 1 0-16,1-1-1 0,0-4 1 16,3 1 0-16,2 0-2 15,0-1 4-15,0-1-6 16,0 2 4-16,-2 0 0 16,-1 2-4-16,1-2 4 15,0 2 0-15,-1 2 0 16,-2-1 4-16,-2-1-5 15,1 2 1-15,0-2 0 16,3-1-3-16,-1 1 3 16,1 0 0-16,1-1-1 15,-1 3 6-15,3-1-10 16,-1 1 5-16,-2-2 0 16,0 1-1-16,0 1 1 15,-1 1 0-15,-1 2-1 16,-1-4 2-16,3 3-2 0,0-1 1 15,2-1 0-15,1 1-7 16,-3-2 7-16,5-1 0 16,-2-3-2-16,1-1 4 15,2 2-5-15,-2 1 3 16,2 0 0-16,-1-1-9 16,1 5 5-16,0 0 2 15,0 0 1-15,0 1-5 16,0-1 2-16,0-1-9 15,0-4 10-15,0 0-7 16,0-1 9-16,0 0-3 16,0 0 3-16,0 1 2 0,0 2-5 15,8-3 4-15,3 0 0 16,-4 0-3-16,0-1 3 16,-4-1 0-16,4-1 0 15,-4 1 5-15,7-2-6 16,0 0 1-16,7 0 0 15,4 0 0-15,0 0 1 16,3 0-1-16,-2 0 0 16,-2 0 1-16,-4 0 1 15,-5-2-2-15,-3-3 0 16,-3 2 8-16,-2 0 1 16,0-2 11-16,2-1-18 15,-1 3 4-15,1 0 16 0,-4-1-22 16,3-2 0-1,-3 2 2-15,1-2 2 0,1 0-4 16,2 1 2-16,-1-3 0 16,-1 0 21-16,0-1-10 15,-1 0-3-15,-2-1 24 16,0 1-32-16,0 3 1 16,0-2-3-16,0 5 6 15,0-4-6-15,0 3 0 16,0 1 0-16,-5-4 0 15,-2 1 0-15,1 2 0 16,-7-2-1-16,1 2 4 0,-6 0-3 16,3 1 0-16,-2 1 0 15,2 2-3-15,-2 0 3 16,-6 0-1-16,-4 2-21 16,-7 17-31-16,0 1-46 15,3 1-138-15</inkml:trace>
  <inkml:trace contextRef="#ctx0" brushRef="#br0" timeOffset="-168915.71">17975 8802 562 0,'0'0'135'0,"0"0"-80"15,0 0-12-15,0 0-42 16,0 0 14-16,0 0 12 16,0 0-23-16,18-59 27 15,-18 52-8-15,0 1 1 16,0 2 16-16,0-1-39 16,0 0 0-16,0 2 17 15,0 1-18-15,-4 1-1 16,-15 1 0-16,-13 0 2 15,-11 16-8-15,-6 11 7 16,2 8 0-16,11 5 0 16,10 7 3-16,8 5-5 0,15 2 2 15,3 4-10 1,21-1 7-16,24-8-22 0,16-15 3 16,18-22 21-16,18-12-28 15,11-22-9-15,6-21-92 16,-7-10-178-16</inkml:trace>
  <inkml:trace contextRef="#ctx0" brushRef="#br0" timeOffset="-168386.51">18558 8637 561 0,'0'0'177'0,"0"0"-49"15,0 0-89-15,0 0-32 16,0 0-3-16,0 0-8 16,-3 90 4-16,3-30 0 15,0 5-1-15,0 2 1 16,0-5 0-16,0-4-2 16,-4-12 6-16,0-10-4 15,1-14 0-15,1-13 2 16,1-7 3-16,-1-2 1 15,-2-5 7-15,-1-21 58 16,-2-12-71-16,4-11-4 0,-2-6-7 16,2-1 11-1,3 0-8-15,0 2 8 0,0 4-7 16,2 3 4-16,13 7-35 16,5 6 15-16,2 10-12 15,0 7 29-15,-3 12-1 16,-2 5 7-16,-1 5 0 15,-2 24-6-15,1 10 6 16,-6 6-2-16,-4 2 1 16,-5-5 1-16,0-7-4 15,0-8 4-15,-15-8-1 16,-5-2 0-16,-1-7 2 16,-5-5 9-16,-2 0 7 15,1-1-14-15,2-3 20 16,8-1-23-16,11 0-7 0,6 0-46 15,0 0-173-15,20 0-75 16</inkml:trace>
  <inkml:trace contextRef="#ctx0" brushRef="#br0" timeOffset="-168048.05">19007 8612 812 0,'0'0'116'0,"0"0"-59"15,0 0-18-15,0 0-23 16,0 0-12-16,0 0-4 16,0-3-15-16,0 18 4 15,3 10-37-15,5 2-63 0,-2-7-203 16</inkml:trace>
  <inkml:trace contextRef="#ctx0" brushRef="#br0" timeOffset="-167858.58">19007 9049 818 0,'0'0'125'15,"0"0"-71"-15,0 0-53 16,0 0 16-16,0 0-17 0,0 0-36 16,38-17-42-16,-22 10-161 15</inkml:trace>
  <inkml:trace contextRef="#ctx0" brushRef="#br0" timeOffset="-166570.58">19549 8540 515 0,'0'0'116'0,"0"0"-29"16,0 0 41-16,0 0-90 15,0 0-30-15,0 0-16 0,-43 41 3 16,20 10 5-16,-5 12-1 15,-2 0 5-15,5-2-5 16,4-8 1-16,6-12 0 16,7-14 2-16,4-11-2 15,3-8 0-15,-1-3 5 16,2-5-4-16,-3 0 15 16,3-2 6-16,0-21 26 15,0-11-42-15,0-15-6 16,0-1-38-16,8-3 12 15,1 5-25-15,2 2 16 16,6 2 20-16,8 0-8 16,7 2 19-16,3 5-28 0,-3 10 31 15,-4 8 1 1,-6 12 19-16,-4 7 15 0,-1 4-34 16,-1 20 0-16,1 11-11 15,-4 6 11-15,-3 5 0 16,-2 3 4-16,-2-2-1 15,0 1 0-15,-6-4-3 16,0-2 0-16,0-3 4 16,-3-5-3-16,-13-8-1 15,3-7 0-15,-4-4 0 16,0-5-15-16,4-10-110 16,1 0-211-16</inkml:trace>
  <inkml:trace contextRef="#ctx0" brushRef="#br0" timeOffset="-166352.51">19305 8828 170 0,'0'0'557'0,"0"0"-512"16,0 0-45-16,0 0 0 15,0 0 0-15,0 0-8 16,7 0 8-16,18 0 5 15,14 0 5-15,6 0-1 16,8-13 12-16,7-5-20 0,0-2-2 16,1-1-63-16,-8 1-74 15,-12 0-135-15</inkml:trace>
  <inkml:trace contextRef="#ctx0" brushRef="#br0" timeOffset="-165752.55">20061 8843 445 0,'0'0'183'0,"0"0"-79"15,0 0 3-15,0 0-56 16,0 0-32-16,0 0-3 15,-8 0-11-15,8 0-5 16,0 0 9-16,0 0-3 16,9-1 31-16,13-6-37 15,10-4 0-15,1 1 11 16,0 0-11-16,-2 3 0 16,-3 1-2-16,-6 2 7 15,-2-1-15-15,-7 5 10 16,-7-2-29-16,-1 0 28 15,-5 2-34-15,0 0 0 0,1 0-37 16,-1 0-101-16,0 0-125 16</inkml:trace>
  <inkml:trace contextRef="#ctx0" brushRef="#br0" timeOffset="-165463.66">20659 8451 700 0,'0'0'94'16,"0"0"-43"-16,0 0-34 16,0 0-14-16,0 0-3 15,0 0 0-15,-26 60-5 16,26-14 7-16,0 7-2 15,0 5 0-15,3 1 3 16,-1 1-2-16,-2-9-1 16,0-6 0-16,0-9-4 15,0-8-32-15,0-9-51 16,0-11-75-16</inkml:trace>
  <inkml:trace contextRef="#ctx0" brushRef="#br0" timeOffset="-164739.68">20769 8585 216 0,'0'0'61'0,"0"0"12"16,-85-28 57-16,54 22-47 16,-2 0-24-16,1-2-19 15,3 4-32-15,5-1-1 16,12 3-7-16,3 0 2 15,8-1 42-15,1 2 22 16,0-2-16-16,0 0-16 16,0 0-4-16,0-2-11 15,0-1-19-15,11 1 0 16,9-3-7-16,11-1 7 16,11-1 0-16,2 0-2 15,1 3 6-15,-4 1-4 0,-7 5 0 16,-7 1 0-16,-11 0-11 15,-5 0 11-15,-10 9-37 16,-1 5 23-16,-1 2 2 16,-20 2 12-16,-7 5 0 15,-2 0 0-15,1 2 0 16,8-1 0-16,8 2 0 16,9-1-6-16,4-1-12 15,2 0-25-15,21-1 3 16,4-3 36-16,-1-2-5 15,-3-4 9-15,-4-2 0 16,-7-3 0-16,-1 1 2 0,-7 0-4 16,-2 4 2-1,-2 1 0-15,0 5 1 0,-26 1 1 16,-11 1-2-16,-14-2 14 16,-4-3-13-16,3-4-2 15,3-5-1-15,12-5 2 16,16-3 6-16,8 0 0 15,12 0 65-15,1 0-71 16,17-15-24-16,19-4-589 16</inkml:trace>
  <inkml:trace contextRef="#ctx0" brushRef="#br0" timeOffset="-164552.53">20881 8778 854 0,'0'0'53'0,"0"0"-45"15,0 0-8-15,0 0-49 16,0 0 47-16,121 9-69 16,-63-9-7-16,0 0 12 15,-3-9-71-15,-1-12-136 16</inkml:trace>
  <inkml:trace contextRef="#ctx0" brushRef="#br0" timeOffset="-164296.28">21611 8365 796 0,'0'0'17'0,"0"0"-17"16,0 0-30-16,0 0 11 15,-13 121 19-15,0-59 1 16,-5 2 2-16,-3-3 1 16,0-2-4-16,0-6-9 15,7-7 6-15,8-11-142 0,6-21-188 16</inkml:trace>
  <inkml:trace contextRef="#ctx0" brushRef="#br0" timeOffset="-163957.62">21407 8315 678 0,'0'0'106'15,"0"0"-78"-15,0 0-28 16,0 0 0-16,0 0 4 16,96 27-2-16,-40 2 18 0,6 3 1 15,-4 4-15-15,-6 4 6 16,-6-1-12-16,-10 5 0 16,-11-2-4-16,-14 1 4 15,-11-2 0-15,0-5 0 16,-25-2 2-16,-14-3 9 15,-11-1-11-15,-13-3 0 16,-9-4 10-16,0-6-9 16,11-5-1-16,16-4 5 15,20-1-4-15,15-3-2 16,7-1-55-16,3-3-217 16</inkml:trace>
  <inkml:trace contextRef="#ctx0" brushRef="#br0" timeOffset="-162309.39">22508 8681 319 0,'0'0'111'15,"0"0"-3"-15,0 0 17 16,0 0 1-16,0 0-62 16,0 0-7-16,-1-2-37 15,1-1 9-15,0-2-28 16,15-2 9-16,11-1-6 0,19-4-4 15,11 0 0-15,10 2-1 16,0 0 3-16,-7 1-4 16,-9 2 1-16,-8 1-14 15,-14 2 6-15,-13 0-19 16,-8 3 14-16,-7-1 11 16,-1 2-39-16,-23 0-120 15,-7 0-217-15</inkml:trace>
  <inkml:trace contextRef="#ctx0" brushRef="#br0" timeOffset="-161992.77">23129 8327 639 0,'0'0'105'16,"0"0"29"-16,0 0-95 16,0 0-28-16,0 0-22 15,0 0 4-15,-5 83 7 16,5-20 2-16,3 9 3 16,9 3-5-16,0-2 0 0,-3-1 0 15,-2-9 3-15,-1-13-3 16,-1-13-12-1,-2-13 5-15,2-10-35 0,-2-6-16 16,2-8-41-16,4 0-18 16,2-14-44-16</inkml:trace>
  <inkml:trace contextRef="#ctx0" brushRef="#br0" timeOffset="-161746.44">23118 8330 651 0,'0'0'86'15,"0"0"37"-15,0 0-58 0,0-76-38 16,17 65-8-16,4-4-16 16,4 0 6-16,5 1 6 15,3 1-15-15,1 5 0 16,4 3-4-16,3 3 2 15,-1 2-53-15,2 0-48 16,-6 8-87-16,-11 7-25 16,-16 1-140-16</inkml:trace>
  <inkml:trace contextRef="#ctx0" brushRef="#br0" timeOffset="-161530.67">23123 8585 789 0,'0'0'11'0,"0"0"-7"16,0 0-4-16,0 0 33 15,0 0 8-15,101 19-12 16,-64-19-29-16,7 0 5 16,3 0 0-16,-2 0-5 15,-3 0-6-15,-9 0 4 16,-7 0-70-16,-13 0-123 15,-13 0-338-15</inkml:trace>
  <inkml:trace contextRef="#ctx0" brushRef="#br0" timeOffset="-142927.39">3653 11537 369 0,'0'0'101'0,"0"0"-8"16,0 0-29-16,0 0-6 0,0 0 46 16,0 0-41-16,0 0-9 15,-60-72-21-15,56 68-14 16,2 3 4-16,0 1-23 16,2 0 0-16,-1 0-2 15,1 0 7-15,0 0-11 16,0 0 6-16,0 0 0 15,0 0-14-15,0 0 6 16,9 0-18-16,20 3 25 16,16-2 0-16,19-1-5 15,15 0-9-15,10-6-14 16,2-9 24-16,-4-6-38 0,-11-1 30 16,-6-2 10-1,-16 2 6-15,-14 3 7 0,-16 2-3 16,-9 9 14-16,-9 2 20 15,-3 3-37-15,-3 2 2 16,0 1-6-16,0 0-4 16,-9 3 2-16,-12 12 2 15,-2 2 0-15,1 2 2 16,4-2-2-16,5-3 0 16,1-6-1-16,7-4 3 15,2-3 0-15,3-1-2 16,0 0 0-16,0 0 4 15,0 0-1-15,0 0-3 16,0 2 3-16,0-1-1 16,0 6-2-16,0 10-6 0,-4 9 6 15,-5 16-6 1,-12 18 6-16,-7 17 0 0,-10 19-2 16,-8 8 6-16,-3 3-1 15,0-7-3-15,2-19 0 16,7-15 1-16,9-22 1 15,13-17-2-15,6-13 0 16,8-7 5-16,-4-7-1 16,-2 0-4-16,-4 0-40 15,-3 0 12-15,0-14-20 16,6-1 40-16,6-6 4 16,5-1 8-16,0 0 12 0,13 0 7 15,14 2-6 1,7 2-3-16,8 6-11 0,-1 7-3 15,-5 5 0-15,-4 0 0 16,-2 17-5-16,0 9 4 16,-4 5 1-16,-8 4-4 15,-5 5 4-15,-5 2 0 16,-8-2 0-16,0-4 0 16,-9-2 0-16,-10-6-89 15,-2-12-95-15,3-13-167 16</inkml:trace>
  <inkml:trace contextRef="#ctx0" brushRef="#br0" timeOffset="-142695.02">3432 12014 745 0,'0'0'35'16,"0"0"19"-16,0 0-48 15,0 0 8-15,0 0-14 16,0 0 3-16,106-33 1 16,-37 19 23-16,13-1-27 15,14-2-4-15,15-2 1 16,2-4-103-16,-6-6-79 16,-16-2-323-16</inkml:trace>
  <inkml:trace contextRef="#ctx0" brushRef="#br0" timeOffset="-142498.37">4538 11797 731 0,'0'0'30'16,"0"0"-18"-16,0 0-22 15,0 0 10-15,0 0 0 16,0 0 0-16,60 39 5 15,-26-35 6-15,12-1-11 16,15-2-6-16,3-1-77 16,-3 0-299-16</inkml:trace>
  <inkml:trace contextRef="#ctx0" brushRef="#br0" timeOffset="-142311.91">4444 12126 821 0,'0'0'107'0,"0"0"-107"16,0 0 4-16,0 0-5 15,0 0 2-15,128-5 10 16,-58-4-11-16,14-1-6 16,2 1-14-16,-1-8-150 15,0-8-239-15</inkml:trace>
  <inkml:trace contextRef="#ctx0" brushRef="#br0" timeOffset="-141621.61">1121 12296 531 0,'0'0'103'0,"0"0"-78"0,0 0-25 16,0 0 0-16,0 0 35 15,-17 84 2-15,14-52-11 16,-3 3-2-16,3 0-21 15,0 4 5-15,0 2-8 16,-1 0-11-16,-5-10-18 16,-6-11-232-16</inkml:trace>
  <inkml:trace contextRef="#ctx0" brushRef="#br0" timeOffset="-141432.6">967 12104 812 0,'0'0'70'15,"0"0"-14"-15,0 0-32 16,0 0-24-16,0 0-62 16,0 0-34-16,24 30-66 15,-17-16-128-15</inkml:trace>
  <inkml:trace contextRef="#ctx0" brushRef="#br0" timeOffset="-141163.64">1310 11737 791 0,'0'0'54'0,"0"0"-20"16,0 0-33-16,119 6-1 15,-59 51 0-15,-3 22 18 16,2 18-18-16,-8 14 0 16,-11 6 1-16,-9-5 1 15,-11-2-2-15,-6-4 0 16,-10-11 1-16,-4-3 7 0,-30-3-8 16,-22-1 0-1,-17 0-2-15,-13-7-131 0,5-20-283 16</inkml:trace>
  <inkml:trace contextRef="#ctx0" brushRef="#br0" timeOffset="-140262.89">5967 11147 667 0,'0'0'90'0,"0"0"-74"16,0 0-6-16,0 0-6 15,0 0-4-15,0 0-1 16,-99 75-4-16,66-21 10 0,-4 20-8 16,-2 9 3-1,0 7 0-15,4 9-4 0,6-9 4 16,12-5 0-16,9-6 1 15,8-15 2-15,0-17-3 16,28-19 0-16,13-18 0 16,17-10 15-16,12-29-5 15,5-15 3-15,-7-7 5 16,-17 3 16-16,-23 5 15 16,-14 6 0-16,-14 4-48 15,0 7 23-15,-36 5-24 16,-22 13-4-16,-18 8-38 15,-2 8-97-15,15 9-43 16,27-4-310-16</inkml:trace>
  <inkml:trace contextRef="#ctx0" brushRef="#br0" timeOffset="-139647.81">6169 11300 624 0,'0'0'34'15,"0"0"7"-15,0 0 10 16,0 0 30-16,0 0-53 16,0 0-8-16,-34-47-13 15,34 44-4-15,21-1-1 0,9-3-2 16,13 3 0-16,2-2 2 16,6 3-2-16,4-2 0 15,-4 1-1-15,-6-1 8 16,-10 3-12-16,-8 2 5 15,-12 0 0-15,1 8-5 16,-9 20 5-16,-7 15-5 16,0 18 5-16,-8 14 0 15,-15 9-1-15,0 0 1 16,1-6 0-16,5-14 1 0,8-14-1 16,0-12-6-1,9-11 3-15,0-5-38 0,0-8-45 16,0-11-74-16,-3-3-123 15</inkml:trace>
  <inkml:trace contextRef="#ctx0" brushRef="#br0" timeOffset="-139453.02">6232 11665 859 0,'0'0'53'16,"0"0"-53"-16,0 0 4 15,0 0-15-15,0 0 9 16,0 0 2-16,105 20 5 16,-44-20-5-16,10 0 0 0,5-6 0 15,5-18-48-15,-3-5-70 16,-7-7-69-16,-17 1-311 16</inkml:trace>
  <inkml:trace contextRef="#ctx0" brushRef="#br0" timeOffset="-139238.39">6958 11652 843 0,'0'0'23'0,"0"0"-19"15,0 0 0 1,0 0 0-16,0 0 16 0,0 0-18 15,80-19-2-15,-24 4 0 16,13-5-11-16,7-2-85 16,3-3-81-16,-11-3-263 15</inkml:trace>
  <inkml:trace contextRef="#ctx0" brushRef="#br0" timeOffset="-138549.48">7943 10889 918 0,'0'0'34'16,"0"0"-14"-16,0 0-13 16,0 0-14-16,0 0 3 15,-116 96 4-15,66-16-2 16,1 12 2-16,7 6 0 15,11 5-2-15,9-7 6 16,11-13-14-16,11-19 5 16,0-18-11-16,14-20 9 15,22-17-4-15,13-9 11 16,11-17 0-16,5-20 3 16,-7-11 2-16,-14 2-5 15,-19 1 0-15,-17 6 4 0,-8 3-4 16,-8 3-3-16,-28 8-7 15,-15 4-25-15,-1 7-11 16,4 7 25-16,17 4 21 16,15 3-13-16,13 0 10 15,3 0-161-15,11 0 89 16,23-8 75-16,15-6 68 16,12-3-37-16,12 0 3 15,-3-3 33-15,0 4-50 16,-9 3 14-16,-12 5-12 15,-14 6-16-15,-14 2 0 16,-11 0-3-16,-8 0-7 16,-2 5 1-16,0 15-4 0,0 8 10 15,-19 12-3-15,-3 8 8 16,0 7 3-16,5 1-8 16,9-7 0-16,8-12-3 15,7-16 9-15,25-16-6 16,15-5 4-16,11-34-3 15,5-12 18-15,-5-9-14 16,-13 3 47-16,-17 7 12 16,-16 9-24-16,-12 1-8 15,0 4-9-15,-25 1 3 16,-20 10-9-16,-16 15-17 16,-15 5-49-16,1 30-11 0,8 9-134 15,21 1-240 1</inkml:trace>
  <inkml:trace contextRef="#ctx0" brushRef="#br0" timeOffset="-137483.44">8280 10997 243 0,'0'0'69'15,"0"0"32"-15,0 0-23 16,0 0 26-16,0 0-22 16,0 0-37-16,0-58-14 15,0 55 12-15,0 3-39 0,0 0 1 16,0 0 4-16,0 0-9 15,-9 2-6-15,-7 17 1 16,-6 9 5-16,-1 8 1 16,1 7-1-16,2 5 0 15,2 8-3-15,0 12 6 16,3 10-3-16,-1 5 0 16,3-4 1-16,3-15 4 15,6-15-5-15,4-25 0 16,0-8 2-16,3-12-2 15,12-4 4-15,12-7 6 16,12-21 2-16,13-6 12 0,1-4-24 16,-4 5 0-16,1 8-5 15,-9 8-9-15,-2 5-58 16,-4 4 13-16,-8 2 18 16,-5 3 30-16,-9 0-4 15,-8 3 15-15,-5 0 5 16,0 0 14-16,0 0 12 15,0 0 24-15,-5-2-43 16,-11-2-12-16,1-1-11 16,-3-2-88-16,6-2-171 15</inkml:trace>
  <inkml:trace contextRef="#ctx0" brushRef="#br0" timeOffset="-137166.78">8532 11129 548 0,'0'0'98'15,"0"0"60"-15,0 0-54 16,0 0-43-16,0 0 8 16,-48-72-54-16,47 72-11 15,1 0-4-15,0 0-3 16,0 13 2-16,0 20-9 15,0 15 10-15,0 13-1 16,0 12 1-16,0 6 0 0,0 2-7 16,4-3 5-16,4-12 0 15,1-20-14 1,0-14 8-16,-3-13-7 0,-2-6 6 16,-4-2-21-16,0-2-7 15,0-2-78-15,0-7-166 16</inkml:trace>
  <inkml:trace contextRef="#ctx0" brushRef="#br0" timeOffset="-136989.5">8616 11606 911 0,'0'0'87'15,"0"0"-38"1,0 0-38-16,0 0-11 0,0 0 20 15,0 0-20-15,0-8-10 16,1 20-21-16,-1 13-25 16,0-5-85-16,-4-7-426 15</inkml:trace>
  <inkml:trace contextRef="#ctx0" brushRef="#br0" timeOffset="-136166.66">5358 12586 500 0,'0'0'22'0,"0"0"23"16,0 0-12-16,0 0 22 15,0 0 45-15,0 0-19 16,3-35-47-16,54 16-26 16,47-5-8-16,60-4 0 15,57-4 19-15,55 1-19 16,47-1 0-16,21-6-1 0,-1-4-24 15,-20-3-21-15,-32-2 16 16,-36 2 30-16,-27 0-1 16,-32 7 10-16,-29 1-3 15,-33 6 29-15,-37 7-9 16,-36 10-5-16,-32 7-21 16,-29 7 0-16,-29 8-7 15,-52 19-146-15,-43 1-219 16</inkml:trace>
  <inkml:trace contextRef="#ctx0" brushRef="#br0" timeOffset="-134983.82">5252 13095 87 0,'0'0'162'15,"0"0"-46"-15,0 0 8 16,0 0 0-16,0-81-60 16,-2 73 19-16,1 2-39 15,0 3 4-15,1 1-23 16,0 2-9-16,0 0-16 16,0 17-14-16,-2 25 14 15,-4 25-14-15,-3 20 14 0,-2 19-2 16,3 10 3-16,3 5-1 15,4-4 2-15,1-11 5 16,0-16-2-16,0-21-5 16,0-22 0-16,0-18 0 15,1-13 5-15,-1-11-5 16,0-5 8-16,0-11 40 16,-1-19-1-16,-17-12-47 15,-10-9 0-15,-8-3 9 16,-6 3-8-16,2 4 1 15,0 9-2-15,4 14 4 16,6 13-15-16,3 11-8 16,5 8-62-16,4 20-48 15,0 2-163-15</inkml:trace>
  <inkml:trace contextRef="#ctx0" brushRef="#br0" timeOffset="-134001.95">5094 12983 446 0,'0'0'33'0,"0"0"-10"15,0 0-20-15,0 0-3 0,0 0 0 16,0 0 14-16,21 17-9 15,4-15 9-15,8-1 6 16,9-1-13-16,18 0 8 16,23-6-3-16,33-11-12 15,36-9 28-15,38-6-28 16,32-1 15-16,32-6 28 16,23-3-18-16,17 0-1 15,0-2-11-15,0 5-9 16,-15 1 24-16,-5 2-28 15,-7 3 0-15,-13-3 29 16,-13 7-1-16,-13 0 12 16,-10 5-17-16,-11 0-23 0,-18 4 20 15,-25 3-20-15,-33 3 0 16,-36 0 5-16,-35 4-3 16,-26 4 4-16,-16-1 11 15,-12 2 14-15,-3 1 17 16,-3 3-48-16,0 0 0 15,0 1-1-15,0 0 6 16,0 0-8-16,0-2 3 16,0 1 0-16,0 1-2 15,0 0 2-15,0 0 0 16,0 0 0-16,0 0 4 16,0 0-8-16,0 0 0 0,0 0-14 15,0 0 5-15,1 0 9 16,-1 0-8-16,2 0 7 15,-2 4-70-15,0 13-23 16,-3-7-105-16,-16-10-385 16</inkml:trace>
  <inkml:trace contextRef="#ctx0" brushRef="#br0" timeOffset="-132968.37">8659 12066 170 0,'0'0'63'0,"0"0"-11"0,0 0 53 15,0 0-17-15,0 0-32 16,0 0-10-16,-6-22-20 15,6 22 2-15,0 0-28 16,0 0 0-16,0-2 0 16,0 1 2-16,0-1 3 15,0-2-5-15,3 1 0 16,5 0 25-16,8-1-20 16,14-2-3-16,17 1 4 15,19-2-6-15,20 1 11 16,19 1-11-16,14-1 4 15,11-3-1-15,4 0-3 0,5-3 0 16,-3-4 4-16,-10 0-4 16,-8-6 3-1,-15 2-1-15,-16 0 13 0,-11 4 67 16,-18 4-66-16,-16 4-11 16,-17 6-1-16,-13-1-3 15,-6 3-1-15,-6 0 0 16,0 0 0-16,0 0 16 15,0 0-11-15,0 0 7 16,0 0 4-16,0 0-15 16,0 0-2-16,0 0-58 15,0 8-97-15,0 3 130 16,0-8-335-16</inkml:trace>
  <inkml:trace contextRef="#ctx0" brushRef="#br0" timeOffset="-132809.77">10310 11861 785 0,'0'0'34'16,"0"0"-24"-16,0 0-10 16,0 0-178-16,0 0 38 15,0 0-252-15</inkml:trace>
  <inkml:trace contextRef="#ctx0" brushRef="#br0" timeOffset="-114189.65">6544 13307 408 0,'0'0'88'16,"0"0"34"-16,0 0-41 15,0 0-56-15,0 0 15 16,0 0-12-16,0 0 9 16,-45-44-5-16,41 41-4 15,4 0-11-15,-2 0 30 16,2-2-34-16,0-1 2 15,0-3-9-15,13-4 0 16,14-6-7-16,12-2 1 16,13 2 0-16,6 0-5 15,-2 6 5-15,-4 4-8 16,-9 6-4-16,-13 3-6 0,-12 0-4 16,-9 16-12-1,-9 4-7-15,-6 7 37 0,-25 4-8 16,-7 0 12-16,-1 0-2 15,5-5 5-15,9-2 3 16,12-4-6-16,8-1 0 16,5-1-8-16,0 1 8 15,16-1 0-15,4 2-1 16,2 0 5-16,0-2 1 16,-3-1-5-16,-5-5 0 15,-5-5 12-15,-4 1 2 16,-1-3-5-16,-4-1-3 0,0 1 2 15,0 3-10 1,-3 4 2-16,-21 5 0 0,-14 2 17 16,-10 3-15-16,-6-1-1 15,2-4-1-15,10-4 5 16,14-1-2-16,12-3-3 16,11-6-87-16,5-3-152 15</inkml:trace>
  <inkml:trace contextRef="#ctx0" brushRef="#br0" timeOffset="-113756.66">7248 13058 174 0,'0'0'385'15,"0"0"-285"-15,0 0-6 16,0 0-69-16,0 0-25 16,0 0 19-16,-55 57-19 15,38-21 7-15,3 6-7 16,3 6 7-16,5 6-6 15,6 1-1-15,0 3 0 0,6-7 1 16,16-5 5 0,6-17-6-16,5-12 0 0,6-12 2 15,2-5-6-15,-3-8 3 16,-7-12 1-16,-11-3 15 16,-8 2 2-16,-11 3 47 15,-1 2-10-15,-13 4-37 16,-26 7-4-16,-19 5-13 15,-14 20-22-15,0 10-80 16,18-4-236-16</inkml:trace>
  <inkml:trace contextRef="#ctx0" brushRef="#br0" timeOffset="-111909.1">10920 11553 456 0,'0'0'165'0,"0"0"-6"16,0 0-77-16,0 0-29 0,0 0-1 15,0 0-15 1,0 0-10-16,-22-64-19 0,22 62-7 16,0 2 12-16,0-1-13 15,0 0-11-15,19 1 11 16,16 0-1-16,9 0-1 16,6 0-19-16,3 0-28 15,2 0 16-15,2 0-65 16,-9 0-85-16,-10 0-121 15</inkml:trace>
  <inkml:trace contextRef="#ctx0" brushRef="#br0" timeOffset="-111714.75">10872 11780 559 0,'0'0'16'0,"0"0"32"16,0 0 56-16,0 0-17 15,100-3-40-15,-61-6-44 16,0 1 2-16,1 2 6 16,-1-1-11-16,-6 4-5 15,-2 2-53-15,-6-6-97 16,-8-6-246-16</inkml:trace>
  <inkml:trace contextRef="#ctx0" brushRef="#br0" timeOffset="-111199.7">12109 11126 692 0,'0'0'48'0,"0"0"86"16,0 0-92-16,0 0-13 15,0 0-29-15,0 0-6 16,-17-14 5-16,17 44-9 15,0 13 10-15,0 15-6 0,-1 13 10 16,-13 4-4-16,1 0 5 16,0-9-3-16,4-12-4 15,3-10-23-15,3-10-34 16,3-11-32-16,0-10-52 16,0-13-110-16</inkml:trace>
  <inkml:trace contextRef="#ctx0" brushRef="#br0" timeOffset="-110986.59">11879 11465 802 0,'0'0'52'16,"0"0"19"-16,0 0-60 0,0 0-7 15,0 0-5 1,0 0 1-16,20-34 0 0,15 25 10 15,7-3-10-15,7-1 0 16,7-3 0-16,9-1-39 16,7-9-103-16,-3-4-273 15</inkml:trace>
  <inkml:trace contextRef="#ctx0" brushRef="#br0" timeOffset="-110424.82">12640 11036 679 0,'0'0'58'0,"0"0"16"15,0 0-15-15,24-78-35 16,-8 60 4-16,3 0 3 0,1 4-25 16,1-1 13-1,9 2-19-15,6 4 0 0,7 2-12 16,3 4 12-16,5 3-33 15,-9 0-17-15,-11 7-31 16,-13 8 19-16,-18 5-7 16,0 0 54-16,-24 1 5 15,-8 0 15-15,1 0-5 16,2 1 19-16,13-3-11 16,5-2 17-16,9 4-25 15,2 4 0-15,0 4 9 16,21 3-4-16,6-1-5 0,-1-4 10 15,-3-4-8 1,-5-2 6-16,-6-5-8 0,-5 1 0 16,-5-2 3-16,-2 2 2 15,0 0-5-15,-9 2 8 16,-11 0-7-16,-8 4 17 16,-6 0-18-16,-9 2-5 15,0-6-84-15,8-7-507 16</inkml:trace>
  <inkml:trace contextRef="#ctx0" brushRef="#br0" timeOffset="-109942.92">11881 12087 580 0,'0'0'73'16,"0"0"-46"-16,0 0-10 15,0 0-14-15,98-14 45 16,-13 2-9-16,23-4 18 15,21-4-38-15,12-2-5 16,9-1 5-16,-4-1-18 16,-3 3 4-16,-10 2-5 15,-16 3-19-15,-17 5 6 16,-24 5-93-16,-34 4-44 16,-36 2-168-16</inkml:trace>
  <inkml:trace contextRef="#ctx0" brushRef="#br0" timeOffset="-109643.73">12680 12257 501 0,'0'0'47'16,"0"0"-14"-16,-22 104 3 15,19-48-19-15,3 12 20 16,0 7-2-16,3 2-35 0,15-7 0 15,6-14 12 1,6-15-11-16,8-18 6 0,10-17-7 16,4-6 0-16,5-14 10 15,-11-8-7-15,-13-3-3 16,-18 4 16-16,-15-1 7 16,-14-2 24-16,-35 4-47 15,-30 3 5-15,-19 8-19 16,2 6-27-16,26 3-37 15,42 0 19-15,28 0-235 16</inkml:trace>
  <inkml:trace contextRef="#ctx0" brushRef="#br0" timeOffset="-109351.03">13693 11629 662 0,'0'0'103'16,"0"0"-42"-16,0 0-33 15,0 0-25-15,118-44 13 0,-69 39-16 16,5 3 6-16,4 2-5 16,0 0-1-16,-6 0-96 15,-12 4-107-15</inkml:trace>
  <inkml:trace contextRef="#ctx0" brushRef="#br0" timeOffset="-109172.13">13708 11810 594 0,'0'0'187'15,"0"0"-187"-15,0 0 0 16,0 0 23-16,91 15 13 0,-30-15-34 16,18 0-2-1,3 0-16-15,2-7-172 0,-10-17-408 16</inkml:trace>
  <inkml:trace contextRef="#ctx0" brushRef="#br0" timeOffset="-108736.61">14715 11222 604 0,'0'0'83'0,"0"0"55"16,0 0-71-16,0 0-43 16,0 0-24-16,0 0-9 0,-9 28 5 15,9 8 8-15,0 6-3 16,0 2-1-16,0-1 0 15,0 2 1-15,0-2-1 16,0 1-7-16,0-5-66 16,0-12-97-16,0-15-285 15</inkml:trace>
  <inkml:trace contextRef="#ctx0" brushRef="#br0" timeOffset="-108542.19">14544 11480 848 0,'0'0'18'0,"0"0"-13"16,105-53 4-16,-47 40-8 15,9 4 1-15,8 0 9 16,7 3-11-16,3 1-15 16,0-5-73-16,-6-1-39 15,-9-3-49-15,-16-4-19 16,-20 0-88-16</inkml:trace>
  <inkml:trace contextRef="#ctx0" brushRef="#br0" timeOffset="-108262.41">15363 11260 409 0,'0'0'183'16,"0"0"-90"-16,0 0 3 15,0 0-22-15,0 0-68 16,0 0-6-16,-56 51 0 16,54 2-4-16,2 5 10 0,0-2-8 15,14-13 2-15,14-13 0 16,5-16-9-16,3-12 11 15,2-2-2-15,-2-19 7 16,-3-12-4-16,-8-8 10 16,-9-4-11-16,-12-2 8 15,-4-1 22-15,-8 3-31 16,-21 4 16-16,-9 9-8 16,2 10-7-16,13 10 6 15,9 10-8-15,14 0-31 16,0 20-207-16,27 13 195 15,17 5-127-15,13-7-284 0</inkml:trace>
  <inkml:trace contextRef="#ctx0" brushRef="#br0" timeOffset="-107977.96">15932 11386 532 0,'0'0'388'0,"0"0"-315"16,0 0-37-16,0 0-23 15,0 0-13-15,0 0-4 16,16-44-80-16,-7 60 21 16,3 1-44-16,-5-4-66 15,0-12-119-15</inkml:trace>
  <inkml:trace contextRef="#ctx0" brushRef="#br0" timeOffset="-107662.8">16444 11022 721 0,'0'0'40'15,"0"0"-40"-15,-90 28-1 16,62 10-10-16,2 8 9 16,13 2 2-16,10 0-7 15,3-2 7-15,16-4-3 16,13-9 2-16,-1-4 2 15,-3-4 22-15,-4-5-12 16,-7 0-9-16,-4-4 8 16,-9-4-7-16,-1 1-3 15,-4-2 2-15,-23 2-1 16,-8-3 13-16,-7-4-14 0,3-3 0 16,0-3 0-1,0 0 0-15,5 0-23 0,8-9-125 16</inkml:trace>
  <inkml:trace contextRef="#ctx0" brushRef="#br0" timeOffset="-107279.19">16444 11068 871 0,'0'0'18'16,"0"0"8"-16,0 0 15 0,0 0-41 15,0 0 0 1,105-32-6-16,-81 39 6 0,-3 10-3 16,-3 4 1-16,-6 1 4 15,-4 1-9-15,-5 2 7 16,2-2 0-16,-5 1-5 16,0-1 5-16,0-4-14 15,3 1-9-15,6-8-15 16,7 1-2-16,11-9 7 15,18-4 33-15,11-9 11 16,6-16-7-16,2-7 29 16,-9-1 23-16,-11-3-19 15,-13 3 42-15,-9 0-53 16,-11 5 0-16,-11 5 21 16,0 3-47-16,-28 2-7 0,-30 8-16 15,-26 10-41-15,-12 0-23 16,5 22-128-16,26 0-88 15</inkml:trace>
  <inkml:trace contextRef="#ctx0" brushRef="#br0" timeOffset="-106441.13">17774 11243 634 0,'0'0'157'0,"0"0"-51"16,0 0-106-16,0 0-6 16,0 0-1-16,0 0 14 15,-48 118-10-15,24-60 3 16,-3 3-62-16,1-2 19 16,3-14-130-16,7-16-296 15</inkml:trace>
  <inkml:trace contextRef="#ctx0" brushRef="#br0" timeOffset="-105964.98">18066 10817 164 0,'0'0'623'15,"0"0"-564"-15,0 0 20 16,0 0-72-16,0 0 3 15,0 0-20-15,21 13 5 16,-12 54 5-16,-8 11 0 16,-1 1 5-16,0-6-5 15,0-11 0-15,0-18 0 16,0-15 1-16,2-15-1 16,-1-10 0-16,-1-4 7 15,1-8 6-15,5-25 50 0,-2-17-63 16,1-20-21-16,-5-6 15 15,0-3-16-15,0 3 16 16,0 7-1-16,0 12 9 16,8 13-4-16,17 12-2 15,9 13-13-15,4 12 5 16,-2 7 9-16,-4 17-2 16,-7 17 1-16,-1 9 4 15,-5 0 0-15,-4-1-2 16,-5-9 2-16,-6-8-14 0,-4-8 14 15,0-9-9-15,0-2 7 16,-10-6 4-16,-7 2 12 16,-4-2-9-16,-2 1-1 15,7 6-8-15,16 1-30 16,5-4-414-16</inkml:trace>
  <inkml:trace contextRef="#ctx0" brushRef="#br0" timeOffset="-105781.06">18804 10939 642 0,'0'0'110'0,"0"0"-12"16,0 0-74-16,0 0-16 16,0 0-8-16,0 0-10 0,50 3-3 15,-1-1 7-15,18 0 1 16,14-2-147-16,-4-6-257 15</inkml:trace>
  <inkml:trace contextRef="#ctx0" brushRef="#br0" timeOffset="-105594.71">18873 11100 274 0,'0'0'557'16,"0"0"-531"-16,0 0-23 15,0 0-4-15,0 0 1 0,0 0 0 16,0 0-15-16,46 22 15 16,12-22-17-16,19 0-45 15,11-17-85-15,0-12-190 16</inkml:trace>
  <inkml:trace contextRef="#ctx0" brushRef="#br0" timeOffset="-105295.93">19603 10433 797 0,'0'0'8'16,"0"0"6"-16,108-75-8 15,-66 64 11-15,0 11-17 16,-9 0 3-16,-3 16-11 16,-10 15 8-16,-8 8-9 15,-12 9 8-15,0 10 1 16,-23 4 6-16,-16 5-6 16,-6-5-15-16,-7-2-11 15,6-7-59-15,5-7 0 16,13-9-149-16</inkml:trace>
  <inkml:trace contextRef="#ctx0" brushRef="#br0" timeOffset="-105116.3">19685 11277 562 0,'0'0'379'0,"0"0"-367"15,0 0 54-15,0 0-12 16,0 0-49-16,0 0-5 15,0 15-63-15,-3-2-74 16,3-4-30-16,0-9-299 16</inkml:trace>
  <inkml:trace contextRef="#ctx0" brushRef="#br0" timeOffset="-102883.42">1553 14941 48 0,'0'0'490'16,"0"0"-397"-16,0 0-52 16,0 0 11-16,0 0 25 15,0 0-42-15,0 2 21 16,0-2-41-16,0 2 3 15,0-2 20-15,0 0-17 16,-2 0 7-16,1 0-26 16,-3 0 4-16,4 0 5 15,-2 0-11-15,-1-2 0 0,0 2 0 16,0-1 6-16,2 1-6 16,-1 0 0-1,2 0 0-15,0 0-5 0,0 0 5 16,-1 0-4-16,1 8 2 15,0 15-2-15,0 9 1 16,0 10 3-16,4-2-4 16,5 2-9-16,4-1-5 15,4-4-26-15,2-11 25 16,8-5-28-16,4-17-33 16,5-4 36-16,4-25 35 15,4-16-1-15,-8-10 10 16,-5-6 0-16,-7 2 54 15,-14 5 32-15,-5 4-20 16,-5 12-19-16,0 10-18 0,0 11 23 16,-3 13-50-16,1 0 0 15,2 0-4-15,0 8-18 16,0 13 0-16,0 7 20 16,0 9 0-16,2 2-12 15,4 0 12-15,-1 0-19 16,-3-5-21-16,1-4-59 15,0-13-93-15,0-17-221 16</inkml:trace>
  <inkml:trace contextRef="#ctx0" brushRef="#br0" timeOffset="-102715.11">2014 14599 784 0,'0'0'97'15,"0"0"3"-15,0 0-98 16,0 0 8-16,0 0-10 16,0 0-33-16,22 17 12 15,-16 10-25-15,-6 0-92 16,0-9-71-16</inkml:trace>
  <inkml:trace contextRef="#ctx0" brushRef="#br0" timeOffset="-102535">1319 14743 719 0,'0'0'127'16,"0"0"-96"-16,0 0-31 15,0 0 0-15,100-16-66 16,-66 26-44-16,-2-8-75 15</inkml:trace>
  <inkml:trace contextRef="#ctx0" brushRef="#br0" timeOffset="-102285.1">2257 14430 696 0,'0'0'176'0,"0"0"-176"16,67 86-4-16,-34-15 1 16,-2 21 6-16,-7 17 2 15,-12 7-4-15,-9 5 3 16,-3 4 24-16,-17-3-23 16,-17 4-5-16,-13-6 0 15,-8-12-4-15,-8-16-138 16,2-20-132-16</inkml:trace>
  <inkml:trace contextRef="#ctx0" brushRef="#br0" timeOffset="-101417.89">3598 14740 486 0,'0'0'107'16,"0"0"-25"-16,0 0-77 15,0 0 0-15,0 0 54 16,0 0-14-16,21-20-29 15,15 5 0-15,19-3 5 16,13-1 15-16,9 2-21 16,6 3-15-16,-7 6 14 15,-9 0-13-15,-13 8-2 0,-11 0 0 16,-10 0 1-16,-7 12-1 16,-9 7-3-1,-12 8 4-15,-5 14-11 0,-23 15 13 16,-17 11-2-16,-14 3 0 15,-2-1-24-15,-1-11 11 16,-1-15-7-16,10-9 20 16,5-11-4-16,7-6 4 15,6-9 0-15,1-5 0 16,10-3-9-16,2-3-10 16,6-16-54-16,7-1 30 15,4-3 31-15,0 2 16 16,18 1-4-16,5 5 10 15,10 5 27-15,11 7 12 16,5 3-33-16,6 6 7 16,3 15 23-16,-7 6-28 0,3 6-5 15,-6 3-12-15,-2 1 6 16,-5 2-5-16,-10-4-2 16,-9-5-19-16,-11-9-76 15,-9-13-88-15,-2-8-366 16</inkml:trace>
  <inkml:trace contextRef="#ctx0" brushRef="#br0" timeOffset="-101219.15">3516 15008 616 0,'0'0'40'16,"85"-10"-10"-16,-25 7 28 15,13-4-31-15,18-4 7 16,10-7-12-16,2-5-22 16,3-2-1-16,-6-2-63 15,-8-2-78-15,-13 1-172 16</inkml:trace>
  <inkml:trace contextRef="#ctx0" brushRef="#br0" timeOffset="-101035.18">4679 14793 814 0,'0'0'34'16,"0"0"-34"-16,0 0-2 16,87 1-15-16,-34-1-2 15,7 0-41-15,0-4-81 16,-6-6-151-16</inkml:trace>
  <inkml:trace contextRef="#ctx0" brushRef="#br0" timeOffset="-100852.21">4484 15135 873 0,'0'0'32'16,"0"0"-32"-16,0 0 0 15,91 9 4-15,-28-9-2 16,17 0-2-16,11-12 0 16,9-5-82-16,6-7-235 15</inkml:trace>
  <inkml:trace contextRef="#ctx0" brushRef="#br0" timeOffset="-100036.53">5916 14483 244 0,'0'0'423'16,"0"0"-360"-16,0 0-63 15,0 0-7-15,0 0 7 16,0 0 37-16,0 110-16 15,0-53 14-15,10 15-12 16,11 10-19-16,8 4 28 16,-4-5-32-16,6-15 0 15,-4-17 3-15,1-15-3 16,2-20-21-16,3-14-9 16,3-5 30-16,5-27 8 15,-3-11-8-15,-8-11 0 16,-8-3 33-16,-14 0-2 15,-8 5-4-15,-5 11-25 0,-26 11-2 16,-15 13-4-16,-2 11-109 16,2 6-8-16,13 0 74 15,17 0 13-15,14 6 33 16,2-2-13-16,22 0 14 16,14-4 19-16,13 0-9 15,11 0 3-15,13-7-4 16,0-1-8-16,-9 1-2 15,-17 2 0-15,-19 4 1 16,-13 1-8-16,-11 0 8 16,-4 0 0-16,0 3 35 15,-3 18-4-15,-7 9 21 16,0 7-41-16,6 7-4 16,3-1 7-16,1-4-14 15,0-7-3-15,19-13-22 0,12-13-26 16,8-6 39-16,6-21 5 15,4-15 7-15,-4-11 11 16,-5-5 32-16,-16 2 46 16,-10 5-11-16,-14 7-25 15,0 3-3-15,-27 7-30 16,-16 9-13-16,-13 11 2 16,-5 8-9-16,3 11-32 15,16 16-45-15,21 2-93 16,21-6-276-16</inkml:trace>
  <inkml:trace contextRef="#ctx0" brushRef="#br0" timeOffset="-99856.78">7140 14664 765 0,'0'0'41'0,"0"0"-21"15,0 0-36-15,0 0 16 16,84-2-8-16,-39 2-46 16,10 0-24-16,4 0-72 0,0-14-297 15</inkml:trace>
  <inkml:trace contextRef="#ctx0" brushRef="#br0" timeOffset="-99535.9">7895 14187 968 0,'0'0'50'15,"0"0"-50"-15,0 0-3 16,-31 99-8-16,14-31 11 16,0 9 2-16,0 6 0 15,2 1 3-15,6-6-5 16,5-8-18-16,4-19 15 15,3-16-49-15,20-23 4 0,12-12 31 16,2-19 14-16,-4-15 3 16,-9-7 5-16,-9 2-4 15,-15-1 57-15,0 3-57 16,-23 4 2-16,-14 5 7 16,-1 12-10-16,5 12 0 15,9 4-71-15,18 0-124 16,6 5-164-16</inkml:trace>
  <inkml:trace contextRef="#ctx0" brushRef="#br0" timeOffset="-99203.28">8186 14294 835 0,'0'0'108'0,"0"0"-23"15,0 0-54-15,0 0-31 16,0 0-6-16,0 0 6 15,6 3-2-15,13 33 2 16,7 2-10-16,2-1-15 16,6-8-30-16,2-8 21 15,5-13-28-15,5-8 37 16,-5-12 24-16,-2-17 2 16,-13-7 16-16,-13-6 18 15,-10 3 8-15,-3 3 31 16,0 5-53-16,-15 11 13 15,6 11 2-15,3 6-23 0,3 3-13 16,0 25-16-16,-1 20 7 16,2 20-5-16,-2 16 14 15,4 8-24-15,-6 10-10 16,-6 0-57-16,-5-11-160 16</inkml:trace>
  <inkml:trace contextRef="#ctx0" brushRef="#br0" timeOffset="-98738.03">5816 15666 552 0,'0'0'63'0,"0"0"-35"16,160-33 62-16,-36 7 10 15,41-7-53-15,35-8-14 16,34-5-25-16,25-5-8 16,16-7 21-16,8-4-18 15,-1 1-3-15,-12 3 0 16,-22 11 6-16,-30 6-12 15,-35 15-14-15,-41 9-51 16,-46 10-22-16,-48 7-66 16,-48 0-283-16</inkml:trace>
  <inkml:trace contextRef="#ctx0" brushRef="#br0" timeOffset="-98271.98">7573 15643 833 0,'0'0'75'0,"0"0"-38"16,0 0-32-16,0 0-5 16,0 0 0-16,0 0 0 15,-33 105 0-15,30-48 1 16,2 10-1-16,-1 5 0 15,2-4-6-15,0-7-19 16,14-16-41-16,14-18-67 16,14-15 43-16,13-12-65 15,8-9-12-15,-1-26 167 16,-9-8 5-16,-6-4 160 0,-20 2 31 16,-18 5-28-16,-9 5-71 15,-16 9-27-15,-29 12-65 16,-28 14-5-16,-14 9-37 15,-11 16-195-15</inkml:trace>
  <inkml:trace contextRef="#ctx0" brushRef="#br0" timeOffset="-97487.11">6004 14275 445 0,'0'0'148'0,"0"0"-116"0,0 0-1 15,0 0-13-15,0 0 8 16,0 0-15-16,-40 75-4 15,13-34 21-15,-5 18-28 16,0 13 0-16,2 7-2 16,0 2-110-16,5-9-341 15</inkml:trace>
  <inkml:trace contextRef="#ctx0" brushRef="#br0" timeOffset="-96938.89">9587 14638 678 0,'0'0'179'0,"0"0"-125"16,0 0-54-16,0 0 8 15,97-60-8-15,-30 43-1 16,7 2-2-16,5 6-55 16,-2 1-91-16,-16 2-32 15</inkml:trace>
  <inkml:trace contextRef="#ctx0" brushRef="#br0" timeOffset="-96752.86">9678 14816 615 0,'0'0'57'16,"89"-33"-42"-16,-23 16-15 15,13 0 0-15,7-3-27 16,5-1-124-16,-4-2-346 16</inkml:trace>
  <inkml:trace contextRef="#ctx0" brushRef="#br0" timeOffset="-96484.81">10682 14468 822 0,'0'0'124'15,"0"0"-84"-15,0 0-32 16,0 0-8-16,0 0-20 15,0 0 18-15,86-41-20 16,-41 34-23-16,4-2 1 16,5-4-111-16,-1-5 5 15,-3-5-257-15</inkml:trace>
  <inkml:trace contextRef="#ctx0" brushRef="#br0" timeOffset="-96073.77">11429 14014 856 0,'0'0'57'16,"0"0"9"-16,0 0-65 16,0 0 12-16,0 0-13 15,80-59-4-15,-47 59 4 16,1 20 0-16,-1 9 0 15,-8 6 0-15,-9 5 0 16,-11 4-6-16,-5 1 6 0,-4 2-4 16,-19-4-3-16,-6-4-16 15,-7-3 14-15,-2-8-13 16,6-6-13-16,4-8 33 16,12-7-9-16,9-3 11 15,7-4 7-15,0 0 16 16,0 0 31-16,18 0-50 15,17 0 5-15,16 0-7 16,9 0-2-16,9-8 0 16,2-1-1-16,2 2 1 0,1 2-16 15,-7 5-55 1,-12 0-34-16,-23 0-149 0</inkml:trace>
  <inkml:trace contextRef="#ctx0" brushRef="#br0" timeOffset="-95853.83">11013 14754 783 0,'0'0'44'0,"0"0"-44"16,0 0 0-16,0 0 8 15,99 20 16-15,-37-20 18 16,12-10-13-16,13-10 0 15,7-2 19-15,2-2-40 16,4 2 3-16,-1 4-9 16,-10 7-2-16,-8 6-1 0,-15 3-87 15,-23 2-184-15</inkml:trace>
  <inkml:trace contextRef="#ctx0" brushRef="#br0" timeOffset="-95407.87">11433 14894 913 0,'0'0'5'0,"0"0"1"16,0 0-6-16,100-22 0 16,-61 16 1-16,1-6 16 15,2 1-13-15,4-2 0 16,-2 4 19-16,-3 0-22 15,-10 6-1-15,-12 3 0 16,-12 0-35-16,-7 18-24 16,-26 8-10-16,-15 4 8 15,-10-2 17-15,2-6 7 16,10-5 37-16,15-5 11 16,12 1 35-16,12 0 8 15,0 7-24-15,6 1-22 16,16 1 13-16,4 2-20 15,-1-6 3-15,-1-2-4 16,-8-1 3-16,-5-5 0 0,-6-3-3 16,-4-2 0-16,-1 0 11 15,0 3 0-15,-24 5 17 16,-10 7-13-16,-13 1-13 16,-6 3-4-16,-4-3-8 15,1-4-73-15,5-4-30 16,12-5-6-16,14-8-328 15</inkml:trace>
  <inkml:trace contextRef="#ctx0" brushRef="#br0" timeOffset="-94945.91">12403 14263 717 0,'0'0'25'16,"0"0"-7"-16,0 0 49 16,103-8-22-16,-73 2-11 15,4-2-33-15,3 1 8 0,2 2-18 16,3 1 3-16,-4 4-168 16,-15 0-138-16</inkml:trace>
  <inkml:trace contextRef="#ctx0" brushRef="#br0" timeOffset="-94778.7">12459 14388 25 0,'0'0'702'16,"0"0"-684"-16,111-4-16 15,-51 2 3-15,6-3-5 16,3 2-25-16,-2-7-49 0,-5 0-260 15</inkml:trace>
  <inkml:trace contextRef="#ctx0" brushRef="#br0" timeOffset="-94518.03">13196 14212 822 0,'0'0'129'0,"0"0"-34"15,0 0-95 1,0 0 6-16,0 0-12 0,0 0 12 16,100-17-15-1,-31 17 5-15,6 0-32 0,2 0 3 16,-4 0-65-16,-7-3-60 15,-8-12 0-15,-14-6-239 16</inkml:trace>
  <inkml:trace contextRef="#ctx0" brushRef="#br0" timeOffset="-94157.88">13930 13912 809 0,'0'0'147'16,"0"0"-122"0,0 0-14-16,0 0-14 0,-25 75 3 15,7-12 0-15,3 13 0 16,7 7 3-16,7-2-6 16,1-14-2-16,19-20-61 15,22-18 25-15,11-23-19 16,8-6 60-16,1-19 8 15,-6-19-7-15,-10-11 19 16,-9-1-3-16,-14-2-8 16,-15 1 38-16,-7 0-45 15,-15 3 1-15,-26 3 3 0,-13 6-4 16,-4 9 1-16,4 13-3 16,12 13 1-16,15 4-13 15,10 22-21-15,7 14-128 16,10 6 7-16,2-4-191 15</inkml:trace>
  <inkml:trace contextRef="#ctx0" brushRef="#br0" timeOffset="-93964">14349 14154 949 0,'0'0'38'0,"0"0"-18"0,0 0-20 16,0 0-51-16,0 0 21 15,0 0-49-15,35 25-72 16,-15-21-164-16</inkml:trace>
  <inkml:trace contextRef="#ctx0" brushRef="#br0" timeOffset="-93626.13">14853 13779 897 0,'0'0'92'16,"0"0"-92"-16,0 0-2 15,-68 75-1-15,28-17 6 16,-2 10-3-16,7 3 0 15,12 3 0-15,18-11-10 16,5-12-27-16,30-15-17 16,19-17 2-16,13-14 6 15,4-5 41-15,0-9-16 16,-8-12 21-16,-13-5 43 16,-15-1 12-16,-17-1 2 15,-13-3-15-15,-1 0-35 16,-26 5 5-16,-9 7-12 15,-3 14-25-15,4 5-58 16,6 0-145-16,7 10-408 16</inkml:trace>
  <inkml:trace contextRef="#ctx0" brushRef="#br0" timeOffset="-93293.6">15278 13730 662 0,'0'0'136'16,"0"0"-52"-16,0 0-78 15,0 0-6-15,-81 103 0 0,46-39 2 16,4 11-2-16,9 4 0 16,8 2 1-16,14-11-1 15,0-14-17-15,25-22-60 16,22-16-14-16,15-15 60 15,11-3-1-15,-4-14 32 16,-16-13 23-16,-20-2 15 16,-22-5 104-16,-11 0-83 15,-7-2-47-15,-26 1 32 16,-23 4-43-16,-19 8 4 16,-3 9-5-16,12 14-70 15,22 0-63-15,27 15-130 16</inkml:trace>
  <inkml:trace contextRef="#ctx0" brushRef="#br0" timeOffset="-92951.04">15608 13716 723 0,'0'0'99'0,"0"0"-71"0,128-48-26 16,-65 42 19-16,4 6-21 15,-3 0 5-15,-8 11 26 16,-16 10-28-16,-15 11 11 15,-13 7-11-15,-12 9 4 16,-2 13-1-16,-38 6-6 16,-16 6 0-16,-13 2-3 15,2-8-10-15,12-11-59 16,13-15-79-16,18-15-44 16,12-18-85-16</inkml:trace>
  <inkml:trace contextRef="#ctx0" brushRef="#br0" timeOffset="-92785.11">15642 14036 555 0,'0'0'125'0,"0"0"38"0,0 0-140 15,0 0-19-15,0 0-4 16,0 0 2-16,62-52-6 16,-22 52 4-16,14 0 0 15,4 0-3-15,4 0 3 16,3 0-48-16,0-13-107 15</inkml:trace>
  <inkml:trace contextRef="#ctx0" brushRef="#br0" timeOffset="-92606.77">16268 14149 911 0,'0'0'102'15,"0"0"-102"-15,0 0 0 16,-5 113 0-16,5-61 3 15,5 5 0-15,1-1-3 16,-4 0-6-16,-2-2 3 16,0-8-39-16,0-9-71 15,0-14-162-15</inkml:trace>
  <inkml:trace contextRef="#ctx0" brushRef="#br0" timeOffset="-91938.54">16840 13447 658 0,'0'0'170'0,"0"0"-104"15,0 0-41-15,0 0-25 16,0 0 2-16,0 0-3 16,16 137 1-16,-16-51 0 15,-4 6 7-15,-14 1-7 16,-1-2 0-16,0-11 10 16,5-16-9-16,8-24 3 15,3-16-4-15,3-13 0 16,0-11 17-16,0-3 44 15,9-29-35-15,12-12-18 0,-3-16-4 16,-8-8-8 0,-7-7-2-16,-3-6-17 0,0-3 13 15,0 6-16-15,6 9-16 16,12 18 40-16,7 17-6 16,0 14 7-16,-2 13 0 15,-2 7 1-15,-7 14-6 16,3 18 6-16,-6 14 0 15,-1 10-2-15,-5 0 6 16,-5-5-3-16,0-10-1 16,-6-10 0-16,-17-7 3 15,-6-7-3-15,-5-5 0 16,-3-4 10-16,2-1-10 0,14-2 0 16,16-5-174-16,10 0-559 15</inkml:trace>
  <inkml:trace contextRef="#ctx0" brushRef="#br0" timeOffset="-91555.99">17573 13855 295 0,'0'0'311'15,"0"0"-220"-15,101-30-54 16,-53 24-3-16,5 2-16 0,2 2-12 16,-5 2-12-16,-5 0-47 15,-10 0-133-15</inkml:trace>
  <inkml:trace contextRef="#ctx0" brushRef="#br0" timeOffset="-91378.8">17637 13994 865 0,'0'0'37'15,"0"0"-21"-15,0 0-14 16,118-2-2-16,-47-1-15 15,10-2-99-15,8-4-61 0,2-11-175 16</inkml:trace>
  <inkml:trace contextRef="#ctx0" brushRef="#br0" timeOffset="-91096.33">18381 13308 837 0,'0'0'23'0,"0"0"-20"15,103-57 11-15,-60 49 1 0,-1 5-13 16,-3 3 16 0,-1 0-18-16,-6 15 0 0,-11 8-2 15,-6 7 0-15,-11 5-1 16,-4 6-3-16,-12 5-20 15,-18 3 18-15,-8 0-41 16,2 2 4-16,3-1-7 16,6 5-4-16,8-6-33 15,8-3-196-15</inkml:trace>
  <inkml:trace contextRef="#ctx0" brushRef="#br0" timeOffset="-90940.44">18386 14258 964 0,'0'0'105'16,"0"0"-69"-16,0 0-36 15,0 0 11-15,0 0-25 16,0 0-23-16,10 38-2 16,11-29-71-16,-3-9-360 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55:44.614"/>
    </inkml:context>
    <inkml:brush xml:id="br0">
      <inkml:brushProperty name="width" value="0.05292" units="cm"/>
      <inkml:brushProperty name="height" value="0.05292" units="cm"/>
      <inkml:brushProperty name="color" value="#FF0000"/>
    </inkml:brush>
  </inkml:definitions>
  <inkml:trace contextRef="#ctx0" brushRef="#br0">18883 6590 268 0,'0'0'83'15,"0"0"-2"-15,0 0-61 16,0 0 29-16,0 0-38 16,0 0 6-16,0 0 2 15,0 0-9-15,0-12 21 16,0 12-17-16,0-3 8 16,0 2 25-16,0 0-24 15,0-1 35-15,0 1 9 16,0-2-34-16,0 1 6 15,0 0-35-15,0 0 5 16,-2 0 14-16,2 1-20 16,0-3 5-16,0 3 2 0,0 1-8 15,0 0 16 1,0 0-18-16,0 0 0 0,0 0 0 16,0 0 0-16,0 0-5 15,0 0 4-15,0 7-13 16,0 8 3-16,0 8 11 15,0 3 0-15,2-1-2 16,1-6 4-16,2-5-3 16,-2-5 1-16,2-5 0 15,-2-3-6-15,6-1 6 16,10-2 0-16,9-18 28 16,14-8-25-16,3-6 7 15,3 0-10-15,-1-1 10 16,1 1-8-16,-2-1-2 15,0 1 0-15,-2 0-2 0,-5 3 6 16,1 2-5-16,-6 0 1 16,-4 5 0-16,-5 5-7 15,-11 3 7-15,-2 7 0 16,-5 0-1-16,-3 1 1 16,1 5 0-16,0-2-30 15,-1 5-4-15,5 0-19 16,-2 0-161-16,1 0-70 15,1 5 51-15</inkml:trace>
  <inkml:trace contextRef="#ctx0" brushRef="#br0" timeOffset="176.61">19607 6295 597 0,'0'0'56'16,"0"0"-21"-16,0 0 75 15,0 0-28-15,0 0-30 16,0 0-24-16,0 0-22 16,0 1 6-16,0 7-12 15,-3 14-89-15,-16 2-111 16,-5 0-68-16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56:19.796"/>
    </inkml:context>
    <inkml:brush xml:id="br0">
      <inkml:brushProperty name="width" value="0.05292" units="cm"/>
      <inkml:brushProperty name="height" value="0.05292" units="cm"/>
      <inkml:brushProperty name="color" value="#FF0000"/>
    </inkml:brush>
  </inkml:definitions>
  <inkml:trace contextRef="#ctx0" brushRef="#br0">7791 9895 375 0,'0'0'103'0,"0"0"-14"16,0 0 6-1,0 0 1-15,0 0-52 16,0 0-19-16,0 0 40 16,0 0-47-16,0-14-4 0,0 11 12 15,-2 3-23-15,2 0 13 16,0 0-16-16,0 0 0 15,0 0 3-15,0 0-3 16,0 0-3-16,0 0-4 16,0 0 5-16,0 0-17 15,0 0-68-15,0 3-131 16,0 2 128-16,0-2-259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3:56:32.813"/>
    </inkml:context>
    <inkml:brush xml:id="br0">
      <inkml:brushProperty name="width" value="0.05292" units="cm"/>
      <inkml:brushProperty name="height" value="0.05292" units="cm"/>
      <inkml:brushProperty name="color" value="#FF0000"/>
    </inkml:brush>
  </inkml:definitions>
  <inkml:trace contextRef="#ctx0" brushRef="#br0">7333 10948 260 0,'0'0'91'15,"0"0"-91"-15,0 0-66 16,0 0-14-16,0 0 6 16,0 0 13-16,0 0 7 15</inkml:trace>
  <inkml:trace contextRef="#ctx0" brushRef="#br0" timeOffset="1186.11">7324 11047 110 0,'0'0'8'16,"0"0"34"-16,0 0 8 16,0 0 16-16,0 0 3 15,0 0 44-15,-32 0-20 16,28-4-7-16,-2 0-64 16,0-2 5-16,2 2 41 15,-1 2-50-15,2-3 4 16,0 4-19-16,0-2 3 0,2 0 10 15,-2 3-15 1,0-1 22-16,3 1-1 0,0 0-16 16,0 0 9-16,0 0-15 15,0 0 0-15,0-2 7 16,0 2-7-16,0 0-2 16,6 0 0-16,13 0-1 15,17 0-4-15,15 5 7 16,17-1 0-16,16-2 11 15,7-2-11-15,-2 0 0 16,-7 0-1-16,-10 0 3 16,-5-6-1-16,-6-5-1 0,-7-1 0 15,-8 0-3 1,-11 2 4-16,-10 2-1 16,-13 2 9-16,-6 3-9 0,-3 3 23 15,-2-2-14-15,1-1-9 16,-2 1 26-16,0 1-23 15,0 0 3-15,0-2-4 16,0 0-1-16,-5 2 1 16,1 0-2-16,1 1 0 15,0 0-4-15,-1 0 4 16,-1 0-15-16,-7 8-15 16,6 3-24-16,-5 1 15 15,3 0-44-15,2-1 34 16,1-5 17-16,2-1-5 15,-1 3 6-15,2-1-40 0,-4-2-95 16,0-3-187-16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48:36.782"/>
    </inkml:context>
    <inkml:brush xml:id="br0">
      <inkml:brushProperty name="width" value="0.05292" units="cm"/>
      <inkml:brushProperty name="height" value="0.05292" units="cm"/>
      <inkml:brushProperty name="color" value="#FF0000"/>
    </inkml:brush>
  </inkml:definitions>
  <inkml:trace contextRef="#ctx0" brushRef="#br0">4486 7972 427 0,'0'0'75'15,"0"0"-68"-15,0 0 10 16,0 0 77-16,0 0-24 15,0 0-22-15,0 0-26 16,-14 0 43-16,12 0-22 0,2 0-34 16,0 0 23-16,0 0-31 15,0 0-1-15,0 0 3 16,0 0 1-16,0-2-5 16,0 1 1-16,2-6 0 15,19-3-4-15,13-6 4 16,11-5 0-16,1 1-3 15,2 2 3-15,1-1-1 16,-7 4-5-16,-5 2 5 16,-8 3-10-16,-13 3 11 15,-10 4-2-15,-3 3-2 16,-3 0-14-16,0 0-3 16,0 0-8-16,0 0 5 0,0 0 19 15,0 0-6 1,0 0 2-16,0 0 6 0,0 0-3 15,0 0 4-15,0 0 2 16,0 0 0-16,0 0 28 16,0 0-2-16,0 0 17 15,0 0 1-15,0 0-23 16,0 0 1-16,0 0-20 16,0 0 4-16,0 0-3 15,0 0-3-15,0 0 0 16,0 0-4-16,0 0 8 15,0 0-8-15,0 0 2 16,0 0-15-16,0 0 14 16,0 19-65-16,0 16 42 0,-15 20 23 15,-10 21 6-15,-5 14 2 16,-5 10-5-16,-3-5 0 16,8-7 4-16,4-17-4 15,7-20 0-15,7-15 2 16,8-19 0-16,1-10 0 15,3-6-2-15,0-1 0 16,-3 0 38-16,0-17-19 16,0-11-19-16,-1-6 0 15,4-2 0-15,0 3-2 16,0 5-34-16,10 6 0 16,3 7 31-16,4 5-38 15,-1 7 23-15,-4 3 17 0,6 0-5 16,-4 7 7-1,3 6-4-15,0 3 5 0,0 1-6 16,0 0 6-16,2-1-2 16,-1 0-16-16,-4-4-59 15,-8-2-102-15,-6-6-134 16</inkml:trace>
  <inkml:trace contextRef="#ctx0" brushRef="#br0" timeOffset="209.78">4436 8333 531 0,'0'0'144'0,"0"0"-63"0,0 0-32 16,0 0 6-16,0 0-49 16,0 0-6-16,24-16 0 15,16 7 0-15,8-3 3 16,4-4-3-16,0-2-71 15,-1-6 13-15,-3-7-73 16,-6-8-222-16</inkml:trace>
  <inkml:trace contextRef="#ctx0" brushRef="#br0" timeOffset="407.78">4933 8084 587 0,'0'0'91'0,"0"0"-85"16,0 0-8-16,0 0 2 15,0 0 0-15,83-14 7 16,-35-3-7-16,7 0-8 16,-4-4-110-16,-6 2-228 15</inkml:trace>
  <inkml:trace contextRef="#ctx0" brushRef="#br0" timeOffset="593.81">5012 8279 576 0,'0'0'51'0,"0"0"-46"15,0 0-3-15,0 0 35 16,106-19 4-16,-64 2-41 15,5-5 0-15,-4-2-2 16,-2-5-67-16,-7-7-265 16</inkml:trace>
  <inkml:trace contextRef="#ctx0" brushRef="#br0" timeOffset="1014.87">5370 7752 607 0,'0'0'147'0,"0"0"-61"16,0 0-67-16,0 0 11 16,0 0-30-16,0 0 4 15,6 33-13-15,3 2 9 16,1 6 0-16,2 3 4 15,0 1-1-15,-3 0-1 16,1 2-2-16,-2-4 0 16,-5-6-3-16,5-8 3 15,-5-6-59-15,-2-7-57 16,-1-9-14-16,2-7-264 16</inkml:trace>
  <inkml:trace contextRef="#ctx0" brushRef="#br0" timeOffset="1252.36">5664 7945 803 0,'0'0'97'0,"0"0"-78"15,0 0-6-15,0 0-5 16,0 0-2-16,0 0-12 16,0 9-3-16,7 4-25 0,5 1-60 15,-4-9-86-15,-7-5-304 16</inkml:trace>
  <inkml:trace contextRef="#ctx0" brushRef="#br0" timeOffset="1880.84">5801 7735 629 0,'0'0'61'0,"0"0"-35"16,0 0 37-16,0 0 0 16,0 0-50-16,0 0-8 0,15 19-5 15,2 4 0-15,0 3 1 16,3 4 1-16,-4 2-2 16,0 0 0-16,1-4-4 15,1-4-21-15,4-12-72 16,6-12 15-16,4 0-7 15,-1-21-96-15,-7-5-48 16,-9-6 233-16,-14 3 41 16,-1 0 87-16,-3 2 28 15,-14 5-64-15,0 5-21 16,4 4 58-16,5 6-31 16,7 4-60-16,1 3-22 0,0 0-16 15,0 2-19 1,9 21-41-16,9 9 60 0,4 6-3 15,2 2 3 1,0-3-15-16,0-2 8 0,-4-5-60 16,-3-7-1-16,-5-6-7 15,-5-9-126-15</inkml:trace>
  <inkml:trace contextRef="#ctx0" brushRef="#br0" timeOffset="2332.2">6357 7651 453 0,'0'0'55'0,"0"0"-44"16,0 0 17-16,0 0 21 15,0 0-15-15,0 0-34 16,60 44 0-16,-49-12 9 16,-5 5-7-16,-5 3 2 15,-1 3-4-15,0-4 3 0,-6-6-14 16,-8-7 3-1,-3-7-20-15,0-8 24 0,-1-4-5 16,3-7 9-16,-2 0 37 16,4 0 18-16,5-3 100 15,5-4-106-15,3 0-24 16,1-4-22-16,26-4-3 16,16-5-33-16,10 0 6 15,3 3-28-15,-2 2 19 16,-1 1-7-16,-3 2 11 15,-1 0 18-15,-4-3-56 16,-8 0-104-16</inkml:trace>
  <inkml:trace contextRef="#ctx0" brushRef="#br0" timeOffset="2945.78">6920 7623 538 0,'0'0'115'0,"0"0"-72"16,0 0 17-16,0 0 21 16,22-84-64-16,-19 69-8 15,-3 3 44-15,0 4-21 16,-3-1-18-16,-19 4-14 16,-9 5-6-16,-5 0-8 15,-2 0 13-15,7 20-8 16,6 3-13-16,8 11-26 15,11 3 23-15,6 2 5 16,15-1-55-16,24-4 66 16,12-5-10-16,4-4 19 0,-6-4-2 15,-9-4 4-15,-13-4-2 16,-11-3 0-16,-9-4 0 16,-4-1 18-16,-3 1-18 15,-5 3 0-15,-21 0 14 16,-12 1-11-16,-4-6 0 15,-9-4-3-15,-2 0-11 16,2-1 7-16,3-10 1 16,15 0 3-16,16-2 21 15,15-3-18-15,2-4-3 16,24-8-34-16,22-7 24 16,8-3 2-16,6 0 8 15,1 1-18-15,-1 2-15 0,-11 1-166 16,-17 4-221-16</inkml:trace>
  <inkml:trace contextRef="#ctx0" brushRef="#br0" timeOffset="3561.6">7214 7636 646 0,'0'0'49'0,"0"0"3"16,0 0-31-16,0 0 16 15,0 0 30-15,0 0-49 16,32-83-10-16,-32 69 15 16,0-1-8-16,0 1-1 15,-13 4-14-15,-2 0 3 16,-4 9-11-16,-2 1 8 16,0 0-17-16,0 8 2 0,3 12-17 15,6 3 7 1,6 4-3-16,6 1-8 0,0-2 30 15,17 2-7-15,9-3 12 16,4 1-8-16,0-4 10 16,-2-3-1-16,-8-3 0 15,-5-2 3-15,-9-4-7 16,-5-3 4-16,-1 0 0 16,0-2 9-16,0 2-6 15,-7-4 1-15,-11-2 12 16,-1-1 5-16,-4 0 18 15,-5-1-24-15,2-12-10 16,2 4 9-16,4-5-12 16,12-2-2-16,8-4 0 0,0-8-5 15,26-8-2-15,11-2-12 16,6-3 19-16,2 2-8 16,3 2 1-16,-5 7-61 15,-9 8-27-15,-8 8-35 16,-16 5-198-16</inkml:trace>
  <inkml:trace contextRef="#ctx0" brushRef="#br0" timeOffset="4045.15">7562 7427 576 0,'0'0'126'0,"0"0"31"16,0 0-104-16,-40-74-4 15,22 64-42-15,1 5 4 16,3 5-11-16,0 4-6 15,4 18-4-15,-3 12 8 16,4 7-5-16,3 4-19 0,6-2-31 16,0-8 23-16,3-12-78 15,18-15 62-15,0-8 45 16,1 0 6-16,-4-14-1 16,-9-3 3-16,-5 0 3 15,-4 1 54-15,0 4-9 16,0 3 1-16,-1 4 4 15,-2 3-18-15,1 2-9 16,2 0-29-16,0 11-6 16,-3 20-3-16,-1 16 8 15,-2 11 1-15,3 9-8 16,0 0 8-16,3-3-33 16,0-7-1-16,2-6-52 0,12-10 22 15,0-10-108 1</inkml:trace>
  <inkml:trace contextRef="#ctx0" brushRef="#br0" timeOffset="13784.99">16374 9936 131 0,'0'0'10'16,"0"0"28"-16,0 0-12 16,0 0 35-16,0 0-9 15,0 0 5-15,0 0-9 0,0 0 28 16,4-19-27-1,-4 16 2-15,0-1-33 0,0 1 8 16,0 1 6 0,0-1-27-16,0-1 12 0,0 3-15 15,0 1 3-15,0 0 0 16,0 0-5-16,0 0 0 16,0 0-1-16,0 0 1 15,0 0 0-15,0 0 0 16,0 0 2-16,0 0 3 15,0-2-5-15,-2 0 0 16,-2 1-3-16,-1-1 5 16,-2 2-2-16,-2 0 0 15,-2 0 0-15,-5 0-10 0,-4 7 9 16,-5 6 1-16,3 1-2 16,4-2 2-16,5 3 0 15,5-5 0-15,4-1 0 16,0 1-5-16,4-4 5 15,0 2 0-15,0-1-3 16,0 3 3-16,0-1 0 16,13 2-3-16,2 1 6 15,4 5-3-15,3-3 0 16,-1 2 0-16,2 0-3 16,-6 1 5-16,-3 0-2 15,-3 0 0-15,-6 2 2 16,-3-2-7-16,-2 2 5 0,0 0 0 15,-12 1 0 1,-6-3 0-16,-3 0 0 0,0-5-1 16,3 1 5-16,1-4-3 15,-2 0-1-15,0-1 0 16,-2-1 2-16,3 0-1 16,1-2-1-16,3-2 0 15,2 3 3-15,3-3-3 16,5-1 0-16,1 1 0 15,3-1-3-15,0 0 3 16,0-1-1-16,0 0 1 16,0-1 0-16,0 0-1 0,7 0 1 15,5 0 0 1,0 0 0-16,0 0 3 0,0 5-3 16,-3 1 0-16,0 1 0 15,-3 5-3-15,0 2 3 16,-2 4 0-16,-2 3-5 15,-2 4 6-15,0 0-1 16,0 3 0-16,0-4 2 16,0 2-2-16,-6-3 0 15,0 2 0-15,0 0-3 16,-2-1 3-16,1 0 0 16,-2-2 0-16,3 2 1 15,0-5-2-15,1-1 1 16,2-1 0-16,-1-5 1 15,4-1-1-15,-2-5 0 0,2 2 0 16,0-2 2-16,0-1-4 16,0 2 2-16,0 0 0 15,0 1-2-15,0-2 6 16,0 2-6-16,2 1 2 16,7-2 0-16,-1 2 0 15,1-2 0-15,-1-3 0 16,0 1 2-16,-2-2-1 15,-2-1-1-15,4 1 0 16,-2-3 0-16,0 0 4 16,4 0-4-16,3 0 0 15,6-3 4-15,1-9-4 0,4-5 0 16,-2 3-28-16,-8 0-159 16,-9 4 6-16</inkml:trace>
  <inkml:trace contextRef="#ctx0" brushRef="#br0" timeOffset="13920.15">16279 10880 237 0,'0'0'44'15,"0"0"-27"-15,0 0 83 16,0 0 94-16,0 0-120 16,0 0-74-16,-3 9-20 15,-4-5-219-15,1-4-163 16</inkml:trace>
  <inkml:trace contextRef="#ctx0" brushRef="#br0" timeOffset="21366.68">20778 9858 181 0,'0'0'62'0,"0"0"-24"0,0 0-6 16,0 0 39-16,0 0-31 16,0 0 12-16,0 0-17 15,13-16-17-15,-11 15 9 16,1-1-8-16,-2 2-13 15,4-1 9-15,-1 1-15 16,5-2 0-16,-1 2 5 16,1 0-3-16,1 0-1 15,-2 0-1-15,0 0 2 16,1 0-4-16,1 8 2 16,1 2 0-16,0 2 0 15,-1 0 0-15,1 2 0 16,-2-1-1-16,-3-3 5 15,0 0-4-15,-5-3 0 0,1-3 0 16,-2-1-6-16,0 2 8 16,0-2-2-16,-2 1 0 15,-8 1 3-15,-1 3-1 16,-1-2-2-16,0 5 0 16,2-2-2-16,-3 4 4 15,0 3-2-15,-1 1 0 16,-1 4 2-16,-2-1-2 15,2 1 0-15,1-1 0 16,0-6-1-16,5 0 3 16,3-4-2-16,2-4 0 15,4 0 2-15,0-1-4 0,0-2 2 16,0 0 0-16,6-1 2 16,2-2-1-16,-3 0-1 15,-5 0 0-15,4 0 3 16,-2 0 11-16,1 0-13 15,-1-5 3-15,-1 2 17 16,-1-1-11-16,2 3-3 16,-2 1-7-16,0 0 3 15,0 0-7-15,0 0 4 16,0 0-6-16,0 0 1 16,0 0 1-16,0 1 4 0,0 6 0 15,0 0 0 1,0 0-1-16,3 4 1 0,1-2 0 15,3 3-2 1,-1 2 4-16,0 1-2 0,0-3 0 16,0 0 0-16,0 3 0 15,-4-1 0-15,-2 1 0 16,3 1-2-16,-3-3 4 16,1 2-2-16,-1-2 0 15,2 0 1-15,2 1-2 16,-1-2 1-16,0 1 0 15,2-1 0-15,0 1 1 16,-1 1-1-16,0 2 0 16,-3-2 1-16,1-1-2 15,-2-1 1-15,0-2 0 16,0 1-1-16,0-1 3 0,-2 0-2 16,-3 0 0-16,-3 2 1 15,1-3-1-15,-1 1 0 16,1 0 0-16,-2 0 0 15,1 0 3-15,2-1-3 16,-1 2 0-16,-2-1 0 16,3-2-1-16,0 1 1 15,1-4 0-15,4-1-2 16,-2 0 5-16,3-2-3 16,0 0 0-16,0-1 2 15,0 1 2-15,0-2-3 16,-2 0-1-16,-1 2 14 15,-3-1-13-15,-1 1-1 0,1 0 0 16,-3 1 2 0,0 0-3-16,3-2 1 0,-1 2 0 15,2-3 1-15,-1 3 1 16,1-3-2-16,2 3 0 16,0 0 0-16,1-2-3 15,0 1 3-15,1-2 0 16,1 2 0-16,0-2 1 15,0 0-1-15,0 0 0 16,0 0 1-16,0 0 6 16,0 0-3-16,0 0-4 15,0 0 56-15,0 0 0 0,0 0-28 16,0-2-11 0,0-1-10-16,0 0 28 0,0 0-34 15,0 3-1-15,0-3 11 16,0 3-6-16,0 0-5 15,0 0 0-15,0 0 0 16,0 0-12-16,0 0-56 16,0 0-89-16,0 0 4 15,1 0-190-15</inkml:trace>
  <inkml:trace contextRef="#ctx0" brushRef="#br0" timeOffset="31244.29">17374 9864 17 0,'0'0'44'0,"0"0"-20"15,0 0 47-15,0 0-29 16,0 0-17-16,0 0-4 16,0 0 5-16,2-3 31 15,-2 3-1-15,1-2-17 16,2 1-6-16,3-1-25 15,0 0 25-15,0 0-18 16,-2 1-11-16,-2-1 33 16,-1 2-37-16,-1 0 1 15,3 0-1-15,1 0 0 0,-1 0 0 16,3 2 0-16,2 2 5 16,3 0-5-16,1 1 0 15,1-3 0-15,2 1 0 16,-3 0 1-16,-1 1-1 15,-2 1 0-15,-4 0 1 16,-3 1-6-16,-2 0 5 16,0 3 0-16,0 1-6 15,0 1 10-15,-7 0-4 16,2 1 0-16,1-2 2 16,-1 1-2-16,3 0 0 15,-1 0 0-15,-1 1-1 16,0 1 2-16,-3-4-1 0,-2 3 0 15,-2 1 3-15,-4-2 1 16,-2 2-4-16,-1 0 0 16,2 0 0-16,1-1 5 15,2 2-5-15,2-1 0 16,2-3 1-16,3 2 0 16,-2 0-1-16,2-2 0 15,0-1-1-15,2-1 3 16,1-1-2-16,0-2 0 15,3-2 3-15,-1 1-3 16,1-2 0-16,0 0 0 16,0 1 3-16,3 0 0 0,8 0-3 15,5-2 0 1,-3 2 3-16,1-2 0 0,-1 0-3 16,-4 2 0-16,-1 1 0 15,0-1 0-15,-2-1-3 16,-1 1 3-16,0 1-24 15,-2 1 19-15,-2-2-10 16,-1 3 9-16,0-2-5 16,0 3 10-16,0-2 0 15,0 2 0-15,0 0 1 16,0 3 0-16,-6 2 0 16,-2 4 0-16,1 2 0 15,0 3 1-15,1 1-1 16,4 0 0-16,2 0 2 15,0 1-3-15,0 0 1 0,0-4 0 16,0 1 0 0,2-1 0-16,4-2 0 0,2 2 0 15,2 1 1-15,0-1-1 16,2-2 0-16,-3-3 0 16,-2-3 0-16,-2 0 1 15,1-1-1-15,-3 2 0 16,-2-2 2-16,-1 0-4 15,0-1 2-15,0-2 0 16,-1 3 3-16,-10-1 0 16,2-1-3-16,0 1 0 15,0-3 3-15,-2 0 0 0,1-1-3 16,3-1 0 0,-3 1-2-16,7-1 2 0,-2 0 0 15,1-1 0-15,2 0 2 16,1-2-1-16,-2 1-1 15,1-2 0-15,1 0 12 16,-2 0-1-16,3 0 31 16,-2 0 2-16,1 0-23 15,-2 0 2-15,3 0-21 16,-2 0 1-16,1 0 11 16,1 0-12-16,0 0-2 15,0 0 0-15,0 0 2 0,-2 0-4 16,1 0 2-1,-3 0 0-15,3 0-3 0,-3 0 3 16,-1 0-4-16,2 0-11 16,-4 3-40-16,6-3-49 15,1 0-130-15</inkml:trace>
  <inkml:trace contextRef="#ctx0" brushRef="#br0" timeOffset="40509.74">22455 9936 175 0,'0'0'81'0,"0"0"-3"16,0 0-15-16,0 0 28 16,0 0-50-16,0 0 15 15,0 0-38-15,0 0-13 16,0-17 26-16,0 17-29 15,0 0 5-15,0 0-2 16,-3 0-2-16,-5 0-6 16,2 3 3-16,-4 6 0 15,2 4-3-15,1 3 3 0,-6 4 0 16,0 1-1-16,-3 6 5 16,0 5-4-16,-2 4 0 15,7 0 0-15,3 1 0 16,8-3 0-16,0-4 0 15,10-3 3-15,12-5-3 16,5-2 4-16,1-6-4 16,-1-4 0-16,-1-6 4 15,-4-4-4-15,-4 0 0 16,-8 0 5-16,-2-2-3 16,-2-12 7-16,-5 1-5 15,-1-3 5-15,0-4 28 16,-18 1-21-16,-16 0-15 15,-6 2-1-15,-4 2 7 0,7 3-12 16,13 7 5-16,12 3-23 16,7 2 11-16,3 0-92 15,2 14-66-15,0 2-19 16</inkml:trace>
  <inkml:trace contextRef="#ctx0" brushRef="#br0" timeOffset="41641.98">21961 10024 203 0,'0'0'63'16,"0"0"-20"-16,0 0 27 16,0 0-20-16,0 0 9 15,0 0 7-15,-5-30-35 16,5 23-10-16,0 1 2 15,0-2-8-15,0 3 21 0,0 2-35 16,0 3 0-16,0 0 17 16,0 0-18-16,0 0 4 15,0 0-4-15,0 0 0 16,0 0 0-16,0 0 0 16,6 0 0-16,8 0-1 15,4 0 5-15,1 2-7 16,-1 1 3-16,1 4 0 15,-4-2-3-15,-3 5 3 16,-4 2 0-16,-7 5-6 16,-1 5 7-16,0 9-1 0,-20 4 0 15,-3 2 0 1,-4-2 0-16,-1-4 0 0,1-4 0 16,5-3 0-16,3-5 5 15,5-2-6-15,3-2 1 16,1-1 0-16,4 0-1 15,3-6 1-15,1-3 0 16,2 0-5-16,0-2 10 16,0-3-7-16,17 0 2 15,4 0 0-15,7 0 7 16,3-2-7-16,4-6 0 16,0 1-2-16,-3-1 4 15,-7 1-2-15,-4 2 0 16,-6 1 0-16,-8 1-7 15,-2 3 7-15,-4-1-13 0,1 1 1 16,-2 0-12-16,0 0 6 16,0 0-11-16,0 8-44 15,-3 2 0-15,-6-3-73 16,6-2-24-16</inkml:trace>
  <inkml:trace contextRef="#ctx0" brushRef="#br0" timeOffset="42607.42">21673 10057 153 0,'0'0'76'0,"0"0"-26"16,0 0-41-1,0 0 2-15,0 0-2 0,0 0 9 16,-18 38 32-16,18-18-23 16,0 5 16-16,0 1 6 15,0 6-32-15,0 2-3 16,-2-1-14-16,-1-4 8 16,3-5 0-16,0-9-8 15,0-6 0-15,11-8 20 16,7-1-8-16,1-3 0 15,1-13 5-15,-5-4-9 16,-1-3 34-16,-4 0-31 0,-6 2-1 16,-1 3 6-1,-3 0-11-15,0 2 1 0,0 0-6 16,0 1 1-16,0 1-1 16,-4 0 0-16,-5 1-3 15,-2 1-2-15,-1 4-4 16,-1 2-2-16,-1 6-6 15,2 0-38-15,-4 3-21 16,0 13-42-16,-4-4-46 16</inkml:trace>
  <inkml:trace contextRef="#ctx0" brushRef="#br0" timeOffset="42956.22">21473 10237 396 0,'0'0'135'0,"0"0"-49"16,0 0-9-16,0 0-38 15,0 0-16-15,0 0-23 16,11-15-40-16,-5 33 5 15,-5-1-90-15,-1-6-203 16</inkml:trace>
  <inkml:trace contextRef="#ctx0" brushRef="#br0" timeOffset="45624.7">17558 10169 24 0,'0'0'26'16,"0"0"5"-16,0 0 56 15,0 0 12-15,0 0-2 16,0 0-27-16,-3 0 3 16,3 0-32-16,-2 0-34 15,2-3 14-15,-1 3-17 16,1-1-3-16,0 1 18 15,0 0-16-15,0 0-3 16,0 0 0-16,0 0-1 16,0 0-2-16,0 0 1 0,-3 0 2 15,3 0-1-15,0 1 1 16,-3 1 0-16,1-1-1 16,1 4 3-16,-1-1-4 15,-1 1 2-15,3 0 0 16,-1 0 1-16,-1 3-1 15,2 1 0-15,-1 2-3 16,-1 3 6-16,1 2 0 16,-2 1-3-16,-2 3 0 15,-1 0 2-15,-1 0-2 16,3-2 0-16,-1-1 1 16,5-2-1-16,0-4 5 15,0 0-5-15,3-3 0 0,12-2 0 16,1-3 0-1,5-3 0-15,-1 0-1 0,-1 0-4 16,-1-3 4-16,-5-6-3 16,0-2 4-16,-5 0 0 15,0 0 0-15,-5-1 0 16,-2 0 1-16,-1 2 3 16,0-2-3-16,0 2-1 15,0 1 0-15,0-4 1 16,0 4-1-16,0-2 0 15,-1-2-1-15,-1 3 3 16,1-2 1-16,-5-1-3 16,6 2 0-16,-6-2 0 15,0 1 1-15,0 1-1 0,-3 1 8 16,0 3-8 0,-3 4 2-16,0 3-2 0,2 0 0 15,2 0-2-15,4 0 2 16,2 0 0-16,1 0-1 15,1 0 0-15,-2 0 0 16,-1 0-16-16,-1 0 17 16,-5 6-7-16,1 7-12 15,1 2-130-15,1-1-88 16</inkml:trace>
  <inkml:trace contextRef="#ctx0" brushRef="#br0" timeOffset="45842.92">17816 10299 442 0,'0'0'179'15,"0"0"-104"-15,0 0-40 16,0 0-24-16,0 0-11 15,0 0-30-15,21-14-19 16,-9 23-37-16,-1-4-158 16</inkml:trace>
  <inkml:trace contextRef="#ctx0" brushRef="#br0" timeOffset="46370.77">17948 10110 480 0,'0'0'72'0,"0"0"-6"16,0 0-38-16,0 0 32 15,0 0-47-15,0 0-7 0,87-63-2 16,-71 63-4-16,1 0 0 16,-1 10-2-16,-3 8 5 15,-5 5-6-15,-6 5-2 16,-2 2-25-16,0 0 26 16,-11 0-28-16,-10-3 7 15,0-2 0-15,2-3 0 16,-3-4 12-16,1-2 3 15,3-2 10-15,-2-2 4 16,3 1 2-16,2 1-5 16,1 3 10-16,4 0-9 15,2 0 2-15,5-3-4 0,3-4 0 16,0-3 3 0,0-5 3-16,12-2-5 0,12 0 23 15,7-11-20-15,7-7 10 16,5 0-14-16,-3-3 1 15,1 2-1-15,-8 3 0 16,-8 4-11-16,-8 5-25 16,-7 3-104-16,-6 2-18 15,-4 2-74-15</inkml:trace>
  <inkml:trace contextRef="#ctx0" brushRef="#br0" timeOffset="46561.73">18035 10457 496 0,'0'0'170'16,"0"0"-120"-16,0 0-8 15,0 0-42-15,0 0-27 16,0 0-124-16,0-1-57 15</inkml:trace>
  <inkml:trace contextRef="#ctx0" brushRef="#br0" timeOffset="57458.33">5516 8439 350 0,'0'0'104'0,"0"0"-37"16,0 0 16-16,0 0-49 15,0 0-10-15,0 0 7 16,0 0-21-16,-12-29 4 16,10 27-13-16,2 0 0 0,-1 1 33 15,1-2-27-15,0 1 20 16,0 2 3-16,-3 0-16 15,3 0 6-15,0 0-20 16,0 0 3 0,0 0-10-16,0 0 7 0,0 3-17 15,-4 16 15-15,1 7 4 16,-2 5-1-16,-4 4-1 16,-1 1 0-16,-2-2 3 15,1-3-3-15,1 1 0 16,6-5-3-16,1-3-64 15,1-4-23-15,2-6-85 16,0-7-205-16</inkml:trace>
  <inkml:trace contextRef="#ctx0" brushRef="#br0" timeOffset="57661.79">5555 8598 572 0,'0'0'105'16,"0"0"-43"-16,0 0 7 15,0 0-35-15,0 0-25 16,0 0-9-16,15-28-56 16,-6 28-64-16,-3 0 17 15,-6 4-290-15</inkml:trace>
  <inkml:trace contextRef="#ctx0" brushRef="#br0" timeOffset="58044.84">5780 8382 481 0,'0'0'149'0,"0"0"-76"16,0 0-27-16,0 0-23 15,0 0-2-15,0 0-21 16,8-4-8-16,-1 4 6 16,3 10 2-16,-2 4 1 15,2-1-1-15,-1 5-12 16,0 2-5-16,-1-3-45 16,1-2-17-16,1-3-48 15,1-9-11-15,-2-3-64 16</inkml:trace>
  <inkml:trace contextRef="#ctx0" brushRef="#br0" timeOffset="58240.82">5910 8419 187 0,'0'0'176'0,"0"0"-5"15,0 0-67-15,0 0-8 16,0 0 17-16,0 0-86 16,0-41-27-16,0 46-13 15,0 17 13-15,6 4 0 16,2 4 0-16,0 4 2 15,-3-1-2-15,-1-1 0 16,1-3-4-16,-4-3-34 16,-1 1-21-16,0-5-50 15,-9-10-189-15</inkml:trace>
  <inkml:trace contextRef="#ctx0" brushRef="#br0" timeOffset="59074.67">5907 8262 283 0,'0'0'124'16,"0"0"-39"-16,0 0 8 16,0 0-14-16,0 0-13 15,0 0-1-15,-42-43-38 16,42 42-2-16,0 1 7 0,0 0-22 15,0 0-10-15,-3 0 0 16,0 8-6-16,-3 15-3 16,-4 10 9-16,-5 7 0 15,-2 9 0-15,3 2 4 16,-1-3-4-16,0 0 0 16,6-5 0-16,0-8 0 15,3-7 0-15,3-6 0 16,0-7-1-16,3-5 4 15,0 0-3-15,0-3 0 16,0-2-7-16,0-3-3 16,19-2-3-16,10 0 13 15,11-12 2-15,8-8-2 0,3-6 0 16,2 2-9 0,2 0-17-16,-4 5 0 0,-5 3-38 15,-3 5 19-15,-10 1 4 16,-6 3-80-16,-4 2-28 15,-13 2-105-15</inkml:trace>
  <inkml:trace contextRef="#ctx0" brushRef="#br0" timeOffset="59606.67">4737 9353 449 0,'0'0'51'15,"0"0"31"-15,0 0-42 16,0 0-25-16,0 0-14 15,96-75 30-15,-9 38-14 16,31-3 6-16,28-6 5 16,34-8-26-16,28-4 0 15,21-9-2-15,20-8-12 16,12-2-5-16,9-4-54 16,-1 1-29-16,-22 5 9 15,-35 8-58-15,-45 11 32 16,-46 13 61-16,-42 11 56 0,-34 14 44 15,-29 11 26-15,-16 7-27 16,-16 10-43-16,-35 17-19 16</inkml:trace>
  <inkml:trace contextRef="#ctx0" brushRef="#br0" timeOffset="60093.75">5639 9227 650 0,'0'0'125'16,"0"0"-32"-16,0 0-61 16,0 0 6-16,0 0-10 15,0 0-22-15,0-67 16 16,0 67-22-16,0 0-10 15,0 4-26-15,0 14-102 16,3 3-27-16,0-6-244 16</inkml:trace>
  <inkml:trace contextRef="#ctx0" brushRef="#br0" timeOffset="60473.92">5931 9132 754 0,'0'0'39'16,"0"0"-39"-16,0 0-1 15,0 0-3-15,0 0 4 16,40 93 0-16,-22-64-4 15,-3-9 4-15,3-6-20 0,-2-12-7 16,4-2 22-16,-1-5-1 16,-2-22 6-16,-1-7 0 15,-6-5 19-15,-6-2-2 16,-4 3 32-16,0 5-3 16,-4 6-17-16,-22 5 11 15,-1 6-40-15,-6 8 0 16,3 6-9-16,13 2 9 15,7 12-33-15,10 12-120 16,2 0-11-16,26-4-353 16</inkml:trace>
  <inkml:trace contextRef="#ctx0" brushRef="#br0" timeOffset="61106.68">6384 8966 580 0,'0'0'54'16,"0"0"58"-16,0 0-28 15,0 0-49-15,0 0-1 0,0 0-24 16,3-31-4-16,12 31-6 16,3 0 0-16,0 9-10 15,-5 11 10-15,-5 8-7 16,-7 5 0-16,-1 7-21 15,-3 4-48-15,-13-4-1 16,-5-1 32-16,2-12 15 16,1-4 1-16,3-9 26 15,4-5 3-15,5-6 0 16,3-3 19-16,3 0 51 16,0 0 51-16,0-7-43 15,5-7-61-15,16-9-17 16,16-1 0-16,6-3-2 0,6 1-5 15,-1 1-64-15,0 1-43 16,-3 3 43 0,-4 1-61-16,-9 1-188 0</inkml:trace>
  <inkml:trace contextRef="#ctx0" brushRef="#br0" timeOffset="61654.65">7003 8826 553 0,'0'0'111'0,"0"0"-27"16,0 0 11-16,0 0-57 15,0 0-13-15,0 0-25 16,-59-69 0-16,51 68-4 16,2 1 4-16,-3 1-10 15,2 16 8-15,-1 8-20 16,7 7 5-16,1 1-10 0,0 1-5 15,7-1 32-15,8-3-34 16,3-4 18-16,1-2 13 16,-2-1 3-16,-2-4-3 15,-9 1 3-15,-6-4 0 16,0-1 3-16,-4-2 2 16,-14-2 15-16,-4-1 18 15,-4-4-24-15,-6-6 12 16,1 0-14-16,-5-6-11 15,1-13 21-15,5-3-20 16,9-5-2-16,12-4 10 16,9-1-8-16,21-2-4 15,23 1-49-15,12 1-57 16,5 2 41-16,-4 7-144 0,-10 1-109 16</inkml:trace>
  <inkml:trace contextRef="#ctx0" brushRef="#br0" timeOffset="62470.58">7269 8768 627 0,'0'0'72'0,"0"0"40"16,0 0-75-16,0 0-19 16,0 0-5-16,0 0-4 15,0-39 9-15,-3 39-18 16,-5 0-12-16,-4 11 9 16,0 12 3-16,-1 5-3 15,7 6-7-15,5-1 6 16,1 2-5-16,0-3-5 15,15 0 7-15,7 0 3 16,5-9 8-16,-3-3-5 16,-5-10 1-16,-7-4 0 15,-8-3-1-15,-4-3 2 0,0 0-1 16,0 0 8 0,-23 2-2-16,-9 1 0 0,-7-1-6 15,2-2 0-15,0 0 1 16,8-9-1-16,6-8-21 15,9-3-29-15,14-6 3 16,5-8 9-16,33-5-22 16,14-7 15-16,9 0 44 15,4 0-12-15,-1 4-8 16,-6 4-42-16,-15 7 19 16,-13 7 33-16,-12 7 11 15,-13 6 18-15,-5 6 32 16,0 4-33-16,-5 1-17 0,-11 0 0 15,-2 14 0-15,-3 5-1 16,9 3 1-16,1 0 0 16,6 2-6-16,5-4 6 15,0-3 0-15,10-4-1 16,15-7 3-16,13-6 1 16,8 0-3-16,3-14-11 15,-7-3-5-15,-12 0-33 16,-17 3 49-16,-11 3 11 15,-2 0 42-15,-5 3-19 16,-16 2 33-16,-7 1-51 16,3 1 48-16,2 2 3 0,11 2 15 15,6 0-36-15,5 0-46 16,1 7-2-16,0 14-1 16,0 10 3-16,12 9 2 15,4 9-2-15,5 6 0 16,2-1-5-16,0-6-4 15,-6-9-67-15,-4-6-10 16,-13-8-71-16,0-12-305 16</inkml:trace>
  <inkml:trace contextRef="#ctx0" brushRef="#br0" timeOffset="86497.64">20960 9911 63 0,'0'0'36'16,"0"0"-6"-16,0 0 26 15,0 0 26-15,0 0 2 16,0 0-2-16,0 0-29 0,0 0 6 16,-33-3-18-1,30 1-17-15,0 1-6 0,0-1-18 16,-3 1 0-16,2-1 4 16,-2 0-2-16,1 1-2 15,0-2 4-15,3 2 1 16,-1 0 26-16,-1-1-24 15,1 0 1-15,1 0 6 16,-1 1-9-16,2-3-5 16,-1 4 0-16,-1-3 1 15,0 3-1-15,-2-2 0 16,-2 1 0-16,3-2 1 0,-1 2-1 16,2-1 0-16,3 1 0 15,0 1 1-15,0-2 2 16,0-3-1-16,18-1-2 15,12-5 5-15,9-5-4 16,10-4-1-16,8-2 0 16,8-1 3-16,8-4-2 15,8-3-1-15,4-3 0 16,6-3-1-16,-3 4 2 16,-12 3-1-16,-20 4 0 15,-21 9 0-15,-17 4 1 16,-9 7-1-16,-9 1 0 15,0 2-5-15,-3 1 5 16,-18 1-5-16,-9 0 0 16,-4 11-28-16,-5 7-35 0,6-2-108 15,12-7-91 1</inkml:trace>
  <inkml:trace contextRef="#ctx0" brushRef="#br0" timeOffset="98634.31">19757 10011 142 0,'0'0'52'0,"0"0"21"15,0 0 19-15,0 0-67 16,0 0 19-16,0 0-7 16,0 0-14-16,17-33 7 15,-17 32 8-15,0-1-29 0,0 0-8 16,2-1 15-16,-2 2-16 16,0 1 0-16,0 0 4 15,0 0-4-15,0 0 2 16,0 0-2-16,0 0 0 15,0 0 2-15,0 0-2 16,0 0-2-16,1 0 2 16,1 0 0-16,-1 0-2 15,1 0 2-15,1 0 0 16,-1 0 1-16,2 0 0 16,1 0-1-16,3 0 4 15,1 0-3-15,3 0 1 0,-2 0-2 16,2 11 0-1,-1 6-5-15,-4 7 9 16,-5 12-4-16,-2 14 8 0,0 11-3 16,-15 6 5-16,3 2-10 15,0-6 1-15,0-3 6 16,4-7-7-16,4-4 0 16,2-10 2-16,2-6 0 15,0-8-4-15,0-8 0 16,0-6 2-16,0-5-8 15,0-2 11-15,0-3-3 16,0-1 2-16,-4 0 0 16,-5 0 1-16,0-3-3 15,-3-7 0-15,-3 1 3 16,6-2-3-16,0 2 0 16,1-2 6-16,2 1-6 0,1 0 5 15,0-2-5-15,4 0 0 16,-2-3-3-16,3 1 4 15,-3-3-1-15,0 2 0 16,-1 0 0-16,2-1 5 16,-1 1-3-16,2 6 19 15,-1 1 6-15,2 3-13 16,0 3 10-16,0 2-18 16,0 0-5-16,11 0-1 15,11 15 0-15,2 5 1 16,-2 3-2-16,-5 4 1 0,-4-1-2 15,1 1 2-15,-4-3 0 16,0-2-3-16,-1-3-27 16,-1-2 7-16,1-7 6 15,4-8-12-15,2-2 10 16,3 0 12-16,3-18-25 16,-2-7 2-16,2-7 11 15,-5-1 19-15,-2 0 4 16,-2 2-2-16,-8 4 15 15,-2 7 13-15,-1 3-14 16,-1 7-11-16,0 6-5 16,0 4-6-16,0 0-9 15,2 0-126-15,-2 8-11 0,0 0-74 16</inkml:trace>
  <inkml:trace contextRef="#ctx0" brushRef="#br0" timeOffset="98779.52">20016 10507 264 0,'0'0'113'0,"0"0"-87"16,0 0 31-16,0 0 10 15,0 0-19-15,0 0-36 16,0 0-9-16,-19 27-6 16,9-13-40-16,0-1-195 15</inkml:trace>
  <inkml:trace contextRef="#ctx0" brushRef="#br0" timeOffset="110606.5">4566 10135 28 0,'0'0'376'16,"0"0"-311"-16,0 0-18 15,0 0 4-15,-11-75-22 16,11 65-1-16,-2 0 1 16,0 1 12-16,-1 4 27 15,3 5-47-15,-1 0-9 0,1 0-12 16,0 7-10-16,0 16 10 15,0 11 0-15,1 11 0 16,9 10 15-16,0 9-14 16,6 7 10-16,-2 4-1 15,-1-2-6-15,-3-4 0 16,-3-12-4-16,-3-8 0 16,-4-11 5-16,0-11-5 15,0-12 0-15,0-8-2 16,0-7 4-16,0-12-8 15,-5-25-35-15,-1-20-48 0,3-11 25 16,-1-13 3 0,-2-2 36-16,0 7 22 0,2 4 3 15,4 13-27-15,0 8-1 16,0 10 2-16,0 12 21 16,5 10 7-16,0 9-2 15,1 10 13-15,6 0-9 16,-2 14 0-16,2 18 5 15,-2 8-2-15,0 7 18 16,1-1-21-16,-2-2-4 16,-3-6 10-16,-3-6-9 15,-3-4 2-15,0 0-3 0,-1-3 2 16,-20-2 5 0,-5 4-7-16,-9-7 0 0,-1-1 5 15,-4-3-3 1,4-3-1-16,7-3-1 0,13-3 0 15,16-5-7-15,11-2-103 16,29-3 27-16,12-21-209 16</inkml:trace>
  <inkml:trace contextRef="#ctx0" brushRef="#br0" timeOffset="110860.69">4800 10534 458 0,'0'0'35'0,"0"0"30"16,0 0 2-16,0 0-33 15,82-47-14-15,-58 27-2 16,0 0-16-16,0 1 10 15,-5 2-12-15,-4 6-7 16,-9 5-16-16,-6 6-40 16,0 6-100-16,-21 14-30 15</inkml:trace>
  <inkml:trace contextRef="#ctx0" brushRef="#br0" timeOffset="111024.65">4856 10655 66 0,'0'0'241'0,"0"0"-210"0,0 0 97 16,0 0-49-16,0 0-22 16,0 0-23-16,110-36-21 15,-70 11 7-15,8-4-20 16,-3 3-5-16,-8 4-78 16,-23 8-297-16</inkml:trace>
  <inkml:trace contextRef="#ctx0" brushRef="#br0" timeOffset="112506.27">5306 10168 389 0,'0'0'114'0,"0"0"-10"15,0 0-54-15,0 0-15 16,0 0-5-16,0 0-13 15,-18-16-16-15,18 20-1 16,0 11 0-16,0 7 2 16,0 7 0-16,0 6-4 0,1 2 2 15,5 0 0-15,2-5 4 16,0-9-4-16,5-8 0 16,-1-11-1-16,3-4 2 15,5-2-1-15,0-21 4 16,-1-5-1-16,-5-5 0 15,-4-1-3-15,-3-2 0 16,-6-1 5-16,-1 1-3 16,0 2-2-16,0-2 2 15,0 7 9-15,-2 5-2 16,-1 7-9-16,-4 5 0 16,2 5 0-16,-4 4 0 15,-7 3-4-15,-2 0-2 0,-13 3-24 16,1 13 30-1,3 2-15-15,4 0 0 0,8 2 11 16,7 1-30-16,3 1-20 16,5 3-35-16,0-3-79 15,3-5-104-15</inkml:trace>
  <inkml:trace contextRef="#ctx0" brushRef="#br0" timeOffset="112696.19">5813 10210 678 0,'0'0'10'0,"0"0"59"0,0 0-30 16,0 0-15-16,0 0-8 15,0 0-15-15,-20-39-1 16,20 39-28-16,0 0-103 15,0 0-143-15</inkml:trace>
  <inkml:trace contextRef="#ctx0" brushRef="#br0" timeOffset="113237.8">5950 9977 275 0,'0'0'253'0,"0"0"-225"16,0 0 18-16,-4-80-11 15,-13 61-2-15,-5 5-29 16,-3 2 2-16,-2 4 8 15,0 8-14-15,1 0 0 16,1 0 1-16,6 3 1 16,8 9-4-16,7 3 1 15,4 3 1-15,3 4-6 0,18 0 6 16,13-2-1-16,3-4-9 16,7-11-22-16,2-5 10 15,-1-8 0-15,-5-14 15 16,-13 0 2-16,-11 3 10 15,-11 3 3-15,-5 1 22 16,0 1 12-16,-14 0-1 16,-5 5-3-16,0 3-3 15,3 1 3-15,9 3-28 16,5 2-10-16,2 3-3 0,0 16 3 16,14 10-3-1,7 7 3-15,1 8 0 0,1 1 3 16,0 4-3-16,-2-6 0 15,-6-4 0-15,0-3 0 16,-4-5-4-16,-2-1-60 16,-2-8-39-16,-4-12-104 15</inkml:trace>
  <inkml:trace contextRef="#ctx0" brushRef="#br0" timeOffset="114003.61">6368 9766 320 0,'0'0'68'16,"0"0"18"-16,0 0 8 0,0 0-45 16,0 0-20-16,-3-79-4 15,25 65-17-15,3 1 2 16,2 4-6-16,-1 4-2 16,1 5 12-16,-3 0-14 15,2 13 0-15,-8 10 1 16,-3 5-1-16,-7 7 4 15,-8 6-4-15,0 1 0 16,-11 1 0-16,-8-6 0 16,4-6 0-16,2-5-2 15,-1-8 5-15,8-4-2 16,1-8-1-16,0-2 0 16,5-2 0-16,0-2 0 15,0 2 0-15,0-2 0 0,0 0 1 16,0 0 7-16,16-10-8 15,5-4 0-15,0 0 0 16,4-3 0-16,-1 2 0 16,3-2-2-16,-2 1-33 15,-3 0-64-15,-2-4-175 16</inkml:trace>
  <inkml:trace contextRef="#ctx0" brushRef="#br0" timeOffset="114385.83">6796 9607 481 0,'0'0'27'0,"0"0"20"16,0 0 7-16,90-60-42 16,-70 60-4-16,-5 0-1 15,0 14-4-15,-6 12 1 16,-3 4-4-16,-3 4 0 15,-3 0 5-15,0-3-5 16,0-7-16-16,-7-4-2 16,4-8 8-16,-2-1 7 15,3-5-2-15,0-2 5 16,2-4 1-16,0 0 5 16,0 0-1-16,0 0 36 0,0-4-11 15,1-3 0 1,13-3-15-16,5-2-14 0,12-1 8 15,5-1-9-15,6-1 0 16,0-1-2-16,-2 3-16 16,1 1-31-16,-3 3-26 15,-8 2-117-15,-11 2-137 16</inkml:trace>
  <inkml:trace contextRef="#ctx0" brushRef="#br0" timeOffset="114736.2">7193 9428 442 0,'0'0'73'16,"0"0"5"-16,0 0-29 15,0 0-6-15,0 0-43 16,80-64 0-16,-48 64 2 16,-3 14 0-16,0 8-2 0,-4 9 0 15,-1 0 0-15,-7 6-1 16,-4-1 1-16,-12 7 0 15,-1-4 5-15,-10 1-4 16,-10-1-2-16,-5-6-49 16,3-9-99-16,-2-12-109 15</inkml:trace>
  <inkml:trace contextRef="#ctx0" brushRef="#br0" timeOffset="115168.32">7217 9604 218 0,'0'0'356'0,"0"0"-342"16,0 0-9-16,0 0 8 0,0 0-2 15,0 0 35-15,89-58-19 16,-53 43-11-16,1-1-8 16,2-1-8-16,0-2 2 15,4-3 1-15,-6-2-3 16,-4-1-9-16,0 3 3 15,-11 3-8-15,-8 3-7 16,-8 4-13-16,-6 6 20 16,0 3 9-16,0 0-22 15,-8 3 18-15,1 0 6 16,4 0 6-16,1 0-3 16,1 12 0-16,1 10 0 15,0 6 10-15,6 5-8 0,6 5 13 16,-4-2 14-16,1 1-10 15,-4-5-2-15,4-4-4 16,-4-4-9-16,-4-7 18 16,-1-3-22-16,0-3 0 15,-15 0 15-15,-7-2-12 16,-10-3-3-16,0-4 0 16,0-2-45-16,5 0-32 15,5-16-215-15</inkml:trace>
  <inkml:trace contextRef="#ctx0" brushRef="#br0" timeOffset="115667.99">7549 9334 445 0,'0'0'53'0,"0"0"36"15,0 0-72-15,0 0-13 16,0 0 18-16,0 0-10 16,111-83-1-16,-58 59 6 15,0-2-15-15,-4 4 0 16,-6 3-2-16,-10 6 0 0,-6 6 1 16,-11 1-1-1,-7 3-9-15,-4 1-8 0,-5 2-25 16,0 0 10-1,0 0 19-15,0 3 13 0,-5 5 0 16,-1 3 0-16,1 0 0 16,2 6 6-16,2 5 3 15,1 9 20-15,0 1-6 16,0 6-20-16,12-4 21 16,3-7-24-16,0-5 0 15,-2-4 4-15,-1-3-2 16,-1-5 1-16,-1 2-3 15,-6-4 1-15,-4 0 11 16,0 1-10-16,-14 2-2 16,-11 4 20-16,-1-3-18 0,-3 0 2 15,4-5-4 1,3-4 1-16,3-3-11 0,2 0-7 16,1 0-50-16,5 0-52 15,5-14-171-15</inkml:trace>
  <inkml:trace contextRef="#ctx0" brushRef="#br0" timeOffset="115877.33">7880 9244 270 0,'0'0'144'0,"0"0"-82"15,0 0-38-15,0 0-21 16,0 0-3-16,0 0 25 15,100-62-24-15,-58 44 2 16,3-1 7-16,-2 3-8 16,-6 4-2-16,-10 5 0 15,-9 1-66-15,-9 1-137 16</inkml:trace>
  <inkml:trace contextRef="#ctx0" brushRef="#br0" timeOffset="116144.78">8307 9019 622 0,'0'0'1'16,"0"0"18"-16,0 0 16 16,0 0-30-16,83-46 1 15,-60 46-6-15,-3 11 4 16,8 13 0-16,-2 10-4 15,1 6 0-15,-7 2 1 16,-5-2-1-16,-11-3-5 16,-4-6-1-16,0 3 6 15,-6 0-7-15,-13 5 7 16,-5-6-68-16,-6-6-120 0,0-12-150 16</inkml:trace>
  <inkml:trace contextRef="#ctx0" brushRef="#br0" timeOffset="116355.7">8219 9303 609 0,'0'0'41'16,"0"0"11"-16,0 0-29 16,0 0-14-16,0 0-7 15,106-80 1-15,-54 61 5 16,6 1-8-16,0 4 0 15,-2-1 1-15,-9-2-1 16,-5 0-11-16,-6-2-38 16,-11 0-73-16,-14-3-270 0</inkml:trace>
  <inkml:trace contextRef="#ctx0" brushRef="#br0" timeOffset="116507.66">8589 9185 283 0,'0'0'0'16,"0"0"-254"-16</inkml:trace>
  <inkml:trace contextRef="#ctx0" brushRef="#br0" timeOffset="117955.08">20623 10181 41 0,'0'0'63'0,"0"0"-33"16,0 0-15-16,0 0-7 16,0 0-6-16,0 0 3 0,40-24-2 15,-40 23 12-15,0-3 29 16,0 1-13-16,0 1 4 16,0-1-20-16,0 3-8 15,0 0-7-15,-6 0-2 16,0 0-27-16,0 5-32 15,0 0-29-15,3 1 20 16</inkml:trace>
  <inkml:trace contextRef="#ctx0" brushRef="#br0" timeOffset="118299.62">20623 10181 145 0,'10'-24'48'0,"-10"19"54"16,0 2-65-16,0-2-26 0,0 3-4 15,0-1-7 1,0 1 0-16,0 2 3 0,0 0 1 15,0 0 1-15,0 0-3 16,0 0 0-16,0-2 6 16,0 2-7-16,0 0 41 15,0-3 46-15,0 1-59 16,-2-1 5-16,2 2-8 16,0 0-12-16,0-1-5 15,7 1-9-15,14-3 0 16,13-4 3-16,17-4-2 15,20-11-1-15,26-5 0 16,21-8 1-16,12-3 2 16,3 1-3-16,-8-2-37 15,-13 7-49-15,-17 4-31 0,-19 5 37 16,-22 9 42-16,-21 7 33 16,-23 3 4-16,-10 5 1 15,-21 0-32-15,-16 0-102 16</inkml:trace>
  <inkml:trace contextRef="#ctx0" brushRef="#br0" timeOffset="119532.87">21710 9679 173 0,'0'0'90'0,"0"0"-68"0,0 0-15 15,0 0 1-15,0 0 11 16,0 0 51-16,0 0-12 16,82 20-14-16,-50-20-17 15,3 0-21-15,0 0 8 16,-3 0-12-16,-3 0 2 16,-4-2 8-16,-2 2-12 15,-3 0 0-15,-2 0 2 16,-6 2-2-16,-9 9 0 15,-3 2-4-15,-4 2 4 0,-20 0 4 16,-8 1-4 0,-3 1 0-16,-3-2 5 0,6-1-3 15,5 1-1-15,8-3-1 16,6 2 0-16,5 1-8 16,8-5-92-16,0-3-78 15</inkml:trace>
  <inkml:trace contextRef="#ctx0" brushRef="#br0" timeOffset="120113.43">22213 9235 267 0,'0'0'102'0,"0"0"36"15,0 0-70-15,0 0-16 16,0 0-52-16,0 0 0 16,-17 6 2-16,17 24 0 15,0 6 1-15,0 1-3 16,0 0 1-16,9-7 1 15,11-10-2-15,9-11 0 16,12-9 9-16,1 0-9 16,5-14 3-16,-8-13-3 15,-10-4 0-15,-10-4-1 16,-15 1 1-16,-4 1 0 16,-9 4-3-16,-19 2 3 0,1 5-6 15,2 5 1-15,6 6 5 16,8 6-2-16,0 5 2 15,-3 0-38-15,-1 13-2 16,-6 12-18-16,2 2-75 16,4-3-150-16</inkml:trace>
  <inkml:trace contextRef="#ctx0" brushRef="#br0" timeOffset="120300.3">22653 9279 442 0,'0'0'94'15,"0"0"-13"-15,0 0-4 16,0 0-4-16,0 0-61 16,0 0-12-16,25-35-58 15,5 42-93-15,-6-7-283 16</inkml:trace>
  <inkml:trace contextRef="#ctx0" brushRef="#br0" timeOffset="120929.87">22974 9140 289 0,'0'0'82'15,"0"0"-19"1,0 0-25-16,0 0 12 0,0 0-10 16,33-84-3-1,-33 68-18-15,0 2 5 0,-7 2-17 16,-11 1 3-16,-5 3-10 16,-6 8 0-16,3 0 5 15,2 11-5-15,7 11 0 16,8 6-1-16,9 1 3 15,0 3-4-15,27-6-1 16,16-7-8-16,14-7 8 16,10-10-37-16,2-2-5 15,-7 0 6-15,-12-10 26 16,-16-5 13-16,-17-2 13 16,-12 0 37-16,-5-1 16 0,-11-1-29 15,-12 7-35 1,1 3 11-16,4 8-9 0,6 1 8 15,2 5-12-15,0 17 0 16,0 8-4-16,0 10 4 16,2 6 0-16,4 0 2 15,4-3 0-15,0-4-2 16,9-4 0-16,6-5-5 16,3-2-3-16,-4-5-40 15,-6-4-58-15,-4-8-122 16</inkml:trace>
  <inkml:trace contextRef="#ctx0" brushRef="#br0" timeOffset="121313.62">23446 8913 525 0,'0'0'27'16,"0"0"-7"-16,0 0-7 16,0 0 2-16,117-32-7 15,-72 32 6-15,-4 16-11 16,-10 5 1-16,-11 5 4 16,-12 3-8-16,-8 4 0 15,0 0 1-15,-17-3-1 0,-5 0-1 16,-3-6-18-16,2-4 7 15,2-3 2-15,5-8 10 16,7-4 0-16,4-2 0 16,5-3 1-16,0 0 45 15,0 0 32-15,18-8-59 16,9-4-2-16,10 2-17 16,4-2 0-16,11 5-4 15,-4 0-15-15,2 3-53 16,-11-3-105-16,-12-4-216 15</inkml:trace>
  <inkml:trace contextRef="#ctx0" brushRef="#br0" timeOffset="121696.87">23819 8801 404 0,'0'0'101'0,"0"0"-19"16,103-31-37-16,-72 31-21 15,-5 4-22-15,-2 16 12 16,-11 10-14-16,-10 3 0 16,-3 1 0-16,-21 3 3 0,-10-1-6 15,-2-6 0 1,5-2 3-16,4-5-6 0,6-6 6 15,6-3 0-15,5-3-6 16,4-5 6-16,3-2 0 16,0-2-4-16,0-2 4 15,10 0 5-15,9 0-5 16,4 0 0-16,7-9 20 16,2 1-16-16,6 5 0 15,8 0-4-15,3 3-9 16,2 0-5-16,-8-1-187 15</inkml:trace>
  <inkml:trace contextRef="#ctx0" brushRef="#br0" timeOffset="122038.5">24295 8749 479 0,'0'0'0'0,"0"0"17"0,0 0-17 16,83 11 0-16,-66 9 3 15,-2 7-1-15,-3 5 6 16,-3 7-5-16,0 5-2 16,-8 3 14-16,-1-2-15 15,0 0 0-15,-8-2 3 16,-12-5 1-16,-7-6-8 16,-3-8-7-16,2-13-103 15,3-10-62-15</inkml:trace>
  <inkml:trace contextRef="#ctx0" brushRef="#br0" timeOffset="122261.6">24231 8956 362 0,'0'0'130'0,"0"0"-43"16,0 0-52-16,0 0-3 15,0 0-32-15,0 0 0 16,73-20 5-16,-24 20 0 15,3 0-6-15,5 0 1 16,-3 0 0-16,-8 0-5 16,-13 0 5-16,-15-3-54 15,-12 1-68-15,-6-4-254 16</inkml:trace>
  <inkml:trace contextRef="#ctx0" brushRef="#br0" timeOffset="124993.71">24716 8757 180 0,'0'0'126'16,"0"0"-32"-16,0 0-29 16,0 0-25-16,0 0-7 15,0 0-12-15,-3 0 8 16,3-1-24-16,0-4 2 16,0 3 10-16,0-4-14 0,0 1-1 15,0-1-1 1,0 0 1-16,3 1 3 0,-2-1-5 15,1 2 0-15,-2 0 1 16,0 2 0-16,0 0-1 16,0 0 0-16,0-1 2 15,0 0-1-15,0 1-1 16,0 2 0-16,0 0 0 16,0 0 0-16,0 0-3 15,0 0 2-15,0 0-1 16,0 0-4-16,0 0 3 15,0 10 3-15,-3 5-4 0,-4 6 4 16,-5 5 0-16,-1 8-1 16,-6 5 3-16,-5 4 1 15,-4 4-3-15,-2 1 0 16,-1 0 2-16,4-2-2 16,7-5 0-16,7-7 0 15,12-8 1-15,1-11 1 16,0-7-2-16,19-6 0 15,9-2 5-15,5 0-5 16,0-10-5-16,-8-4-3 16,-8-1 8-16,-7-2 4 15,-5 3-4-15,-4-3 0 16,-1-2 11-16,0 1-5 16,-8-1-6-16,-11 5 0 0,-4 1 0 15,-6 4 6-15,6 3-6 16,1 2 0-16,5 1-5 15,0 3 5-15,-1 0 0 16,-1 0 0-16,1 4 0 16,0 10-7-16,3 6-22 15,10 3-119-15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36:03.188"/>
    </inkml:context>
    <inkml:brush xml:id="br0">
      <inkml:brushProperty name="width" value="0.05292" units="cm"/>
      <inkml:brushProperty name="height" value="0.05292" units="cm"/>
      <inkml:brushProperty name="color" value="#FF0000"/>
    </inkml:brush>
  </inkml:definitions>
  <inkml:trace contextRef="#ctx0" brushRef="#br0">11029 2522 205 0,'0'0'82'16,"0"0"-41"-16,0 0 14 16,0 0 3-16,0 0-26 0,0 0 16 15,0 0-27-15,0 0 10 16,-16-53 6-16,16 51-6 15,0-1 17-15,0 3-23 16,-2 0-18-16,2 0 10 16,-1-2-17-16,1 2 4 15,0 0-2-15,0 0-2 16,0 0 0-16,0 0 3 16,0 0 2-16,0-1 8 15,0 1 6-15,0 0-7 16,-2 0 16-16,2 0-28 15,0 0 0-15,-1 0-4 0,1 0 4 16,0 0-1-16,0 0-9 16,0 0-15-16,4 0 24 15,25 0-7-15,20 0 8 16,19 0 5-16,22-6-4 16,10-7 2-16,5-3-3 15,-3 3 3-15,-11 0-6 16,-12 2 3-16,-13 4 0 15,-18 1-3-15,-13 2 7 16,-17 2-4-16,-6 1 0 16,-8 1-24-16,-4 0-1 15,0 0-29-15,-25 6-10 16,-14 11-18-16,-10 0-90 16,-1 2-97-16</inkml:trace>
  <inkml:trace contextRef="#ctx0" brushRef="#br0" timeOffset="229.1">11446 2568 420 0,'0'0'156'16,"0"0"-156"-16,0 0 0 15,0 0 65-15,0 0-55 16,0 0-10-16,-2 59 58 0,2-26-23 15,0 11-14-15,8 1-18 16,2 4 2-16,6 5 5 16,-1-1-10-16,4-2-4 15,-1-4-58-15,-2-15-115 16,-3-17-363-16</inkml:trace>
  <inkml:trace contextRef="#ctx0" brushRef="#br0" timeOffset="1132.86">11803 2983 276 0,'0'0'66'15,"0"0"33"-15,0 0-12 16,0 0-16-16,0 0-17 0,0 0 38 15,2-59-42 1,-2 57-16-16,0 2 11 16,0 0-31-16,0 0-8 0,0 0-6 15,0 0-4-15,0 0-4 16,-9 20-3-16,1 13 11 16,-8 10 2-16,1 8 0 15,0 4-3-15,8 1 1 16,7-1 0-16,0-6 3 15,26-10-1-15,12-7-2 16,6-13 10-16,3-9-8 16,5-6 1-16,0-4-3 15,1-1 5-15,3-14-8 16,-4-2 3-16,-1-3-88 16,-12-1-92-16,-13-5-326 0</inkml:trace>
  <inkml:trace contextRef="#ctx0" brushRef="#br0" timeOffset="1392.39">11681 3039 345 0,'0'0'113'0,"0"0"-51"0,80-47-7 16,-42 27-6-16,5-4 0 15,2 5-23-15,-3 1-14 16,-1 4 2-16,-7 5-14 16,-4 2 0-16,-4 6-40 15,-7 1-103-15,-12 0-136 16</inkml:trace>
  <inkml:trace contextRef="#ctx0" brushRef="#br0" timeOffset="1616.13">11684 3193 493 0,'0'0'26'15,"0"0"-24"-15,0 0 45 16,0 0-28-16,0 0-16 16,0 0 20-16,49 0-23 15,-22 0 0-15,6-8-3 16,7-6-11-16,0-3-162 16,-4 0-202-16</inkml:trace>
  <inkml:trace contextRef="#ctx0" brushRef="#br0" timeOffset="1919.01">12453 2794 535 0,'0'0'80'15,"0"0"1"-15,0 0-48 16,0 0-28-16,0 0-5 16,96-56 4-16,-59 47-5 0,1 3 1 15,0 2-10-15,-2 4-25 16,-6 0-44-16,-12 0-94 15,-9 0-99-15</inkml:trace>
  <inkml:trace contextRef="#ctx0" brushRef="#br0" timeOffset="2103.37">12419 2994 498 0,'0'0'44'0,"0"0"3"0,0 0 31 16,0 0-53-16,97-36-23 16,-47 19 6-16,12 1-8 15,9-1-33-15,0-3-109 16,-3-5-225-16</inkml:trace>
  <inkml:trace contextRef="#ctx0" brushRef="#br0" timeOffset="2615.65">13220 2404 330 0,'0'0'118'16,"0"0"-4"-16,0 0-18 15,0 0-27-15,2-77-23 16,-2 66 14-16,0 0-39 16,0 4-13-16,0 2 22 15,0 2-23-15,0 1 2 16,10-1-9-16,9-1-2 0,7 0-2 15,5 3 3-15,-4 1 1 16,-7 0-11-16,-4 0 10 16,-7 1-13-16,-5 10 5 15,-2 2-13-15,-2 5 17 16,-2 6-5-16,-19 3 10 16,-6 6 4-16,-2 3-4 15,-1 4 0-15,0-1 0 16,5-1 3-16,4-6-3 15,7-3 0-15,8-9 0 16,6 1-1-16,0-2 1 16,1-2 0-16,13-1 0 15,1 0-7-15,0 4-13 16,-3 5-44-16,-3 4-58 16,-2 1-160-16</inkml:trace>
  <inkml:trace contextRef="#ctx0" brushRef="#br0" timeOffset="2802.97">13369 3179 697 0,'0'0'111'16,"0"0"-53"-16,0 0 32 15,0 0-61-15,0 0-11 0,0 0-13 16,27-34-5-1,-15 30-61-15,1-7-161 0,-7-6-503 16</inkml:trace>
  <inkml:trace contextRef="#ctx0" brushRef="#br0" timeOffset="6695.22">22426 5494 223 0,'0'0'79'15,"0"0"13"-15,0 0-7 16,0 0-44-16,0 0 7 15,0 0 6-15,0 0-28 0,22-18-11 16,-12 14 17-16,6-1-20 16,2 0 37-16,4-1-16 15,7 0-5-15,3 2-1 16,7 0-17-16,6 1 4 16,1 0-11-16,5 3-3 15,-4-2 3-15,-5 2-3 16,-7 0 0-16,-8 0-6 15,-8 0 1-15,-12 7-69 16,-7 5-62-16,-17 2-63 16,-27 0 54-16</inkml:trace>
  <inkml:trace contextRef="#ctx0" brushRef="#br0" timeOffset="6905.2">22550 5531 397 0,'0'0'117'15,"0"0"-43"-15,0 0-33 16,0 0-34-16,0 0 5 16,0 0-12-16,9 79 8 15,-5-40 15-15,-1 8-21 16,-3 4 6-16,0 1-4 16,0 3-4-16,0 3 7 15,0-3-7-15,0-4-15 16,0-19-100-16,0-22-318 15</inkml:trace>
  <inkml:trace contextRef="#ctx0" brushRef="#br0" timeOffset="7441.96">22887 5937 42 0,'0'0'316'0,"0"0"-161"16,0 0-54-16,32-80-43 15,-28 65-20-15,-4 1 20 16,0 8-39-16,0 2-12 16,-7 4-4-16,-5 0-3 15,-8 0-3-15,1 17 3 16,-2 7-1-16,3 3-3 16,9 1 1-16,6 0 3 15,3-2-10-15,5 1 9 0,15-2 1 16,4-3 4-1,3-1-4-15,-3-2 4 0,-3-2-4 16,-7-5 0-16,-6-2 0 16,-5-3 0-16,-3-2-2 15,0 5 1-15,-20 1 2 16,-10 0 2-16,-8-2-3 16,-4 0 0-16,-1-1-3 15,5-4 3-15,3 0-5 16,4-1-16-16,5 0-37 15,4 5 4-15,6-3-63 16,7-2-172-16</inkml:trace>
  <inkml:trace contextRef="#ctx0" brushRef="#br0" timeOffset="7586.05">22732 6232 233 0,'0'0'226'16,"0"0"-177"-16,0 0 1 16,0 0-50-16,0 0-17 15,0 0-172-15</inkml:trace>
  <inkml:trace contextRef="#ctx0" brushRef="#br0" timeOffset="9774.1">14039 6592 5 0,'0'0'69'0,"0"0"-39"16,0 0 7-16,0 0-17 16,-82-7 11-16,73 3 26 15,0 1 6-15,2-1 3 16,2 0 6-16,-1 1 5 15,2-1-17-15,1-1-34 0,0 1-1 16,0-1 18 0,0 5-17-16,3-2 32 0,0 1-12 15,-3 1-26-15,3 0 9 16,0 0-29-16,0 0 0 16,0 0-5-16,10 0 6 15,18 0-1-15,13-1 0 16,12-3 5-16,10-1-2 15,7 0-3-15,8-3 0 16,3 5 0-16,-1-2 0 16,-4 2 0-16,-12 2 0 15,-13 1-8-15,-18 0 0 16,-14 0-22-16,-13 0-10 0,-6 0-19 16,-6 4-14-16,-31 12-25 15,-20-1 20-15,-15-1-191 16</inkml:trace>
  <inkml:trace contextRef="#ctx0" brushRef="#br0" timeOffset="10001.88">14111 6599 334 0,'0'0'197'0,"0"0"-131"0,0 0-47 15,0 0-10-15,0 0-6 16,0 0 11-16,20 66-14 16,-9-23 6-16,-2 8 2 15,0 4-8-15,0 6 0 16,4-3 2-16,-1-7-2 16,-1-11-99-16,-1-19-316 15</inkml:trace>
  <inkml:trace contextRef="#ctx0" brushRef="#br0" timeOffset="10623.2">14673 6900 321 0,'0'0'165'0,"0"0"-65"16,0 0-13-16,0 0-15 16,-18-83-67-16,5 71 5 15,-2 7 18-15,-5 5-28 16,-4 0-2-16,-4 3-3 16,0 15 5-16,3 2-1 15,2 2 1-15,7 4-2 16,6 1-3-16,9-2-11 15,1 1-27-15,11-6 9 16,17 1 28-16,8-8 1 16,4-1 1-16,1-3-5 15,-1-1 3-15,-10-1-3 16,-7-2 9-16,-12 1 0 16,-8-3 1-16,-3 0-5 0,0-3 4 15,0 4 0 1,0 2-8-16,-3-1 9 0,-11 5-1 15,-10 1 4-15,-4 1-1 16,-2-2 3-16,-3 2-6 16,1-3 0-16,-3-1 0 15,-6 2 0-15,2 1-3 16,3 0-76-16,9-1-140 16,12-6-70-16</inkml:trace>
  <inkml:trace contextRef="#ctx0" brushRef="#br0" timeOffset="10797.38">14467 7256 420 0,'0'0'196'16,"0"0"-169"-16,0 0 71 16,0 0 3-16,0 0-28 15,0 0-39-15,0 7-34 16,0-5-7-16,0 0-43 15,0-2-108-15,0 0-219 16</inkml:trace>
  <inkml:trace contextRef="#ctx0" brushRef="#br0" timeOffset="34539.82">11843 9003 281 0,'0'0'98'16,"0"0"-14"-16,0 0-26 16,0 0-11-16,0 0 2 15,0 0-22-15,0 0 39 16,0-37-18-16,0 37-8 15,0 0 19-15,0 0-34 16,0 0-1-16,0 0-9 16,0 0-12-16,-1 0 9 0,1 0-12 15,0 0 0-15,0 0 4 16,0 0-4-16,0 0 0 16,0 0 0-16,0 0-7 15,0 0-13-15,4 0-93 16,14 0-22-16,9 0 50 15,3 0-307-15</inkml:trace>
  <inkml:trace contextRef="#ctx0" brushRef="#br0" timeOffset="35139.81">14330 8763 573 0,'0'0'71'0,"0"0"50"15,0 0-78-15,0 0-12 16,0 0-15-16,0 0-9 16,-7-6 25-16,7 6-29 15,0 0-2-15,0 0-1 16,0 0-4-16,0 0-4 16,0 0-121-16,0 6 30 15,7 1 6-15,8-6-165 16</inkml:trace>
  <inkml:trace contextRef="#ctx0" brushRef="#br0" timeOffset="35771.14">17478 8707 478 0,'0'0'119'15,"0"0"-57"-15,0 0-15 16,0 0-20-16,0 0 8 16,0 0-11-16,4 0-20 15,-3 0 5-15,-1 0-9 16,0 0 0-16,0 0-4 16,0 0 4-16,0 0-53 15,0 5-100-15,0 4 94 16,0-3-140-16</inkml:trace>
  <inkml:trace contextRef="#ctx0" brushRef="#br0" timeOffset="43736.97">19337 9356 315 0,'0'0'122'16,"0"0"-46"-16,0 0 1 15,0 0-33-15,0 0-1 16,0 0 14-16,0 0-33 16,0 0 9-16,0 0-19 15,0 0-8-15,0 0 12 0,0 0-18 16,0 0 0-1,0 0-3-15,0 0 2 0,0 0 0 16,0 0-13-16,0 0-44 16,0 0-7-16,0 0-25 15,3 0-26-15,1 5 24 16,-2-1 29-16,1-2-133 16</inkml:trace>
  <inkml:trace contextRef="#ctx0" brushRef="#br0" timeOffset="53717.78">18964 10611 14 0,'0'0'170'15,"0"0"-144"-15,0 0-5 16,0 0-2-16,0 0 29 16,0 0-31-16,0 0-9 15,0 0 1-15,0 0-8 16,0 0 5-16,2 0 4 0,-2 0 0 15,0 0 25 1,0 0-26-16,0 0-8 0,0 0 12 16,0 0-10-16,0 0 0 15,0 0-3-15,0 0 0 16,0 0-3-16,0 0 3 16,0 0 0-16,0 0-5 15,0 0 5-15,0 0 0 16,0 0 0-16,0 0 0 15,0 0 26-15,0 0-7 16,0 0 7-16,0 0-7 16,1 0-19-16,1 1-47 15,-2 6-17-15,0 0-57 16</inkml:trace>
  <inkml:trace contextRef="#ctx0" brushRef="#br0" timeOffset="54781.75">11284 10453 191 0,'0'0'57'0,"0"0"-36"16,0 0-17-16,0 0-3 15,0 0-1-15,0 0 7 0,0 0 11 16,2 0 72 0,-2 0 4-16,0 0-42 0,0 0 10 15,0 0-31-15,0 0-3 16,0 0-13-16,0 0-14 16,0 0-1-16,0 0-5 15,0 0-90-15,0 7 29 16,0 3-68-16,3-4-19 15</inkml:trace>
  <inkml:trace contextRef="#ctx0" brushRef="#br0" timeOffset="55703.78">13796 10355 251 0,'0'0'50'16,"0"0"-11"-16,0 0 17 16,0 0-17-16,0 0 13 15,0 0-20-15,-3-13-10 16,1 9 10-16,1 1-15 15,1 1-13-15,0 0 11 16,0 2-15-16,0 0-1 16,0 0-3-16,0 0-11 15,0 0-16-15,0 0-15 16,0 0 26-16,-2 0 8 16,2 0 11-16,0 0-5 15,0 0 5-15,0 0 1 0,0 0-3 16,0 0 3-16,0 0 0 15,0 0-2-15,0 0 2 16,0 2-1-16,0 3-15 16,0-1-75-16,-1-2-8 15</inkml:trace>
  <inkml:trace contextRef="#ctx0" brushRef="#br0" timeOffset="56680.1">17007 10419 23 0,'0'0'99'15,"0"0"-68"-15,0 0 16 16,0 0 7-16,0 0 5 15,0 0-9-15,8-4 1 16,-8 3-28-16,0 1-18 0,0 0 19 16,0-1-23-16,0 1-1 15,0 0 18-15,0-2-8 16,0 1 10-16,0 1-16 16,0-2 4-16,0 2 17 15,0 0-25-15,0 0-18 16,0 0-40-16,0 0-68 15,-2 6 112-15,-2 2-46 16,-1 0-44-16</inkml:trace>
  <inkml:trace contextRef="#ctx0" brushRef="#br0" timeOffset="57865.02">16966 10515 124 0,'0'0'69'15,"0"0"-33"-15,0 0-9 0,0 0-27 16,0 0-7 0,0 0-61-16,0-4-4 0,0 4 61 15,0 0 8 1,0 0 3-16,0 0 2 0,0 0-2 16,0 0 0-16,0 0 10 15,0 0 11-15,0 0 5 16,0 0-4-16,0 0 5 15,0 0 22-15,0 0-14 16,0 0 5-16,0 0-7 16,0 0-30-16,0 0 15 15,0 0-15-15,0 0-3 16,0 0-56-16,0 0-117 16,0 0 132-16</inkml:trace>
  <inkml:trace contextRef="#ctx0" brushRef="#br0" timeOffset="61331.85">20545 10628 50 0,'0'0'0'0,"0"0"-9"15</inkml:trace>
  <inkml:trace contextRef="#ctx0" brushRef="#br0" timeOffset="66737.69">20830 10442 120 0,'0'0'123'16,"0"0"-95"-16,0 0 7 15,0 0 5-15,0 0 16 16,0 0-54-16,0 0 1 16,2 0 12-16,-2 0-14 15,0 0 11-15,0 0 7 16,0 0-12-16,0 0 1 15,0 0-8-15,0 0 0 16,0 0-2-16,0 0 2 16,0 0 0-16,0 0-1 0,0 0 4 15,0 0-4-15,0 2 1 16,0 3-150-16,0-4 45 16</inkml:trace>
  <inkml:trace contextRef="#ctx0" brushRef="#br0" timeOffset="75353.85">19124 9439 18 0,'0'0'80'0,"0"0"-55"15,0 0 5-15,0 0-8 0,0 0-22 16,0 0 0-1,0 0 3-15,0 0-3 0,9-11-21 16,-9 11-17 0,0 0 11-16,0 0 24 0,0 0-4 15,0 0 1-15,0 0 5 16,0 0-7-16</inkml:trace>
  <inkml:trace contextRef="#ctx0" brushRef="#br0" timeOffset="114070.6">8301 10126 201 0,'0'0'23'16,"0"0"13"-16,0 0 24 16,0 0-2-16,0 0 0 15,0 0 5-15,0 0-62 16,0 0 24-16,4-58-22 16,-4 57 4-16,0 1 0 15,0-2-5-15,0 1-2 0,0 1 0 16,0 0 0-1,0 0 3-15,0 0-3 0,0 0 0 16,0 0 0-16,0 0 1 16,0 0 3-16,0 0-4 15,0 0 0-15,0 0 4 16,0-2-4-16,0 2 0 16,0 0 4-16,0 0 1 15,0 0 5-15,0 0 0 16,0 0-7-16,-2 0 23 15,0 0-26-15,-7 0-1 16,-7 13 1-16,-8 10 4 16,0 6 9-16,-6 8-13 15,1 9 5-15,4 2-2 0,3 8-3 16,11 2 0-16,7 0-1 16,4 2 3-16,0-4 1 15,21-6-3-15,9-11 1 16,11-12-2-16,6-13 1 15,3-11-3-15,-2-3 2 16,-6-8-137-16,-14-16-362 16</inkml:trace>
  <inkml:trace contextRef="#ctx0" brushRef="#br0" timeOffset="114537.84">8448 10333 429 0,'0'0'124'0,"0"0"-83"16,0 0-36-16,0 0-5 16,0 0-2-16,0 0 2 0,-1 22 2 15,1 4 1 1,0 10 11-16,0 2-6 0,0-1-1 16,0-3-7-16,3-9 3 15,5-6-1-15,5-11-2 16,3-8 0-16,8 0 12 15,4-22-12-15,1-6 7 16,-8-7-7-16,-6-1 2 16,-9-1 7-16,-6 0-8 15,-6 0 12-15,-15 2 44 16,-6 9-49-16,5 9 4 16,5 9-11-16,4 8 1 15,-1 3-4-15,2 22-89 16,-3 9-6-16,2 1-96 15,7-6-103-15</inkml:trace>
  <inkml:trace contextRef="#ctx0" brushRef="#br0" timeOffset="114904.33">8825 10064 545 0,'0'0'50'16,"0"0"32"-16,0 0-62 15,0 0-18-15,0 0 13 16,80-31-15-16,-56 58 0 15,-5 16 0-15,-4 14 4 16,-7 16 4-16,-8 8-8 16,0-2 0-16,-8-8 16 15,-10-18-14-15,-4-12 3 16,-5-6 1-16,-12-2-5 16,-4 1 18-16,-3 0-19 15,-1-2-27-15,4-12-62 16,6-15-253-16</inkml:trace>
  <inkml:trace contextRef="#ctx0" brushRef="#br0" timeOffset="115046.82">8815 10639 503 0,'0'0'0'16,"0"0"-107"-16,0 0 93 15,0 0-41-15,0 0-55 16</inkml:trace>
  <inkml:trace contextRef="#ctx0" brushRef="#br0" timeOffset="138990.31">18837 10539 260 0,'0'0'78'0,"0"0"-59"0,0 0 26 15,0 0 0-15,0 0 21 16,0 0-18-16,0 0-19 15,0-29 13-15,0 29-28 16,0 0 3-16,0 0 6 16,0 0 1-16,0 0-1 15,0-2-23-15,0 2 0 16,0 0-3-16,0 0 3 16,0 0-3-16,0 0 2 15,0 0 2-15,0 0-10 16,0 0 8-16,0 0 1 15,0 0-5-15,0 0 5 0,0 0 0 16,0 0 0-16,-1 4 3 16,-1-1-6-16,2 1 3 15,0-4 0-15,0 3 2 16,0-3-2-16,0 0 0 16,0 2-3-16,0 2 8 15,0 2-7-15,0-1 2 16,0-1-17-16,0-1 15 15,0-1-13-15,0-2 6 16,0 0 8-16,0 1 2 16,0-1-1-16,0 0 0 15,0 2-1-15,0 3-7 16,0 4-30-16,0-1-19 0,0-6-159 16</inkml:trace>
  <inkml:trace contextRef="#ctx0" brushRef="#br0" timeOffset="147123.44">7060 11830 50 0,'0'0'74'16,"0"0"47"-16,0 0-28 15,0 0-35-15,0 0-48 16,0 0-8-16,0 0 7 16,0 0-9-16,-6 0-103 15</inkml:trace>
  <inkml:trace contextRef="#ctx0" brushRef="#br0" timeOffset="158159.46">7005 13571 228 0,'0'0'234'16,"0"0"-144"-16,0 0-45 15,0 0-40-15,0 0 29 16,0 0 20-16,0 0-27 0,-11-34 14 16,10 31-22-1,-1-2-5-15,2 5-14 0,-1 0-4 16,-5 3-222-16,-11 4-132 15</inkml:trace>
  <inkml:trace contextRef="#ctx0" brushRef="#br0" timeOffset="158858.43">1386 13355 279 0,'0'0'155'0,"0"0"-70"15,0 0-10-15,0 0 1 16,0 0-23-16,0 0 1 16,-10 0-31-16,10 0-23 15,0 7 0-15,0 10-161 16,0 5 17-16,-5 2-50 0</inkml:trace>
  <inkml:trace contextRef="#ctx0" brushRef="#br0" timeOffset="159449.25">5612 14534 276 0,'0'0'47'0,"0"0"-46"16,0 0 2-16,0 0 8 16,0 0 3-16,0 0 47 15,7-1 32-15,-7 1 2 16,0 0 3-16,0 0-18 15,0 0-49-15,0 0-31 16,0 0-4-16,0 0-22 0,-13 3-84 16,-8 0-85-16</inkml:trace>
  <inkml:trace contextRef="#ctx0" brushRef="#br0" timeOffset="159847.42">2166 14520 103 0,'0'0'91'0,"0"0"-91"0,0 0-13 15,0 0-25-15,0 0-30 16</inkml:trace>
  <inkml:trace contextRef="#ctx0" brushRef="#br0" timeOffset="214643.86">18930 11555 126 0,'0'0'142'0,"0"0"-93"16,0 0 48-16,0 0 47 16,0 0-57-16,0 0 0 15,0 0-11-15,0 0-40 16,0 0-17-16,0 0-10 16,0 0-6-16,0 0 30 15,0 0-33-15,0 0 0 16,0 0 8-16,0 0-6 15,0 0 5-15,0 0 4 0,0 0-9 16,0 0 38 0,0 0-39-16,0 0 1 0,0 0 10 15,0 0-10-15,0 0 5 16,0 0-7-16,0 0-1 16,0 0-15-16,0 7-87 15,0 7-77-15,0-6-79 16</inkml:trace>
  <inkml:trace contextRef="#ctx0" brushRef="#br0" timeOffset="-207040.65">18903 12618 302 0,'0'0'100'16,"0"0"22"-16,0 0-33 16,0 0-9-16,0 0 8 15,0 0-35-15,0 0-19 16,0 0-34-16,0 0 5 16,0 0-1-16,0 0-3 15,0 0-1-15,0 0 13 0,0 0-11 16,0 0 2-16,0 0-4 15,0 0 0-15,0 0-1 16,0 0 1-16,0 0-30 16,3 4-146-16,9-1 24 15</inkml:trace>
  <inkml:trace contextRef="#ctx0" brushRef="#br0" timeOffset="-199103.25">5919 13537 49 0,'0'0'37'0,"0"0"8"16,0 0 2-16,0 0-12 15,0 0 15-15,0 0-30 16,0 0 4-16,-16 42 14 16,15-39 1-16,0-3-8 15,1 1 13-15,-2-1-2 0,2 2 2 16,-5 5-44 0,-3 5 0-16,-5 5 0 0,-5 3-7 15,1-2-94-15,-2-6-81 16</inkml:trace>
  <inkml:trace contextRef="#ctx0" brushRef="#br0" timeOffset="-197376.62">18994 13746 216 0,'0'0'184'15,"0"0"-86"-15,0 0-13 16,0 0-12-16,0 0 4 16,0 0 3-16,0 0-48 15,0 0-27-15,0 0 28 16,0 0-27-16,0 0 3 16,0 0 26-16,0 0-17 15,0 0-2-15,0 0-16 16,0 0 5-16,0 0-8 15,0 0 3-15,0 0 0 16,0 0 0-16,0 0 1 0,0 0-1 16,0 0 0-16,0 0 5 15,0 0-2-15,0 0-3 16,0 0-28-16,5 0-74 16,11 0-259-16</inkml:trace>
  <inkml:trace contextRef="#ctx0" brushRef="#br0" timeOffset="-188114.89">18949 14764 337 0,'0'0'170'0,"0"0"-118"16,0 0-3-1,0 0-1-15,0 0 56 0,0 0-75 16,0 0 10-16,0 0 11 16,0 4-15-16,0-2 15 15,0-2-27-15,0 0-20 16,0 0 18-16,0 0-19 15,0 0-2-15,0 0 2 16,-1 1 1-16,1-1 1 16,0 0-4-16,0 0 0 15,0 0-1-15,0 0 1 16,0 0 0-16,0 0-6 16,0 2-26-16,10-2-158 15,11-12-258-15</inkml:trace>
  <inkml:trace contextRef="#ctx0" brushRef="#br0" timeOffset="-167115.49">18787 15721 307 0,'0'0'63'0,"0"0"-26"0,0 0 70 16,0 0 8-16,0 0-28 16,0 0 11-16,0 0-38 15,0 0 14-15,0 0-47 16,-2 0-13-16,0 0 9 15,2 1-20-15,0-1-3 16,0 0 0-16,0 0 1 16,0 0 1-16,0 0-2 15,0 0 0-15,0 0-2 16,0 0 2-16,16 0-3 16,5 0-23-16,3 0-73 15,-7-1-295-15</inkml:trace>
  <inkml:trace contextRef="#ctx0" brushRef="#br0" timeOffset="-156002.82">18952 16730 129 0,'0'0'209'16,"0"0"-159"-16,0 0 58 15,0 0 12-15,0 0-47 16,0 0-32-16,0 0 9 16,-10 0 14-16,10 0-37 15,0 0 5-15,-1 0-4 16,-1 0-13-16,2 0-5 0,0 0-10 15,0 0 0-15,0 0 0 16,0 0 0-16,0 0 0 16,0 0 1-16,0 0 4 15,0 0-10-15,0 0 1 16,0 0-36-16,0 0-34 16,-1 0-247-16</inkml:trace>
  <inkml:trace contextRef="#ctx0" brushRef="#br0" timeOffset="120802.25">20872 10604 292 0,'0'0'150'16,"0"0"-79"-16,0 0 13 16,0 0-28-16,0 0 20 0,0 0-17 15,0 0-52-15,0 0-4 16,6-22 8-16,-6 22-9 16,0 0-3-16,0 0 1 15,0 0 0-15,0 0-14 16,2 15-1-16,1 7-69 15,5-2-64-15,1-12-247 16</inkml:trace>
  <inkml:trace contextRef="#ctx0" brushRef="#br0" timeOffset="142310.29">21140 13716 179 0,'0'0'126'0,"0"0"-21"15,0 0-9-15,0 0-22 16,0 0-23-16,0 0-11 16,0 0-12-16,-1-3 3 15,1 3-5-15,0-2-3 16,0 0 9-16,0 0-32 15,0 2 0-15,-2 0 6 16,2 0-5-16,-1 0-2 16,1 0 1-16,0 0 0 15,-3 0-5-15,3 0 5 16,-6 0-1-16,2 0-1 0,-6 0 4 16,3 0-3-16,-5 6 1 15,1 2 0-15,3 0 0 16,-1 0 0-16,3 5-8 15,0 1 0-15,1 1-79 16,5-6-61-16</inkml:trace>
  <inkml:trace contextRef="#ctx0" brushRef="#br0" timeOffset="151682.17">7509 15827 270 0,'0'0'85'15,"0"0"-84"-15,0 0 0 16,-5 74-1-16,-5-37 0 16,1-2-37-16,1-2-23 15,1-8-20-15,4-8 20 16,0-3 26-16,2-6 34 15,-1 3 0-15,-1-2 7 16,-1-3-7-16</inkml:trace>
  <inkml:trace contextRef="#ctx0" brushRef="#br0" timeOffset="153128.27">20524 15716 134 0,'0'0'79'0,"0"0"-34"16,0 0 20-16,0 0 67 15,0 0-81-15,0 0-19 16,0 0 18-16,0 0-14 16,0 0 10-16,0 0 6 0,0 0-10 15,0 0 12 1,0 0-42-16,0 0-2 0,0 0 1 15,0 0-9-15,0 0 11 16,0 0-13-16,0 0 2 16,0 0-1-16,0 0-1 15,0 5-3-15,0 5 3 16,-5 4 0-16,-4 6 0 16,-1-2-103-16,6-14-122 15</inkml:trace>
  <inkml:trace contextRef="#ctx0" brushRef="#br0" timeOffset="161863.64">20423 16706 53 0,'0'0'211'0,"0"0"-183"16,0 0 8-16,0 0 82 0,0 0 13 15,0 0-59 1,0 0 23-16,0 0 6 0,0 0-46 15,0 0-17-15,0 0-38 16,0 0 0-16,0 0-8 16,0 0 7-16,0 0-31 15,0 0-31-15,0 6-38 16,0 6 35-16,0-5-125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3-02T04:38:01.939"/>
    </inkml:context>
    <inkml:brush xml:id="br0">
      <inkml:brushProperty name="width" value="0.05292" units="cm"/>
      <inkml:brushProperty name="height" value="0.05292" units="cm"/>
      <inkml:brushProperty name="color" value="#FF0000"/>
    </inkml:brush>
  </inkml:definitions>
  <inkml:trace contextRef="#ctx0" brushRef="#br0">6022 2729 206 0,'0'0'5'15,"0"0"-5"-15,0 0 15 16,-2-95 1-16,-4 73 6 15,-1-2-20-15,4 1 5 16,3 0-6-16,0-2 5 0,0 1 8 16,3 0-7-16,4 2 9 15,1 1 9-15,-2 6 24 16,-2 3-36-16,-2 5-13 16,-2 2 0-16,4 2 23 15,-4 2 4-15,2-2 21 16,-1 0-16-16,-1-1 23 15,3-3 4-15,-3 1-18 16,0-3-18-16,3 1 23 16,-3-1-16-16,0 3-8 15,0 4-10-15,0 0-10 0,0 2 17 16,0 0-19 0,0 0-5-16,0 0 1 0,0 6-8 15,0 19 4-15,0 14 2 16,-9 15 6-16,-10 13-5 15,-11 6 5-15,-6 6 0 16,-4 0 1-16,3-3 4 16,2-10-5-16,7-13 0 15,7-17 3-15,9-16 1 16,5-12-4-16,5-8 0 16,-2 0 21-16,-1-21 35 15,2-17-50-15,3-11-6 16,0-9-15-16,8-9 4 15,14 1-17-15,5 3-4 16,9 1 20-16,0 3-18 0,2 1 26 16,0 5 1-1,-1 5 3-15,-1 9 5 0,1 9-5 16,-6 13 0-16,-4 11 3 16,-1 6-3-16,-1 12-1 15,0 19 1-15,2 15-2 16,-3 5-4-16,-3 9 4 15,-2-1 2-15,-7-2-5 16,-9 2 6-16,-3-1-1 16,0-3 0-16,-10-4 1 15,-5-5 1-15,-9-10-2 16,0-7-74-16,-4-12-32 0,-4-17-136 16</inkml:trace>
  <inkml:trace contextRef="#ctx0" brushRef="#br0" timeOffset="185.03">5713 2836 548 0,'0'0'52'0,"0"0"-50"16,85-26 7-16,-33 16 51 15,5-1-14-15,9 2-19 16,5 1-27-16,1 0 4 0,1 3-10 15,9-4-18-15,-6-6-133 16,-12-6-355-16</inkml:trace>
  <inkml:trace contextRef="#ctx0" brushRef="#br0" timeOffset="409.12">6472 2810 768 0,'0'0'21'0,"0"0"-16"0,0 0 2 16,0 0-7-16,79-39 7 16,-28 32-5-16,9 3-4 15,10-1-10-15,9 2-122 16,3-9-61-16,-9-7-187 15</inkml:trace>
  <inkml:trace contextRef="#ctx0" brushRef="#br0" timeOffset="768.22">7148 2599 621 0,'0'0'30'16,"0"0"-25"-16,0 0-6 0,0 0 1 16,-28 83 0-16,28-38 7 15,6 8-7-15,20-6 0 16,10-6 3-16,12-17-3 16,7-16 17-16,2-8 0 15,-3-12 32-15,-4-20 5 16,-13-9-29-16,-13-3-6 15,-15-3-1-15,-9 0-16 16,-28 7-2-16,-24 4-2 16,-14 8-29-16,9 10 29 15,14 8-2-15,24 4 4 16,13 6 0-16,6 3-81 16,0 23-9-16,7 13 79 0,17 11-94 15,13-6-77-15,11-12-98 16</inkml:trace>
  <inkml:trace contextRef="#ctx0" brushRef="#br0" timeOffset="962.36">7648 2742 781 0,'0'0'35'0,"0"0"-13"0,0 0-14 15,0 0-7-15,113-40-1 16,-37 32 0 0,15-1-10-16,9-3-90 0,0-4-26 15,0-7-77-15</inkml:trace>
  <inkml:trace contextRef="#ctx0" brushRef="#br0" timeOffset="1398.25">8495 2464 560 0,'0'0'36'0,"0"0"-35"16,-92 71 5-16,36-11-6 15,-9 8 24-15,8 4-17 16,9-7 21-16,17-8-27 16,10-12 1-16,13-13 8 0,5-11-10 15,3-11 0-15,0-3 10 16,0-7-9-16,0 0 12 15,0-17 60-15,14-16-20 16,10-14-53-16,1-9-24 16,3-8 20-16,0 0 0 15,7 0 8-15,4 4-9 16,7 8 4-16,0 13-22 16,-1 11 18-16,0 13-11 15,-8 13 15-15,-5 2-3 16,-6 14 2-16,-6 16-5 15,-5 9-4-15,-5 8 11 16,-5 6-4-16,-1 3 4 0,-4 0 0 16,0-1 6-16,0-3-4 15,-8-2 5-15,-3-8-7 16,0-8 1-16,-1-8-8 16,-6-7-11-16,-7-10-53 15,-6-9-97-15,-2-10-207 16</inkml:trace>
  <inkml:trace contextRef="#ctx0" brushRef="#br0" timeOffset="1563.83">8189 2766 455 0,'0'0'48'0,"0"0"9"0,0 0-57 16,0 0 0-16,0 0 9 15,0 0-6-15,93-23 24 16,-12 20-9-16,11-2-18 15,2-1 14-15,-5-2-14 16,-9-7-78-16,-14-7-247 16</inkml:trace>
  <inkml:trace contextRef="#ctx0" brushRef="#br0" timeOffset="1997.26">6131 3214 283 0,'0'0'126'0,"0"0"-11"16,0 0-66 0,0 0-2-16,0 0 7 0,0 0-14 15,0 0-40-15,140-43 0 16,-51 31 32-16,20-2-5 15,18 3-6-15,24 2-5 16,19 0-14-16,15 2 3 16,-2-1-5-16,-7 5 0 15,-13 1-9-15,-24 2-27 16,-17-2-44-16,-21-3-54 16,-23-5-147-16</inkml:trace>
  <inkml:trace contextRef="#ctx0" brushRef="#br0" timeOffset="2163.1">8310 3096 663 0,'0'0'108'0,"0"0"-28"16,0 0-14-16,0 0-21 15,0 0-44-15,0 0 0 16,0-15-1-16,0 18-164 15,-2 2-75-15</inkml:trace>
  <inkml:trace contextRef="#ctx0" brushRef="#br0" timeOffset="7142.05">1413 7236 59 0,'0'0'71'16,"0"0"50"-16,0 0-33 0,0 0 0 15,0 0-15-15,0 0-26 16,-5-83-4-16,1 69-13 16,-1-1-7-16,-2 1 7 15,1 0-24-15,-4 2 40 16,6 0-27-16,-4 4-17 16,-1 1 2-16,0 0 0 15,1-1-3-15,1 4 47 16,-2-1-46-16,-2 0 1 15,-5 1 5-15,-4 4-8 16,3 0 0-16,-6 0 0 16,1 7-2-16,1 12-8 15,-9 15 10-15,-7 14-1 0,-6 18-4 16,-2 10 9-16,-1 8-8 16,8 2 4-16,7-8 0 15,15-7-1-15,10-7 1 16,6-6 0-16,6-9 1 15,21-6 2-15,10-7-1 16,12-11-2-16,14-14 0 16,14-11 14-16,14-7-14 15,5-22 2-15,1-10 4 16,-9-8-4-16,-13-8-1 16,-4-4-1-16,-11-5 0 15,-10 2 6-15,-13-1-6 16,-17-2 0-16,-14-5 14 15,-6-1-5-15,-24-3-2 0,-25 4-7 16,-12 8 0-16,-13 11 7 16,-6 13-7-16,7 19 0 15,0 19 0-15,12 4 0 16,7 30-17-16,11 18-52 16,7 16-47-16,6 8-4 15,5-3-159-15</inkml:trace>
  <inkml:trace contextRef="#ctx0" brushRef="#br0" timeOffset="7643.53">1308 7333 382 0,'0'0'91'0,"0"0"6"0,0 0-38 16,0 0-23-16,0 0-36 15,0 0 0-15,-58 50 0 16,58-18 4-16,0 7-4 16,0 2 0-16,0-3 0 15,12-8 6-15,4-11-4 16,-2-9 0-16,10-10 5 15,4-7-6-15,-1-20 31 16,1-6-18-16,-11-2-1 16,-8-1 1-16,-9 2-13 15,-15 7 5-15,-24 5-6 16,-10 7-15-16,0 8 8 0,11 5-6 16,15 2-4-16,12 9-32 15,11 10-143-15,3 1 7 16</inkml:trace>
  <inkml:trace contextRef="#ctx0" brushRef="#br0" timeOffset="8607.93">1896 7464 333 0,'0'0'50'15,"0"0"-41"-15,0 0 9 16,0 0 84-16,0 0-21 0,0 0-52 15,-6 0-12 1,6 0-8-16,0 0 27 0,0 0-5 16,6 0-30-16,18 0 5 15,16 0-5-15,17 0 0 16,13 0 9-16,12 0-6 16,15-3-4-16,15-1 0 15,25-1 3-15,17-3-3 16,14-4 0-16,2-3 0 15,-15-4-7-15,-19-1 5 16,-30 0-6-16,-24 2 7 16,-25 2 1-16,-24 0 1 0,-15 2-1 15,-11-1 0 1,-7 1 48-16,-3-1-42 0,-22 1 1 16,-20-2-7-16,-15 3-5 15,-10-2 5-15,5 0 0 16,18 1 0-16,17 4 15 15,16 3-10-15,12 2 1 16,2 4-6-16,0 1-22 16,25 0 6-16,13 0 12 15,12 13 4-15,5 4 0 16,-2 5 0-16,-1 6 0 16,-13 5-1-16,-7 0 5 15,-15-1 0-15,-14-5-4 16,-3-2 0-16,-14 0 4 0,-24 2-2 15,-10 1-2-15,-6 0 0 16,-1-6-5-16,7-3-10 16,12-9-39-16,10-3 2 15,9-4-14-15,11-3-113 16,6 0 22-16</inkml:trace>
  <inkml:trace contextRef="#ctx0" brushRef="#br0" timeOffset="9090.95">4100 6895 538 0,'0'0'41'15,"0"0"2"-15,0 0 14 16,0 0-25-16,0 0-9 16,0 0-17-16,0 0-2 15,-98 0-4-15,70 41 0 16,-2 10 5-16,-3 9-5 16,-1 10 5-16,6 9-5 15,4 4 0-15,10-1 2 16,11-7 2-16,3-16-4 0,17-18 0 15,27-21 2 1,18-18 3-16,21-10-1 0,19-31-4 16,12-19 0-16,-7-9-8 15,-6-4-9-15,-27 1 17 16,-25 0 2-16,-22 2 13 16,-24 1 1-16,-7-1 5 15,-42 2 26-15,-23 4-42 16,-16 6-3-16,0 17 4 15,12 15 2-15,16 19-3 16,17 6-5-16,8 35-65 16,3 21-1-16,3 12-14 15,16 4-91-15,10-11-117 16</inkml:trace>
  <inkml:trace contextRef="#ctx0" brushRef="#br0" timeOffset="9473.42">4123 7072 480 0,'0'0'121'0,"0"0"-3"15,0 0-8-15,0 0-22 16,0-72-41-16,0 68-32 16,0 4 9-16,-1 0-24 15,-1 0-6-15,-2 10 3 16,-4 18-6-16,-4 16 7 15,0 15 2-15,2 7-10 16,-2-1 8-16,6-8-40 16,4-12-13-16,2-17-5 15,0-15-52-15,0-13-90 0</inkml:trace>
  <inkml:trace contextRef="#ctx0" brushRef="#br0" timeOffset="9623.29">4111 7115 878 0,'0'0'3'0,"0"0"-6"16,0 0-63-16,0 0 32 15,0 0 34-15,0 0 0 16,-34 41-11-16,34-18-52 16,0-9-126-16</inkml:trace>
  <inkml:trace contextRef="#ctx0" brushRef="#br0" timeOffset="11131.35">3307 7221 134 0,'0'0'129'0,"0"0"-29"15,0 0-62-15,0 0 30 16,0 0-5-16,0 0-20 15,-31-36 4-15,31 33-2 0,0 2-8 16,0-1-22 0,0 2 24-16,0 0-32 0,0 0-5 15,0 0 10 1,0 0-12-16,0 0-6 0,4 0-10 16,14 3 16-16,9 7 6 15,6 0-6-15,4 0 0 16,2-1 1-16,3 3-1 15,0 0 0-15,2 0-4 16,-2-2 0-16,-3-3-5 16,-1-3 9-16,-9 0 0 15,-11-4 0-15,-5 0 2 16,-7 0-2-16,-4 0 1 16,-2 0 3-16,0 0 66 15,0 0-28-15,0 0-36 0,-2 0-3 16,-1 0 1-1,-3 0-8-15,2 0 3 0,1 0-10 16,-3 0 7-16,4 3-29 16,-1 1 8-16,0-1 24 15,1 0-5-15,0-2 6 16,2 2 0-16,-2-3 3 16,1 3-8-16,-1-3 5 15,1 4 0-15,-1 1-5 16,-2 2 7-16,-2 0-2 15,-5 6 0-15,-6 3 2 16,-10 4-7-16,-9 6 5 16,-9 7 0-16,-7 4 2 15,0 0 3-15,4-5-5 0,8-6 0 16,10-5 1-16,10-11 0 16,6-2-1-16,9-5 0 15,2-3 6-15,3 0-6 16,0 0 8-16,0 0 11 15,0 0 22-15,0 0 11 16,0 0-52-16,2 0 3 16,7 0-2-16,2-8-1 15,0 2-3-15,-6 2-4 16,-2 2-26-16,-3 2-18 16,0 0-62-16,0 0-47 15,0 0-55-15</inkml:trace>
  <inkml:trace contextRef="#ctx0" brushRef="#br0" timeOffset="11288.12">3380 7558 542 0,'0'0'75'16,"0"0"-30"-16,0 0-45 15,0 0 0-15,0 0-74 16,0 0-178-16,0 7 32 15</inkml:trace>
  <inkml:trace contextRef="#ctx0" brushRef="#br0" timeOffset="23526.09">2184 7003 198 0,'0'0'30'16,"0"0"-16"-16,0 0 7 16,0 0 24-16,0 0 6 15,0 0 33-15,0 0-27 16,-9-36-10-16,6 33 17 15,3 1-37-15,-3 1-6 16,3-1 4-16,0 1-14 16,0 0 0-16,0 1-7 15,-3 0-3-15,3 0 26 16,0-1-9-16,0-2 14 0,0-2-7 16,0 4-21-1,0-1 29-15,0 2-24 0,0 0-7 16,0 0 10-16,0 0-12 15,0 0-2-15,0 0-3 16,0 0 4-16,0 0-3 16,0 13 2-16,3 4 2 15,3 7-6-15,-1 8 6 16,-2 4-1-16,-3 3 1 16,0 1 0-16,0 2 3 15,-5-6-3-15,-1-6 0 16,0-7 4-16,3-8-4 15,3-5 0-15,0-7 1 0,0-2 0 16,0-1 2 0,0 0-3-16,0 0 1 0,0 0 5 15,0 2-6-15,0-2-1 16,-2 0-4-16,0 7-16 16,1 3-79-16,-3 5 78 15,1-2-106-15,2-8-132 16</inkml:trace>
  <inkml:trace contextRef="#ctx0" brushRef="#br0" timeOffset="24607.95">2376 6970 244 0,'0'0'49'0,"0"0"-30"15,0 0 91-15,0 0 8 16,0 0-76-16,0 0-24 15,0 0 12-15,0-3-1 16,2 1 16-16,-1-5-11 16,5-2-32-16,2 1 4 15,2-4-4-15,4 0-2 16,3-1 1-16,3-2 5 16,4 1-4-16,-2 2-2 15,-2 5 0-15,-1 1-2 16,-8 5 2-16,-1 1 0 15,-7 0 0-15,1 0-1 0,-1 3-11 16,0 8 12 0,-3 4 0-16,0 6-6 0,0 2 9 15,-1 4-3-15,-11 3 0 16,-6 0 1-16,1-1 8 16,1-3-9-16,1-5 0 15,6-6 8-15,2-5-5 16,2-5-3-16,2-5 0 15,3 0 2-15,0 0 5 16,0 0-7-16,0 0 0 16,0 0 6-16,0 2-6 15,0 1-20-15,10-1-4 16,7 0 24-16,6 1 5 0,2-1-5 16,-1 3 0-16,0 1 0 15,-4 0 0-15,-3 1 0 16,-1 3-2-16,-5 1 2 15,-2 3-5-15,-6 0 5 16,-3-3 0-16,0 3-6 16,-14-1 7-16,-14 5-1 15,-6 3 0-15,-4-1 3 16,3-8 2-16,6-2-5 16,1-6 0-16,4-4 16 15,3 0-14-15,3 0 20 16,9 0 42-16,5-3-16 0,-1-3 8 15,3 1-46 1,1 0-2-16,1 3 7 0,0 0-15 16,0 2-1-16,3 0-64 15,11 0-152-15,5 0-329 16</inkml:trace>
  <inkml:trace contextRef="#ctx0" brushRef="#br0" timeOffset="33084.7">4395 6861 128 0,'0'0'167'16,"0"0"-36"-16,0 0-31 15,0 0-9-15,0 0-35 16,0 0-11-16,0 0 24 0,-11 0-36 15,8 0-7-15,0 0-1 16,3-2-13-16,-3 1 8 16,-1-2-11-16,2 3-2 15,0 0 10-15,1 0-15 16,1-2-1-16,0 2-1 16,0 0 4-16,0 0-2 15,0 0-2-15,0 0 0 16,0 0-4-16,0 0 4 15,0 0-4-15,7 0-1 16,28-4 1-16,27-13 1 16,40-8 3-16,35-13 0 0,32-10 4 15,27-6-3-15,16-6-1 16,8-1 0-16,-13-1 3 16,-18 3-4-16,-30 9 1 15,-31 8 0-15,-25 8 1 16,-27 10 2-16,-24 8-4 15,-18 6 1-15,-16 5 0 16,-10 2-4-16,-7 3 4 16,-1 0 0-16,0 0-4 15,0 0 4-15,0 0 0 16,0 0-3-16,0 0 6 16,0 0-5-16,0 0 2 15,0 0 0-15,0 0-7 0,0 0 7 16,0 0 0-1,-9 0-2-15,-18 8 2 0,-19 4-7 16,-13 5-40-16,-9-6-55 16,7-3 57-16,12-8-1 15,18 0 19-15,16 0 27 16,12-8 1-16,3-7 5 16,7-5-6-16,14-7-20 15,6-2 18-15,6-3-15 16,1 1 8-16,3 3 9 15,2 3 9-15,4 8 56 16,1 5-13-16,0 7-33 0,-2 5 8 16,-3 0-27-1,-9 11 0-15,-3 12 10 0,-8 11-7 16,-8 4 9-16,-10 6-10 16,-1 0 0-16,-15 3 14 15,-25 0-14-15,-10-2 5 16,-14-1 2-16,-7-8-9 15,4-5 8-15,9-8-8 16,16-7-11-16,19-8 4 16,23-8-127-16,5-8-86 15</inkml:trace>
  <inkml:trace contextRef="#ctx0" brushRef="#br0" timeOffset="33737">7190 5585 402 0,'0'0'51'15,"-82"-4"4"-15,31 4 18 16,-9 19-33-16,-4 10 10 16,0 13-34-16,1 14-6 15,10 9 8-15,11 12-12 0,6 4 13 16,12 5-15-1,8 1-3-15,11-5 14 0,5-4-15 16,6-8 0-16,23-12 3 16,11-13-3-16,18-18 0 15,20-24 0-15,22-3 2 16,16-36 31-16,8-15-30 16,-3-14-3-16,-14-8 9 15,-25-3-6-15,-23 4 23 16,-25 5 5-16,-24 2-5 15,-10-2 9-15,-44-5-35 16,-24 7 0-16,-28 9-2 0,-12 17-3 16,14 18 2-1,27 17-1-15,32 4-11 0,31 34-99 16,4 13-37-16,6 6-250 16</inkml:trace>
  <inkml:trace contextRef="#ctx0" brushRef="#br0" timeOffset="34282.09">6950 5886 282 0,'0'0'368'0,"0"0"-217"16,0 0-95-16,0 0-48 15,0 0-8-15,0 0 0 16,14-34 1-16,7 38-1 15,0 12 0-15,-3 12 2 16,-6 11-1-16,-10 5-2 16,-2 4-7-16,-17-2-25 15,-17-2 30-15,-11-8-46 16,-1-5 26-16,0-9 20 0,3-10 6 16,5-5 0-16,14-7 30 15,6 0 15-15,12 0 21 16,6 0-48-16,0 0-21 15,2 0 0-15,25 0-2 16,10-2 2-16,20-8 0 16,5-3 1-16,4 0 2 15,-2 1-3-15,-3-1 0 16,-4-1 0-16,-5 0 3 16,-10 3-6-16,-17 4-22 15,-17 7-50-15,-11 0-12 16,-39 9-181-16</inkml:trace>
  <inkml:trace contextRef="#ctx0" brushRef="#br0" timeOffset="35531.64">4375 7398 170 0,'0'0'75'0,"0"0"20"15,0 0 34-15,0 0-39 16,0 0-27-16,0 0 9 16,-79-5-50-16,79 5-11 15,0 0-11-15,0 0 4 16,24 4-5-16,13 12 2 16,24 6 5-16,29 7 14 15,29 2-10-15,30-1 2 16,32-2-12-16,17-5 5 15,18-10 5-15,13-9-10 16,-7-4 0-16,-13 0 3 0,-24 0 0 16,-30 0-6-16,-27 0 0 15,-28 0-3-15,-30-6-4 16,-27 1 10-16,-22 2 0 16,-16 0 8-16,-5 0-6 15,-5 3-2-15,-24 0-7 16,-12 0-38-16,-9 2 27 15,-3 5-18-15,-2-2 27 16,1-3 8-16,5-2-13 16,9 0 13-16,12-7-3 15,11-3 4-15,10-2 7 16,7 1-4-16,3 1-2 0,19 0 23 16,8 0-22-1,14-2-2-15,1 2 9 16,4 3-5-16,-2 6 32 0,-10 1-35 15,-8 0 3-15,-7 14 6 16,-9 7-8-16,-8 8 2 16,-5 8-4-16,0 7 3 15,-15 1 5-15,-12-3-8 16,-12-2 0-16,-20-4-7 16,-25 0 3-16,-19 6-52 15,-15-2-6-15,1-3-102 16,27-12-59-16,29-13 37 15</inkml:trace>
  <inkml:trace contextRef="#ctx0" brushRef="#br0" timeOffset="36130.86">6961 7249 570 0,'0'0'73'16,"0"0"-17"-16,-108-30-34 15,69 40-2-15,0 26-20 16,-1 15 0-16,4 13 21 15,3 13-11-15,6 11 3 16,12 5-2-16,7 9-3 0,8 2-1 16,13-5-7-1,20-16 0-15,13-24-7 0,21-32 8 16,24-25-1-16,20-14 7 16,24-41-6-16,10-19 8 15,-8-13-9-15,-15-3 0 16,-26 8 8-16,-29 2-3 15,-25 4 4-15,-30-1 9 16,-15 0-11-16,-51 5-1 16,-38 3-6-16,-41 11-7 15,-30 17 1-15,-5 23 0 16,17 16-4-16,48 21-30 16,44 24-84-16,36 6-59 15,23-3-143-15</inkml:trace>
  <inkml:trace contextRef="#ctx0" brushRef="#br0" timeOffset="36913.04">7032 7484 179 0,'0'0'18'16,"0"0"21"-16,-88-6 23 15,74 6 66-15,8 0-62 16,2-3-3-16,1 3 25 16,3-1-34-16,0 1-6 15,0 0-9-15,0 0-35 0,0 0-4 16,3 0 0-1,18 0 8-15,13 0-7 0,12 0-1 16,14-5 0-16,1-6 11 16,-4 3-7-16,-10 0-2 15,-14 3 17-15,-15 4-9 16,-10 1 17-16,-4 0-27 16,-1 0 0-16,-1 5-8 15,-2 8 8-15,0 4-5 16,-22 2 4-16,-12 7 2 15,-9-3 1-15,-5 3-2 16,2-1 0-16,9-2 1 0,8-5-1 16,10-1 0-1,11-3-1-15,8-2-8 0,0-4-22 16,23-4-7-16,10-4 38 16,3 0 0-16,-4 0 3 15,-8 0 11-15,-9 0 14 16,-8 4-26-16,-6 5 4 15,-1 3-6-15,0 6 0 16,-17 7 5-16,-11 0-2 16,-8 3-3-16,-7-5 0 15,-4-3 5-15,3 0 0 16,4-5-5-16,5-6 0 16,10-4 2-16,7-4-1 15,9-1-2-15,9 0 0 0,0-3-133 16,20-20-310-16</inkml:trace>
  <inkml:trace contextRef="#ctx0" brushRef="#br0" timeOffset="45087.6">7509 5920 141 0,'0'0'25'0,"0"0"16"16,0 0-4-16,0 0-13 16,0 0 34-16,0 0 38 15,0 0-51-15,-6 0 3 16,6 0-15-16,0 0 5 16,0 0-8-16,0 0-14 15,0 0 5-15,-3 0-8 0,3 0 0 16,0 0 38-1,0 0-28-15,0 0 1 0,0 0 8 16,-3 0-3-16,3 2-2 16,0-2-15-16,0 0-9 15,0 0 3-15,-1 0-4 16,1 0-2-16,0 0 2 16,0 2 0-16,0-2-4 15,0 1 1-15,0 1-7 16,17-1 0-16,40-1 8 15,37 0 0-15,42-3 6 16,43-11-2-16,27-2-3 16,12-4-1-16,13 2 0 15,-11 0 8-15,-12-2-8 16,-25 6-9-16,-28 0 5 0,-31 2-20 16,-34 3 23-1,-32 1-1-15,-28 1 4 0,-20 4 3 16,-10 0-1-16,-4-1 12 15,-32-3-16-15,-30 2-11 16,-28 2-11-16,-6-1-3 16,4 2 12-16,24-1 6 15,28-2 7-15,22 2 0 16,14 2 4-16,8-4-3 16,0 0-2-16,0-7-1 15,20-7 2-15,16-6-7 16,13-1 7-16,12 4 0 0,6 6 1 15,6 8 0-15,-1 8 5 16,-3 0-6-16,-11 10 4 16,-12 10-1-16,-18 8-3 15,-13 3-1-15,-12 5-3 16,-3 6 8-16,-6 3-3 16,-18 1-1-16,-8-7 0 15,-13-2 7-15,-11-4-7 16,-12-4 0-16,-11-1 0 15,4-5-37-15,4-6-36 16,21-9-14-16,25-8-52 16,25-4-55-16,37-22-13 15</inkml:trace>
  <inkml:trace contextRef="#ctx0" brushRef="#br0" timeOffset="45537.86">10228 5425 582 0,'0'0'38'0,"0"0"73"15,-79-50-29-15,54 45-29 0,7 4 7 16,6 1-39-16,1 9-21 15,-8 27-6-15,-6 22 6 16,-7 24 1-16,3 23-1 16,6 8 0-16,11 6 1 15,12-3 2-15,3-10-2 16,30-14-1-16,21-22 0 16,23-28-8-16,22-31 8 15,11-13 0-15,20-39 0 16,0-20 0-16,-1-14-6 15,-9-7 3-15,-26-1 3 16,-25-3 1-16,-28-3-1 16,-30 1 0-16,-14-1 1 15,-56 4-1-15,-42 8-1 16,-41 11-5-16,-21 14 6 16,-5 22-12-16,21 22 12 0,36 8-21 15,37 32-28-15,29 21-67 16,27 7-67-16,15 2-170 15</inkml:trace>
  <inkml:trace contextRef="#ctx0" brushRef="#br0" timeOffset="45940.76">10323 5545 722 0,'0'0'24'0,"0"0"36"15,0 0-56-15,0 0-8 16,0 0 2-16,0 0 2 15,-34 46 26-15,16-5-4 16,-4 1-20-16,1 3 10 16,2-2-10-16,2-9 1 15,10-5-3-15,4-12 1 16,3-3-5-16,4-9 4 16,19-5-3-16,8 0-5 0,6-9 10 15,4-11-4-15,2-1-1 16,0-1-14-16,8 4 5 15,2 4-73-15,0 2-32 16,-2-1-77-16,-6-3-82 16</inkml:trace>
  <inkml:trace contextRef="#ctx0" brushRef="#br0" timeOffset="46138.07">10738 5626 347 0,'0'0'145'0,"0"0"0"15,0 0 16-15,0 0-73 0,-79-74-28 16,70 70-4-16,6 3-30 15,3 1-17-15,-1 0-8 16,-3 0-1-16,-1 18-7 16,-6 26-2-16,-4 22 9 15,0 12 3-15,-1 4-3 16,0-6-11-16,-1-7 3 16,-2-4-31-16,-6-3-49 15,-3-15-127-15</inkml:trace>
  <inkml:trace contextRef="#ctx0" brushRef="#br0" timeOffset="52031.76">7386 5574 97 0,'0'0'13'16,"0"0"-13"-16,0 0-1 16,0 0 1-16,0 0 17 15,0 0 27-15,0 0 10 16,-17-3-14-16,12 0-15 0,-4 3-7 15,-7 0-8-15,-4 0-7 16,-2 0-3-16,1 0 1 16,3 3-1-16,5 0 0 15,4-1 18-15,2-2 11 16,5 0 26-16,-1 0 29 16,2 0 6-16,-1 0-32 15,-1 0-20-15,0 0-20 16,0 0 21-16,2 0-16 15,-1 0 1-15,2 0 13 16,0 0-16-16,0 0-2 16,0 0-12-16,9-11-5 15,19-6 5-15,15-6-7 0,20-8 0 16,36-8 0 0,42-13 2-16,58-15 0 0,59-15-2 15,39-18 0-15,35-8-4 16,14-6 4-16,-15-2-7 15,-38 10-22-15,-50 16-14 16,-61 20 18-16,-55 24 22 16,-42 17 3-16,-39 15-5 15,-27 4 5-15,-19 10-3 16,-16 0-4-16,-42 10 2 16,-26 16-47-16,-14 11-30 15,1 2-47-15,19-2-38 0,23-12-93 16</inkml:trace>
  <inkml:trace contextRef="#ctx0" brushRef="#br0" timeOffset="52501.29">9903 4270 586 0,'0'0'6'15,"0"0"64"-15,0 0-17 16,0 0-49-16,145-37 11 16,-40 37 13-16,10 1 14 0,-4 22-42 15,-19 6 0 1,-22 7 0-16,-25 2 4 0,-24 2-6 15,-21 5 2-15,-16 8 0 16,-34 11 15-16,-26 4-15 16,-21 2 0-16,-24-4 7 15,-19-5-7-15,-15-4-47 16,3-11-53-16,30-10-87 16,45-19-26-16,58-17-9 15</inkml:trace>
  <inkml:trace contextRef="#ctx0" brushRef="#br0" timeOffset="53349.09">11181 3743 397 0,'0'0'59'0,"0"0"38"16,0 0-18-16,-112-56-27 16,64 56-18-16,-13 0-33 15,-6 26 7-15,0 17-13 16,-3 18 5-16,-1 17 0 16,-2 11 2-16,8 8-1 15,12 2 11-15,18 9-12 16,25 4 5-16,10 6-2 0,34-5 2 15,21-20-5-15,19-25 15 16,21-36-13-16,18-26 17 16,17-12-2-16,14-40-12 15,13-27 17-15,2-12-22 16,-12-10 0-16,-13-3 14 16,-29 4-8-16,-25 3 4 15,-32 2-10-15,-33 3 3 16,-24 3 14-16,-55 4-17 15,-36 9-7-15,-41 16 5 16,-21 22-23-16,-9 22-1 16,8 10-33-16,35 23-18 15,38 22 13-15,38 6-104 0,32 0-99 16</inkml:trace>
  <inkml:trace contextRef="#ctx0" brushRef="#br0" timeOffset="53798.73">11099 3914 447 0,'0'0'118'15,"0"0"-51"-15,0 0-32 16,0 0-3-16,0 0-19 15,0 0-11-15,-94 50 5 16,75-13 6-16,4 1-10 16,4 4 10-16,4 0-13 15,7-5 0-15,0-1 10 16,0-8-10-16,15-9 5 0,3-10-5 16,6-9 4-1,6 0 14-15,2-14-14 0,3-3-4 16,-4-2 7-16,-6 4-7 15,-1 1-95-15,-3-2-150 16</inkml:trace>
  <inkml:trace contextRef="#ctx0" brushRef="#br0" timeOffset="54046.12">11371 3988 558 0,'0'0'57'0,"0"0"64"15,0 0 2-15,0 0-64 16,0 0 1-16,0 0-37 16,-68-67-12-16,68 67-2 15,0 0-9-15,-1 3-2 16,-2 26-4-16,-6 24 6 16,0 22-4-16,2 12 4 15,4 5-8-15,3-6-2 16,0-5-45-16,0-8-27 15,0-17-97-15,-7-19-159 16</inkml:trace>
  <inkml:trace contextRef="#ctx0" brushRef="#br0" timeOffset="56362.42">10708 5420 359 0,'0'0'90'0,"0"0"14"15,0 0-75-15,0 0-1 16,0 0-17-16,0 0-7 16,0 0 7-16,-42-25-9 15,38 22 1-15,1 3 20 16,-1-2 1-16,-2 1-6 0,-2 1-16 16,-1 0 1-16,-2 0-6 15,2 0-1-15,4 0 4 16,-3 0-3-16,0 0 3 15,-4 0 0-15,-6 0 2 16,-1 0-1-16,-3 0 2 16,-1 0-3-16,-3 0 0 15,2 0 14-15,-7 1-13 16,-5 4-1-16,4 2 0 16,3-2 2-16,11-1 0 15,3 1-2-15,5-1 0 16,-1 1-5-16,-2 1 5 0,1 2 0 15,-3 1-2 1,3-1 4-16,-1 1-1 0,2-4-1 16,4 1 0-16,-4-1-1 15,3-2 1-15,0 0 0 16,2 1 0-16,4-3 2 16,2-1-8-16,0 0 3 15,0 0 3-15,0 0-3 16,0 0 3-16,0 0 0 15,0 0 4-15,0 0-3 16,0 0 6-16,0 0-7 16,0 0 0-16,0 0-6 15,0 2 3-15,-1 2-12 0,1 2-11 16,0 3 26-16,0 3 1 16,0 3-1-16,0 2 0 15,0 2-3-15,-2 5 3 16,-3 3 0-16,-4 6 0 15,3 3 3-15,-2 6-4 16,2 4 1-16,3 0 0 16,2-5 1-16,-1-7-1 15,2-11 0-15,0-10 1 16,0-7 1-16,0-3-2 16,0-3 0-16,0 0 0 15,0 0 10-15,0 0-8 0,0 0 2 16,0 0 21-1,9-6 25-15,8-10-50 0,11-4-3 16,3-4 0-16,2 0-7 16,3-3-15-16,-1-4 12 15,0 0 8-15,-4-2-1 16,-1 4 5-16,-3 3-1 16,-2 4 2-16,-1 7-3 15,-1 1 3-15,-3 6 0 16,-3 4-1-16,-4 1 4 15,-4 3-5-15,2 0 2 16,2-4 0-16,2 1 0 16,1 2 0-16,-2-1 0 15,-2 1 3-15,-3 1-3 16,-2 0 12-16,4 0-12 0,0 0 2 16,2 0-1-16,-3 0-1 15,-3 0 0-15,-2 0-1 16,-2 0 2-16,0 1-2 15,1 7-1-15,4 4 2 16,-4 2-1-16,-1 5 1 16,-3 1 0-16,0 4 6 15,0 7 2-15,0 0 6 16,-3 2-8-16,-8 0-4 16,6 1 7-16,0 0-9 15,1-2 0-15,-2-3 4 16,4-6-3-16,-3-1 7 0,-1-6-1 15,-5 0-7 1,-5 1 40-16,-4 0-12 0,-5-2-13 16,-8 2-4-16,-3 0-10 15,-7 3 9-15,-2 2-10 16,2-3 0-16,3-2 7 16,4-4-7-16,1-3 0 15,-1 0 3-15,3-2 0 16,3-6 8-16,7-2-6 15,5 0 5-15,8 0 31 16,3-5-41-16,4-7-1 16,3-1 0-16,-2-1 1 15,2 2-13-15,0 4-25 16,0 1-51-16,0 1-31 16,0-5-134-16</inkml:trace>
  <inkml:trace contextRef="#ctx0" brushRef="#br0" timeOffset="57899.6">10692 5407 395 0,'0'0'159'0,"0"0"-120"16,0 0 5-16,0 0 7 15,0 0-21-15,0 0-27 16,0-1 9-16,0 1-12 15,0 0 0-15,0 0 11 16,-2 0 5-16,-12 0 15 16,-7 0-31-16,-6 0 7 15,-7 1-4-15,-2 4-3 16,-2 0 0-16,-2 1 3 16,-5-3-2-16,0 2 0 15,3 0-1-15,1 1 0 16,8 2-1-16,5-3 1 0,4 1 0 15,6-2-2-15,2 1 0 16,5-5 1-16,3 2-10 16,3 0 11-16,1-2-4 15,4 0 4-15,-1 0 0 16,1 0 2-16,0 0 0 16,0 0 0-16,0 0-2 15,0 0 0-15,0 0-8 16,0 1 8-16,0-1-6 15,0 0 4-15,0 0 2 16,0 0 0-16,0 0 0 16,0 0 0-16,0 0-4 15,0 0 4-15,0 0-2 16,0 0-3-16,0 4-2 16,0 4-6-16,0 6 1 0,0 6 12 15,0 6 5-15,0 3-5 16,-6 7 0-16,-1 1 4 15,-2 4-1-15,2 1-2 16,5-3-1-16,1 1 0 16,1-9 5-16,0-6-5 15,0-11 0-15,0-7 4 16,0-4-3-16,0-3 2 16,0 0-3-16,0 0 0 15,0 0 4-15,0 0-4 0,10 0 0 16,11 0 5-1,9-16-5-15,6 1 0 0,4-3-4 16,2 1-27-16,-2-3 22 16,0 1-28-16,-6 3 25 15,-3 0 9-15,-4 8 6 16,-5 0-4-16,-5 3 1 16,-6 4 0-16,-1-1 1 15,-6 2-1-15,3 0 0 16,2 0 0-16,1 0 3 15,4 2-5-15,2 4 2 16,-2-1 0-16,-2-1 12 16,-2 1-6-16,-6-4 2 15,0 1 2-15,3 0-10 16,3 1 6-16,-1 0-6 16,3 0 5-16,0 1 3 0,-3-3-8 15,-3 0 0-15,-5 1 2 16,1-1 0-16,-2 1 0 15,0 3-2-15,0-3 0 16,0 5 1-16,1 3-1 16,0 2 0-16,6 0 3 15,-4 2-1-15,0-3-2 16,-2-1 0-16,-1 1 2 16,0-2 14-16,0 2-11 15,0 1 2-15,-7 0 12 16,-2 5-13-16,0 0 2 0,3 1-8 15,0 2 5-15,-1-1-1 16,2-1-4-16,-1-4 0 16,-3-2 10-16,0-3-9 15,-2-1 27-15,-5 1 0 16,-5 1-21-16,-2 0 10 16,-1 1-17-16,6-2 0 15,3-1 4-15,2-3-3 16,2 1 1-16,-1 0-2 15,-4-1 0-15,-4 3 3 16,-5-3-3-16,-6-1 0 16,-7-1 1-16,-6-1 2 15,0-2-1-15,1 0-2 0,9 0 3 16,11 0 10-16,7 0-13 16,11 0 1-16,4 0-3 15,1 0-57-15,0 0-146 16,25-3-50-16</inkml:trace>
  <inkml:trace contextRef="#ctx0" brushRef="#br0" timeOffset="59444.82">11011 3956 105 0,'0'0'24'0,"0"0"-24"16,0 0 7-16,0 0-7 15,0 0 7-15,0 0 9 16,25-43 20-16,-25 39 42 16,0 4-14-16,0-3 3 15,0 3-16-15,0-1 21 0,0-5-53 16,0-1 28-1,0 1-32-15,0 0 0 0,-1-2-9 16,-2-1-6-16,1 2 15 16,-1 0-1-16,-1 1-9 15,0 0 19-15,1 1-8 16,0 1 4-16,3 3 28 16,0 1-33-16,0 0 4 15,0-2-4-15,0 2-7 16,0 0 4-16,0-1-7 15,-2 1-3-15,2 0 12 16,-1 0-6-16,1 0 19 16,0 0-27-16,0 0 0 15,0 0-8-15,0 0 0 16,0 15-3-16,0 12 7 0,0 7 8 16,3 5-2-16,-3 3-2 15,0 2 0-15,-2 1-1 16,-11-2 1-16,-4-2 0 15,7-3 0-15,2-6 3 16,3-10-3-16,5-5 0 16,0-6 0-16,0-5 1 15,0-2-1-15,0-4 0 16,0 0 0-16,0 0 5 16,0 0-2-16,0 0-3 15,0 0 0-15,0 0 4 16,0 0-1-16,0 0-3 0,0 0 2 15,8 0 3-15,9 0 6 16,17-9-11-16,9-3 0 16,0 2 0-16,-2 4 0 15,-7 5 0-15,-3 1 0 16,-2 0 1-16,-8 0-6 16,-8 0 0-16,-7 0 5 15,-4 0-7-15,-2 0 9 16,0 0-2-16,0 0 4 15,0 0-4-15,0 0 19 16,0 0-15-16,0 0-2 16,0 0 23-16,0 0-24 15,0 0-1-15,0 0 0 0,0 0 3 16,0 0-7-16,0 0-5 16,0 0-30-16,0 0-15 15,0 0-36-15,0 0-16 16,6 3-22-16,2 1 126 15,-2-2-9-15,-3-2-100 16,-3 0 46-16,0 0 52 16,-1 0-142-16</inkml:trace>
  <inkml:trace contextRef="#ctx0" brushRef="#br0" timeOffset="59932.76">11351 4008 244 0,'0'0'95'0,"0"0"7"16,0 0-12-16,0 0-10 15,0 0-21-15,0 0-15 16,-4-77 5-16,-4 66-40 16,2 3 6-16,2 2 1 15,0 6 7-15,4 0-10 16,0 0-13-16,0 3-31 0,0 19 19 16,0 8 4-16,0 8 8 15,0 5-1-15,0 0 6 16,-2 1-2-16,-7-3-3 15,1-2 0-15,-4 1 6 16,-1-1-5-16,3 1-1 16,1-4 4-16,4-6-1 15,5-7-2-15,0-3-1 16,0-4 0-16,0-3 4 16,0-4-4-16,0-3 0 15,0 1 7-15,2 1-6 16,1 3-2-16,-1 2-4 0,-1 2-64 15,-1 0-36 1,0-2-84-16,0-9-63 0</inkml:trace>
  <inkml:trace contextRef="#ctx0" brushRef="#br0" timeOffset="60097.92">11300 4539 76 0,'0'0'332'15,"0"0"-173"-15,0 0-48 16,0 0-22-16,0 0 7 15,0 0-34-15,-1-19-29 16,1 19-16-16,0 0-14 16,0 0-3-16,0 0-7 15,0 1-160-15,0 9-56 0,1-5-126 16</inkml:trace>
  <inkml:trace contextRef="#ctx0" brushRef="#br0" timeOffset="73194.89">14690 6131 294 0,'0'0'113'16,"0"0"-75"-16,0 0 41 15,0 0-10-15,0 0-39 0,0 0-5 16,0 0-16 0,8-10 38-16,-8 5-25 15,2 2 62-15,-2 0-38 0,0-1-11 16,1-1-18-16,1 0-17 16,-1 4 2-16,-1-2 0 15,2 1-2-15,-2-1 0 16,0-2 5-16,1 2-4 15,0-6 5-15,-1 2-6 16,2-3 3-16,0-1 10 16,-1-2-13-16,-1-2 3 15,0 1-1-15,0 0 0 16,0 3-2-16,0-1 0 0,0-1 0 16,-12-1-8-16,-6 0 8 15,-4-1-4-15,-9 0-3 16,-5 0 6-16,-3-1 1 15,-3 2 0-15,1 0 0 16,-1 4-1-16,-2 5 1 16,3 3 0-16,-1 2-4 15,-3 0 6-15,-1 9-4 16,-3 8 2-16,-5 2 0 16,-4 6-2-16,-2 4 2 15,-4 6 0-15,1 7-1 16,3 11 2-16,7 8-2 15,6 4 1-15,7 1 0 0,5 1-1 16,8-1 1 0,8 4-2-16,4 2-1 0,6 1 5 15,6 0-4-15,3 6 2 16,0 2 0-16,6 4 4 16,15-1-4-16,11-1 0 15,12-4 1-15,14-4-1 16,10-5 1-16,15-4-1 15,8-9 7-15,5-10-6 16,7-10-1-16,-3-11 0 16,0-10 4-16,-1-11-3 15,4-5-1-15,1-20 0 16,5-21 0-16,1-15 10 16,-4-15-9-16,-2-4-1 0,-11-7 11 15,-8-1-9-15,-9-4-1 16,-9-5-1-16,-12 0 0 15,-7 2-3-15,-14 4 3 16,-8 3 0-16,-17-1 2 16,-9 3-1-16,-2 2 3 15,-26-1 18-15,-9 2-16 16,-13 3 17-16,-6 4-23 16,-11 9 0-16,-15 9 9 15,-9 7-8-15,-8 10-1 16,-7 19-4-16,-9 14-7 15,-10 3 7-15,-12 34-60 0,1 14-13 16,5 8-53 0,19 2-77-16</inkml:trace>
  <inkml:trace contextRef="#ctx0" brushRef="#br0" timeOffset="73978.07">14552 6191 677 0,'0'0'80'0,"0"0"-58"0,0 0-12 15,-97 11-14-15,56 19 4 16,0 10 0-16,1 9 2 15,1 12 0-15,6 7 1 16,8 7 2-16,7 2-1 16,5 0 11-16,13-2-15 15,0-11 0-15,25-12 8 16,23-20-8-16,19-28 1 16,18-11-1-16,9-37 2 15,-5-9 7-15,-17-3-9 16,-24 9 0-16,-30 8 10 15,-18 8 14-15,-23 4-10 16,-41 6-14-16,-39 11 12 0,-31 10-27 16,-8 8-42-16,17 20-116 15,38 1-157-15</inkml:trace>
  <inkml:trace contextRef="#ctx0" brushRef="#br0" timeOffset="76027.5">7554 7706 49 0,'0'0'143'15,"0"0"12"-15,0 0-19 0,0 0-92 16,0 0 18-16,0 0-31 15,-5-4 9-15,5 4-8 16,0 0-24-16,0 0-2 16,0-2-6-16,0 0 3 15,9-3 3-15,12 0-3 16,3-4 6-16,3 1 44 16,7-1-24-16,9 1-21 15,13 0-7-15,24 0 3 16,26-3-1-16,27-1-3 0,29-1 0 15,14-3 8-15,5 0-6 16,5-5-2-16,-4-1 0 16,-1 1 4-16,-7 2-7 15,-8 5 3-15,-8 2 0 16,-9 3 0-16,-4 2 0 16,-4-2 0-16,-9 1-1 15,-3-5 2-15,-9-2-2 16,-9 1 1-16,-6-1 0 15,-7 1-1-15,-5 2 2 16,-1 2-1-16,2 0 0 16,0 3 2-16,-1 0-3 15,1-2 1-15,-8 1 0 16,-2-1-1-16,-5 1 3 16,0 1-2-16,3-3 0 0,6 2 0 15,2-1-2-15,-2 2 2 16,-4 0 0-16,-4 2-6 15,-4 0 5-15,-8-1 1 16,-9 3-1-16,-6-3 4 16,-4 1-3-16,4-2 0 15,6 0 0-15,6 0 1 16,0 0-1-16,-6-1 0 16,-9 1-1-16,-7 0 2 15,-9 1-1-15,-2 2 0 16,-1-3 0-16,5 2-1 15,1 0 2-15,3 0-1 16,-1 1 0-16,2 0 3 16,-6 1-3-16,1 0 0 0,-6-2 0 15,-6 0 0-15,0 1 0 16,-4-1 0-16,-4 0 0 16,1 3 3-16,4-3-3 15,-3 3 0-15,1 0 0 16,-2 1-2-16,-2 1 3 15,-1 0-1-15,2 0 0 16,-3-2 1-16,-3 2-1 16,-4 0 0-16,-3-1 0 15,-3 1 32-15,0 0 6 16,0 0-15-16,0 0-22 16,2 0 5-16,-2 0-5 15,0 0-1-15,3 0 0 0,1 0-9 16,3 0 9-16,-2 0 0 15,-3 0 0-15,-2 0 0 16,0 0 1-16,0 0-1 16,0 0 0-16,0 0 16 15,-6-2-16-15,-9-3-26 16,0-2-84-16,0 2 1 16,-1-5 31-16,-1-2-138 15,-5-3 65-15,-9-6 99 16,-7-4 51-16,-9-6 1 0,-4-5 74 15,0 0 2 1,5 1 80-16,10 7-45 16,9 9-17-16,12 8 8 0,8 5-64 15,4 5-3-15,3-1-26 16,0 2-2-16,6 0-14 16,24 14 6-16,18 12 1 15,11 2 5-15,7 3-5 16,-6-1 0-16,-8-2 0 15,-6 0 6-15,-6 2-7 16,-3 2 1-16,-4 4 0 16,-9-2-2-16,-9-4 2 15,-9-2 0-15,-6-4-3 16,-5-2 9-16,-35 4-3 16,-25 3-3-16,-26 5 0 0,-14-2-5 15,8-3-148-15,27-12-34 16,31-17-174-16</inkml:trace>
  <inkml:trace contextRef="#ctx0" brushRef="#br0" timeOffset="77391.68">11755 4188 364 0,'0'0'1'15,"0"0"6"-15,0 0-7 16,0 0 15-16,83 5 21 15,-44 7 36-15,7 4-35 16,4 5-4-16,2 4-8 16,-2 7-16-16,5 2 9 15,6 7-6-15,16 6 15 16,14 3 3-16,14 8-21 16,13 5 0-16,6 0 4 0,5-2-4 15,10-6 4-15,0-5-12 16,2 0 1-16,-4-1 14 15,-11 2-14-15,-15-2-2 16,-15-5 4-16,-12-4-4 16,-7-1 7-16,-8-5-7 15,-6-3 1-15,-8-1 3 16,-9-4-3-16,-4 1-1 16,-3-5 1-16,1-1 1 15,-3-5 1-15,0 0-3 16,-2-7 0-16,-2 2 13 15,-2-2-13-15,-1-1 16 0,0 5-7 16,1-1-8-16,-1 4 6 16,0 1-7-16,-7-4 0 15,-2-3 4-15,-7-3-3 16,-5-3-1-16,1-1 35 16,-2-2-13-16,-2 1-14 15,1 1-8-15,3 2 0 16,1 2-3-16,2 5 3 15,-1 0 0-15,0 0 1 16,-3 1 3-16,-1-4-5 16,-4-2 1-16,-1-3 0 15,-1-3 1-15,-1-1 7 16,2 2-5-16,3 1 16 0,3 2-17 16,3 2 1-16,4 2-3 15,-5 0 0-15,-1 2 0 16,-1-3 0-16,-4-2 0 15,-2 1-1-15,-2-4 3 16,2 4-3-16,3 1 1 16,3 1 0-16,0 4 1 15,5-2-1-15,0 0 0 16,-2-5 1-16,3-1 1 16,-1-2-1-16,0 1-1 15,-3-1 0-15,-2-1-1 16,-2 1 1-16,-2 1 0 15,1 3 0-15,3 3 2 16,2 2-4-16,-1-1 2 0,0-2 0 16,-1-1-12-16,-3-4 10 15,-5-2 2-15,1-2 1 16,-2 0-1-16,2-4 0 16,2-18-21-16,2-10-276 15</inkml:trace>
  <inkml:trace contextRef="#ctx0" brushRef="#br0" timeOffset="77689.86">14888 5346 891 0,'0'0'10'15,"0"0"-10"-15,0 0-2 16,0 0 1-16,0 0 1 15,0 0-6-15,-9 10 0 16,21 23 6-16,18 4-4 16,5 2 4-16,3-4 0 15,-4-4 1-15,-10-3 4 16,-8-5 4-16,-11 1-9 16,-5 4 0-16,-14 4 18 15,-27 12-16-15,-18 4-1 16,-8 0 9-16,-3-4-9 15,4-10 1-15,8-6-2 0,5-4-47 16,4-11-65 0,10-13-186-16</inkml:trace>
  <inkml:trace contextRef="#ctx0" brushRef="#br0" timeOffset="78837.8">11101 5874 219 0,'0'0'30'16,"0"0"39"-16,0 0 29 16,0 0 4-16,0 0-57 15,0 0-25-15,55-7-4 16,-31 2-11-16,4 3 21 15,3 2-11-15,7 0-7 0,-1 0 4 16,9 0-7-16,5 7 2 16,10 3-2-16,15 4 0 15,12 2 9-15,21 1-14 16,18 3 0-16,13-1 5 16,11 2-4-16,-1 1 2 15,1-2-3-15,0 0 0 16,-10-1 2-16,-2-2-2 15,-6-3 0-15,-13 3-1 16,-7-3 2-16,-9 0 2 16,-9-3-3-16,-8-1 0 15,-13-1 3-15,-11-6-3 16,-14-1 0-16,-14-2 9 0,-12 0 29 16,1 0 22-1,0 0-46-15,6 0-10 0,6 0 8 16,1 0-12-16,0 5 0 15,-1-3-2-15,-6 1 5 16,-6-1-4-16,-12 1 1 16,-3-3 0-16,-8 0 2 15,-1 0-2-15,0 0 0 16,0 0 6-16,0 0-5 16,0 0 3-16,0 0-4 15,0 0 5-15,0 0-3 16,-1-3 1-16,-7-2-3 15,1 3 0-15,-5 0-1 16,-6 2 1-16,-7 0-35 0,-13 3-86 16,-7 0 4-16,-2-3-368 15</inkml:trace>
  <inkml:trace contextRef="#ctx0" brushRef="#br0" timeOffset="79439.1">13459 5884 317 0,'0'0'99'0,"0"0"-39"16,0 0 40-16,0 0-44 0,0 0-24 15,0 0-32 1,-6-1 0-16,6 1 10 0,0 0-10 15,13 8 15-15,11 8 17 16,9 2-11-16,9 4 21 16,4 2-35-16,-4 2-1 15,1 2 7-15,-12 0-12 16,-10 1 0-16,-6-4-1 16,-7-4 1-16,-5-3 3 15,-3-2-4-15,0-2 0 16,0-2 1-16,0 3 3 15,0-1-5-15,0 1 1 0,0 2 0 16,-13 0 3-16,-9 0-3 16,-14-1 0-16,-10-4 6 15,-12-2-3-15,-11-3 17 16,1-2-11-16,8-2-5 16,13-3 30-16,14 5-27 15,11-3-5-15,4 3 0 16,8 0 0-16,6 3-4 15,4 1 1-15,0-2-12 16,0 0 7-16,6 0-2 16,7-1 6-16,4 1-4 15,-5 0 5-15,-2-4 1 16,-3 2 0-16,-2-2 0 0,-4-2 0 16,-1-1 0-16,0 0 0 15,0 2-1-15,0-2 2 16,0 3-2-16,0 3-3 15,0 5-8-15,0 3-41 16,0-1-72-16,3-10-134 16</inkml:trace>
  <inkml:trace contextRef="#ctx0" brushRef="#br0" timeOffset="85998.68">15675 6617 248 0,'0'0'182'0,"0"0"-76"16,0 0-28-16,0 0-48 15,0 0 5-15,0 0-22 16,0 0 1-16,0 0-6 15,-64-68 3-15,61 65 16 16,1 3 0-16,2-3-8 16,0 3 1-16,0-1-9 15,-1 0 15-15,-3-1-2 16,1 0-22-16,-2-1 17 16,3 1-19-16,1 2 0 0,0 0 20 15,1 0-12-15,0 0 6 16,0 0-14-16,0 0 6 15,0-1-4-15,0 1-2 16,0 0 0-16,0 0-1 16,0 0 1-16,0 0 0 15,2 0-7-15,26 0 4 16,21 0 0-16,19 0 3 16,28 1 0-16,28 4 3 15,23-1-3-15,34 0 1 16,29-2-1-16,30 0 0 0,22-2 2 15,6 0-2 1,-7 0 0-16,-30 0 1 0,-33 0-1 16,-36 0 0-16,-45 0 0 15,-36-4 0-15,-33 0 0 16,-24 0 0-16,-14 3 0 16,-6-1-3-16,-4 2 4 15,0-2-2-15,0 2-15 16,0 0-18-16,0 0 32 15,-14 0-12-15,-5 0 14 16,-1 0 1-16,-1 0 3 16,-1 0-5-16,2 0 1 0,-2 2-28 15,-2 3-13 1,-1 1-65-16,0-5-9 0,5-1-156 16</inkml:trace>
  <inkml:trace contextRef="#ctx0" brushRef="#br0" timeOffset="86247.81">18178 6314 758 0,'0'0'126'16,"0"0"-97"-16,0 0-29 16,0 0 3-16,100 10-6 15,-48 16 3-15,7 6 0 16,-1 3 0-16,-5 2 0 15,-9 0 0-15,-13 0-4 0,-13-1 7 16,-18-2-3 0,-10 0 0-16,-40 1 1 0,-29 2-9 15,-34-1-22-15,-27-2-97 16,-5-11-62-16,26-8-304 16</inkml:trace>
  <inkml:trace contextRef="#ctx0" brushRef="#br0" timeOffset="86863.87">19104 5947 659 0,'0'0'23'0,"0"0"93"0,0 0-34 16,0 0-50-16,0 0 4 16,0 0-36-16,-91-35 0 15,62 74-7-15,-10 24 12 16,0 19-8-16,2 20 3 16,9 7 0-16,7 4 4 15,13-1-4-15,5-3 0 16,3-7-2-16,3-13 4 15,19-18-4-15,20-21 2 16,27-24 0-16,26-18-4 16,29-8 4-16,12-25-12 15,4-18 10-15,-10-13-6 16,-17-4 8-16,-20-1 2 0,-22 3 1 16,-17-2 34-16,-17-5 12 15,-14-10-46-15,-19-9 18 16,-4-3-20-16,-46-5 1 15,-36 0-2-15,-36 9 0 16,-27 15-9-16,2 21 9 16,22 26-16-16,36 21 11 15,39 24-46-15,28 34-63 16,15 17-73-16,3-2-201 16</inkml:trace>
  <inkml:trace contextRef="#ctx0" brushRef="#br0" timeOffset="87466.85">19133 6188 154 0,'0'0'329'0,"0"0"-314"16,0 0-13-16,0 0-2 15,0 0 16-15,0 0 13 16,1 3-4-16,26 8 36 16,10-1-30-16,8-4 62 15,3-2-77-15,-5-4-1 16,-4 0-3-16,-12 0-10 0,-11 0 23 15,-7 0-14-15,-6 0 7 16,0 0 11-16,-3 0-29 16,0 3-5-16,0 18-2 15,-12 7 7-15,-11 8 4 16,3 7-4-16,-1 8 0 16,6 4 0-16,1 1 0 15,7 0 0-15,3-6 0 16,1-6 4-16,3-7-2 15,0-7-2-15,0-5-4 16,0-5 2-16,0-9-75 16,0-5-31-16,0-6 11 15,0 0-57-15,0-20-153 16</inkml:trace>
  <inkml:trace contextRef="#ctx0" brushRef="#br0" timeOffset="87683.33">19269 6493 518 0,'0'0'113'16,"0"0"20"-16,0 0-42 15,0 0-54-15,0 0-37 16,0 0 0-16,-17-24-1 16,18 24 1-16,19 1 0 15,19 5-3-15,13-4 6 16,18-2 4-16,8 0-7 15,4-9-17-15,-3-8-97 0,-21 1-151 16,-22-1-188-16</inkml:trace>
  <inkml:trace contextRef="#ctx0" brushRef="#br0" timeOffset="87856.87">19506 6498 384 0,'0'0'0'0,"0"0"0"16,0 0 0-16,0 0 4 16,0 0-4-16,0 0 29 15,12 31 12-15,7-31-41 0,0 0 0 16,-8 0-269-16</inkml:trace>
  <inkml:trace contextRef="#ctx0" brushRef="#br0" timeOffset="99051.88">4542 6169 315 0,'0'0'9'0,"0"0"0"16,0 0-4-16,0 0 33 0,0 0 31 16,0 0-28-1,0 0 9-15,-9-20-9 0,6 14 14 16,-4 0 16-16,2 0 2 15,1-1-15-15,-2 1-1 16,3 1-33-16,0 3 4 16,1 2-21-16,2 0-5 15,0-1 7-15,0 1-9 16,0 0 0-16,0 0 1 16,0 0 1-16,0-1-4 15,0-7 1-15,15-3-10 16,14-6 7-16,10-1-5 0,6 1 9 15,6 3-4 1,2 6 7-16,-1 4-6 0,-10 4 0 16,-12 0-14-16,-11 19 11 15,-10 7-48-15,-9 16 17 16,-8 10 31-16,-26 9-2 16,-8-1-17-16,-1-5 24 15,10-15 1-15,9-10-4 16,11-13 4-16,7-8 0 15,3-4 1-15,3-3 1 16,0 0 2-16,0-2-4 16,0 0 4-16,0 0-8 15,20-2 5-15,21-17-1 16,13-7 12-16,4-4-7 16,3-1 8-16,-4 2-12 0,-2 0 4 15,-5 3 3 1,0 1-8-16,-4 3-6 0,-4 3-65 15,-11 7-60-15,-16 4-120 16</inkml:trace>
  <inkml:trace contextRef="#ctx0" brushRef="#br0" timeOffset="99468.59">5194 5992 560 0,'0'0'34'16,"0"0"-26"-16,0 0-4 15,0 0 0-15,-4 75 8 16,24-43 16-16,15 2-16 15,8 1 0-15,9-5-2 16,8-11-6-16,7-14 18 16,0-5-21-16,-4-10 6 15,-11-19 5-15,-13-5-8 16,-14-2 8-16,-16-2 5 0,-9 1 29 16,-16 2-4-16,-32 2-42 15,-28 7-5-15,-12 6-2 16,3 4 3-16,17 8 4 15,33 2 0-15,26 6 0 16,9 0-2-16,4 16-180 16,20 16 181-16,2 6-33 15,8-2-377-15</inkml:trace>
  <inkml:trace contextRef="#ctx0" brushRef="#br0" timeOffset="108378.52">5099 7100 181 0,'0'0'131'0,"0"0"-64"0,0 0 15 16,0 0-12-16,0 0-14 15,0 0-26-15,0 0 13 16,-20-2-1-16,20-3 14 15,-3 2 15-15,1 2-57 16,-1 0 3-16,1 1 11 16,0 0-27-16,1 0 4 15,-1 0 0-15,2 0-4 16,0 0 18-16,-1 0-14 16,1 0-4-16,0 0 6 0,0 0-7 15,0 0-2-15,0 0-7 16,22 0 9-16,12 0-4 15,14 0 4-15,10 0 0 16,3 0 1-16,3-3-1 16,2-8 0-16,-6 1 0 15,-12-1 0-15,-13 0 1 16,-14 6-1-16,-12 1 0 16,-6 2 0-16,-3-1 1 15,0 0-2-15,0 2-1 16,0 1 2-16,0 0 1 15,-10 0-1-15,-2 1 0 16,0 11-3-16,2 2 3 16,2 5 0-16,2 4 0 0,0 7 2 15,-1 7-6-15,-2 5 4 16,-1 5 0-16,-3-1-5 16,4-1 5-16,0-4-1 15,2-5 1-15,1-6 0 16,2-6 1-16,-1-5-1 15,0-6 0-15,2-4 2 16,2-2-2-16,-1-2 0 16,1-4 0-16,1 1 2 15,-4 0-5-15,-2 2-41 16,-6 3-45-16,-3 2 0 0,1 1-19 16,4 1-55-16,1-2 3 15</inkml:trace>
  <inkml:trace contextRef="#ctx0" brushRef="#br0" timeOffset="108892.08">5209 7369 222 0,'0'0'105'0,"0"0"-63"16,0 0 31-16,0 0 71 15,0 0-66-15,0 0-13 16,-29-11-23-16,29 11-24 16,0 0 12-16,0 0-24 15,0 0 0-15,27 0 1 0,18 0-2 16,12-2 9 0,13-7-8-16,5-5-5 0,2 0 0 15,-4-3-1 1,-7 3 0-16,-16 0 1 0,-15 3-1 15,-17 2 0-15,-9 4 3 16,-8 4-2-16,-1 1-1 16,0 0 0-16,0 0-8 15,-21 0-3-15,-5 5-108 16,-3 9 77-16,10 1 1 16,7-1-47-16,8-4-97 15,4-5-186-15</inkml:trace>
  <inkml:trace contextRef="#ctx0" brushRef="#br0" timeOffset="116434.59">7967 4655 212 0,'0'0'112'16,"0"0"12"-16,0 0-30 16,0 0-28-16,0 0-30 15,0 0 12-15,0 0 0 16,0 0-2-16,-9 0-3 15,2 0-37-15,-1 0 16 16,5 0-22-16,-2-1 12 16,1 1 7-16,1-2-7 15,0 2 12-15,-1-1-15 16,2 1 0-16,2 0 24 16,0 0-29-16,0 0 0 0,0 0 3 15,0 0-3-15,0 0-6 16,0 0 2-16,0-2-6 15,2-5 3-15,28-8-7 16,14-8 10-16,13-1-2 16,5 1 0-16,-8 9 0 15,-11 4-2-15,-11 5 4 16,-13 3-6-16,-10 2 6 16,-4 0-19-16,-5 9-12 15,0 16-12-15,-13 11 33 16,-15 8 2-16,-5-1-17 15,2-6 16-15,6-8-12 0,7-7 15 16,9-5 5-16,2-5 1 16,6-2-1-16,1-1-1 15,0-4 2-15,17-1-8 16,19-4 8-16,12 0 0 16,5 0 3-16,-6-3-3 15,-12 2 8-15,-15 1-8 16,-14 0 3-16,-6 0-9 15,0 4 6-15,0 16 0 16,-20 10 4-16,-13 12-1 16,-10 2 6-16,1-3-9 15,9-9 0-15,5-11 5 16,9-6-5-16,-2-7 0 0,1-1 6 16,1-5-6-1,4-2 5-15,0 0-5 0,8-6 1 16,7-5-5-16,0-4-83 15,24-7-175-15,14-4-143 16</inkml:trace>
  <inkml:trace contextRef="#ctx0" brushRef="#br0" timeOffset="116818.6">8596 4679 91 0,'0'0'371'16,"0"0"-371"-16,0 0 0 16,0 0 34-16,0 0 39 15,-22 98-60-15,22-69 22 16,0-1-23-16,10-2-2 15,13-6 8-15,4-8-16 16,7-9 9-16,6-3 6 16,5-15 4-16,-2-10 11 15,-7-6-17-15,-14 3 25 16,-12 0 3-16,-10-1-18 16,0-3-11-16,-26 1-14 0,-16-2-2 15,-6 7 0-15,2 5 2 16,12 7 0-16,15 8 4 15,10 6-4-15,2 1-64 16,6 18-148-16,1-2-12 16</inkml:trace>
  <inkml:trace contextRef="#ctx0" brushRef="#br0" timeOffset="126410.44">8070 5576 247 0,'0'0'105'15,"0"0"-11"-15,0 0-51 16,0 0 37-16,0 0-73 0,0 0 10 15,0 0 20-15,-20-31-19 16,19 31 8-16,-2-3 9 16,-2 3-32-16,4-2 15 15,0 2-12-15,-1 0 0 16,2-2 7-16,-3 2-11 16,3 0-2-16,0 0 0 15,0 0 1-15,0 0 1 16,0 0-2-16,0 0 0 15,0 0 16-15,0 0-12 16,0 0 10-16,0 0 3 16,0 0-7-16,0 0 31 15,0 0-26-15,0 0-8 16,0 0 19-16,0 0-23 0,0-1 5 16,0-4-4-16,0-2-2 15,15-4 2-15,1 0-4 16,5 2 0-16,0 1-2 15,0 1 2-15,3 0 0 16,-2 2 0-16,-2 0 3 16,3 1-4-16,1 1 1 15,-2 1 0-15,0-1 0 16,-6 1 0-16,-7 2 0 16,-3 0 0-16,-2 0 1 15,-2 0-8-15,-2 0-1 0,0 8-2 16,0 3 3-16,0 4 1 15,-2 2 2-15,-15 2 2 16,-4 1 2-16,-2-1-4 16,-3-2 4-16,1-2 0 15,2-4 0-15,6-5 4 16,5-2-4-16,6-2 0 16,5-1 0-16,1-1 1 15,0 0-1-15,0 0 0 16,0 0-7-16,0 0 5 15,10 0 2-15,13-4-1 16,6-2 5-16,-2 3-1 16,-6 1-3-16,-4 2 0 15,-4 0-5-15,-4 2 5 16,-4 7 0-16,-1 5-2 0,-3 2 2 16,-1-1-8-16,0 4 8 15,0-2 0-15,-9 2-5 16,-5-1 5-16,-1 0 0 15,-3-5-2-15,3-1 6 16,-3-3-3-16,0-3-1 16,-4-3 0-16,-5-2 19 15,3-1-10-15,-1 0 13 16,4 0-14-16,6-3-7 16,6-4 11-16,3 2-12 15,6 2-7-15,0-2 0 16,9-4-62-16,21-7-216 0</inkml:trace>
  <inkml:trace contextRef="#ctx0" brushRef="#br0" timeOffset="127408.52">8608 5514 194 0,'0'0'38'0,"0"0"1"16,0 0 61-16,0 0 2 15,0 0-46-15,0 0-2 16,-19 4-2-16,19-4 13 15,0 0-33-15,0 0-24 16,-2 2 16-16,1-2-24 16,1 1 0-16,-2 6 0 15,-2-1 0-15,-4 7 3 16,-1 1-3-16,-2-1 0 0,0-1 2 16,4 2 0-16,-1-4-2 15,1 3 0-15,-1 0 2 16,1-3 0-16,-2 4-2 15,4-3 0-15,1 0-6 16,2 0 6-16,2 3-2 16,0-5-1-16,2 1 1 15,10-1 1-15,12-6 1 16,1 0 0-16,0-3 11 16,2 0-8-16,0-3-3 0,-6-9 4 15,1-1-3 1,-6-1 13-16,-3 2 8 0,-3-1 0 15,0 0-12-15,1-2-10 16,-3 3 0-16,-1 1 0 16,-3-2 4-16,-2 3 1 15,-1-2-5-15,-1-2 0 16,0 1 29-16,0 0-22 16,0 0 11-16,-3 1-5 15,-4 0-12-15,0 1 13 16,-1-2-13-16,-1 2 2 15,-4-1 7-15,2 1-10 16,-2 3 0-16,4 2-1 16,0 3 8-16,0 0-13 15,-3 3 6-15,0 0 0 0,-3 0-4 16,0 3 4-16,2 7-4 16,1 3-11-16,1 3-22 15,1 3-8-15,1 0-36 16,4-4-96-16,5-8-254 15</inkml:trace>
  <inkml:trace contextRef="#ctx0" brushRef="#br0" timeOffset="127571.92">8634 5617 336 0,'0'0'249'16,"0"0"-124"-16,0 0-19 15,0 0-63-15,0 0-43 16,0 0-43-16,0 0-247 16,-17 0 28-16</inkml:trace>
  <inkml:trace contextRef="#ctx0" brushRef="#br0" timeOffset="137232.48">6826 5958 123 0,'0'0'80'16,"0"0"-15"-16,0 0 13 15,0 0 19-15,0 0 7 16,0 0-54-16,0 0-29 16,0-30 9-16,0 27-22 15,0 2 7-15,0 1 1 16,0 0-4-16,0 0 18 15,0 0-25-15,0 0 9 16,0-2 18-16,0 2-9 16,0-2-6-16,0 2-7 15,-2-3-2-15,2 3 24 0,0 0-24 16,0 0-2-16,0 0 15 16,0 0-20-16,0 0 3 15,0 0-4-15,0 0 0 16,0 0-3-16,0-3 3 15,3-1-15-15,17-6 9 16,8-6-7-16,6-2 5 16,-1-3-17-16,-3 4-42 15,-6 8 40-15,-14 9-49 16,-10 6-79-16,-13 21-109 16</inkml:trace>
  <inkml:trace contextRef="#ctx0" brushRef="#br0" timeOffset="146838.63">9402 6950 304 0,'0'0'61'15,"0"0"-16"-15,0 0 56 16,0 0-67-16,0 0-7 15,0 0-4-15,0 0-14 16,-24-65 8-16,21 58-10 16,3 1-7-16,-2 3 34 15,2 2-18-15,0-1 0 16,0 2 2-16,0 0-18 16,0 0 2-16,0 0-2 15,0 0 0-15,0 0-8 0,2 0 8 16,14 0 0-16,5 0 8 15,6 0-7-15,5-5 6 16,3 0-7-16,1-1 1 16,-3 5 5-16,-5-2-6 15,-1 2 0-15,-9 1 0 16,1 0 2-16,-5-1-1 16,0-1-1-16,-4 1 0 15,-1-1 13-15,-5 2-12 16,-3 0-1-16,-1 0 18 15,0 0-10-15,0 0 4 16,0 0-12-16,0 10-19 16,0 11 14-16,0 15 5 15,0 5 0-15,0 7 3 16,0-1-2-16,0 1 4 0,0-2-5 16,0-5 2-16,0-8 6 15,0-5-8-15,0-6 0 16,0-5 8-16,0-5-6 15,0 1 3-15,0-2-5 16,0 4-6-16,-3 0-24 16,-8 0-59-16,-2-3-106 15,-1-5-142-15</inkml:trace>
  <inkml:trace contextRef="#ctx0" brushRef="#br0" timeOffset="147104.66">9460 7224 489 0,'0'0'93'0,"0"0"-31"16,0 0 39-16,0 0-17 15,0 0-25-15,0 0-12 16,-12-22-43-16,12 22-4 15,9-3-4-15,24 0 4 16,11-3 1-16,7-3-1 16,2-1 0-16,1-2 2 15,2-4-2-15,1-1-23 16,1-6-104-16,-8-1-176 0</inkml:trace>
  <inkml:trace contextRef="#ctx0" brushRef="#br0" timeOffset="148336.37">12835 4074 424 0,'0'0'128'16,"0"0"-38"-16,0 0-45 15,0 0-18-15,0 0 34 0,0 0-31 16,-3 0-22-16,9 0 13 15,14-7-12-15,6-5 12 16,0-1-6-16,1 2-15 16,-2 3 20-16,2 1-20 15,-2 4 0-15,4 2 0 16,-4 1 3-16,-1 0-4 16,-3 0 1-16,-2 0 0 15,-3 2-9-15,-4 2 9 16,-2-1-1-16,-3 1-6 15,-4-1 7-15,-2 0-1 16,-1 3-7-16,0 5 7 16,0 5-7-16,0 7 8 15,-4 7 0-15,-5 9 2 16,1 7 1-16,2 5-3 0,4-1 0 16,2-1 2-16,0-10 2 15,0-10-4-15,4-10 0 16,2-7 2-16,-3-4 1 15,-1-3-2-15,-1-3-1 16,1-1-9-16,-1-1-39 16,2 0-100-16,0-1-122 15</inkml:trace>
  <inkml:trace contextRef="#ctx0" brushRef="#br0" timeOffset="148569.72">12996 4282 679 0,'0'0'121'0,"0"0"-29"15,0 0-27-15,0 0-16 16,0 0-29-16,0 0-17 16,-11-11 3-16,11 11-6 15,0 0-2-15,6 0-1 16,32-5-5-16,13-4 7 15,19-4 1-15,5 1-37 16,2 4-15-16,-7-3-132 16,-10 3-66-16</inkml:trace>
  <inkml:trace contextRef="#ctx0" brushRef="#br0" timeOffset="149902.07">11838 5304 359 0,'0'0'108'0,"0"0"-10"16,0 0-3-16,0 0-56 16,0 0 18-16,0 0-8 15,-12-4-23-15,24 1 2 16,7 0-17-16,1 0 17 16,-1 0-24-16,0 3 2 15,5-2-4-15,6 2-2 16,4 0 0-16,2 0 1 15,0 0 0-15,1 5-1 16,-1-3 0-16,-7 4 3 16,-9-1-5-16,-7-1 2 15,-8 1 0-15,-4-4-7 16,-1 5 0-16,0 5 1 0,-9 7 5 16,-10 11 2-16,-3 5 2 15,0 4-3-15,3 1 0 16,5 0-3-16,1 0 7 15,3-2-4-15,3 2 0 16,2-3 1-16,2-3 0 16,2-4-1-16,-1-7 0 15,1-3 2-15,-2-5-1 16,0-2-2-16,-2-1-1 16,2-2-33-16,-5 2 8 0,4-1-60 15,0 0-8-15,1 0-124 16,3-7-162-16</inkml:trace>
  <inkml:trace contextRef="#ctx0" brushRef="#br0" timeOffset="150204.32">11836 5582 634 0,'0'0'152'0,"0"0"-152"0,0 0 3 16,0 0-7-1,0 0 8-15,0 0-4 0,49-4 70 16,-8 4-49 0,6 0 11-16,7-7-28 0,0 0-4 15,1-3 10-15,-3 6-8 16,-3 1-2-16,-12 3 0 15,-12 0-17-15,-11 0-12 16,-9 0-57-16,-5 4-74 16,-2 6 4-16,-17 0-73 15</inkml:trace>
  <inkml:trace contextRef="#ctx0" brushRef="#br0" timeOffset="157844.01">16627 5929 17 0,'0'0'377'0,"0"0"-262"16,0 0-43-16,0 0-24 15,0 0-3-15,0 0-3 16,0 0 23-16,6-63-34 16,-4 56-4-16,-2 1-4 15,0 0-6-15,4 1 5 16,-4 2-3-16,0-3-12 16,0 3 22-16,0 1-27 15,0 2 6-15,0-3 6 16,0 3-10-16,0-2 13 0,0 1-16 15,0 1 0-15,0 0 24 16,0 0-25-16,0 0-3 16,0 0 0-16,0 13-5 15,0 14 0-15,-4 18 7 16,-13 11 1-16,-4 9 1 16,0 3-1-16,0-1 0 15,5-5-1-15,7-9 4 16,6-10-8-16,1-9 0 15,2-14-8-15,0-9 1 16,0-5 6-16,0-3-14 16,0-3 18-16,3 0-22 15,8-14-150-15,1-7-223 0</inkml:trace>
  <inkml:trace contextRef="#ctx0" brushRef="#br0" timeOffset="158594.75">17146 5792 332 0,'0'0'110'0,"0"0"-51"15,0 0 13-15,0 0-24 16,0 0 20-16,0 0 29 16,-82-45-63-16,72 44-29 15,1 1 15-15,-1 0-20 16,-3 12-1-16,-6 16-3 16,-7 9 8-16,-5 14-3 15,-7 7-1-15,-1 5 1 16,-2 7 4-16,5-4-5 0,6-1 0 15,10-10 4-15,14-10-4 16,6-10 0-16,19-11-21 16,29-9-22-16,18-10 24 15,8-5-16-15,-1 0-1 16,-12-14 32-16,-15-1 4 16,-18 0 5-16,-12 3 45 15,-9 0 8-15,-7-3-8 16,0 0-20-16,-18-4-28 15,-17 1-2-15,-9 0 2 16,-1 4-2-16,5 8 0 16,11 4 2-16,7 2-12 15,6 7-109-15,3 7-58 0</inkml:trace>
  <inkml:trace contextRef="#ctx0" brushRef="#br0" timeOffset="158754.17">17054 6377 752 0,'0'0'140'16,"0"0"-87"-16,0 0-12 16,0 0-41-16,0 0-113 15,0 0-698-15</inkml:trace>
  <inkml:trace contextRef="#ctx0" brushRef="#br0" timeOffset="161763.28">1684 7603 271 0,'0'0'94'15,"0"0"-51"-15,0 0-43 16,0 0-48-16,0 0 21 0,0 0 19 16,39-7-6-1,-18 6-45-15,6-2-81 0</inkml:trace>
  <inkml:trace contextRef="#ctx0" brushRef="#br0" timeOffset="166606.42">1446 7587 179 0,'0'0'27'0,"0"0"3"16,0 0 7-16,0 0 2 15,0 0 5-15,0 0 9 16,0 0 16-16,0 2-41 16,-2-2 18-16,2 0-17 15,0 3-29-15,0 4-11 16,0 1-204-16,2 0 104 16</inkml:trace>
  <inkml:trace contextRef="#ctx0" brushRef="#br0" timeOffset="168961.54">14655 6595 91 0,'0'0'6'16,"0"0"-5"-16,0 0-1 16,0 0 1-16,0 0-3 15,0 0-41-15</inkml:trace>
  <inkml:trace contextRef="#ctx0" brushRef="#br0" timeOffset="182961.02">3838 7265 193 0,'0'0'27'0,"0"0"-18"0,0 0-2 15,0 0 8-15,0 0-3 16,0 0-11-16,0 0-1 16,0 0-4-16,-34 5-23 15,29-4-64-15</inkml:trace>
  <inkml:trace contextRef="#ctx0" brushRef="#br0" timeOffset="184934.27">6284 5375 117 0,'0'0'58'16,"0"0"-13"-16,0 0 5 16,0 0 14-16,0 0 45 15,0 0-40-15,-1-26-4 16,-2 19 0-16,0 3-29 16,1 0 28-16,-1-3-22 15,2 0-24-15,-2 3 5 16,0-1-13-16,1 1-8 15,1 1 13-15,-1-1-15 0,2 3 0 16,-1-1 11 0,-1 1-10-16,2 1 13 0,0 0-14 15,0 0 1-15,0 0-11 16,0 0 7-16,0 7-49 16,0 10 40-16,0 5 12 15,0-1 1-15,-2 1-1 16,2-7 0-16,0-1-10 15,0-4 10-15,0-1-13 16,8-6 6-16,4-1-11 16,6-2 11-16,0 0 4 15,2 0 3-15,-1 0-13 16,-6-2 8-16,2 2-27 0,-4 0 22 16,-5 0 2-1,4 0 2-15,-4 5 1 16,-3 9 5-16,-2 1-6 0,-1 2 6 15,0 0 0-15,0-3-1 16,-7-1 5-16,-6-2-4 16,3-1 0-16,-4 0 3 15,2-4 17-15,-3-3-20 16,0 2 3-16,0-3 11 16,0 1-13-16,0-3 6 15,5 1-7-15,-2-1 4 16,2 3-9-16,2 1 5 15,2 3-25-15,3 0-28 16,3-1-93-16,0-5-54 0</inkml:trace>
  <inkml:trace contextRef="#ctx0" brushRef="#br0" timeOffset="185550.59">6365 5339 321 0,'0'0'89'0,"0"0"3"15,0 0-59-15,0 0 41 16,0 0-6-16,0 0-56 16,0-4 36-16,0 4-43 15,0 0 8-15,0 0 23 16,0 0-26-16,13-3-6 16,7 0-4-16,10-2 0 15,1-1 5-15,0 4-5 16,-2-1 0-16,-3 3-6 15,-5 0 11-15,-7 0-10 16,-7 0 4-16,-3 0 1 16,-4 9-15-16,0 4 15 0,-5 4 0 15,-9 0 4-15,-2 1-2 16,5-1-1-16,5-1-1 16,5-2-11-16,1 2 4 15,0-4-39-15,3-4 31 16,12-3 14-16,12-5 2 15,-2 0 5-15,2-14-6 16,-5-3 4-16,-4-3 32 16,-3 0-7-16,-6 1-4 15,-4 0-4-15,-5 2-8 16,0 0 1-16,-2 3-14 16,-15 1 9-16,-2 4-7 0,-1 1-2 15,4 3 0-15,9 3 0 16,0 2 0-16,-1 0-23 15,-4 15-170-15,2 0 74 16</inkml:trace>
  <inkml:trace contextRef="#ctx0" brushRef="#br0" timeOffset="185736.95">6630 5355 289 0,'0'0'284'16,"0"0"-187"-16,0 0 16 0,0 0-60 16,0 0-16-16,0 0-17 15,-14-3-20-15,14 3-37 16,0 0-319-16,0 0 51 16</inkml:trace>
  <inkml:trace contextRef="#ctx0" brushRef="#br0" timeOffset="187567.15">3622 7703 74 0,'0'0'171'0,"0"0"-95"15,0 0 52-15,0 0-18 16,0 0-37-16,0 0-34 15,0 1 9-15,0-1-48 16,0 2 3-16,0-1-7 16,0-1 0-16,0 3-2 15,1 2-1-15,1 7 7 16,-2 2 1-16,0 6-1 16,0 1 0-16,0 4 13 15,0 4-12-15,0 2 7 16,0-1-8-16,0-5 5 15,0-5 2-15,0-6-7 0,3-6-41 16,6-8-10 0,4 0-140-16</inkml:trace>
  <inkml:trace contextRef="#ctx0" brushRef="#br0" timeOffset="188264.3">3741 7795 163 0,'0'0'205'0,"0"0"-178"15,0 0 30-15,0 0 64 16,0 0-21-16,0 0-42 15,-7 0 24-15,7 0-13 16,0 0-40-16,0 0-12 16,0 0-6-16,0 0-11 0,0 0 13 15,4 0-13-15,13-5-5 16,8-7 1-16,0 2 2 16,-5 3-7-16,-4 7-3 15,-5 0-35-15,-8 0 27 16,1 0-36-16,-4 16 23 15,-4-1 31-15,-11 4 4 16,-6 0-2-16,4-3 0 16,4-2 3-16,7-4-5 15,1-1 2-15,5-1-2 16,0 0-5-16,2-1 3 16,12-2 2-16,3 2-6 15,1-4 8-15,0 0 6 0,-2 2-6 16,-5-2 0-16,-5 0-1 15,-1-1 3-15,-5 1-4 16,0 0 2-16,0 1 0 16,0 2 7-16,-5 3-7 15,-12 3 6-15,-5-3 9 16,-4 1-15-16,7-1 4 16,3-4-4-16,7 0-40 15,7-5-20-15,2 0-282 16</inkml:trace>
  <inkml:trace contextRef="#ctx0" brushRef="#br0" timeOffset="188422.21">3844 8022 480 0,'0'0'69'0,"0"0"-3"15,0 0 33-15,0 0-2 16,0 0-97-16,0 0-7 15,-1-7-142-15,7-8-477 16</inkml:trace>
  <inkml:trace contextRef="#ctx0" brushRef="#br0" timeOffset="190578.38">6787 8431 186 0,'0'0'338'15,"0"0"-265"-15,0 0-15 0,0 0-9 16,0 0-9-16,0 0-9 15,0-38-4-15,0 33-18 16,3-1 24-16,2 2-23 16,-4 2 0-16,-1 1 15 15,2 1-24-15,-1 0-1 16,6 0 0-16,10 0 0 16,5 0-9-16,6 0 9 15,1 0-21-15,-7 7-3 16,-2 3-3-16,-7 3-7 15,-6 2 5-15,-5 6-8 16,-2 3 27-16,-5 0-17 16,-15 1 8-16,-6-3 15 15,1-5-7-15,4-5 10 0,5-2 1 16,5-4 0-16,5-3 0 16,3-2 0-16,3 0-2 15,0-1-3-15,3 0 5 16,18 0 0-16,16-1 0 15,6-13 4-15,5-6 0 16,0 0-4-16,-5-5 0 16,-11 2 7-16,-3 5-4 15,-14 4 29-15,-10 7 33 16,-2 4-5-16,-3 3 0 16,0 0-60-16,0 0-2 0,0 0 2 15,0 0-34 1,0 8-9-16,-3 7 41 0,3 0-1 15,0 0-5-15,0-3 3 16,0-1 5-16,10-2-3 16,1-7 9-16,2-2-6 15,2 0 10-15,-1-10-8 16,-1-7 31-16,-4-1-22 16,-6-1-4-16,-3 2 13 15,0 2-6-15,-8 5-8 16,-11 2-6-16,-5 6-12 15,-1 2 10-15,4 0-64 0,9 12-14 16,6 3 26-16,6-1-104 16,0-6-149-16</inkml:trace>
  <inkml:trace contextRef="#ctx0" brushRef="#br0" timeOffset="190716.29">7291 8459 449 0,'0'0'0'0,"0"0"-197"16</inkml:trace>
  <inkml:trace contextRef="#ctx0" brushRef="#br0" timeOffset="193762.95">13559 7732 277 0,'0'0'79'0,"0"0"15"0,0 0-51 15,0 0 57-15,0 0-37 16,0 0-23-16,0-8 9 16,1 6-30-16,1 1 22 15,-2 1-32-15,1 0-1 16,2 0-11-16,5 0 3 16,4 0-2-16,4 1-4 15,0 6 6-15,0 4-22 16,-3-2-12-16,-1 3 6 15,-4 1 26-15,-3 1-35 0,-5 0 11 16,0 3 23 0,-5 0-1-16,-15 0 4 0,-4 0 0 15,-1-2 4-15,0-3-3 16,8-4-1-16,5-2 0 16,3-2 0-16,7-3 2 15,2-1-4-15,0 1 2 16,0-1 0-16,0 0-9 15,0 0 9-15,0 0 0 16,11 0 5-16,11 0 31 16,10-6-7-16,4-8-23 15,4 0-1-15,0-1-1 16,-3 0-4-16,-4 3-24 16,-9 4 0-16,-6 2-51 15,-10 3-157-15,-8-2-100 0</inkml:trace>
  <inkml:trace contextRef="#ctx0" brushRef="#br0" timeOffset="194227.67">13823 7646 419 0,'0'0'75'16,"0"0"-55"-16,0 0 55 15,0 0 9-15,0 0-26 16,0 0-55-16,15-8-3 15,-2 6 18-15,0 2-16 16,2 0 4-16,-3 0-6 16,-1 9 0-16,-4 6-11 15,-4 6 11-15,-3 5 0 16,0 5 0-16,-1 3 3 16,-11-3-1-16,1-4-2 0,4-4 3 15,1-6-7-15,2-1 4 16,1-5-4-16,-2 0-4 15,-1 0 6-15,-6 2-8 16,-4 0-7-16,-5 3-23 16,1-3-16-16,3-6-114 15,4-7-24-15</inkml:trace>
  <inkml:trace contextRef="#ctx0" brushRef="#br0" timeOffset="194422.79">13806 7853 342 0,'0'0'216'16,"0"0"-136"-16,0 0-44 15,0 0-13-15,0 0-21 16,0 0 2-16,8-6-4 16,8 3 1-16,14-2 9 15,9-3-10-15,5 4-5 16,4-6-2-16,2 3-85 15,-3-4-121-15,-9-2-184 16</inkml:trace>
  <inkml:trace contextRef="#ctx0" brushRef="#br0" timeOffset="194565.61">14050 7781 455 0,'0'0'94'0,"0"0"-73"15,0 0-21-15,0 0-18 16,0 0-20-16,0 0-171 16</inkml:trace>
  <inkml:trace contextRef="#ctx0" brushRef="#br0" timeOffset="200451.43">6113 5370 70 0,'0'0'27'16,"0"0"-24"-16,0 0-2 16,0 0 3-16,0 0-2 15,0 0 0-15,0 0 11 16,-43 15 1-16,37-15 67 16,3 0-43-16,-2 0-6 0,-1 0 7 15,6 0-7-15,-6 0 16 16,6 0 11-16,-3 0-38 15,2 0 34-15,-1 0-30 16,-2 0 11-16,4 0 11 16,-3-2-9-16,3 2 8 15,0 0-25-15,0 0-19 16,0 0 10-16,0 0-12 16,0 0 0-16,0 0 4 15,0 0 1-15,0 0-5 16,0 0 6-16,0 0-5 15,0-1 18-15,0-3-19 0,1 1 0 16,14-6-1 0,2 2-5-16,-1 0 5 0,-4 4 1 15,3-2 0-15,-5 0-1 16,4 1 1-16,-1-2 0 16,2 2-1-16,-2 1 2 15,-5 1-1-15,-5 2 0 16,0 0-2-16,-3 0-7 15,3 0-2-15,0 0-14 16,3 0 18-16,0 0 12 16,1 4-5-16,2-1 0 15,0 1 1-15,0-1-2 0,-1-2 1 16,-4 2 0 0,3-2-1-16,-4-1 2 15,-1 2-1-15,-1-2 0 0,-1 0 0 16,0 0 0-1,0 0 0-15,0 1 0 0,0-1-6 16,0 2 0-16,0 0-2 16,0 2 0-16,0 4 8 15,0 0 2-15,0-1-2 16,-1 0 0-16,1 0-2 16,0 1 4-16,-2-1-2 15,1 0 0-15,-1 0 3 16,-3 0-6-16,0-1 3 15,-1 1 0-15,0-1 0 16,0 0 6-16,0-4-7 0,5 1 1 16,-1-1 0-16,2-2 1 15,0 0-1-15,0 0 0 16,0 0 0-16,-1 1 2 16,-4 2-2-16,-1 3 0 15,-1 1 3-15,-2 2-7 16,3-4 4-16,1 0 0 15,4-2-7-15,1-1 5 16,0-2-18-16,0 0 11 16,0 0 3-16,0 0-1 15,0 0 2-15,0 0 5 16,3 0 0-16,6 0 1 16,3 0-1-16,3-2 0 15,1-5 1-15,1 2-8 16,-4-1 7-16,-1 4-1 0,-2 0-5 15,-2 2 7-15,-1 0-2 16,-1 0 0-16,3 0 1 16,-1 0-6-16,2 0 6 15,3 0 0-15,4 0 4 16,5 0-2-16,2 0 5 16,-3 0-6-16,-3 0 5 15,-8 0-2-15,-5 0-4 16,-5 0 0-16,4 0-8 15,-4 2 12-15,0 3-5 0,0 3 1 16,0 4 0 0,-7 0 3-16,-4 2-3 0,-5 3 0 15,-2-2 4-15,-4 2 0 16,1-2-4-16,-2-2 0 16,3-2 1-16,0-4 2 15,7 0-3-15,2-5 0 16,4 1 1-16,2-1 3 15,-1 0-4-15,-1 1 0 16,0-2-18-16,1 0-18 16,6-1-121-16,0 0-114 15</inkml:trace>
  <inkml:trace contextRef="#ctx0" brushRef="#br0" timeOffset="202068.2">6425 5327 53 0,'0'0'191'15,"0"0"-156"-15,0 0 6 16,0 0 53-16,0 0-60 16,0 0-1-16,-10 0-14 15,10 0-6-15,0 0-1 16,0 0 1-16,0 0 1 15,0 0 29-15,0 0-22 0,0-5-2 16,5-1-10 0,9 0-8-16,0 0-1 0,-2 1 0 15,3 0 0-15,0 2-3 16,1-4 3-16,3 3 0 16,-3 0 0-16,-4 2 2 15,0-1-2-15,-5 1 0 16,1 2 1-16,-4-2-3 15,2 2 2-15,-2 0 0 16,-2 0-1-16,4 0 1 16,0 0 0-16,-1 0 0 15,2 0 1-15,-1 0-5 16,0 0 4-16,0 0 0 0,0 0-3 16,1 0 5-1,-4 0-2-15,-3 0 0 16,0 0-4-16,0 0-3 0,0 4-2 15,0 6 9-15,-3 2 10 16,-6 0-9-16,3 0 2 16,0-2-3-16,0-1 3 15,2 1-2-15,-2 0-1 16,3 0 0-16,2-4 1 16,-4 0 4-16,0 1-6 15,1-2 1-15,1 2 0 16,-4 0 7-16,-3 0-5 0,0 1-2 15,-3-1 13 1,4 3-11-16,3-5-2 0,1 0 0 16,2-1 0-16,2-4-1 15,-3 3 1-15,2 0 0 16,-1 0-5-16,-1 2 11 16,2-2-6-16,-1 0 0 15,3-3 0-15,0 2 2 16,0-2-2-16,0 0 0 15,0 0 12-15,0 0-12 16,0 0 9-16,0 0-5 16,0 0 1-16,0 0 14 15,0 0-19-15,0 0 0 16,3-5-7-16,12-7-49 16,1 1 38-16,2 0 10 0,-6 2 8 15,3 2-3 1,-3 1 3-16,0 1 0 0,3 2-2 15,0 0 3-15,1 2-1 16,-2-1 0-16,-1 2 0 16,1 0-2-16,-4 0 2 15,2 0 0-15,-2 0-1 16,2 0 2-16,-3 5-2 16,-3 0-3-16,-3 0 4 15,-1 3-5-15,-1-3 5 16,2 1 0-16,1-1 3 15,-1 0-2-15,-2-1-2 16,3 1 1-16,-1 3 0 16,-3-1 2-16,3 0-2 0,0 0 0 15,-3 1 1-15,5-1 2 16,-4-2-3-16,-1 0 0 16,0 0 0-16,0 0-4 15,-1 4 8-15,-15 2 3 16,-7 3 19-16,-1 2-14 15,-4-1-3-15,0 2-5 16,-2 0 2-16,5-1 0 16,-3 1-6-16,4-4 0 15,6-6 0-15,8-2 4 16,5-3-4-16,2-1 0 16,2 0 2-16,-1-1 20 15,2 0 39-15,0 0-11 0,0 0-50 16,16-12-41-1,7-2-70-15,1-3 35 0,-1 2-97 16,-1 2-152-16</inkml:trace>
  <inkml:trace contextRef="#ctx0" brushRef="#br0" timeOffset="202215.6">6639 5609 311 0,'0'0'261'0,"0"0"-216"15,0 0 40-15,0 0 46 16,0 0-44-16,0 0-59 0,-3 0-23 16,3 0-5-16,0 0-56 15,0 0-349-15</inkml:trace>
  <inkml:trace contextRef="#ctx0" brushRef="#br0" timeOffset="206945.66">11040 3117 167 0,'0'0'81'15,"0"0"7"-15,0 0 22 16,0 0-2-16,0 0-26 16,0 0-77-16,0 0 34 0,-8-36-27 15,5 34-7-15,1 0-1 16,1 2 1-16,-1-1-5 15,2-1 8-15,-1 2 7 16,1-3 34-16,-2 2-36 16,0 0-10-16,0-1 16 15,2 2-10-15,-1 0 7 16,-2 0-16-16,3 0 6 16,0 0-16-16,-3 0 2 15,-2 4 3-15,-2 14-3 16,-4 3 9-16,1 1-1 15,1 5 0-15,-4-1 4 16,0 5-8-16,-1 2 4 0,-1 2 0 16,5-5-1-16,5-1 4 15,5-8-6-15,0-4 0 16,5-4-3-16,11-2-1 16,1-3 7-16,3-4 0 15,-1-4-1-15,-3 0 5 16,-5 0-4-16,-5 0 0 15,-1 0 1-15,-5 0 6 16,4-5-7-16,0-2 0 16,-2 0 10-16,-2-2-9 15,0 1 1-15,0 1-2 16,0 0 5-16,-7 1-9 16,-1 2 4-16,-1-1-1 15,-3 3-8-15,-2 2 9 0,-4 0-1 16,-4 0-7-16,-1 0-20 15,0 0 9-15,3 12-42 16,4-2-51-16,6-1-120 16</inkml:trace>
  <inkml:trace contextRef="#ctx0" brushRef="#br0" timeOffset="207795.09">11289 3159 293 0,'0'0'133'0,"0"0"-40"15,0 0 22-15,0 0-92 16,0 0 1-16,0 0 21 16,-12-21-19-16,12 20 10 15,0-2-11-15,0-1-14 16,0 1 10-16,6-4-21 0,8 0 0 15,3 1 1 1,7 0-1-16,-4 1 0 0,0 5 0 16,1 0 1-16,-2 0-10 15,-4 0 9-15,-4 2-16 16,-6 9 3-16,-5 1-15 16,0 4 12-16,-17 3 12 15,-12 4 4-15,1-2-4 16,1-4 4-16,12-5 0 15,7-4-2-15,5-3 2 16,3-1-1-16,0 1 0 16,0 2-21-16,1-2 13 15,11 1-14-15,3 0 19 16,7-1-5-16,1 1 0 16,3-1-2-16,-5-2 9 15,-4 0 4-15,-11-1-8 0,-2 0 6 16,-4-1 0-16,0 4-11 15,-6 2 22-15,-18 4-11 16,-4 2 11-16,-2-3-10 16,4 2 6-16,4-5-7 15,3 1 0-15,5-3 5 16,1-1-5-16,4-1 0 16,2-3-2-16,5 1 5 15,2 0-9-15,0 1-13 16,2-2-121-16,16 0 2 15,5 0-200-15</inkml:trace>
  <inkml:trace contextRef="#ctx0" brushRef="#br0" timeOffset="207929.09">11355 3396 138 0,'0'0'107'16,"0"0"-8"-16,0 0 46 15,0 0-13-15,0 0-84 16,0 0 25-16,-30 5-53 15,30-1-20-15,0 0-124 16,8-4-84-16</inkml:trace>
  <inkml:trace contextRef="#ctx0" brushRef="#br0" timeOffset="213472.58">14555 4903 159 0,'0'0'97'15,"0"0"-36"-15,0 0 17 16,0 0-5-16,0 0-19 15,0 0 17-15,0 0-41 0,-3 0-11 16,3-1 25 0,-1-2-5-16,1 2-6 0,0 1-14 15,0 0-12-15,0-2 26 16,0 2-23-16,0 0-2 16,0 0 13-16,0 0-14 15,0 0 3-15,0 0-8 16,0 0 4-16,0 0 6 15,0 0-12-15,0 0 0 16,0 0 6-16,0 0-5 16,0-1-2-16,15 0-1 15,13-2 2-15,5-1 0 0,1 1 0 16,-1 3 0 0,-8-2 2-16,1 2 0 0,-9 0-2 15,-2 0 0-15,-4 0 0 16,-4 0-3-16,-2 0 3 15,-4 0-10-15,-1 0 1 16,0 0-13-16,0 0 4 16,0 10 1-16,0 2 16 15,0 7-12-15,0 3 13 16,-4 8-2-16,-7 5-3 16,-4 5 10-16,0 5-5 15,-1-5 0-15,1-1 2 16,2-6 1-16,4-10-3 15,4-4 0-15,2-8-2 16,3-4 2-16,0 0-6 0,0-4-19 16,0 3-69-16,0-5 11 15,0-1-109-15,0 0-66 16</inkml:trace>
  <inkml:trace contextRef="#ctx0" brushRef="#br0" timeOffset="213989.42">14603 5129 441 0,'0'0'98'0,"0"0"-96"16,0 0 4-16,0 0 29 15,0 0 7-15,80-30-27 16,-51 23-4-16,-1-1-3 16,-3 2 26-16,-2 1-29 15,-1 0 4-15,-1 4 10 16,-3 1-17-16,-3 0 2 16,0 0-4-16,-2 1 0 15,-1 9-4-15,-3-3 4 16,-4 3-6-16,1-1 6 15,-2 1-7-15,-1 1 5 16,0 0-2-16,4 1 4 0,1-2-7 16,6-2 7-16,2-6 0 15,6-2 0-15,-4 0 1 16,-5 0 3-16,-6 0-4 16,1-6 1-16,-3-3 50 15,1-3-51-15,-3 2 9 16,-3-3 49-16,0 2-41 15,-8-4-17-15,-11 4-15 16,-6 1 12-16,8 5-10 16,8 2 13-16,3 1-1 15,3 2-3-15,0 0-64 0,-5 3 7 16,0 6-78 0,2-1-177-16</inkml:trace>
  <inkml:trace contextRef="#ctx0" brushRef="#br0" timeOffset="214167.49">15008 5109 519 0,'0'0'105'16,"0"0"-44"-16,0 0 87 15,0 0-74-15,0 0-44 16,0 0-30-16,0 2-4 15,0-2-92-15,0 0-197 16</inkml:trace>
  <inkml:trace contextRef="#ctx0" brushRef="#br0" timeOffset="-214112.62">7066 6095 298 0,'0'0'11'16,"0"0"-11"-16,0 0-29 15,0 0 5-15,0 0-41 16,0 0 59-16,71-6-5 16,-51 6 7-16,7 0-5 15,4 0-10-15</inkml:trace>
  <inkml:trace contextRef="#ctx0" brushRef="#br0" timeOffset="-210295.5">11029 6183 387 0,'0'0'46'0,"0"0"20"15,0 0-27-15,0 0 2 16,0 0-11-16,0 0-7 15,0 0-9-15,-13-7 20 16,10 7-15-16,3-2 19 16,-3 2-8-16,1 0-25 15,1 0-5-15,1 0-1 16,0 0 1-16,0 0-13 0,-2 0 13 16,2 0-3-1,-2 0 1-15,0 0 4 0,-1 0-5 16,-2 0 3-16,-1 0 0 15,-1 9-6-15,-1 3 6 16,-1 0 0-16,-1 2-1 16,2 3 2-16,1 3-3 15,-3 4 2-15,2 3 0 16,1 0 2-16,1 0-2 16,2-4 0-16,4-1 0 15,0-5-13-15,7 0 2 16,11-7-16-16,3-5-1 15,1-3 25-15,-4-2-17 16,-4 0 20-16,-4 0 5 16,-10 0-4-16,0-2 43 0,0-5-2 15,0-1-41-15,-12-2 19 16,-3 1-17-16,0-1-3 16,-1 1 31-16,0 1-14 15,0-1-14-15,1 4-3 16,3 1 0-16,5 3-3 15,-1 1 3-15,-2 0-43 16,-3 10-78-16,0 3-61 16,3-2-270-16</inkml:trace>
  <inkml:trace contextRef="#ctx0" brushRef="#br0" timeOffset="-209455.25">11212 6225 289 0,'0'0'156'16,"0"0"-75"-1,0 0-11-15,0 0-23 0,0 0-33 16,0 0 7-16,0-7-7 15,0 2-4-15,8-1 2 16,3 1-9-16,2 1 6 16,3-3 6-16,2 4-12 15,-1 1-3-15,-1 1 1 16,0 1 0-16,-5 0-2 16,-5 0 1-16,1 3 0 15,-7 7-12-15,0 0 3 16,0 4 1-16,-7 4 6 15,-12-1 2-15,0 0-4 16,2-2 4-16,3-2 0 16,4-2-2-16,5 0 2 0,4-4-4 15,1 0-3-15,0 1-1 16,0-1 6-16,8 0-5 16,3-3 7-16,1 2 4 15,0-2-4-15,-3 0 0 16,-1 2-3-16,-7-1 7 15,-1 2-8-15,0 1 1 16,0 2 3-16,-6 1-8 16,-6-2 10-16,-3-1-2 15,0 2 3-15,-3-3-1 0,2 0 2 16,-2-2-4 0,3 2 0-16,0-2 0 0,3 0 0 15,5 0-3-15,2 0-54 16,5 0-121-16,0-5-26 15,3 0 10-15</inkml:trace>
  <inkml:trace contextRef="#ctx0" brushRef="#br0" timeOffset="-209304.75">11247 6503 440 0,'0'0'139'0,"0"0"-58"15,0 0 17-15,0 0-23 16,0 0-31-16,0 0-15 0,1-8-29 15,-1 8-7 1,0 0-46-16,0 0-193 0,0 0-165 16</inkml:trace>
  <inkml:trace contextRef="#ctx0" brushRef="#br0" timeOffset="-206418.65">15258 5644 37 0,'0'0'239'15,"0"0"-106"-15,0 0-13 16,0 0-57-16,0 0 0 15,0 0-38-15,-6-24 11 0,4 21-27 16,1 3 30 0,-1 0-1-16,1-2-24 0,1 2 0 15,0 0-14-15,0 0 5 16,0 0-16-16,0 0 11 16,10 0-2-16,11 0 0 15,4 0 3-15,1 0-1 16,-1 0 0-16,-3 0 1 15,-2 0-1-15,-7 0 0 16,-4 0-5-16,-3 5 2 16,-3-1-17-16,0 4-5 15,-3 4-8-15,0 5 18 0,0 4 5 16,0 6 3 0,-5 5 7-16,-9 6 3 0,2-1 0 15,-1 1-3-15,-1-1 0 16,2-8 1-16,2-2 3 15,4-6-4-15,1-2 0 16,4-8-3-16,1-3-23 16,0-8-124-16,0-5-98 15</inkml:trace>
  <inkml:trace contextRef="#ctx0" brushRef="#br0" timeOffset="-205934.26">15244 5828 529 0,'0'0'57'0,"0"0"0"0,0 0 22 16,0 0 8-16,0 0-56 16,0 0-28-16,66-15 0 15,-32 10-3-15,1 3 0 16,-4 2-1-16,-1 0 1 15,-5 0-2-15,-4 7-3 16,-8 2 1-16,-1-1-9 16,-3 0-6-16,-4-1-5 15,-4-5 18-15,1 1-12 16,-2-1 10-16,0-2 4 0,0 0 7 16,0 1-4-16,0-1 1 15,1 0-19-15,1 0 18 16,-2 0-16-16,6 0 12 15,2 0 5-15,3-1 0 16,0-10 5-16,-1-5-5 16,-6 4 1-16,-2-2 32 15,-1-1-20-15,-1 2 1 16,0 2 31-16,0 3-11 16,0-1-8-16,-3 2-6 15,-4 1-17-15,-3 5 1 16,-3 1-4-16,-3 0-31 15,1 9-69-15,2 3-12 16,7-4-161-16,6-6-111 16</inkml:trace>
  <inkml:trace contextRef="#ctx0" brushRef="#br0" timeOffset="-205794.28">15591 5755 554 0,'0'0'83'16,"0"0"-51"-16,0 0 10 15,0 0 27-15,0 0-24 16,0 0-45-16,-24-8-113 16,13 16 22-16,-4-6-281 15</inkml:trace>
  <inkml:trace contextRef="#ctx0" brushRef="#br0" timeOffset="-186536.17">14849 5458 204 0,'0'0'50'15,"0"0"8"-15,0 0-24 16,0 0 40-16,0 0-24 16,0 0-12-16,0 0-19 15,0 0-19-15,6-24 1 16,-6 23 12-16,0-1 0 16,0-1-8-16,0 1 17 15,0 1 1-15,0-1-13 16,0 0-10-16,0 0 1 0,0-1 19 15,0 1-16 1,0-3 14-16,0 3 25 0,0-1-5 16,0 1-1-16,0-1-12 15,0-1-5-15,0 4 17 16,0 0-26-16,0 0-5 16,0 0 10-16,0 0-15 15,0 0 8-15,0 0-9 16,0 0 0-16,0 0 1 15,0 0-1-15,1 2-17 16,8 12 16-16,3 8 1 16,2 3-1-16,-4 1-1 15,0 1 2-15,0-1-15 16,-1-1 15-16,0-1-4 16,1-1 2-16,-1-5-12 0,1 1 13 15,-2-2-1-15,-2-2-12 16,-2 0 6-16,1-1 8 15,-5-4-2-15,0 0-3 16,0 1 10-16,0-2-5 16,0 1 0-16,1 0-4 15,1-3-6-15,-1 1-6 16,2-5-1-16,0 0 15 16,-3-2-3-16,1-1 5 15,-1 0 0-15,0 0 3 16,0 0-3-16,0 0 1 15,0 0-1-15,0 0 21 0,0 0 24 16,0 0-4-16,0 0-41 16,-4-1 8-16,-6-3-14 15,-4-1 6-15,-4 3-16 16,-4-1 7-16,-3 0-4 16,-8 2 11-16,-13-3-11 15,-10 0-19-15,-6-3 8 16,2 1-8-16,8-2 32 15,12 0 1-15,13 2 1 16,9 0 9-16,6 2 50 16,6 0-59-16,3 1 58 15,3 0-55-15,-2 3 0 16,1-3 6-16,1 3-9 0,0 0 4 16,0 0-6-16,0 0 0 15,0 0 0-15,0 0 0 16,0 0 0-16,0 0-3 15,0 0 3-15,0 0-1 16,-2 0-35-16,-8 11-114 16,-2 10 127-16,-2-2-142 15,3-6-228-15</inkml:trace>
  <inkml:trace contextRef="#ctx0" brushRef="#br0" timeOffset="-186379.76">14505 5770 472 0,'0'0'166'16,"0"0"-83"-16,0 0 57 16,0 0-88-16,0 0-1 15,0 0-18-15,-23-29-33 16,23 33-36-16,0 14-226 16,0 1-9-16</inkml:trace>
  <inkml:trace contextRef="#ctx0" brushRef="#br0" timeOffset="-179424.58">19449 5475 141 0,'0'0'155'16,"0"0"-55"-16,0 0-8 16,0 0 16-16,0 0-45 15,0 0-58-15,0 0-2 16,0 0 34-16,13-5 5 15,-13 5-17-15,0-3 6 16,0 1 10-16,0-1-11 16,2 0-30-16,-2-1 1 15,3-1 5-15,0-1-6 16,3-4 0-16,1 1 3 16,4-4 0-16,-2 1-5 0,-2 1 2 15,-2 0 0-15,-4 1-2 16,-1 0 2-16,0 1-7 15,-6-2 6-15,-16 2-9 16,-5 0 1-16,-6 7-6 16,6 2 15-16,0 0-11 15,4 7 8-15,0 6-11 16,4 1 10-16,2 0 4 16,7 0 0-16,3 1-8 15,4 1 1-15,3-1-2 16,0 1-4-16,0-2 4 15,3 0 5-15,11 0 0 0,2-2-1 16,4 5-5 0,-2 0 10-16,-1 4-12 0,-1 4 12 15,-9 2-1-15,-2 4-2 16,-4 1 5-16,-1-3-4 16,0 0-6-16,-1-8 8 15,-11-4-9-15,2-5 6 16,-2-7 3-16,2 0-1 15,-1-5 2-15,-3 0 4 16,-4 0 5-16,-1-5-7 16,-2-11 34-16,5-4 8 15,4-2-12-15,7-3-13 16,5-5-20-16,5-4 5 16,26-3-5-16,17-4-40 15,4 4 27-15,3 1-23 0,-4 5 25 16,-11 7-14-16,-7 7 7 15,-9 10 16-15,-6 4-68 16,-8 3-110-16,-8 0-13 16</inkml:trace>
  <inkml:trace contextRef="#ctx0" brushRef="#br0" timeOffset="-178801.31">19783 5286 31 0,'0'0'545'16,"0"0"-513"-16,0 0-18 16,0 0-4-16,0 0-10 0,0 0 0 15,-42 38 12-15,31-12-7 16,3 2 3-16,3 3-2 15,4-1-5-15,1 1 9 16,0-1-7-16,0-2-3 16,6-8 9-16,9-3-6 15,0-6 8-15,4-5-11 16,-4-3 1-16,0-3 28 16,-4 0-21-16,-4 0 33 15,0-7 14-15,-2-3-52 16,-1 1 12-16,-2 0-12 15,-1-1 2-15,-1 1 21 0,0-1-26 16,0 0 0 0,0 2 11-16,-1 0-5 0,-8-3 0 15,-3 5-6-15,-3-2 0 16,-1 3-8-16,-2 4 8 16,-6-1-7-16,2 2-13 15,-2 0-15-15,6 0 21 16,1 5-22-16,5 3-3 15,-1 1 19-15,3 1-47 16,2-1-24-16,3-1-98 16,5-5-69-16</inkml:trace>
  <inkml:trace contextRef="#ctx0" brushRef="#br0" timeOffset="-175896.38">17884 2850 364 0,'0'0'92'0,"0"0"17"16,0 0-44-16,0 0 0 16,0 0-11-16,0 0-38 0,-15-14 16 15,12 13-13-15,3-1-10 16,-1 2 30-16,1 0-32 15,0 0-6-15,0 0 4 16,0 0-5-16,0 0-4 16,0 0-4-16,3 0-14 15,21 0 15-15,18 3 6 16,23-1 1-16,25-2 11 16,22 0-11-16,22 0 0 15,6-2 0-15,-4-4 2 16,-17-1-4-16,-21-1-24 15,-29 1-15-15,-30-1 40 0,-21 6-9 16,-18 2 0 0,-15 0-37-16,-28 2-54 0,-20 16-8 15,-10 2-48-15,3-3-120 16</inkml:trace>
  <inkml:trace contextRef="#ctx0" brushRef="#br0" timeOffset="-175579.69">18448 2977 263 0,'0'0'357'0,"0"0"-278"0,0 0 48 16,0 0-64-16,0 0-7 16,0 0-34-16,-7-10-22 15,7 10-14-15,0 13 12 16,0 16-4-16,0 12 6 16,0 15 3-16,6 9-3 15,-1 10-8-15,4 10-41 16,-3 4-38-16,-6-13-72 0,0-26-149 15</inkml:trace>
  <inkml:trace contextRef="#ctx0" brushRef="#br0" timeOffset="-174946.71">18751 3312 129 0,'0'0'472'0,"0"0"-383"16,0 0 6-16,0 0-3 0,0 0-49 15,0 0-4-15,0 0-7 16,0-27-32-16,0 27 1 16,0 0-1-16,0 3-14 15,0 22 10-15,-1 14 3 16,-4 10 1-16,0 6 0 15,-1-1 4-15,1-4-4 16,5-4 0-16,0-6 0 16,4-5-8-16,11-6 8 15,4-9-6-15,8-7 4 16,7-6 4-16,10-7-1 16,12 0-1-16,6 0-25 15,-7-8 3-15,-2 0-47 0,-11 1-61 16,-7 4-35-16,-9-3-69 15,-6-2-28-15</inkml:trace>
  <inkml:trace contextRef="#ctx0" brushRef="#br0" timeOffset="-174669.58">18753 3297 337 0,'0'0'77'15,"0"0"0"-15,0 0 54 16,0 0-59-16,0 0-41 16,0 0-14-16,41-28-12 15,-15 22-5-15,8 1 0 16,8-1 2-16,1 2-4 15,2 2 2-15,-5 0-14 16,-9 2-38-16,-11 0-70 16,-13 0-69-16,-7 0-77 15</inkml:trace>
  <inkml:trace contextRef="#ctx0" brushRef="#br0" timeOffset="-174444.36">18517 3525 495 0,'0'0'149'0,"0"0"-138"16,0 0 16-16,0 0 58 16,0 0-57-16,0 0-19 15,83-3-7-15,-30-2 2 16,8 2-8-16,4-1 0 15,6-1-74-15,-6-4-87 0,-13-3-230 16</inkml:trace>
  <inkml:trace contextRef="#ctx0" brushRef="#br0" timeOffset="-173888.76">19358 3275 313 0,'0'0'159'15,"0"0"-92"-15,0 0-32 16,0 0 69-16,0 0-59 15,0 0-22-15,61-20 16 16,-31 14-12-16,4 3 1 16,9-1-28-16,4 4 0 15,5 0-7-15,5 0-45 16,-2 0-119-16,-6 0-263 16</inkml:trace>
  <inkml:trace contextRef="#ctx0" brushRef="#br0" timeOffset="-173687.19">19294 3502 616 0,'0'0'76'16,"0"0"-65"-16,0 0 20 15,0 0 86-15,0 0-88 16,94-19-29-16,-39 14-2 15,11 3-11-15,4-1-97 0,4-7-48 16,-5-14-322 0</inkml:trace>
  <inkml:trace contextRef="#ctx0" brushRef="#br0" timeOffset="-172375.28">20211 3171 205 0,'0'0'138'15,"0"0"-14"-15,0 0-4 16,0 0-40-16,0 0-6 15,0 0-17-15,9 0-31 16,0-8-8-16,6-6-18 16,3-1 1-16,3-2 7 15,-2 0-8-15,-1-2 0 16,-3 0 13-16,-5-1-5 16,-5 1 1-16,-5-1-9 15,0 1 8-15,-3 2-18 0,-19 3 6 16,-10 3-32-16,-8 6-6 15,-6 5-9-15,4 0 37 16,3 7 12-16,11 11 1 16,4 5-6-16,5 7-3 15,11 5 1-15,8 2 6 16,0 0-17-16,28 1 20 16,11 0-1-16,9-4 2 15,-2-2 6-15,-4-4-7 16,-12-6 0-16,-15-3-1 15,-8-4 2-15,-7 2-1 16,0 3 0-16,-13 2 0 0,-13 2 14 16,0-4-14-16,3-7 0 15,7-6 10-15,1-7-10 16,3 0 12-16,-3 0-3 16,3-5 7-16,2-7 27 15,1-5-3-15,7-6-12 16,2-4 4-16,0-7-31 15,21-4-1-15,12-4 0 16,10-2 4-16,8 4-16 16,0 3-35-16,-6 8-7 15,-9 8 8-15,-11 8 4 16,-6 6 10-16,-7 4-66 16,-8 3-75-16,-4 0-20 15</inkml:trace>
  <inkml:trace contextRef="#ctx0" brushRef="#br0" timeOffset="-171866.59">20793 2884 344 0,'0'0'182'0,"0"0"-80"15,0 0 20-15,0 0-67 16,0 0-24-16,0 0-31 15,-21 0-2-15,8 30-2 16,-10 16 4-16,-2 15 0 16,-2 11 4-16,4 6-3 15,13 2-1-15,9-3 0 16,1-13 2-16,19-17-10 16,18-19-2-16,11-22 10 15,12-6-10-15,6-19 6 0,-7-10-21 16,-14-1-6-16,-23-1 31 15,-18 5 13-15,-4-6-13 16,-23 1 5-16,-13 4 0 16,-6 3 12-16,5 5 2 15,7 9-1-15,8 7-14 16,4 3-8-16,3 20-43 16,0 12-54-16,9 4-127 15</inkml:trace>
  <inkml:trace contextRef="#ctx0" brushRef="#br0" timeOffset="-171367.49">21352 2980 321 0,'0'0'114'16,"0"0"-37"-16,0 0-9 15,0 0-30-15,0 0-28 16,0 0 28-16,-28-12-10 15,56 12-25-15,16 0 39 0,20 0-14 16,15 0 3-16,3 0-31 16,0 0 7-16,0 0-8 15,-9 0 1-15,-16 0-26 16,-19 0-20-16,-23 0-59 16,-15 2-68-16,-18-2-65 15</inkml:trace>
  <inkml:trace contextRef="#ctx0" brushRef="#br0" timeOffset="-171136.72">21579 3013 569 0,'0'0'89'16,"0"0"-83"-16,0 0 46 15,0 0-46-15,0 0-3 16,-1 83-6-16,1-27 6 16,4 6 4-16,14 6-7 15,4 0-3-15,-1-5-26 16,-1-17-119-16,-1-25-267 16</inkml:trace>
  <inkml:trace contextRef="#ctx0" brushRef="#br0" timeOffset="-170418.83">22122 3013 131 0,'0'0'400'0,"0"0"-286"15,0 0-18-15,0 0-15 16,0 0-53-16,0 0-22 16,0-8-12-16,6 18-10 15,6 15 16-15,4 14 6 16,8 10-4-16,3 2 0 15,1 0-2-15,-4-6-11 0,-6-10-5 16,-3-11-29-16,-4-11 19 16,4-12 18-16,8-1 8 15,13-24-8-15,4-11-51 16,-4-8-51-16,-11-1 35 16,-15 4 75-16,-10 2 68 15,0 5-22-15,0 2-11 16,-2 4 62-16,-3 3-35 15,2 7-35-15,2 6 30 16,1 7-38-16,-2 2 4 16,2 2-11-16,0 0-12 15,0 0-2-15,0 2-10 16,0 15 12-16,0 9-7 16,3 7 7-16,15 5 0 15,6 1 0-15,2 2 1 0,-1-7-1 16,-4-7 0-16,-6-1-7 15,-5-4-12-15,-4 0-83 16,-5-7-9-16,-1-11-184 16</inkml:trace>
  <inkml:trace contextRef="#ctx0" brushRef="#br0" timeOffset="-170260.08">22538 3309 189 0,'0'0'574'0,"0"0"-480"0,0 0-38 16,0 0-34-16,0 0 16 15,0 0-36-15,-1-15-4 16,11 15-136-16,6 2-69 16</inkml:trace>
  <inkml:trace contextRef="#ctx0" brushRef="#br0" timeOffset="-148973.48">12086 8815 214 0,'0'0'154'0,"0"0"-20"15,0 0-51-15,0 0 39 16,0 0-58-16,0 0-19 16,0 0 4-16,0 0-31 0,5-61 1 15,-10 53-12-15,-6 0-4 16,-1-3 2-16,-4 5-5 16,-3 0-2-16,-6 3-5 15,-11 3 5-15,-10 0-1 16,-9 1 1-16,-3 16 2 15,4 6-3-15,5 11 3 16,8 7 0-16,10 9-5 16,4 9 5-16,9 8-2 15,11 9 2-15,7 4 0 16,4-3-7-16,25-7 7 16,10-16-38-16,14-16 22 15,23-19-28-15,19-19-42 0,18-32-58 16</inkml:trace>
  <inkml:trace contextRef="#ctx0" brushRef="#br0" timeOffset="-148456.71">12462 8750 758 0,'0'0'56'16,"0"0"-7"-16,0 0-49 0,0 0-4 15,0 0 4 1,0 0 0-16,-23 97 0 0,15-33 0 16,0 9 0-16,0 11 1 15,2-3 8-15,-2-6-9 16,2-13 0-16,0-21 12 16,1-18-12-16,2-13 7 15,-1-7-4-15,3-3-2 16,-4-2 68-16,-1-20-38 15,2-21-31-15,2-16-9 16,2-10-35-16,0-2 7 16,2 6-3-16,8 14 2 15,4 3 8-15,8 9-54 16,4 5 9-16,2 7 29 16,0 10 46-16,1 9 1 0,-7 7 19 15,4 1-17-15,-6 9 12 16,-4 17-15-16,-8 6 0 15,-8 7 7-15,0-2-4 16,-16 2 12-16,-8-7-15 16,-6-4 6-16,-3-2 12 15,-1-5 7-15,-6-4-12 16,-4-9 10-16,-2-5-14 16,0-3 7-16,7 0-16 15,16 0 6-15,13 0-12 16,10 0-4-16,21 0-211 15,21-6 26-15</inkml:trace>
  <inkml:trace contextRef="#ctx0" brushRef="#br0" timeOffset="-148007.78">13008 8765 251 0,'0'0'267'16,"0"0"-126"-16,0 0-51 15,0 0 6-15,0 0-17 16,0 0-21-16,8-46-58 16,-8 46 10-16,0 3-22 15,0 23 7-15,-11 14 5 16,-8 14 4-16,-2 7-3 15,-3 2 3-15,2-3-4 16,3-1 0-16,2-4 8 0,4-5-8 16,2-8-10-16,7-8-14 15,4-12-38-15,0-11-37 16,1-11-91-16,18-9-119 16</inkml:trace>
  <inkml:trace contextRef="#ctx0" brushRef="#br0" timeOffset="-147769.83">13384 8748 663 0,'0'0'114'0,"0"0"14"15,0 0-88-15,0 0 6 16,0 0-41-16,0 0-3 16,2-24-4-16,2 24-23 15,2 14-158-15,1 8 103 16,-3-2-166-16</inkml:trace>
  <inkml:trace contextRef="#ctx0" brushRef="#br0" timeOffset="-147574.12">13173 9367 857 0,'0'0'101'0,"0"0"-78"16,0 0-22-16,0 0 35 15,0 0-11-15,0 0-25 16,-3-23-3-16,3 23-54 15,0 0-98-15,0 3-108 16</inkml:trace>
  <inkml:trace contextRef="#ctx0" brushRef="#br0" timeOffset="-145789.62">13960 8866 409 0,'0'0'139'0,"0"0"-59"16,0 0-39-16,0 0 43 15,0 0-18-15,0 0-45 16,-33-44-6-16,33 44-10 16,-1 0-2-16,-1 0-6 15,-1 3-12-15,-6 19 15 16,-3 12-6-16,-1 7 6 16,1 9 0-16,0 3-3 0,5 4 9 15,3 1-6-15,4 0 0 16,0-12 0-16,7-9-11 15,16-15 4-15,15-15-30 16,17-7 33-16,14-34 0 16,8-17-7-16,-4-14-21 15,-13 1 32-15,-21 0 16 16,-17 8-16-16,-22 7 33 16,0 2-20-16,-33 7 3 15,-16 4 0-15,-5 6-16 16,1 9 0-16,12 7 8 0,17 10-7 15,11 4-2 1,13 3-21-16,0 20-114 0,3 15 88 16,21 5-3-16,6 1-162 15</inkml:trace>
  <inkml:trace contextRef="#ctx0" brushRef="#br0" timeOffset="-145533.64">14745 9004 98 0,'0'0'654'0,"0"0"-566"16,0 0-62-16,0 0-22 0,0 0-4 15,0 0-2-15,16-15-5 16,4 15 8-16,11 0-1 15,6-3 3-15,5-2-3 16,0 2-4-16,-1-3-76 16,1 0-32-16,-6-4-6 15,-9-2-177-15</inkml:trace>
  <inkml:trace contextRef="#ctx0" brushRef="#br0" timeOffset="-145276.68">15201 8732 756 0,'0'0'45'15,"0"0"45"-15,0 0-22 16,0 0-56-16,0 0-12 16,0 0-1-16,-24 14 1 15,18 28-4-15,-3 13 4 16,2 8 0-16,2 4 0 15,3 0 0-15,2 2-12 16,0-9-44-16,7-6-12 16,7-13-29-16,7-15-43 15,5-17-319-15</inkml:trace>
  <inkml:trace contextRef="#ctx0" brushRef="#br0" timeOffset="-144708.94">15812 9063 492 0,'0'0'98'0,"0"0"-57"16,0 0-26-16,0 0-15 15,0 0 0-15,0 0 3 16,-11-17-2-16,12 17-1 16,17-1 10-16,10-4 22 15,9-1 22-15,8-4-37 16,3 0-15-16,0 0 11 16,-4 1-12-16,-5 6-1 15,-10 0 0-15,-13 3-10 16,-7 0-53-16,-9 0-55 15,0 0-153-15</inkml:trace>
  <inkml:trace contextRef="#ctx0" brushRef="#br0" timeOffset="-144211.29">16424 8727 577 0,'0'0'52'0,"0"0"27"16,0 0-7-16,0 0-59 16,0 0-4-16,0 0-8 0,61-53 4 15,-40 53-10-15,3 16 3 16,-5 7 2-16,-3 8-5 15,-4 5 5-15,-7 6 0 16,-5 3 0-16,-1 2 4 16,-20 0-10-16,-6-1 6 15,-4-4-30-15,-2-4 29 16,-1-4-25-16,5-10 25 16,4-7-2-16,6-8 6 15,8-6 8-15,6-3 4 16,5 0 50-16,0 0-24 15,0 0-41-15,0 0 0 16,2 2-7-16,26-2-11 0,20 0 9 16,13-4 9-16,9-14-23 15,-6-5 8-15,-11-1 7 16,-16 4 8-16,-12 5 0 16,-8 6-4-16,-7 6-33 15,-5 3-65-15,-5 0-82 16,0 2-17-16</inkml:trace>
  <inkml:trace contextRef="#ctx0" brushRef="#br0" timeOffset="-143094.96">17324 8947 261 0,'0'0'82'0,"0"0"-18"16,0 0 21-16,0 0-21 15,0 0-20-15,0 0 4 16,-16-8-37-16,15 8 10 16,1-2 30-16,0 2-21 15,0 0 6-15,0 0-33 16,0 0 5-16,0 0 21 16,1-1-21-16,19-3-3 15,10-1-5-15,11-4 3 16,4 1-3-16,0-1 0 15,1-1 0-15,-5 2 3 16,-4 0 2-16,-11 5-6 16,-10 0 1-16,-9 0 0 0,-7 1-6 15,0 1 6-15,0 1-23 16,0 0-5-16,0 0-29 16,-13 0-24-16,-4 9 31 15,2-3-150-15,8-3-186 16</inkml:trace>
  <inkml:trace contextRef="#ctx0" brushRef="#br0" timeOffset="-142563.29">18127 8536 423 0,'0'0'169'0,"0"0"-49"16,0 0-3-16,0 0-45 15,0 0-28-15,0 0-44 16,2-28-4-16,-2 57 4 0,0 13-2 16,-2 11 2-16,-6 11-7 15,-1 0 5-15,-1-6-39 16,9-13 12-16,1-15-28 16,8-20 4-16,24-10 51 15,14-9 1-15,12-21 1 16,-2-6 2-16,-5-4 2 15,-15 2-2-15,-17 6 4 16,-12 2 17-16,-7 7 28 16,0 5-18-16,0 8-15 15,0 5 25-15,0 5-43 16,0 4-7-16,-6 20-16 16,-8 14 23-16,2 13-5 0,-6 5 5 15,6 2-11 1,0-2 11-16,0-3-23 0,7-4-16 15,4-7-44-15,1-12-66 16,0-21-123-16</inkml:trace>
  <inkml:trace contextRef="#ctx0" brushRef="#br0" timeOffset="-142328.82">18668 8858 831 0,'0'0'6'16,"0"0"31"-16,0 0-37 15,0 0-12-15,0 0 10 16,0 0-1-16,46-30-3 16,-1 30 6-16,16 0-8 15,12 0-1-15,-2 0-75 16,0 0-37-16,-9-12-116 15</inkml:trace>
  <inkml:trace contextRef="#ctx0" brushRef="#br0" timeOffset="-141480.75">19828 8481 595 0,'0'0'25'0,"0"0"34"15,0 0 7-15,0 0-36 16,0 0 21-16,0 0-24 15,7-69-14-15,-7 69-13 0,0 10-7 16,-9 21 5 0,-10 13 2-16,-8 15 0 0,-4 9 5 15,-5 4-5-15,2-3 0 16,8-8-3-16,12-13-1 16,14-19-12-16,0-10-13 15,16-13 29-15,11-6 0 16,7 0 0-16,-1-15 0 15,-5-5 4-15,-7-4-2 16,-12 1 12-16,-9 2 7 16,0 1-17-16,-15 3 6 15,-20 3-10-15,-5 5-11 16,0 7-38-16,9 2 12 16,10 5 25-16,10 15-87 15,7 6-31-15,4-2-78 0</inkml:trace>
  <inkml:trace contextRef="#ctx0" brushRef="#br0" timeOffset="-140443.98">20422 8741 199 0,'0'0'75'15,"0"0"-19"-15,0 0 42 16,0 0 29-16,0 0-51 0,0 0 23 15,0-19-50 1,0 15-4-16,0 2-4 0,0 1-35 16,0 1-4-1,7 0-2-15,14 0 0 0,6 0-13 16,6 0 7-16,4 0-15 16,-4 0 7-16,-3 0 1 15,-7 0 9-15,-6 0-4 16,-10 0-10-16,-3 0 14 15,1 0-66-15,0 0-32 16,3-8-141-16</inkml:trace>
  <inkml:trace contextRef="#ctx0" brushRef="#br0" timeOffset="-139980.9">20878 8390 408 0,'0'0'133'15,"0"0"-52"-15,0 0 18 0,0 0-63 16,0 0 7 0,0 0-43-16,87-41 1 0,-42 41 2 15,10 0-3-15,11 0 0 16,5 7 0-16,-1 5 5 16,-7-2-4-16,-11 4-1 15,-13 0 0-15,-13 2-8 16,-8 7 8-16,-9 5 0 15,-9 6-1-15,0 9 1 16,-19 5 2-16,-12 8-2 16,-4 6 0-16,1 0 10 15,5-5-7-15,10-9-3 16,6-11 0-16,8-8-16 16,5-6-24-16,0-6-49 0,0-8-50 15,0-9-63-15</inkml:trace>
  <inkml:trace contextRef="#ctx0" brushRef="#br0" timeOffset="-139781.42">21179 8756 686 0,'0'0'98'0,"0"0"-61"16,0 0-25-16,0 0-12 0,0 0-25 15,0 0 18 1,78-27 1-16,-2 27 2 0,18 4-27 16,0-4-107-16,-11 0-234 15</inkml:trace>
  <inkml:trace contextRef="#ctx0" brushRef="#br0" timeOffset="-139640.89">21774 8661 703 0,'0'0'78'16,"0"0"-14"-16,0 0-53 15,0 0-11-15,0 0-104 16,0 0 54-16,38 38-198 16</inkml:trace>
  <inkml:trace contextRef="#ctx0" brushRef="#br0" timeOffset="-138233.98">11782 10081 378 0,'0'0'164'0,"0"0"-33"15,-16-84 0-15,-2 64-79 16,0 4-20-16,-3 6-23 16,-1 10-6-16,1 0-2 15,0 24-1-15,-1 15 0 16,5 9-3-16,6 16 5 15,3 9-2-15,6 5 0 0,2-3 0 16,0-12-6 0,14-17-31-16,12-18-31 0,27-24 40 15,23-5 4-15,24-38-20 16,16-14-67-16,-4-19-115 16,-16 1 112-16,-28 2 114 15,-27 10 86-15,-24 16 77 16,-17 8-18-16,0 15 11 15,-6 6-78-15,-4 8-45 16,4 6-24-16,2 6-9 16,0 20 0-16,3 15-5 15,1 12 10-15,0 15-5 16,0 2 0-16,0 1 5 0,1-7-4 16,3-15-1-1,-2-16 0-15,-2-14 1 0,0-11 4 16,0-8-5-16,0-7 38 15,0-24-4-15,3-20-34 16,8-24-13-16,5-8-35 16,0 1 21-16,0 10 18 15,-3 16 8-15,5 13-1 16,7 9-15-16,5 7 17 16,1 8-14-16,1 8 14 15,-5 10-2-15,-2 1 2 16,-5 12-2-16,-6 14-9 0,-8 3 5 15,-6 3-2 1,-4-1 3-16,-23 1 5 0,-6-3-1 16,-7 0 1-16,-3-7-1 15,-1-3-14-15,0-8 9 16,11-3-2-16,6 0 8 16,10-1-14-16,10 3-113 15,7-9-130-15</inkml:trace>
  <inkml:trace contextRef="#ctx0" brushRef="#br0" timeOffset="-137867.67">12919 9981 509 0,'0'0'207'0,"0"0"-60"15,0 0-130-15,0 0-17 16,0 0-1-16,0 0-8 15,31 43 9-15,-26-13 0 16,-2-2 0-16,-2-1 4 16,-1-1-4-16,0 0 0 15,-1 3 0-15,-16 3-1 16,-5-1 1-16,-3-2-23 16,-4-6-3-16,7-7 19 15,7-9-10-15,6-4 17 16,9-1 1-16,0-2 27 15,0 2-21-15,0-2-5 0,16 0 4 16,11 0-4 0,8-2-2-16,8-7 0 0,3-4 0 15,5-4 0-15,2 0 0 16,1-7-9-16,0-5-60 16,-2 1-103-16,-7-2-423 15</inkml:trace>
  <inkml:trace contextRef="#ctx0" brushRef="#br0" timeOffset="-137680.8">13542 9931 754 0,'0'0'130'15,"0"0"-56"-15,0 0-60 0,0 0-13 16,0 0-1-16,0 0-56 15,0 5-1-15,5 21-18 16,7-3-69-16,9-9-198 16</inkml:trace>
  <inkml:trace contextRef="#ctx0" brushRef="#br0" timeOffset="-137514.96">13642 10198 435 0,'0'0'186'0,"0"0"-152"0,0 0 17 16,0 0 6-16,0 0-34 16,0 0-12-16,-14 26-11 15,14-14-18-15,0-9-72 16,16-3-140-16</inkml:trace>
  <inkml:trace contextRef="#ctx0" brushRef="#br0" timeOffset="-136118.75">14263 9990 470 0,'0'0'138'16,"0"0"-77"-16,0 0-43 15,0 0-1-15,0 0-7 16,0 0 0-16,-90 4-10 15,81 18 0-15,3 9 1 16,0 11 7-16,5 12-7 16,-1 1 14-16,2 0-14 15,0-9 9-15,0-12-10 0,17-10 0 16,8-12 3-16,10-12 2 16,14 0-5-16,7-25 4 15,-1-11-1-15,-8-4 0 16,-19-4-3-16,-17 2 0 15,-11 2 30-15,-15-1-18 16,-27 8-4-16,-11 5-8 16,-3 9 3-16,10 9-4 15,12 6 1-15,18 4-10 16,11 17 1-16,5 19-116 16,5 5-33-16,27-7-221 15</inkml:trace>
  <inkml:trace contextRef="#ctx0" brushRef="#br0" timeOffset="-135903.16">14767 10202 604 0,'0'0'88'16,"0"0"37"-16,0 0-71 15,0 0-14-15,0 0-23 16,0 0-17-16,52-36 8 15,-22 35-8-15,0 1-1 16,5 0-2-16,-5 0-56 16,0 4-38-16,1-4-99 15,3-5-200-15</inkml:trace>
  <inkml:trace contextRef="#ctx0" brushRef="#br0" timeOffset="-135628">15340 9893 721 0,'0'0'106'0,"0"0"-67"16,0 0-24-16,0 0-15 15,0 0 0-15,0 0-1 16,-60 114 3-16,44-47-2 15,1 8 0-15,0-2 7 16,7-7-10-16,7-12 3 16,1-16 0-16,0-4 2 15,4-4-2-15,1-5-36 16,4-1-48-16,-2-7-53 16,5-13-142-16</inkml:trace>
  <inkml:trace contextRef="#ctx0" brushRef="#br0" timeOffset="-134303.9">15708 10251 460 0,'0'0'126'15,"0"0"-42"-15,0 0-48 16,0 0 2-16,0 0 2 16,0 0-18-16,0 0 27 15,0-18-40-15,0 18-8 16,11-1 2-16,22 0 2 15,16-1-7-15,15-3 2 16,8 3-65-16,3-5-25 16,-4-7-113-16</inkml:trace>
  <inkml:trace contextRef="#ctx0" brushRef="#br0" timeOffset="-133787.79">16364 9960 686 0,'0'0'45'16,"0"0"8"-16,0 0-43 15,0 0-6-15,0 0-1 16,0 0 2-16,66-9-3 15,-24 20-2-15,-2 5 0 16,-8 3-6-16,-12 7 6 16,-8 4-13-16,-12 7-1 0,0 5-27 15,-24 2 13-15,-7 1-1 16,-5-8 11-16,6-4 5 16,2-6 13-16,4-6 0 15,3-3-1-15,6-3 4 16,1-1-5-16,3 0 2 15,3-3 0-15,3 0 2 16,3-3-2-16,2-5 0 16,0 0-4-16,6-3 8 15,20 0 32-15,18 0 11 16,14-14-46-16,11-3 17 16,3-4-18-16,-4 1 0 0,-8 3 3 15,-17 5-1 1,-12 3-3-16,-13 7 1 0,-12 2-38 15,-6 0-15-15,-6 4-33 16,-21 10 5-16,-4 1-58 16,6 0-64-16</inkml:trace>
  <inkml:trace contextRef="#ctx0" brushRef="#br0" timeOffset="-133363.66">17158 10176 436 0,'0'0'131'0,"0"0"-80"16,0 0-47-1,0 0 3-15,0 0 10 0,0 0 18 16,39-24 31-16,-3 14-44 15,7-2-4-15,2 0 3 16,2 3-20-16,-3 1 3 16,-8 0-4-16,-4 5 0 15,-11 0-10-15,-7 3 10 16,-4 0-45-16,-7 0-33 16,-2 8-12-16,-1 3-74 15,0-4 2-15</inkml:trace>
  <inkml:trace contextRef="#ctx0" brushRef="#br0" timeOffset="-132838.98">17915 9847 576 0,'0'0'72'0,"0"0"86"0,0 0-108 15,0 0-28-15,0 0-22 16,0 0-4-16,-1 31 2 15,1 6 4-15,-6 15 1 16,-3 7-3-16,0 11 0 16,-1-5-11-16,10-13 9 15,0-16-40-15,12-24 22 16,21-12 20-16,12-3 4 16,10-16-4-16,1-4 0 15,-7 5 2-15,-17 5-2 16,-17 6 0-16,-7 5-2 15,-3 2 2-15,-5 0-1 16,0 9-6-16,0 8 7 16,-9 2-6-16,-12-1 6 0,-8-3 0 15,-5-1 5-15,-4-1-4 16,-2 0 5-16,-9 4-6 16,-7 0-8-16,-4-1-30 15,2-3-76-15,9-7 46 16,16-6-94-16,19 0-86 15</inkml:trace>
  <inkml:trace contextRef="#ctx0" brushRef="#br0" timeOffset="-132588.68">18130 9785 599 0,'0'0'47'0,"0"0"-28"16,0 0 5-16,0 0 44 15,0 0-28-15,0 0-11 16,9-28-29-16,23 24 0 16,14 1-1-16,8 3 1 15,14 0-4-15,8 0-44 16,8 0-74-16,-6 0-107 15</inkml:trace>
  <inkml:trace contextRef="#ctx0" brushRef="#br0" timeOffset="-132383.35">18324 10051 658 0,'0'0'137'16,"0"0"-97"-16,0 0-32 16,0 0-3-16,120-17-1 15,-53 14-4-15,5 0 0 16,-2 1-33-16,-5-5-107 16,-16-11-346-16</inkml:trace>
  <inkml:trace contextRef="#ctx0" brushRef="#br0" timeOffset="-131054.97">17937 9936 244 0,'0'0'75'0,"0"0"7"16,0 0-3-16,0 0-3 15,0 0-10-15,0 0-35 16,0 0-25-16,3-36-6 15,-3 47 1-15,0 10-1 16,-8 8 0-16,-9 7 0 16,-5 5 7-16,2 8-1 0,0 7-6 15,-3 2 2-15,7-5 0 16,2-5 3-16,6-11-5 16,2-9 0-16,3-9-5 15,3-7-26-15,0-5-4 16,0-7 18-16,0 0 17 15,3 0 35-15,16-14-35 16,8-5 0-16,4 0 8 16,5 1-8-16,5 1 2 15,0 3-2-15,1 4 4 16,0 6-5-16,-7 4 1 0,-8 0 0 16,-9 0 0-1,-10 12 0-15,-5 7-1 0,-3 3 1 16,-7 7 0-16,-18 2 17 15,-9 1-9-15,-5 0 4 16,-4-6 27-16,-1 0-8 16,-3-2 4-16,3-4-10 15,-1-3-20-15,-1-3 13 16,4-7-18-16,1-4 0 16,3-3 11-16,9 0-9 15,8-10-2-15,8-9 0 16,12-7-1-16,1-1-24 15,19-2-101-15,14 6 23 16,10 3-146-16</inkml:trace>
  <inkml:trace contextRef="#ctx0" brushRef="#br0" timeOffset="-130490.8">18035 9810 356 0,'0'0'111'0,"0"0"-9"15,0 0-49-15,0 0 2 0,0 0-7 16,0 0-25-16,-24-25-18 16,19 25-5-16,-2 0 1 15,1 0-10-15,0 1 8 16,2 4-4-16,4 1-4 15,0-3-6-15,16-3 11 16,29 0 3-16,19-4 2 16,18-10 10-16,7 1-11 15,2 1 0-15,-10 4-7 16,-11 5-2-16,-22 3-27 0,-21 0-18 16,-26 0-102-1,-5 7-106-15</inkml:trace>
  <inkml:trace contextRef="#ctx0" brushRef="#br0" timeOffset="-129472.55">19931 9593 247 0,'0'0'66'16,"0"0"37"-16,0 0-16 0,0 0-31 16,0 0 17-1,-84-39-25-15,65 39 9 0,1 0-50 16,-6 10 3-16,-6 13-6 15,-9 14-4-15,-8 12 0 16,-6 10 9-16,-7 9-5 16,0 6 5-16,3 0-9 15,8-2 4-15,14-3 3 16,16-7-7-16,17-8 0 16,7-15-4-16,34-15 6 15,19-15-2-15,17-9 0 16,7-9 7-16,0-20 6 15,-15-8-13-15,-18 3 0 16,-19 1 26-16,-17 8 12 0,-13 2-2 16,-7 1-18-16,-39 2-16 15,-26 8 0-15,-21 10-2 16,1 2-13-16,18 2-26 16,26 18-10-16,21 3-28 15,14 4-28-15,13-4-102 16,1-7 24-16</inkml:trace>
  <inkml:trace contextRef="#ctx0" brushRef="#br0" timeOffset="-129336.69">19646 10144 218 0,'0'0'197'0,"0"0"-12"0,0 0-118 16,0 0 14 0,0 0-32-16,0 0 7 0,13-46-56 15,-13 46-6-15,3 1-182 16,5 6 28-16,5-6-216 15</inkml:trace>
  <inkml:trace contextRef="#ctx0" brushRef="#br0" timeOffset="-128446.46">20208 10054 230 0,'0'0'102'0,"0"0"41"0,0 0-52 16,0 0-12-16,0 0-7 15,0 0-10-15,0 0 7 16,-4-30-51-16,4 30 5 16,4 0-12-16,23 0-10 15,12 0 3-15,15 0-4 16,4-1 0-16,4-3-4 16,0-4 4-16,0-3 0 15,-7-3-2-15,-11-2-3 16,-10 6-12-16,-19 1-18 15,-12 6-21-15,-3-1-41 16,-6-1-338-16</inkml:trace>
  <inkml:trace contextRef="#ctx0" brushRef="#br0" timeOffset="-127978">20805 9663 289 0,'0'0'171'0,"0"0"-50"0,0 0-80 16,0 0-36-16,0 0-4 16,124-2 5-16,-56 2-6 15,10 0 0-15,-8 0 3 16,-4 0-3-16,-10 0 0 16,-11 7 7-16,-13-2-7 15,-12 4 4-15,-8 6-4 16,-9 3 0-16,-3 10 1 15,0 5 1-15,-2 8-2 16,-14 8 7-16,-2 4-5 16,-1 6 8-16,-5 3-10 0,3 5 0 15,2 2 1-15,1-5-1 16,7-10-4-16,4-10-27 16,0-15-67-16,2-12-52 15,-1-12-102-15</inkml:trace>
  <inkml:trace contextRef="#ctx0" brushRef="#br0" timeOffset="-127769.02">21157 10060 603 0,'0'0'83'16,"0"0"32"-16,0 0-66 0,0 0-49 15,0 0 4 1,0 0-13-16,13-29 9 15,20 29 0-15,16 0 6 0,12 0-6 16,8 0 6-16,3-3-6 16,2-5 0-16,-4-1-6 15,-4-1-66-15,-8-5-87 16,-7-3-323-16</inkml:trace>
  <inkml:trace contextRef="#ctx0" brushRef="#br0" timeOffset="-108754.38">22384 8853 6 0,'0'0'4'0,"0"0"29"0,0 0 27 15,0 0-16-15,0 0 14 16,0 0-41-16,0 0-6 16,0 0-1-16,-3 0-9 15,-3 4-1-15,-2-1-1 16,5 1-20-16,0 1-27 16,0-5-20-16</inkml:trace>
  <inkml:trace contextRef="#ctx0" brushRef="#br0" timeOffset="-103616.03">22910 8531 29 0,'0'0'118'0,"0"0"-64"16,0 0-22-16,0 0 6 15,0 0-5-15,0 0-6 16,0 0-3-16,9-50 19 16,-5 46 13-16,-3-1-34 15,2 1 3-15,0 0-1 16,0-2-14-16,0 1 43 16,0-1-48-16,2-2-4 15,0 1 29-15,0-1-30 16,-2 3 7-16,2 0 13 15,-5 3-2-15,0 1 16 16,0 1-16-16,0-1-13 0,0 1 14 16,0 0-19-16,0 0-5 15,0 18-2-15,0 15 7 16,-9 17 0-16,-11 10 0 16,-5 13 0-16,-5 7 15 15,0-2-10-15,1-2-5 16,6-4 8-16,5-5-8 15,5-14 6-15,4-8-6 16,4-15 0-16,1-11 2 16,1-9 0-16,1-8-2 15,-1-2 7-15,2 0-6 16,-2 0 20-16,2-5-21 16,-1-14-15-16,2-10-115 0,0-9-292 15</inkml:trace>
  <inkml:trace contextRef="#ctx0" brushRef="#br0" timeOffset="-102452">22696 8369 182 0,'0'0'88'0,"0"0"-50"16,0 0 31-16,0 0 0 15,0 0-20-15,0 0-36 16,0-56 42-16,8 40-42 16,7-1 5-16,7-1-13 15,-4 2-3-15,1 2 20 16,-4 3-17-16,-2 4 1 16,-2 3-5-16,-2 0 6 0,3 1-5 15,-2-1-2 1,5 2 0-16,-1-1-3 0,2 2 5 15,-1-1-2-15,1 2 0 16,-1 0 2-16,3 0-3 16,0 0 1-16,1 5 0 15,1 2-1-15,1 3 1 16,0 3 0-16,2-1 0 16,1 2 3-16,-4 1-4 15,1 4 1-15,-6 1 0 0,-1 1 4 16,-3 1-4-1,-5 0 0-15,-4 2 0 0,-2-2 6 16,0 0-2-16,-5 0-4 16,-9 0 0-16,-3-1 8 15,-4 1-4-15,-8-1-1 16,-2 0 5-16,-6-1 3 16,-1-1 15-16,0 1-9 15,-1-3-5-15,-1 0 16 16,2-4-27-16,6-1 6 15,-2-2-3-15,8-3 0 16,4 0 2-16,8-4-6 16,8-1 0-16,3-1 8 15,3-1-5-15,0 0 4 16,0 0 11-16,0 0-6 16,0 0 10-16,0 0-22 15,0 0 0-15,1 3-8 0,9 7-81 16,2 5-19-16,-2 1-106 15,-7-2-162-15</inkml:trace>
  <inkml:trace contextRef="#ctx0" brushRef="#br0" timeOffset="-101705.71">23164 9072 283 0,'0'0'100'0,"0"0"-18"0,0 0 8 16,0 0-48-16,0 0-5 16,0 0 6-16,-8-70-32 15,8 70 28-15,0 0-14 16,0 0-17-16,0 0 0 16,0 0-8-16,0 9-5 15,-3 20 4-15,-3 13 1 16,-5 8 5-16,-2 6-5 15,-2-1 0-15,2-1 12 16,-1-2-12-16,3-7 4 16,3-1-4-16,-1-10 4 15,1-3 2-15,-1-11-6 16,3-6 0-16,3-5 0 0,2-6 3 16,1-2-3-1,0-1 0-15,-2 1-10 0,-2 1-14 16,1 1-80-16,0-3-39 15,-1 0-144-15</inkml:trace>
  <inkml:trace contextRef="#ctx0" brushRef="#br0" timeOffset="-101563.22">23057 9532 429 0,'0'0'185'16,"0"0"-112"-16,0 0-38 0,0 0-33 15,0 0-2 1,0 0-108-16,-4-4-107 0</inkml:trace>
  <inkml:trace contextRef="#ctx0" brushRef="#br0" timeOffset="-96224.62">22813 9922 148 0,'0'0'58'0,"0"0"2"0,0 0-18 16,0 0 38-16,0 0-32 15,0 0 3-15,0 0 13 16,-7-28-47-16,7 28 4 16,0 0-11-16,0 0-8 15,0 0-1-15,0 14-1 16,-1 10 0-16,-5 12 19 16,-1 10-18-16,-4 14 11 15,-1 8 5-15,-4 2-11 16,-2 5 11-16,2-2-13 0,1 2-2 15,0-3 4 1,2-7-3-16,2-13-3 0,2-16 5 16,4-11-2-16,2-11 0 15,2-9-3-15,1-5 0 16,0 0 25-16,0-20-25 16,0-10-45-16,7-6-161 15,-2-3-238-15</inkml:trace>
  <inkml:trace contextRef="#ctx0" brushRef="#br0" timeOffset="-94941.75">22537 9960 135 0,'0'0'83'15,"0"0"-46"-15,0 0-4 16,0 0 30-16,0 0-7 16,0 0-4-16,-15-26-15 15,15 16-7-15,0 1 19 16,0 0-39-16,0 1-1 0,0 2 4 15,7 0 1 1,-1 1-3-16,2-1-11 0,2 0 0 16,3-2 3-16,4 2 0 15,2-2-3-15,5-1 7 16,3 3-6-16,-2-1 6 16,-1 3-7-16,-1 0 0 15,-6 2-2-15,0 2 2 16,-1 0 0-16,-2 0 0 15,3 0 5-15,0 0-5 16,4 0 0-16,1 0 0 16,-1 0 1-16,2 0 0 15,-1 0-1-15,2 0 2 0,-3 0 1 16,0 3-6-16,-4 1 3 16,-3 1 0-16,-4-2-1 15,-1 2 4-15,-1-2-3 16,1 0 0-16,-1 0 1 15,0 0 0-15,1 4-1 16,0-3 0-16,3-1 0 16,1 4 0-16,-1-3 0 15,0-1 0-15,-3 3 2 16,0-4-4-16,-2 3 1 16,-2 0 1-16,0 2-3 15,1 3 3-15,-1 2 0 16,0 2-1-16,-3 1 5 15,-2 3-7-15,0 0 3 0,0-1 0 16,0-1-3 0,-1-2 5-16,-13 0-2 0,-5 0 3 15,-4 1-1-15,-7 1 6 16,-5 0-8-16,1 0 0 16,-3 1 7-16,4 1-6 15,0 1-1-15,1 0 5 16,0 1-3-16,1-2-1 15,1-1-1-15,2-2 0 16,4-5 0-16,4-3 0 16,3-2 0-16,3-4 1 15,2-1 2-15,5 0 44 16,1 0 2-16,4 0-25 16,1 0 19-16,1 0-43 0,0 0 4 15,0 0-4-15,0 0-2 16,3 0-2-16,16 0-80 15,2 0-7-15,-1 8-31 16,-6 4-185-16</inkml:trace>
  <inkml:trace contextRef="#ctx0" brushRef="#br0" timeOffset="-93494.08">22944 10698 110 0,'0'0'25'15,"0"0"-18"-15,0 0 10 16,0 0-8-16,0 0 46 16,0 0-7-16,0 0-17 15,-18-13 5-15,16 9-31 16,1-1 22-16,1 0 30 16,-4 1-24-16,4-1-4 15,0 3 23-15,0-3-34 16,0 2 20-16,0 2-17 0,0-1-4 15,0 1-2 1,4 0-15-16,8-1 0 16,4 2-1-16,2 0 7 0,3 0-5 15,4 0-1-15,-4 4 0 16,0 4-1-16,-2 4 1 16,-6 0-2-16,-6 1-1 15,-4 3 3-15,-3 2-8 16,0 1 8-16,-7 1 0 15,-9-2-1-15,-4 0 5 16,-4 1-4-16,0-2 0 16,1-3 1-16,3 0 2 15,0-3-3-15,4-3 0 16,0 0 4-16,2 0-1 16,2-2-3-16,6-3 0 0,5 0 1 15,1 0 1-15,0-2-2 16,0-1 0-16,14 0 19 15,9 0-2-15,4 0 0 16,1 0-12-16,5 0 1 16,0 0-3-16,2 0-3 15,1 0 0-15,-1 0-8 16,-4-1 7-16,-3-2-41 16,-1-1-44-16,-6-1-146 15</inkml:trace>
  <inkml:trace contextRef="#ctx0" brushRef="#br0" timeOffset="-93317.39">23396 10872 401 0,'0'0'104'0,"0"0"2"16,0 0-52-16,0 0-54 15,0 0-24-15,0 0-121 16,-55 31-196-16</inkml:trace>
  <inkml:trace contextRef="#ctx0" brushRef="#br0" timeOffset="-86568.21">4875 9537 394 0,'0'0'108'0,"0"0"18"16,0 0-64-16,0 0-44 16,0 0 12-16,0 0-5 15,0 0 4-15,0-29-7 16,0 29-22-16,0 0 2 15,0 0-9-15,0 15 4 16,4 18 3-16,6 16-4 16,-5 14 8-16,-5 9 6 15,0 6-7-15,0 1-1 0,-10-4 12 16,1-7-10-16,1-12-4 16,4-10 1-16,1-14 2 15,3-11 2-15,0-9-5 16,0-6-10-16,0-4-10 15,0-2-67-15,0-5 30 16,0-24-336-16</inkml:trace>
  <inkml:trace contextRef="#ctx0" brushRef="#br0" timeOffset="-86234.89">4739 9330 630 0,'0'0'0'0,"70"-107"42"15,-31 63 35-15,0 9-54 16,1 10-2-16,-3 17-16 16,4 8-1-16,-1 24-5 15,-6 22 1-15,-6 16 0 16,-15 8-5-16,-13 9 6 15,-4 3-1-15,-30-3 1 16,-2-8 2-16,-4-13 0 16,4-11-3-16,2-11 0 0,4-8-1 15,-1-6 1-15,-1-7 0 16,6-4 0-16,0-1-19 16,11 3-75-16,8-5-97 15,7-4-138-15</inkml:trace>
  <inkml:trace contextRef="#ctx0" brushRef="#br0" timeOffset="-86026.44">5258 9847 624 0,'0'0'99'15,"0"0"-6"-15,0 0-90 16,0 0 2-16,0 0-5 15,0 0 5-15,73-5-6 16,-15-2 1-16,13-4-19 16,6 0-37-16,-2-1-74 15,-19 2-43-15,-20 5-95 16</inkml:trace>
  <inkml:trace contextRef="#ctx0" brushRef="#br0" timeOffset="-85838.59">5303 10045 636 0,'0'0'34'0,"0"0"8"15,0 0 50-15,0 0-63 16,0 0-11-16,122-21-18 16,-70 6 0-16,11-2 1 15,9 0-1-15,5 0-46 16,-4-2-116-16,-12-6-272 15</inkml:trace>
  <inkml:trace contextRef="#ctx0" brushRef="#br0" timeOffset="-85319.18">6028 9532 559 0,'0'0'243'16,"0"0"-243"-16,0 0-22 16,0 0 22-16,-11 122 6 15,-2-60-3-15,2 4 17 16,1-1-20-16,3-1 0 16,1-3 13-16,0-9-10 15,1-16-3-15,2-12 3 16,0-15-1-16,3-9 13 15,0 0 38-15,-3-24 22 16,3-21-61-16,0-17-14 16,0-10-20-16,0-3-21 0,-7 0 3 15,-13 3 7-15,-4 9-10 16,7 11 22-16,11 13 14 16,6 11-2-16,10 11 1 15,14 8 2-15,6 6 4 16,0 3-8-16,-2 3 8 15,2 19 0-15,-4 10 14 16,0 5-10-16,-6 5-1 16,-4 1 0-16,-6-5-1 15,-5-3 3-15,-4-11-5 16,-1 0 0-16,-1-9-7 16,-20 2-3-16,-15-3-21 0,-12-2-24 15,-5-5 37-15,6 1 14 16,10 0 3-16,16 5-7 15,9 0-62-15,11 1-346 16</inkml:trace>
  <inkml:trace contextRef="#ctx0" brushRef="#br0" timeOffset="-85114.39">6257 9932 814 0,'0'0'32'15,"0"0"-32"-15,0 0-2 16,0 0-3-16,0 0 3 0,0 0 4 16,-25 94 5-1,16-52-7-15,3 5 0 0,2 0 1 16,1 3-1-16,-2-1-1 16,2-5-61-16,2-13-64 15,-1-19-122-15</inkml:trace>
  <inkml:trace contextRef="#ctx0" brushRef="#br0" timeOffset="-84718.93">6853 9844 958 0,'0'0'22'0,"0"0"-22"0,0 0-14 15,0 0 14-15,0 0 2 16,-69 75 3-16,30-29-4 16,-2 3-1-16,0-6-7 15,10-11-10-15,4-11-42 16,12-16-16-16,1-5 7 16,7-23 38-16,-6-18-80 15,3-7-52-15,2-4 65 16,-1 6 97-16,5 9 86 15,2 10 71-15,2 13-72 16,0 8-10-16,0 6-38 16,0 0-37-16,21 3 0 0,6 15-3 15,7 8 8-15,5 4-5 16,1 4 2-16,-3 1 2 16,-2-5-1-16,-4-4-3 15,6-6-24-15,-4-12-77 16,-1-8-185-16</inkml:trace>
  <inkml:trace contextRef="#ctx0" brushRef="#br0" timeOffset="-84203.69">7146 9529 795 0,'0'0'16'15,"0"0"3"-15,0 0-19 16,0 0-22-16,0 0 22 16,0 0-5-16,-6 103 10 15,-13-36-1-15,-2 3 8 16,-1 2-8-16,4-7 12 16,3-7-16-16,2-11 0 15,7-13 8-15,1-8-7 16,5-11-1-16,0-8 0 15,0-7 3-15,0-3 25 16,0-27-10-16,12-19-11 0,6-15-14 16,-6-8 5-1,-3-2 2-15,-3 6 0 0,-2 8 1 16,4 6-9-16,0 11 4 16,6 6-11-16,4 6 12 15,3 9-18-15,4 5 14 16,0 6 4-16,2 9 3 15,2 2 0-15,-2 0 0 16,1 9 0-16,-1 12-9 16,-5 1 9-16,-4 5 0 15,-9 3-2-15,-4 0 2 16,-5-1 2-16,0 0-2 0,-20 0 0 16,-5-2 4-1,-11 0-4-15,-4 3 0 0,2 1 0 16,3-4-83-16,11-7-131 15</inkml:trace>
  <inkml:trace contextRef="#ctx0" brushRef="#br0" timeOffset="-83784.93">7396 9912 855 0,'0'0'47'0,"0"0"-28"15,0 0-19-15,0 0-4 16,0 0-3-16,0 0 7 16,35 29 0-16,-15-12-1 0,-4 3 4 15,2 1-7-15,1 0 4 16,-4-1 0-16,-4 0-7 16,-1-5 2-16,-8 0-28 15,-2 1 0-15,-2 4 19 16,-19 3 8-16,-4 1 6 15,-3-1 0-15,2 0 0 16,4-3 1-16,3-3-1 16,8-5 0-16,6-3 2 15,2-1 1-15,2-2-3 16,1-3 0-16,0 2-2 16,1-3 6-16,15-2-4 15,9 0 4-15,11-9-2 16,11-11 18-16,11-6-20 0,5-1 0 15,-3 1 10-15,-11 2-7 16,-9 11-3-16,-16 4 0 16,-7 8-10-16,-14 1-93 15,-3 0-234-15</inkml:trace>
  <inkml:trace contextRef="#ctx0" brushRef="#br0" timeOffset="-83626.53">7791 10222 882 0,'0'0'84'0,"0"0"-84"15,0 0-8-15,0 0-47 16,0 0-34-16,0 0-61 16,4-16-100-16</inkml:trace>
  <inkml:trace contextRef="#ctx0" brushRef="#br0" timeOffset="-35851.06">2721 12080 163 0,'0'0'56'15,"0"0"5"-15,0 0-15 16,0 0 12-16,0 0 0 16,0 0-24-16,15-75-23 15,-15 68 17-15,0 0-12 16,0 0 19-16,0 2-11 15,0 1 4-15,0 1 2 16,0 3-21-16,0-2-7 16,0 2 4-16,0 0-2 0,0 0-4 15,0 0 0-15,0 0 2 16,0 0 1-16,0 0 2 16,0 0-2-16,0 0 12 15,-4 0-15-15,-4 17-1 16,-1 13-2-16,-6 9 6 15,-4 7 0-15,1 7-3 16,0 1 0-16,-3-1 3 16,3-5-2-16,5-7-1 15,0-9 0-15,8-12 3 16,3-9-6-16,2-4 3 16,-1-7 0-16,1 0 3 15,0 0-3-15,8-16-51 0,11-16-254 16</inkml:trace>
  <inkml:trace contextRef="#ctx0" brushRef="#br0" timeOffset="-35634.76">2724 11610 565 0,'0'0'22'0,"0"0"2"0,0 0-17 16,0 0-7-16,0 0-5 15,0 0 0-15,10 8-26 16,-8 11-93-16,-2-4-159 16</inkml:trace>
  <inkml:trace contextRef="#ctx0" brushRef="#br0" timeOffset="-35350.65">3124 11415 639 0,'0'0'0'15,"0"0"9"-15,0 0-8 16,79 140 0-16,-57-45 6 15,-1 19 21-15,0 8-28 16,-3-3 5-16,-6-12-5 16,-2-18 4-16,-1-18-1 15,-6-17-3-15,-3-14 0 16,0-5 5-16,-22-3-5 16,-12 3 0-16,-7 1 0 15,1-11-49-15,10-16-203 16</inkml:trace>
  <inkml:trace contextRef="#ctx0" brushRef="#br0" timeOffset="-34981.91">3723 11554 625 0,'0'0'11'0,"0"0"-4"16,0 0 44-1,0 0-31-15,0 0-3 0,0 0-15 16,69-40 3-16,7 32 18 16,18-1-20-16,15-5-3 15,6-4 14-15,0-3-14 16,-5 2 0-16,-16-1-11 16,-22 8-67-16,-21 4 6 15,-24 2-124-15,-25 2-149 16</inkml:trace>
  <inkml:trace contextRef="#ctx0" brushRef="#br0" timeOffset="-34818.47">4046 11575 494 0,'0'0'75'0,"0"0"-74"16,0 121 42-16,0-52-22 15,0 9 2-15,0 4-6 16,0 1-11-16,0 1-6 15,5-4 0-15,3-8-55 16,4-16-143-16</inkml:trace>
  <inkml:trace contextRef="#ctx0" brushRef="#br0" timeOffset="-34350.38">4745 12210 476 0,'0'0'119'0,"0"0"-75"15,63-96 1-15,-44 62-21 16,-1-2-3-16,-12 3 5 15,-6 2-20-15,0 7 26 16,-8 7-16-16,-12 8-11 16,-3 9-10-16,-1 0 5 0,-3 17 0 15,4 16-6-15,0 12 6 16,7 6-6-16,4 8 6 16,8 3 0-16,4-5-5 15,7-9-9-15,15-11 14 16,5-12-2-16,-8-9 4 15,-8-8-2-15,-3-5 0 16,-8-1 0-16,-2 5 5 16,-22 7-4-16,-19 5-1 15,-11 9 0-15,-5 2 2 16,3-3-11-16,13-2-37 16,12-6 0-16,19-7-5 15,12-10-137-15,7-2-151 16</inkml:trace>
  <inkml:trace contextRef="#ctx0" brushRef="#br0" timeOffset="-34124.9">5203 11983 434 0,'0'0'168'15,"0"0"-143"-15,0 0-20 16,0 0 13-16,0 0-8 16,85-26 24-16,-55 22-10 0,1 1-23 15,-1 3 10-15,0 0-11 16,-5 0-11-16,-5 7-29 16,-13 2-193-16</inkml:trace>
  <inkml:trace contextRef="#ctx0" brushRef="#br0" timeOffset="-33935.18">5113 12201 609 0,'0'0'105'16,"0"0"-6"-16,0 0-70 0,0 0-29 15,0 0 5-15,102-11-4 16,-56 11-1-16,2 0-9 15,10-3-2-15,-1-11-147 16,1-13-307-16</inkml:trace>
  <inkml:trace contextRef="#ctx0" brushRef="#br0" timeOffset="-33003.18">6462 11897 336 0,'0'0'35'0,"0"0"59"15,0 0-11-15,0 0-50 16,67-85 13-16,-61 63-14 16,3-4-12-16,-2-3-20 15,-2-5 0-15,2-2 23 16,-7 6-2-16,0 1 1 15,-12 7-5-15,-17 3-14 16,-15 8 0-16,-11 8-3 16,-9 3-4-16,0 9-4 15,4 20-1-15,11 10 8 16,12 5-1-16,11 7 4 16,13 3-12-16,11-3 10 0,2-10 0 15,24-10-4-15,22-15 4 16,17-16 0-16,10 0-1 15,5-22 3-15,-10-3 3 16,-14 0-2-16,-20 2-3 16,-14 2 59-16,-14 4-12 15,-6 5-10-15,0 1-30 16,0 8 2-16,-6 3-12 16,-6 0 3-16,4 8 0 15,-2 17-8-15,-3 7 10 16,2 10-2-16,-1 10 0 15,2 7 0-15,2 1 3 16,5 2-3-16,3-1 0 16,0-6-1-16,0-6 4 0,5-6-5 15,4-4 2-15,4-3-74 16,-1-13-35-16,4-15-199 16</inkml:trace>
  <inkml:trace contextRef="#ctx0" brushRef="#br0" timeOffset="-32154.28">7120 11787 327 0,'0'0'134'15,"0"0"-30"-15,0 0-70 16,0 0-6-16,0 0 20 16,0 0-30-16,-12-85 22 0,32 68-26 15,9-1-13 1,12-1 8-16,0 4-9 0,2 0 0 15,-1 9 5-15,-7 3-5 16,-3 3 0-16,-4 1 0 16,-5 18-5-16,-6 6-2 15,-6 7-22-15,-11 4-22 16,0 2 48-16,-18 2-19 16,-12-2 15-16,-6-4 4 15,-2-1 3-15,-1-5-1 16,12-6 1-16,11-5 0 15,9 0 0-15,7-1 4 16,0-2-4-16,0 6 0 16,20-4 1-16,7 1 8 0,4-4-9 15,-1 0 0-15,-6-2 11 16,-9-6-10-16,-5 1 3 16,-5 0-4-16,-5 0 3 15,0 8 0-15,-12 0-3 16,-17 8 0-16,-12 0 4 15,1 1-3-15,2-4-1 16,8-7 0-16,11-4-11 16,8-3 10-16,11-4-40 15,0-1-115-15,20 0-10 16</inkml:trace>
  <inkml:trace contextRef="#ctx0" brushRef="#br0" timeOffset="-31847.2">8011 11723 4 0,'0'0'535'0,"0"0"-521"16,0 0-6-16,0 0-10 0,0 0 9 16,0 0-7-16,78-5 48 15,-29 5-19-15,12-6-8 16,5-4-21-16,1 1 9 16,0 1-10-16,-4 2 1 15,-9 0-77-15,-14 1-141 16,-19-1-4-16</inkml:trace>
  <inkml:trace contextRef="#ctx0" brushRef="#br0" timeOffset="-31690.3">8282 11716 576 0,'0'0'16'0,"0"0"-7"0,0 0-2 15,-41 109 35 1,19-54-32-16,-2 8-1 0,3 5-9 15,5 0 1-15,4-7-5 16,6-14-170-16</inkml:trace>
  <inkml:trace contextRef="#ctx0" brushRef="#br0" timeOffset="-31120.21">8925 11635 714 0,'0'0'63'16,"0"0"-48"-16,0 0-15 15,0 0 0-15,-29 86 0 0,8-42 0 16,6 5 2-16,6 1 0 15,9-1-2-15,0-9-20 16,8-9-22-16,14-10-13 16,8-16 3-16,10-5 18 15,11-13 11-15,3-18 20 16,-1-9-36-16,-9-3 12 16,-9-4 19-16,-12 2 16 15,-13 2 10-15,-5 9 9 16,-5 8-12-16,0 10 38 15,0 11-4-15,0 5-40 16,-10 5-9-16,-8 22 5 16,-7 11-5-16,-8 10 0 15,-3 7 0-15,0 5 2 0,6 0-2 16,13-2-14-16,16-10-62 16,1-14-136-16,19-20-43 15</inkml:trace>
  <inkml:trace contextRef="#ctx0" brushRef="#br0" timeOffset="-30962.38">9226 11922 594 0,'0'0'45'0,"0"0"57"16,0 0-102-16,0 0 1 0,0 0-2 15,0 0-10-15,-15 62-9 16,7-41-82-16,0-8-148 15</inkml:trace>
  <inkml:trace contextRef="#ctx0" brushRef="#br0" timeOffset="-27259.88">4360 13133 359 0,'0'0'51'0,"0"0"30"0,0 0-63 15,0 0-18-15,0 0 42 16,0 0-5-16,0 0-25 15,0-76 13-15,0 67-6 16,0 4 11-16,-1 1-5 16,-2 1-5-16,0 1-2 15,-3 2-18-15,-8 0-1 16,-4 0-5-16,-7 7 6 16,-8 13-3-16,0 6 2 15,2 5 1-15,3 6-5 16,4 6 5-16,6 3-2 0,6 7-7 15,9 2 9-15,3-1 0 16,0-2-1-16,8-7-12 16,17-11 13-16,12-13-52 15,18-14-11-15,17-7 31 16,18-17-168-16</inkml:trace>
  <inkml:trace contextRef="#ctx0" brushRef="#br0" timeOffset="-26793.59">4925 13191 327 0,'0'0'116'16,"0"0"45"-16,0 0-66 15,0 0-29-15,0 0 0 0,0 0-66 16,-31-44-10 0,21 76 8-16,-5 14 2 0,2 4 3 15,-4 7-3-15,5-3 0 16,4-7-4-16,6-8 4 15,2-15-1-15,0-9-3 16,0-11 8-16,0-4 12 16,-2 0 41-16,2 0-1 15,0-22-10-15,0-18-46 16,0-13-35-16,8-11-12 16,6 1-6-16,3 3 25 15,4 12 1-15,1 11-27 16,3 5 12-16,-2 12 2 15,1 7 33-15,-5 11 7 16,-2 2 0-16,-3 4-3 16,0 18 3-16,-2 4 0 15,-2 6-5-15,-1-1 7 0,-6-2-2 16,-3-5 0-16,0-4 2 16,-13-8-2-16,-11-2 0 15,-1-4 0-15,-4-5 4 16,0-1 3-16,2 0-4 15,9 0 1-15,6 0 2 16,11 5-12-16,1 3-74 16,0 1-179-16,13-2 50 15</inkml:trace>
  <inkml:trace contextRef="#ctx0" brushRef="#br0" timeOffset="-26493.88">5385 13040 459 0,'0'0'92'16,"0"0"15"-16,0 0-38 15,0 0-15-15,0 0-54 16,0 0-1-16,0-11-8 15,0 33 9-15,0 14-2 16,0 7 2-16,-3 6 0 0,-2 2 3 16,1-1-3-16,4-1 0 15,0-3-1-15,0-5-3 16,0-7 1-16,0 0-82 16,-2-10-45-16,-14-12-299 15</inkml:trace>
  <inkml:trace contextRef="#ctx0" brushRef="#br0" timeOffset="-26210.35">4068 13927 293 0,'0'0'27'16,"0"0"-5"-16,0 0 0 15,0 0 31-15,0 0 23 16,0 0 42-16,57 14-57 16,4-14-15-16,24-8-10 15,13-8-19-15,11-1-2 16,7 0-15-16,-5 2 0 16,-1 2-9-16,-13 5 9 15,-21 5-17-15,-19 3-41 16,-28 3-49-16,-29 11-207 15</inkml:trace>
  <inkml:trace contextRef="#ctx0" brushRef="#br0" timeOffset="-25994.27">4145 14157 641 0,'0'0'45'0,"0"0"-43"16,0 0-4-16,0 0 4 15,0 0 0-15,88 8 24 16,-31-8-25-16,19 0 13 16,14 0-7-16,17-8-4 15,12-2 0-15,5 2-3 16,0-2-28-16,-6 1-42 0,-18-2-115 16,-20-2-83-1</inkml:trace>
  <inkml:trace contextRef="#ctx0" brushRef="#br0" timeOffset="-25843.72">5306 14042 602 0,'0'0'177'16,"0"0"-101"-16,0 0-72 16,0 0-4-16,0 0-7 15,0 0-98-15,3 29 84 16,-3-4-75-16,-8-6-168 0</inkml:trace>
  <inkml:trace contextRef="#ctx0" brushRef="#br0" timeOffset="-20749.26">7415 13112 214 0,'0'0'40'16,"0"0"-18"-16,0 0-19 0,0 0 10 15,0 0-13-15,0 0 17 16,0 0 33-16,36 45-1 15,-28-26-12-15,3 9 12 16,-4 7-18-16,-2 6 29 16,-5 9-36-16,0 1-6 15,0 1 13-15,-9-8-23 16,-3-9 4-16,3-10-3 16,3-11-9-16,0-6 32 15,-1-6-18-15,-4-2 25 16,-5-3 24-16,-7-16-51 15,-6-8 2-15,-6-4-14 0,-3-3 5 16,2-4-15 0,2 1 10-16,1 3-36 0,7 3 20 15,6 4-46-15,12 4 37 16,8 3 1-16,16 2 1 16,26-3-18-16,18-5 8 15,13-4 24-15,17-8 5 16,9 1 8-16,6 1-2 15,-1 5 6-15,-2 9-8 16,-7 7 19-16,-7 5-19 16,-8 8 0-16,-9 2-1 15,-22 2 1-15,-19 17-2 16,-25 9-8-16,-6 1-92 0,-39-5-106 16</inkml:trace>
  <inkml:trace contextRef="#ctx0" brushRef="#br0" timeOffset="-20182.44">8058 13381 384 0,'0'0'51'0,"0"0"6"15,0 0-57-15,0 0-3 16,0 0-3-16,0 0 10 16,0-6-4-16,20 6 1 15,10 0 16-15,9-5 36 16,12-1-28-16,3 0-4 16,6 1 2-16,-1 2-22 15,-4 3 2-15,-7 0-3 16,-6 0 3-16,-9 0-6 15,-8 3 3-15,-13 4-37 0,-11 2-66 16,-1-3-101-16,-28 2-24 16</inkml:trace>
  <inkml:trace contextRef="#ctx0" brushRef="#br0" timeOffset="-20008.15">8211 13422 433 0,'0'0'128'16,"0"0"-103"-16,0 0-22 15,0 0-3-15,3 90 38 16,5-37-19-16,5 6-6 16,-1 4-13-16,1-2 5 15,0-4 1-15,-4-4-6 16,1-3-12-16,-4-11-73 0,-2-11-188 16</inkml:trace>
  <inkml:trace contextRef="#ctx0" brushRef="#br0" timeOffset="-19616.9">8626 13813 478 0,'0'0'150'0,"0"0"-24"16,0 0-95-16,0 0-31 16,0 0 0-16,0 0 0 15,-2 63 7-15,4-25-7 16,1 3 0-16,0 1 3 15,-2-5 0-15,4 2-3 16,-2-5 0-16,3-7 0 16,4-2-1-16,2-5 1 15,4-6 0-15,6-6-8 16,8-7-1-16,8-1-23 16,10-4-58-16,4-17-83 0,-2-6-82 15</inkml:trace>
  <inkml:trace contextRef="#ctx0" brushRef="#br0" timeOffset="-19383.73">8608 13825 358 0,'0'0'156'16,"0"0"-49"-16,0 0-54 15,0 0-40-15,0 0-13 0,0 0 0 16,96-34 1-16,-43 26-1 16,4-1-7-16,0 0 3 15,-3 3-55-15,-2-3-74 16,-15 2-94-16,-16 2 10 16</inkml:trace>
  <inkml:trace contextRef="#ctx0" brushRef="#br0" timeOffset="-19197">8564 14021 389 0,'0'0'38'16,"0"0"-20"-16,80 2-3 15,-47-2 17-15,4 0-17 16,2-2-7-16,1-5-8 15,-1-3-67-15,-2-7-161 16</inkml:trace>
  <inkml:trace contextRef="#ctx0" brushRef="#br0" timeOffset="-18971.08">9281 13430 569 0,'0'0'55'0,"0"0"-6"15,0 0-35-15,0 0 5 16,0 0-24-16,0 0 5 16,85-22-7-16,-44 25 2 15,4 2-55-15,-7-3-53 16,-10-2-154-16</inkml:trace>
  <inkml:trace contextRef="#ctx0" brushRef="#br0" timeOffset="-18784.34">9166 13568 615 0,'0'0'80'0,"0"0"-11"0,0 0-35 15,0 0-34-15,112-43 0 16,-65 35 4-16,8 0-2 16,6 4-4-16,4-3-101 15,-5-8-129-15</inkml:trace>
  <inkml:trace contextRef="#ctx0" brushRef="#br0" timeOffset="-18018.11">10310 12983 442 0,'0'0'114'0,"0"0"-42"16,0 0 32-16,0 0-75 15,0 0-23-15,0 0-4 0,0 0-2 16,40 135 17-16,-37-43-10 15,-3 10-6-15,0 7 24 16,-10 2-22-16,1-6-3 16,0-12 8-16,-1-15-7 15,5-18 6-15,-1-19-7 16,0-19 0-16,4-12 4 16,-6-10 6-16,-3-7 26 15,-6-23 0-15,-9-20-32 16,-13-15 0-16,-3-20-4 15,-4-5 0-15,3 4-6 16,6 11 8-16,7 27-2 16,11 24 0-16,8 22-1 0,3 9-70 15,1 23-128-15,0 1-127 16</inkml:trace>
  <inkml:trace contextRef="#ctx0" brushRef="#br0" timeOffset="-17169.25">10549 12693 299 0,'0'0'8'16,"0"0"5"-16,0 0 68 16,0 0-48-16,0 0-7 0,92-25-13 15,-23 16 13 1,16 1 23-16,22-3-20 0,21 3 7 15,29-1-3-15,28 1-13 16,33 0 1-16,35 1-19 16,25 0 4-16,17 5 0 15,8 2-6-15,-1 0 0 16,-3 0-1-16,-13 0 3 16,-21 7-4-16,-24 0-4 15,-22 1 6-15,-23-3-12 16,-19-5 11-16,-25 0 1 15,-20 0 1-15,-16-11 1 0,-10-3-1 16,-12 4-1 0,-13-2 0-16,-12 5 3 0,-19 0-3 15,-14 6 0-15,-12 1 0 16,-13 0 5-16,-8 0-10 16,-3 0 5-16,-1 0-2 15,-23 0-9-15,-8 8 11 16,-2 2 0-16,4 0 3 15,7 2-3-15,5-1 0 16,6 3-33-16,3 2-18 16,-1 1-32-16,2-5-108 15</inkml:trace>
  <inkml:trace contextRef="#ctx0" brushRef="#br0" timeOffset="-16988.18">15284 12613 583 0,'0'0'30'15,"0"0"39"-15,0 0 21 16,0 0-69-16,0 0-21 16,0 0-63-16,-32 7-9 15,19 19-150-15</inkml:trace>
  <inkml:trace contextRef="#ctx0" brushRef="#br0" timeOffset="5809.88">10980 13285 267 0,'0'0'129'0,"0"0"-5"15,0 0-28-15,0 0-30 16,0 0 44-16,0 0-57 16,0 0 12-16,0 0-33 0,1-17-7 15,-1 15-20-15,0 2 4 16,0 0-6-16,0 0-3 16,0 0 0-16,0-5 11 15,0-2-10-15,0-6-1 16,0-3 0-16,2-4 8 15,2-1-16-15,2-1 8 16,-5 0 0-16,-1 0-5 16,0 5 5-16,0 0-1 15,-11 1 1-15,-7 3 0 16,-5 1-10-16,-2 6 10 16,-3 5-6-16,0 1 1 15,-1 0-21-15,7 12 15 16,-1 12 4-16,4 3 7 15,4 6-10-15,0 2 10 0,9-1 0 16,6-3-10-16,0-9 3 16,6-5-2-16,20-8-14 15,6-6 14-15,6-3-5 16,-3-3 8-16,-8-9-1 16,-10-5 1-16,-7 3 12 15,-8 2-1-15,-2 2 14 16,0 0 0-16,0 4 27 15,0 3-20-15,0 3-17 16,0 0-3-16,0 0-6 0,0 0-13 16,1 19-15-1,-1 10 28-15,0 10-11 0,0 6 6 16,0 2 5 0,0 1 4-16,-7 1-4 0,-2 1 0 15,-3 1 1-15,1-1 3 16,1-3-8-16,0-11-16 15,8-9-79-15,2-14-44 16,13-13-178-16</inkml:trace>
  <inkml:trace contextRef="#ctx0" brushRef="#br0" timeOffset="6049.35">11239 13358 491 0,'0'0'36'16,"0"0"-36"-16,0 0-28 16,0 0 28-16,0 0 6 15,0 0 16-15,42 41 38 16,0-39 22-16,13-2-33 16,8 0 4-16,4-2-29 15,-10-10-21-15,-2-3-6 16,-9 1-11-16,-6-3-82 15,-15 0-7-15,-15-2-172 16</inkml:trace>
  <inkml:trace contextRef="#ctx0" brushRef="#br0" timeOffset="6259.58">11368 13198 593 0,'0'0'207'0,"0"0"-142"15,0 0-65-15,0 0-1 16,0 0-1-16,0 0 2 16,-10 109 3-16,10-53-3 15,2 7 0-15,16 0-1 16,6-1 1-16,-1-9-12 16,3-9-72-16,1-17-54 15,-3-22-120-15</inkml:trace>
  <inkml:trace contextRef="#ctx0" brushRef="#br0" timeOffset="7325.52">4337 6996 151 0,'0'0'37'0,"0"0"-28"0,0 0 5 16,0 0 52-16,0 0-34 16,0 0-30-16,0-14-2 15,4 7 0-15,0 2 1 16,-2 2-6-16,-1 1-1 15,-1 2-13-15,2 0-15 16,-1 0-33-16,2 0 2 16,2 0-51-16</inkml:trace>
  <inkml:trace contextRef="#ctx0" brushRef="#br0" timeOffset="16097.78">12257 13089 294 0,'0'0'93'16,"0"0"19"-16,0 0-80 15,0 0 50-15,0 0-44 16,0 0 34-16,0 0-46 16,0 0 5-16,10-66 8 15,-10 59-25-15,0 0 17 16,-4 0-29-16,2 2 3 0,-1-2 24 16,3 1-24-16,-1 2-1 15,1 0 14-15,0-1-17 16,0 0 21-16,0 3-22 15,0 1 0-15,0 1 8 16,0 0-6-16,0 0-2 16,0 0 0-16,0 0-4 15,0 0 2-15,0 15-11 16,-3 14 13-16,-6 12-9 16,-9 9 9-16,-3 4-3 0,-7 2 1 15,2-1-7 1,-1-6-3-16,7-8-24 0,3-11-10 15,11-12 30-15,3-10-28 16,1-3 35-16,2-5 9 16,0 0 3-16,0 0 14 15,0 0-11-15,0 0 2 16,5 0 5-16,10-1-13 16,0-3-1-16,4 4 0 15,1 0 2-15,1 0-5 16,4 0 4-16,6 0 0 15,5 0-10-15,6 0-1 16,0 0-71-16,5 0-1 16,-3-4-98-16,-1-5 20 15,-9-6 4-15</inkml:trace>
  <inkml:trace contextRef="#ctx0" brushRef="#br0" timeOffset="16314.23">12579 13297 105 0,'0'0'150'0,"0"0"-43"15,1-71 17-15,-1 46-25 16,-7 3-34-16,-5 2 50 15,4 4-55-15,2 7-16 16,3 5-7-16,2 4-34 16,-2 0-3-16,-1 7-17 15,-1 18 17-15,-2 9-4 16,1 9 4-16,1 6 0 16,-2 4 1-16,-1-2 3 15,4 0 0-15,-2-4-4 0,1-3-3 16,5-5-5-1,0-8-61-15,0-11-51 0,8-20-51 16</inkml:trace>
  <inkml:trace contextRef="#ctx0" brushRef="#br0" timeOffset="16529.93">12859 13375 582 0,'0'0'110'16,"0"0"-98"-16,0 0-12 16,0 0-3-16,0 0 3 15,0 0 5-15,87 0-5 16,-42 0 0-16,10 0 1 0,3-5 2 16,3-5-3-16,-9-1 0 15,-8 0-38-15,-16-1-14 16,-15 0-164-16</inkml:trace>
  <inkml:trace contextRef="#ctx0" brushRef="#br0" timeOffset="16738.52">13049 13179 629 0,'0'0'142'0,"0"0"-97"0,0 0-45 15,0 0 2-15,0 0 1 16,2 84-3-16,-2-35 1 16,-4 8 8-16,-8 2-7 15,2 2-4-15,-2-1-5 16,4-11-118-16,7-18-134 16</inkml:trace>
  <inkml:trace contextRef="#ctx0" brushRef="#br0" timeOffset="19191.61">7166 5670 242 0,'0'0'77'0,"0"0"2"15,0 0 16-15,0 0-50 16,0 0 18-16,0 0-37 16,-27-46-9-16,25 43 4 0,1 2-15 15,1-2 1-15,0 3-7 16,0 0-3-16,0 0 0 15,0 0-70-15,21 0 0 16,12 0-65-16,14-19-124 16</inkml:trace>
  <inkml:trace contextRef="#ctx0" brushRef="#br0" timeOffset="27519.31">13760 13290 5 0,'0'0'98'0,"0"0"-63"16,0 0 0-16,0 0 34 15,0 0 23-15,0 0 53 16,0 0-15-16,0 0-91 15,9-7 20-15,-6 1-18 16,3 0-22-16,0-2 2 16,-3 0-13-16,3 2-3 15,-3-2 33-15,0 1-30 16,0 0 15-16,-2-2-11 16,-1-1-8-16,1 1 10 15,1 1-14-15,2-2 0 16,-3-2 5-16,-1 2-5 15,0-3 0-15,0 0 0 16,0-2 2-16,0-2 0 0,-8 0-2 16,-2-4 0-1,-6 4-2-15,0 0 2 0,-1 2 0 16,-3 1-5-16,0 1 10 16,0 6-13-16,-1 7 8 15,-6 0 0-15,-5 0-8 16,-4 7 8-16,1 10 0 15,7 3 0-15,10 2 1 16,6 4-10-16,9-2 5 16,3 1 3-16,0-1-9 15,17-2 8-15,6-4 0 16,6-4 1-16,2-5 0 0,0-5-6 16,-5-4 7-16,-4 0 0 15,-4 0-1-15,-6-4 2 16,1-3-2-16,-3-5 1 15,0 2 0-15,-4 2-2 16,0 2 7-16,-5 3-5 16,1 0 18-16,-2 3-11 15,1 0-1-15,-1 0-6 16,0 0 4-16,0 0-8 16,0 0-1-16,0 17 1 15,0 8-5-15,0 10 9 16,0 7 0-16,0 5 0 15,0-2 4-15,-6-1-1 16,1-6-3-16,-2-2 0 16,3-4 5-16,-1-8-3 0,2-4-2 15,3-6 0-15,0-4-12 16,0-1-40-16,0-2-38 16,0-2-12-16,0-2-14 15,0-3-50-15,3 0 50 16</inkml:trace>
  <inkml:trace contextRef="#ctx0" brushRef="#br0" timeOffset="27969.48">14070 13430 390 0,'0'0'95'0,"0"0"43"0,0 0-86 15,0 0-23 1,0 0-16-16,0 0-13 16,-1-24 0-16,1 24 8 0,19 0-7 15,11 0 17-15,6 0-16 16,4 0 1-16,5 0 13 16,-2 0-16-16,1 0 0 15,0 0-1-15,-5 0-1 16,-3 0-19-16,-6 0-19 15,-8 0 3-15,-10-2 14 16,-5-2-11-16,-7 1 1 16,0 2-69-16,-21-1-102 15,-4 0-64-15</inkml:trace>
  <inkml:trace contextRef="#ctx0" brushRef="#br0" timeOffset="28219.35">14320 13217 476 0,'0'0'182'15,"0"0"-37"-15,0 0-56 16,0 0-40-16,0 0-49 16,0 0-5-16,11 1 1 15,-11 30 8-15,0 8-4 16,0 3 0-16,0 3 0 15,0-4-6-15,0-2 6 0,0-4-8 16,0 0-14 0,0-6-35-16,0-5-33 0,0-9-70 15,0-11-150-15</inkml:trace>
  <inkml:trace contextRef="#ctx0" brushRef="#br0" timeOffset="37376.65">14898 13147 320 0,'0'0'99'15,"0"0"-15"-15,0 0-74 0,0 0 11 16,0 0 32-16,0 0-32 16,0 0 21-16,-13-71-36 15,13 68 5-15,0 2 30 16,0 1-24-16,0 0-3 15,0 0-14-15,0 0 6 16,0 0 6-16,0-2 6 16,-2 0 10-16,1 2 17 15,1 0-33-15,0 0 1 16,-3 0-13-16,3 10 2 16,-3 18-13-16,-6 12 11 15,-2 12 0-15,-5 7 2 16,-4 6 0-16,0 0-2 15,1 1 0-15,3-4 2 16,3-6-4-16,6-9 2 0,4-15-22 16,1-11-5-16,2-10-23 15,0-3-7-15,0-1-23 16,0-3-33-16,3-4-104 16</inkml:trace>
  <inkml:trace contextRef="#ctx0" brushRef="#br0" timeOffset="37618.45">15021 13362 648 0,'0'0'9'16,"0"0"15"-16,0 0-24 15,0 0 3-15,0 0-3 16,94 10 3-16,-45-2-3 15,15-4 20-15,9-2-20 16,0-2 0-16,-1 0 3 16,-7 0-3-16,-9-7-1 15,-13 0-20-15,-18 5-38 16,-18 1-39-16,-7-2-159 16,-21-3-1-16</inkml:trace>
  <inkml:trace contextRef="#ctx0" brushRef="#br0" timeOffset="37854">15338 13109 579 0,'0'0'98'16,"0"0"13"-16,0 0-56 16,0 0-30-16,0 0-24 15,0 0-1-15,-33 50 0 16,25 17 6-16,1 15-4 15,5 12-2-15,2 7 0 16,0-8-2-16,0-10 2 16,10-21-6-16,6-20-54 15,-2-15-50-15,-2-21-4 0,1-6-223 16</inkml:trace>
  <inkml:trace contextRef="#ctx0" brushRef="#br0" timeOffset="38692.16">15235 12623 126 0,'0'0'54'16,"0"0"28"-16,0 0-13 16,0 0 15-16,0 0-4 15,0 0-34-15,49-76-22 16,-19 71 21-16,9 1-44 15,9 4 33-15,7 0-12 16,8 0-10-16,11 9 6 16,17 1-18-16,13 1 0 15,10-3 3-15,7-4-2 0,-3-4-1 16,-10 0 0 0,-11 0 2-16,-15 0-1 0,-16-4-1 15,-21-4 0-15,-19 4-1 16,-15 4 1-16,-11 0-4 15,-15 0-13-15,-25 4-14 16,-24 15-11-16,-17-3-173 16</inkml:trace>
  <inkml:trace contextRef="#ctx0" brushRef="#br0" timeOffset="46037.37">16205 13229 296 0,'0'0'143'0,"0"0"-38"16,0 0-48-16,0 0 20 15,0 0-2-15,0 0-53 16,0 0 24-16,1-77-28 16,3 71-17-16,-2 0 38 0,0 1-34 15,-2 2 9 1,0-1-2-16,0 2-11 0,0 1 13 16,0 1-14-16,0 0 0 15,0 0-3-15,0 0 3 16,0 0 0-16,0 0-2 15,0 0 6-15,0 0-13 16,0 4 9-16,0 15 0 16,0 12-7-16,0 12 8 15,0 10-1-15,-8 10 0 16,-1 5 4-16,3 3-1 16,3-2-3-16,3-6 0 15,0-10-10-15,0-11-17 0,0-9-50 16,0-9-50-1,0-13-102-15</inkml:trace>
  <inkml:trace contextRef="#ctx0" brushRef="#br0" timeOffset="46315.82">16825 13185 560 0,'0'0'49'0,"0"0"-10"0,0 0 1 16,0 0-38-16,0 0-2 16,0 0 41-16,41-23-35 15,-12 23-2-15,10 0 2 16,6 0-3-16,0 0-1 15,1 2-2-15,-4 5-59 16,-8 1-31-16,-15-2-150 16</inkml:trace>
  <inkml:trace contextRef="#ctx0" brushRef="#br0" timeOffset="46510.58">16776 13347 548 0,'0'0'105'0,"0"0"-31"0,0 0 10 16,0 0-47-16,0 0-21 16,0 0-12-16,69 6 1 15,-28-1-1-15,9-3-4 16,10 2 0-16,8-1-11 16,7 0-9-16,-2-3-156 15,-8 0-188-15</inkml:trace>
  <inkml:trace contextRef="#ctx0" brushRef="#br0" timeOffset="46967.28">17683 12858 649 0,'0'0'113'15,"0"0"-78"-15,0 0-4 16,0 0-4-16,0 0-27 16,0 0 0-16,21 17-5 15,-21 38 11-15,0 15-3 16,0 9-3-16,-16 10 0 15,-2 9 9-15,0 5-6 0,1 4-3 16,1-5 0 0,5-10 6-16,0-16-4 0,1-22-2 15,2-17 0-15,2-15-4 16,2-12 6-16,0-8-2 16,-5-2 16-16,-9 0 29 15,-13-17-27-15,-15-8-18 16,-13-8 0-16,-2-2-2 15,5 1 7-15,17 8-5 16,13 9 0-16,18 10-38 16,8 7-18-16,16-1-267 15,23-8-90-15</inkml:trace>
  <inkml:trace contextRef="#ctx0" brushRef="#br0" timeOffset="47418.15">17808 12821 317 0,'0'0'84'0,"0"0"10"16,0 0 1-16,0 0-30 16,0 0 10-16,0 0-30 15,-46-49-40-15,89 49 10 16,28 0-9-16,28 3 6 15,34-3 8-15,28 2-9 16,26 0 6-16,17 1-17 16,2 4 0-16,-4 1 9 15,-6 0-9-15,-11-4 0 0,-11-4-1 16,-20 0 2-16,-25-1-7 16,-28-8 6-16,-33 1 0 15,-30 3-5-15,-25 2 5 16,-13 3-20-16,-37 0-108 15,-29-4-85-15</inkml:trace>
  <inkml:trace contextRef="#ctx0" brushRef="#br0" timeOffset="47597.48">19655 12888 566 0,'0'0'116'0,"0"0"-20"16,0 0-44-16,0 0-13 16,0 0-39-16,0 0-77 15,-32 26-62-15,-12-6-238 16</inkml:trace>
  <inkml:trace contextRef="#ctx0" brushRef="#br0" timeOffset="50198.24">18120 13217 340 0,'0'0'89'16,"0"0"-7"-16,0 0-28 16,0 0-27-16,0 0-3 15,0 0 5-15,-34-58 25 16,45 47-41-16,9-2 21 16,4 1 3-16,6 2-24 15,0 1 4-15,1 1-17 16,3 5 6-16,5 3 0 15,4 0-6-15,1 11 0 16,-3 13-1-16,-5 10 5 16,-8 3-7-16,-11 8 3 15,-16 4 0-15,-1 1-3 0,-25 1 3 16,-18 2 0-16,-9 0 2 16,1-4 2-16,-1-6-4 15,7-11 0-15,3-10 0 16,8-11-2-16,12-6 2 15,4-4 0-15,11-1 8 16,7 0 0-16,0-5 28 16,21-7-36-16,15-5 2 15,13-3-1-15,6 1-1 16,2 2 0-16,3 2-4 16,-2 2 8-16,-3 2-8 15,-2 2 2-15,-6 4 2 16,-10 2-16-16,-6 0-22 0,-11 1-26 15,-9 1-5 1,-11 1-19-16,0-3-102 0,-15-4-117 16</inkml:trace>
  <inkml:trace contextRef="#ctx0" brushRef="#br0" timeOffset="50680.25">18842 12995 570 0,'0'0'75'15,"0"0"-25"-15,0 0-50 16,0 0 0-16,0 0 12 15,0 0 4-15,48 101 17 16,-38-54-14-16,-1 6-9 16,0 2 15-16,-3-1-25 15,0-4 0-15,3-11 4 16,9-10-1-16,10-10-6 16,8-14-31-16,6-5-30 15,0-17 26-15,-5-12-23 0,-14-3 36 16,-10-3 23-1,-13 5 4-15,0 3 6 0,-3 4-5 16,-5 6 12-16,0 7 59 16,3 5-25-16,3 5 20 15,-1 0-40-15,2 8-22 16,-4 20-7-16,-3 14 0 16,-3 7 0-16,0 7-1 15,3 3 1-15,6 2 0 16,2-6-2-16,0-6-25 15,0-15-70-15,0-15-12 16,4-14-197-16</inkml:trace>
  <inkml:trace contextRef="#ctx0" brushRef="#br0" timeOffset="50832.25">19222 13648 569 0,'0'0'102'0,"0"0"49"16,0 0-92-16,0 0 3 15,0 0-62-15,0 0 0 16,0-11-4-16,-15 34-88 16,-1-3-98-16,-2-11-333 15</inkml:trace>
  <inkml:trace contextRef="#ctx0" brushRef="#br0" timeOffset="59405.74">3752 15012 230 0,'0'0'30'15,"0"0"8"-15,0 0-3 16,0 0 23-16,0 0-43 16,0 0 15-16,0 0 37 0,-2-17-52 15,1 13 35-15,1 1-28 16,-2 1-5-16,-1 0 31 15,3 1-41-15,0 1-4 16,0 0 2-16,0 0-3 16,0 0-2-16,0 0 0 15,11 0 2-15,17 0 1 16,14 0-3-16,13 0 0 16,13-6 0-16,0-6 4 15,11-3-6-15,-2-2 2 16,-2-7 0-16,-4 5 5 15,-11-1-5-15,-9 3 0 16,-10 3 3-16,-11 2-1 0,-12 6-2 16,-9 1 0-16,-9 3 1 15,0 0 21-15,0 2-22 16,-16 0 3-16,-14 5 0 16,-1 15-2-16,-2 4-1 15,3 1 0-15,5 1 0 16,0-2-2-16,9 1 2 15,-1-3 0-15,0-1-1 16,2 0 3-16,3-2-2 16,-4-2 0-16,5 0 0 15,-3-2 1-15,0 1-1 16,2 0 0-16,-3-1-1 16,4-1 4-16,0-3-3 15,5-1 0-15,0-2 0 0,-1 1-9 16,6-4 9-1,1-2-13-15,0-3 9 0,1 0-3 16,18 0 7-16,3-8 0 16,5-2 1-16,-3 1 10 15,-3 2-11-15,0 3 0 16,-2 4 4-16,3 0-1 16,-2 4-3-16,1 13 0 15,-1 7 0-15,0 5 1 16,1 3-1-16,-9 2 0 15,0 1 2-15,-6-3 2 16,-6-1-4-16,0-4 0 0,0-4 2 16,-12-3 3-16,1-6-5 15,-2 0 0-15,-2-4 2 16,0 0 2-16,3-4-4 16,2 3 0-16,-5-3-13 15,7 0-9-15,-1-1-117 16,2-5-114-16</inkml:trace>
  <inkml:trace contextRef="#ctx0" brushRef="#br0" timeOffset="59705.24">3835 15175 363 0,'0'0'100'0,"0"0"-44"16,0 0-47-16,0 0-6 15,0 0 13-15,0 0-11 16,0 0 39-16,58-12-11 16,-13 4-20-16,9-6 27 15,4-3-40-15,0 1 5 16,-4 3 0-16,-3 2-4 15,-4 5-2-15,-3 1-2 0,-7 5-35 16,-5 0 12-16,-10 0-108 16,-11 5-132-16</inkml:trace>
  <inkml:trace contextRef="#ctx0" brushRef="#br0" timeOffset="59950.36">4833 15154 487 0,'0'0'107'0,"0"0"-29"16,0 0-47-16,0 0-31 0,0 0 0 15,94-22 3-15,-51 19-1 16,11-1-2-16,1 3 0 15,0 1 1-15,-13 0-8 16,-11 0-30-16,-14 5-125 16,-14 4-70-16</inkml:trace>
  <inkml:trace contextRef="#ctx0" brushRef="#br0" timeOffset="60143.63">4751 15355 338 0,'0'0'235'16,"0"0"-183"-16,0 0-42 0,0 0 25 16,0 0-20-1,113-3 4-15,-69-4 3 0,8 0-21 16,3-1 16-16,1 1-17 16,0 3-11-16,2 0-5 15,-6-6-154-15,-8 1-301 16</inkml:trace>
  <inkml:trace contextRef="#ctx0" brushRef="#br0" timeOffset="63634.69">6229 14770 314 0,'0'0'153'0,"0"-75"-41"16,-7 39-45-16,-5 6-23 15,-3 5 28-15,0 8-40 16,0 6-21-16,-3 5-11 0,-3 3 4 16,0-1-7-16,-3 4 3 15,1 0 0-15,-3 0-8 16,3 16 8-16,0 6-1 16,1 3 0-16,4 8 2 15,9 9-9-15,9 0 8 16,0 2 0-16,16-6 2 15,10-10-2-15,4-9 0 16,5-12 0-16,4-7 1 16,2-12-8-16,0-18 7 15,-8-7 0-15,-9 0 6 16,-11 3-3-16,-5 6 11 0,-8 9 16 16,0 9-6-16,0 10-2 15,0 0-22-15,0 26 0 16,0 16-9-16,-3 15 11 15,1 10-2-15,-1 8 0 16,0 6 4-16,1 2-5 16,-5-6 1-16,-2-7 0 15,-4-12-1-15,-5-14 2 16,6-10-2-16,0-12-26 16,3-10-99-16,3-12-1 15,0-12-410-15</inkml:trace>
  <inkml:trace contextRef="#ctx0" brushRef="#br0" timeOffset="64233.61">6446 14685 498 0,'0'0'24'0,"0"0"37"16,0 0-49 0,0 0 17-16,68-73 11 0,-53 57-23 15,1 1 54-15,5-3-37 16,0 5-3-16,8-1-4 15,1 4-26-15,11 1 16 16,-1 6-17-16,-4 3 0 16,-9 2-2-16,-6 19 2 15,-15 12-3-15,-6 9 1 16,-12 10-15-16,-21 2 16 16,-7-1-41-16,1-5 12 15,8-9 27-15,8-9-10 0,10-6 13 16,10-6 0-1,3-1 1-15,0 2 4 16,6 3-2-16,7 4 2 0,5 0 27 16,-2-4-26-16,1-1 5 15,1-4 2-15,-9-2-13 16,-3-1 11-16,-5-5-11 16,-1 1 0-16,0 0 15 15,-13 2-14-15,-14 0 10 16,-4 2-2-16,-9 2-4 15,-2-1 6-15,0-2-11 16,2-2 0-16,8 0 2 16,10-4-2-16,7 3-4 15,9-1-63-15,6-1-81 16,8-6-60-16,24-2-255 0</inkml:trace>
  <inkml:trace contextRef="#ctx0" brushRef="#br0" timeOffset="64472.39">7045 15058 346 0,'0'0'130'0,"0"0"17"15,0 0-86-15,0 0 51 16,0 0-56-16,0 0-26 16,0-43-3-16,0 43-27 15,0 0 0-15,16 0-1 16,11 0 5-16,8 0 1 15,8 0-5-15,5 0 0 16,7-7 1-16,4-1 2 0,-4-1-6 16,-10 6-12-16,-7 2-92 15,-15 1-34-15,-12 0-218 16</inkml:trace>
  <inkml:trace contextRef="#ctx0" brushRef="#br0" timeOffset="67581.96">8199 14921 116 0,'0'0'79'0,"0"0"-8"16,0 0-23-16,0 0 19 16,51-92 1-16,-38 63-35 15,1-1 52-15,1-6-51 16,-2 3-5-16,1-1 8 0,-4 4-31 16,-1 5 8-1,-4 5-8-15,-4 4 0 0,-1 2 14 16,0 3-20-1,0 1 0-15,-9 2 13 0,-6 0-12 16,-9-1 5-16,-9 2-6 16,-8 0 0-16,-2 2 2 15,-4 3-2-15,4 2 0 16,-5 0 0-16,2 17 5 16,-3 4-6-16,6 7 1 15,7 4 0-15,9 7-3 16,11 3 3-16,10 1 0 15,6 1 3-15,0 2-3 16,7-3 1-16,14 1-1 16,3 0 3-16,1-3 2 0,8-3-5 15,-2-1 0-15,-1-7-1 16,-6-2 6-16,-6-6-6 16,-8-1 1-16,-5-1 0 15,-5 1 3-15,-5-1-3 16,-16 0 0-16,-7-5 4 15,-5-4 0-15,-5-4-4 16,-2-2 0-16,-3-5 0 16,-4 0 1-16,6-11-1 15,0-11 0-15,12-6 3 16,9-3 2-16,18-5-10 16,2-2 1-16,31-1-63 0,16-2 53 15,14-3-38-15,7-1 19 16,10 0 6-16,7 0 1 15,-1 3 26-15,-4 1-5 16,-9 9-23-16,-12 3-33 16,-18 6-100-16</inkml:trace>
  <inkml:trace contextRef="#ctx0" brushRef="#br0" timeOffset="68081.03">8678 14570 262 0,'0'0'70'0,"0"0"57"15,0 0-93-15,0 0 24 16,-77 97-10-16,50-46-32 16,5 4 36-16,3 1-42 15,2 2 5-15,8 0 18 16,6-2-20-16,3-3 2 0,9-3-15 15,11-9 3-15,5-7 8 16,4-9-11-16,4-13 0 16,1-9 11-16,1-3-11 15,-3-3 6-15,0-17-6 16,-2-4 0-16,-11-4 2 16,-4 2-2-16,-15 1 0 15,0 1 5-15,-27 3-2 16,-16 2 5-16,-12 5-8 15,-3 7 0-15,10 7 0 16,1 6 0-16,6 22-8 16,10 8-47-16,6-6-149 0</inkml:trace>
  <inkml:trace contextRef="#ctx0" brushRef="#br0" timeOffset="68963.44">5983 15643 485 0,'0'0'14'0,"0"0"34"16,0 0-40-16,-103-11-1 15,75 11 7-15,1 0 0 16,7 0 12-16,7 0 4 16,10-2 10-16,3 1 15 15,0 0-51-15,22 1-3 16,23-2 22-16,28 1-23 16,22-1 8-16,22 2-8 15,26 0 4-15,19 0 2 16,21 0-6-16,17 0-1 0,4 0-1 15,-1-5 4 1,-8-4 0-16,-4-1-2 0,-9 1 0 16,0-2 0-16,-10 2 0 15,-11-2 0-15,-22-3 0 16,-26-2 4-16,-31 0-2 16,-33 4 0-16,-25 2-2 15,-10 3 60-15,-13 6-46 16,-1 1-12-16,0 0-2 15,-15 0-1-15,-3 0 1 16,-3 0-25-16,2 4-15 16,0 10 15-16,0 4-52 15,2-1-82-15</inkml:trace>
  <inkml:trace contextRef="#ctx0" brushRef="#br0" timeOffset="69121.37">8802 15562 440 0,'0'0'107'15,"0"0"-10"-15,0 0-81 16,0 0-16-16,0 0-100 16,0 0-234-16</inkml:trace>
  <inkml:trace contextRef="#ctx0" brushRef="#br0" timeOffset="115951.08">6581 15966 257 0,'0'0'82'0,"0"0"-29"15,0 0 8-15,0 0-2 16,0 0-26-16,0 0-5 16,0 0 2-16,0 0-5 15,-6-67 19-15,5 64-14 0,-1-2 7 16,1 5 24-16,-1-4-49 16,1 1-7-16,-1 0 21 15,2 1-10-15,-1 0 5 16,1-3-18-16,-2 3 3 15,2 2 25-15,0 0-31 16,-3 0 0-16,3 0-3 16,0 9-5-16,0 18 5 15,0 16-3-15,0 13 6 16,5 12-4-16,1 4 4 16,-3 1 0-16,-1-1 0 15,3-4 2-15,-2-4-3 0,3-7 1 16,-2-11 0-1,-2-9 4-15,-2-12-4 0,0-11 0 16,0-8-1-16,0-3 4 16,0-3 0-16,-5 0 13 15,-14 0-1-15,-5 0 11 16,-1-2-26-16,2-6 0 16,3-1 6-16,2-1-4 15,2-1-2-15,2-2 0 16,5 0-31-16,3-7 26 15,4-7-44-15,2-5-59 16,5-7-98-16,13 1-259 16</inkml:trace>
  <inkml:trace contextRef="#ctx0" brushRef="#br0" timeOffset="116283.1">6590 15940 357 0,'0'0'109'0,"0"0"27"0,0 0-87 15,0 0-30 1,0 0 30-16,0 0-31 0,97-15 42 15,-27 15-10-15,20 0-32 16,18-5 5-16,15-1-22 16,14-4 1-16,7-3 8 15,9-3-10-15,-3-4-4 16,-8 2-10-16,-9 2-6 16,-21 3-12-16,-20 9-13 15,-25 4-23-15,-32 3 27 16,-34 18-102-16,-21 12-150 15</inkml:trace>
  <inkml:trace contextRef="#ctx0" brushRef="#br0" timeOffset="117233.22">7003 16177 538 0,'0'0'203'0,"0"0"-111"0,0 0-52 16,0 0-14 0,0 0 0-16,0 0-25 0,69-59 2 15,-35 59-1-15,6 6 5 16,4 20-7-16,0 8 0 16,-6 8 0-16,-8 3-8 15,-11 0 8-15,-12-3-12 16,-7-8 7-16,-1 2-3 15,-24-2 4-15,-8-5 4 16,-5-3 0-16,1-9-8 16,5-7 8-16,7-5 0 15,9-3 7-15,10-2-6 16,3 0 18-16,3 0-18 0,0 0 9 16,0 0-16-16,6 0 6 15,15 0 0-15,9-7 3 16,2-3 1-16,3 0-1 15,2-3-3-15,-1 0 1 16,-3 1 0-16,0-1 0 16,-5 2-1-16,-4-1 4 15,-5 0-3-15,-4 0 2 16,-2-3-3-16,-5 1 0 16,-2-1 4-16,-3-1-4 15,-1 0 0-15,-2 2 20 16,0 3-13-16,0 3 11 0,0 6 4 15,0 2-18 1,0 0 6-16,0 0-10 0,0 5-9 16,0 16 6-16,0 10 6 15,0 2-3-15,0 3 0 16,7-4 0-16,8-5-12 16,-3-4 8-16,9-9-20 15,1-4 15-15,6-10-16 16,8 0 14-16,-3-12-42 15,0-11-42-15,-3-2 67 16,-9-4-22-16,-8-1 50 16,-10 2 1-16,-3 1 67 15,0 6 23-15,-9 4-23 16,0 6-11-16,4 4 25 16,4 5-61-16,1 2-21 0,0 4-6 15,0 21-11-15,3 6 13 16,6 10 4-16,-1 5 0 15,-1 0-12-15,2 0 6 16,-2-5-19-16,2 0 6 16,0-7-23-16,0-8-73 15,-1-15-59-15,-2-9-314 16</inkml:trace>
  <inkml:trace contextRef="#ctx0" brushRef="#br0" timeOffset="118075.14">9226 15221 520 0,'0'0'100'0,"0"0"-14"16,0 0-9-16,0 0-59 15,0 0-3-15,0 0 17 16,0 0-8-16,0-20 5 16,5 18-22-16,12-3-2 15,7 1 4-15,6 1-9 0,1 0 0 16,2 3-3-1,0 0 3-15,1 0-23 0,-3 9-84 16,-4 7-52-16,-11 1-55 16,-16-2-165-16</inkml:trace>
  <inkml:trace contextRef="#ctx0" brushRef="#br0" timeOffset="118256.09">9198 15445 442 0,'0'0'213'0,"0"0"-129"16,0 0-58-16,0 0 12 16,0 0-8-16,83-1-17 0,-34-2 0 15,3 0-12 1,-2 2 0-16,-1 1-1 0,-4 0-37 16,-5 0-53-16,-12-4-83 15</inkml:trace>
  <inkml:trace contextRef="#ctx0" brushRef="#br0" timeOffset="121328.23">10361 14705 255 0,'0'0'89'16,"0"0"20"-16,0 0 10 15,0-79-54-15,0 60 6 16,0 1 6-16,0 1-34 15,0 4-5-15,0 4-12 16,0 4-19-16,0 3 41 16,0 2-48-16,0 0-12 0,0 20 3 15,0 16 5 1,0 13 2-16,-3 11 2 0,-9 12 0 16,0 1 1-16,-3-4-1 15,5-5 0-15,-3-10-2 16,3-10 2-16,4-10-22 15,2-11-28-15,4-11-42 16,0-12-4-16,0-13-108 16</inkml:trace>
  <inkml:trace contextRef="#ctx0" brushRef="#br0" timeOffset="121528.13">10250 14758 301 0,'0'0'260'15,"0"0"-158"-15,0 0-63 16,0 0-39-16,0 0-2 16,0 0-4-16,-7 5 11 15,16 3-5-15,21-1 1 16,8-5 1-16,12-2 38 16,3 0-40-16,4-14-8 15,0 5 8-15,-5-5-89 16,-7-2-200-16</inkml:trace>
  <inkml:trace contextRef="#ctx0" brushRef="#br0" timeOffset="122010.33">10841 14470 469 0,'0'0'84'0,"0"0"-26"15,0 0-23-15,0 0 6 0,0 0-41 16,0 0 7-16,-67-7 10 15,91 7-10-15,15 0 15 16,11 0 19-16,10 0-30 16,4 0 2-16,-4 0-13 15,-7 0 4-15,-11 1 3 16,-12 3-7-16,-6 3 0 16,-6 4 3-16,-6 8-1 15,-6 5-4-15,-6 9 2 16,0 13 0-16,-8 11 5 15,-16 15-5-15,-2 3 0 16,-3-3 5-16,4-6-3 16,5-15-2-16,3-4 0 15,6-12-5-15,2-10-4 16,4-8-79-16,1-13-3 0,4-4-74 16,0-11-133-16</inkml:trace>
  <inkml:trace contextRef="#ctx0" brushRef="#br0" timeOffset="122210.16">10962 14729 482 0,'0'0'205'0,"0"0"-65"16,0 0-70-16,0 0-25 16,0 0-38-16,0 0-7 15,-32-41-1-15,35 44-2 16,22 8-7-16,15 4 10 0,12-3 0 15,8-2-7 1,4-5-3-16,3 0-38 0,4-5-93 16,5 0-25-16,1 0-133 15</inkml:trace>
  <inkml:trace contextRef="#ctx0" brushRef="#br0" timeOffset="122827.26">9994 15391 305 0,'0'0'23'0,"0"0"-6"16,0 0-7-16,0 0 29 16,84-3 112-16,-16-5-82 0,21 0 13 15,16-2 7 1,13 2-39-16,10-2-32 0,6 3-14 16,-1 0 7-1,-6 2-11-15,-14 0 0 0,-14 3-3 16,-16 2 0-16,-16 0 1 15,-19 0-24-15,-20 7-67 16,-28 8 18-16,-18 0-172 16</inkml:trace>
  <inkml:trace contextRef="#ctx0" brushRef="#br0" timeOffset="123309.18">10296 15574 639 0,'0'0'113'15,"0"0"43"-15,0 0-118 16,0 0-38-16,0 0-5 15,0 0 5-15,-6 75-1 16,5-20 1-16,0 11 0 16,-1 9 0-16,1 3 5 15,1-6-4-15,0-11-1 0,0-10 0 16,0-8 0-16,0-11 0 16,1-8 0-16,2-10-3 15,-2-5 9-15,-1-6-6 16,0-3 0-16,0 0 1 15,0 0 18-15,0 0-2 16,-11-2 15-16,-8-6-13 16,-1-5-16-16,-2 2-1 15,1 0-2-15,0 1 4 16,-2-2-19-16,4 2 15 16,7 0-37-16,3-1 33 15,9-3-23-15,0-2-19 0,3-4-79 16,14-2 6-1,2 0 19-15,3-1-149 0</inkml:trace>
  <inkml:trace contextRef="#ctx0" brushRef="#br0" timeOffset="123625.38">10348 15590 613 0,'0'0'209'16,"0"0"-165"-16,0 0-17 0,0 0-12 16,0 0-15-16,0 0-3 15,38-31 3-15,13 31 0 16,28-2 15-16,16-3-13 15,20-4-2-15,10-1 7 16,4-5-3-16,-6 1-4 16,-5 0 0-16,-10 2-13 15,-14 4 4-15,-18 8 5 16,-25 0-38-16,-38 8-65 16,-22 11-195-16</inkml:trace>
  <inkml:trace contextRef="#ctx0" brushRef="#br0" timeOffset="124358.24">10689 15775 596 0,'0'0'118'15,"0"0"18"-15,0 0-100 16,0 0-19-16,0 0-14 16,0 0 2-16,-2-39-3 15,2 39-2-15,20 0 0 16,13 0-1-16,10 5 6 0,5 8-4 16,-2 2-1-16,-7 9 0 15,-12 10-9-15,-12 6 2 16,-15 6-60-16,0 0 49 15,-26 0-19-15,-14-6-11 16,-7-3 6-16,1-10 29 16,4-7 3-16,8-12 10 15,9-5 0-15,9-3 66 16,6 0 31-16,6 0-20 16,4 0-49-16,8-4-21 15,23-8-12-15,15-3 5 0,14-3 0 16,4 0 1-1,-2-1 2-15,-5 3-3 0,-10 3 0 16,-13 3 1-16,-13 4 3 16,-12 4-4-16,-8 2 0 15,-1 0-1-15,0 0 1 16,0 12 0-16,0 6 0 16,-1 4 1-16,-5 4 2 15,1 0-3-15,5-4-9 16,0-4 2-16,0-4-20 15,14-8-18-15,8-6 13 16,6-6 11-16,8-21 11 16,3-9-63-16,-5-5 57 15,-4 3 16-15,-12 5 2 16,-6 12 116-16,-9 8 4 0,-3 8-72 16,0 5-1-16,0 0-49 15,0 18-16-15,0 13 9 16,-7 12 9-16,-6 6-2 15,1 4 0-15,1-2 4 16,3-4-13-16,4-9 9 16,2-8-27-16,2-6 17 15,0-9-93-15,0-10-49 16,0-5-309-16</inkml:trace>
  <inkml:trace contextRef="#ctx0" brushRef="#br0" timeOffset="125105.68">12075 15141 627 0,'0'0'51'16,"0"0"-26"-16,0 0-25 15,0 0-4-15,0 0 4 16,0 0 55-16,36-8-33 15,-7 7-15-15,7-2 13 16,4 3-19-16,-1 0-2 16,-1 0-2-16,-3 0-88 15,-9 8 6-15,-11 1-160 16,-13 2-25-16</inkml:trace>
  <inkml:trace contextRef="#ctx0" brushRef="#br0" timeOffset="125284.24">12095 15327 602 0,'0'0'99'16,"0"0"-85"-16,0 0 54 15,0 0-7-15,0 0-42 16,96 0-4-16,-56 0-12 16,7 0-3-16,4-2 0 15,-3 2-13-15,0 0-74 16,-8-5-59-16,-10-2-283 15</inkml:trace>
  <inkml:trace contextRef="#ctx0" brushRef="#br0" timeOffset="140076.92">13453 14939 117 0,'0'0'86'0,"0"0"-22"15,0 0 39-15,0 0-30 16,0 0 5-16,0 0-13 16,0 0-40-16,-24-60 33 15,24 45-57-15,0 0 1 16,4-2 14-16,1 1 8 16,-2 5 18-16,-1 1-18 15,-1 5-1-15,-1 1 15 16,0 4-29-16,0 0 9 15,0 0-4-15,0 0-10 16,0 0 3-16,0 0-7 16,0 8 0-16,0 17-10 0,0 17 10 15,0 13 0-15,-3 11 0 16,-15 6 3-16,-6 3 1 16,-3-4-4-16,5-9 0 15,8-16 2-15,7-16-2 16,7-11-15-16,0-10-16 15,0-9-44-15,0 0 0 16,10-14 19-16,11-16-264 16</inkml:trace>
  <inkml:trace contextRef="#ctx0" brushRef="#br0" timeOffset="140293.24">13429 15101 218 0,'0'0'64'0,"0"0"16"16,0 0 33-1,-19-76-61-15,2 73-45 0,-1 3 1 16,-2 0 12-16,4 0-13 15,3 3 6-15,7 3-8 16,5 0-3-16,1 4 23 16,0-3-24-16,14 4 19 15,12-3 8-15,6 1-14 16,6-4 2-16,2-2-12 16,6-3 1-16,1 0 5 15,0 0-10-15,-5 0-35 16,-7-11-67-16,-9-9-225 15</inkml:trace>
  <inkml:trace contextRef="#ctx0" brushRef="#br0" timeOffset="140725.5">14020 14726 608 0,'0'0'23'16,"0"0"8"-16,0 0-28 16,0 0 4-16,0 0 3 0,-80-19-7 15,80 19 42 1,0 5-29-16,5 2-16 0,17 4 0 15,8 3 0-15,10-1 11 16,11-4-7-16,2-7-4 16,6-2 18-16,-1-4-9 15,-4-9 9-15,-5 3-13 16,-10 8-2-16,-9 2 3 16,-11 8-6-16,-7 21-6 15,-12 9 5-15,0 9 2 16,-18 3-1-16,-11 1 0 15,-4 2 0-15,1 0 4 0,4-4-4 16,8-5 0 0,4-9-4-16,6-8-49 0,-1-7-8 15,2-11-44-15,2-9-186 16</inkml:trace>
  <inkml:trace contextRef="#ctx0" brushRef="#br0" timeOffset="140942.34">14061 14933 568 0,'0'0'5'0,"0"0"51"16,0 0-18-16,0 0-19 15,0 0-19-15,0 0 0 16,-28-42 3-16,53 51 8 16,14-1-3-16,16 0 40 0,12-5-25 15,10-1 0-15,8-2-23 16,-5 0 2-16,-8 1 3 15,-9 2-5 1,-10 2-46-16,-12-2-123 0</inkml:trace>
  <inkml:trace contextRef="#ctx0" brushRef="#br0" timeOffset="141774.45">13436 15512 321 0,'0'0'19'16,"0"0"88"-16,0 0-65 16,0 0-28-16,0 0-14 15,0 0 0-15,-40-8 4 16,39 8-4-16,1 0 59 0,0 0-8 16,28 0-31-1,26 0 8-15,25-6-18 0,21 0 8 16,28 1 25-16,15-2-22 15,20 0-1-15,8-2-20 16,1-1 1-16,-13 3 5 16,-18 4-3-16,-31 0-3 15,-26 3 5-15,-28 0-1 16,-23 0-7-16,-18 0 3 16,-15 10-14-16,0 6 7 15,-27 4-58-15,-25-3-56 16,-21-5-442-16</inkml:trace>
  <inkml:trace contextRef="#ctx0" brushRef="#br0" timeOffset="142640.97">13156 15671 494 0,'0'0'72'0,"0"0"-8"15,0 0 35-15,0 0-48 16,0 0-1-16,0 0-15 16,-8-25-23-16,8 25 8 15,0 0-20-15,0 8 0 16,6 14 1-16,8 7-1 16,4 7 0-16,0 5 2 15,0 2 3-15,4-2-5 0,2-6 0 16,3-11 0-16,10-12-12 15,3-12 12-15,4 0-3 16,-1-20 2-16,-7-6 2 16,-8 0-2-16,-10-2 1 15,-11 1 0-15,-5 3 5 16,-2 4-3-16,0 6-2 16,0 7 7-16,-5 7 1 15,-3 0-8-15,-2 3 0 16,-3 18 0-16,-5 10-1 0,4 12 1 15,4 8 0 1,7 4-3-16,3 1 7 0,0-5-8 16,2-3 4-16,10-7 0 15,1 1 0-15,2-6 0 16,0-2-27-16,1-3-62 16,-5-16-72-16,-2-11-295 15</inkml:trace>
  <inkml:trace contextRef="#ctx0" brushRef="#br0" timeOffset="142819.09">13788 16199 494 0,'0'0'297'0,"0"0"-180"16,0 0-77-16,0 0-28 0,0 0-12 15,0 0 0-15,0-58 3 16,0 58-3-16,0 0-52 15,3 0-82-15,3 7 56 16,3 3-55-16,2-3-282 16</inkml:trace>
  <inkml:trace contextRef="#ctx0" brushRef="#br0" timeOffset="143422.94">14128 16119 615 0,'0'0'66'16,"0"0"37"-16,-3-85-74 15,3 57 2-15,3-6-30 16,2-1 15-16,-3-2 13 15,-2 0-17-15,0 5 6 16,0 6-11-16,-16 7-6 16,-4 5 9-16,-7 7-10 15,-1 5-5-15,1 2 0 16,6 0 2-16,3 7-7 0,4 11-23 16,7 7 15-1,3 9 5-15,4 5 13 0,0 6 0 16,0 5 1-16,6 3 0 15,10 3 5-15,6-1 1 16,-5 1-7-16,0-7 17 16,-7-5-17-16,-9-9 0 15,-1-8 3-15,0-8 0 16,0-4 1-16,-9-8-4 16,-6-7 0-16,2 0 5 15,-7-11-5-15,-1-17 0 16,-1-3-1-16,1-3 4 15,5-3-2-15,4 3-1 0,7 3 0 16,5 2-8-16,0 1 8 16,21 0-21-16,13-3 12 15,14-8-20-15,14-2-1 16,4-4-7-16,3 3 33 16,-3 4-11-16,-5 11 15 15,-7 11-6-15,-11 9-10 16,-6 7-43-16,-11 0-80 15,-14 3-145-15</inkml:trace>
  <inkml:trace contextRef="#ctx0" brushRef="#br0" timeOffset="143907.15">14698 15969 443 0,'0'0'179'15,"0"0"-83"-15,5-107 16 16,-8 66-63-16,-19 4 9 16,-2 8-44-16,-8 9-12 15,-4 14 3-15,-3 6-3 16,-3 0-4-16,3 19 1 15,9 8 1-15,9 14-7 0,17 5 7 16,4 5-3-16,13 2-1 16,16-9 4-16,7-14-1 15,5-17-14-15,2-13 15 16,-4 0 5-16,-6-10-5 16,-8-4 0-16,-10 5 6 15,-6 1-6-15,-9 6 7 16,0 2-7-16,-12 0 0 15,-13 0-4-15,2 12 4 16,-3 10 0-16,7 7-5 16,4 9 7-16,4 5-2 15,0 5 0-15,3 4 0 16,3-1-3-16,5 0 3 0,0-5-3 16,21-6-14-1,15-12-82-15,2-18-88 0,-5-10-442 16</inkml:trace>
  <inkml:trace contextRef="#ctx0" brushRef="#br0" timeOffset="144505.32">14998 16066 535 0,'0'0'95'0,"20"-74"46"16,-9 37-40-16,-3 2-47 16,-4 3-34-16,-1 5-13 15,-1 3-7-15,-2 3 0 16,0 7-3-16,-18 6 3 15,-8 8-28-15,-2 0 12 16,1 10 3-16,-1 13 10 16,1 9 3-16,2 9 0 15,4 8-16-15,6-3 12 16,9-1-1-16,6-3 1 16,0-3 8-16,13-3-8 0,10-2 4 15,1 0 0-15,-8-3 12 16,-6-1-12-16,-5-3 0 15,-3-3 10-15,-2-3-10 16,0-2 6-16,-4-8-6 16,-6-4 0-16,0-7 10 15,-1 0-10-15,-2-1 0 16,1-15 9-16,0-4-8 16,-1-6 2-16,3-4-3 15,0-2 0-15,7-1-10 16,3-2 10-16,0 3-45 15,21-1-7-15,12 2-14 0,7 3 23 16,5-1 18 0,8 3 16-16,-2 3-3 0,2-1 12 15,-1 4-8-15,0 4-6 16,-3 3-51-16,2-1-88 16,-8 4-79-16</inkml:trace>
  <inkml:trace contextRef="#ctx0" brushRef="#br0" timeOffset="144905.02">15479 15858 247 0,'0'0'155'0,"0"0"5"16,7-76-42-16,-7 52-30 15,-6 2-20-15,-9 7-21 16,-4 6-38-16,-4 9-7 16,-2 0-2-16,-4 9 0 0,0 19 3 15,3 13-3-15,0 12 0 16,3 5-1-16,7 0 5 15,11-8-5-15,5-15 1 16,12-17-3-16,18-14-10 16,3-4 13-16,-3-4 0 15,0-13-1-15,-8-2 9 16,-4-4-12-16,-6 1 4 16,-9 2 0-16,-3 3 10 15,0 4-10-15,0 5 0 16,-6 4 4-16,-6 4-4 15,0 8 2-15,-6 21-2 16,-3 15 0-16,-6 9 5 0,-9 9-5 16,-4 5 0-16,1 3 4 15,13-5-4-15,21-2 0 16,6-10 0-16,32-5 0 16,3-9-12-16,-1-14-52 15,-3-18-130-15,-1-7-268 16</inkml:trace>
  <inkml:trace contextRef="#ctx0" brushRef="#br0" timeOffset="145368.71">15616 15347 315 0,'0'0'174'0,"0"0"-169"16,0 0 12-16,0 0 48 15,0 0 21-15,81 4-55 16,-36-4 0-16,5-2 2 16,6-7-27-16,-3 3-5 15,-4 2-1-15,-9 4-75 16,-9 0 1-16,-13 0-141 0,-16 0-96 16</inkml:trace>
  <inkml:trace contextRef="#ctx0" brushRef="#br0" timeOffset="145541.85">15702 15533 555 0,'0'0'75'15,"0"0"-69"-15,0 0 43 16,0 0-9-16,79 17 3 16,-36-15-16-16,2-2-24 15,3 0 5-15,-5 0-8 16,-1 1-20-16,-11-1-67 15,-11 0-171-15</inkml:trace>
  <inkml:trace contextRef="#ctx0" brushRef="#br0" timeOffset="170612.52">16627 15124 238 0,'0'0'45'0,"0"0"89"16,0 0-78-16,0 0 17 16,0 0-19-16,0 0-3 15,0 0 37-15,-8-63-63 16,7 50 14-16,1-1-24 0,0 7 9 15,0 0 0-15,0 4-24 16,0 0 0-16,0 3 8 16,0 0-7-16,0 0-2 15,0 6-3-15,0 23 4 16,-3 17-1-16,-10 17 1 16,-8 11 0-16,-5-1 13 15,-4-4-9-15,7-11-4 16,6-15 0-16,4-16 3 15,8-10-3-15,5-10 0 16,0-4 0-16,0-3 1 0,0 0 1 16,0 0-2-1,0 0 0-15,0-7-76 0,6-7-99 16,2-7-141-16</inkml:trace>
  <inkml:trace contextRef="#ctx0" brushRef="#br0" timeOffset="170847.23">16494 15294 299 0,'0'0'43'16,"0"0"13"-16,0 0-26 15,0 0-6-15,0 0 11 16,0 0-14-16,-59 0 17 16,59 5 16-16,6 1-34 15,16-3 24-15,8 1 32 0,8-3-25 16,8-1-11-1,6 0-36-15,6-5-3 0,0-8 9 16,0-3-10-16,-3-1 0 16,-7 5 0-16,-10 7-45 15,-11 3-103-15,-15-3-212 16</inkml:trace>
  <inkml:trace contextRef="#ctx0" brushRef="#br0" timeOffset="171297.31">17367 14947 475 0,'0'0'92'16,"0"0"-22"-16,0 0-14 0,0 0-11 15,0 0-44-15,0 0 17 16,0-2-4-16,0 23 6 16,-6 10 31-16,-2 13-24 15,1 5-16-15,1 7 15 16,-1 2-25-16,4-3-1 16,3-6 4-16,0-12-3 15,0-10-1-15,0-7 0 16,3-5-11-16,4-2-30 15,-6-1-112-15,-1-8-104 16</inkml:trace>
  <inkml:trace contextRef="#ctx0" brushRef="#br0" timeOffset="171516.24">17661 15216 587 0,'0'0'63'16,"0"0"-7"-16,0 0-45 15,0 0-16-15,0 0 5 16,0 0-1-16,9 7-2 16,-2 7 3-16,-1 1-1 15,0-8-124-15,0-7-356 16</inkml:trace>
  <inkml:trace contextRef="#ctx0" brushRef="#br0" timeOffset="172494.83">17990 14983 432 0,'0'0'42'0,"0"0"38"15,0 0-33-15,0 0 5 16,0 0 62-16,0 0-79 16,-10-7-15-16,10 7-7 15,0 12-12-15,0 9-2 16,-2 12-1-16,2 9 2 16,0 6 17-16,0 0-17 15,0-2 0-15,3-9 5 16,14-9-4-16,10-7 2 15,8-15-3-15,13-6 0 0,7-13 2 16,-1-18-2-16,-6-7-26 16,-14-4 24-16,-15 2 4 15,-13 2 0-15,-6 6-2 16,0 10 1-16,-7 9-3 16,-6 8 2-16,4 5-3 15,1 0-3-15,0 10 8 16,-2 16-5-16,3 9 1 15,-1 5 2-15,5 9 2 16,0-2-2-16,3 1 0 0,0-3 0 16,3-6 4-1,12-3-8-15,8-5-8 0,0-14-131 16,3-16-164-16</inkml:trace>
  <inkml:trace contextRef="#ctx0" brushRef="#br0" timeOffset="173127.89">18593 15100 489 0,'0'0'69'0,"0"0"14"16,0 0-73-16,0 0 9 15,0 0-14-15,0 0-5 16,-3-43 32-16,12 40-8 16,7 3-8-16,2 0-10 0,6 3-6 15,0 9 32-15,1 5-30 16,-2 3-2-16,1-1 16 16,-1 6-14-16,-3 0 7 15,-7 4-9-15,-8 4 0 16,-5-1 5-16,-3 1-5 15,-20-3 0-15,-6-4 8 16,-7-1-5-16,-2-8-4 16,1-2 1-16,4-6 0 15,6-6 4-15,8 0-4 16,8-3 0-16,6 0 0 16,5 0 2-16,0 0-4 15,0 3-2-15,13-2 4 16,18-1 18-16,8 0-17 0,8 0 5 15,4 0 8-15,0 0-11 16,1-7-1-16,-3 0-2 16,-2 2 0-16,-6 1-1 15,-3 1 1-15,-11 3-27 16,-9 0-43-16,-8 0-26 16,-10 0-20-16,0 8-171 15</inkml:trace>
  <inkml:trace contextRef="#ctx0" brushRef="#br0" timeOffset="175528.79">19552 15157 366 0,'0'0'122'0,"0"0"-48"16,0 0-13-16,0 0-48 0,0 0 38 15,27-74-11-15,-23 61-9 16,-1 1-5-16,-2-2-19 16,1-1 7-16,0 1-14 15,-2 0 0-15,0 1 24 16,0 0-23-16,0 0-1 15,-4 1 6-15,-4 0-6 16,-4 3 0-16,-6 2-3 16,0 4 3-16,-7 3-4 15,1 0 4-15,0 6 0 16,4 8 2-16,1 8 2 16,6 1-8-16,8 7 3 15,5 4 1-15,0 6-9 0,9 4 9 16,15 1-4-1,4-1 0-15,4 0 8 0,0-4-3 16,-2 0-1-16,-4-2 0 16,-7-5-4-16,-6-4 4 15,-10-4 0-15,-3-4-2 16,0-8 2-16,-11-5 0 16,-12-5 0-16,-7-3 1 15,-1 0 14-15,-5-14-8 16,1-9-4-16,2-2 32 15,4-3-17-15,10 0 0 16,7 0-18-16,9 6 2 0,3 0-5 16,6-3 3-1,24 1-9-15,11-2 0 0,9-1-7 16,5 3 2-16,-1 0-9 16,-1 4-11-16,-2 6 12 15,-5 5-92-15,-10 6-52 16,-15 3-162-16</inkml:trace>
  <inkml:trace contextRef="#ctx0" brushRef="#br0" timeOffset="176207.79">20283 15187 439 0,'0'0'76'16,"0"0"43"-16,0 0-98 15,0 0-6-15,0-83 12 16,-7 63 23-16,0 1-29 16,-2 2-20-16,-4 1 26 0,-2 4-25 15,-4 3 1-15,-1 3-3 16,-2 4 0-16,0 0 0 16,-1 2 0-16,2 0 0 15,-1 8-3-15,1 10 3 16,5 6-1-16,2 7 0 15,5 3 1-15,6 3 0 16,3 4 0-16,0 5 0 16,8-1 2-16,11 2 0 15,6-5 1-15,2-3-3 16,-1-1 0-16,-2-5 7 16,-8-4-7-16,-7-3 0 15,-5-3 2-15,-4-6 0 0,0-3 2 16,-4-4-4-16,-14-6 0 15,0-3 10-15,-6-1-10 16,-4-7 0-16,0-15 11 16,-2-5-11-16,3-7 8 15,5-1-7-15,8 3 3 16,10 7 6-16,4 7-10 16,1 1-18-16,18 1 12 15,8 0-6-15,6-2 10 16,3-1-5-16,4 2 7 15,5 0 0-15,-3 3 0 16,1 2-13-16,-1 2-52 0,-6 2-31 16,-4-3-141-1</inkml:trace>
  <inkml:trace contextRef="#ctx0" brushRef="#br0" timeOffset="176891.05">20858 15204 629 0,'0'0'34'0,"0"0"35"16,0 0-55-16,50-81-3 16,-47 61 13-16,-3 0-11 15,-2 0 6-15,-19 4-19 16,-9 1 0-16,-5 8-1 16,-1 4 2-16,-1 3-2 15,1 5 0-15,3 15 1 16,3 4 0-16,6 8 0 15,7 2 0-15,11 1-2 16,6 2 2-16,0-6-3 16,23-8-31-16,11-11-20 0,4-8 52 15,1-4-5-15,-8 0 7 16,-4-14 6-16,-8-1-2 16,-4-2 9-16,-7 0 38 15,-5 8-5-15,-3-1-10 16,0 7-9-16,0 3-22 15,0 0-5-15,0 15-4 16,-6 9 1-16,-11 9 3 16,-4 9 0-16,-1 4 3 15,-2 5-3-15,3 2 0 16,3 4 1-16,2-1 4 16,1 1-5-16,2-5 0 15,4-3 0-15,1-5 2 0,5-9-2 16,2-12 0-1,1-9-3-15,0-9 6 0,0-3-3 16,0-2 0-16,0 0 1 16,6-2 7-16,4-10-8 15,2-2 0-15,-3 0-8 16,0 1 3-16,-1 3-31 16,-4 6-24-16,-4-2-79 15,0 2-195-15</inkml:trace>
  <inkml:trace contextRef="#ctx0" brushRef="#br0" timeOffset="178873.92">21118 15270 359 0,'0'0'117'0,"0"0"-48"16,0 0-3-16,0 0-35 15,0 0 30-15,2-77 9 16,-1 63-21-16,2 5-2 16,0 2-37-16,3 6-9 15,6 1 11-15,6 0-12 16,6 0 0-16,2 10 0 16,0 2 1-16,-4 3 0 15,-4 2-1-15,-1 3 0 16,-1 3 2-16,-6 6-2 0,-4 3-8 15,-6 2 2-15,0 3-13 16,-7-2 6-16,-18-3-12 16,-8 0 25-16,0-7-15 15,-5-4 15-15,2-5-1 16,3-6 0-16,7-3 2 16,10-3 0-16,7-1-1 15,7-2 0-15,2 1-4 16,0 1 4-16,11-3 0 15,21 0 0-15,12 0 3 16,8-5 1-16,2-6-4 16,-4-2 0-16,-2 2 6 0,-3 2-6 15,-5 2-6-15,-5 4-2 16,-6 3-89-16,-6 0 0 16,-8 0-178-16</inkml:trace>
  <inkml:trace contextRef="#ctx0" brushRef="#br0" timeOffset="179442.75">21664 15170 467 0,'0'0'19'0,"0"0"23"16,0 0-36-16,0 0 13 15,0 0 17-15,104 0-19 16,-80 12-7-16,-1 2-10 16,-2 2 4-16,-6 2 22 15,-5 4-23-15,-7 6-2 16,-3 5 12-16,0 1-13 15,-10-1 4-15,-4-1-4 16,-4-3 0-16,2-6 5 0,2-3-5 16,1-3 0-1,4-7 3-15,0-2-1 0,3-4-1 16,3-1-1-16,-2 0 0 16,3 1 4-16,2-1-4 15,0 0 0-15,0 1 3 16,0 1-2-16,7-3 9 15,11 0-5-15,7-1 6 16,8-1 38-16,1 0-47 16,2 0-1-16,-3-8 13 15,0-1-14-15,-5 1 9 16,-3 0-9-16,-6 4 1 16,-3 1-1-16,-7 3 0 15,-2 0-11-15,-1 0-3 16,-4 0-39-16,-2 0 29 0,0 0-2 15,0 0-5-15,0 7 17 16,-8 6-85-16,1-6-153 16</inkml:trace>
  <inkml:trace contextRef="#ctx0" brushRef="#br0" timeOffset="179585.32">22094 15570 446 0,'0'0'199'16,"0"0"-77"-16,0 0-33 15,0 0-30-15,0 0 16 16,0 0-62-16,0-59-13 16,-8 66-42-16,-14 9-84 0,-6-5-52 15</inkml:trace>
  <inkml:trace contextRef="#ctx0" brushRef="#br0" timeOffset="193540.08">4679 17125 178 0,'0'0'77'16,"0"0"-36"-16,0 0-13 0,0 0-21 15,0 0 14-15,0 0 31 16,0 0-17-16,0 0-12 16,-8-19 20-16,3 16-35 15,2-1 24-15,-2 3 4 16,2 1-23-16,0-2-3 16,2 2-5-16,-1-1-5 15,2 0 1-15,-1-2 0 16,1-1 18-16,0-4-17 15,0-4 11-15,0-2 6 16,0 0-18-16,0-1 0 0,1 6 3 16,1 0-2-1,-2 1 26-15,1 4-24 0,-1 2 8 16,0 2 13-16,2 0-25 16,-2 0-5-16,0 14 1 15,1 19 4-15,-1 18-3 16,0 13 3-16,0 11 0 15,0 6 11-15,0-2-11 16,0-2 5-16,0-4-2 16,0-13 1-16,5-9 2 15,-2-11-6-15,2-10 0 16,1-13 4-16,-2-5-2 16,-1-7-2-16,-3-5 1 15,1 0 1-15,2-2 10 0,3-15-12 16,1-10-136-16,0-7-99 15</inkml:trace>
  <inkml:trace contextRef="#ctx0" brushRef="#br0" timeOffset="194407.67">4429 17009 60 0,'0'0'144'0,"0"0"-68"15,0 0-29-15,0 0 18 16,0 0-1-16,0 0 11 15,-72-56-58-15,71 47 17 16,1 1-3-16,0-1-15 16,0-1-3-16,0 1 5 15,11-1-16-15,3 0-2 0,0 0 3 16,3 1-2-16,0-3 0 16,11 4-1-16,5 0 0 15,7-1-3-15,2-1 3 16,4 1-2-16,-1 2 2 15,-3 3-7-15,-4 3 1 16,-6 1-6-16,-7 0 12 16,-6 1-10-16,-1 12 10 15,-7 4 0-15,1 3 1 16,-3 3 1-16,0 0-1 16,-3 6-1-16,0-2 0 15,-2 3 3-15,2 2-1 16,-4 2-2-16,-2 3 3 0,0-1 6 15,-8-3 12-15,-8-2-13 16,-6-6 11-16,-4-3 24 16,-4-4-38-16,-1-2 11 15,-3-7 5-15,2 1-9 16,7 0 4-16,4-8-16 16,6 3 1-16,9-4 0 15,6-1-1-15,0 0-80 16,12 0-105-16,18 0-31 15</inkml:trace>
  <inkml:trace contextRef="#ctx0" brushRef="#br0" timeOffset="195904.78">5215 17384 275 0,'0'0'78'0,"0"0"-22"16,0 0 23-16,0 0-6 15,0 0-11-15,0 0 0 16,0 0-14-16,-11 0 25 16,11 0-29-16,-1 0-14 15,1-1 14-15,0-2-35 0,0 0-1 16,0 0-8-1,22-5 2-15,11-1-3 0,9-3 1 16,5 3 0-16,3-2-10 16,-1 2-2-16,-6 4-25 15,-1 1 1-15,-12 4-23 16,-9 0-3-16,-11 0-5 16,-10 16-22-16,-3 6-6 15,-22 0-54-15,-11 2-72 16</inkml:trace>
  <inkml:trace contextRef="#ctx0" brushRef="#br0" timeOffset="196121.06">5252 17548 142 0,'0'0'150'16,"0"0"-70"-16,0 0-35 16,0 0 32-16,0 0-23 15,0 0 7-15,12 10-29 16,10-9 5-16,1 1-16 15,7-1-18-15,2-1-1 16,4 0 13-16,3 0-15 16,1 0 0-16,3-6-3 15,-1-2-2-15,-1 0-21 16,-1 0-69-16,-9 5-80 16,-4-6-148-16</inkml:trace>
  <inkml:trace contextRef="#ctx0" brushRef="#br0" timeOffset="-91898.75">6223 17330 238 0,'0'0'64'15,"0"0"-9"-15,0 0-28 16,0 0 65-16,0 0-9 16,0 0-29-16,0 0 17 15,-28-75-43-15,22 68 51 16,3 0-49-16,-2-2-3 0,2 1 6 15,2 2-15-15,-2 0-18 16,1 2 13-16,1-2-13 16,-1 2 0-16,1-1 3 15,-2-1-1-15,0 0 2 16,-1 4 0-16,0-4-3 16,2 2 29-16,0 3-27 15,1-2-1-15,1 1 3 16,0 2-4-16,0 0-2 15,0 0-4-15,-5 0-8 16,2 13 11-16,-6 15-9 16,0 9 11-16,0 12-3 15,2 1 7-15,4 4-7 16,3-6 3-16,0-4-23 0,1-7 15 16,13-11-14-16,2-7 4 15,2-9 11-15,3-10-8 16,4 0 15-16,-1-17 2 15,3-12-1-15,-3-8 19 16,-5-2-18-16,-7-4 2 16,-4-1 16-16,-8 2-11 15,0 2 6-15,-5 4-11 16,-16 3 4-16,-4 5-2 16,-8 7-6-16,-7 8-7 15,-2 9 4-15,-11 4-1 16,-3 4 3-16,1 14-15 15,6 3-19-15,16-1 34 0,18 0-46 16,14-1-73-16,1-1 37 16,13-3-22-16,15-5-19 15,10-8 0-15</inkml:trace>
  <inkml:trace contextRef="#ctx0" brushRef="#br0" timeOffset="-91687.64">6530 17394 690 0,'0'0'119'0,"0"0"-20"0,0 0-78 16,0 0-18-16,0 0-2 15,0 0-2-15,0-20-11 16,2 20-72-16,-1 0-10 15,-1 0 23-15,0 3-26 16,-4 3-159-16</inkml:trace>
  <inkml:trace contextRef="#ctx0" brushRef="#br0" timeOffset="-91081.8">6869 17386 432 0,'0'0'122'15,"0"0"-81"-15,0 0-40 16,0 0 33-16,0 0-9 15,0 0 17-15,0 0-27 16,8-62-3-16,-4 42 8 16,-4-2-8-16,0-6-6 15,0-2 52-15,0-1-51 16,-18 0 4-16,-6 6 7 0,-3 8-14 16,-4 6 0-16,1 10-4 15,3 1-2-15,8 4-13 16,7 12 7-16,10 4-26 15,2 1 7-15,2 3-5 16,19-2 28-16,7 1-1 16,7-3 4-16,2-1-9 15,-6-8 8-15,-9-5 0 16,-8-3 1-16,-11-3 2 16,-3 0 8-16,0 0 39 15,0-14-25-15,0-1 0 16,-11-2-22-16,-2 5 27 15,3 4 10-15,4 4-32 0,3 4 5 16,3 0-11 0,0 0-11-16,0 12 3 0,0 17 7 15,9 8 1 1,4 10 0-16,-3 4 1 0,-2 2 0 16,0 0-1-16,-4-1-5 15,-4-7-11-15,0-3-82 16,0-16-15-16,-3-6-137 15</inkml:trace>
  <inkml:trace contextRef="#ctx0" brushRef="#br0" timeOffset="-89233.33">7215 17299 172 0,'0'0'71'16,"0"0"41"-16,0 0-31 16,0 0 1-16,0 0-6 15,-12-78-10-15,10 64-36 16,0 2 42-16,2 1-38 15,0 0-22-15,0 0-1 16,4 1-11-16,13 1 0 16,2 1-5-16,6-1 5 15,2 6 0-15,0 3-2 0,-3 0 2 16,-2 3 0-16,-4 20-8 16,-6 9-13-16,-7 8 18 15,-1 7-28-15,-4 1-3 16,0-1 12-16,-1-4-14 15,-13-4 4-15,1-8 7 16,-3-7 19-16,-1-5 2 16,2-9 4-16,-3 1 0 15,3 0 13-15,3-3-9 16,6-2-1-16,3-1-3 16,3-5 0-16,0 0 1 15,0 0-1-15,6 0 0 16,12 0 10-16,9 0 5 0,3 0 6 15,2 0 0 1,6-11-13-16,-1 0 18 0,-1-6-20 16,1 5-2-16,-7 2 5 15,-6 1-8-15,-3 4-1 16,-5 5-3-16,-8 0-42 16,-8 0-51-16,0 14-165 15,-15-4 39-15</inkml:trace>
  <inkml:trace contextRef="#ctx0" brushRef="#br0" timeOffset="-88451.52">7827 17274 170 0,'0'0'33'15,"0"0"12"-15,0 0 3 16,0 0 19-16,0 0 0 15,0 0 14-15,7-75-43 16,-1 64 8-16,1 1-16 16,7 0-21-16,5-1 1 15,2 3-10-15,3 2 1 0,-1 6 0 16,-3 0-1-16,1 2-2 16,-6 15-1-16,-3 7-4 15,-9 8 2-15,-3 8-9 16,-6 6-14-16,-15 3-32 15,-3 1-44-15,-1-9-15 16,7-7 39-16,0-9 62 16,2-9 18-16,8-6 14 15,2-7 29-15,0-1 40 16,5-2-7-16,-1 0-63 16,2 0-11-16,0 0-2 15,0 0-15-15,6 0-9 16,9 0 24-16,5 0 47 15,3-5-29-15,3-4 24 16,-3 1 5-16,5-1 17 0,-3-1 2 16,5 3-39-16,-2-1-26 15,-3 0 13-15,-8 7-14 16,-5-2 0-16,-8 3-3 16,-4 0-4-16,0 0-49 15,-9 4 13-15,-15 12 34 16,-5 1-70-16,-1-1-128 15</inkml:trace>
  <inkml:trace contextRef="#ctx0" brushRef="#br0" timeOffset="-86752.31">8333 17062 129 0,'0'0'2'16,"0"0"31"-16,0 0 14 15,0 0 11-15,81-26-26 16,-60 23-9-16,5-4 17 16,2-1 15-16,2 2-8 15,1 1 6-15,0 4-14 16,-2 1-27-16,-6 0 3 0,-2 13-14 16,-6 7 1-16,-4 3-2 15,-4 8 0-15,-7 2 21 16,0 9-15-16,0 5 3 15,-7-1 6-15,-2 1-11 16,1-2-2-16,2-4-2 16,-1-2 0-16,4-6 4 15,0-4-4-15,0-2-13 16,0-8-35-16,-1-6-120 16,2-6-58-16</inkml:trace>
  <inkml:trace contextRef="#ctx0" brushRef="#br0" timeOffset="-86486.43">8425 17452 568 0,'0'0'88'16,"0"0"-34"-16,0 0-46 15,0 0-5-15,0 0-3 16,0 0 0-16,10-18 4 15,20 14-3-15,9-3 7 16,6-8-8-16,2 1 2 16,1-3 0-16,0-2-2 15,-3-1-24-15,2 1-25 0,-3 4-35 16,-1 4-17 0,-6 1-58-16,-4 1-144 0</inkml:trace>
  <inkml:trace contextRef="#ctx0" brushRef="#br0" timeOffset="-85920.16">9182 16908 395 0,'0'0'39'15,"0"0"29"-15,0 0-43 16,0 0 7-16,0 0-32 16,0 0 0-16,-47-14 21 15,32 39 2-15,-4 9 6 16,4 11-4-16,3 5-11 0,3 5 17 16,6-6-27-16,3-2-3 15,0-2 6-15,0-6-5 16,9-3-3-16,2-6 1 15,1-5 0-15,6-5 2 16,5-8-2-16,2-5 0 16,1-7-6-16,-1 0 4 15,-10-14 1-15,3-5 0 16,-9-1 1-16,-8 1 15 16,-1 2 12-16,-3 4 2 15,-18 4-6-15,-9 4-23 16,-7 5-7-16,0 0-10 15,2 7-18-15,9 8 4 0,6-1-42 16,13-2-64-16,7-4-89 16</inkml:trace>
  <inkml:trace contextRef="#ctx0" brushRef="#br0" timeOffset="-85252.1">9661 17239 88 0,'0'0'172'0,"0"0"-172"16,0 0-2-16,0 0-58 15,0 0 60-15,0 0 51 16,-3-8-15-16,3 6 16 16,0 2 24-16,0-2 4 0,0-1-35 15,0 1 10 1,0-2-45-16,0 3 28 0,0-1-36 16,0 2 3-16,0 0-5 15,0 0 0-15,0 0-2 16,0 0 2-16,0 0 0 15,8 0-1-15,1 0 2 16,8 0-1-16,12 0 0 16,7 0 0-16,9 0 9 15,7 0-9-15,0 0-7 16,-3 0-16-16,-6 0-141 16,-11-3-17-16</inkml:trace>
  <inkml:trace contextRef="#ctx0" brushRef="#br0" timeOffset="-84989.23">9595 17483 273 0,'0'0'21'16,"0"0"-19"-16,0 0 15 15,0 0 35-15,0 0 48 16,0 0-33-16,108-14-5 16,-69-4 1-16,7 1-40 15,-3 3-15-15,2 0-1 16,-2 2-7-16,0 1-22 16,-5 2-75-16,-8-2-159 0,-7 1 20 15</inkml:trace>
  <inkml:trace contextRef="#ctx0" brushRef="#br0" timeOffset="-84171.88">10999 17120 268 0,'0'0'83'16,"0"0"-44"-16,0 0-27 15,0 0-8-15,0 0 77 16,0 0-3-16,24-67-43 16,-26 51-6-16,-6-1-15 15,-3-1 25-15,-2-1-22 16,-1-1-10-16,1 3 5 16,-4 2-12-16,2 6 0 15,-4 3-2-15,-2 5 2 16,-4 1-10-16,-3 0 5 15,1 9 5-15,0 6-2 16,4 4 2-16,11 1 0 0,8 4-3 16,4 2 3-16,6 2 0 15,18-5-1-15,12 1 2 16,5-14 3-16,4-3-4 16,1-7 0-16,-5 0 4 15,-5-7 1-15,-6-3-5 16,-10-7 0-16,-7 0 1 15,-6-2 10-15,-7 2-2 16,0 4 17-16,-7 0 9 16,-12 5-34-16,3 6 0 15,1 2 4-15,6 0 3 16,2 7-8-16,2 17-6 16,2 8 6-16,2 6-3 0,1 6 8 15,0 2-6-15,0 4 1 16,0 2 0-16,0-1 0 15,0-3 0-15,0-4-76 16,0-11 22-16,0-11-55 16,0-8-187-16</inkml:trace>
  <inkml:trace contextRef="#ctx0" brushRef="#br0" timeOffset="-83205.71">11269 17040 306 0,'0'0'160'16,"0"0"-102"-16,0 0-33 16,0 0-7-16,0 0-16 15,0 0 21-15,6-70 16 0,0 61-24 16,5 1-2-16,8-1-9 16,3 1-1-16,5 2 1 15,1 3-4-15,-2 3 0 16,-1 0 0-16,-2 6 0 15,-6 19-1-15,-8 14-2 16,-9 9-1-16,-1 10 1 16,-26 1-18-16,-9-2-23 15,0-4-29-15,-1-9-41 16,9-7 53-16,7-7 35 16,5-14 26-16,7-7 8 15,4-4 2-15,5-2-2 16,0-3 3-16,0 0-10 15,0 0 7-15,14 0 23 16,8-5 2-16,9-6 0 0,2 0 0 16,0-1 5-16,4 0 4 15,-3 2-25-15,-2 2 4 16,-5 2-11-16,0 3-5 16,-5 1 3-16,-3 2-8 15,-4 0 0-15,-3 0-5 16,-6 0-17-16,2 0-94 15,-6 0-74-15</inkml:trace>
  <inkml:trace contextRef="#ctx0" brushRef="#br0" timeOffset="-82979.1">11816 17190 609 0,'0'0'201'0,"0"0"-117"15,0 0-54-15,0 0-30 16,0 0-13-16,0 0-37 16,-6-19-43-16,6 19 6 15,5 0 2-15,2-2-94 16</inkml:trace>
  <inkml:trace contextRef="#ctx0" brushRef="#br0" timeOffset="-82390.4">12037 16990 285 0,'0'0'155'0,"0"0"-16"0,0 0-63 15,-3-83-30-15,3 71 11 16,0 3-6-16,6 2-43 16,9 5 1-16,2 2-9 15,3 0 0-15,3 9-1 16,-4 14 1-16,-2 12 0 16,-8 11-8-16,-6 6 1 15,-3 0-19-15,0-4-16 16,-15-7 12-16,-5-5 21 0,-1-4-23 15,2-9-17 1,4-3 16-16,3-9-7 0,2-3 25 16,4-7 15-16,3-1 7 15,0 0 48-15,1 0-15 16,2 0-17-16,2 0-23 16,16-3-25-16,6-3 18 15,4 3 5-15,0 0 4 16,2 1-1-16,-1 2-1 15,-4 0 0-15,0 0 2 16,-3 0-2-16,-3 0 0 16,-3 0 0-16,-7 0-3 0,-3 0-66 15,-6 0-220 1</inkml:trace>
  <inkml:trace contextRef="#ctx0" brushRef="#br0" timeOffset="-81774.27">12476 17082 485 0,'0'0'123'16,"0"0"-78"-16,0 0-26 15,10-71 15-15,-10 50-14 0,0 1 32 16,0 4-19-16,-1 1-22 16,-8 3 18-16,0 4-29 15,0 1 0-15,0 3-11 16,2 1-12-16,-1 3-21 16,3 0 4-16,-1 0 13 15,-1 11 25-15,3 9-7 16,-2 11 9-16,1 6 1 15,-1 4-1-15,-1 4 0 16,0-3 0-16,-3-5 1 16,3-1 9-16,1-3-8 15,-4-8-1-15,5-1 22 0,-1-6-12 16,2 0-5-16,0-5 5 16,3-2-9-16,-5-3 7 15,2 0-9-15,-2-4 0 16,-5-1 15-16,-5-3-13 15,-1 0 10-15,-5 0-7 16,0 0-1-16,0-10 6 16,5-3-10-16,2-1 0 15,11 2 5-15,4-4-5 16,4-1-8-16,26-3-33 16,13-7-4-16,5 3 36 15,1 0 2-15,-5 4 7 16,-5 1 2-16,-4 5 0 15,-7 0-4-15,-4 3 2 16,-6 2-3-16,-6-2-1 0,-8 2-27 16,-2-1-19-16,-2-1-88 15,0 3-122-15</inkml:trace>
  <inkml:trace contextRef="#ctx0" brushRef="#br0" timeOffset="-81592.04">12637 17012 318 0,'0'0'238'0,"0"0"-95"16,0 0 4-16,0 0-76 0,0 0-45 16,0 0-26-16,10-45-53 15,-8 58-4-15,-1 1-82 16,4-2-107-16</inkml:trace>
  <inkml:trace contextRef="#ctx0" brushRef="#br0" timeOffset="-81342.2">12905 16781 659 0,'0'0'110'0,"0"0"-76"15,0 0-33-15,0 0 11 0,-52 113-12 16,36-54 0-16,-7 12 14 16,1 9-13-16,0 0-1 15,10 1 0-15,7-5 2 16,5-4-1-16,0-10-1 16,14-8-10-16,8-13-77 15,6-12-29-15,5-16-272 16</inkml:trace>
  <inkml:trace contextRef="#ctx0" brushRef="#br0" timeOffset="-81178.53">13225 17512 848 0,'0'0'63'15,"0"0"4"-15,0 0-61 16,0 0-6-16,0 0-15 15,0 0-46-15,3-42-10 16,14 38-71-16,0-6-119 16</inkml:trace>
  <inkml:trace contextRef="#ctx0" brushRef="#br0" timeOffset="-80691.74">11696 17769 331 0,'0'0'143'0,"0"0"-3"15,0 0-73-15,0 0-36 16,0 0-31-16,0 0 0 15,0 0 9-15,29 0-8 16,16 0 18-16,18 0-4 16,16 0-4-16,10-3-3 15,8 1-8-15,3-1 0 16,-5 1 1-16,-14 0-1 16,-16 2 0-16,-18 0-3 15,-15 0 7-15,-14 0-9 16,-10 0 5-16,-8 4-64 15,-13 9 22-15,-17 3-39 0,-7-4-177 16</inkml:trace>
  <inkml:trace contextRef="#ctx0" brushRef="#br0" timeOffset="-80332.27">11997 17895 304 0,'0'0'145'0,"0"0"-88"16,0 0-56-16,0 0 5 15,0 0-6-15,0 0 0 16,-31 17 2-16,38-13 8 16,10 1 33-16,10-1 6 15,11-4-20-15,12 0 5 0,9 0-26 16,8-4 7 0,5-9-4-16,-4 2-9 0,-3 1 6 15,-7 1-8-15,-12 1 0 16,-9 3 0-16,-12 3 0 15,-12 0-1-15,-7 2-35 16,-3 0-48-16,-3 0 8 16,0 2 44-16,-2 4 10 15,-8-2 16-15,0-2 12 16,0 1 9-16,1-3 44 16,3 0-4-16,-1 0-33 15,4 0-22-15,3 0-1 16,0 4-40-16,0-4-179 15,0 0 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2D5083-3577-D0B1-CDC5-D159AAB8561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D0DBD259-AA2A-D5D1-B764-AB239D2B8FA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9D2033B7-DEE2-4CD8-B5F6-78D14C76149D}" type="datetimeFigureOut">
              <a:rPr lang="en-US"/>
              <a:pPr>
                <a:defRPr/>
              </a:pPr>
              <a:t>5/18/2025</a:t>
            </a:fld>
            <a:endParaRPr lang="en-US"/>
          </a:p>
        </p:txBody>
      </p:sp>
      <p:sp>
        <p:nvSpPr>
          <p:cNvPr id="4" name="Slide Image Placeholder 3">
            <a:extLst>
              <a:ext uri="{FF2B5EF4-FFF2-40B4-BE49-F238E27FC236}">
                <a16:creationId xmlns:a16="http://schemas.microsoft.com/office/drawing/2014/main" id="{CC1A8649-6132-BB85-E204-1A700A8591E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F210D67-64DD-EC0F-4A9D-AFCAEC8512B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E1FFFA5-0FE6-E18F-F6A3-C8522C4BA8E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5E8BF980-4532-C27A-2F8F-DCB471CCBE4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9A6E2FDE-69A6-4A67-8DD6-E6AD483AE0B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1E799EF-64EC-1C3B-FBE5-AFFFB83AC6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449E4338-2329-6D04-1B3E-ABF9927CE4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3E4F9539-AAB6-BBDC-D72E-D18FABC4F4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F9ECAA7-8964-4E7C-9362-BB2C5DCED2BB}" type="slidenum">
              <a:rPr lang="en-US" altLang="en-US">
                <a:latin typeface="Arial" panose="020B0604020202020204" pitchFamily="34" charset="0"/>
              </a:rPr>
              <a:pPr>
                <a:spcBef>
                  <a:spcPct val="0"/>
                </a:spcBef>
              </a:pPr>
              <a:t>15</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92A1A3C-1F50-AE0B-E808-2C42EBC0EB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3891EA5C-F5D0-FB53-B8C5-A3539557D9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5844" name="Slide Number Placeholder 3">
            <a:extLst>
              <a:ext uri="{FF2B5EF4-FFF2-40B4-BE49-F238E27FC236}">
                <a16:creationId xmlns:a16="http://schemas.microsoft.com/office/drawing/2014/main" id="{982C9467-EEAF-9D9A-71A7-7190DCA626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8F896A-50F5-476A-92B6-6990C915FFE6}" type="slidenum">
              <a:rPr lang="en-US" altLang="en-US">
                <a:latin typeface="Arial" panose="020B0604020202020204" pitchFamily="34" charset="0"/>
              </a:rPr>
              <a:pPr>
                <a:spcBef>
                  <a:spcPct val="0"/>
                </a:spcBef>
              </a:pPr>
              <a:t>20</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67088C73-7DDB-6636-A522-E5A2C74434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20B14766-6B9F-3E5B-0062-C7E54F2E75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0964" name="Slide Number Placeholder 3">
            <a:extLst>
              <a:ext uri="{FF2B5EF4-FFF2-40B4-BE49-F238E27FC236}">
                <a16:creationId xmlns:a16="http://schemas.microsoft.com/office/drawing/2014/main" id="{68138DB2-60E1-FE10-D868-EA264D13BC1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65DC8E0-6783-4F00-BC1A-8786FB74525E}" type="slidenum">
              <a:rPr lang="en-US" altLang="en-US">
                <a:latin typeface="Arial" panose="020B0604020202020204" pitchFamily="34" charset="0"/>
              </a:rPr>
              <a:pPr>
                <a:spcBef>
                  <a:spcPct val="0"/>
                </a:spcBef>
              </a:pPr>
              <a:t>24</a:t>
            </a:fld>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DF4B4B22-4E92-4039-FFA1-219CE9DFC7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6C5A6AC4-8E1D-933E-40EA-F8D6F51E07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7108" name="Slide Number Placeholder 3">
            <a:extLst>
              <a:ext uri="{FF2B5EF4-FFF2-40B4-BE49-F238E27FC236}">
                <a16:creationId xmlns:a16="http://schemas.microsoft.com/office/drawing/2014/main" id="{76BF1B16-CC58-2FAC-410D-59C1A36D1A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43AE25B-071F-43A7-A1BB-57F897F43A2C}" type="slidenum">
              <a:rPr lang="en-US" altLang="en-US">
                <a:latin typeface="Arial" panose="020B0604020202020204" pitchFamily="34" charset="0"/>
              </a:rPr>
              <a:pPr>
                <a:spcBef>
                  <a:spcPct val="0"/>
                </a:spcBef>
              </a:pPr>
              <a:t>29</a:t>
            </a:fld>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C90B5F43-A5EC-6F5E-8A07-69558905D3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705661EF-6983-6782-3478-4B74172E81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9156" name="Slide Number Placeholder 3">
            <a:extLst>
              <a:ext uri="{FF2B5EF4-FFF2-40B4-BE49-F238E27FC236}">
                <a16:creationId xmlns:a16="http://schemas.microsoft.com/office/drawing/2014/main" id="{40D16B7B-C092-608F-FAC6-1A2746EC5C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80AD725-6FA3-4F8D-B4A1-8589D9F4E860}" type="slidenum">
              <a:rPr lang="en-US" altLang="en-US">
                <a:latin typeface="Arial" panose="020B0604020202020204" pitchFamily="34" charset="0"/>
              </a:rPr>
              <a:pPr>
                <a:spcBef>
                  <a:spcPct val="0"/>
                </a:spcBef>
              </a:pPr>
              <a:t>30</a:t>
            </a:fld>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A9609FA2-97BA-0715-6A80-61D3744234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AFB41E3C-B0F1-7CF4-95DE-25F029B89E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5300" name="Slide Number Placeholder 3">
            <a:extLst>
              <a:ext uri="{FF2B5EF4-FFF2-40B4-BE49-F238E27FC236}">
                <a16:creationId xmlns:a16="http://schemas.microsoft.com/office/drawing/2014/main" id="{BC52304B-BB20-9D63-CC0D-8A796F6D2F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2DA71F6-E1EE-41D9-AEB8-9ABB1AD771F5}" type="slidenum">
              <a:rPr lang="en-US" altLang="en-US">
                <a:latin typeface="Arial" panose="020B0604020202020204" pitchFamily="34" charset="0"/>
              </a:rPr>
              <a:pPr>
                <a:spcBef>
                  <a:spcPct val="0"/>
                </a:spcBef>
              </a:pPr>
              <a:t>35</a:t>
            </a:fld>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00B2305C-636B-8B80-D749-AB5112D8B5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a:extLst>
              <a:ext uri="{FF2B5EF4-FFF2-40B4-BE49-F238E27FC236}">
                <a16:creationId xmlns:a16="http://schemas.microsoft.com/office/drawing/2014/main" id="{F840B489-6E86-AF3B-E35C-261397920A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0420" name="Slide Number Placeholder 3">
            <a:extLst>
              <a:ext uri="{FF2B5EF4-FFF2-40B4-BE49-F238E27FC236}">
                <a16:creationId xmlns:a16="http://schemas.microsoft.com/office/drawing/2014/main" id="{C04BFC0E-7AAD-8CD2-538E-801F6BFC246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09CC042-2A65-4C49-A115-6E176D7B5A8E}" type="slidenum">
              <a:rPr lang="en-US" altLang="en-US">
                <a:latin typeface="Arial" panose="020B0604020202020204" pitchFamily="34" charset="0"/>
              </a:rPr>
              <a:pPr>
                <a:spcBef>
                  <a:spcPct val="0"/>
                </a:spcBef>
              </a:pPr>
              <a:t>39</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F27A2F-E07F-9CA7-A11B-B3A4BA5EEB06}"/>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EA5FD833-B919-0BA6-331E-DF14515E95BF}"/>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6D0EAD4C-8773-54DA-1EF9-0D2B378D50F4}"/>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39D3351-3FB3-CB82-FEDB-DE33A40A1B0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1197DA22-0260-75F5-48B0-3003AC50818D}"/>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A805FCC-178E-D2B9-E4B7-0F64B6DC21C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9222774B-46A5-7352-7576-97FBE5FA353E}"/>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217038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048CCF-485F-FF77-FFDA-D64FACC6A89E}"/>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D07398AA-8771-5877-3B33-E4E163D6DF54}"/>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8902DDD8-A8F1-E9D9-A2BC-1CCCCD51E3A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EA506F6-C163-31A3-0387-214185DF420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80DFF239-17CF-4DFC-32EE-0F95373C500E}"/>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6A44137-073E-789D-F104-70FE13E8D702}"/>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C83E95DA-05ED-5096-C1BF-41EEFEF2553B}"/>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45802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A3613DC9-454A-141E-C7A1-E2187DA1938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3907C5A7-EDEE-6296-E411-07D27A2AB786}"/>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32F19FCC-DBB1-D326-4859-5ADCE97313C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D122D619-42A2-0DD9-C6BC-F54617501787}"/>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1399E8A-F63C-0440-916A-5D22F03F839B}"/>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9AE5B633-E6E9-28FD-AFBD-ED6C7749FCDB}"/>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9E44569-0E61-276F-5F5F-1CAC1704D310}"/>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D2A3D6A2-7EE4-F7A9-6AB9-938B0F5995B0}"/>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2923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47255B-CDB9-0E7D-BECE-436283206DB4}"/>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EA3AF878-C181-1EAC-1176-9EC56728D712}"/>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D395F37D-0EAA-464D-E88A-9DA1A001698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45048DE-3AB9-BBBA-2E4D-860618880E3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ACA6D9D-DEC7-640D-5199-0E18790E22D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24EA5A0F-B673-B6D1-93F8-6C7070E6D59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2ABF27EA-71C4-1580-B02E-4D90E938DC90}"/>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5E78408D-FD14-AB7E-8782-3A8365FF790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EFFF49C-719F-8E23-809E-11074597A2D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7A9377D-8A20-E7B2-A865-DF5494DE7F1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A77640D-76FE-0513-DAB4-9EBB9D87E16A}"/>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FC99DFAB-55AD-AD47-586D-C3037CFAF97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4311752E-B6D3-7781-B2BD-FDFE6AF6786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DE31C3F-63C0-6EB6-5AA2-8B4F72472CD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90430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4554F4A2-151D-2F8A-7AEF-4CE839C6490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34E120F9-C9D2-F292-639B-90943113D165}"/>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1E56A9D9-3894-715F-B378-91C34771B84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56E8D5F9-E356-BEF0-9400-9B65BA818C4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1DBFE360-DD86-E936-EA46-BC80C2876D1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3858D653-7F84-7EB0-A8DC-319F2E9769E5}"/>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32296B6-4285-1444-EA54-B4629245D38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1BC445FC-02B7-4FC6-8EFB-5362892325B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D9D2A03-B49E-1CE9-9E70-F87888F0EE9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51B4314E-9A40-4CA3-9BFF-C4270351770F}"/>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11827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656D79B0-37EC-1C9B-336E-C7C02CCC9013}"/>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6DBA37B-7BD7-71B1-F0CF-30F4270643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56E3B173-CA4E-0793-32A7-6504C8D577C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F034EFD-1738-9E3C-C019-CC035E7B2DC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E968389C-AB9C-C72F-EB5C-61F44FD76C2E}"/>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A396A454-4475-73F6-6DBC-253749ACD42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5BCF7CA7-4EB1-9953-2614-39327E445D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57565BC4-1FE3-DD76-1D57-28154635CD7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992AAB95-6F33-A225-7624-0A30823ED2D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0AF719E5-85B8-AF37-6705-50C1B38EE74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61330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07D59E8C-CF5C-90F8-9A3C-73632CD6D022}"/>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9101D488-11C0-ADD1-8CAA-46AA773D1A9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594CFA08-8937-9832-8C0A-C1E740B4CC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533C0EE-F118-452C-6F2B-DDA62587C65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7C47C738-0613-7645-4912-951350F8046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F3E432A-32A1-A057-E173-7CE8D7A057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B0DAE752-A82E-0966-3717-AC743281F07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4CFFCCB0-09C3-98FC-CA51-F144F1F5A7C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A1066057-D88C-C377-520D-99148FD5173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D3A2A43-76B8-86FD-3244-635AB0FC2789}"/>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4158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B03DC44C-7465-166B-5FB4-B71F73F85F2F}"/>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18094E84-AA23-D5EF-3E5F-B4CF2C34AB9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706984D-648B-9F1C-80BA-A2E645EF302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F9E6201A-CCA0-F9B5-F973-B7E2EADA225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0A527C30-384D-D476-F887-14CA79153D8E}"/>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FEDBDD9D-C756-0972-9FEC-18851AE8165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DBCF2F46-A647-0149-64D3-BD7744ABE4B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3B2DC29-8006-9834-4B29-75D6C1C829F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CAC8837E-9F0D-D26B-6F95-9C53219B228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DA6B0CA-7867-6255-1CF1-19A3B4939B7E}"/>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3719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65C5D859-9A0D-3A7F-FAAD-494F58C899BA}"/>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C258093E-8D68-7879-D856-9E8513A67B6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3179615C-378E-B282-5E96-95490577323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021FA187-EA16-3135-8031-9B864507D14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09DFBCA7-E9CE-72FF-A7EA-9E1A5ECA84C9}"/>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3F104E14-8CA5-95CE-8923-C6C4887A55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358AE5F-599B-5C05-A98A-B3A89969DBA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096C060A-0E3C-7212-47E9-BD5B1CC37A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D59644C1-6515-7758-D120-75A0EAD22C1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2624AA1F-7377-43DC-605D-30C93D235799}"/>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24796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3962C2C-69BB-828F-715C-67C925F35E25}"/>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D61D7FE7-AEC3-C577-D153-E58A7B0BD12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DB865006-16CF-5982-C2D7-E4FF88B7BF1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D476480-8A6E-82B1-2A4C-8CB8FC14FC7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D8FC7811-8E74-CB99-2771-98950225956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93D66070-B859-DAFC-0DDB-AA1F86518B5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66BA812-73E5-A061-6DC6-E0566CFF4D1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B01118F7-5FB6-BF2F-A339-EC88E4FE669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7D5236C5-4BFC-4543-2C27-4599D237456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42B917FB-80AE-075B-F1DB-AA256B828E32}"/>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13028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A62F200A-F341-CCBB-C6FC-3955BDEE0E87}"/>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2909D031-A38C-C404-62DD-DC1E59489B18}"/>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C1FDE12-FA0E-9794-208E-FA421DE545E3}"/>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E2B94F-07FA-3CF6-095F-80AD7BCDEBF7}"/>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28FBD9CF-2EE1-CF38-8A7D-1488730478B9}"/>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CEE1966-B7A6-0629-2595-B2529235E03C}"/>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47914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D2D33F-26D9-A7AE-7E3D-C04B38AC9600}"/>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56B9FEC5-E2A1-FE52-E46C-D52B434095C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586A5E2-47AD-2EB0-1523-C098A1EF64D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B4B8FB1F-FF81-4C69-88BD-5FC63048180B}" type="datetimeFigureOut">
              <a:rPr lang="en-US"/>
              <a:pPr>
                <a:defRPr/>
              </a:pPr>
              <a:t>5/18/2025</a:t>
            </a:fld>
            <a:endParaRPr lang="en-US"/>
          </a:p>
        </p:txBody>
      </p:sp>
      <p:sp>
        <p:nvSpPr>
          <p:cNvPr id="5" name="Footer Placeholder 4">
            <a:extLst>
              <a:ext uri="{FF2B5EF4-FFF2-40B4-BE49-F238E27FC236}">
                <a16:creationId xmlns:a16="http://schemas.microsoft.com/office/drawing/2014/main" id="{E6861301-C46F-0A92-2098-B4F0C6B9F11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B01F0AA5-66AD-DBF2-E5CC-83F5697D91B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A11D3552-5BAE-4EDB-B62C-BE4ECC701E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26" r:id="rId1"/>
    <p:sldLayoutId id="2147484927" r:id="rId2"/>
    <p:sldLayoutId id="2147484928" r:id="rId3"/>
    <p:sldLayoutId id="2147484929" r:id="rId4"/>
    <p:sldLayoutId id="2147484930" r:id="rId5"/>
    <p:sldLayoutId id="2147484931" r:id="rId6"/>
    <p:sldLayoutId id="2147484932" r:id="rId7"/>
    <p:sldLayoutId id="2147484933" r:id="rId8"/>
    <p:sldLayoutId id="2147484934" r:id="rId9"/>
    <p:sldLayoutId id="2147484935" r:id="rId10"/>
    <p:sldLayoutId id="2147484936" r:id="rId11"/>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customXml" Target="../ink/ink1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customXml" Target="../ink/ink1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customXml" Target="../ink/ink20.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5">
            <a:extLst>
              <a:ext uri="{FF2B5EF4-FFF2-40B4-BE49-F238E27FC236}">
                <a16:creationId xmlns:a16="http://schemas.microsoft.com/office/drawing/2014/main" id="{F8B51D6E-C5BE-C7C9-A8A3-95E29049590B}"/>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36224806-DEF5-5A87-BBD3-9A4931491E3A}"/>
              </a:ext>
            </a:extLst>
          </p:cNvPr>
          <p:cNvSpPr>
            <a:spLocks noGrp="1"/>
          </p:cNvSpPr>
          <p:nvPr>
            <p:ph type="title"/>
          </p:nvPr>
        </p:nvSpPr>
        <p:spPr>
          <a:xfrm>
            <a:off x="2057400" y="3429000"/>
            <a:ext cx="5334000" cy="762000"/>
          </a:xfrm>
        </p:spPr>
        <p:txBody>
          <a:bodyPr/>
          <a:lstStyle/>
          <a:p>
            <a:pPr eaLnBrk="1" hangingPunct="1">
              <a:defRPr/>
            </a:pPr>
            <a:r>
              <a:rPr lang="en-US" dirty="0"/>
              <a:t>                                                    </a:t>
            </a:r>
            <a:br>
              <a:rPr lang="en-US" dirty="0"/>
            </a:br>
            <a:r>
              <a:rPr lang="en-US" dirty="0"/>
              <a:t>                               </a:t>
            </a:r>
            <a:br>
              <a:rPr lang="en-US" dirty="0"/>
            </a:br>
            <a:br>
              <a:rPr lang="en-US" dirty="0"/>
            </a:br>
            <a:br>
              <a:rPr lang="en-US" dirty="0"/>
            </a:br>
            <a:br>
              <a:rPr lang="en-US" dirty="0"/>
            </a:br>
            <a:br>
              <a:rPr lang="en-US" dirty="0"/>
            </a:br>
            <a:r>
              <a:rPr lang="en-US" dirty="0"/>
              <a:t>Project Scheduling using </a:t>
            </a:r>
            <a:r>
              <a:rPr lang="en-US" sz="3600" dirty="0">
                <a:latin typeface="Arial" charset="0"/>
                <a:cs typeface="Arial" charset="0"/>
              </a:rPr>
              <a:t>CPM &amp; PERT</a:t>
            </a:r>
            <a:br>
              <a:rPr lang="en-US" sz="3600" dirty="0">
                <a:latin typeface="Arial" charset="0"/>
                <a:cs typeface="Arial" charset="0"/>
              </a:rPr>
            </a:br>
            <a:br>
              <a:rPr lang="en-US" sz="3600" dirty="0"/>
            </a:br>
            <a:br>
              <a:rPr lang="en-US" sz="2800" dirty="0"/>
            </a:br>
            <a:br>
              <a:rPr lang="en-US" dirty="0"/>
            </a:b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3F547-FE99-452A-AA1A-3DF0312E0EB3}"/>
              </a:ext>
            </a:extLst>
          </p:cNvPr>
          <p:cNvSpPr>
            <a:spLocks noGrp="1"/>
          </p:cNvSpPr>
          <p:nvPr>
            <p:ph sz="quarter" idx="10"/>
          </p:nvPr>
        </p:nvSpPr>
        <p:spPr/>
        <p:txBody>
          <a:bodyPr/>
          <a:lstStyle/>
          <a:p>
            <a:pPr eaLnBrk="1" hangingPunct="1">
              <a:spcBef>
                <a:spcPct val="0"/>
              </a:spcBef>
              <a:buFont typeface="Arial" charset="0"/>
              <a:buNone/>
              <a:defRPr/>
            </a:pPr>
            <a:r>
              <a:rPr lang="en-IN" sz="2400" dirty="0">
                <a:latin typeface="Arial" charset="0"/>
                <a:cs typeface="Arial" charset="0"/>
              </a:rPr>
              <a:t>AE ZG523/DE ZG523/ES ZG523/MM ZG523/POM ZG523-Merged</a:t>
            </a:r>
          </a:p>
          <a:p>
            <a:pPr eaLnBrk="1" hangingPunct="1">
              <a:spcBef>
                <a:spcPct val="0"/>
              </a:spcBef>
              <a:buFont typeface="Arial" charset="0"/>
              <a:buNone/>
              <a:defRPr/>
            </a:pPr>
            <a:r>
              <a:rPr lang="en-IN" dirty="0">
                <a:latin typeface="Arial" charset="0"/>
                <a:cs typeface="Arial" charset="0"/>
              </a:rPr>
              <a:t>Project Management</a:t>
            </a: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r>
              <a:rPr lang="en-US" dirty="0">
                <a:latin typeface="Arial" charset="0"/>
                <a:cs typeface="Arial" charset="0"/>
              </a:rPr>
              <a:t>Lecture No. 8</a:t>
            </a: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a:extLst>
              <a:ext uri="{FF2B5EF4-FFF2-40B4-BE49-F238E27FC236}">
                <a16:creationId xmlns:a16="http://schemas.microsoft.com/office/drawing/2014/main" id="{FC14EE3D-DEFA-1CC6-E651-60C7BFB6F5F0}"/>
              </a:ext>
            </a:extLst>
          </p:cNvPr>
          <p:cNvSpPr>
            <a:spLocks noGrp="1"/>
          </p:cNvSpPr>
          <p:nvPr>
            <p:ph idx="1"/>
          </p:nvPr>
        </p:nvSpPr>
        <p:spPr>
          <a:xfrm>
            <a:off x="304800" y="1493838"/>
            <a:ext cx="8229600" cy="4525962"/>
          </a:xfrm>
        </p:spPr>
        <p:txBody>
          <a:bodyPr/>
          <a:lstStyle/>
          <a:p>
            <a:pPr marL="457200" lvl="1" indent="0" fontAlgn="base">
              <a:lnSpc>
                <a:spcPct val="90000"/>
              </a:lnSpc>
              <a:spcAft>
                <a:spcPct val="0"/>
              </a:spcAft>
              <a:buFont typeface="Wingdings" panose="05000000000000000000" pitchFamily="2" charset="2"/>
              <a:buChar char="v"/>
            </a:pPr>
            <a:r>
              <a:rPr lang="en-US" altLang="en-US" sz="2300">
                <a:latin typeface="Trebuchet MS" panose="020B0603020202020204" pitchFamily="34" charset="0"/>
              </a:rPr>
              <a:t>Critical Path Method (CPM)</a:t>
            </a:r>
            <a:r>
              <a:rPr lang="id-ID" altLang="en-US" sz="2300">
                <a:latin typeface="Trebuchet MS" panose="020B0603020202020204" pitchFamily="34" charset="0"/>
              </a:rPr>
              <a:t> – Project Crashing</a:t>
            </a:r>
          </a:p>
          <a:p>
            <a:pPr marL="457200" lvl="1" indent="0" fontAlgn="base">
              <a:lnSpc>
                <a:spcPct val="90000"/>
              </a:lnSpc>
              <a:spcAft>
                <a:spcPct val="0"/>
              </a:spcAft>
              <a:buFont typeface="Wingdings" panose="05000000000000000000" pitchFamily="2" charset="2"/>
              <a:buChar char="v"/>
            </a:pPr>
            <a:endParaRPr lang="en-US" altLang="en-US" sz="2300">
              <a:latin typeface="Trebuchet MS" panose="020B0603020202020204" pitchFamily="34" charset="0"/>
            </a:endParaRPr>
          </a:p>
          <a:p>
            <a:pPr marL="457200" lvl="1" indent="0" fontAlgn="base">
              <a:lnSpc>
                <a:spcPct val="90000"/>
              </a:lnSpc>
              <a:spcAft>
                <a:spcPct val="0"/>
              </a:spcAft>
              <a:buFont typeface="Arial" pitchFamily="34" charset="0"/>
              <a:buNone/>
            </a:pPr>
            <a:endParaRPr lang="en-US" altLang="en-US" sz="2300">
              <a:latin typeface="Trebuchet MS" panose="020B0603020202020204" pitchFamily="34" charset="0"/>
            </a:endParaRPr>
          </a:p>
          <a:p>
            <a:pPr marL="457200" lvl="1" indent="0" fontAlgn="base">
              <a:lnSpc>
                <a:spcPct val="90000"/>
              </a:lnSpc>
              <a:spcAft>
                <a:spcPct val="0"/>
              </a:spcAft>
              <a:buFont typeface="Wingdings" panose="05000000000000000000" pitchFamily="2" charset="2"/>
              <a:buChar char="v"/>
            </a:pPr>
            <a:r>
              <a:rPr lang="en-US" altLang="en-US" sz="2300">
                <a:latin typeface="Trebuchet MS" panose="020B0603020202020204" pitchFamily="34" charset="0"/>
              </a:rPr>
              <a:t>Program/Project Evaluation and Review Technique (PERT)</a:t>
            </a:r>
            <a:endParaRPr lang="id-ID" altLang="en-US" sz="2300">
              <a:latin typeface="Trebuchet MS" panose="020B0603020202020204" pitchFamily="34" charset="0"/>
            </a:endParaRPr>
          </a:p>
          <a:p>
            <a:pPr marL="457200" lvl="1" indent="0" fontAlgn="base">
              <a:lnSpc>
                <a:spcPct val="90000"/>
              </a:lnSpc>
              <a:spcAft>
                <a:spcPct val="0"/>
              </a:spcAft>
              <a:buFont typeface="Wingdings 2" panose="05020102010507070707" pitchFamily="18" charset="2"/>
              <a:buNone/>
            </a:pPr>
            <a:endParaRPr lang="id-ID" altLang="en-US" sz="2300">
              <a:latin typeface="Trebuchet MS" panose="020B0603020202020204" pitchFamily="34" charset="0"/>
            </a:endParaRPr>
          </a:p>
          <a:p>
            <a:pPr marL="457200" lvl="1" indent="0" fontAlgn="base">
              <a:lnSpc>
                <a:spcPct val="90000"/>
              </a:lnSpc>
              <a:spcAft>
                <a:spcPct val="0"/>
              </a:spcAft>
              <a:buFont typeface="Wingdings 2" panose="05020102010507070707" pitchFamily="18" charset="2"/>
              <a:buNone/>
            </a:pPr>
            <a:endParaRPr lang="en-US" altLang="en-US" sz="2300">
              <a:latin typeface="Trebuchet MS" panose="020B0603020202020204" pitchFamily="34" charset="0"/>
            </a:endParaRPr>
          </a:p>
          <a:p>
            <a:pPr marL="457200" lvl="1" indent="0" fontAlgn="base">
              <a:lnSpc>
                <a:spcPct val="90000"/>
              </a:lnSpc>
              <a:spcAft>
                <a:spcPct val="0"/>
              </a:spcAft>
              <a:buFont typeface="Arial" pitchFamily="34" charset="0"/>
              <a:buNone/>
            </a:pPr>
            <a:endParaRPr lang="en-US" altLang="en-US" sz="2300">
              <a:latin typeface="Trebuchet MS" panose="020B0603020202020204" pitchFamily="34" charset="0"/>
            </a:endParaRPr>
          </a:p>
          <a:p>
            <a:pPr fontAlgn="base">
              <a:spcAft>
                <a:spcPct val="0"/>
              </a:spcAft>
            </a:pPr>
            <a:endParaRPr lang="en-US" altLang="en-US"/>
          </a:p>
        </p:txBody>
      </p:sp>
      <p:sp>
        <p:nvSpPr>
          <p:cNvPr id="3" name="Content Placeholder 2">
            <a:extLst>
              <a:ext uri="{FF2B5EF4-FFF2-40B4-BE49-F238E27FC236}">
                <a16:creationId xmlns:a16="http://schemas.microsoft.com/office/drawing/2014/main" id="{8BFAA4B5-FA74-37DB-A99B-8C7105A5887B}"/>
              </a:ext>
            </a:extLst>
          </p:cNvPr>
          <p:cNvSpPr>
            <a:spLocks noGrp="1"/>
          </p:cNvSpPr>
          <p:nvPr>
            <p:ph sz="quarter" idx="10"/>
          </p:nvPr>
        </p:nvSpPr>
        <p:spPr/>
        <p:txBody>
          <a:bodyPr/>
          <a:lstStyle/>
          <a:p>
            <a:pPr>
              <a:buFont typeface="Arial" charset="0"/>
              <a:buNone/>
              <a:defRPr/>
            </a:pPr>
            <a:r>
              <a:rPr lang="id-ID" dirty="0"/>
              <a:t>PROJECT NETWORK PLANNING</a:t>
            </a: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78368CD-4438-34F3-AA13-0C3AC23A9777}"/>
                  </a:ext>
                </a:extLst>
              </p14:cNvPr>
              <p14:cNvContentPartPr/>
              <p14:nvPr/>
            </p14:nvContentPartPr>
            <p14:xfrm>
              <a:off x="1881000" y="1897560"/>
              <a:ext cx="1774080" cy="1789560"/>
            </p14:xfrm>
          </p:contentPart>
        </mc:Choice>
        <mc:Fallback>
          <p:pic>
            <p:nvPicPr>
              <p:cNvPr id="2" name="Ink 1">
                <a:extLst>
                  <a:ext uri="{FF2B5EF4-FFF2-40B4-BE49-F238E27FC236}">
                    <a16:creationId xmlns:a16="http://schemas.microsoft.com/office/drawing/2014/main" id="{678368CD-4438-34F3-AA13-0C3AC23A9777}"/>
                  </a:ext>
                </a:extLst>
              </p:cNvPr>
              <p:cNvPicPr/>
              <p:nvPr/>
            </p:nvPicPr>
            <p:blipFill>
              <a:blip r:embed="rId3"/>
              <a:stretch>
                <a:fillRect/>
              </a:stretch>
            </p:blipFill>
            <p:spPr>
              <a:xfrm>
                <a:off x="1871640" y="1888200"/>
                <a:ext cx="1792800" cy="180828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D4486-F9CD-79BF-954F-B04D07E3979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5954C2B-7068-8016-6F03-0FC156040C70}"/>
                  </a:ext>
                </a:extLst>
              </p14:cNvPr>
              <p14:cNvContentPartPr/>
              <p14:nvPr/>
            </p14:nvContentPartPr>
            <p14:xfrm>
              <a:off x="1591560" y="1502280"/>
              <a:ext cx="7469640" cy="2461320"/>
            </p14:xfrm>
          </p:contentPart>
        </mc:Choice>
        <mc:Fallback>
          <p:pic>
            <p:nvPicPr>
              <p:cNvPr id="3" name="Ink 2">
                <a:extLst>
                  <a:ext uri="{FF2B5EF4-FFF2-40B4-BE49-F238E27FC236}">
                    <a16:creationId xmlns:a16="http://schemas.microsoft.com/office/drawing/2014/main" id="{C5954C2B-7068-8016-6F03-0FC156040C70}"/>
                  </a:ext>
                </a:extLst>
              </p:cNvPr>
              <p:cNvPicPr/>
              <p:nvPr/>
            </p:nvPicPr>
            <p:blipFill>
              <a:blip r:embed="rId3"/>
              <a:stretch>
                <a:fillRect/>
              </a:stretch>
            </p:blipFill>
            <p:spPr>
              <a:xfrm>
                <a:off x="1582200" y="1492920"/>
                <a:ext cx="7488360" cy="24800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3170EB-9FF6-AB97-8722-81A540FBCA55}"/>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C03729A-6D0A-967F-0DF4-D1872F086BCE}"/>
                  </a:ext>
                </a:extLst>
              </p14:cNvPr>
              <p14:cNvContentPartPr/>
              <p14:nvPr/>
            </p14:nvContentPartPr>
            <p14:xfrm>
              <a:off x="453960" y="1314720"/>
              <a:ext cx="7907400" cy="4929480"/>
            </p14:xfrm>
          </p:contentPart>
        </mc:Choice>
        <mc:Fallback>
          <p:pic>
            <p:nvPicPr>
              <p:cNvPr id="3" name="Ink 2">
                <a:extLst>
                  <a:ext uri="{FF2B5EF4-FFF2-40B4-BE49-F238E27FC236}">
                    <a16:creationId xmlns:a16="http://schemas.microsoft.com/office/drawing/2014/main" id="{2C03729A-6D0A-967F-0DF4-D1872F086BCE}"/>
                  </a:ext>
                </a:extLst>
              </p:cNvPr>
              <p:cNvPicPr/>
              <p:nvPr/>
            </p:nvPicPr>
            <p:blipFill>
              <a:blip r:embed="rId3"/>
              <a:stretch>
                <a:fillRect/>
              </a:stretch>
            </p:blipFill>
            <p:spPr>
              <a:xfrm>
                <a:off x="444600" y="1305360"/>
                <a:ext cx="7926120" cy="49482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a:extLst>
              <a:ext uri="{FF2B5EF4-FFF2-40B4-BE49-F238E27FC236}">
                <a16:creationId xmlns:a16="http://schemas.microsoft.com/office/drawing/2014/main" id="{01C812D2-00E3-0353-6EC7-D0842EDCC9F1}"/>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id-ID" altLang="en-US"/>
              <a:t>In 1958 the Special Office of the </a:t>
            </a:r>
            <a:r>
              <a:rPr lang="en-US" altLang="en-US"/>
              <a:t>US </a:t>
            </a:r>
            <a:r>
              <a:rPr lang="id-ID" altLang="en-US"/>
              <a:t>Navy and the Booz</a:t>
            </a:r>
            <a:r>
              <a:rPr lang="en-US" altLang="en-US"/>
              <a:t>,</a:t>
            </a:r>
            <a:r>
              <a:rPr lang="id-ID" altLang="en-US"/>
              <a:t> Allen, and Hamilton consulting firm developed PERT to schedule the more than 3,300 contracts of the Polaris submarine project and to cover uncertainty of activity time estimates.</a:t>
            </a:r>
            <a:endParaRPr lang="en-US" altLang="en-US"/>
          </a:p>
          <a:p>
            <a:pPr algn="just" fontAlgn="base">
              <a:spcAft>
                <a:spcPct val="0"/>
              </a:spcAft>
            </a:pPr>
            <a:endParaRPr lang="id-ID" altLang="en-US"/>
          </a:p>
          <a:p>
            <a:pPr algn="just" fontAlgn="base">
              <a:spcAft>
                <a:spcPct val="0"/>
              </a:spcAft>
              <a:buFont typeface="Arial" pitchFamily="34" charset="0"/>
              <a:buChar char="•"/>
            </a:pPr>
            <a:r>
              <a:rPr lang="id-ID" altLang="en-US"/>
              <a:t>PERT is almost identical to the critical path method (CPM) except it assumes each activity duration has a range that follows a statistical distribution.</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09D7DA7A-2D28-1D8B-6014-A52DEC5D3D0E}"/>
              </a:ext>
            </a:extLst>
          </p:cNvPr>
          <p:cNvSpPr>
            <a:spLocks noGrp="1"/>
          </p:cNvSpPr>
          <p:nvPr>
            <p:ph sz="quarter" idx="10"/>
          </p:nvPr>
        </p:nvSpPr>
        <p:spPr/>
        <p:txBody>
          <a:bodyPr>
            <a:normAutofit fontScale="55000" lnSpcReduction="20000"/>
          </a:bodyPr>
          <a:lstStyle/>
          <a:p>
            <a:pPr>
              <a:buFont typeface="Arial" charset="0"/>
              <a:buNone/>
              <a:defRPr/>
            </a:pPr>
            <a:r>
              <a:rPr lang="id-ID" sz="6500" dirty="0"/>
              <a:t>PERT</a:t>
            </a:r>
            <a:br>
              <a:rPr lang="id-ID" dirty="0"/>
            </a:br>
            <a:r>
              <a:rPr lang="id-ID" dirty="0"/>
              <a:t>(PROGRAM EVALUATION &amp; REVIEW TEC</a:t>
            </a:r>
            <a:r>
              <a:rPr lang="en-US" dirty="0"/>
              <a:t>H</a:t>
            </a:r>
            <a:r>
              <a:rPr lang="id-ID" dirty="0"/>
              <a:t>NIQUE)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428DDF-1902-D781-3472-839620A4D692}"/>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C16ACEE-4897-0EA0-BD15-FBFC3DE453FB}"/>
                  </a:ext>
                </a:extLst>
              </p14:cNvPr>
              <p14:cNvContentPartPr/>
              <p14:nvPr/>
            </p14:nvContentPartPr>
            <p14:xfrm>
              <a:off x="1829520" y="809640"/>
              <a:ext cx="2832840" cy="2695680"/>
            </p14:xfrm>
          </p:contentPart>
        </mc:Choice>
        <mc:Fallback>
          <p:pic>
            <p:nvPicPr>
              <p:cNvPr id="3" name="Ink 2">
                <a:extLst>
                  <a:ext uri="{FF2B5EF4-FFF2-40B4-BE49-F238E27FC236}">
                    <a16:creationId xmlns:a16="http://schemas.microsoft.com/office/drawing/2014/main" id="{6C16ACEE-4897-0EA0-BD15-FBFC3DE453FB}"/>
                  </a:ext>
                </a:extLst>
              </p:cNvPr>
              <p:cNvPicPr/>
              <p:nvPr/>
            </p:nvPicPr>
            <p:blipFill>
              <a:blip r:embed="rId3"/>
              <a:stretch>
                <a:fillRect/>
              </a:stretch>
            </p:blipFill>
            <p:spPr>
              <a:xfrm>
                <a:off x="1820160" y="800280"/>
                <a:ext cx="2851560" cy="27144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A5FD4-A41E-407D-CD61-FA5D94A8C404}"/>
              </a:ext>
            </a:extLst>
          </p:cNvPr>
          <p:cNvSpPr>
            <a:spLocks noGrp="1"/>
          </p:cNvSpPr>
          <p:nvPr>
            <p:ph sz="quarter" idx="10"/>
          </p:nvPr>
        </p:nvSpPr>
        <p:spPr/>
        <p:txBody>
          <a:bodyPr/>
          <a:lstStyle/>
          <a:p>
            <a:pPr>
              <a:buFont typeface="Arial" charset="0"/>
              <a:buNone/>
              <a:defRPr/>
            </a:pPr>
            <a:r>
              <a:rPr lang="id-ID" dirty="0"/>
              <a:t>Activity and Project Frequency Distributions</a:t>
            </a:r>
            <a:endParaRPr lang="en-US" dirty="0"/>
          </a:p>
        </p:txBody>
      </p:sp>
      <p:pic>
        <p:nvPicPr>
          <p:cNvPr id="21507" name="Picture 4" descr="http://www.riskamp.com/pert-images/curve-2.gif">
            <a:extLst>
              <a:ext uri="{FF2B5EF4-FFF2-40B4-BE49-F238E27FC236}">
                <a16:creationId xmlns:a16="http://schemas.microsoft.com/office/drawing/2014/main" id="{CA44E1D9-6AC4-7F07-7A5A-4026DB46AC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2819400"/>
            <a:ext cx="2209800" cy="2209800"/>
          </a:xfrm>
          <a:noFill/>
        </p:spPr>
      </p:pic>
      <p:pic>
        <p:nvPicPr>
          <p:cNvPr id="21508" name="Picture 2" descr="http://www.csharpcity.com/wp-content/uploads/2010/05/normal-distribution.gif">
            <a:extLst>
              <a:ext uri="{FF2B5EF4-FFF2-40B4-BE49-F238E27FC236}">
                <a16:creationId xmlns:a16="http://schemas.microsoft.com/office/drawing/2014/main" id="{E734E671-F9AF-A584-D20F-2CA679F5D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590800"/>
            <a:ext cx="401955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5">
            <a:extLst>
              <a:ext uri="{FF2B5EF4-FFF2-40B4-BE49-F238E27FC236}">
                <a16:creationId xmlns:a16="http://schemas.microsoft.com/office/drawing/2014/main" id="{82899969-D3F8-EFCA-7768-F0491D194DD6}"/>
              </a:ext>
            </a:extLst>
          </p:cNvPr>
          <p:cNvSpPr txBox="1">
            <a:spLocks noChangeArrowheads="1"/>
          </p:cNvSpPr>
          <p:nvPr/>
        </p:nvSpPr>
        <p:spPr bwMode="auto">
          <a:xfrm>
            <a:off x="1600200" y="3048000"/>
            <a:ext cx="915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Activity</a:t>
            </a:r>
          </a:p>
        </p:txBody>
      </p:sp>
      <p:sp>
        <p:nvSpPr>
          <p:cNvPr id="21510" name="TextBox 6">
            <a:extLst>
              <a:ext uri="{FF2B5EF4-FFF2-40B4-BE49-F238E27FC236}">
                <a16:creationId xmlns:a16="http://schemas.microsoft.com/office/drawing/2014/main" id="{BE870545-8894-AE01-1593-F6E563B29365}"/>
              </a:ext>
            </a:extLst>
          </p:cNvPr>
          <p:cNvSpPr txBox="1">
            <a:spLocks noChangeArrowheads="1"/>
          </p:cNvSpPr>
          <p:nvPr/>
        </p:nvSpPr>
        <p:spPr bwMode="auto">
          <a:xfrm>
            <a:off x="5943600" y="3200400"/>
            <a:ext cx="903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Project</a:t>
            </a:r>
          </a:p>
        </p:txBody>
      </p:sp>
      <p:sp>
        <p:nvSpPr>
          <p:cNvPr id="21511" name="TextBox 7">
            <a:extLst>
              <a:ext uri="{FF2B5EF4-FFF2-40B4-BE49-F238E27FC236}">
                <a16:creationId xmlns:a16="http://schemas.microsoft.com/office/drawing/2014/main" id="{BDC8F976-297B-BBB7-71CB-6C0B68BE9D41}"/>
              </a:ext>
            </a:extLst>
          </p:cNvPr>
          <p:cNvSpPr txBox="1">
            <a:spLocks noChangeArrowheads="1"/>
          </p:cNvSpPr>
          <p:nvPr/>
        </p:nvSpPr>
        <p:spPr bwMode="auto">
          <a:xfrm>
            <a:off x="6172200" y="5257800"/>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a:t>
            </a:r>
            <a:r>
              <a:rPr lang="en-US" altLang="en-US" sz="1800" baseline="-25000"/>
              <a:t>E</a:t>
            </a:r>
            <a:endParaRPr lang="en-US" altLang="en-US" sz="1800"/>
          </a:p>
        </p:txBody>
      </p:sp>
      <p:sp>
        <p:nvSpPr>
          <p:cNvPr id="21512" name="TextBox 8">
            <a:extLst>
              <a:ext uri="{FF2B5EF4-FFF2-40B4-BE49-F238E27FC236}">
                <a16:creationId xmlns:a16="http://schemas.microsoft.com/office/drawing/2014/main" id="{FC76EAFF-2C27-109A-D996-8D8F1DC7A3D6}"/>
              </a:ext>
            </a:extLst>
          </p:cNvPr>
          <p:cNvSpPr txBox="1">
            <a:spLocks noChangeArrowheads="1"/>
          </p:cNvSpPr>
          <p:nvPr/>
        </p:nvSpPr>
        <p:spPr bwMode="auto">
          <a:xfrm>
            <a:off x="457200" y="52578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a:t>
            </a:r>
          </a:p>
        </p:txBody>
      </p:sp>
      <p:sp>
        <p:nvSpPr>
          <p:cNvPr id="21513" name="TextBox 9">
            <a:extLst>
              <a:ext uri="{FF2B5EF4-FFF2-40B4-BE49-F238E27FC236}">
                <a16:creationId xmlns:a16="http://schemas.microsoft.com/office/drawing/2014/main" id="{A9BA9EBA-A271-F53E-D2F0-E62CBBCBE71E}"/>
              </a:ext>
            </a:extLst>
          </p:cNvPr>
          <p:cNvSpPr txBox="1">
            <a:spLocks noChangeArrowheads="1"/>
          </p:cNvSpPr>
          <p:nvPr/>
        </p:nvSpPr>
        <p:spPr bwMode="auto">
          <a:xfrm>
            <a:off x="1828800" y="52578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m</a:t>
            </a:r>
          </a:p>
        </p:txBody>
      </p:sp>
      <p:sp>
        <p:nvSpPr>
          <p:cNvPr id="21514" name="TextBox 10">
            <a:extLst>
              <a:ext uri="{FF2B5EF4-FFF2-40B4-BE49-F238E27FC236}">
                <a16:creationId xmlns:a16="http://schemas.microsoft.com/office/drawing/2014/main" id="{F3685CD6-C2B0-B312-B172-73E8ED22D7EB}"/>
              </a:ext>
            </a:extLst>
          </p:cNvPr>
          <p:cNvSpPr txBox="1">
            <a:spLocks noChangeArrowheads="1"/>
          </p:cNvSpPr>
          <p:nvPr/>
        </p:nvSpPr>
        <p:spPr bwMode="auto">
          <a:xfrm>
            <a:off x="2514600" y="52578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b</a:t>
            </a:r>
          </a:p>
        </p:txBody>
      </p:sp>
      <p:cxnSp>
        <p:nvCxnSpPr>
          <p:cNvPr id="19" name="Straight Connector 18">
            <a:extLst>
              <a:ext uri="{FF2B5EF4-FFF2-40B4-BE49-F238E27FC236}">
                <a16:creationId xmlns:a16="http://schemas.microsoft.com/office/drawing/2014/main" id="{69C58C4E-DF5B-7A10-D55F-5373466A63F0}"/>
              </a:ext>
            </a:extLst>
          </p:cNvPr>
          <p:cNvCxnSpPr/>
          <p:nvPr/>
        </p:nvCxnSpPr>
        <p:spPr>
          <a:xfrm flipV="1">
            <a:off x="2133600" y="3581400"/>
            <a:ext cx="0" cy="1371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2C46045-31D0-DCDA-4907-3448D4F9AB59}"/>
                  </a:ext>
                </a:extLst>
              </p14:cNvPr>
              <p14:cNvContentPartPr/>
              <p14:nvPr/>
            </p14:nvContentPartPr>
            <p14:xfrm>
              <a:off x="1083600" y="1501560"/>
              <a:ext cx="6684120" cy="4274640"/>
            </p14:xfrm>
          </p:contentPart>
        </mc:Choice>
        <mc:Fallback>
          <p:pic>
            <p:nvPicPr>
              <p:cNvPr id="2" name="Ink 1">
                <a:extLst>
                  <a:ext uri="{FF2B5EF4-FFF2-40B4-BE49-F238E27FC236}">
                    <a16:creationId xmlns:a16="http://schemas.microsoft.com/office/drawing/2014/main" id="{72C46045-31D0-DCDA-4907-3448D4F9AB59}"/>
                  </a:ext>
                </a:extLst>
              </p:cNvPr>
              <p:cNvPicPr/>
              <p:nvPr/>
            </p:nvPicPr>
            <p:blipFill>
              <a:blip r:embed="rId5"/>
              <a:stretch>
                <a:fillRect/>
              </a:stretch>
            </p:blipFill>
            <p:spPr>
              <a:xfrm>
                <a:off x="1074240" y="1492200"/>
                <a:ext cx="6702840" cy="42933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70A61D8A-9070-7514-1459-45987450BDB9}"/>
              </a:ext>
            </a:extLst>
          </p:cNvPr>
          <p:cNvSpPr>
            <a:spLocks noGrp="1"/>
          </p:cNvSpPr>
          <p:nvPr>
            <p:ph idx="1"/>
          </p:nvPr>
        </p:nvSpPr>
        <p:spPr>
          <a:xfrm>
            <a:off x="304800" y="1493838"/>
            <a:ext cx="8229600" cy="4525962"/>
          </a:xfrm>
        </p:spPr>
        <p:txBody>
          <a:bodyPr/>
          <a:lstStyle/>
          <a:p>
            <a:pPr lvl="4">
              <a:buFont typeface="Wingdings 2" panose="05020102010507070707" pitchFamily="18" charset="2"/>
              <a:buNone/>
            </a:pPr>
            <a:r>
              <a:rPr lang="en-US" altLang="en-US" sz="2800"/>
              <a:t>a</a:t>
            </a:r>
            <a:r>
              <a:rPr lang="id-ID" altLang="en-US" sz="2800"/>
              <a:t> + 4m + b</a:t>
            </a:r>
          </a:p>
          <a:p>
            <a:pPr fontAlgn="base">
              <a:spcAft>
                <a:spcPct val="0"/>
              </a:spcAft>
            </a:pPr>
            <a:r>
              <a:rPr lang="id-ID" altLang="en-US"/>
              <a:t>	 t</a:t>
            </a:r>
            <a:r>
              <a:rPr lang="id-ID" altLang="en-US" sz="1200"/>
              <a:t>e  </a:t>
            </a:r>
            <a:r>
              <a:rPr lang="id-ID" altLang="en-US"/>
              <a:t>	 =  </a:t>
            </a:r>
            <a:r>
              <a:rPr lang="en-US" altLang="en-US"/>
              <a:t>         </a:t>
            </a:r>
            <a:r>
              <a:rPr lang="id-ID" altLang="en-US"/>
              <a:t>-------------</a:t>
            </a:r>
          </a:p>
          <a:p>
            <a:pPr fontAlgn="base">
              <a:spcAft>
                <a:spcPct val="0"/>
              </a:spcAft>
            </a:pPr>
            <a:r>
              <a:rPr lang="id-ID" altLang="en-US"/>
              <a:t>			  </a:t>
            </a:r>
            <a:r>
              <a:rPr lang="en-US" altLang="en-US"/>
              <a:t>         </a:t>
            </a:r>
            <a:r>
              <a:rPr lang="id-ID" altLang="en-US"/>
              <a:t>6</a:t>
            </a:r>
          </a:p>
          <a:p>
            <a:pPr fontAlgn="base">
              <a:spcAft>
                <a:spcPct val="0"/>
              </a:spcAft>
            </a:pPr>
            <a:r>
              <a:rPr lang="id-ID" altLang="en-US"/>
              <a:t>	 t</a:t>
            </a:r>
            <a:r>
              <a:rPr lang="id-ID" altLang="en-US" sz="1200"/>
              <a:t>e </a:t>
            </a:r>
            <a:r>
              <a:rPr lang="id-ID" altLang="en-US"/>
              <a:t>	= weighted average activity time</a:t>
            </a:r>
          </a:p>
          <a:p>
            <a:pPr fontAlgn="base">
              <a:spcAft>
                <a:spcPct val="0"/>
              </a:spcAft>
            </a:pPr>
            <a:r>
              <a:rPr lang="id-ID" altLang="en-US"/>
              <a:t>	a	= optimistic activity time (1 chance in 100 </a:t>
            </a:r>
            <a:r>
              <a:rPr lang="en-US" altLang="en-US"/>
              <a:t>of</a:t>
            </a:r>
            <a:r>
              <a:rPr lang="id-ID" altLang="en-US"/>
              <a:t>	  	   compl</a:t>
            </a:r>
            <a:r>
              <a:rPr lang="en-US" altLang="en-US"/>
              <a:t>e</a:t>
            </a:r>
            <a:r>
              <a:rPr lang="id-ID" altLang="en-US"/>
              <a:t>ting </a:t>
            </a:r>
            <a:r>
              <a:rPr lang="en-US" altLang="en-US"/>
              <a:t>the </a:t>
            </a:r>
            <a:r>
              <a:rPr lang="id-ID" altLang="en-US"/>
              <a:t>activity </a:t>
            </a:r>
            <a:r>
              <a:rPr lang="en-US" altLang="en-US"/>
              <a:t>earlier </a:t>
            </a:r>
            <a:r>
              <a:rPr lang="id-ID" altLang="en-US"/>
              <a:t>under </a:t>
            </a:r>
            <a:r>
              <a:rPr lang="id-ID" altLang="en-US" i="1"/>
              <a:t>normal</a:t>
            </a:r>
            <a:r>
              <a:rPr lang="id-ID" altLang="en-US"/>
              <a:t> </a:t>
            </a:r>
            <a:r>
              <a:rPr lang="en-US" altLang="en-US"/>
              <a:t>   </a:t>
            </a:r>
          </a:p>
          <a:p>
            <a:pPr fontAlgn="base">
              <a:spcAft>
                <a:spcPct val="0"/>
              </a:spcAft>
            </a:pPr>
            <a:r>
              <a:rPr lang="en-US" altLang="en-US"/>
              <a:t>              conditions) </a:t>
            </a:r>
          </a:p>
          <a:p>
            <a:pPr fontAlgn="base">
              <a:spcAft>
                <a:spcPct val="0"/>
              </a:spcAft>
            </a:pPr>
            <a:r>
              <a:rPr lang="id-ID" altLang="en-US"/>
              <a:t>	b	= pes</a:t>
            </a:r>
            <a:r>
              <a:rPr lang="en-US" altLang="en-US"/>
              <a:t>s</a:t>
            </a:r>
            <a:r>
              <a:rPr lang="id-ID" altLang="en-US"/>
              <a:t>imistic activity time</a:t>
            </a:r>
            <a:r>
              <a:rPr lang="en-US" altLang="en-US"/>
              <a:t> (</a:t>
            </a:r>
            <a:r>
              <a:rPr lang="id-ID" altLang="en-US"/>
              <a:t>1 chance in 100 </a:t>
            </a:r>
            <a:r>
              <a:rPr lang="en-US" altLang="en-US"/>
              <a:t>of</a:t>
            </a:r>
            <a:r>
              <a:rPr lang="id-ID" altLang="en-US"/>
              <a:t>	  	   compl</a:t>
            </a:r>
            <a:r>
              <a:rPr lang="en-US" altLang="en-US"/>
              <a:t>e</a:t>
            </a:r>
            <a:r>
              <a:rPr lang="id-ID" altLang="en-US"/>
              <a:t>ting </a:t>
            </a:r>
            <a:r>
              <a:rPr lang="en-US" altLang="en-US"/>
              <a:t>the </a:t>
            </a:r>
            <a:r>
              <a:rPr lang="id-ID" altLang="en-US"/>
              <a:t>activity </a:t>
            </a:r>
            <a:r>
              <a:rPr lang="en-US" altLang="en-US"/>
              <a:t>later </a:t>
            </a:r>
            <a:r>
              <a:rPr lang="id-ID" altLang="en-US"/>
              <a:t>under </a:t>
            </a:r>
            <a:r>
              <a:rPr lang="id-ID" altLang="en-US" i="1"/>
              <a:t>normal</a:t>
            </a:r>
            <a:r>
              <a:rPr lang="id-ID" altLang="en-US"/>
              <a:t> </a:t>
            </a:r>
            <a:r>
              <a:rPr lang="en-US" altLang="en-US"/>
              <a:t> </a:t>
            </a:r>
          </a:p>
          <a:p>
            <a:pPr fontAlgn="base">
              <a:spcAft>
                <a:spcPct val="0"/>
              </a:spcAft>
            </a:pPr>
            <a:r>
              <a:rPr lang="en-US" altLang="en-US"/>
              <a:t>              conditions</a:t>
            </a:r>
            <a:endParaRPr lang="id-ID" altLang="en-US"/>
          </a:p>
          <a:p>
            <a:pPr fontAlgn="base">
              <a:spcAft>
                <a:spcPct val="0"/>
              </a:spcAft>
            </a:pPr>
            <a:r>
              <a:rPr lang="id-ID" altLang="en-US"/>
              <a:t>	m	= most likely activity time</a:t>
            </a:r>
          </a:p>
          <a:p>
            <a:pPr fontAlgn="base">
              <a:spcAft>
                <a:spcPct val="0"/>
              </a:spcAft>
            </a:pPr>
            <a:endParaRPr lang="en-US" altLang="en-US"/>
          </a:p>
        </p:txBody>
      </p:sp>
      <p:sp>
        <p:nvSpPr>
          <p:cNvPr id="3" name="Content Placeholder 2">
            <a:extLst>
              <a:ext uri="{FF2B5EF4-FFF2-40B4-BE49-F238E27FC236}">
                <a16:creationId xmlns:a16="http://schemas.microsoft.com/office/drawing/2014/main" id="{AB31B226-A2E2-290F-22EE-A145C9B057AF}"/>
              </a:ext>
            </a:extLst>
          </p:cNvPr>
          <p:cNvSpPr>
            <a:spLocks noGrp="1"/>
          </p:cNvSpPr>
          <p:nvPr>
            <p:ph sz="quarter" idx="10"/>
          </p:nvPr>
        </p:nvSpPr>
        <p:spPr/>
        <p:txBody>
          <a:bodyPr/>
          <a:lstStyle/>
          <a:p>
            <a:pPr>
              <a:buFont typeface="Arial" charset="0"/>
              <a:buNone/>
              <a:defRPr/>
            </a:pPr>
            <a:r>
              <a:rPr lang="id-ID" dirty="0"/>
              <a:t>Weighted Average Activity </a:t>
            </a:r>
            <a:r>
              <a:rPr lang="en-US" dirty="0"/>
              <a:t>Time </a:t>
            </a:r>
            <a:r>
              <a:rPr lang="id-ID" dirty="0"/>
              <a:t>(t</a:t>
            </a:r>
            <a:r>
              <a:rPr lang="id-ID" sz="1600" dirty="0"/>
              <a:t>e</a:t>
            </a:r>
            <a:r>
              <a:rPr lang="id-ID" dirty="0"/>
              <a:t>)</a:t>
            </a: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599DE91-C183-CECA-03A7-B40EB59D4AA1}"/>
                  </a:ext>
                </a:extLst>
              </p14:cNvPr>
              <p14:cNvContentPartPr/>
              <p14:nvPr/>
            </p14:nvContentPartPr>
            <p14:xfrm>
              <a:off x="730080" y="2399400"/>
              <a:ext cx="1709280" cy="2578680"/>
            </p14:xfrm>
          </p:contentPart>
        </mc:Choice>
        <mc:Fallback>
          <p:pic>
            <p:nvPicPr>
              <p:cNvPr id="2" name="Ink 1">
                <a:extLst>
                  <a:ext uri="{FF2B5EF4-FFF2-40B4-BE49-F238E27FC236}">
                    <a16:creationId xmlns:a16="http://schemas.microsoft.com/office/drawing/2014/main" id="{4599DE91-C183-CECA-03A7-B40EB59D4AA1}"/>
                  </a:ext>
                </a:extLst>
              </p:cNvPr>
              <p:cNvPicPr/>
              <p:nvPr/>
            </p:nvPicPr>
            <p:blipFill>
              <a:blip r:embed="rId3"/>
              <a:stretch>
                <a:fillRect/>
              </a:stretch>
            </p:blipFill>
            <p:spPr>
              <a:xfrm>
                <a:off x="720720" y="2390040"/>
                <a:ext cx="1728000" cy="25974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a:extLst>
              <a:ext uri="{FF2B5EF4-FFF2-40B4-BE49-F238E27FC236}">
                <a16:creationId xmlns:a16="http://schemas.microsoft.com/office/drawing/2014/main" id="{2BDCC91B-88F5-1AE2-D96A-E08944829B19}"/>
              </a:ext>
            </a:extLst>
          </p:cNvPr>
          <p:cNvSpPr>
            <a:spLocks noGrp="1"/>
          </p:cNvSpPr>
          <p:nvPr>
            <p:ph idx="1"/>
          </p:nvPr>
        </p:nvSpPr>
        <p:spPr>
          <a:xfrm>
            <a:off x="304800" y="1493838"/>
            <a:ext cx="8229600" cy="4525962"/>
          </a:xfrm>
        </p:spPr>
        <p:txBody>
          <a:bodyPr/>
          <a:lstStyle/>
          <a:p>
            <a:pPr lvl="1" fontAlgn="base">
              <a:spcAft>
                <a:spcPct val="0"/>
              </a:spcAft>
              <a:buFont typeface="Wingdings 2" panose="05020102010507070707" pitchFamily="18" charset="2"/>
              <a:buNone/>
            </a:pPr>
            <a:r>
              <a:rPr lang="en-US" altLang="en-US"/>
              <a:t>                       </a:t>
            </a:r>
          </a:p>
          <a:p>
            <a:pPr lvl="1" fontAlgn="base">
              <a:spcAft>
                <a:spcPct val="0"/>
              </a:spcAft>
              <a:buFont typeface="Wingdings 2" panose="05020102010507070707" pitchFamily="18" charset="2"/>
              <a:buNone/>
            </a:pPr>
            <a:r>
              <a:rPr lang="en-US" altLang="en-US"/>
              <a:t>                      </a:t>
            </a:r>
            <a:endParaRPr lang="id-ID" altLang="en-US"/>
          </a:p>
          <a:p>
            <a:pPr lvl="1" fontAlgn="base">
              <a:spcAft>
                <a:spcPct val="0"/>
              </a:spcAft>
              <a:buFont typeface="Wingdings 2" panose="05020102010507070707" pitchFamily="18" charset="2"/>
              <a:buNone/>
            </a:pPr>
            <a:r>
              <a:rPr lang="el-GR" altLang="en-US" sz="3600"/>
              <a:t>σ</a:t>
            </a:r>
            <a:r>
              <a:rPr lang="id-ID" altLang="en-US"/>
              <a:t>t</a:t>
            </a:r>
            <a:r>
              <a:rPr lang="id-ID" altLang="en-US" sz="2000" baseline="-25000"/>
              <a:t>e</a:t>
            </a:r>
            <a:r>
              <a:rPr lang="id-ID" altLang="en-US" sz="1100"/>
              <a:t> </a:t>
            </a:r>
            <a:r>
              <a:rPr lang="id-ID" altLang="en-US"/>
              <a:t>=</a:t>
            </a:r>
            <a:r>
              <a:rPr lang="en-US" altLang="en-US"/>
              <a:t>   ( b – a)</a:t>
            </a:r>
            <a:r>
              <a:rPr lang="id-ID" altLang="en-US"/>
              <a:t>	</a:t>
            </a:r>
          </a:p>
          <a:p>
            <a:pPr lvl="1" fontAlgn="base">
              <a:spcAft>
                <a:spcPct val="0"/>
              </a:spcAft>
              <a:buFont typeface="Wingdings 2" panose="05020102010507070707" pitchFamily="18" charset="2"/>
              <a:buNone/>
            </a:pPr>
            <a:r>
              <a:rPr lang="id-ID" altLang="en-US"/>
              <a:t>		 </a:t>
            </a:r>
            <a:r>
              <a:rPr lang="en-US" altLang="en-US"/>
              <a:t>         6</a:t>
            </a:r>
            <a:r>
              <a:rPr lang="id-ID" altLang="en-US"/>
              <a:t>	  </a:t>
            </a:r>
          </a:p>
          <a:p>
            <a:pPr lvl="1" fontAlgn="base">
              <a:spcAft>
                <a:spcPct val="0"/>
              </a:spcAft>
              <a:buFont typeface="Wingdings 2" panose="05020102010507070707" pitchFamily="18" charset="2"/>
              <a:buNone/>
            </a:pPr>
            <a:endParaRPr lang="id-ID" altLang="en-US"/>
          </a:p>
          <a:p>
            <a:pPr lvl="1" fontAlgn="base">
              <a:spcAft>
                <a:spcPct val="0"/>
              </a:spcAft>
              <a:buFont typeface="Wingdings 2" panose="05020102010507070707" pitchFamily="18" charset="2"/>
              <a:buNone/>
            </a:pPr>
            <a:r>
              <a:rPr lang="el-GR" altLang="en-US" sz="3600"/>
              <a:t>σ</a:t>
            </a:r>
            <a:r>
              <a:rPr lang="id-ID" altLang="en-US" sz="1400"/>
              <a:t>T</a:t>
            </a:r>
            <a:r>
              <a:rPr lang="id-ID" altLang="en-US" sz="1400" baseline="-25000"/>
              <a:t>E</a:t>
            </a:r>
            <a:r>
              <a:rPr lang="id-ID" altLang="en-US" sz="1200"/>
              <a:t> </a:t>
            </a:r>
            <a:r>
              <a:rPr lang="id-ID" altLang="en-US"/>
              <a:t>= </a:t>
            </a:r>
            <a:r>
              <a:rPr lang="id-ID" altLang="en-US" sz="4400"/>
              <a:t>√</a:t>
            </a:r>
            <a:r>
              <a:rPr lang="id-ID" altLang="en-US"/>
              <a:t> </a:t>
            </a:r>
            <a:r>
              <a:rPr lang="id-ID" altLang="en-US" sz="2000"/>
              <a:t>∑</a:t>
            </a:r>
            <a:r>
              <a:rPr lang="id-ID" altLang="en-US"/>
              <a:t> </a:t>
            </a:r>
            <a:r>
              <a:rPr lang="id-ID" altLang="en-US" sz="2800"/>
              <a:t>(</a:t>
            </a:r>
            <a:r>
              <a:rPr lang="el-GR" altLang="en-US" sz="2400"/>
              <a:t>σ</a:t>
            </a:r>
            <a:r>
              <a:rPr lang="id-ID" altLang="en-US"/>
              <a:t>t</a:t>
            </a:r>
            <a:r>
              <a:rPr lang="id-ID" altLang="en-US" baseline="-25000"/>
              <a:t>e</a:t>
            </a:r>
            <a:r>
              <a:rPr lang="id-ID" altLang="en-US" sz="1200"/>
              <a:t> </a:t>
            </a:r>
            <a:r>
              <a:rPr lang="id-ID" altLang="en-US" sz="2800"/>
              <a:t>)</a:t>
            </a:r>
            <a:r>
              <a:rPr lang="id-ID" altLang="en-US" sz="3200"/>
              <a:t>²</a:t>
            </a:r>
          </a:p>
          <a:p>
            <a:pPr lvl="1" fontAlgn="base">
              <a:spcAft>
                <a:spcPct val="0"/>
              </a:spcAft>
              <a:buFont typeface="Wingdings 2" panose="05020102010507070707" pitchFamily="18" charset="2"/>
              <a:buNone/>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73B01E06-3A6C-6BFA-E533-F5FC0D818B76}"/>
              </a:ext>
            </a:extLst>
          </p:cNvPr>
          <p:cNvSpPr>
            <a:spLocks noGrp="1"/>
          </p:cNvSpPr>
          <p:nvPr>
            <p:ph sz="quarter" idx="10"/>
          </p:nvPr>
        </p:nvSpPr>
        <p:spPr/>
        <p:txBody>
          <a:bodyPr/>
          <a:lstStyle/>
          <a:p>
            <a:pPr>
              <a:buFont typeface="Arial" charset="0"/>
              <a:buNone/>
              <a:defRPr/>
            </a:pPr>
            <a:r>
              <a:rPr lang="id-ID" dirty="0"/>
              <a:t>Standard Deviation</a:t>
            </a:r>
            <a:endParaRPr lang="en-US" dirty="0"/>
          </a:p>
        </p:txBody>
      </p:sp>
      <p:cxnSp>
        <p:nvCxnSpPr>
          <p:cNvPr id="5" name="Straight Connector 4">
            <a:extLst>
              <a:ext uri="{FF2B5EF4-FFF2-40B4-BE49-F238E27FC236}">
                <a16:creationId xmlns:a16="http://schemas.microsoft.com/office/drawing/2014/main" id="{BD97C14A-BC25-CE4C-A5BD-32D4727EACF6}"/>
              </a:ext>
            </a:extLst>
          </p:cNvPr>
          <p:cNvCxnSpPr/>
          <p:nvPr/>
        </p:nvCxnSpPr>
        <p:spPr>
          <a:xfrm>
            <a:off x="1905000" y="3505200"/>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90BFAE-322D-F3E1-A0FB-58FFE3D113A4}"/>
              </a:ext>
            </a:extLst>
          </p:cNvPr>
          <p:cNvCxnSpPr/>
          <p:nvPr/>
        </p:nvCxnSpPr>
        <p:spPr>
          <a:xfrm>
            <a:off x="1752600" y="2743200"/>
            <a:ext cx="3810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C01011C-BCD6-5A45-4EF1-36B14D06DC56}"/>
                  </a:ext>
                </a:extLst>
              </p14:cNvPr>
              <p14:cNvContentPartPr/>
              <p14:nvPr/>
            </p14:nvContentPartPr>
            <p14:xfrm>
              <a:off x="2783880" y="2191320"/>
              <a:ext cx="5804280" cy="2762280"/>
            </p14:xfrm>
          </p:contentPart>
        </mc:Choice>
        <mc:Fallback>
          <p:pic>
            <p:nvPicPr>
              <p:cNvPr id="2" name="Ink 1">
                <a:extLst>
                  <a:ext uri="{FF2B5EF4-FFF2-40B4-BE49-F238E27FC236}">
                    <a16:creationId xmlns:a16="http://schemas.microsoft.com/office/drawing/2014/main" id="{8C01011C-BCD6-5A45-4EF1-36B14D06DC56}"/>
                  </a:ext>
                </a:extLst>
              </p:cNvPr>
              <p:cNvPicPr/>
              <p:nvPr/>
            </p:nvPicPr>
            <p:blipFill>
              <a:blip r:embed="rId3"/>
              <a:stretch>
                <a:fillRect/>
              </a:stretch>
            </p:blipFill>
            <p:spPr>
              <a:xfrm>
                <a:off x="2774520" y="2181960"/>
                <a:ext cx="5823000" cy="27810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D95F67-0F19-D573-1F4A-3E144C2104B2}"/>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DF04C3C-7D7C-8970-BC3C-1FC76C63E865}"/>
                  </a:ext>
                </a:extLst>
              </p14:cNvPr>
              <p14:cNvContentPartPr/>
              <p14:nvPr/>
            </p14:nvContentPartPr>
            <p14:xfrm>
              <a:off x="123120" y="1521720"/>
              <a:ext cx="7981920" cy="4553280"/>
            </p14:xfrm>
          </p:contentPart>
        </mc:Choice>
        <mc:Fallback>
          <p:pic>
            <p:nvPicPr>
              <p:cNvPr id="3" name="Ink 2">
                <a:extLst>
                  <a:ext uri="{FF2B5EF4-FFF2-40B4-BE49-F238E27FC236}">
                    <a16:creationId xmlns:a16="http://schemas.microsoft.com/office/drawing/2014/main" id="{5DF04C3C-7D7C-8970-BC3C-1FC76C63E865}"/>
                  </a:ext>
                </a:extLst>
              </p:cNvPr>
              <p:cNvPicPr/>
              <p:nvPr/>
            </p:nvPicPr>
            <p:blipFill>
              <a:blip r:embed="rId3"/>
              <a:stretch>
                <a:fillRect/>
              </a:stretch>
            </p:blipFill>
            <p:spPr>
              <a:xfrm>
                <a:off x="113760" y="1512360"/>
                <a:ext cx="8000640" cy="45720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C289A9-A1A8-E291-2533-6F58487330BD}"/>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B94011A-28E0-92A4-5773-ADA5A451766A}"/>
                  </a:ext>
                </a:extLst>
              </p14:cNvPr>
              <p14:cNvContentPartPr/>
              <p14:nvPr/>
            </p14:nvContentPartPr>
            <p14:xfrm>
              <a:off x="155160" y="904320"/>
              <a:ext cx="8835120" cy="5756760"/>
            </p14:xfrm>
          </p:contentPart>
        </mc:Choice>
        <mc:Fallback>
          <p:pic>
            <p:nvPicPr>
              <p:cNvPr id="3" name="Ink 2">
                <a:extLst>
                  <a:ext uri="{FF2B5EF4-FFF2-40B4-BE49-F238E27FC236}">
                    <a16:creationId xmlns:a16="http://schemas.microsoft.com/office/drawing/2014/main" id="{CB94011A-28E0-92A4-5773-ADA5A451766A}"/>
                  </a:ext>
                </a:extLst>
              </p:cNvPr>
              <p:cNvPicPr/>
              <p:nvPr/>
            </p:nvPicPr>
            <p:blipFill>
              <a:blip r:embed="rId3"/>
              <a:stretch>
                <a:fillRect/>
              </a:stretch>
            </p:blipFill>
            <p:spPr>
              <a:xfrm>
                <a:off x="145800" y="894960"/>
                <a:ext cx="8853840" cy="577548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12DD12-3CFB-3E43-94CA-813F285198B3}"/>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A30ACBC-D7BE-A8E7-6A6D-6835A5354DF9}"/>
                  </a:ext>
                </a:extLst>
              </p14:cNvPr>
              <p14:cNvContentPartPr/>
              <p14:nvPr/>
            </p14:nvContentPartPr>
            <p14:xfrm>
              <a:off x="82800" y="600840"/>
              <a:ext cx="8727480" cy="6006240"/>
            </p14:xfrm>
          </p:contentPart>
        </mc:Choice>
        <mc:Fallback>
          <p:pic>
            <p:nvPicPr>
              <p:cNvPr id="3" name="Ink 2">
                <a:extLst>
                  <a:ext uri="{FF2B5EF4-FFF2-40B4-BE49-F238E27FC236}">
                    <a16:creationId xmlns:a16="http://schemas.microsoft.com/office/drawing/2014/main" id="{1A30ACBC-D7BE-A8E7-6A6D-6835A5354DF9}"/>
                  </a:ext>
                </a:extLst>
              </p:cNvPr>
              <p:cNvPicPr/>
              <p:nvPr/>
            </p:nvPicPr>
            <p:blipFill>
              <a:blip r:embed="rId3"/>
              <a:stretch>
                <a:fillRect/>
              </a:stretch>
            </p:blipFill>
            <p:spPr>
              <a:xfrm>
                <a:off x="73440" y="591480"/>
                <a:ext cx="8746200" cy="60249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016E243C-2934-C5CB-505E-7276AD4C317F}"/>
              </a:ext>
            </a:extLst>
          </p:cNvPr>
          <p:cNvSpPr>
            <a:spLocks noGrp="1"/>
          </p:cNvSpPr>
          <p:nvPr>
            <p:ph idx="1"/>
          </p:nvPr>
        </p:nvSpPr>
        <p:spPr>
          <a:xfrm>
            <a:off x="304800" y="1493838"/>
            <a:ext cx="8229600" cy="4525962"/>
          </a:xfrm>
        </p:spPr>
        <p:txBody>
          <a:bodyPr/>
          <a:lstStyle/>
          <a:p>
            <a:pPr marL="274320" indent="-274320">
              <a:buClr>
                <a:schemeClr val="accent3"/>
              </a:buClr>
              <a:defRPr/>
            </a:pPr>
            <a:r>
              <a:rPr lang="id-ID" dirty="0"/>
              <a:t> </a:t>
            </a:r>
            <a:r>
              <a:rPr lang="en-US" dirty="0"/>
              <a:t>                         </a:t>
            </a:r>
            <a:r>
              <a:rPr lang="id-ID" dirty="0"/>
              <a:t>T</a:t>
            </a:r>
            <a:r>
              <a:rPr lang="id-ID" sz="1400" dirty="0"/>
              <a:t>s</a:t>
            </a:r>
            <a:r>
              <a:rPr lang="id-ID" dirty="0"/>
              <a:t> – T</a:t>
            </a:r>
            <a:r>
              <a:rPr lang="id-ID" sz="1400" dirty="0"/>
              <a:t>E</a:t>
            </a:r>
          </a:p>
          <a:p>
            <a:pPr marL="274320" indent="-274320">
              <a:buClr>
                <a:schemeClr val="accent3"/>
              </a:buClr>
              <a:defRPr/>
            </a:pPr>
            <a:r>
              <a:rPr lang="id-ID" dirty="0"/>
              <a:t>	Z	=	 --------------</a:t>
            </a:r>
          </a:p>
          <a:p>
            <a:pPr marL="274320" indent="-274320">
              <a:buClr>
                <a:schemeClr val="accent3"/>
              </a:buClr>
              <a:defRPr/>
            </a:pPr>
            <a:r>
              <a:rPr lang="id-ID" dirty="0"/>
              <a:t>			</a:t>
            </a:r>
            <a:r>
              <a:rPr lang="id-ID" sz="4000" dirty="0"/>
              <a:t> √</a:t>
            </a:r>
            <a:r>
              <a:rPr lang="id-ID" dirty="0"/>
              <a:t> ∑ (</a:t>
            </a:r>
            <a:r>
              <a:rPr lang="el-GR" sz="2800" dirty="0"/>
              <a:t>σ</a:t>
            </a:r>
            <a:r>
              <a:rPr lang="id-ID" sz="1800" dirty="0"/>
              <a:t>t</a:t>
            </a:r>
            <a:r>
              <a:rPr lang="id-ID" sz="1800" baseline="-25000" dirty="0"/>
              <a:t>e</a:t>
            </a:r>
            <a:r>
              <a:rPr lang="id-ID" sz="1100" dirty="0"/>
              <a:t> </a:t>
            </a:r>
            <a:r>
              <a:rPr lang="id-ID" dirty="0"/>
              <a:t>)</a:t>
            </a:r>
            <a:r>
              <a:rPr lang="id-ID" sz="2800" dirty="0"/>
              <a:t>²</a:t>
            </a:r>
          </a:p>
          <a:p>
            <a:pPr marL="274320" indent="-274320">
              <a:buClr>
                <a:schemeClr val="accent3"/>
              </a:buClr>
              <a:defRPr/>
            </a:pPr>
            <a:endParaRPr lang="id-ID" dirty="0"/>
          </a:p>
          <a:p>
            <a:pPr marL="274320" indent="-274320">
              <a:buClr>
                <a:schemeClr val="accent3"/>
              </a:buClr>
              <a:defRPr/>
            </a:pPr>
            <a:r>
              <a:rPr lang="id-ID" dirty="0"/>
              <a:t>	T</a:t>
            </a:r>
            <a:r>
              <a:rPr lang="id-ID" baseline="-25000" dirty="0"/>
              <a:t>E</a:t>
            </a:r>
            <a:r>
              <a:rPr lang="id-ID" dirty="0"/>
              <a:t>	= Critical path duration</a:t>
            </a:r>
          </a:p>
          <a:p>
            <a:pPr marL="274320" indent="-274320">
              <a:buClr>
                <a:schemeClr val="accent3"/>
              </a:buClr>
              <a:defRPr/>
            </a:pPr>
            <a:r>
              <a:rPr lang="id-ID" dirty="0"/>
              <a:t>	T</a:t>
            </a:r>
            <a:r>
              <a:rPr lang="id-ID" baseline="-25000" dirty="0"/>
              <a:t>S</a:t>
            </a:r>
            <a:r>
              <a:rPr lang="id-ID" dirty="0"/>
              <a:t>	= Schedule</a:t>
            </a:r>
            <a:r>
              <a:rPr lang="en-US" dirty="0"/>
              <a:t>d</a:t>
            </a:r>
            <a:r>
              <a:rPr lang="id-ID" dirty="0"/>
              <a:t> project duration</a:t>
            </a:r>
          </a:p>
          <a:p>
            <a:pPr marL="274320" indent="-274320">
              <a:buClr>
                <a:schemeClr val="accent3"/>
              </a:buClr>
              <a:defRPr/>
            </a:pPr>
            <a:r>
              <a:rPr lang="id-ID" dirty="0"/>
              <a:t>	Z	= probability (of meeting scheduled duration) 	   found in statistical</a:t>
            </a:r>
            <a:r>
              <a:rPr lang="en-US" dirty="0"/>
              <a:t> Table A7.2</a:t>
            </a:r>
            <a:endParaRPr lang="en-US" dirty="0">
              <a:latin typeface="Arial" charset="0"/>
              <a:cs typeface="Arial" charset="0"/>
            </a:endParaRPr>
          </a:p>
        </p:txBody>
      </p:sp>
      <p:sp>
        <p:nvSpPr>
          <p:cNvPr id="3" name="Content Placeholder 2">
            <a:extLst>
              <a:ext uri="{FF2B5EF4-FFF2-40B4-BE49-F238E27FC236}">
                <a16:creationId xmlns:a16="http://schemas.microsoft.com/office/drawing/2014/main" id="{AA8AC44F-F0B3-BB2D-EE56-75A35C1B9E33}"/>
              </a:ext>
            </a:extLst>
          </p:cNvPr>
          <p:cNvSpPr>
            <a:spLocks noGrp="1"/>
          </p:cNvSpPr>
          <p:nvPr>
            <p:ph sz="quarter" idx="10"/>
          </p:nvPr>
        </p:nvSpPr>
        <p:spPr/>
        <p:txBody>
          <a:bodyPr/>
          <a:lstStyle/>
          <a:p>
            <a:pPr>
              <a:buFont typeface="Arial" charset="0"/>
              <a:buNone/>
              <a:defRPr/>
            </a:pPr>
            <a:r>
              <a:rPr lang="id-ID" dirty="0"/>
              <a:t>Probability of Completing the Project in Time</a:t>
            </a:r>
            <a:endParaRPr lang="en-US" dirty="0"/>
          </a:p>
        </p:txBody>
      </p:sp>
      <p:cxnSp>
        <p:nvCxnSpPr>
          <p:cNvPr id="5" name="Straight Connector 4">
            <a:extLst>
              <a:ext uri="{FF2B5EF4-FFF2-40B4-BE49-F238E27FC236}">
                <a16:creationId xmlns:a16="http://schemas.microsoft.com/office/drawing/2014/main" id="{0F877360-6136-1074-C85A-F98DBB320A05}"/>
              </a:ext>
            </a:extLst>
          </p:cNvPr>
          <p:cNvCxnSpPr/>
          <p:nvPr/>
        </p:nvCxnSpPr>
        <p:spPr>
          <a:xfrm>
            <a:off x="2667000" y="2514600"/>
            <a:ext cx="9906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0B2C3C4-9A2F-3D6C-9CEE-2F56FF148B5B}"/>
                  </a:ext>
                </a:extLst>
              </p14:cNvPr>
              <p14:cNvContentPartPr/>
              <p14:nvPr/>
            </p14:nvContentPartPr>
            <p14:xfrm>
              <a:off x="1214640" y="2433600"/>
              <a:ext cx="6688800" cy="909720"/>
            </p14:xfrm>
          </p:contentPart>
        </mc:Choice>
        <mc:Fallback>
          <p:pic>
            <p:nvPicPr>
              <p:cNvPr id="2" name="Ink 1">
                <a:extLst>
                  <a:ext uri="{FF2B5EF4-FFF2-40B4-BE49-F238E27FC236}">
                    <a16:creationId xmlns:a16="http://schemas.microsoft.com/office/drawing/2014/main" id="{80B2C3C4-9A2F-3D6C-9CEE-2F56FF148B5B}"/>
                  </a:ext>
                </a:extLst>
              </p:cNvPr>
              <p:cNvPicPr/>
              <p:nvPr/>
            </p:nvPicPr>
            <p:blipFill>
              <a:blip r:embed="rId3"/>
              <a:stretch>
                <a:fillRect/>
              </a:stretch>
            </p:blipFill>
            <p:spPr>
              <a:xfrm>
                <a:off x="1205280" y="2424240"/>
                <a:ext cx="6707520" cy="92844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D84E8247-5758-5F80-4820-70A18B9A564C}"/>
              </a:ext>
            </a:extLst>
          </p:cNvPr>
          <p:cNvSpPr>
            <a:spLocks noGrp="1"/>
          </p:cNvSpPr>
          <p:nvPr>
            <p:ph idx="1"/>
          </p:nvPr>
        </p:nvSpPr>
        <p:spPr>
          <a:xfrm>
            <a:off x="304800" y="1493838"/>
            <a:ext cx="8229600" cy="4525962"/>
          </a:xfrm>
        </p:spPr>
        <p:txBody>
          <a:bodyPr/>
          <a:lstStyle/>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3B09AE44-E8A8-28D7-E7BB-B4E215AEF06C}"/>
              </a:ext>
            </a:extLst>
          </p:cNvPr>
          <p:cNvSpPr>
            <a:spLocks noGrp="1"/>
          </p:cNvSpPr>
          <p:nvPr>
            <p:ph sz="quarter" idx="10"/>
          </p:nvPr>
        </p:nvSpPr>
        <p:spPr/>
        <p:txBody>
          <a:bodyPr/>
          <a:lstStyle/>
          <a:p>
            <a:pPr>
              <a:buFont typeface="Arial" charset="0"/>
              <a:buNone/>
              <a:defRPr/>
            </a:pPr>
            <a:r>
              <a:rPr lang="id-ID" dirty="0"/>
              <a:t>Z Values and Probabilities</a:t>
            </a:r>
            <a:endParaRPr lang="en-US" dirty="0"/>
          </a:p>
        </p:txBody>
      </p:sp>
      <p:pic>
        <p:nvPicPr>
          <p:cNvPr id="28676" name="Picture 4" descr="D:\Desktop\EoPM_2S 15-16_MKH\SS\Table A7.2.png">
            <a:extLst>
              <a:ext uri="{FF2B5EF4-FFF2-40B4-BE49-F238E27FC236}">
                <a16:creationId xmlns:a16="http://schemas.microsoft.com/office/drawing/2014/main" id="{08F65337-B90C-EC05-8591-1A0CE059A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38"/>
            <a:ext cx="91440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B2C5741-4B5D-33C7-796D-7D427EAFA0BC}"/>
                  </a:ext>
                </a:extLst>
              </p14:cNvPr>
              <p14:cNvContentPartPr/>
              <p14:nvPr/>
            </p14:nvContentPartPr>
            <p14:xfrm>
              <a:off x="1592640" y="1507320"/>
              <a:ext cx="7367040" cy="4404960"/>
            </p14:xfrm>
          </p:contentPart>
        </mc:Choice>
        <mc:Fallback>
          <p:pic>
            <p:nvPicPr>
              <p:cNvPr id="2" name="Ink 1">
                <a:extLst>
                  <a:ext uri="{FF2B5EF4-FFF2-40B4-BE49-F238E27FC236}">
                    <a16:creationId xmlns:a16="http://schemas.microsoft.com/office/drawing/2014/main" id="{CB2C5741-4B5D-33C7-796D-7D427EAFA0BC}"/>
                  </a:ext>
                </a:extLst>
              </p:cNvPr>
              <p:cNvPicPr/>
              <p:nvPr/>
            </p:nvPicPr>
            <p:blipFill>
              <a:blip r:embed="rId5"/>
              <a:stretch>
                <a:fillRect/>
              </a:stretch>
            </p:blipFill>
            <p:spPr>
              <a:xfrm>
                <a:off x="1583280" y="1497960"/>
                <a:ext cx="7385760" cy="442368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49CA9225-C1F8-2E12-2004-62BE6C21781D}"/>
              </a:ext>
            </a:extLst>
          </p:cNvPr>
          <p:cNvSpPr>
            <a:spLocks noGrp="1"/>
          </p:cNvSpPr>
          <p:nvPr>
            <p:ph idx="1"/>
          </p:nvPr>
        </p:nvSpPr>
        <p:spPr>
          <a:xfrm>
            <a:off x="304800" y="1493838"/>
            <a:ext cx="8229600" cy="4525962"/>
          </a:xfrm>
        </p:spPr>
        <p:txBody>
          <a:bodyPr/>
          <a:lstStyle/>
          <a:p>
            <a:pPr algn="just">
              <a:defRPr/>
            </a:pPr>
            <a:r>
              <a:rPr lang="en-US" dirty="0"/>
              <a:t>The activity times and variances are given in Table A7.1. The project network is presented in Figure A7.2. This figure shows the project network as AOA and AON. The AON network is presented as a reminder that PERT can use AON networks as well as AOA.</a:t>
            </a:r>
          </a:p>
          <a:p>
            <a:pPr marL="274320" indent="-274320" algn="just">
              <a:buClr>
                <a:schemeClr val="accent3"/>
              </a:buClr>
              <a:defRPr/>
            </a:pPr>
            <a:r>
              <a:rPr lang="en-US" dirty="0"/>
              <a:t>   </a:t>
            </a:r>
            <a:r>
              <a:rPr lang="id-ID" dirty="0"/>
              <a:t>1. Compute the expected time for each activity</a:t>
            </a:r>
            <a:r>
              <a:rPr lang="en-US" dirty="0"/>
              <a:t>.</a:t>
            </a:r>
            <a:endParaRPr lang="id-ID" dirty="0"/>
          </a:p>
          <a:p>
            <a:pPr marL="274320" indent="-274320" algn="just">
              <a:buClr>
                <a:schemeClr val="accent3"/>
              </a:buClr>
              <a:defRPr/>
            </a:pPr>
            <a:r>
              <a:rPr lang="en-US" sz="1400" dirty="0"/>
              <a:t> </a:t>
            </a:r>
            <a:r>
              <a:rPr lang="id-ID" sz="1400" dirty="0"/>
              <a:t>	</a:t>
            </a:r>
            <a:r>
              <a:rPr lang="id-ID" dirty="0"/>
              <a:t>2. Compute the variance for each activity</a:t>
            </a:r>
            <a:r>
              <a:rPr lang="en-US" dirty="0"/>
              <a:t>.</a:t>
            </a:r>
            <a:endParaRPr lang="id-ID" dirty="0"/>
          </a:p>
          <a:p>
            <a:pPr marL="274320" indent="-274320" algn="just">
              <a:buClr>
                <a:schemeClr val="accent3"/>
              </a:buClr>
              <a:defRPr/>
            </a:pPr>
            <a:r>
              <a:rPr lang="id-ID" dirty="0"/>
              <a:t>	3. Compute the expected project duration</a:t>
            </a:r>
            <a:r>
              <a:rPr lang="en-US" dirty="0"/>
              <a:t>.</a:t>
            </a:r>
            <a:endParaRPr lang="id-ID" dirty="0"/>
          </a:p>
          <a:p>
            <a:pPr marL="274320" indent="-274320" algn="just">
              <a:buClr>
                <a:schemeClr val="accent3"/>
              </a:buClr>
              <a:defRPr/>
            </a:pPr>
            <a:r>
              <a:rPr lang="id-ID" dirty="0"/>
              <a:t>	4. What is the probability of completing the project by day 67?</a:t>
            </a:r>
            <a:r>
              <a:rPr lang="en-US" dirty="0"/>
              <a:t> </a:t>
            </a:r>
            <a:r>
              <a:rPr lang="id-ID" dirty="0"/>
              <a:t>Within 60 days?</a:t>
            </a:r>
          </a:p>
          <a:p>
            <a:pPr algn="just">
              <a:defRPr/>
            </a:pPr>
            <a:endParaRPr lang="en-US" dirty="0">
              <a:latin typeface="Arial" charset="0"/>
              <a:cs typeface="Arial" charset="0"/>
            </a:endParaRPr>
          </a:p>
        </p:txBody>
      </p:sp>
      <p:sp>
        <p:nvSpPr>
          <p:cNvPr id="3" name="Content Placeholder 2">
            <a:extLst>
              <a:ext uri="{FF2B5EF4-FFF2-40B4-BE49-F238E27FC236}">
                <a16:creationId xmlns:a16="http://schemas.microsoft.com/office/drawing/2014/main" id="{95596BE7-449D-57F7-93A2-FFAA4A9715A3}"/>
              </a:ext>
            </a:extLst>
          </p:cNvPr>
          <p:cNvSpPr>
            <a:spLocks noGrp="1"/>
          </p:cNvSpPr>
          <p:nvPr>
            <p:ph sz="quarter" idx="10"/>
          </p:nvPr>
        </p:nvSpPr>
        <p:spPr/>
        <p:txBody>
          <a:bodyPr>
            <a:normAutofit fontScale="92500"/>
          </a:bodyPr>
          <a:lstStyle/>
          <a:p>
            <a:pPr>
              <a:buFont typeface="Arial" charset="0"/>
              <a:buNone/>
              <a:defRPr/>
            </a:pPr>
            <a:r>
              <a:rPr lang="en-US" dirty="0"/>
              <a:t>A HYPOTHETICAL EXAMPLE USING THE PERT TECHNIQUE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E2F7B49-6B27-4927-2F48-F087946D191D}"/>
                  </a:ext>
                </a:extLst>
              </p14:cNvPr>
              <p14:cNvContentPartPr/>
              <p14:nvPr/>
            </p14:nvContentPartPr>
            <p14:xfrm>
              <a:off x="1234080" y="2620440"/>
              <a:ext cx="7376760" cy="2948040"/>
            </p14:xfrm>
          </p:contentPart>
        </mc:Choice>
        <mc:Fallback>
          <p:pic>
            <p:nvPicPr>
              <p:cNvPr id="2" name="Ink 1">
                <a:extLst>
                  <a:ext uri="{FF2B5EF4-FFF2-40B4-BE49-F238E27FC236}">
                    <a16:creationId xmlns:a16="http://schemas.microsoft.com/office/drawing/2014/main" id="{EE2F7B49-6B27-4927-2F48-F087946D191D}"/>
                  </a:ext>
                </a:extLst>
              </p:cNvPr>
              <p:cNvPicPr/>
              <p:nvPr/>
            </p:nvPicPr>
            <p:blipFill>
              <a:blip r:embed="rId3"/>
              <a:stretch>
                <a:fillRect/>
              </a:stretch>
            </p:blipFill>
            <p:spPr>
              <a:xfrm>
                <a:off x="1224720" y="2611080"/>
                <a:ext cx="7395480" cy="29667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0859F-4554-FA1E-0D8F-0FE3DB2014BE}"/>
              </a:ext>
            </a:extLst>
          </p:cNvPr>
          <p:cNvSpPr>
            <a:spLocks noGrp="1"/>
          </p:cNvSpPr>
          <p:nvPr>
            <p:ph sz="quarter" idx="10"/>
          </p:nvPr>
        </p:nvSpPr>
        <p:spPr/>
        <p:txBody>
          <a:bodyPr/>
          <a:lstStyle/>
          <a:p>
            <a:pPr>
              <a:buFont typeface="Arial" charset="0"/>
              <a:buNone/>
              <a:defRPr/>
            </a:pPr>
            <a:r>
              <a:rPr lang="en-US" dirty="0"/>
              <a:t>PERT Example</a:t>
            </a:r>
          </a:p>
        </p:txBody>
      </p:sp>
      <p:graphicFrame>
        <p:nvGraphicFramePr>
          <p:cNvPr id="31747" name="Object 11">
            <a:extLst>
              <a:ext uri="{FF2B5EF4-FFF2-40B4-BE49-F238E27FC236}">
                <a16:creationId xmlns:a16="http://schemas.microsoft.com/office/drawing/2014/main" id="{AC07D094-1FDC-D484-A24F-458398027E27}"/>
              </a:ext>
            </a:extLst>
          </p:cNvPr>
          <p:cNvGraphicFramePr>
            <a:graphicFrameLocks noChangeAspect="1"/>
          </p:cNvGraphicFramePr>
          <p:nvPr>
            <p:ph idx="1"/>
          </p:nvPr>
        </p:nvGraphicFramePr>
        <p:xfrm>
          <a:off x="533400" y="2133600"/>
          <a:ext cx="8001000" cy="3352800"/>
        </p:xfrm>
        <a:graphic>
          <a:graphicData uri="http://schemas.openxmlformats.org/presentationml/2006/ole">
            <mc:AlternateContent xmlns:mc="http://schemas.openxmlformats.org/markup-compatibility/2006">
              <mc:Choice xmlns:v="urn:schemas-microsoft-com:vml" Requires="v">
                <p:oleObj name="Worksheet" r:id="rId2" imgW="5896049" imgH="1704900" progId="Excel.Sheet.8">
                  <p:embed/>
                </p:oleObj>
              </mc:Choice>
              <mc:Fallback>
                <p:oleObj name="Worksheet" r:id="rId2" imgW="5896049" imgH="1704900" progId="Excel.Sheet.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33600"/>
                        <a:ext cx="8001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7BD4346-7089-483F-C970-53F4E7A86DA6}"/>
                  </a:ext>
                </a:extLst>
              </p14:cNvPr>
              <p14:cNvContentPartPr/>
              <p14:nvPr/>
            </p14:nvContentPartPr>
            <p14:xfrm>
              <a:off x="530640" y="763560"/>
              <a:ext cx="8134560" cy="4580280"/>
            </p14:xfrm>
          </p:contentPart>
        </mc:Choice>
        <mc:Fallback>
          <p:pic>
            <p:nvPicPr>
              <p:cNvPr id="2" name="Ink 1">
                <a:extLst>
                  <a:ext uri="{FF2B5EF4-FFF2-40B4-BE49-F238E27FC236}">
                    <a16:creationId xmlns:a16="http://schemas.microsoft.com/office/drawing/2014/main" id="{47BD4346-7089-483F-C970-53F4E7A86DA6}"/>
                  </a:ext>
                </a:extLst>
              </p:cNvPr>
              <p:cNvPicPr/>
              <p:nvPr/>
            </p:nvPicPr>
            <p:blipFill>
              <a:blip r:embed="rId5"/>
              <a:stretch>
                <a:fillRect/>
              </a:stretch>
            </p:blipFill>
            <p:spPr>
              <a:xfrm>
                <a:off x="521280" y="754200"/>
                <a:ext cx="8153280" cy="45990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213178-CEF3-ABCF-C868-F00375BC09EC}"/>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09950A4-C9E3-997C-2FDE-2EB93190B9C3}"/>
                  </a:ext>
                </a:extLst>
              </p14:cNvPr>
              <p14:cNvContentPartPr/>
              <p14:nvPr/>
            </p14:nvContentPartPr>
            <p14:xfrm>
              <a:off x="420120" y="780840"/>
              <a:ext cx="8426880" cy="5609160"/>
            </p14:xfrm>
          </p:contentPart>
        </mc:Choice>
        <mc:Fallback>
          <p:pic>
            <p:nvPicPr>
              <p:cNvPr id="3" name="Ink 2">
                <a:extLst>
                  <a:ext uri="{FF2B5EF4-FFF2-40B4-BE49-F238E27FC236}">
                    <a16:creationId xmlns:a16="http://schemas.microsoft.com/office/drawing/2014/main" id="{309950A4-C9E3-997C-2FDE-2EB93190B9C3}"/>
                  </a:ext>
                </a:extLst>
              </p:cNvPr>
              <p:cNvPicPr/>
              <p:nvPr/>
            </p:nvPicPr>
            <p:blipFill>
              <a:blip r:embed="rId3"/>
              <a:stretch>
                <a:fillRect/>
              </a:stretch>
            </p:blipFill>
            <p:spPr>
              <a:xfrm>
                <a:off x="410760" y="771480"/>
                <a:ext cx="8445600" cy="562788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F4413F-3081-266D-9568-0741319DE4F0}"/>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8C0F3FE-E63E-DF7F-70FE-2B6E071ABCA3}"/>
                  </a:ext>
                </a:extLst>
              </p14:cNvPr>
              <p14:cNvContentPartPr/>
              <p14:nvPr/>
            </p14:nvContentPartPr>
            <p14:xfrm>
              <a:off x="348120" y="358560"/>
              <a:ext cx="8116200" cy="5458320"/>
            </p14:xfrm>
          </p:contentPart>
        </mc:Choice>
        <mc:Fallback>
          <p:pic>
            <p:nvPicPr>
              <p:cNvPr id="3" name="Ink 2">
                <a:extLst>
                  <a:ext uri="{FF2B5EF4-FFF2-40B4-BE49-F238E27FC236}">
                    <a16:creationId xmlns:a16="http://schemas.microsoft.com/office/drawing/2014/main" id="{88C0F3FE-E63E-DF7F-70FE-2B6E071ABCA3}"/>
                  </a:ext>
                </a:extLst>
              </p:cNvPr>
              <p:cNvPicPr/>
              <p:nvPr/>
            </p:nvPicPr>
            <p:blipFill>
              <a:blip r:embed="rId3"/>
              <a:stretch>
                <a:fillRect/>
              </a:stretch>
            </p:blipFill>
            <p:spPr>
              <a:xfrm>
                <a:off x="338760" y="349200"/>
                <a:ext cx="8134920" cy="547704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EF59E54A-8E2A-15AC-CB70-FB45D5837F4F}"/>
              </a:ext>
            </a:extLst>
          </p:cNvPr>
          <p:cNvSpPr>
            <a:spLocks noGrp="1"/>
          </p:cNvSpPr>
          <p:nvPr>
            <p:ph idx="1"/>
          </p:nvPr>
        </p:nvSpPr>
        <p:spPr>
          <a:xfrm>
            <a:off x="304800" y="1493838"/>
            <a:ext cx="8229600" cy="4525962"/>
          </a:xfrm>
        </p:spPr>
        <p:txBody>
          <a:bodyPr/>
          <a:lstStyle/>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067AFFAA-2FE8-6C67-8CB1-5DEF463D8048}"/>
              </a:ext>
            </a:extLst>
          </p:cNvPr>
          <p:cNvSpPr>
            <a:spLocks noGrp="1"/>
          </p:cNvSpPr>
          <p:nvPr>
            <p:ph sz="quarter" idx="10"/>
          </p:nvPr>
        </p:nvSpPr>
        <p:spPr/>
        <p:txBody>
          <a:bodyPr/>
          <a:lstStyle/>
          <a:p>
            <a:pPr>
              <a:buFont typeface="Arial" charset="0"/>
              <a:buNone/>
              <a:defRPr/>
            </a:pPr>
            <a:r>
              <a:rPr lang="id-ID" dirty="0"/>
              <a:t>Z Values and Probabilities</a:t>
            </a:r>
            <a:endParaRPr lang="en-US" dirty="0"/>
          </a:p>
        </p:txBody>
      </p:sp>
      <p:pic>
        <p:nvPicPr>
          <p:cNvPr id="34820" name="Picture 4" descr="D:\Desktop\EoPM_2S 15-16_MKH\SS\Table A7.2.png">
            <a:extLst>
              <a:ext uri="{FF2B5EF4-FFF2-40B4-BE49-F238E27FC236}">
                <a16:creationId xmlns:a16="http://schemas.microsoft.com/office/drawing/2014/main" id="{A4E4C2BC-AE01-53AB-EC27-A5D20F7C0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38"/>
            <a:ext cx="91440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45203-C29F-6E3C-86A3-A7E41E1F9210}"/>
              </a:ext>
            </a:extLst>
          </p:cNvPr>
          <p:cNvSpPr>
            <a:spLocks noGrp="1"/>
          </p:cNvSpPr>
          <p:nvPr>
            <p:ph sz="quarter" idx="10"/>
          </p:nvPr>
        </p:nvSpPr>
        <p:spPr/>
        <p:txBody>
          <a:bodyPr/>
          <a:lstStyle/>
          <a:p>
            <a:pPr>
              <a:buFont typeface="Arial" charset="0"/>
              <a:buNone/>
              <a:defRPr/>
            </a:pPr>
            <a:r>
              <a:rPr lang="en-US" dirty="0"/>
              <a:t>PERT Example</a:t>
            </a:r>
          </a:p>
        </p:txBody>
      </p:sp>
      <p:pic>
        <p:nvPicPr>
          <p:cNvPr id="36867" name="Picture 4" descr="D:\Desktop\EoPM_2S 15-16_MKH\SS\PERT Ex Soln.png">
            <a:extLst>
              <a:ext uri="{FF2B5EF4-FFF2-40B4-BE49-F238E27FC236}">
                <a16:creationId xmlns:a16="http://schemas.microsoft.com/office/drawing/2014/main" id="{07DDDFAE-6B52-E1EF-6991-E5F7D30A89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493838"/>
            <a:ext cx="8839200" cy="4906962"/>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5DEA73D-DCA0-6BAB-3F1A-D89DD44A46DF}"/>
                  </a:ext>
                </a:extLst>
              </p14:cNvPr>
              <p14:cNvContentPartPr/>
              <p14:nvPr/>
            </p14:nvContentPartPr>
            <p14:xfrm>
              <a:off x="6797160" y="2240640"/>
              <a:ext cx="261720" cy="170280"/>
            </p14:xfrm>
          </p:contentPart>
        </mc:Choice>
        <mc:Fallback>
          <p:pic>
            <p:nvPicPr>
              <p:cNvPr id="2" name="Ink 1">
                <a:extLst>
                  <a:ext uri="{FF2B5EF4-FFF2-40B4-BE49-F238E27FC236}">
                    <a16:creationId xmlns:a16="http://schemas.microsoft.com/office/drawing/2014/main" id="{85DEA73D-DCA0-6BAB-3F1A-D89DD44A46DF}"/>
                  </a:ext>
                </a:extLst>
              </p:cNvPr>
              <p:cNvPicPr/>
              <p:nvPr/>
            </p:nvPicPr>
            <p:blipFill>
              <a:blip r:embed="rId4"/>
              <a:stretch>
                <a:fillRect/>
              </a:stretch>
            </p:blipFill>
            <p:spPr>
              <a:xfrm>
                <a:off x="6787800" y="2231280"/>
                <a:ext cx="280440" cy="1890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C1E5D564-C566-DF43-740F-CED89F1E7096}"/>
              </a:ext>
            </a:extLst>
          </p:cNvPr>
          <p:cNvSpPr>
            <a:spLocks noGrp="1"/>
          </p:cNvSpPr>
          <p:nvPr>
            <p:ph idx="1"/>
          </p:nvPr>
        </p:nvSpPr>
        <p:spPr>
          <a:xfrm>
            <a:off x="304800" y="1493838"/>
            <a:ext cx="8229600" cy="4525962"/>
          </a:xfrm>
        </p:spPr>
        <p:txBody>
          <a:bodyPr/>
          <a:lstStyle/>
          <a:p>
            <a:pPr marL="274320" indent="-274320">
              <a:buClr>
                <a:schemeClr val="accent3"/>
              </a:buClr>
              <a:defRPr/>
            </a:pPr>
            <a:r>
              <a:rPr lang="en-US" dirty="0"/>
              <a:t>                           </a:t>
            </a:r>
            <a:r>
              <a:rPr lang="id-ID" dirty="0"/>
              <a:t>T</a:t>
            </a:r>
            <a:r>
              <a:rPr lang="id-ID" sz="1600" dirty="0"/>
              <a:t>s</a:t>
            </a:r>
            <a:r>
              <a:rPr lang="id-ID" dirty="0"/>
              <a:t> – T</a:t>
            </a:r>
            <a:r>
              <a:rPr lang="id-ID" sz="1600" dirty="0"/>
              <a:t>E</a:t>
            </a:r>
          </a:p>
          <a:p>
            <a:pPr marL="274320" indent="-274320">
              <a:buClr>
                <a:schemeClr val="accent3"/>
              </a:buClr>
              <a:defRPr/>
            </a:pPr>
            <a:r>
              <a:rPr lang="id-ID" dirty="0"/>
              <a:t>	Z	=	 --------------</a:t>
            </a:r>
          </a:p>
          <a:p>
            <a:pPr marL="274320" indent="-274320">
              <a:buClr>
                <a:schemeClr val="accent3"/>
              </a:buClr>
              <a:defRPr/>
            </a:pPr>
            <a:r>
              <a:rPr lang="id-ID" dirty="0"/>
              <a:t>			</a:t>
            </a:r>
            <a:r>
              <a:rPr lang="id-ID" sz="4400" dirty="0"/>
              <a:t> √</a:t>
            </a:r>
            <a:r>
              <a:rPr lang="id-ID" dirty="0"/>
              <a:t> </a:t>
            </a:r>
            <a:r>
              <a:rPr lang="id-ID" sz="2800" dirty="0"/>
              <a:t>∑</a:t>
            </a:r>
            <a:r>
              <a:rPr lang="id-ID" dirty="0"/>
              <a:t> </a:t>
            </a:r>
            <a:r>
              <a:rPr lang="id-ID" sz="2800" dirty="0"/>
              <a:t>(</a:t>
            </a:r>
            <a:r>
              <a:rPr lang="el-GR" sz="2800" dirty="0"/>
              <a:t>σ</a:t>
            </a:r>
            <a:r>
              <a:rPr lang="id-ID" baseline="-25000" dirty="0"/>
              <a:t>t</a:t>
            </a:r>
            <a:r>
              <a:rPr lang="id-ID" sz="2000" baseline="-25000" dirty="0"/>
              <a:t>e</a:t>
            </a:r>
            <a:r>
              <a:rPr lang="id-ID" sz="1200" dirty="0"/>
              <a:t> </a:t>
            </a:r>
            <a:r>
              <a:rPr lang="id-ID" sz="2800" dirty="0"/>
              <a:t>)</a:t>
            </a:r>
            <a:r>
              <a:rPr lang="id-ID" sz="3200" dirty="0"/>
              <a:t>²</a:t>
            </a:r>
          </a:p>
          <a:p>
            <a:pPr marL="1463040" lvl="4" indent="-210312" fontAlgn="auto">
              <a:spcAft>
                <a:spcPts val="0"/>
              </a:spcAft>
              <a:buClr>
                <a:schemeClr val="accent4"/>
              </a:buClr>
              <a:buFont typeface="Wingdings 2"/>
              <a:buNone/>
              <a:defRPr/>
            </a:pPr>
            <a:endParaRPr lang="id-ID" dirty="0"/>
          </a:p>
          <a:p>
            <a:pPr marL="1463040" lvl="4" indent="-210312" fontAlgn="auto">
              <a:spcAft>
                <a:spcPts val="0"/>
              </a:spcAft>
              <a:buClr>
                <a:schemeClr val="accent4"/>
              </a:buClr>
              <a:buFont typeface="Wingdings 2"/>
              <a:buNone/>
              <a:defRPr/>
            </a:pPr>
            <a:r>
              <a:rPr lang="id-ID" sz="2400" dirty="0"/>
              <a:t>		     67 – 64		       + 3</a:t>
            </a:r>
          </a:p>
          <a:p>
            <a:pPr marL="274320" indent="-274320">
              <a:buClr>
                <a:schemeClr val="accent3"/>
              </a:buClr>
              <a:buFont typeface="Wingdings 2"/>
              <a:buChar char=""/>
              <a:defRPr/>
            </a:pPr>
            <a:r>
              <a:rPr lang="id-ID" dirty="0"/>
              <a:t>Z	=	-----------------	</a:t>
            </a:r>
            <a:r>
              <a:rPr lang="en-US" dirty="0"/>
              <a:t>       =      </a:t>
            </a:r>
            <a:r>
              <a:rPr lang="id-ID" dirty="0"/>
              <a:t> -------- </a:t>
            </a:r>
            <a:r>
              <a:rPr lang="en-US" dirty="0"/>
              <a:t>  </a:t>
            </a:r>
            <a:r>
              <a:rPr lang="id-ID" dirty="0"/>
              <a:t>=</a:t>
            </a:r>
            <a:r>
              <a:rPr lang="en-US" dirty="0"/>
              <a:t>  </a:t>
            </a:r>
            <a:r>
              <a:rPr lang="id-ID" dirty="0"/>
              <a:t> + 0.5</a:t>
            </a:r>
            <a:r>
              <a:rPr lang="en-US" dirty="0"/>
              <a:t>0</a:t>
            </a:r>
            <a:endParaRPr lang="id-ID" dirty="0"/>
          </a:p>
          <a:p>
            <a:pPr marL="274320" indent="-274320">
              <a:buClr>
                <a:schemeClr val="accent3"/>
              </a:buClr>
              <a:defRPr/>
            </a:pPr>
            <a:r>
              <a:rPr lang="id-ID" dirty="0"/>
              <a:t>			</a:t>
            </a:r>
            <a:r>
              <a:rPr lang="id-ID" sz="2800" dirty="0"/>
              <a:t> </a:t>
            </a:r>
            <a:r>
              <a:rPr lang="id-ID" sz="4000" dirty="0"/>
              <a:t>√</a:t>
            </a:r>
            <a:r>
              <a:rPr lang="id-ID" sz="2800" dirty="0"/>
              <a:t> </a:t>
            </a:r>
            <a:r>
              <a:rPr lang="id-ID" dirty="0"/>
              <a:t>25 + 9 + 1 + 1	    </a:t>
            </a:r>
            <a:r>
              <a:rPr lang="id-ID" sz="2800" dirty="0"/>
              <a:t>√ 36</a:t>
            </a:r>
          </a:p>
          <a:p>
            <a:pPr marL="274320" indent="-274320">
              <a:buClr>
                <a:schemeClr val="accent3"/>
              </a:buClr>
              <a:defRPr/>
            </a:pPr>
            <a:endParaRPr lang="id-ID" sz="2800" dirty="0"/>
          </a:p>
          <a:p>
            <a:pPr marL="274320" indent="-274320">
              <a:buClr>
                <a:schemeClr val="accent3"/>
              </a:buClr>
              <a:defRPr/>
            </a:pPr>
            <a:r>
              <a:rPr lang="id-ID" sz="2800" dirty="0"/>
              <a:t>	P	=	0.69</a:t>
            </a:r>
            <a:r>
              <a:rPr lang="en-US" sz="2800" dirty="0"/>
              <a:t> (69 percent chance of completing the project on or before 67 time units)</a:t>
            </a:r>
            <a:endParaRPr lang="id-ID" dirty="0"/>
          </a:p>
          <a:p>
            <a:pPr fontAlgn="base">
              <a:spcAft>
                <a:spcPct val="0"/>
              </a:spcAft>
              <a:buFont typeface="Arial" charset="0"/>
              <a:buNone/>
              <a:defRPr/>
            </a:pPr>
            <a:endParaRPr lang="en-US" dirty="0">
              <a:latin typeface="Arial" charset="0"/>
              <a:cs typeface="Arial" charset="0"/>
            </a:endParaRPr>
          </a:p>
        </p:txBody>
      </p:sp>
      <p:sp>
        <p:nvSpPr>
          <p:cNvPr id="3" name="Content Placeholder 2">
            <a:extLst>
              <a:ext uri="{FF2B5EF4-FFF2-40B4-BE49-F238E27FC236}">
                <a16:creationId xmlns:a16="http://schemas.microsoft.com/office/drawing/2014/main" id="{7E692FDA-06AD-7E49-33DA-2D2D05A11397}"/>
              </a:ext>
            </a:extLst>
          </p:cNvPr>
          <p:cNvSpPr>
            <a:spLocks noGrp="1"/>
          </p:cNvSpPr>
          <p:nvPr>
            <p:ph sz="quarter" idx="10"/>
          </p:nvPr>
        </p:nvSpPr>
        <p:spPr/>
        <p:txBody>
          <a:bodyPr/>
          <a:lstStyle/>
          <a:p>
            <a:pPr>
              <a:buFont typeface="Arial" charset="0"/>
              <a:buNone/>
              <a:defRPr/>
            </a:pPr>
            <a:r>
              <a:rPr lang="en-US" dirty="0"/>
              <a:t>Probability of completing the project in 67 days</a:t>
            </a:r>
          </a:p>
        </p:txBody>
      </p:sp>
      <p:cxnSp>
        <p:nvCxnSpPr>
          <p:cNvPr id="5" name="Straight Connector 4">
            <a:extLst>
              <a:ext uri="{FF2B5EF4-FFF2-40B4-BE49-F238E27FC236}">
                <a16:creationId xmlns:a16="http://schemas.microsoft.com/office/drawing/2014/main" id="{F4056460-9256-3C29-AC55-9097A0D52F87}"/>
              </a:ext>
            </a:extLst>
          </p:cNvPr>
          <p:cNvCxnSpPr/>
          <p:nvPr/>
        </p:nvCxnSpPr>
        <p:spPr>
          <a:xfrm>
            <a:off x="2667000" y="2514600"/>
            <a:ext cx="1066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0BE61A8-FD26-8756-8E6A-DAE43F8B2798}"/>
              </a:ext>
            </a:extLst>
          </p:cNvPr>
          <p:cNvCxnSpPr/>
          <p:nvPr/>
        </p:nvCxnSpPr>
        <p:spPr>
          <a:xfrm>
            <a:off x="5486400" y="4648200"/>
            <a:ext cx="533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2B7F13-AA15-A00F-B57F-D2933ABC65E5}"/>
              </a:ext>
            </a:extLst>
          </p:cNvPr>
          <p:cNvCxnSpPr/>
          <p:nvPr/>
        </p:nvCxnSpPr>
        <p:spPr>
          <a:xfrm>
            <a:off x="2590800" y="4572000"/>
            <a:ext cx="19050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828562A-2AD1-7447-F675-23FE2369C297}"/>
                  </a:ext>
                </a:extLst>
              </p14:cNvPr>
              <p14:cNvContentPartPr/>
              <p14:nvPr/>
            </p14:nvContentPartPr>
            <p14:xfrm>
              <a:off x="2804040" y="3556080"/>
              <a:ext cx="1080" cy="6480"/>
            </p14:xfrm>
          </p:contentPart>
        </mc:Choice>
        <mc:Fallback>
          <p:pic>
            <p:nvPicPr>
              <p:cNvPr id="2" name="Ink 1">
                <a:extLst>
                  <a:ext uri="{FF2B5EF4-FFF2-40B4-BE49-F238E27FC236}">
                    <a16:creationId xmlns:a16="http://schemas.microsoft.com/office/drawing/2014/main" id="{D828562A-2AD1-7447-F675-23FE2369C297}"/>
                  </a:ext>
                </a:extLst>
              </p:cNvPr>
              <p:cNvPicPr/>
              <p:nvPr/>
            </p:nvPicPr>
            <p:blipFill>
              <a:blip r:embed="rId3"/>
              <a:stretch>
                <a:fillRect/>
              </a:stretch>
            </p:blipFill>
            <p:spPr>
              <a:xfrm>
                <a:off x="2794680" y="3546720"/>
                <a:ext cx="19800" cy="252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5AE64CB3-65E2-EE4D-BCAA-7F8AD7CE2BC7}"/>
              </a:ext>
            </a:extLst>
          </p:cNvPr>
          <p:cNvSpPr>
            <a:spLocks noGrp="1"/>
          </p:cNvSpPr>
          <p:nvPr>
            <p:ph idx="1"/>
          </p:nvPr>
        </p:nvSpPr>
        <p:spPr>
          <a:xfrm>
            <a:off x="304800" y="1493838"/>
            <a:ext cx="8229600" cy="4525962"/>
          </a:xfrm>
        </p:spPr>
        <p:txBody>
          <a:bodyPr/>
          <a:lstStyle/>
          <a:p>
            <a:pPr marL="274320" indent="-274320">
              <a:buClr>
                <a:schemeClr val="accent3"/>
              </a:buClr>
              <a:defRPr/>
            </a:pPr>
            <a:r>
              <a:rPr lang="en-US" dirty="0"/>
              <a:t>                          </a:t>
            </a:r>
            <a:r>
              <a:rPr lang="id-ID" dirty="0"/>
              <a:t>T</a:t>
            </a:r>
            <a:r>
              <a:rPr lang="id-ID" sz="1600" dirty="0"/>
              <a:t>s</a:t>
            </a:r>
            <a:r>
              <a:rPr lang="id-ID" dirty="0"/>
              <a:t> – T</a:t>
            </a:r>
            <a:r>
              <a:rPr lang="id-ID" sz="1600" dirty="0"/>
              <a:t>E</a:t>
            </a:r>
          </a:p>
          <a:p>
            <a:pPr marL="274320" indent="-274320">
              <a:buClr>
                <a:schemeClr val="accent3"/>
              </a:buClr>
              <a:defRPr/>
            </a:pPr>
            <a:r>
              <a:rPr lang="id-ID" dirty="0"/>
              <a:t>	Z	=	 --------------</a:t>
            </a:r>
          </a:p>
          <a:p>
            <a:pPr marL="274320" indent="-274320">
              <a:buClr>
                <a:schemeClr val="accent3"/>
              </a:buClr>
              <a:defRPr/>
            </a:pPr>
            <a:r>
              <a:rPr lang="id-ID" dirty="0"/>
              <a:t>			</a:t>
            </a:r>
            <a:r>
              <a:rPr lang="id-ID" sz="4400" dirty="0"/>
              <a:t> √</a:t>
            </a:r>
            <a:r>
              <a:rPr lang="id-ID" dirty="0"/>
              <a:t> </a:t>
            </a:r>
            <a:r>
              <a:rPr lang="id-ID" sz="2800" dirty="0"/>
              <a:t>∑</a:t>
            </a:r>
            <a:r>
              <a:rPr lang="id-ID" dirty="0"/>
              <a:t> </a:t>
            </a:r>
            <a:r>
              <a:rPr lang="id-ID" sz="2800" dirty="0"/>
              <a:t>(</a:t>
            </a:r>
            <a:r>
              <a:rPr lang="el-GR" sz="2800" dirty="0"/>
              <a:t>σ</a:t>
            </a:r>
            <a:r>
              <a:rPr lang="id-ID" baseline="-25000" dirty="0"/>
              <a:t>t</a:t>
            </a:r>
            <a:r>
              <a:rPr lang="id-ID" sz="2000" baseline="-25000" dirty="0"/>
              <a:t>e</a:t>
            </a:r>
            <a:r>
              <a:rPr lang="id-ID" sz="1200" dirty="0"/>
              <a:t> </a:t>
            </a:r>
            <a:r>
              <a:rPr lang="id-ID" sz="2800" dirty="0"/>
              <a:t>)</a:t>
            </a:r>
            <a:r>
              <a:rPr lang="id-ID" sz="3200" dirty="0"/>
              <a:t>²</a:t>
            </a:r>
          </a:p>
          <a:p>
            <a:pPr marL="1463040" lvl="4" indent="-210312" fontAlgn="auto">
              <a:spcAft>
                <a:spcPts val="0"/>
              </a:spcAft>
              <a:buClr>
                <a:schemeClr val="accent4"/>
              </a:buClr>
              <a:buFont typeface="Wingdings 2"/>
              <a:buNone/>
              <a:defRPr/>
            </a:pPr>
            <a:endParaRPr lang="id-ID" dirty="0"/>
          </a:p>
          <a:p>
            <a:pPr marL="1463040" lvl="4" indent="-210312" fontAlgn="auto">
              <a:spcAft>
                <a:spcPts val="0"/>
              </a:spcAft>
              <a:buClr>
                <a:schemeClr val="accent4"/>
              </a:buClr>
              <a:buFont typeface="Wingdings 2"/>
              <a:buNone/>
              <a:defRPr/>
            </a:pPr>
            <a:r>
              <a:rPr lang="id-ID" sz="2400" dirty="0"/>
              <a:t>		     6</a:t>
            </a:r>
            <a:r>
              <a:rPr lang="en-US" sz="2400" dirty="0"/>
              <a:t>0</a:t>
            </a:r>
            <a:r>
              <a:rPr lang="id-ID" sz="2400" dirty="0"/>
              <a:t> – 64		       </a:t>
            </a:r>
            <a:r>
              <a:rPr lang="en-US" sz="2400" dirty="0"/>
              <a:t>- 4</a:t>
            </a:r>
            <a:endParaRPr lang="id-ID" sz="2400" dirty="0"/>
          </a:p>
          <a:p>
            <a:pPr marL="274320" indent="-274320">
              <a:buClr>
                <a:schemeClr val="accent3"/>
              </a:buClr>
              <a:buFont typeface="Wingdings 2"/>
              <a:buChar char=""/>
              <a:defRPr/>
            </a:pPr>
            <a:r>
              <a:rPr lang="id-ID" dirty="0"/>
              <a:t>Z	=	-----------------	</a:t>
            </a:r>
            <a:r>
              <a:rPr lang="en-US" dirty="0"/>
              <a:t>       =      </a:t>
            </a:r>
            <a:r>
              <a:rPr lang="id-ID" dirty="0"/>
              <a:t> -------- </a:t>
            </a:r>
            <a:r>
              <a:rPr lang="en-US" dirty="0"/>
              <a:t>  </a:t>
            </a:r>
            <a:r>
              <a:rPr lang="id-ID" dirty="0"/>
              <a:t>=</a:t>
            </a:r>
            <a:r>
              <a:rPr lang="en-US" dirty="0"/>
              <a:t>  </a:t>
            </a:r>
            <a:r>
              <a:rPr lang="id-ID" dirty="0"/>
              <a:t> </a:t>
            </a:r>
            <a:r>
              <a:rPr lang="en-US" dirty="0"/>
              <a:t>-</a:t>
            </a:r>
            <a:r>
              <a:rPr lang="id-ID" dirty="0"/>
              <a:t> 0.</a:t>
            </a:r>
            <a:r>
              <a:rPr lang="en-US" dirty="0"/>
              <a:t>67</a:t>
            </a:r>
            <a:endParaRPr lang="id-ID" dirty="0"/>
          </a:p>
          <a:p>
            <a:pPr marL="274320" indent="-274320">
              <a:buClr>
                <a:schemeClr val="accent3"/>
              </a:buClr>
              <a:defRPr/>
            </a:pPr>
            <a:r>
              <a:rPr lang="id-ID" dirty="0"/>
              <a:t>			</a:t>
            </a:r>
            <a:r>
              <a:rPr lang="id-ID" sz="2800" dirty="0"/>
              <a:t> </a:t>
            </a:r>
            <a:r>
              <a:rPr lang="id-ID" sz="4000" dirty="0"/>
              <a:t>√</a:t>
            </a:r>
            <a:r>
              <a:rPr lang="id-ID" sz="2800" dirty="0"/>
              <a:t> </a:t>
            </a:r>
            <a:r>
              <a:rPr lang="id-ID" dirty="0"/>
              <a:t>25 + 9 + 1 + 1	    </a:t>
            </a:r>
            <a:r>
              <a:rPr lang="id-ID" sz="2800" dirty="0"/>
              <a:t>√ 36</a:t>
            </a:r>
          </a:p>
          <a:p>
            <a:pPr marL="274320" indent="-274320">
              <a:buClr>
                <a:schemeClr val="accent3"/>
              </a:buClr>
              <a:defRPr/>
            </a:pPr>
            <a:endParaRPr lang="id-ID" sz="2800" dirty="0"/>
          </a:p>
          <a:p>
            <a:pPr marL="274320" indent="-274320">
              <a:buClr>
                <a:schemeClr val="accent3"/>
              </a:buClr>
              <a:defRPr/>
            </a:pPr>
            <a:r>
              <a:rPr lang="id-ID" sz="2800" dirty="0"/>
              <a:t>	P	=	0.</a:t>
            </a:r>
            <a:r>
              <a:rPr lang="en-US" sz="2800" dirty="0"/>
              <a:t>26 (26 percent chance of completing the project on or before 60 time units)</a:t>
            </a:r>
            <a:endParaRPr lang="en-US" dirty="0">
              <a:latin typeface="Arial" charset="0"/>
              <a:cs typeface="Arial" charset="0"/>
            </a:endParaRPr>
          </a:p>
        </p:txBody>
      </p:sp>
      <p:sp>
        <p:nvSpPr>
          <p:cNvPr id="3" name="Content Placeholder 2">
            <a:extLst>
              <a:ext uri="{FF2B5EF4-FFF2-40B4-BE49-F238E27FC236}">
                <a16:creationId xmlns:a16="http://schemas.microsoft.com/office/drawing/2014/main" id="{AE1B290B-F2EB-5359-BBFF-D24429173F7E}"/>
              </a:ext>
            </a:extLst>
          </p:cNvPr>
          <p:cNvSpPr>
            <a:spLocks noGrp="1"/>
          </p:cNvSpPr>
          <p:nvPr>
            <p:ph sz="quarter" idx="10"/>
          </p:nvPr>
        </p:nvSpPr>
        <p:spPr/>
        <p:txBody>
          <a:bodyPr/>
          <a:lstStyle/>
          <a:p>
            <a:pPr>
              <a:buFont typeface="Arial" charset="0"/>
              <a:buNone/>
              <a:defRPr/>
            </a:pPr>
            <a:r>
              <a:rPr lang="en-US" dirty="0"/>
              <a:t>Probability of completing the project in 60 days</a:t>
            </a:r>
          </a:p>
        </p:txBody>
      </p:sp>
      <p:cxnSp>
        <p:nvCxnSpPr>
          <p:cNvPr id="5" name="Straight Connector 4">
            <a:extLst>
              <a:ext uri="{FF2B5EF4-FFF2-40B4-BE49-F238E27FC236}">
                <a16:creationId xmlns:a16="http://schemas.microsoft.com/office/drawing/2014/main" id="{850D8A57-110E-039D-63A1-FE4A6C837486}"/>
              </a:ext>
            </a:extLst>
          </p:cNvPr>
          <p:cNvCxnSpPr/>
          <p:nvPr/>
        </p:nvCxnSpPr>
        <p:spPr>
          <a:xfrm>
            <a:off x="2667000" y="2514600"/>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FB53-1898-748B-1175-7451B8B3FAED}"/>
              </a:ext>
            </a:extLst>
          </p:cNvPr>
          <p:cNvCxnSpPr/>
          <p:nvPr/>
        </p:nvCxnSpPr>
        <p:spPr>
          <a:xfrm>
            <a:off x="2590800" y="4495800"/>
            <a:ext cx="1905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356B69-1201-E914-A245-CE32B376597B}"/>
              </a:ext>
            </a:extLst>
          </p:cNvPr>
          <p:cNvCxnSpPr/>
          <p:nvPr/>
        </p:nvCxnSpPr>
        <p:spPr>
          <a:xfrm>
            <a:off x="5486400" y="4648200"/>
            <a:ext cx="4572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F563F21-AEE6-21C3-8766-0BF0C32C26D5}"/>
                  </a:ext>
                </a:extLst>
              </p14:cNvPr>
              <p14:cNvContentPartPr/>
              <p14:nvPr/>
            </p14:nvContentPartPr>
            <p14:xfrm>
              <a:off x="2610360" y="3937680"/>
              <a:ext cx="327960" cy="39600"/>
            </p14:xfrm>
          </p:contentPart>
        </mc:Choice>
        <mc:Fallback>
          <p:pic>
            <p:nvPicPr>
              <p:cNvPr id="2" name="Ink 1">
                <a:extLst>
                  <a:ext uri="{FF2B5EF4-FFF2-40B4-BE49-F238E27FC236}">
                    <a16:creationId xmlns:a16="http://schemas.microsoft.com/office/drawing/2014/main" id="{6F563F21-AEE6-21C3-8766-0BF0C32C26D5}"/>
                  </a:ext>
                </a:extLst>
              </p:cNvPr>
              <p:cNvPicPr/>
              <p:nvPr/>
            </p:nvPicPr>
            <p:blipFill>
              <a:blip r:embed="rId3"/>
              <a:stretch>
                <a:fillRect/>
              </a:stretch>
            </p:blipFill>
            <p:spPr>
              <a:xfrm>
                <a:off x="2601000" y="3928320"/>
                <a:ext cx="346680" cy="583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37B5123D-45BA-1C77-40E1-FBAF58FC1EA8}"/>
              </a:ext>
            </a:extLst>
          </p:cNvPr>
          <p:cNvSpPr>
            <a:spLocks noGrp="1"/>
          </p:cNvSpPr>
          <p:nvPr>
            <p:ph idx="1"/>
          </p:nvPr>
        </p:nvSpPr>
        <p:spPr>
          <a:xfrm>
            <a:off x="304800" y="1493838"/>
            <a:ext cx="8229600" cy="4525962"/>
          </a:xfrm>
        </p:spPr>
        <p:txBody>
          <a:bodyPr/>
          <a:lstStyle/>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62C880B7-4FDF-1C97-7B44-60D58DC5E4BF}"/>
              </a:ext>
            </a:extLst>
          </p:cNvPr>
          <p:cNvSpPr>
            <a:spLocks noGrp="1"/>
          </p:cNvSpPr>
          <p:nvPr>
            <p:ph sz="quarter" idx="10"/>
          </p:nvPr>
        </p:nvSpPr>
        <p:spPr/>
        <p:txBody>
          <a:bodyPr/>
          <a:lstStyle/>
          <a:p>
            <a:pPr>
              <a:buFont typeface="Arial" charset="0"/>
              <a:buNone/>
              <a:defRPr/>
            </a:pPr>
            <a:r>
              <a:rPr lang="id-ID" dirty="0"/>
              <a:t>Z Values and Probabilities</a:t>
            </a:r>
            <a:endParaRPr lang="en-US" dirty="0"/>
          </a:p>
        </p:txBody>
      </p:sp>
      <p:pic>
        <p:nvPicPr>
          <p:cNvPr id="39940" name="Picture 4" descr="D:\Desktop\EoPM_2S 15-16_MKH\SS\Table A7.2.png">
            <a:extLst>
              <a:ext uri="{FF2B5EF4-FFF2-40B4-BE49-F238E27FC236}">
                <a16:creationId xmlns:a16="http://schemas.microsoft.com/office/drawing/2014/main" id="{99689892-8895-63FD-571E-27E18B548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38"/>
            <a:ext cx="91440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39F5112-6DDE-1C6B-0820-59644E9B7FD9}"/>
                  </a:ext>
                </a:extLst>
              </p14:cNvPr>
              <p14:cNvContentPartPr/>
              <p14:nvPr/>
            </p14:nvContentPartPr>
            <p14:xfrm>
              <a:off x="1596960" y="2641680"/>
              <a:ext cx="7302240" cy="1298160"/>
            </p14:xfrm>
          </p:contentPart>
        </mc:Choice>
        <mc:Fallback>
          <p:pic>
            <p:nvPicPr>
              <p:cNvPr id="2" name="Ink 1">
                <a:extLst>
                  <a:ext uri="{FF2B5EF4-FFF2-40B4-BE49-F238E27FC236}">
                    <a16:creationId xmlns:a16="http://schemas.microsoft.com/office/drawing/2014/main" id="{039F5112-6DDE-1C6B-0820-59644E9B7FD9}"/>
                  </a:ext>
                </a:extLst>
              </p:cNvPr>
              <p:cNvPicPr/>
              <p:nvPr/>
            </p:nvPicPr>
            <p:blipFill>
              <a:blip r:embed="rId5"/>
              <a:stretch>
                <a:fillRect/>
              </a:stretch>
            </p:blipFill>
            <p:spPr>
              <a:xfrm>
                <a:off x="1587600" y="2632320"/>
                <a:ext cx="7320960" cy="13168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a:extLst>
              <a:ext uri="{FF2B5EF4-FFF2-40B4-BE49-F238E27FC236}">
                <a16:creationId xmlns:a16="http://schemas.microsoft.com/office/drawing/2014/main" id="{F5EE811D-39DA-0CDE-C33C-7ADFBA4B5804}"/>
              </a:ext>
            </a:extLst>
          </p:cNvPr>
          <p:cNvSpPr>
            <a:spLocks noGrp="1"/>
          </p:cNvSpPr>
          <p:nvPr>
            <p:ph idx="1"/>
          </p:nvPr>
        </p:nvSpPr>
        <p:spPr>
          <a:xfrm>
            <a:off x="304800" y="1493838"/>
            <a:ext cx="8229600" cy="4525962"/>
          </a:xfrm>
        </p:spPr>
        <p:txBody>
          <a:bodyPr/>
          <a:lstStyle/>
          <a:p>
            <a:pPr fontAlgn="base">
              <a:spcAft>
                <a:spcPct val="0"/>
              </a:spcAft>
            </a:pPr>
            <a:r>
              <a:rPr lang="id-ID" altLang="en-US"/>
              <a:t>Given the project information below, what is the probability of completing the National Holiday Toy project in </a:t>
            </a:r>
            <a:r>
              <a:rPr lang="en-US" altLang="en-US"/>
              <a:t>(i) </a:t>
            </a:r>
            <a:r>
              <a:rPr lang="id-ID" altLang="en-US"/>
              <a:t>93 time units?</a:t>
            </a:r>
            <a:r>
              <a:rPr lang="en-US" altLang="en-US"/>
              <a:t> (ii) in 88 time units?</a:t>
            </a:r>
          </a:p>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E8306FC0-0678-A53C-F316-426A5D3512BE}"/>
              </a:ext>
            </a:extLst>
          </p:cNvPr>
          <p:cNvSpPr>
            <a:spLocks noGrp="1"/>
          </p:cNvSpPr>
          <p:nvPr>
            <p:ph sz="quarter" idx="10"/>
          </p:nvPr>
        </p:nvSpPr>
        <p:spPr/>
        <p:txBody>
          <a:bodyPr/>
          <a:lstStyle/>
          <a:p>
            <a:pPr>
              <a:buFont typeface="Arial" charset="0"/>
              <a:buNone/>
              <a:defRPr/>
            </a:pPr>
            <a:r>
              <a:rPr lang="id-ID" dirty="0"/>
              <a:t>Exercise 1</a:t>
            </a:r>
            <a:endParaRPr lang="en-US" dirty="0"/>
          </a:p>
        </p:txBody>
      </p:sp>
      <p:graphicFrame>
        <p:nvGraphicFramePr>
          <p:cNvPr id="4" name="Table 3">
            <a:extLst>
              <a:ext uri="{FF2B5EF4-FFF2-40B4-BE49-F238E27FC236}">
                <a16:creationId xmlns:a16="http://schemas.microsoft.com/office/drawing/2014/main" id="{95BA9BD6-89F8-A847-86B8-1954066F17D0}"/>
              </a:ext>
            </a:extLst>
          </p:cNvPr>
          <p:cNvGraphicFramePr>
            <a:graphicFrameLocks noGrp="1"/>
          </p:cNvGraphicFramePr>
          <p:nvPr/>
        </p:nvGraphicFramePr>
        <p:xfrm>
          <a:off x="0" y="2667000"/>
          <a:ext cx="9144000" cy="3509963"/>
        </p:xfrm>
        <a:graphic>
          <a:graphicData uri="http://schemas.openxmlformats.org/drawingml/2006/table">
            <a:tbl>
              <a:tblPr firstRow="1" bandRow="1">
                <a:tableStyleId>{5C22544A-7EE6-4342-B048-85BDC9FD1C3A}</a:tableStyleId>
              </a:tblPr>
              <a:tblGrid>
                <a:gridCol w="525066">
                  <a:extLst>
                    <a:ext uri="{9D8B030D-6E8A-4147-A177-3AD203B41FA5}">
                      <a16:colId xmlns:a16="http://schemas.microsoft.com/office/drawing/2014/main" val="20000"/>
                    </a:ext>
                  </a:extLst>
                </a:gridCol>
                <a:gridCol w="1725216">
                  <a:extLst>
                    <a:ext uri="{9D8B030D-6E8A-4147-A177-3AD203B41FA5}">
                      <a16:colId xmlns:a16="http://schemas.microsoft.com/office/drawing/2014/main" val="20001"/>
                    </a:ext>
                  </a:extLst>
                </a:gridCol>
                <a:gridCol w="1407319">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914390">
                <a:tc>
                  <a:txBody>
                    <a:bodyPr/>
                    <a:lstStyle/>
                    <a:p>
                      <a:r>
                        <a:rPr lang="en-US" sz="1800" dirty="0"/>
                        <a:t>Act ID(</a:t>
                      </a:r>
                      <a:r>
                        <a:rPr lang="en-US" sz="1800" dirty="0" err="1"/>
                        <a:t>i</a:t>
                      </a:r>
                      <a:r>
                        <a:rPr lang="en-US" sz="1800" dirty="0"/>
                        <a:t>)</a:t>
                      </a:r>
                    </a:p>
                  </a:txBody>
                  <a:tcPr marT="45715" marB="45715"/>
                </a:tc>
                <a:tc>
                  <a:txBody>
                    <a:bodyPr/>
                    <a:lstStyle/>
                    <a:p>
                      <a:r>
                        <a:rPr lang="en-US" sz="1800" dirty="0"/>
                        <a:t>Description</a:t>
                      </a:r>
                    </a:p>
                  </a:txBody>
                  <a:tcPr marT="45715" marB="45715"/>
                </a:tc>
                <a:tc>
                  <a:txBody>
                    <a:bodyPr/>
                    <a:lstStyle/>
                    <a:p>
                      <a:r>
                        <a:rPr lang="en-US" sz="1800" dirty="0"/>
                        <a:t>Predecessor</a:t>
                      </a:r>
                    </a:p>
                  </a:txBody>
                  <a:tcPr marT="45715" marB="45715"/>
                </a:tc>
                <a:tc>
                  <a:txBody>
                    <a:bodyPr/>
                    <a:lstStyle/>
                    <a:p>
                      <a:r>
                        <a:rPr lang="en-US" sz="1800" dirty="0" err="1"/>
                        <a:t>Optm</a:t>
                      </a:r>
                      <a:r>
                        <a:rPr lang="en-US" sz="1800" dirty="0"/>
                        <a:t>. (a)</a:t>
                      </a:r>
                    </a:p>
                  </a:txBody>
                  <a:tcPr marT="45715" marB="45715"/>
                </a:tc>
                <a:tc>
                  <a:txBody>
                    <a:bodyPr/>
                    <a:lstStyle/>
                    <a:p>
                      <a:r>
                        <a:rPr lang="en-US" sz="1800" dirty="0"/>
                        <a:t>Most</a:t>
                      </a:r>
                      <a:r>
                        <a:rPr lang="en-US" sz="1800" baseline="0" dirty="0"/>
                        <a:t> likely (m)</a:t>
                      </a:r>
                      <a:endParaRPr lang="en-US" sz="1800" dirty="0"/>
                    </a:p>
                  </a:txBody>
                  <a:tcPr marT="45715" marB="45715"/>
                </a:tc>
                <a:tc>
                  <a:txBody>
                    <a:bodyPr/>
                    <a:lstStyle/>
                    <a:p>
                      <a:r>
                        <a:rPr lang="en-US" sz="1800" dirty="0" err="1"/>
                        <a:t>Pess</a:t>
                      </a:r>
                      <a:r>
                        <a:rPr lang="en-US" sz="1800" dirty="0"/>
                        <a:t>. (b)</a:t>
                      </a:r>
                    </a:p>
                  </a:txBody>
                  <a:tcPr marT="45715" marB="45715"/>
                </a:tc>
                <a:tc>
                  <a:txBody>
                    <a:bodyPr/>
                    <a:lstStyle/>
                    <a:p>
                      <a:r>
                        <a:rPr lang="en-US" sz="1800" dirty="0"/>
                        <a:t>Act. Time (</a:t>
                      </a:r>
                      <a:r>
                        <a:rPr lang="en-US" sz="1800" dirty="0" err="1"/>
                        <a:t>t</a:t>
                      </a:r>
                      <a:r>
                        <a:rPr lang="en-US" sz="1800" baseline="-25000" dirty="0" err="1"/>
                        <a:t>e</a:t>
                      </a:r>
                      <a:r>
                        <a:rPr lang="en-US" sz="1800" dirty="0"/>
                        <a:t>)</a:t>
                      </a:r>
                    </a:p>
                  </a:txBody>
                  <a:tcPr marT="45715" marB="45715"/>
                </a:tc>
                <a:tc>
                  <a:txBody>
                    <a:bodyPr/>
                    <a:lstStyle/>
                    <a:p>
                      <a:r>
                        <a:rPr lang="en-US" sz="1800" dirty="0"/>
                        <a:t>Variance  {(b-a)/6}</a:t>
                      </a:r>
                      <a:r>
                        <a:rPr lang="en-US" sz="1800" baseline="30000" dirty="0"/>
                        <a:t>2</a:t>
                      </a:r>
                    </a:p>
                  </a:txBody>
                  <a:tcPr marT="45715" marB="45715"/>
                </a:tc>
                <a:tc>
                  <a:txBody>
                    <a:bodyPr/>
                    <a:lstStyle/>
                    <a:p>
                      <a:r>
                        <a:rPr lang="en-US" sz="1800" dirty="0"/>
                        <a:t>Critical</a:t>
                      </a:r>
                    </a:p>
                  </a:txBody>
                  <a:tcPr marT="45715" marB="45715"/>
                </a:tc>
                <a:extLst>
                  <a:ext uri="{0D108BD9-81ED-4DB2-BD59-A6C34878D82A}">
                    <a16:rowId xmlns:a16="http://schemas.microsoft.com/office/drawing/2014/main" val="10000"/>
                  </a:ext>
                </a:extLst>
              </a:tr>
              <a:tr h="370796">
                <a:tc>
                  <a:txBody>
                    <a:bodyPr/>
                    <a:lstStyle/>
                    <a:p>
                      <a:r>
                        <a:rPr lang="en-US" sz="1800" dirty="0"/>
                        <a:t>1</a:t>
                      </a:r>
                    </a:p>
                  </a:txBody>
                  <a:tcPr marT="45715" marB="45715"/>
                </a:tc>
                <a:tc>
                  <a:txBody>
                    <a:bodyPr/>
                    <a:lstStyle/>
                    <a:p>
                      <a:r>
                        <a:rPr lang="en-US" sz="1800" dirty="0"/>
                        <a:t>Design Package</a:t>
                      </a:r>
                    </a:p>
                  </a:txBody>
                  <a:tcPr marT="45715" marB="45715"/>
                </a:tc>
                <a:tc>
                  <a:txBody>
                    <a:bodyPr/>
                    <a:lstStyle/>
                    <a:p>
                      <a:r>
                        <a:rPr lang="en-US" sz="1800" dirty="0"/>
                        <a:t>None</a:t>
                      </a:r>
                    </a:p>
                  </a:txBody>
                  <a:tcPr marT="45715" marB="45715"/>
                </a:tc>
                <a:tc>
                  <a:txBody>
                    <a:bodyPr/>
                    <a:lstStyle/>
                    <a:p>
                      <a:r>
                        <a:rPr lang="en-US" sz="1800" dirty="0"/>
                        <a:t>6</a:t>
                      </a:r>
                    </a:p>
                  </a:txBody>
                  <a:tcPr marT="45715" marB="45715"/>
                </a:tc>
                <a:tc>
                  <a:txBody>
                    <a:bodyPr/>
                    <a:lstStyle/>
                    <a:p>
                      <a:r>
                        <a:rPr lang="en-US" sz="1800" dirty="0"/>
                        <a:t>12</a:t>
                      </a:r>
                    </a:p>
                  </a:txBody>
                  <a:tcPr marT="45715" marB="45715"/>
                </a:tc>
                <a:tc>
                  <a:txBody>
                    <a:bodyPr/>
                    <a:lstStyle/>
                    <a:p>
                      <a:r>
                        <a:rPr lang="en-US" sz="1800" dirty="0"/>
                        <a:t>24</a:t>
                      </a:r>
                    </a:p>
                  </a:txBody>
                  <a:tcPr marT="45715" marB="45715"/>
                </a:tc>
                <a:tc>
                  <a:txBody>
                    <a:bodyPr/>
                    <a:lstStyle/>
                    <a:p>
                      <a:r>
                        <a:rPr lang="en-US" sz="1800" dirty="0">
                          <a:solidFill>
                            <a:schemeClr val="accent3"/>
                          </a:solidFill>
                        </a:rPr>
                        <a:t>13</a:t>
                      </a:r>
                    </a:p>
                  </a:txBody>
                  <a:tcPr marT="45715" marB="45715"/>
                </a:tc>
                <a:tc>
                  <a:txBody>
                    <a:bodyPr/>
                    <a:lstStyle/>
                    <a:p>
                      <a:r>
                        <a:rPr lang="en-US" sz="1800" dirty="0">
                          <a:solidFill>
                            <a:schemeClr val="accent3"/>
                          </a:solidFill>
                        </a:rPr>
                        <a:t>9</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1"/>
                  </a:ext>
                </a:extLst>
              </a:tr>
              <a:tr h="370796">
                <a:tc>
                  <a:txBody>
                    <a:bodyPr/>
                    <a:lstStyle/>
                    <a:p>
                      <a:r>
                        <a:rPr lang="en-US" sz="1800" dirty="0"/>
                        <a:t>2</a:t>
                      </a:r>
                    </a:p>
                  </a:txBody>
                  <a:tcPr marT="45715" marB="45715"/>
                </a:tc>
                <a:tc>
                  <a:txBody>
                    <a:bodyPr/>
                    <a:lstStyle/>
                    <a:p>
                      <a:r>
                        <a:rPr lang="en-US" sz="1800" dirty="0"/>
                        <a:t>Design product</a:t>
                      </a:r>
                    </a:p>
                  </a:txBody>
                  <a:tcPr marT="45715" marB="45715"/>
                </a:tc>
                <a:tc>
                  <a:txBody>
                    <a:bodyPr/>
                    <a:lstStyle/>
                    <a:p>
                      <a:r>
                        <a:rPr lang="en-US" sz="1800" dirty="0"/>
                        <a:t>1</a:t>
                      </a:r>
                    </a:p>
                  </a:txBody>
                  <a:tcPr marT="45715" marB="45715"/>
                </a:tc>
                <a:tc>
                  <a:txBody>
                    <a:bodyPr/>
                    <a:lstStyle/>
                    <a:p>
                      <a:r>
                        <a:rPr lang="en-US" sz="1800" dirty="0"/>
                        <a:t>16</a:t>
                      </a:r>
                    </a:p>
                  </a:txBody>
                  <a:tcPr marT="45715" marB="45715"/>
                </a:tc>
                <a:tc>
                  <a:txBody>
                    <a:bodyPr/>
                    <a:lstStyle/>
                    <a:p>
                      <a:r>
                        <a:rPr lang="en-US" sz="1800" dirty="0"/>
                        <a:t>19</a:t>
                      </a:r>
                    </a:p>
                  </a:txBody>
                  <a:tcPr marT="45715" marB="45715"/>
                </a:tc>
                <a:tc>
                  <a:txBody>
                    <a:bodyPr/>
                    <a:lstStyle/>
                    <a:p>
                      <a:r>
                        <a:rPr lang="en-US" sz="1800" dirty="0"/>
                        <a:t>28</a:t>
                      </a:r>
                    </a:p>
                  </a:txBody>
                  <a:tcPr marT="45715" marB="45715"/>
                </a:tc>
                <a:tc>
                  <a:txBody>
                    <a:bodyPr/>
                    <a:lstStyle/>
                    <a:p>
                      <a:r>
                        <a:rPr lang="en-US" sz="1800" dirty="0">
                          <a:solidFill>
                            <a:schemeClr val="accent3"/>
                          </a:solidFill>
                        </a:rPr>
                        <a:t>20</a:t>
                      </a:r>
                    </a:p>
                  </a:txBody>
                  <a:tcPr marT="45715" marB="45715"/>
                </a:tc>
                <a:tc>
                  <a:txBody>
                    <a:bodyPr/>
                    <a:lstStyle/>
                    <a:p>
                      <a:r>
                        <a:rPr lang="en-US" sz="1800" dirty="0">
                          <a:solidFill>
                            <a:schemeClr val="accent3"/>
                          </a:solidFill>
                        </a:rPr>
                        <a:t>4</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2"/>
                  </a:ext>
                </a:extLst>
              </a:tr>
              <a:tr h="370796">
                <a:tc>
                  <a:txBody>
                    <a:bodyPr/>
                    <a:lstStyle/>
                    <a:p>
                      <a:r>
                        <a:rPr lang="en-US" sz="1800" dirty="0"/>
                        <a:t>3</a:t>
                      </a:r>
                    </a:p>
                  </a:txBody>
                  <a:tcPr marT="45715" marB="45715"/>
                </a:tc>
                <a:tc>
                  <a:txBody>
                    <a:bodyPr/>
                    <a:lstStyle/>
                    <a:p>
                      <a:r>
                        <a:rPr lang="en-US" sz="1800" dirty="0"/>
                        <a:t>Build package</a:t>
                      </a:r>
                    </a:p>
                  </a:txBody>
                  <a:tcPr marT="45715" marB="45715"/>
                </a:tc>
                <a:tc>
                  <a:txBody>
                    <a:bodyPr/>
                    <a:lstStyle/>
                    <a:p>
                      <a:r>
                        <a:rPr lang="en-US" sz="1800" dirty="0"/>
                        <a:t>1</a:t>
                      </a:r>
                    </a:p>
                  </a:txBody>
                  <a:tcPr marT="45715" marB="45715"/>
                </a:tc>
                <a:tc>
                  <a:txBody>
                    <a:bodyPr/>
                    <a:lstStyle/>
                    <a:p>
                      <a:r>
                        <a:rPr lang="en-US" sz="1800" dirty="0"/>
                        <a:t>4</a:t>
                      </a:r>
                    </a:p>
                  </a:txBody>
                  <a:tcPr marT="45715" marB="45715"/>
                </a:tc>
                <a:tc>
                  <a:txBody>
                    <a:bodyPr/>
                    <a:lstStyle/>
                    <a:p>
                      <a:r>
                        <a:rPr lang="en-US" sz="1800" dirty="0"/>
                        <a:t>7</a:t>
                      </a:r>
                    </a:p>
                  </a:txBody>
                  <a:tcPr marT="45715" marB="45715"/>
                </a:tc>
                <a:tc>
                  <a:txBody>
                    <a:bodyPr/>
                    <a:lstStyle/>
                    <a:p>
                      <a:r>
                        <a:rPr lang="en-US" sz="1800" dirty="0"/>
                        <a:t>10</a:t>
                      </a:r>
                    </a:p>
                  </a:txBody>
                  <a:tcPr marT="45715" marB="45715"/>
                </a:tc>
                <a:tc>
                  <a:txBody>
                    <a:bodyPr/>
                    <a:lstStyle/>
                    <a:p>
                      <a:r>
                        <a:rPr lang="en-US" sz="1800" dirty="0">
                          <a:solidFill>
                            <a:schemeClr val="accent3"/>
                          </a:solidFill>
                        </a:rPr>
                        <a:t>7</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rgbClr val="FF0000"/>
                          </a:solidFill>
                        </a:rPr>
                        <a:t>N</a:t>
                      </a:r>
                    </a:p>
                  </a:txBody>
                  <a:tcPr marT="45715" marB="45715"/>
                </a:tc>
                <a:extLst>
                  <a:ext uri="{0D108BD9-81ED-4DB2-BD59-A6C34878D82A}">
                    <a16:rowId xmlns:a16="http://schemas.microsoft.com/office/drawing/2014/main" val="10003"/>
                  </a:ext>
                </a:extLst>
              </a:tr>
              <a:tr h="370796">
                <a:tc>
                  <a:txBody>
                    <a:bodyPr/>
                    <a:lstStyle/>
                    <a:p>
                      <a:r>
                        <a:rPr lang="en-US" sz="1800" dirty="0"/>
                        <a:t>4</a:t>
                      </a:r>
                    </a:p>
                  </a:txBody>
                  <a:tcPr marT="45715" marB="45715"/>
                </a:tc>
                <a:tc>
                  <a:txBody>
                    <a:bodyPr/>
                    <a:lstStyle/>
                    <a:p>
                      <a:r>
                        <a:rPr lang="en-US" sz="1800" dirty="0"/>
                        <a:t>Secure patent</a:t>
                      </a:r>
                    </a:p>
                  </a:txBody>
                  <a:tcPr marT="45715" marB="45715"/>
                </a:tc>
                <a:tc>
                  <a:txBody>
                    <a:bodyPr/>
                    <a:lstStyle/>
                    <a:p>
                      <a:r>
                        <a:rPr lang="en-US" sz="1800" dirty="0"/>
                        <a:t>2</a:t>
                      </a:r>
                    </a:p>
                  </a:txBody>
                  <a:tcPr marT="45715" marB="45715"/>
                </a:tc>
                <a:tc>
                  <a:txBody>
                    <a:bodyPr/>
                    <a:lstStyle/>
                    <a:p>
                      <a:r>
                        <a:rPr lang="en-US" sz="1800" dirty="0"/>
                        <a:t>21</a:t>
                      </a:r>
                    </a:p>
                  </a:txBody>
                  <a:tcPr marT="45715" marB="45715"/>
                </a:tc>
                <a:tc>
                  <a:txBody>
                    <a:bodyPr/>
                    <a:lstStyle/>
                    <a:p>
                      <a:r>
                        <a:rPr lang="en-US" sz="1800" dirty="0"/>
                        <a:t>30</a:t>
                      </a:r>
                    </a:p>
                  </a:txBody>
                  <a:tcPr marT="45715" marB="45715"/>
                </a:tc>
                <a:tc>
                  <a:txBody>
                    <a:bodyPr/>
                    <a:lstStyle/>
                    <a:p>
                      <a:r>
                        <a:rPr lang="en-US" sz="1800" dirty="0"/>
                        <a:t>39</a:t>
                      </a:r>
                    </a:p>
                  </a:txBody>
                  <a:tcPr marT="45715" marB="45715"/>
                </a:tc>
                <a:tc>
                  <a:txBody>
                    <a:bodyPr/>
                    <a:lstStyle/>
                    <a:p>
                      <a:r>
                        <a:rPr lang="en-US" sz="1800" dirty="0">
                          <a:solidFill>
                            <a:schemeClr val="accent3"/>
                          </a:solidFill>
                        </a:rPr>
                        <a:t>30</a:t>
                      </a:r>
                    </a:p>
                  </a:txBody>
                  <a:tcPr marT="45715" marB="45715"/>
                </a:tc>
                <a:tc>
                  <a:txBody>
                    <a:bodyPr/>
                    <a:lstStyle/>
                    <a:p>
                      <a:r>
                        <a:rPr lang="en-US" sz="1800" dirty="0">
                          <a:solidFill>
                            <a:schemeClr val="accent3"/>
                          </a:solidFill>
                        </a:rPr>
                        <a:t>9</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4"/>
                  </a:ext>
                </a:extLst>
              </a:tr>
              <a:tr h="370796">
                <a:tc>
                  <a:txBody>
                    <a:bodyPr/>
                    <a:lstStyle/>
                    <a:p>
                      <a:r>
                        <a:rPr lang="en-US" sz="1800" dirty="0"/>
                        <a:t>5</a:t>
                      </a:r>
                    </a:p>
                  </a:txBody>
                  <a:tcPr marT="45715" marB="45715"/>
                </a:tc>
                <a:tc>
                  <a:txBody>
                    <a:bodyPr/>
                    <a:lstStyle/>
                    <a:p>
                      <a:r>
                        <a:rPr lang="en-US" sz="1800" dirty="0"/>
                        <a:t>Build product</a:t>
                      </a:r>
                    </a:p>
                  </a:txBody>
                  <a:tcPr marT="45715" marB="45715"/>
                </a:tc>
                <a:tc>
                  <a:txBody>
                    <a:bodyPr/>
                    <a:lstStyle/>
                    <a:p>
                      <a:r>
                        <a:rPr lang="en-US" sz="1800" dirty="0"/>
                        <a:t>2</a:t>
                      </a:r>
                    </a:p>
                  </a:txBody>
                  <a:tcPr marT="45715" marB="45715"/>
                </a:tc>
                <a:tc>
                  <a:txBody>
                    <a:bodyPr/>
                    <a:lstStyle/>
                    <a:p>
                      <a:r>
                        <a:rPr lang="en-US" sz="1800" dirty="0"/>
                        <a:t>17</a:t>
                      </a:r>
                    </a:p>
                  </a:txBody>
                  <a:tcPr marT="45715" marB="45715"/>
                </a:tc>
                <a:tc>
                  <a:txBody>
                    <a:bodyPr/>
                    <a:lstStyle/>
                    <a:p>
                      <a:r>
                        <a:rPr lang="en-US" sz="1800" dirty="0"/>
                        <a:t>29</a:t>
                      </a:r>
                    </a:p>
                  </a:txBody>
                  <a:tcPr marT="45715" marB="45715"/>
                </a:tc>
                <a:tc>
                  <a:txBody>
                    <a:bodyPr/>
                    <a:lstStyle/>
                    <a:p>
                      <a:r>
                        <a:rPr lang="en-US" sz="1800" dirty="0"/>
                        <a:t>47</a:t>
                      </a:r>
                    </a:p>
                  </a:txBody>
                  <a:tcPr marT="45715" marB="45715"/>
                </a:tc>
                <a:tc>
                  <a:txBody>
                    <a:bodyPr/>
                    <a:lstStyle/>
                    <a:p>
                      <a:r>
                        <a:rPr lang="en-US" sz="1800" dirty="0">
                          <a:solidFill>
                            <a:schemeClr val="accent3"/>
                          </a:solidFill>
                        </a:rPr>
                        <a:t>30</a:t>
                      </a:r>
                    </a:p>
                  </a:txBody>
                  <a:tcPr marT="45715" marB="45715"/>
                </a:tc>
                <a:tc>
                  <a:txBody>
                    <a:bodyPr/>
                    <a:lstStyle/>
                    <a:p>
                      <a:r>
                        <a:rPr lang="en-US" sz="1800" dirty="0">
                          <a:solidFill>
                            <a:schemeClr val="accent3"/>
                          </a:solidFill>
                        </a:rPr>
                        <a:t>25</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5"/>
                  </a:ext>
                </a:extLst>
              </a:tr>
              <a:tr h="370796">
                <a:tc>
                  <a:txBody>
                    <a:bodyPr/>
                    <a:lstStyle/>
                    <a:p>
                      <a:r>
                        <a:rPr lang="en-US" sz="1800" dirty="0"/>
                        <a:t>6</a:t>
                      </a:r>
                    </a:p>
                  </a:txBody>
                  <a:tcPr marT="45715" marB="45715"/>
                </a:tc>
                <a:tc>
                  <a:txBody>
                    <a:bodyPr/>
                    <a:lstStyle/>
                    <a:p>
                      <a:r>
                        <a:rPr lang="en-US" sz="1800" dirty="0"/>
                        <a:t>Paint</a:t>
                      </a:r>
                    </a:p>
                  </a:txBody>
                  <a:tcPr marT="45715" marB="45715"/>
                </a:tc>
                <a:tc>
                  <a:txBody>
                    <a:bodyPr/>
                    <a:lstStyle/>
                    <a:p>
                      <a:r>
                        <a:rPr lang="en-US" sz="1800" dirty="0"/>
                        <a:t>3, 4,5 </a:t>
                      </a:r>
                    </a:p>
                  </a:txBody>
                  <a:tcPr marT="45715" marB="45715"/>
                </a:tc>
                <a:tc>
                  <a:txBody>
                    <a:bodyPr/>
                    <a:lstStyle/>
                    <a:p>
                      <a:r>
                        <a:rPr lang="en-US" sz="1800" dirty="0"/>
                        <a:t>4</a:t>
                      </a:r>
                    </a:p>
                  </a:txBody>
                  <a:tcPr marT="45715" marB="45715"/>
                </a:tc>
                <a:tc>
                  <a:txBody>
                    <a:bodyPr/>
                    <a:lstStyle/>
                    <a:p>
                      <a:r>
                        <a:rPr lang="en-US" sz="1800" dirty="0"/>
                        <a:t>7</a:t>
                      </a:r>
                    </a:p>
                  </a:txBody>
                  <a:tcPr marT="45715" marB="45715"/>
                </a:tc>
                <a:tc>
                  <a:txBody>
                    <a:bodyPr/>
                    <a:lstStyle/>
                    <a:p>
                      <a:r>
                        <a:rPr lang="en-US" sz="1800" dirty="0"/>
                        <a:t>10</a:t>
                      </a:r>
                    </a:p>
                  </a:txBody>
                  <a:tcPr marT="45715" marB="45715"/>
                </a:tc>
                <a:tc>
                  <a:txBody>
                    <a:bodyPr/>
                    <a:lstStyle/>
                    <a:p>
                      <a:r>
                        <a:rPr lang="en-US" sz="1800" dirty="0">
                          <a:solidFill>
                            <a:schemeClr val="accent3"/>
                          </a:solidFill>
                        </a:rPr>
                        <a:t>7</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rgbClr val="FF0000"/>
                          </a:solidFill>
                        </a:rPr>
                        <a:t>N</a:t>
                      </a:r>
                      <a:r>
                        <a:rPr lang="en-US" sz="1800" dirty="0">
                          <a:solidFill>
                            <a:schemeClr val="accent3"/>
                          </a:solidFill>
                        </a:rPr>
                        <a:t>, Y,</a:t>
                      </a:r>
                      <a:r>
                        <a:rPr lang="en-US" sz="1800" baseline="0" dirty="0">
                          <a:solidFill>
                            <a:schemeClr val="accent3"/>
                          </a:solidFill>
                        </a:rPr>
                        <a:t> Y</a:t>
                      </a:r>
                      <a:endParaRPr lang="en-US" sz="1800" dirty="0">
                        <a:solidFill>
                          <a:schemeClr val="accent3"/>
                        </a:solidFill>
                      </a:endParaRPr>
                    </a:p>
                  </a:txBody>
                  <a:tcPr marT="45715" marB="45715"/>
                </a:tc>
                <a:extLst>
                  <a:ext uri="{0D108BD9-81ED-4DB2-BD59-A6C34878D82A}">
                    <a16:rowId xmlns:a16="http://schemas.microsoft.com/office/drawing/2014/main" val="10006"/>
                  </a:ext>
                </a:extLst>
              </a:tr>
              <a:tr h="370796">
                <a:tc>
                  <a:txBody>
                    <a:bodyPr/>
                    <a:lstStyle/>
                    <a:p>
                      <a:r>
                        <a:rPr lang="en-US" sz="1800" dirty="0"/>
                        <a:t>7</a:t>
                      </a:r>
                    </a:p>
                  </a:txBody>
                  <a:tcPr marT="45715" marB="45715"/>
                </a:tc>
                <a:tc>
                  <a:txBody>
                    <a:bodyPr/>
                    <a:lstStyle/>
                    <a:p>
                      <a:r>
                        <a:rPr lang="en-US" sz="1800" dirty="0"/>
                        <a:t>Test market</a:t>
                      </a:r>
                    </a:p>
                  </a:txBody>
                  <a:tcPr marT="45715" marB="45715"/>
                </a:tc>
                <a:tc>
                  <a:txBody>
                    <a:bodyPr/>
                    <a:lstStyle/>
                    <a:p>
                      <a:r>
                        <a:rPr lang="en-US" sz="1800" dirty="0"/>
                        <a:t>6</a:t>
                      </a:r>
                    </a:p>
                  </a:txBody>
                  <a:tcPr marT="45715" marB="45715"/>
                </a:tc>
                <a:tc>
                  <a:txBody>
                    <a:bodyPr/>
                    <a:lstStyle/>
                    <a:p>
                      <a:r>
                        <a:rPr lang="en-US" sz="1800" dirty="0"/>
                        <a:t>13</a:t>
                      </a:r>
                    </a:p>
                  </a:txBody>
                  <a:tcPr marT="45715" marB="45715"/>
                </a:tc>
                <a:tc>
                  <a:txBody>
                    <a:bodyPr/>
                    <a:lstStyle/>
                    <a:p>
                      <a:r>
                        <a:rPr lang="en-US" sz="1800" dirty="0"/>
                        <a:t>16</a:t>
                      </a:r>
                    </a:p>
                  </a:txBody>
                  <a:tcPr marT="45715" marB="45715"/>
                </a:tc>
                <a:tc>
                  <a:txBody>
                    <a:bodyPr/>
                    <a:lstStyle/>
                    <a:p>
                      <a:r>
                        <a:rPr lang="en-US" sz="1800" dirty="0"/>
                        <a:t>19</a:t>
                      </a:r>
                    </a:p>
                  </a:txBody>
                  <a:tcPr marT="45715" marB="45715"/>
                </a:tc>
                <a:tc>
                  <a:txBody>
                    <a:bodyPr/>
                    <a:lstStyle/>
                    <a:p>
                      <a:r>
                        <a:rPr lang="en-US" sz="1800" dirty="0">
                          <a:solidFill>
                            <a:schemeClr val="accent3"/>
                          </a:solidFill>
                        </a:rPr>
                        <a:t>16</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7"/>
                  </a:ext>
                </a:extLst>
              </a:tr>
            </a:tbl>
          </a:graphicData>
        </a:graphic>
      </p:graphicFrame>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66B07D4-63EC-EABD-E07D-2E0E3FE01F61}"/>
                  </a:ext>
                </a:extLst>
              </p14:cNvPr>
              <p14:cNvContentPartPr/>
              <p14:nvPr/>
            </p14:nvContentPartPr>
            <p14:xfrm>
              <a:off x="493560" y="819360"/>
              <a:ext cx="7772400" cy="5204160"/>
            </p14:xfrm>
          </p:contentPart>
        </mc:Choice>
        <mc:Fallback>
          <p:pic>
            <p:nvPicPr>
              <p:cNvPr id="2" name="Ink 1">
                <a:extLst>
                  <a:ext uri="{FF2B5EF4-FFF2-40B4-BE49-F238E27FC236}">
                    <a16:creationId xmlns:a16="http://schemas.microsoft.com/office/drawing/2014/main" id="{066B07D4-63EC-EABD-E07D-2E0E3FE01F61}"/>
                  </a:ext>
                </a:extLst>
              </p:cNvPr>
              <p:cNvPicPr/>
              <p:nvPr/>
            </p:nvPicPr>
            <p:blipFill>
              <a:blip r:embed="rId3"/>
              <a:stretch>
                <a:fillRect/>
              </a:stretch>
            </p:blipFill>
            <p:spPr>
              <a:xfrm>
                <a:off x="484200" y="810000"/>
                <a:ext cx="7791120" cy="522288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08C49B-4471-3A2E-64F7-AA020DE4392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856B94F-E201-13FC-7EE1-27D979809497}"/>
                  </a:ext>
                </a:extLst>
              </p14:cNvPr>
              <p14:cNvContentPartPr/>
              <p14:nvPr/>
            </p14:nvContentPartPr>
            <p14:xfrm>
              <a:off x="324000" y="817560"/>
              <a:ext cx="8098920" cy="5635800"/>
            </p14:xfrm>
          </p:contentPart>
        </mc:Choice>
        <mc:Fallback>
          <p:pic>
            <p:nvPicPr>
              <p:cNvPr id="3" name="Ink 2">
                <a:extLst>
                  <a:ext uri="{FF2B5EF4-FFF2-40B4-BE49-F238E27FC236}">
                    <a16:creationId xmlns:a16="http://schemas.microsoft.com/office/drawing/2014/main" id="{6856B94F-E201-13FC-7EE1-27D979809497}"/>
                  </a:ext>
                </a:extLst>
              </p:cNvPr>
              <p:cNvPicPr/>
              <p:nvPr/>
            </p:nvPicPr>
            <p:blipFill>
              <a:blip r:embed="rId3"/>
              <a:stretch>
                <a:fillRect/>
              </a:stretch>
            </p:blipFill>
            <p:spPr>
              <a:xfrm>
                <a:off x="314640" y="808200"/>
                <a:ext cx="8117640" cy="565452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6E165CBC-4ECD-63EA-4967-96070031426F}"/>
              </a:ext>
            </a:extLst>
          </p:cNvPr>
          <p:cNvSpPr>
            <a:spLocks noGrp="1"/>
          </p:cNvSpPr>
          <p:nvPr>
            <p:ph idx="1"/>
          </p:nvPr>
        </p:nvSpPr>
        <p:spPr>
          <a:xfrm>
            <a:off x="0" y="1524000"/>
            <a:ext cx="9144000" cy="4953000"/>
          </a:xfrm>
        </p:spPr>
        <p:txBody>
          <a:bodyPr/>
          <a:lstStyle/>
          <a:p>
            <a:pPr fontAlgn="base">
              <a:spcAft>
                <a:spcPct val="0"/>
              </a:spcAft>
            </a:pPr>
            <a:r>
              <a:rPr lang="en-US" altLang="en-US"/>
              <a:t>CP</a:t>
            </a:r>
            <a:r>
              <a:rPr lang="en-US" altLang="en-US" baseline="-25000"/>
              <a:t>1</a:t>
            </a:r>
            <a:r>
              <a:rPr lang="en-US" altLang="en-US"/>
              <a:t>: 0-1-2-4-6-7 (86)</a:t>
            </a:r>
          </a:p>
          <a:p>
            <a:pPr fontAlgn="base">
              <a:spcAft>
                <a:spcPct val="0"/>
              </a:spcAft>
            </a:pPr>
            <a:r>
              <a:rPr lang="en-US" altLang="en-US"/>
              <a:t>CP</a:t>
            </a:r>
            <a:r>
              <a:rPr lang="en-US" altLang="en-US" baseline="-25000"/>
              <a:t>2</a:t>
            </a:r>
            <a:r>
              <a:rPr lang="en-US" altLang="en-US"/>
              <a:t>: 0-1-2-5-6-7 (86)</a:t>
            </a:r>
          </a:p>
          <a:p>
            <a:pPr fontAlgn="base">
              <a:spcAft>
                <a:spcPct val="0"/>
              </a:spcAft>
            </a:pPr>
            <a:endParaRPr lang="en-US" altLang="en-US" baseline="-25000"/>
          </a:p>
          <a:p>
            <a:pPr fontAlgn="base">
              <a:spcAft>
                <a:spcPct val="0"/>
              </a:spcAft>
            </a:pPr>
            <a:endParaRPr lang="en-US" altLang="en-US"/>
          </a:p>
          <a:p>
            <a:pPr fontAlgn="base">
              <a:spcAft>
                <a:spcPct val="0"/>
              </a:spcAft>
            </a:pPr>
            <a:endParaRPr lang="en-US" altLang="en-US"/>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237C4C0C-DC37-DE7D-8D2B-638795FAFAB0}"/>
              </a:ext>
            </a:extLst>
          </p:cNvPr>
          <p:cNvSpPr>
            <a:spLocks noGrp="1"/>
          </p:cNvSpPr>
          <p:nvPr>
            <p:ph sz="quarter" idx="10"/>
          </p:nvPr>
        </p:nvSpPr>
        <p:spPr/>
        <p:txBody>
          <a:bodyPr/>
          <a:lstStyle/>
          <a:p>
            <a:pPr>
              <a:buFont typeface="Arial" charset="0"/>
              <a:buNone/>
              <a:defRPr/>
            </a:pPr>
            <a:r>
              <a:rPr lang="en-US" dirty="0"/>
              <a:t>Exercise 1 (A-O-A)</a:t>
            </a:r>
          </a:p>
        </p:txBody>
      </p:sp>
      <p:sp>
        <p:nvSpPr>
          <p:cNvPr id="4" name="Oval 3">
            <a:extLst>
              <a:ext uri="{FF2B5EF4-FFF2-40B4-BE49-F238E27FC236}">
                <a16:creationId xmlns:a16="http://schemas.microsoft.com/office/drawing/2014/main" id="{B762AE40-6968-3BEE-BD44-CCFD956A5DC5}"/>
              </a:ext>
            </a:extLst>
          </p:cNvPr>
          <p:cNvSpPr/>
          <p:nvPr/>
        </p:nvSpPr>
        <p:spPr>
          <a:xfrm>
            <a:off x="685800" y="34290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Oval 4">
            <a:extLst>
              <a:ext uri="{FF2B5EF4-FFF2-40B4-BE49-F238E27FC236}">
                <a16:creationId xmlns:a16="http://schemas.microsoft.com/office/drawing/2014/main" id="{000D19EF-4F91-E70B-1C18-1BB9B6A5F488}"/>
              </a:ext>
            </a:extLst>
          </p:cNvPr>
          <p:cNvSpPr/>
          <p:nvPr/>
        </p:nvSpPr>
        <p:spPr>
          <a:xfrm>
            <a:off x="2362200" y="34290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Oval 5">
            <a:extLst>
              <a:ext uri="{FF2B5EF4-FFF2-40B4-BE49-F238E27FC236}">
                <a16:creationId xmlns:a16="http://schemas.microsoft.com/office/drawing/2014/main" id="{17BC43F3-E871-0EA6-7151-EF473059F0C2}"/>
              </a:ext>
            </a:extLst>
          </p:cNvPr>
          <p:cNvSpPr/>
          <p:nvPr/>
        </p:nvSpPr>
        <p:spPr>
          <a:xfrm>
            <a:off x="4038600" y="35052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Oval 6">
            <a:extLst>
              <a:ext uri="{FF2B5EF4-FFF2-40B4-BE49-F238E27FC236}">
                <a16:creationId xmlns:a16="http://schemas.microsoft.com/office/drawing/2014/main" id="{84D77EF3-BCBB-B41F-4E44-8BA0B0B319A3}"/>
              </a:ext>
            </a:extLst>
          </p:cNvPr>
          <p:cNvSpPr/>
          <p:nvPr/>
        </p:nvSpPr>
        <p:spPr>
          <a:xfrm>
            <a:off x="5562600" y="35052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Oval 7">
            <a:extLst>
              <a:ext uri="{FF2B5EF4-FFF2-40B4-BE49-F238E27FC236}">
                <a16:creationId xmlns:a16="http://schemas.microsoft.com/office/drawing/2014/main" id="{4672FF39-D2D9-DBEF-C0D8-5A20ED5C0F14}"/>
              </a:ext>
            </a:extLst>
          </p:cNvPr>
          <p:cNvSpPr/>
          <p:nvPr/>
        </p:nvSpPr>
        <p:spPr>
          <a:xfrm>
            <a:off x="7010400" y="35814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Oval 8">
            <a:extLst>
              <a:ext uri="{FF2B5EF4-FFF2-40B4-BE49-F238E27FC236}">
                <a16:creationId xmlns:a16="http://schemas.microsoft.com/office/drawing/2014/main" id="{100505CD-2E71-6EC9-2BE0-510DE9F8DF52}"/>
              </a:ext>
            </a:extLst>
          </p:cNvPr>
          <p:cNvSpPr/>
          <p:nvPr/>
        </p:nvSpPr>
        <p:spPr>
          <a:xfrm>
            <a:off x="8229600" y="36576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Oval 9">
            <a:extLst>
              <a:ext uri="{FF2B5EF4-FFF2-40B4-BE49-F238E27FC236}">
                <a16:creationId xmlns:a16="http://schemas.microsoft.com/office/drawing/2014/main" id="{58D27AA6-F426-FE44-B71B-6A1B7502CA41}"/>
              </a:ext>
            </a:extLst>
          </p:cNvPr>
          <p:cNvSpPr/>
          <p:nvPr/>
        </p:nvSpPr>
        <p:spPr>
          <a:xfrm>
            <a:off x="5486400" y="18288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Oval 10">
            <a:extLst>
              <a:ext uri="{FF2B5EF4-FFF2-40B4-BE49-F238E27FC236}">
                <a16:creationId xmlns:a16="http://schemas.microsoft.com/office/drawing/2014/main" id="{63D8FABB-3AD9-0F42-4A98-7D45DE91154F}"/>
              </a:ext>
            </a:extLst>
          </p:cNvPr>
          <p:cNvSpPr/>
          <p:nvPr/>
        </p:nvSpPr>
        <p:spPr>
          <a:xfrm>
            <a:off x="4267200" y="502920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3" name="Straight Arrow Connector 12">
            <a:extLst>
              <a:ext uri="{FF2B5EF4-FFF2-40B4-BE49-F238E27FC236}">
                <a16:creationId xmlns:a16="http://schemas.microsoft.com/office/drawing/2014/main" id="{BF6D94B3-914A-66CB-7818-D3AE1734F7EE}"/>
              </a:ext>
            </a:extLst>
          </p:cNvPr>
          <p:cNvCxnSpPr>
            <a:stCxn id="4" idx="6"/>
            <a:endCxn id="5" idx="2"/>
          </p:cNvCxnSpPr>
          <p:nvPr/>
        </p:nvCxnSpPr>
        <p:spPr>
          <a:xfrm>
            <a:off x="1600200" y="3886200"/>
            <a:ext cx="762000" cy="0"/>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9BC6995-1FB3-514C-FD48-1EC393F3CF7C}"/>
              </a:ext>
            </a:extLst>
          </p:cNvPr>
          <p:cNvCxnSpPr>
            <a:stCxn id="5" idx="6"/>
          </p:cNvCxnSpPr>
          <p:nvPr/>
        </p:nvCxnSpPr>
        <p:spPr>
          <a:xfrm>
            <a:off x="3276600" y="3886200"/>
            <a:ext cx="7620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FB0E5B6-B37F-981E-8C9E-F88EA30BE40B}"/>
              </a:ext>
            </a:extLst>
          </p:cNvPr>
          <p:cNvCxnSpPr/>
          <p:nvPr/>
        </p:nvCxnSpPr>
        <p:spPr>
          <a:xfrm>
            <a:off x="4953000" y="3886200"/>
            <a:ext cx="6096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BD440F1-1F72-51E7-696B-59FE190A7302}"/>
              </a:ext>
            </a:extLst>
          </p:cNvPr>
          <p:cNvCxnSpPr>
            <a:stCxn id="7" idx="6"/>
          </p:cNvCxnSpPr>
          <p:nvPr/>
        </p:nvCxnSpPr>
        <p:spPr>
          <a:xfrm>
            <a:off x="6477000" y="3962400"/>
            <a:ext cx="5334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B270314-BE03-AB49-1461-FED8F391E206}"/>
              </a:ext>
            </a:extLst>
          </p:cNvPr>
          <p:cNvCxnSpPr/>
          <p:nvPr/>
        </p:nvCxnSpPr>
        <p:spPr>
          <a:xfrm>
            <a:off x="7924800" y="3962400"/>
            <a:ext cx="3048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120375-E950-7AF7-E979-DFC625365A55}"/>
              </a:ext>
            </a:extLst>
          </p:cNvPr>
          <p:cNvCxnSpPr>
            <a:stCxn id="6" idx="0"/>
          </p:cNvCxnSpPr>
          <p:nvPr/>
        </p:nvCxnSpPr>
        <p:spPr>
          <a:xfrm flipV="1">
            <a:off x="4495800" y="2667000"/>
            <a:ext cx="1143000" cy="8382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9ADE7C9-C387-F8A3-0D0B-BC533B14CBCE}"/>
              </a:ext>
            </a:extLst>
          </p:cNvPr>
          <p:cNvCxnSpPr>
            <a:stCxn id="10" idx="5"/>
            <a:endCxn id="8" idx="0"/>
          </p:cNvCxnSpPr>
          <p:nvPr/>
        </p:nvCxnSpPr>
        <p:spPr>
          <a:xfrm>
            <a:off x="6267450" y="2609850"/>
            <a:ext cx="1200150" cy="97155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9CC8A7E-9848-12BA-9CDC-9910DEE929A3}"/>
              </a:ext>
            </a:extLst>
          </p:cNvPr>
          <p:cNvCxnSpPr>
            <a:stCxn id="5" idx="5"/>
            <a:endCxn id="11" idx="1"/>
          </p:cNvCxnSpPr>
          <p:nvPr/>
        </p:nvCxnSpPr>
        <p:spPr>
          <a:xfrm>
            <a:off x="3143250" y="4210050"/>
            <a:ext cx="1257300" cy="952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7C9765A-3AEB-2504-3B8C-FD2898644359}"/>
              </a:ext>
            </a:extLst>
          </p:cNvPr>
          <p:cNvCxnSpPr>
            <a:stCxn id="11" idx="7"/>
            <a:endCxn id="8" idx="3"/>
          </p:cNvCxnSpPr>
          <p:nvPr/>
        </p:nvCxnSpPr>
        <p:spPr>
          <a:xfrm flipV="1">
            <a:off x="5048250" y="4362450"/>
            <a:ext cx="2095500" cy="800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053" name="TextBox 31">
            <a:extLst>
              <a:ext uri="{FF2B5EF4-FFF2-40B4-BE49-F238E27FC236}">
                <a16:creationId xmlns:a16="http://schemas.microsoft.com/office/drawing/2014/main" id="{2C295139-31EC-DB40-9F19-45E14E448237}"/>
              </a:ext>
            </a:extLst>
          </p:cNvPr>
          <p:cNvSpPr txBox="1">
            <a:spLocks noChangeArrowheads="1"/>
          </p:cNvSpPr>
          <p:nvPr/>
        </p:nvSpPr>
        <p:spPr bwMode="auto">
          <a:xfrm>
            <a:off x="838200" y="3657600"/>
            <a:ext cx="412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0</a:t>
            </a:r>
          </a:p>
        </p:txBody>
      </p:sp>
      <p:sp>
        <p:nvSpPr>
          <p:cNvPr id="44054" name="TextBox 32">
            <a:extLst>
              <a:ext uri="{FF2B5EF4-FFF2-40B4-BE49-F238E27FC236}">
                <a16:creationId xmlns:a16="http://schemas.microsoft.com/office/drawing/2014/main" id="{03A57978-CCED-0F9E-DC72-582A9DA5C106}"/>
              </a:ext>
            </a:extLst>
          </p:cNvPr>
          <p:cNvSpPr txBox="1">
            <a:spLocks noChangeArrowheads="1"/>
          </p:cNvSpPr>
          <p:nvPr/>
        </p:nvSpPr>
        <p:spPr bwMode="auto">
          <a:xfrm>
            <a:off x="2667000" y="3657600"/>
            <a:ext cx="336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1</a:t>
            </a:r>
          </a:p>
        </p:txBody>
      </p:sp>
      <p:sp>
        <p:nvSpPr>
          <p:cNvPr id="44055" name="TextBox 33">
            <a:extLst>
              <a:ext uri="{FF2B5EF4-FFF2-40B4-BE49-F238E27FC236}">
                <a16:creationId xmlns:a16="http://schemas.microsoft.com/office/drawing/2014/main" id="{42F5DAC2-05AA-06B3-9C32-B83EFD01C7AF}"/>
              </a:ext>
            </a:extLst>
          </p:cNvPr>
          <p:cNvSpPr txBox="1">
            <a:spLocks noChangeArrowheads="1"/>
          </p:cNvSpPr>
          <p:nvPr/>
        </p:nvSpPr>
        <p:spPr bwMode="auto">
          <a:xfrm>
            <a:off x="4419600" y="3733800"/>
            <a:ext cx="76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2</a:t>
            </a:r>
          </a:p>
        </p:txBody>
      </p:sp>
      <p:sp>
        <p:nvSpPr>
          <p:cNvPr id="44056" name="TextBox 34">
            <a:extLst>
              <a:ext uri="{FF2B5EF4-FFF2-40B4-BE49-F238E27FC236}">
                <a16:creationId xmlns:a16="http://schemas.microsoft.com/office/drawing/2014/main" id="{CD27F970-E96A-C9A7-A962-8CE6F2BCDD4A}"/>
              </a:ext>
            </a:extLst>
          </p:cNvPr>
          <p:cNvSpPr txBox="1">
            <a:spLocks noChangeArrowheads="1"/>
          </p:cNvSpPr>
          <p:nvPr/>
        </p:nvSpPr>
        <p:spPr bwMode="auto">
          <a:xfrm>
            <a:off x="5867400" y="2057400"/>
            <a:ext cx="18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4</a:t>
            </a:r>
          </a:p>
        </p:txBody>
      </p:sp>
      <p:sp>
        <p:nvSpPr>
          <p:cNvPr id="44057" name="TextBox 35">
            <a:extLst>
              <a:ext uri="{FF2B5EF4-FFF2-40B4-BE49-F238E27FC236}">
                <a16:creationId xmlns:a16="http://schemas.microsoft.com/office/drawing/2014/main" id="{9A64867B-210E-5FEE-39C8-5A776FF18253}"/>
              </a:ext>
            </a:extLst>
          </p:cNvPr>
          <p:cNvSpPr txBox="1">
            <a:spLocks noChangeArrowheads="1"/>
          </p:cNvSpPr>
          <p:nvPr/>
        </p:nvSpPr>
        <p:spPr bwMode="auto">
          <a:xfrm>
            <a:off x="5943600" y="3733800"/>
            <a:ext cx="260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5</a:t>
            </a:r>
          </a:p>
        </p:txBody>
      </p:sp>
      <p:sp>
        <p:nvSpPr>
          <p:cNvPr id="44058" name="TextBox 36">
            <a:extLst>
              <a:ext uri="{FF2B5EF4-FFF2-40B4-BE49-F238E27FC236}">
                <a16:creationId xmlns:a16="http://schemas.microsoft.com/office/drawing/2014/main" id="{1C93A04F-7A07-B04A-E97B-5DD23E8FFF33}"/>
              </a:ext>
            </a:extLst>
          </p:cNvPr>
          <p:cNvSpPr txBox="1">
            <a:spLocks noChangeArrowheads="1"/>
          </p:cNvSpPr>
          <p:nvPr/>
        </p:nvSpPr>
        <p:spPr bwMode="auto">
          <a:xfrm>
            <a:off x="4495800" y="5181600"/>
            <a:ext cx="565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3</a:t>
            </a:r>
          </a:p>
        </p:txBody>
      </p:sp>
      <p:sp>
        <p:nvSpPr>
          <p:cNvPr id="44059" name="TextBox 37">
            <a:extLst>
              <a:ext uri="{FF2B5EF4-FFF2-40B4-BE49-F238E27FC236}">
                <a16:creationId xmlns:a16="http://schemas.microsoft.com/office/drawing/2014/main" id="{7B28816F-35E0-5480-C132-88801240E60F}"/>
              </a:ext>
            </a:extLst>
          </p:cNvPr>
          <p:cNvSpPr txBox="1">
            <a:spLocks noChangeArrowheads="1"/>
          </p:cNvSpPr>
          <p:nvPr/>
        </p:nvSpPr>
        <p:spPr bwMode="auto">
          <a:xfrm>
            <a:off x="7315200" y="3810000"/>
            <a:ext cx="260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6</a:t>
            </a:r>
          </a:p>
        </p:txBody>
      </p:sp>
      <p:sp>
        <p:nvSpPr>
          <p:cNvPr id="44060" name="TextBox 38">
            <a:extLst>
              <a:ext uri="{FF2B5EF4-FFF2-40B4-BE49-F238E27FC236}">
                <a16:creationId xmlns:a16="http://schemas.microsoft.com/office/drawing/2014/main" id="{F94F1BFB-FED4-EF6E-9589-8274106FAAB2}"/>
              </a:ext>
            </a:extLst>
          </p:cNvPr>
          <p:cNvSpPr txBox="1">
            <a:spLocks noChangeArrowheads="1"/>
          </p:cNvSpPr>
          <p:nvPr/>
        </p:nvSpPr>
        <p:spPr bwMode="auto">
          <a:xfrm>
            <a:off x="8534400" y="3886200"/>
            <a:ext cx="488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7</a:t>
            </a:r>
          </a:p>
        </p:txBody>
      </p:sp>
      <p:sp>
        <p:nvSpPr>
          <p:cNvPr id="44061" name="TextBox 39">
            <a:extLst>
              <a:ext uri="{FF2B5EF4-FFF2-40B4-BE49-F238E27FC236}">
                <a16:creationId xmlns:a16="http://schemas.microsoft.com/office/drawing/2014/main" id="{F17BDC82-4B3A-6144-222B-121102FFA49D}"/>
              </a:ext>
            </a:extLst>
          </p:cNvPr>
          <p:cNvSpPr txBox="1">
            <a:spLocks noChangeArrowheads="1"/>
          </p:cNvSpPr>
          <p:nvPr/>
        </p:nvSpPr>
        <p:spPr bwMode="auto">
          <a:xfrm>
            <a:off x="1752600" y="3429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13</a:t>
            </a:r>
          </a:p>
        </p:txBody>
      </p:sp>
      <p:sp>
        <p:nvSpPr>
          <p:cNvPr id="44062" name="TextBox 40">
            <a:extLst>
              <a:ext uri="{FF2B5EF4-FFF2-40B4-BE49-F238E27FC236}">
                <a16:creationId xmlns:a16="http://schemas.microsoft.com/office/drawing/2014/main" id="{DEEF4D56-C5EA-549E-E223-6FCBCD444689}"/>
              </a:ext>
            </a:extLst>
          </p:cNvPr>
          <p:cNvSpPr txBox="1">
            <a:spLocks noChangeArrowheads="1"/>
          </p:cNvSpPr>
          <p:nvPr/>
        </p:nvSpPr>
        <p:spPr bwMode="auto">
          <a:xfrm>
            <a:off x="3429000" y="35052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20</a:t>
            </a:r>
          </a:p>
        </p:txBody>
      </p:sp>
      <p:sp>
        <p:nvSpPr>
          <p:cNvPr id="44063" name="TextBox 41">
            <a:extLst>
              <a:ext uri="{FF2B5EF4-FFF2-40B4-BE49-F238E27FC236}">
                <a16:creationId xmlns:a16="http://schemas.microsoft.com/office/drawing/2014/main" id="{E6E26D25-B20F-701B-4D47-402F4103D4E7}"/>
              </a:ext>
            </a:extLst>
          </p:cNvPr>
          <p:cNvSpPr txBox="1">
            <a:spLocks noChangeArrowheads="1"/>
          </p:cNvSpPr>
          <p:nvPr/>
        </p:nvSpPr>
        <p:spPr bwMode="auto">
          <a:xfrm>
            <a:off x="4724400" y="2819400"/>
            <a:ext cx="488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30</a:t>
            </a:r>
          </a:p>
        </p:txBody>
      </p:sp>
      <p:sp>
        <p:nvSpPr>
          <p:cNvPr id="44064" name="TextBox 42">
            <a:extLst>
              <a:ext uri="{FF2B5EF4-FFF2-40B4-BE49-F238E27FC236}">
                <a16:creationId xmlns:a16="http://schemas.microsoft.com/office/drawing/2014/main" id="{7E25BDB2-005C-A259-548E-35B9BABF25D4}"/>
              </a:ext>
            </a:extLst>
          </p:cNvPr>
          <p:cNvSpPr txBox="1">
            <a:spLocks noChangeArrowheads="1"/>
          </p:cNvSpPr>
          <p:nvPr/>
        </p:nvSpPr>
        <p:spPr bwMode="auto">
          <a:xfrm>
            <a:off x="6858000" y="2743200"/>
            <a:ext cx="260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7</a:t>
            </a:r>
          </a:p>
        </p:txBody>
      </p:sp>
      <p:sp>
        <p:nvSpPr>
          <p:cNvPr id="44065" name="TextBox 43">
            <a:extLst>
              <a:ext uri="{FF2B5EF4-FFF2-40B4-BE49-F238E27FC236}">
                <a16:creationId xmlns:a16="http://schemas.microsoft.com/office/drawing/2014/main" id="{0FB554BF-952F-F5C7-72F9-4B63A9101092}"/>
              </a:ext>
            </a:extLst>
          </p:cNvPr>
          <p:cNvSpPr txBox="1">
            <a:spLocks noChangeArrowheads="1"/>
          </p:cNvSpPr>
          <p:nvPr/>
        </p:nvSpPr>
        <p:spPr bwMode="auto">
          <a:xfrm>
            <a:off x="5029200" y="3429000"/>
            <a:ext cx="488950" cy="369888"/>
          </a:xfrm>
          <a:prstGeom prst="rect">
            <a:avLst/>
          </a:prstGeom>
          <a:solidFill>
            <a:schemeClr val="bg1"/>
          </a:solidFill>
          <a:ln w="9525">
            <a:solidFill>
              <a:schemeClr val="bg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30</a:t>
            </a:r>
          </a:p>
        </p:txBody>
      </p:sp>
      <p:sp>
        <p:nvSpPr>
          <p:cNvPr id="44066" name="TextBox 44">
            <a:extLst>
              <a:ext uri="{FF2B5EF4-FFF2-40B4-BE49-F238E27FC236}">
                <a16:creationId xmlns:a16="http://schemas.microsoft.com/office/drawing/2014/main" id="{9841E0CA-F942-1603-1D9E-F7C335D7E40C}"/>
              </a:ext>
            </a:extLst>
          </p:cNvPr>
          <p:cNvSpPr txBox="1">
            <a:spLocks noChangeArrowheads="1"/>
          </p:cNvSpPr>
          <p:nvPr/>
        </p:nvSpPr>
        <p:spPr bwMode="auto">
          <a:xfrm>
            <a:off x="6553200" y="3581400"/>
            <a:ext cx="33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7</a:t>
            </a:r>
          </a:p>
        </p:txBody>
      </p:sp>
      <p:sp>
        <p:nvSpPr>
          <p:cNvPr id="44067" name="TextBox 45">
            <a:extLst>
              <a:ext uri="{FF2B5EF4-FFF2-40B4-BE49-F238E27FC236}">
                <a16:creationId xmlns:a16="http://schemas.microsoft.com/office/drawing/2014/main" id="{6B0964AE-C5A0-FA09-5A60-C4A1EDD82AA7}"/>
              </a:ext>
            </a:extLst>
          </p:cNvPr>
          <p:cNvSpPr txBox="1">
            <a:spLocks noChangeArrowheads="1"/>
          </p:cNvSpPr>
          <p:nvPr/>
        </p:nvSpPr>
        <p:spPr bwMode="auto">
          <a:xfrm>
            <a:off x="3810000" y="44196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7</a:t>
            </a:r>
          </a:p>
        </p:txBody>
      </p:sp>
      <p:sp>
        <p:nvSpPr>
          <p:cNvPr id="44068" name="TextBox 46">
            <a:extLst>
              <a:ext uri="{FF2B5EF4-FFF2-40B4-BE49-F238E27FC236}">
                <a16:creationId xmlns:a16="http://schemas.microsoft.com/office/drawing/2014/main" id="{4F41298A-811C-43E2-2498-F9FD697D3050}"/>
              </a:ext>
            </a:extLst>
          </p:cNvPr>
          <p:cNvSpPr txBox="1">
            <a:spLocks noChangeArrowheads="1"/>
          </p:cNvSpPr>
          <p:nvPr/>
        </p:nvSpPr>
        <p:spPr bwMode="auto">
          <a:xfrm>
            <a:off x="5334000" y="4572000"/>
            <a:ext cx="717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7</a:t>
            </a:r>
          </a:p>
        </p:txBody>
      </p:sp>
      <p:sp>
        <p:nvSpPr>
          <p:cNvPr id="44069" name="TextBox 47">
            <a:extLst>
              <a:ext uri="{FF2B5EF4-FFF2-40B4-BE49-F238E27FC236}">
                <a16:creationId xmlns:a16="http://schemas.microsoft.com/office/drawing/2014/main" id="{FAABD6DE-3490-24EC-055B-42C9E1C31DFA}"/>
              </a:ext>
            </a:extLst>
          </p:cNvPr>
          <p:cNvSpPr txBox="1">
            <a:spLocks noChangeArrowheads="1"/>
          </p:cNvSpPr>
          <p:nvPr/>
        </p:nvSpPr>
        <p:spPr bwMode="auto">
          <a:xfrm>
            <a:off x="7848600" y="35814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16</a:t>
            </a:r>
          </a:p>
        </p:txBody>
      </p:sp>
      <p:cxnSp>
        <p:nvCxnSpPr>
          <p:cNvPr id="50" name="Straight Connector 49">
            <a:extLst>
              <a:ext uri="{FF2B5EF4-FFF2-40B4-BE49-F238E27FC236}">
                <a16:creationId xmlns:a16="http://schemas.microsoft.com/office/drawing/2014/main" id="{5FD6FC78-76C1-D36E-F1F8-AA16E36743BB}"/>
              </a:ext>
            </a:extLst>
          </p:cNvPr>
          <p:cNvCxnSpPr/>
          <p:nvPr/>
        </p:nvCxnSpPr>
        <p:spPr>
          <a:xfrm>
            <a:off x="1676400" y="3886200"/>
            <a:ext cx="6096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4071" name="TextBox 50">
            <a:extLst>
              <a:ext uri="{FF2B5EF4-FFF2-40B4-BE49-F238E27FC236}">
                <a16:creationId xmlns:a16="http://schemas.microsoft.com/office/drawing/2014/main" id="{54256352-BD75-3F8D-B42F-E95C42058565}"/>
              </a:ext>
            </a:extLst>
          </p:cNvPr>
          <p:cNvSpPr txBox="1">
            <a:spLocks noChangeArrowheads="1"/>
          </p:cNvSpPr>
          <p:nvPr/>
        </p:nvSpPr>
        <p:spPr bwMode="auto">
          <a:xfrm>
            <a:off x="7696200" y="2286000"/>
            <a:ext cx="1295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a:t>
            </a:r>
            <a:r>
              <a:rPr lang="en-US" altLang="en-US" sz="1800" baseline="-25000"/>
              <a:t>E1</a:t>
            </a:r>
            <a:r>
              <a:rPr lang="en-US" altLang="en-US" sz="1800"/>
              <a:t> = 86 Weeks</a:t>
            </a:r>
          </a:p>
        </p:txBody>
      </p:sp>
      <p:sp>
        <p:nvSpPr>
          <p:cNvPr id="44072" name="TextBox 52">
            <a:extLst>
              <a:ext uri="{FF2B5EF4-FFF2-40B4-BE49-F238E27FC236}">
                <a16:creationId xmlns:a16="http://schemas.microsoft.com/office/drawing/2014/main" id="{7CF37BA2-357B-D160-158C-02CE3F93D92A}"/>
              </a:ext>
            </a:extLst>
          </p:cNvPr>
          <p:cNvSpPr txBox="1">
            <a:spLocks noChangeArrowheads="1"/>
          </p:cNvSpPr>
          <p:nvPr/>
        </p:nvSpPr>
        <p:spPr bwMode="auto">
          <a:xfrm>
            <a:off x="7696200" y="28194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a:t>
            </a:r>
            <a:r>
              <a:rPr lang="en-US" altLang="en-US" sz="1800" baseline="-25000"/>
              <a:t>E2</a:t>
            </a:r>
            <a:r>
              <a:rPr lang="en-US" altLang="en-US" sz="1800"/>
              <a:t> = 86</a:t>
            </a:r>
          </a:p>
        </p:txBody>
      </p:sp>
      <p:sp>
        <p:nvSpPr>
          <p:cNvPr id="44073" name="TextBox 53">
            <a:extLst>
              <a:ext uri="{FF2B5EF4-FFF2-40B4-BE49-F238E27FC236}">
                <a16:creationId xmlns:a16="http://schemas.microsoft.com/office/drawing/2014/main" id="{1147D07D-D5A5-32A9-F352-4A5F55EBD491}"/>
              </a:ext>
            </a:extLst>
          </p:cNvPr>
          <p:cNvSpPr txBox="1">
            <a:spLocks noChangeArrowheads="1"/>
          </p:cNvSpPr>
          <p:nvPr/>
        </p:nvSpPr>
        <p:spPr bwMode="auto">
          <a:xfrm>
            <a:off x="7772400" y="5257800"/>
            <a:ext cx="114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a:t>
            </a:r>
            <a:r>
              <a:rPr lang="en-US" altLang="en-US" sz="1800" baseline="-25000"/>
              <a:t>E3</a:t>
            </a:r>
            <a:r>
              <a:rPr lang="en-US" altLang="en-US" sz="1800"/>
              <a:t> = 43</a:t>
            </a:r>
          </a:p>
          <a:p>
            <a:pPr eaLnBrk="1" hangingPunct="1">
              <a:spcBef>
                <a:spcPct val="0"/>
              </a:spcBef>
              <a:buFontTx/>
              <a:buNone/>
            </a:pPr>
            <a:endParaRPr lang="en-US"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a:extLst>
              <a:ext uri="{FF2B5EF4-FFF2-40B4-BE49-F238E27FC236}">
                <a16:creationId xmlns:a16="http://schemas.microsoft.com/office/drawing/2014/main" id="{D1099E93-6374-8DD9-4404-D9D4E4452387}"/>
              </a:ext>
            </a:extLst>
          </p:cNvPr>
          <p:cNvSpPr>
            <a:spLocks noGrp="1"/>
          </p:cNvSpPr>
          <p:nvPr>
            <p:ph idx="1"/>
          </p:nvPr>
        </p:nvSpPr>
        <p:spPr>
          <a:xfrm>
            <a:off x="304800" y="1493838"/>
            <a:ext cx="8229600" cy="4525962"/>
          </a:xfrm>
        </p:spPr>
        <p:txBody>
          <a:bodyPr/>
          <a:lstStyle/>
          <a:p>
            <a:pPr fontAlgn="base">
              <a:spcAft>
                <a:spcPct val="0"/>
              </a:spcAft>
            </a:pPr>
            <a:endParaRPr lang="en-US" altLang="en-US"/>
          </a:p>
          <a:p>
            <a:pPr fontAlgn="base">
              <a:spcAft>
                <a:spcPct val="0"/>
              </a:spcAft>
            </a:pPr>
            <a:endParaRPr lang="id-ID" altLang="en-US"/>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79D97B2B-F752-80E3-9F8D-FE31C3B04201}"/>
              </a:ext>
            </a:extLst>
          </p:cNvPr>
          <p:cNvSpPr>
            <a:spLocks noGrp="1"/>
          </p:cNvSpPr>
          <p:nvPr>
            <p:ph sz="quarter" idx="10"/>
          </p:nvPr>
        </p:nvSpPr>
        <p:spPr/>
        <p:txBody>
          <a:bodyPr/>
          <a:lstStyle/>
          <a:p>
            <a:pPr>
              <a:buFont typeface="Arial" charset="0"/>
              <a:buNone/>
              <a:defRPr/>
            </a:pPr>
            <a:r>
              <a:rPr lang="en-US" dirty="0"/>
              <a:t>A-O-N</a:t>
            </a:r>
          </a:p>
        </p:txBody>
      </p:sp>
      <p:graphicFrame>
        <p:nvGraphicFramePr>
          <p:cNvPr id="4" name="Table 3">
            <a:extLst>
              <a:ext uri="{FF2B5EF4-FFF2-40B4-BE49-F238E27FC236}">
                <a16:creationId xmlns:a16="http://schemas.microsoft.com/office/drawing/2014/main" id="{3EFB54EB-FD57-BF04-6AFD-EAC76E1B605A}"/>
              </a:ext>
            </a:extLst>
          </p:cNvPr>
          <p:cNvGraphicFramePr>
            <a:graphicFrameLocks noGrp="1"/>
          </p:cNvGraphicFramePr>
          <p:nvPr/>
        </p:nvGraphicFramePr>
        <p:xfrm>
          <a:off x="0" y="1828800"/>
          <a:ext cx="9144000" cy="3509963"/>
        </p:xfrm>
        <a:graphic>
          <a:graphicData uri="http://schemas.openxmlformats.org/drawingml/2006/table">
            <a:tbl>
              <a:tblPr firstRow="1" bandRow="1">
                <a:tableStyleId>{5C22544A-7EE6-4342-B048-85BDC9FD1C3A}</a:tableStyleId>
              </a:tblPr>
              <a:tblGrid>
                <a:gridCol w="525066">
                  <a:extLst>
                    <a:ext uri="{9D8B030D-6E8A-4147-A177-3AD203B41FA5}">
                      <a16:colId xmlns:a16="http://schemas.microsoft.com/office/drawing/2014/main" val="20000"/>
                    </a:ext>
                  </a:extLst>
                </a:gridCol>
                <a:gridCol w="1725216">
                  <a:extLst>
                    <a:ext uri="{9D8B030D-6E8A-4147-A177-3AD203B41FA5}">
                      <a16:colId xmlns:a16="http://schemas.microsoft.com/office/drawing/2014/main" val="20001"/>
                    </a:ext>
                  </a:extLst>
                </a:gridCol>
                <a:gridCol w="1407319">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914390">
                <a:tc>
                  <a:txBody>
                    <a:bodyPr/>
                    <a:lstStyle/>
                    <a:p>
                      <a:r>
                        <a:rPr lang="en-US" sz="1800" dirty="0"/>
                        <a:t>Act ID</a:t>
                      </a:r>
                    </a:p>
                  </a:txBody>
                  <a:tcPr marT="45715" marB="45715"/>
                </a:tc>
                <a:tc>
                  <a:txBody>
                    <a:bodyPr/>
                    <a:lstStyle/>
                    <a:p>
                      <a:r>
                        <a:rPr lang="en-US" sz="1800" dirty="0"/>
                        <a:t>Description</a:t>
                      </a:r>
                    </a:p>
                  </a:txBody>
                  <a:tcPr marT="45715" marB="45715"/>
                </a:tc>
                <a:tc>
                  <a:txBody>
                    <a:bodyPr/>
                    <a:lstStyle/>
                    <a:p>
                      <a:r>
                        <a:rPr lang="en-US" sz="1800" dirty="0"/>
                        <a:t>Predecessor</a:t>
                      </a:r>
                    </a:p>
                  </a:txBody>
                  <a:tcPr marT="45715" marB="45715"/>
                </a:tc>
                <a:tc>
                  <a:txBody>
                    <a:bodyPr/>
                    <a:lstStyle/>
                    <a:p>
                      <a:r>
                        <a:rPr lang="en-US" sz="1800" dirty="0" err="1"/>
                        <a:t>Optm</a:t>
                      </a:r>
                      <a:r>
                        <a:rPr lang="en-US" sz="1800" dirty="0"/>
                        <a:t>. (a)</a:t>
                      </a:r>
                    </a:p>
                  </a:txBody>
                  <a:tcPr marT="45715" marB="45715"/>
                </a:tc>
                <a:tc>
                  <a:txBody>
                    <a:bodyPr/>
                    <a:lstStyle/>
                    <a:p>
                      <a:r>
                        <a:rPr lang="en-US" sz="1800" dirty="0"/>
                        <a:t>Most</a:t>
                      </a:r>
                      <a:r>
                        <a:rPr lang="en-US" sz="1800" baseline="0" dirty="0"/>
                        <a:t> likely (m)</a:t>
                      </a:r>
                      <a:endParaRPr lang="en-US" sz="1800" dirty="0"/>
                    </a:p>
                  </a:txBody>
                  <a:tcPr marT="45715" marB="45715"/>
                </a:tc>
                <a:tc>
                  <a:txBody>
                    <a:bodyPr/>
                    <a:lstStyle/>
                    <a:p>
                      <a:r>
                        <a:rPr lang="en-US" sz="1800" dirty="0" err="1"/>
                        <a:t>Pess</a:t>
                      </a:r>
                      <a:r>
                        <a:rPr lang="en-US" sz="1800" dirty="0"/>
                        <a:t>. (b)</a:t>
                      </a:r>
                    </a:p>
                  </a:txBody>
                  <a:tcPr marT="45715" marB="45715"/>
                </a:tc>
                <a:tc>
                  <a:txBody>
                    <a:bodyPr/>
                    <a:lstStyle/>
                    <a:p>
                      <a:r>
                        <a:rPr lang="en-US" sz="1800" dirty="0"/>
                        <a:t>Act. Time (</a:t>
                      </a:r>
                      <a:r>
                        <a:rPr lang="en-US" sz="1800" dirty="0" err="1"/>
                        <a:t>t</a:t>
                      </a:r>
                      <a:r>
                        <a:rPr lang="en-US" sz="1800" baseline="-25000" dirty="0" err="1"/>
                        <a:t>e</a:t>
                      </a:r>
                      <a:r>
                        <a:rPr lang="en-US" sz="1800" dirty="0"/>
                        <a:t>)</a:t>
                      </a:r>
                    </a:p>
                  </a:txBody>
                  <a:tcPr marT="45715" marB="45715"/>
                </a:tc>
                <a:tc>
                  <a:txBody>
                    <a:bodyPr/>
                    <a:lstStyle/>
                    <a:p>
                      <a:r>
                        <a:rPr lang="en-US" sz="1800" dirty="0"/>
                        <a:t>Variance  {(b-a)/6}</a:t>
                      </a:r>
                      <a:r>
                        <a:rPr lang="en-US" sz="1800" baseline="30000" dirty="0"/>
                        <a:t>2</a:t>
                      </a:r>
                    </a:p>
                  </a:txBody>
                  <a:tcPr marT="45715" marB="45715"/>
                </a:tc>
                <a:tc>
                  <a:txBody>
                    <a:bodyPr/>
                    <a:lstStyle/>
                    <a:p>
                      <a:r>
                        <a:rPr lang="en-US" sz="1800" dirty="0"/>
                        <a:t>Critical</a:t>
                      </a:r>
                    </a:p>
                  </a:txBody>
                  <a:tcPr marT="45715" marB="45715"/>
                </a:tc>
                <a:extLst>
                  <a:ext uri="{0D108BD9-81ED-4DB2-BD59-A6C34878D82A}">
                    <a16:rowId xmlns:a16="http://schemas.microsoft.com/office/drawing/2014/main" val="10000"/>
                  </a:ext>
                </a:extLst>
              </a:tr>
              <a:tr h="370796">
                <a:tc>
                  <a:txBody>
                    <a:bodyPr/>
                    <a:lstStyle/>
                    <a:p>
                      <a:r>
                        <a:rPr lang="en-US" sz="1800" dirty="0"/>
                        <a:t>A</a:t>
                      </a:r>
                    </a:p>
                  </a:txBody>
                  <a:tcPr marT="45715" marB="45715"/>
                </a:tc>
                <a:tc>
                  <a:txBody>
                    <a:bodyPr/>
                    <a:lstStyle/>
                    <a:p>
                      <a:r>
                        <a:rPr lang="en-US" sz="1800" dirty="0"/>
                        <a:t>Design Package</a:t>
                      </a:r>
                    </a:p>
                  </a:txBody>
                  <a:tcPr marT="45715" marB="45715"/>
                </a:tc>
                <a:tc>
                  <a:txBody>
                    <a:bodyPr/>
                    <a:lstStyle/>
                    <a:p>
                      <a:r>
                        <a:rPr lang="en-US" sz="1800" dirty="0"/>
                        <a:t>None</a:t>
                      </a:r>
                    </a:p>
                  </a:txBody>
                  <a:tcPr marT="45715" marB="45715"/>
                </a:tc>
                <a:tc>
                  <a:txBody>
                    <a:bodyPr/>
                    <a:lstStyle/>
                    <a:p>
                      <a:r>
                        <a:rPr lang="en-US" sz="1800" dirty="0"/>
                        <a:t>6</a:t>
                      </a:r>
                    </a:p>
                  </a:txBody>
                  <a:tcPr marT="45715" marB="45715"/>
                </a:tc>
                <a:tc>
                  <a:txBody>
                    <a:bodyPr/>
                    <a:lstStyle/>
                    <a:p>
                      <a:r>
                        <a:rPr lang="en-US" sz="1800" dirty="0"/>
                        <a:t>12</a:t>
                      </a:r>
                    </a:p>
                  </a:txBody>
                  <a:tcPr marT="45715" marB="45715"/>
                </a:tc>
                <a:tc>
                  <a:txBody>
                    <a:bodyPr/>
                    <a:lstStyle/>
                    <a:p>
                      <a:r>
                        <a:rPr lang="en-US" sz="1800" dirty="0"/>
                        <a:t>24</a:t>
                      </a:r>
                    </a:p>
                  </a:txBody>
                  <a:tcPr marT="45715" marB="45715"/>
                </a:tc>
                <a:tc>
                  <a:txBody>
                    <a:bodyPr/>
                    <a:lstStyle/>
                    <a:p>
                      <a:r>
                        <a:rPr lang="en-US" sz="1800" dirty="0">
                          <a:solidFill>
                            <a:schemeClr val="accent3"/>
                          </a:solidFill>
                        </a:rPr>
                        <a:t>13</a:t>
                      </a:r>
                    </a:p>
                  </a:txBody>
                  <a:tcPr marT="45715" marB="45715"/>
                </a:tc>
                <a:tc>
                  <a:txBody>
                    <a:bodyPr/>
                    <a:lstStyle/>
                    <a:p>
                      <a:r>
                        <a:rPr lang="en-US" sz="1800" dirty="0">
                          <a:solidFill>
                            <a:schemeClr val="accent3"/>
                          </a:solidFill>
                        </a:rPr>
                        <a:t>9</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1"/>
                  </a:ext>
                </a:extLst>
              </a:tr>
              <a:tr h="370796">
                <a:tc>
                  <a:txBody>
                    <a:bodyPr/>
                    <a:lstStyle/>
                    <a:p>
                      <a:r>
                        <a:rPr lang="en-US" sz="1800" dirty="0"/>
                        <a:t>B</a:t>
                      </a:r>
                    </a:p>
                  </a:txBody>
                  <a:tcPr marT="45715" marB="45715"/>
                </a:tc>
                <a:tc>
                  <a:txBody>
                    <a:bodyPr/>
                    <a:lstStyle/>
                    <a:p>
                      <a:r>
                        <a:rPr lang="en-US" sz="1800" dirty="0"/>
                        <a:t>Design product</a:t>
                      </a:r>
                    </a:p>
                  </a:txBody>
                  <a:tcPr marT="45715" marB="45715"/>
                </a:tc>
                <a:tc>
                  <a:txBody>
                    <a:bodyPr/>
                    <a:lstStyle/>
                    <a:p>
                      <a:r>
                        <a:rPr lang="en-US" sz="1800" dirty="0"/>
                        <a:t>A</a:t>
                      </a:r>
                    </a:p>
                  </a:txBody>
                  <a:tcPr marT="45715" marB="45715"/>
                </a:tc>
                <a:tc>
                  <a:txBody>
                    <a:bodyPr/>
                    <a:lstStyle/>
                    <a:p>
                      <a:r>
                        <a:rPr lang="en-US" sz="1800" dirty="0"/>
                        <a:t>16</a:t>
                      </a:r>
                    </a:p>
                  </a:txBody>
                  <a:tcPr marT="45715" marB="45715"/>
                </a:tc>
                <a:tc>
                  <a:txBody>
                    <a:bodyPr/>
                    <a:lstStyle/>
                    <a:p>
                      <a:r>
                        <a:rPr lang="en-US" sz="1800" dirty="0"/>
                        <a:t>19</a:t>
                      </a:r>
                    </a:p>
                  </a:txBody>
                  <a:tcPr marT="45715" marB="45715"/>
                </a:tc>
                <a:tc>
                  <a:txBody>
                    <a:bodyPr/>
                    <a:lstStyle/>
                    <a:p>
                      <a:r>
                        <a:rPr lang="en-US" sz="1800" dirty="0"/>
                        <a:t>28</a:t>
                      </a:r>
                    </a:p>
                  </a:txBody>
                  <a:tcPr marT="45715" marB="45715"/>
                </a:tc>
                <a:tc>
                  <a:txBody>
                    <a:bodyPr/>
                    <a:lstStyle/>
                    <a:p>
                      <a:r>
                        <a:rPr lang="en-US" sz="1800" dirty="0">
                          <a:solidFill>
                            <a:schemeClr val="accent3"/>
                          </a:solidFill>
                        </a:rPr>
                        <a:t>20</a:t>
                      </a:r>
                    </a:p>
                  </a:txBody>
                  <a:tcPr marT="45715" marB="45715"/>
                </a:tc>
                <a:tc>
                  <a:txBody>
                    <a:bodyPr/>
                    <a:lstStyle/>
                    <a:p>
                      <a:r>
                        <a:rPr lang="en-US" sz="1800" dirty="0">
                          <a:solidFill>
                            <a:schemeClr val="accent3"/>
                          </a:solidFill>
                        </a:rPr>
                        <a:t>4</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2"/>
                  </a:ext>
                </a:extLst>
              </a:tr>
              <a:tr h="370796">
                <a:tc>
                  <a:txBody>
                    <a:bodyPr/>
                    <a:lstStyle/>
                    <a:p>
                      <a:r>
                        <a:rPr lang="en-US" sz="1800" dirty="0"/>
                        <a:t>C</a:t>
                      </a:r>
                    </a:p>
                  </a:txBody>
                  <a:tcPr marT="45715" marB="45715"/>
                </a:tc>
                <a:tc>
                  <a:txBody>
                    <a:bodyPr/>
                    <a:lstStyle/>
                    <a:p>
                      <a:r>
                        <a:rPr lang="en-US" sz="1800" dirty="0"/>
                        <a:t>Build package</a:t>
                      </a:r>
                    </a:p>
                  </a:txBody>
                  <a:tcPr marT="45715" marB="45715"/>
                </a:tc>
                <a:tc>
                  <a:txBody>
                    <a:bodyPr/>
                    <a:lstStyle/>
                    <a:p>
                      <a:r>
                        <a:rPr lang="en-US" sz="1800" dirty="0"/>
                        <a:t>A</a:t>
                      </a:r>
                    </a:p>
                  </a:txBody>
                  <a:tcPr marT="45715" marB="45715"/>
                </a:tc>
                <a:tc>
                  <a:txBody>
                    <a:bodyPr/>
                    <a:lstStyle/>
                    <a:p>
                      <a:r>
                        <a:rPr lang="en-US" sz="1800" dirty="0"/>
                        <a:t>4</a:t>
                      </a:r>
                    </a:p>
                  </a:txBody>
                  <a:tcPr marT="45715" marB="45715"/>
                </a:tc>
                <a:tc>
                  <a:txBody>
                    <a:bodyPr/>
                    <a:lstStyle/>
                    <a:p>
                      <a:r>
                        <a:rPr lang="en-US" sz="1800" dirty="0"/>
                        <a:t>7</a:t>
                      </a:r>
                    </a:p>
                  </a:txBody>
                  <a:tcPr marT="45715" marB="45715"/>
                </a:tc>
                <a:tc>
                  <a:txBody>
                    <a:bodyPr/>
                    <a:lstStyle/>
                    <a:p>
                      <a:r>
                        <a:rPr lang="en-US" sz="1800" dirty="0"/>
                        <a:t>10</a:t>
                      </a:r>
                    </a:p>
                  </a:txBody>
                  <a:tcPr marT="45715" marB="45715"/>
                </a:tc>
                <a:tc>
                  <a:txBody>
                    <a:bodyPr/>
                    <a:lstStyle/>
                    <a:p>
                      <a:r>
                        <a:rPr lang="en-US" sz="1800" dirty="0">
                          <a:solidFill>
                            <a:schemeClr val="accent3"/>
                          </a:solidFill>
                        </a:rPr>
                        <a:t>7</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rgbClr val="FF0000"/>
                          </a:solidFill>
                        </a:rPr>
                        <a:t>N</a:t>
                      </a:r>
                    </a:p>
                  </a:txBody>
                  <a:tcPr marT="45715" marB="45715"/>
                </a:tc>
                <a:extLst>
                  <a:ext uri="{0D108BD9-81ED-4DB2-BD59-A6C34878D82A}">
                    <a16:rowId xmlns:a16="http://schemas.microsoft.com/office/drawing/2014/main" val="10003"/>
                  </a:ext>
                </a:extLst>
              </a:tr>
              <a:tr h="370796">
                <a:tc>
                  <a:txBody>
                    <a:bodyPr/>
                    <a:lstStyle/>
                    <a:p>
                      <a:r>
                        <a:rPr lang="en-US" sz="1800" dirty="0"/>
                        <a:t>D</a:t>
                      </a:r>
                    </a:p>
                  </a:txBody>
                  <a:tcPr marT="45715" marB="45715"/>
                </a:tc>
                <a:tc>
                  <a:txBody>
                    <a:bodyPr/>
                    <a:lstStyle/>
                    <a:p>
                      <a:r>
                        <a:rPr lang="en-US" sz="1800" dirty="0"/>
                        <a:t>Secure patent</a:t>
                      </a:r>
                    </a:p>
                  </a:txBody>
                  <a:tcPr marT="45715" marB="45715"/>
                </a:tc>
                <a:tc>
                  <a:txBody>
                    <a:bodyPr/>
                    <a:lstStyle/>
                    <a:p>
                      <a:r>
                        <a:rPr lang="en-US" sz="1800" dirty="0"/>
                        <a:t>B</a:t>
                      </a:r>
                    </a:p>
                  </a:txBody>
                  <a:tcPr marT="45715" marB="45715"/>
                </a:tc>
                <a:tc>
                  <a:txBody>
                    <a:bodyPr/>
                    <a:lstStyle/>
                    <a:p>
                      <a:r>
                        <a:rPr lang="en-US" sz="1800" dirty="0"/>
                        <a:t>21</a:t>
                      </a:r>
                    </a:p>
                  </a:txBody>
                  <a:tcPr marT="45715" marB="45715"/>
                </a:tc>
                <a:tc>
                  <a:txBody>
                    <a:bodyPr/>
                    <a:lstStyle/>
                    <a:p>
                      <a:r>
                        <a:rPr lang="en-US" sz="1800" dirty="0"/>
                        <a:t>30</a:t>
                      </a:r>
                    </a:p>
                  </a:txBody>
                  <a:tcPr marT="45715" marB="45715"/>
                </a:tc>
                <a:tc>
                  <a:txBody>
                    <a:bodyPr/>
                    <a:lstStyle/>
                    <a:p>
                      <a:r>
                        <a:rPr lang="en-US" sz="1800" dirty="0"/>
                        <a:t>39</a:t>
                      </a:r>
                    </a:p>
                  </a:txBody>
                  <a:tcPr marT="45715" marB="45715"/>
                </a:tc>
                <a:tc>
                  <a:txBody>
                    <a:bodyPr/>
                    <a:lstStyle/>
                    <a:p>
                      <a:r>
                        <a:rPr lang="en-US" sz="1800" dirty="0">
                          <a:solidFill>
                            <a:schemeClr val="accent3"/>
                          </a:solidFill>
                        </a:rPr>
                        <a:t>30</a:t>
                      </a:r>
                    </a:p>
                  </a:txBody>
                  <a:tcPr marT="45715" marB="45715"/>
                </a:tc>
                <a:tc>
                  <a:txBody>
                    <a:bodyPr/>
                    <a:lstStyle/>
                    <a:p>
                      <a:r>
                        <a:rPr lang="en-US" sz="1800" dirty="0">
                          <a:solidFill>
                            <a:schemeClr val="accent3"/>
                          </a:solidFill>
                        </a:rPr>
                        <a:t>9</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4"/>
                  </a:ext>
                </a:extLst>
              </a:tr>
              <a:tr h="370796">
                <a:tc>
                  <a:txBody>
                    <a:bodyPr/>
                    <a:lstStyle/>
                    <a:p>
                      <a:r>
                        <a:rPr lang="en-US" sz="1800" dirty="0"/>
                        <a:t>E</a:t>
                      </a:r>
                    </a:p>
                  </a:txBody>
                  <a:tcPr marT="45715" marB="45715"/>
                </a:tc>
                <a:tc>
                  <a:txBody>
                    <a:bodyPr/>
                    <a:lstStyle/>
                    <a:p>
                      <a:r>
                        <a:rPr lang="en-US" sz="1800" dirty="0"/>
                        <a:t>Build product</a:t>
                      </a:r>
                    </a:p>
                  </a:txBody>
                  <a:tcPr marT="45715" marB="45715"/>
                </a:tc>
                <a:tc>
                  <a:txBody>
                    <a:bodyPr/>
                    <a:lstStyle/>
                    <a:p>
                      <a:r>
                        <a:rPr lang="en-US" sz="1800" dirty="0"/>
                        <a:t>B</a:t>
                      </a:r>
                    </a:p>
                  </a:txBody>
                  <a:tcPr marT="45715" marB="45715"/>
                </a:tc>
                <a:tc>
                  <a:txBody>
                    <a:bodyPr/>
                    <a:lstStyle/>
                    <a:p>
                      <a:r>
                        <a:rPr lang="en-US" sz="1800" dirty="0"/>
                        <a:t>17</a:t>
                      </a:r>
                    </a:p>
                  </a:txBody>
                  <a:tcPr marT="45715" marB="45715"/>
                </a:tc>
                <a:tc>
                  <a:txBody>
                    <a:bodyPr/>
                    <a:lstStyle/>
                    <a:p>
                      <a:r>
                        <a:rPr lang="en-US" sz="1800" dirty="0"/>
                        <a:t>29</a:t>
                      </a:r>
                    </a:p>
                  </a:txBody>
                  <a:tcPr marT="45715" marB="45715"/>
                </a:tc>
                <a:tc>
                  <a:txBody>
                    <a:bodyPr/>
                    <a:lstStyle/>
                    <a:p>
                      <a:r>
                        <a:rPr lang="en-US" sz="1800" dirty="0"/>
                        <a:t>47</a:t>
                      </a:r>
                    </a:p>
                  </a:txBody>
                  <a:tcPr marT="45715" marB="45715"/>
                </a:tc>
                <a:tc>
                  <a:txBody>
                    <a:bodyPr/>
                    <a:lstStyle/>
                    <a:p>
                      <a:r>
                        <a:rPr lang="en-US" sz="1800" dirty="0">
                          <a:solidFill>
                            <a:schemeClr val="accent3"/>
                          </a:solidFill>
                        </a:rPr>
                        <a:t>30</a:t>
                      </a:r>
                    </a:p>
                  </a:txBody>
                  <a:tcPr marT="45715" marB="45715"/>
                </a:tc>
                <a:tc>
                  <a:txBody>
                    <a:bodyPr/>
                    <a:lstStyle/>
                    <a:p>
                      <a:r>
                        <a:rPr lang="en-US" sz="1800" dirty="0">
                          <a:solidFill>
                            <a:schemeClr val="accent3"/>
                          </a:solidFill>
                        </a:rPr>
                        <a:t>25</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5"/>
                  </a:ext>
                </a:extLst>
              </a:tr>
              <a:tr h="370796">
                <a:tc>
                  <a:txBody>
                    <a:bodyPr/>
                    <a:lstStyle/>
                    <a:p>
                      <a:r>
                        <a:rPr lang="en-US" sz="1800" dirty="0"/>
                        <a:t>F</a:t>
                      </a:r>
                    </a:p>
                  </a:txBody>
                  <a:tcPr marT="45715" marB="45715"/>
                </a:tc>
                <a:tc>
                  <a:txBody>
                    <a:bodyPr/>
                    <a:lstStyle/>
                    <a:p>
                      <a:r>
                        <a:rPr lang="en-US" sz="1800" dirty="0"/>
                        <a:t>Paint</a:t>
                      </a:r>
                    </a:p>
                  </a:txBody>
                  <a:tcPr marT="45715" marB="45715"/>
                </a:tc>
                <a:tc>
                  <a:txBody>
                    <a:bodyPr/>
                    <a:lstStyle/>
                    <a:p>
                      <a:r>
                        <a:rPr lang="en-US" sz="1800" dirty="0"/>
                        <a:t>C, D, E</a:t>
                      </a:r>
                    </a:p>
                  </a:txBody>
                  <a:tcPr marT="45715" marB="45715"/>
                </a:tc>
                <a:tc>
                  <a:txBody>
                    <a:bodyPr/>
                    <a:lstStyle/>
                    <a:p>
                      <a:r>
                        <a:rPr lang="en-US" sz="1800" dirty="0"/>
                        <a:t>4</a:t>
                      </a:r>
                    </a:p>
                  </a:txBody>
                  <a:tcPr marT="45715" marB="45715"/>
                </a:tc>
                <a:tc>
                  <a:txBody>
                    <a:bodyPr/>
                    <a:lstStyle/>
                    <a:p>
                      <a:r>
                        <a:rPr lang="en-US" sz="1800" dirty="0"/>
                        <a:t>7</a:t>
                      </a:r>
                    </a:p>
                  </a:txBody>
                  <a:tcPr marT="45715" marB="45715"/>
                </a:tc>
                <a:tc>
                  <a:txBody>
                    <a:bodyPr/>
                    <a:lstStyle/>
                    <a:p>
                      <a:r>
                        <a:rPr lang="en-US" sz="1800" dirty="0"/>
                        <a:t>10</a:t>
                      </a:r>
                    </a:p>
                  </a:txBody>
                  <a:tcPr marT="45715" marB="45715"/>
                </a:tc>
                <a:tc>
                  <a:txBody>
                    <a:bodyPr/>
                    <a:lstStyle/>
                    <a:p>
                      <a:r>
                        <a:rPr lang="en-US" sz="1800" dirty="0">
                          <a:solidFill>
                            <a:schemeClr val="accent3"/>
                          </a:solidFill>
                        </a:rPr>
                        <a:t>7</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rgbClr val="FF0000"/>
                          </a:solidFill>
                        </a:rPr>
                        <a:t>N</a:t>
                      </a:r>
                      <a:r>
                        <a:rPr lang="en-US" sz="1800" dirty="0">
                          <a:solidFill>
                            <a:schemeClr val="accent3"/>
                          </a:solidFill>
                        </a:rPr>
                        <a:t>, Y,</a:t>
                      </a:r>
                      <a:r>
                        <a:rPr lang="en-US" sz="1800" baseline="0" dirty="0">
                          <a:solidFill>
                            <a:schemeClr val="accent3"/>
                          </a:solidFill>
                        </a:rPr>
                        <a:t> Y</a:t>
                      </a:r>
                      <a:endParaRPr lang="en-US" sz="1800" dirty="0">
                        <a:solidFill>
                          <a:schemeClr val="accent3"/>
                        </a:solidFill>
                      </a:endParaRPr>
                    </a:p>
                  </a:txBody>
                  <a:tcPr marT="45715" marB="45715"/>
                </a:tc>
                <a:extLst>
                  <a:ext uri="{0D108BD9-81ED-4DB2-BD59-A6C34878D82A}">
                    <a16:rowId xmlns:a16="http://schemas.microsoft.com/office/drawing/2014/main" val="10006"/>
                  </a:ext>
                </a:extLst>
              </a:tr>
              <a:tr h="370796">
                <a:tc>
                  <a:txBody>
                    <a:bodyPr/>
                    <a:lstStyle/>
                    <a:p>
                      <a:r>
                        <a:rPr lang="en-US" sz="1800" dirty="0"/>
                        <a:t>G</a:t>
                      </a:r>
                    </a:p>
                  </a:txBody>
                  <a:tcPr marT="45715" marB="45715"/>
                </a:tc>
                <a:tc>
                  <a:txBody>
                    <a:bodyPr/>
                    <a:lstStyle/>
                    <a:p>
                      <a:r>
                        <a:rPr lang="en-US" sz="1800" dirty="0"/>
                        <a:t>Test market</a:t>
                      </a:r>
                    </a:p>
                  </a:txBody>
                  <a:tcPr marT="45715" marB="45715"/>
                </a:tc>
                <a:tc>
                  <a:txBody>
                    <a:bodyPr/>
                    <a:lstStyle/>
                    <a:p>
                      <a:r>
                        <a:rPr lang="en-US" sz="1800" dirty="0"/>
                        <a:t>F</a:t>
                      </a:r>
                    </a:p>
                  </a:txBody>
                  <a:tcPr marT="45715" marB="45715"/>
                </a:tc>
                <a:tc>
                  <a:txBody>
                    <a:bodyPr/>
                    <a:lstStyle/>
                    <a:p>
                      <a:r>
                        <a:rPr lang="en-US" sz="1800" dirty="0"/>
                        <a:t>13</a:t>
                      </a:r>
                    </a:p>
                  </a:txBody>
                  <a:tcPr marT="45715" marB="45715"/>
                </a:tc>
                <a:tc>
                  <a:txBody>
                    <a:bodyPr/>
                    <a:lstStyle/>
                    <a:p>
                      <a:r>
                        <a:rPr lang="en-US" sz="1800" dirty="0"/>
                        <a:t>16</a:t>
                      </a:r>
                    </a:p>
                  </a:txBody>
                  <a:tcPr marT="45715" marB="45715"/>
                </a:tc>
                <a:tc>
                  <a:txBody>
                    <a:bodyPr/>
                    <a:lstStyle/>
                    <a:p>
                      <a:r>
                        <a:rPr lang="en-US" sz="1800" dirty="0"/>
                        <a:t>19</a:t>
                      </a:r>
                    </a:p>
                  </a:txBody>
                  <a:tcPr marT="45715" marB="45715"/>
                </a:tc>
                <a:tc>
                  <a:txBody>
                    <a:bodyPr/>
                    <a:lstStyle/>
                    <a:p>
                      <a:r>
                        <a:rPr lang="en-US" sz="1800" dirty="0">
                          <a:solidFill>
                            <a:schemeClr val="accent3"/>
                          </a:solidFill>
                        </a:rPr>
                        <a:t>16</a:t>
                      </a:r>
                    </a:p>
                  </a:txBody>
                  <a:tcPr marT="45715" marB="45715"/>
                </a:tc>
                <a:tc>
                  <a:txBody>
                    <a:bodyPr/>
                    <a:lstStyle/>
                    <a:p>
                      <a:r>
                        <a:rPr lang="en-US" sz="1800" dirty="0">
                          <a:solidFill>
                            <a:schemeClr val="accent3"/>
                          </a:solidFill>
                        </a:rPr>
                        <a:t>1</a:t>
                      </a:r>
                    </a:p>
                  </a:txBody>
                  <a:tcPr marT="45715" marB="45715"/>
                </a:tc>
                <a:tc>
                  <a:txBody>
                    <a:bodyPr/>
                    <a:lstStyle/>
                    <a:p>
                      <a:r>
                        <a:rPr lang="en-US" sz="1800" dirty="0">
                          <a:solidFill>
                            <a:schemeClr val="accent3"/>
                          </a:solidFill>
                        </a:rPr>
                        <a:t>Y</a:t>
                      </a:r>
                    </a:p>
                  </a:txBody>
                  <a:tcPr marT="45715" marB="45715"/>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a:extLst>
              <a:ext uri="{FF2B5EF4-FFF2-40B4-BE49-F238E27FC236}">
                <a16:creationId xmlns:a16="http://schemas.microsoft.com/office/drawing/2014/main" id="{206CA1B3-B7BA-510F-AFA6-2C72A864F0F7}"/>
              </a:ext>
            </a:extLst>
          </p:cNvPr>
          <p:cNvSpPr>
            <a:spLocks noGrp="1"/>
          </p:cNvSpPr>
          <p:nvPr>
            <p:ph idx="1"/>
          </p:nvPr>
        </p:nvSpPr>
        <p:spPr>
          <a:xfrm>
            <a:off x="304800" y="1493838"/>
            <a:ext cx="8229600" cy="4525962"/>
          </a:xfrm>
        </p:spPr>
        <p:txBody>
          <a:bodyPr/>
          <a:lstStyle/>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A9CC64AD-67E3-D327-EF72-CA6B36DB609A}"/>
              </a:ext>
            </a:extLst>
          </p:cNvPr>
          <p:cNvSpPr>
            <a:spLocks noGrp="1"/>
          </p:cNvSpPr>
          <p:nvPr>
            <p:ph sz="quarter" idx="10"/>
          </p:nvPr>
        </p:nvSpPr>
        <p:spPr/>
        <p:txBody>
          <a:bodyPr/>
          <a:lstStyle/>
          <a:p>
            <a:pPr>
              <a:buFont typeface="Arial" charset="0"/>
              <a:buNone/>
              <a:defRPr/>
            </a:pPr>
            <a:r>
              <a:rPr lang="id-ID" dirty="0"/>
              <a:t>Z Values and Probabilities</a:t>
            </a:r>
            <a:endParaRPr lang="en-US" dirty="0"/>
          </a:p>
        </p:txBody>
      </p:sp>
      <p:pic>
        <p:nvPicPr>
          <p:cNvPr id="46084" name="Picture 4" descr="D:\Desktop\EoPM_2S 15-16_MKH\SS\Table A7.2.png">
            <a:extLst>
              <a:ext uri="{FF2B5EF4-FFF2-40B4-BE49-F238E27FC236}">
                <a16:creationId xmlns:a16="http://schemas.microsoft.com/office/drawing/2014/main" id="{8A64B2C0-2F90-0D45-B62A-A4B44634E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38"/>
            <a:ext cx="91440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3A689F-13EF-B98A-39E3-403C02406EC1}"/>
              </a:ext>
            </a:extLst>
          </p:cNvPr>
          <p:cNvSpPr>
            <a:spLocks noGrp="1"/>
          </p:cNvSpPr>
          <p:nvPr>
            <p:ph sz="quarter" idx="10"/>
          </p:nvPr>
        </p:nvSpPr>
        <p:spPr/>
        <p:txBody>
          <a:bodyPr/>
          <a:lstStyle/>
          <a:p>
            <a:pPr>
              <a:buFont typeface="Arial" charset="0"/>
              <a:buNone/>
              <a:defRPr/>
            </a:pPr>
            <a:r>
              <a:rPr lang="en-US" dirty="0"/>
              <a:t>A-O-N</a:t>
            </a:r>
          </a:p>
        </p:txBody>
      </p:sp>
      <p:sp>
        <p:nvSpPr>
          <p:cNvPr id="48131" name="Content Placeholder 1">
            <a:extLst>
              <a:ext uri="{FF2B5EF4-FFF2-40B4-BE49-F238E27FC236}">
                <a16:creationId xmlns:a16="http://schemas.microsoft.com/office/drawing/2014/main" id="{9ED9C3F8-C50E-45F6-0F8E-C96A113215E3}"/>
              </a:ext>
            </a:extLst>
          </p:cNvPr>
          <p:cNvSpPr>
            <a:spLocks noGrp="1"/>
          </p:cNvSpPr>
          <p:nvPr>
            <p:ph idx="1"/>
          </p:nvPr>
        </p:nvSpPr>
        <p:spPr>
          <a:xfrm>
            <a:off x="304800" y="1493838"/>
            <a:ext cx="8229600" cy="4525962"/>
          </a:xfrm>
        </p:spPr>
        <p:txBody>
          <a:bodyPr/>
          <a:lstStyle/>
          <a:p>
            <a:pPr fontAlgn="base">
              <a:spcAft>
                <a:spcPct val="0"/>
              </a:spcAft>
            </a:pPr>
            <a:endParaRPr lang="en-US" altLang="en-US"/>
          </a:p>
          <a:p>
            <a:pPr fontAlgn="base">
              <a:spcAft>
                <a:spcPct val="0"/>
              </a:spcAft>
            </a:pPr>
            <a:endParaRPr lang="en-US" altLang="en-US"/>
          </a:p>
          <a:p>
            <a:pPr fontAlgn="base">
              <a:spcAft>
                <a:spcPct val="0"/>
              </a:spcAft>
            </a:pPr>
            <a:endParaRPr lang="en-US" altLang="en-US"/>
          </a:p>
          <a:p>
            <a:pPr fontAlgn="base">
              <a:spcAft>
                <a:spcPct val="0"/>
              </a:spcAft>
            </a:pPr>
            <a:endParaRPr lang="en-US" altLang="en-US"/>
          </a:p>
          <a:p>
            <a:pPr fontAlgn="base">
              <a:spcAft>
                <a:spcPct val="0"/>
              </a:spcAft>
            </a:pPr>
            <a:endParaRPr lang="en-US" altLang="en-US"/>
          </a:p>
        </p:txBody>
      </p:sp>
      <p:sp>
        <p:nvSpPr>
          <p:cNvPr id="48132" name="Content Placeholder 1">
            <a:extLst>
              <a:ext uri="{FF2B5EF4-FFF2-40B4-BE49-F238E27FC236}">
                <a16:creationId xmlns:a16="http://schemas.microsoft.com/office/drawing/2014/main" id="{F51E89F8-BE5D-7815-5154-06868371ABAD}"/>
              </a:ext>
            </a:extLst>
          </p:cNvPr>
          <p:cNvSpPr txBox="1">
            <a:spLocks/>
          </p:cNvSpPr>
          <p:nvPr/>
        </p:nvSpPr>
        <p:spPr bwMode="auto">
          <a:xfrm>
            <a:off x="304800" y="12954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7" name="Content Placeholder 2">
            <a:extLst>
              <a:ext uri="{FF2B5EF4-FFF2-40B4-BE49-F238E27FC236}">
                <a16:creationId xmlns:a16="http://schemas.microsoft.com/office/drawing/2014/main" id="{86EA6198-E3F2-47F3-2E6B-71C436697444}"/>
              </a:ext>
            </a:extLst>
          </p:cNvPr>
          <p:cNvSpPr txBox="1">
            <a:spLocks/>
          </p:cNvSpPr>
          <p:nvPr/>
        </p:nvSpPr>
        <p:spPr bwMode="auto">
          <a:xfrm>
            <a:off x="304800" y="152400"/>
            <a:ext cx="6324600" cy="1143000"/>
          </a:xfrm>
          <a:prstGeom prst="rect">
            <a:avLst/>
          </a:prstGeom>
          <a:noFill/>
          <a:ln w="9525">
            <a:noFill/>
            <a:miter lim="800000"/>
            <a:headEnd/>
            <a:tailEnd/>
          </a:ln>
        </p:spPr>
        <p:txBody>
          <a:bodyPr anchor="ctr">
            <a:normAutofit/>
          </a:bodyPr>
          <a:lstStyle/>
          <a:p>
            <a:pPr indent="-342900">
              <a:lnSpc>
                <a:spcPts val="3600"/>
              </a:lnSpc>
              <a:spcBef>
                <a:spcPts val="0"/>
              </a:spcBef>
              <a:buFont typeface="Arial" charset="0"/>
              <a:buNone/>
              <a:defRPr/>
            </a:pPr>
            <a:endParaRPr lang="en-US" sz="3600" b="1" spc="-150" dirty="0"/>
          </a:p>
        </p:txBody>
      </p:sp>
      <p:graphicFrame>
        <p:nvGraphicFramePr>
          <p:cNvPr id="8" name="Table 7">
            <a:extLst>
              <a:ext uri="{FF2B5EF4-FFF2-40B4-BE49-F238E27FC236}">
                <a16:creationId xmlns:a16="http://schemas.microsoft.com/office/drawing/2014/main" id="{98FC870A-860A-BD4D-B227-60AD27A8D52B}"/>
              </a:ext>
            </a:extLst>
          </p:cNvPr>
          <p:cNvGraphicFramePr>
            <a:graphicFrameLocks noGrp="1"/>
          </p:cNvGraphicFramePr>
          <p:nvPr/>
        </p:nvGraphicFramePr>
        <p:xfrm>
          <a:off x="0" y="2971800"/>
          <a:ext cx="1295400" cy="1096963"/>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16560">
                  <a:extLst>
                    <a:ext uri="{9D8B030D-6E8A-4147-A177-3AD203B41FA5}">
                      <a16:colId xmlns:a16="http://schemas.microsoft.com/office/drawing/2014/main" val="20003"/>
                    </a:ext>
                  </a:extLst>
                </a:gridCol>
              </a:tblGrid>
              <a:tr h="365654">
                <a:tc>
                  <a:txBody>
                    <a:bodyPr/>
                    <a:lstStyle/>
                    <a:p>
                      <a:r>
                        <a:rPr lang="en-US" sz="1800" dirty="0"/>
                        <a:t>0</a:t>
                      </a:r>
                    </a:p>
                  </a:txBody>
                  <a:tcPr marT="45669" marB="45669"/>
                </a:tc>
                <a:tc>
                  <a:txBody>
                    <a:bodyPr/>
                    <a:lstStyle/>
                    <a:p>
                      <a:r>
                        <a:rPr lang="en-US" sz="1800" dirty="0"/>
                        <a:t>A</a:t>
                      </a:r>
                    </a:p>
                  </a:txBody>
                  <a:tcPr marT="45669" marB="45669"/>
                </a:tc>
                <a:tc gridSpan="2">
                  <a:txBody>
                    <a:bodyPr/>
                    <a:lstStyle/>
                    <a:p>
                      <a:r>
                        <a:rPr lang="en-US" sz="1800" dirty="0"/>
                        <a:t>13</a:t>
                      </a:r>
                    </a:p>
                  </a:txBody>
                  <a:tcPr marT="45669" marB="45669"/>
                </a:tc>
                <a:tc hMerge="1">
                  <a:txBody>
                    <a:bodyPr/>
                    <a:lstStyle/>
                    <a:p>
                      <a:endParaRPr lang="en-US"/>
                    </a:p>
                  </a:txBody>
                  <a:tcPr/>
                </a:tc>
                <a:extLst>
                  <a:ext uri="{0D108BD9-81ED-4DB2-BD59-A6C34878D82A}">
                    <a16:rowId xmlns:a16="http://schemas.microsoft.com/office/drawing/2014/main" val="10000"/>
                  </a:ext>
                </a:extLst>
              </a:tr>
              <a:tr h="365654">
                <a:tc>
                  <a:txBody>
                    <a:bodyPr/>
                    <a:lstStyle/>
                    <a:p>
                      <a:r>
                        <a:rPr lang="en-US" sz="1800" dirty="0">
                          <a:solidFill>
                            <a:schemeClr val="accent2"/>
                          </a:solidFill>
                        </a:rPr>
                        <a:t>0</a:t>
                      </a:r>
                    </a:p>
                  </a:txBody>
                  <a:tcPr marT="45669" marB="45669"/>
                </a:tc>
                <a:tc gridSpan="3">
                  <a:txBody>
                    <a:bodyPr/>
                    <a:lstStyle/>
                    <a:p>
                      <a:r>
                        <a:rPr lang="en-US" sz="1800" dirty="0"/>
                        <a:t>DPC</a:t>
                      </a:r>
                    </a:p>
                  </a:txBody>
                  <a:tcPr marT="45669" marB="45669"/>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10001"/>
                  </a:ext>
                </a:extLst>
              </a:tr>
              <a:tr h="365654">
                <a:tc>
                  <a:txBody>
                    <a:bodyPr/>
                    <a:lstStyle/>
                    <a:p>
                      <a:r>
                        <a:rPr lang="en-US" sz="1800" dirty="0"/>
                        <a:t>0</a:t>
                      </a:r>
                    </a:p>
                  </a:txBody>
                  <a:tcPr marT="45669" marB="45669"/>
                </a:tc>
                <a:tc gridSpan="2">
                  <a:txBody>
                    <a:bodyPr/>
                    <a:lstStyle/>
                    <a:p>
                      <a:r>
                        <a:rPr lang="en-US" sz="1800" dirty="0"/>
                        <a:t>13</a:t>
                      </a:r>
                    </a:p>
                  </a:txBody>
                  <a:tcPr marT="45669" marB="45669"/>
                </a:tc>
                <a:tc hMerge="1">
                  <a:txBody>
                    <a:bodyPr/>
                    <a:lstStyle/>
                    <a:p>
                      <a:endParaRPr lang="en-US" dirty="0"/>
                    </a:p>
                  </a:txBody>
                  <a:tcPr/>
                </a:tc>
                <a:tc>
                  <a:txBody>
                    <a:bodyPr/>
                    <a:lstStyle/>
                    <a:p>
                      <a:r>
                        <a:rPr lang="en-US" sz="1800" dirty="0"/>
                        <a:t>13</a:t>
                      </a:r>
                    </a:p>
                  </a:txBody>
                  <a:tcPr marT="45669" marB="45669"/>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82BDF0B3-8E35-2BCA-ED6C-4D7F826021E0}"/>
              </a:ext>
            </a:extLst>
          </p:cNvPr>
          <p:cNvGraphicFramePr>
            <a:graphicFrameLocks noGrp="1"/>
          </p:cNvGraphicFramePr>
          <p:nvPr/>
        </p:nvGraphicFramePr>
        <p:xfrm>
          <a:off x="2286000" y="4495800"/>
          <a:ext cx="1219200" cy="1096963"/>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45440">
                  <a:extLst>
                    <a:ext uri="{9D8B030D-6E8A-4147-A177-3AD203B41FA5}">
                      <a16:colId xmlns:a16="http://schemas.microsoft.com/office/drawing/2014/main" val="20001"/>
                    </a:ext>
                  </a:extLst>
                </a:gridCol>
                <a:gridCol w="416560">
                  <a:extLst>
                    <a:ext uri="{9D8B030D-6E8A-4147-A177-3AD203B41FA5}">
                      <a16:colId xmlns:a16="http://schemas.microsoft.com/office/drawing/2014/main" val="20002"/>
                    </a:ext>
                  </a:extLst>
                </a:gridCol>
              </a:tblGrid>
              <a:tr h="365654">
                <a:tc>
                  <a:txBody>
                    <a:bodyPr/>
                    <a:lstStyle/>
                    <a:p>
                      <a:r>
                        <a:rPr lang="en-US" sz="1800" dirty="0"/>
                        <a:t>13</a:t>
                      </a:r>
                    </a:p>
                  </a:txBody>
                  <a:tcPr marT="45669" marB="45669"/>
                </a:tc>
                <a:tc>
                  <a:txBody>
                    <a:bodyPr/>
                    <a:lstStyle/>
                    <a:p>
                      <a:r>
                        <a:rPr lang="en-US" sz="1800" dirty="0"/>
                        <a:t>C</a:t>
                      </a:r>
                    </a:p>
                  </a:txBody>
                  <a:tcPr marT="45669" marB="45669"/>
                </a:tc>
                <a:tc>
                  <a:txBody>
                    <a:bodyPr/>
                    <a:lstStyle/>
                    <a:p>
                      <a:r>
                        <a:rPr lang="en-US" sz="1800" dirty="0"/>
                        <a:t>20</a:t>
                      </a:r>
                    </a:p>
                  </a:txBody>
                  <a:tcPr marT="45669" marB="45669"/>
                </a:tc>
                <a:extLst>
                  <a:ext uri="{0D108BD9-81ED-4DB2-BD59-A6C34878D82A}">
                    <a16:rowId xmlns:a16="http://schemas.microsoft.com/office/drawing/2014/main" val="10000"/>
                  </a:ext>
                </a:extLst>
              </a:tr>
              <a:tr h="365654">
                <a:tc>
                  <a:txBody>
                    <a:bodyPr/>
                    <a:lstStyle/>
                    <a:p>
                      <a:r>
                        <a:rPr lang="en-US" sz="1800" dirty="0"/>
                        <a:t>43</a:t>
                      </a:r>
                    </a:p>
                  </a:txBody>
                  <a:tcPr marT="45669" marB="45669"/>
                </a:tc>
                <a:tc gridSpan="2">
                  <a:txBody>
                    <a:bodyPr/>
                    <a:lstStyle/>
                    <a:p>
                      <a:r>
                        <a:rPr lang="en-US" sz="1800" dirty="0"/>
                        <a:t>BP</a:t>
                      </a:r>
                    </a:p>
                  </a:txBody>
                  <a:tcPr marT="45669" marB="45669"/>
                </a:tc>
                <a:tc hMerge="1">
                  <a:txBody>
                    <a:bodyPr/>
                    <a:lstStyle/>
                    <a:p>
                      <a:endParaRPr lang="en-US"/>
                    </a:p>
                  </a:txBody>
                  <a:tcPr/>
                </a:tc>
                <a:extLst>
                  <a:ext uri="{0D108BD9-81ED-4DB2-BD59-A6C34878D82A}">
                    <a16:rowId xmlns:a16="http://schemas.microsoft.com/office/drawing/2014/main" val="10001"/>
                  </a:ext>
                </a:extLst>
              </a:tr>
              <a:tr h="365654">
                <a:tc>
                  <a:txBody>
                    <a:bodyPr/>
                    <a:lstStyle/>
                    <a:p>
                      <a:r>
                        <a:rPr lang="en-US" sz="1800" dirty="0"/>
                        <a:t>56</a:t>
                      </a:r>
                    </a:p>
                  </a:txBody>
                  <a:tcPr marT="45669" marB="45669"/>
                </a:tc>
                <a:tc>
                  <a:txBody>
                    <a:bodyPr/>
                    <a:lstStyle/>
                    <a:p>
                      <a:r>
                        <a:rPr lang="en-US" sz="1800" dirty="0"/>
                        <a:t>7</a:t>
                      </a:r>
                    </a:p>
                  </a:txBody>
                  <a:tcPr marT="45669" marB="45669"/>
                </a:tc>
                <a:tc>
                  <a:txBody>
                    <a:bodyPr/>
                    <a:lstStyle/>
                    <a:p>
                      <a:r>
                        <a:rPr lang="en-US" sz="1800" dirty="0"/>
                        <a:t>63</a:t>
                      </a:r>
                    </a:p>
                  </a:txBody>
                  <a:tcPr marT="45669" marB="45669"/>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E97C1E09-C8D9-BB06-78C5-555D63149077}"/>
              </a:ext>
            </a:extLst>
          </p:cNvPr>
          <p:cNvGraphicFramePr>
            <a:graphicFrameLocks noGrp="1"/>
          </p:cNvGraphicFramePr>
          <p:nvPr/>
        </p:nvGraphicFramePr>
        <p:xfrm>
          <a:off x="3886200" y="1447800"/>
          <a:ext cx="1371600" cy="109855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4544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52120">
                  <a:extLst>
                    <a:ext uri="{9D8B030D-6E8A-4147-A177-3AD203B41FA5}">
                      <a16:colId xmlns:a16="http://schemas.microsoft.com/office/drawing/2014/main" val="20003"/>
                    </a:ext>
                  </a:extLst>
                </a:gridCol>
              </a:tblGrid>
              <a:tr h="365692">
                <a:tc>
                  <a:txBody>
                    <a:bodyPr/>
                    <a:lstStyle/>
                    <a:p>
                      <a:r>
                        <a:rPr lang="en-US" sz="1800" dirty="0"/>
                        <a:t>33</a:t>
                      </a:r>
                    </a:p>
                  </a:txBody>
                  <a:tcPr marT="45686" marB="45686"/>
                </a:tc>
                <a:tc>
                  <a:txBody>
                    <a:bodyPr/>
                    <a:lstStyle/>
                    <a:p>
                      <a:r>
                        <a:rPr lang="en-US" sz="1800" dirty="0"/>
                        <a:t>D</a:t>
                      </a:r>
                    </a:p>
                  </a:txBody>
                  <a:tcPr marT="45686" marB="45686"/>
                </a:tc>
                <a:tc gridSpan="2">
                  <a:txBody>
                    <a:bodyPr/>
                    <a:lstStyle/>
                    <a:p>
                      <a:r>
                        <a:rPr lang="en-US" sz="1800" dirty="0"/>
                        <a:t>63</a:t>
                      </a:r>
                    </a:p>
                  </a:txBody>
                  <a:tcPr marT="45686" marB="45686"/>
                </a:tc>
                <a:tc hMerge="1">
                  <a:txBody>
                    <a:bodyPr/>
                    <a:lstStyle/>
                    <a:p>
                      <a:endParaRPr lang="en-US"/>
                    </a:p>
                  </a:txBody>
                  <a:tcPr/>
                </a:tc>
                <a:extLst>
                  <a:ext uri="{0D108BD9-81ED-4DB2-BD59-A6C34878D82A}">
                    <a16:rowId xmlns:a16="http://schemas.microsoft.com/office/drawing/2014/main" val="10000"/>
                  </a:ext>
                </a:extLst>
              </a:tr>
              <a:tr h="367167">
                <a:tc>
                  <a:txBody>
                    <a:bodyPr/>
                    <a:lstStyle/>
                    <a:p>
                      <a:r>
                        <a:rPr lang="en-US" sz="1800" dirty="0">
                          <a:solidFill>
                            <a:schemeClr val="accent2"/>
                          </a:solidFill>
                        </a:rPr>
                        <a:t>0</a:t>
                      </a:r>
                    </a:p>
                  </a:txBody>
                  <a:tcPr marT="45686" marB="45686"/>
                </a:tc>
                <a:tc gridSpan="3">
                  <a:txBody>
                    <a:bodyPr/>
                    <a:lstStyle/>
                    <a:p>
                      <a:r>
                        <a:rPr lang="en-US" sz="1800" dirty="0"/>
                        <a:t>SP</a:t>
                      </a:r>
                    </a:p>
                  </a:txBody>
                  <a:tcPr marT="45686" marB="45686"/>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5692">
                <a:tc>
                  <a:txBody>
                    <a:bodyPr/>
                    <a:lstStyle/>
                    <a:p>
                      <a:r>
                        <a:rPr lang="en-US" sz="1800" dirty="0"/>
                        <a:t>33</a:t>
                      </a:r>
                    </a:p>
                  </a:txBody>
                  <a:tcPr marT="45686" marB="45686"/>
                </a:tc>
                <a:tc gridSpan="2">
                  <a:txBody>
                    <a:bodyPr/>
                    <a:lstStyle/>
                    <a:p>
                      <a:r>
                        <a:rPr lang="en-US" sz="1800" dirty="0"/>
                        <a:t>30</a:t>
                      </a:r>
                    </a:p>
                  </a:txBody>
                  <a:tcPr marT="45686" marB="45686"/>
                </a:tc>
                <a:tc hMerge="1">
                  <a:txBody>
                    <a:bodyPr/>
                    <a:lstStyle/>
                    <a:p>
                      <a:endParaRPr lang="en-US" dirty="0"/>
                    </a:p>
                  </a:txBody>
                  <a:tcPr/>
                </a:tc>
                <a:tc>
                  <a:txBody>
                    <a:bodyPr/>
                    <a:lstStyle/>
                    <a:p>
                      <a:r>
                        <a:rPr lang="en-US" sz="1800" dirty="0"/>
                        <a:t>63</a:t>
                      </a:r>
                    </a:p>
                  </a:txBody>
                  <a:tcPr marT="45686" marB="45686"/>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5FC50BF1-AF05-DE6C-EE53-DF284F19AC08}"/>
              </a:ext>
            </a:extLst>
          </p:cNvPr>
          <p:cNvGraphicFramePr>
            <a:graphicFrameLocks noGrp="1"/>
          </p:cNvGraphicFramePr>
          <p:nvPr/>
        </p:nvGraphicFramePr>
        <p:xfrm>
          <a:off x="1752600" y="1447800"/>
          <a:ext cx="1371600" cy="111283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47133">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50427">
                  <a:extLst>
                    <a:ext uri="{9D8B030D-6E8A-4147-A177-3AD203B41FA5}">
                      <a16:colId xmlns:a16="http://schemas.microsoft.com/office/drawing/2014/main" val="20003"/>
                    </a:ext>
                  </a:extLst>
                </a:gridCol>
              </a:tblGrid>
              <a:tr h="370946">
                <a:tc>
                  <a:txBody>
                    <a:bodyPr/>
                    <a:lstStyle/>
                    <a:p>
                      <a:r>
                        <a:rPr lang="en-US" sz="1800" dirty="0"/>
                        <a:t>13</a:t>
                      </a:r>
                    </a:p>
                  </a:txBody>
                  <a:tcPr marT="45733" marB="45733"/>
                </a:tc>
                <a:tc>
                  <a:txBody>
                    <a:bodyPr/>
                    <a:lstStyle/>
                    <a:p>
                      <a:r>
                        <a:rPr lang="en-US" sz="1800" dirty="0"/>
                        <a:t>B</a:t>
                      </a:r>
                    </a:p>
                  </a:txBody>
                  <a:tcPr marT="45733" marB="45733"/>
                </a:tc>
                <a:tc gridSpan="2">
                  <a:txBody>
                    <a:bodyPr/>
                    <a:lstStyle/>
                    <a:p>
                      <a:r>
                        <a:rPr lang="en-US" sz="1800" dirty="0"/>
                        <a:t>33</a:t>
                      </a:r>
                    </a:p>
                  </a:txBody>
                  <a:tcPr marT="45733" marB="45733"/>
                </a:tc>
                <a:tc hMerge="1">
                  <a:txBody>
                    <a:bodyPr/>
                    <a:lstStyle/>
                    <a:p>
                      <a:endParaRPr lang="en-US"/>
                    </a:p>
                  </a:txBody>
                  <a:tcPr/>
                </a:tc>
                <a:extLst>
                  <a:ext uri="{0D108BD9-81ED-4DB2-BD59-A6C34878D82A}">
                    <a16:rowId xmlns:a16="http://schemas.microsoft.com/office/drawing/2014/main" val="10000"/>
                  </a:ext>
                </a:extLst>
              </a:tr>
              <a:tr h="370946">
                <a:tc>
                  <a:txBody>
                    <a:bodyPr/>
                    <a:lstStyle/>
                    <a:p>
                      <a:r>
                        <a:rPr lang="en-US" sz="1800" dirty="0">
                          <a:solidFill>
                            <a:schemeClr val="accent2"/>
                          </a:solidFill>
                        </a:rPr>
                        <a:t>0</a:t>
                      </a:r>
                    </a:p>
                  </a:txBody>
                  <a:tcPr marT="45733" marB="45733"/>
                </a:tc>
                <a:tc gridSpan="3">
                  <a:txBody>
                    <a:bodyPr/>
                    <a:lstStyle/>
                    <a:p>
                      <a:r>
                        <a:rPr lang="en-US" sz="1800" dirty="0"/>
                        <a:t>DPR</a:t>
                      </a:r>
                    </a:p>
                  </a:txBody>
                  <a:tcPr marT="45733" marB="45733"/>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10001"/>
                  </a:ext>
                </a:extLst>
              </a:tr>
              <a:tr h="370946">
                <a:tc>
                  <a:txBody>
                    <a:bodyPr/>
                    <a:lstStyle/>
                    <a:p>
                      <a:r>
                        <a:rPr lang="en-US" sz="1800" dirty="0"/>
                        <a:t>13</a:t>
                      </a:r>
                    </a:p>
                  </a:txBody>
                  <a:tcPr marT="45733" marB="45733"/>
                </a:tc>
                <a:tc gridSpan="2">
                  <a:txBody>
                    <a:bodyPr/>
                    <a:lstStyle/>
                    <a:p>
                      <a:r>
                        <a:rPr lang="en-US" sz="1800" dirty="0"/>
                        <a:t>20</a:t>
                      </a:r>
                    </a:p>
                  </a:txBody>
                  <a:tcPr marT="45733" marB="45733"/>
                </a:tc>
                <a:tc hMerge="1">
                  <a:txBody>
                    <a:bodyPr/>
                    <a:lstStyle/>
                    <a:p>
                      <a:endParaRPr lang="en-US" dirty="0"/>
                    </a:p>
                  </a:txBody>
                  <a:tcPr/>
                </a:tc>
                <a:tc>
                  <a:txBody>
                    <a:bodyPr/>
                    <a:lstStyle/>
                    <a:p>
                      <a:r>
                        <a:rPr lang="en-US" sz="1800" dirty="0"/>
                        <a:t>33</a:t>
                      </a:r>
                    </a:p>
                  </a:txBody>
                  <a:tcPr marT="45733" marB="45733"/>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E839DAA3-9449-4393-D685-2EF5BB9A582F}"/>
              </a:ext>
            </a:extLst>
          </p:cNvPr>
          <p:cNvGraphicFramePr>
            <a:graphicFrameLocks noGrp="1"/>
          </p:cNvGraphicFramePr>
          <p:nvPr/>
        </p:nvGraphicFramePr>
        <p:xfrm>
          <a:off x="3962400" y="2971800"/>
          <a:ext cx="1371600" cy="1166813"/>
        </p:xfrm>
        <a:graphic>
          <a:graphicData uri="http://schemas.openxmlformats.org/drawingml/2006/table">
            <a:tbl>
              <a:tblPr firstRow="1" bandRow="1">
                <a:tableStyleId>{5C22544A-7EE6-4342-B048-85BDC9FD1C3A}</a:tableStyleId>
              </a:tblPr>
              <a:tblGrid>
                <a:gridCol w="443622">
                  <a:extLst>
                    <a:ext uri="{9D8B030D-6E8A-4147-A177-3AD203B41FA5}">
                      <a16:colId xmlns:a16="http://schemas.microsoft.com/office/drawing/2014/main" val="20000"/>
                    </a:ext>
                  </a:extLst>
                </a:gridCol>
                <a:gridCol w="359017">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52121">
                  <a:extLst>
                    <a:ext uri="{9D8B030D-6E8A-4147-A177-3AD203B41FA5}">
                      <a16:colId xmlns:a16="http://schemas.microsoft.com/office/drawing/2014/main" val="20003"/>
                    </a:ext>
                  </a:extLst>
                </a:gridCol>
              </a:tblGrid>
              <a:tr h="435466">
                <a:tc>
                  <a:txBody>
                    <a:bodyPr/>
                    <a:lstStyle/>
                    <a:p>
                      <a:r>
                        <a:rPr lang="en-US" sz="1800" dirty="0"/>
                        <a:t>33</a:t>
                      </a:r>
                    </a:p>
                  </a:txBody>
                  <a:tcPr marT="45677" marB="45677"/>
                </a:tc>
                <a:tc>
                  <a:txBody>
                    <a:bodyPr/>
                    <a:lstStyle/>
                    <a:p>
                      <a:r>
                        <a:rPr lang="en-US" sz="1800" dirty="0"/>
                        <a:t>E</a:t>
                      </a:r>
                    </a:p>
                  </a:txBody>
                  <a:tcPr marT="45677" marB="45677"/>
                </a:tc>
                <a:tc gridSpan="2">
                  <a:txBody>
                    <a:bodyPr/>
                    <a:lstStyle/>
                    <a:p>
                      <a:r>
                        <a:rPr lang="en-US" sz="1800" dirty="0"/>
                        <a:t>63</a:t>
                      </a:r>
                    </a:p>
                  </a:txBody>
                  <a:tcPr marT="45677" marB="45677"/>
                </a:tc>
                <a:tc hMerge="1">
                  <a:txBody>
                    <a:bodyPr/>
                    <a:lstStyle/>
                    <a:p>
                      <a:endParaRPr lang="en-US"/>
                    </a:p>
                  </a:txBody>
                  <a:tcPr/>
                </a:tc>
                <a:extLst>
                  <a:ext uri="{0D108BD9-81ED-4DB2-BD59-A6C34878D82A}">
                    <a16:rowId xmlns:a16="http://schemas.microsoft.com/office/drawing/2014/main" val="10000"/>
                  </a:ext>
                </a:extLst>
              </a:tr>
              <a:tr h="365674">
                <a:tc>
                  <a:txBody>
                    <a:bodyPr/>
                    <a:lstStyle/>
                    <a:p>
                      <a:r>
                        <a:rPr lang="en-US" sz="1800" dirty="0">
                          <a:solidFill>
                            <a:schemeClr val="accent2"/>
                          </a:solidFill>
                        </a:rPr>
                        <a:t>0</a:t>
                      </a:r>
                    </a:p>
                  </a:txBody>
                  <a:tcPr marT="45677" marB="45677"/>
                </a:tc>
                <a:tc gridSpan="3">
                  <a:txBody>
                    <a:bodyPr/>
                    <a:lstStyle/>
                    <a:p>
                      <a:r>
                        <a:rPr lang="en-US" sz="1800" dirty="0"/>
                        <a:t>BP</a:t>
                      </a:r>
                    </a:p>
                  </a:txBody>
                  <a:tcPr marT="45677" marB="45677"/>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5674">
                <a:tc>
                  <a:txBody>
                    <a:bodyPr/>
                    <a:lstStyle/>
                    <a:p>
                      <a:r>
                        <a:rPr lang="en-US" sz="1800" dirty="0"/>
                        <a:t>33</a:t>
                      </a:r>
                    </a:p>
                  </a:txBody>
                  <a:tcPr marT="45677" marB="45677"/>
                </a:tc>
                <a:tc gridSpan="2">
                  <a:txBody>
                    <a:bodyPr/>
                    <a:lstStyle/>
                    <a:p>
                      <a:r>
                        <a:rPr lang="en-US" sz="1800" dirty="0"/>
                        <a:t>30</a:t>
                      </a:r>
                    </a:p>
                  </a:txBody>
                  <a:tcPr marT="45677" marB="45677"/>
                </a:tc>
                <a:tc hMerge="1">
                  <a:txBody>
                    <a:bodyPr/>
                    <a:lstStyle/>
                    <a:p>
                      <a:endParaRPr lang="en-US" dirty="0"/>
                    </a:p>
                  </a:txBody>
                  <a:tcPr/>
                </a:tc>
                <a:tc>
                  <a:txBody>
                    <a:bodyPr/>
                    <a:lstStyle/>
                    <a:p>
                      <a:r>
                        <a:rPr lang="en-US" sz="1800" dirty="0"/>
                        <a:t>63</a:t>
                      </a:r>
                    </a:p>
                  </a:txBody>
                  <a:tcPr marT="45677" marB="45677"/>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304338E4-E177-D0DB-A669-CBB03835BDAF}"/>
              </a:ext>
            </a:extLst>
          </p:cNvPr>
          <p:cNvGraphicFramePr>
            <a:graphicFrameLocks noGrp="1"/>
          </p:cNvGraphicFramePr>
          <p:nvPr/>
        </p:nvGraphicFramePr>
        <p:xfrm>
          <a:off x="7772400" y="3048000"/>
          <a:ext cx="1371600" cy="1265238"/>
        </p:xfrm>
        <a:graphic>
          <a:graphicData uri="http://schemas.openxmlformats.org/drawingml/2006/table">
            <a:tbl>
              <a:tblPr firstRow="1" bandRow="1">
                <a:tableStyleId>{5C22544A-7EE6-4342-B048-85BDC9FD1C3A}</a:tableStyleId>
              </a:tblPr>
              <a:tblGrid>
                <a:gridCol w="457201">
                  <a:extLst>
                    <a:ext uri="{9D8B030D-6E8A-4147-A177-3AD203B41FA5}">
                      <a16:colId xmlns:a16="http://schemas.microsoft.com/office/drawing/2014/main" val="20000"/>
                    </a:ext>
                  </a:extLst>
                </a:gridCol>
                <a:gridCol w="34036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475816">
                <a:tc>
                  <a:txBody>
                    <a:bodyPr/>
                    <a:lstStyle/>
                    <a:p>
                      <a:r>
                        <a:rPr lang="en-US" sz="1800" dirty="0"/>
                        <a:t>70</a:t>
                      </a:r>
                    </a:p>
                  </a:txBody>
                  <a:tcPr marT="45731" marB="45731"/>
                </a:tc>
                <a:tc>
                  <a:txBody>
                    <a:bodyPr/>
                    <a:lstStyle/>
                    <a:p>
                      <a:r>
                        <a:rPr lang="en-US" sz="1800" dirty="0"/>
                        <a:t>G</a:t>
                      </a:r>
                    </a:p>
                  </a:txBody>
                  <a:tcPr marT="45731" marB="45731"/>
                </a:tc>
                <a:tc gridSpan="2">
                  <a:txBody>
                    <a:bodyPr/>
                    <a:lstStyle/>
                    <a:p>
                      <a:r>
                        <a:rPr lang="en-US" sz="1800" dirty="0"/>
                        <a:t>   86</a:t>
                      </a:r>
                    </a:p>
                  </a:txBody>
                  <a:tcPr marT="45731" marB="45731"/>
                </a:tc>
                <a:tc hMerge="1">
                  <a:txBody>
                    <a:bodyPr/>
                    <a:lstStyle/>
                    <a:p>
                      <a:endParaRPr lang="en-US"/>
                    </a:p>
                  </a:txBody>
                  <a:tcPr/>
                </a:tc>
                <a:extLst>
                  <a:ext uri="{0D108BD9-81ED-4DB2-BD59-A6C34878D82A}">
                    <a16:rowId xmlns:a16="http://schemas.microsoft.com/office/drawing/2014/main" val="10000"/>
                  </a:ext>
                </a:extLst>
              </a:tr>
              <a:tr h="394711">
                <a:tc>
                  <a:txBody>
                    <a:bodyPr/>
                    <a:lstStyle/>
                    <a:p>
                      <a:r>
                        <a:rPr lang="en-US" sz="1800" dirty="0">
                          <a:solidFill>
                            <a:schemeClr val="accent2"/>
                          </a:solidFill>
                        </a:rPr>
                        <a:t>0</a:t>
                      </a:r>
                    </a:p>
                  </a:txBody>
                  <a:tcPr marT="45731" marB="45731"/>
                </a:tc>
                <a:tc gridSpan="3">
                  <a:txBody>
                    <a:bodyPr/>
                    <a:lstStyle/>
                    <a:p>
                      <a:r>
                        <a:rPr lang="en-US" sz="1800" dirty="0"/>
                        <a:t>TMKT</a:t>
                      </a:r>
                    </a:p>
                  </a:txBody>
                  <a:tcPr marT="45731" marB="45731"/>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4711">
                <a:tc>
                  <a:txBody>
                    <a:bodyPr/>
                    <a:lstStyle/>
                    <a:p>
                      <a:r>
                        <a:rPr lang="en-US" sz="1800" dirty="0"/>
                        <a:t>70</a:t>
                      </a:r>
                    </a:p>
                  </a:txBody>
                  <a:tcPr marT="45731" marB="45731"/>
                </a:tc>
                <a:tc gridSpan="2">
                  <a:txBody>
                    <a:bodyPr/>
                    <a:lstStyle/>
                    <a:p>
                      <a:r>
                        <a:rPr lang="en-US" sz="1800" dirty="0"/>
                        <a:t>16</a:t>
                      </a:r>
                    </a:p>
                  </a:txBody>
                  <a:tcPr marT="45731" marB="45731"/>
                </a:tc>
                <a:tc hMerge="1">
                  <a:txBody>
                    <a:bodyPr/>
                    <a:lstStyle/>
                    <a:p>
                      <a:endParaRPr lang="en-US" dirty="0"/>
                    </a:p>
                  </a:txBody>
                  <a:tcPr/>
                </a:tc>
                <a:tc>
                  <a:txBody>
                    <a:bodyPr/>
                    <a:lstStyle/>
                    <a:p>
                      <a:r>
                        <a:rPr lang="en-US" sz="1800" dirty="0"/>
                        <a:t>86</a:t>
                      </a:r>
                    </a:p>
                  </a:txBody>
                  <a:tcPr marT="45731" marB="45731"/>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5DE1FBA4-387C-1243-7B2B-A89607173672}"/>
              </a:ext>
            </a:extLst>
          </p:cNvPr>
          <p:cNvGraphicFramePr>
            <a:graphicFrameLocks noGrp="1"/>
          </p:cNvGraphicFramePr>
          <p:nvPr/>
        </p:nvGraphicFramePr>
        <p:xfrm>
          <a:off x="6096000" y="3048000"/>
          <a:ext cx="1219200" cy="111283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69240">
                  <a:extLst>
                    <a:ext uri="{9D8B030D-6E8A-4147-A177-3AD203B41FA5}">
                      <a16:colId xmlns:a16="http://schemas.microsoft.com/office/drawing/2014/main" val="20001"/>
                    </a:ext>
                  </a:extLst>
                </a:gridCol>
                <a:gridCol w="492760">
                  <a:extLst>
                    <a:ext uri="{9D8B030D-6E8A-4147-A177-3AD203B41FA5}">
                      <a16:colId xmlns:a16="http://schemas.microsoft.com/office/drawing/2014/main" val="20002"/>
                    </a:ext>
                  </a:extLst>
                </a:gridCol>
              </a:tblGrid>
              <a:tr h="370946">
                <a:tc>
                  <a:txBody>
                    <a:bodyPr/>
                    <a:lstStyle/>
                    <a:p>
                      <a:r>
                        <a:rPr lang="en-US" sz="1800" dirty="0"/>
                        <a:t>63</a:t>
                      </a:r>
                    </a:p>
                  </a:txBody>
                  <a:tcPr marT="45733" marB="45733"/>
                </a:tc>
                <a:tc>
                  <a:txBody>
                    <a:bodyPr/>
                    <a:lstStyle/>
                    <a:p>
                      <a:r>
                        <a:rPr lang="en-US" sz="1800" dirty="0"/>
                        <a:t>F</a:t>
                      </a:r>
                    </a:p>
                  </a:txBody>
                  <a:tcPr marT="45733" marB="45733"/>
                </a:tc>
                <a:tc>
                  <a:txBody>
                    <a:bodyPr/>
                    <a:lstStyle/>
                    <a:p>
                      <a:r>
                        <a:rPr lang="en-US" sz="1800" dirty="0"/>
                        <a:t>70</a:t>
                      </a:r>
                    </a:p>
                  </a:txBody>
                  <a:tcPr marT="45733" marB="45733"/>
                </a:tc>
                <a:extLst>
                  <a:ext uri="{0D108BD9-81ED-4DB2-BD59-A6C34878D82A}">
                    <a16:rowId xmlns:a16="http://schemas.microsoft.com/office/drawing/2014/main" val="10000"/>
                  </a:ext>
                </a:extLst>
              </a:tr>
              <a:tr h="370946">
                <a:tc>
                  <a:txBody>
                    <a:bodyPr/>
                    <a:lstStyle/>
                    <a:p>
                      <a:r>
                        <a:rPr lang="en-US" sz="1800" dirty="0">
                          <a:solidFill>
                            <a:schemeClr val="accent2"/>
                          </a:solidFill>
                        </a:rPr>
                        <a:t>0</a:t>
                      </a:r>
                    </a:p>
                  </a:txBody>
                  <a:tcPr marT="45733" marB="45733"/>
                </a:tc>
                <a:tc gridSpan="2">
                  <a:txBody>
                    <a:bodyPr/>
                    <a:lstStyle/>
                    <a:p>
                      <a:r>
                        <a:rPr lang="en-US" sz="1800" dirty="0"/>
                        <a:t>PT</a:t>
                      </a:r>
                    </a:p>
                  </a:txBody>
                  <a:tcPr marT="45733" marB="45733"/>
                </a:tc>
                <a:tc hMerge="1">
                  <a:txBody>
                    <a:bodyPr/>
                    <a:lstStyle/>
                    <a:p>
                      <a:endParaRPr lang="en-US"/>
                    </a:p>
                  </a:txBody>
                  <a:tcPr/>
                </a:tc>
                <a:extLst>
                  <a:ext uri="{0D108BD9-81ED-4DB2-BD59-A6C34878D82A}">
                    <a16:rowId xmlns:a16="http://schemas.microsoft.com/office/drawing/2014/main" val="10001"/>
                  </a:ext>
                </a:extLst>
              </a:tr>
              <a:tr h="370946">
                <a:tc>
                  <a:txBody>
                    <a:bodyPr/>
                    <a:lstStyle/>
                    <a:p>
                      <a:r>
                        <a:rPr lang="en-US" sz="1800" dirty="0"/>
                        <a:t>63</a:t>
                      </a:r>
                    </a:p>
                  </a:txBody>
                  <a:tcPr marT="45733" marB="45733"/>
                </a:tc>
                <a:tc>
                  <a:txBody>
                    <a:bodyPr/>
                    <a:lstStyle/>
                    <a:p>
                      <a:r>
                        <a:rPr lang="en-US" sz="1800" dirty="0"/>
                        <a:t>7</a:t>
                      </a:r>
                    </a:p>
                  </a:txBody>
                  <a:tcPr marT="45733" marB="45733"/>
                </a:tc>
                <a:tc>
                  <a:txBody>
                    <a:bodyPr/>
                    <a:lstStyle/>
                    <a:p>
                      <a:r>
                        <a:rPr lang="en-US" sz="1800" dirty="0"/>
                        <a:t>70</a:t>
                      </a:r>
                    </a:p>
                  </a:txBody>
                  <a:tcPr marT="45733" marB="45733"/>
                </a:tc>
                <a:extLst>
                  <a:ext uri="{0D108BD9-81ED-4DB2-BD59-A6C34878D82A}">
                    <a16:rowId xmlns:a16="http://schemas.microsoft.com/office/drawing/2014/main" val="10002"/>
                  </a:ext>
                </a:extLst>
              </a:tr>
            </a:tbl>
          </a:graphicData>
        </a:graphic>
      </p:graphicFrame>
      <p:sp>
        <p:nvSpPr>
          <p:cNvPr id="48260" name="TextBox 72">
            <a:extLst>
              <a:ext uri="{FF2B5EF4-FFF2-40B4-BE49-F238E27FC236}">
                <a16:creationId xmlns:a16="http://schemas.microsoft.com/office/drawing/2014/main" id="{DF3BC03C-5932-8970-66A9-59D8993BC114}"/>
              </a:ext>
            </a:extLst>
          </p:cNvPr>
          <p:cNvSpPr txBox="1">
            <a:spLocks noChangeArrowheads="1"/>
          </p:cNvSpPr>
          <p:nvPr/>
        </p:nvSpPr>
        <p:spPr bwMode="auto">
          <a:xfrm>
            <a:off x="7086600" y="5334000"/>
            <a:ext cx="1905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CP1</a:t>
            </a:r>
            <a:r>
              <a:rPr lang="en-US" altLang="en-US" sz="1800">
                <a:solidFill>
                  <a:srgbClr val="FF0000"/>
                </a:solidFill>
              </a:rPr>
              <a:t>: A-B-D-F-G</a:t>
            </a:r>
          </a:p>
          <a:p>
            <a:pPr eaLnBrk="1" hangingPunct="1">
              <a:spcBef>
                <a:spcPct val="0"/>
              </a:spcBef>
              <a:buFontTx/>
              <a:buNone/>
            </a:pPr>
            <a:r>
              <a:rPr lang="en-US" altLang="en-US" sz="1800"/>
              <a:t>CP2:</a:t>
            </a:r>
            <a:r>
              <a:rPr lang="en-US" altLang="en-US" sz="1800">
                <a:solidFill>
                  <a:srgbClr val="FF0000"/>
                </a:solidFill>
              </a:rPr>
              <a:t> A-B-E-F-G</a:t>
            </a:r>
          </a:p>
        </p:txBody>
      </p:sp>
      <p:sp>
        <p:nvSpPr>
          <p:cNvPr id="48261" name="TextBox 73">
            <a:extLst>
              <a:ext uri="{FF2B5EF4-FFF2-40B4-BE49-F238E27FC236}">
                <a16:creationId xmlns:a16="http://schemas.microsoft.com/office/drawing/2014/main" id="{6613EDDF-3FC0-18D9-60F1-A344FF1E0389}"/>
              </a:ext>
            </a:extLst>
          </p:cNvPr>
          <p:cNvSpPr txBox="1">
            <a:spLocks noChangeArrowheads="1"/>
          </p:cNvSpPr>
          <p:nvPr/>
        </p:nvSpPr>
        <p:spPr bwMode="auto">
          <a:xfrm>
            <a:off x="7239000" y="5715000"/>
            <a:ext cx="1676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a:p>
            <a:pPr eaLnBrk="1" hangingPunct="1">
              <a:spcBef>
                <a:spcPct val="0"/>
              </a:spcBef>
              <a:buFontTx/>
              <a:buNone/>
            </a:pPr>
            <a:r>
              <a:rPr lang="en-US" altLang="en-US" sz="1800"/>
              <a:t>T</a:t>
            </a:r>
            <a:r>
              <a:rPr lang="en-US" altLang="en-US" sz="1800" baseline="-25000"/>
              <a:t>E</a:t>
            </a:r>
            <a:r>
              <a:rPr lang="en-US" altLang="en-US" sz="1800"/>
              <a:t> = 86 Weeks</a:t>
            </a:r>
          </a:p>
          <a:p>
            <a:pPr eaLnBrk="1" hangingPunct="1">
              <a:spcBef>
                <a:spcPct val="0"/>
              </a:spcBef>
              <a:buFontTx/>
              <a:buNone/>
            </a:pPr>
            <a:endParaRPr lang="en-US" altLang="en-US" sz="1800"/>
          </a:p>
        </p:txBody>
      </p:sp>
      <p:cxnSp>
        <p:nvCxnSpPr>
          <p:cNvPr id="36" name="Straight Arrow Connector 35">
            <a:extLst>
              <a:ext uri="{FF2B5EF4-FFF2-40B4-BE49-F238E27FC236}">
                <a16:creationId xmlns:a16="http://schemas.microsoft.com/office/drawing/2014/main" id="{124B3DAB-1870-6BF5-284A-1D295D0D694D}"/>
              </a:ext>
            </a:extLst>
          </p:cNvPr>
          <p:cNvCxnSpPr/>
          <p:nvPr/>
        </p:nvCxnSpPr>
        <p:spPr>
          <a:xfrm flipV="1">
            <a:off x="1295400" y="2286000"/>
            <a:ext cx="457200" cy="11430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135B21A0-321B-89D7-A0CC-B0A9CEA0A06E}"/>
              </a:ext>
            </a:extLst>
          </p:cNvPr>
          <p:cNvCxnSpPr/>
          <p:nvPr/>
        </p:nvCxnSpPr>
        <p:spPr>
          <a:xfrm>
            <a:off x="3124200" y="2133600"/>
            <a:ext cx="762000" cy="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AEC7CB24-8FF6-1E63-2C10-4874583E1D2F}"/>
              </a:ext>
            </a:extLst>
          </p:cNvPr>
          <p:cNvCxnSpPr/>
          <p:nvPr/>
        </p:nvCxnSpPr>
        <p:spPr>
          <a:xfrm>
            <a:off x="3124200" y="2286000"/>
            <a:ext cx="838200" cy="12954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4AF47CA5-1EEC-016C-DC68-B87DCAA07319}"/>
              </a:ext>
            </a:extLst>
          </p:cNvPr>
          <p:cNvCxnSpPr/>
          <p:nvPr/>
        </p:nvCxnSpPr>
        <p:spPr>
          <a:xfrm>
            <a:off x="5334000" y="3581400"/>
            <a:ext cx="762000" cy="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A4FFEE7C-2023-2533-8CEF-520C48D3650D}"/>
              </a:ext>
            </a:extLst>
          </p:cNvPr>
          <p:cNvCxnSpPr/>
          <p:nvPr/>
        </p:nvCxnSpPr>
        <p:spPr>
          <a:xfrm>
            <a:off x="5257800" y="1981200"/>
            <a:ext cx="838200" cy="14478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C3DC25EB-1213-A532-B9AD-14FE6799327C}"/>
              </a:ext>
            </a:extLst>
          </p:cNvPr>
          <p:cNvCxnSpPr/>
          <p:nvPr/>
        </p:nvCxnSpPr>
        <p:spPr>
          <a:xfrm>
            <a:off x="7315200" y="3657600"/>
            <a:ext cx="457200" cy="0"/>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9E03BFA-2828-A915-14D0-E18CCADBA19F}"/>
              </a:ext>
            </a:extLst>
          </p:cNvPr>
          <p:cNvCxnSpPr/>
          <p:nvPr/>
        </p:nvCxnSpPr>
        <p:spPr>
          <a:xfrm flipV="1">
            <a:off x="3505200" y="3810000"/>
            <a:ext cx="25908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00E995B-6542-C38C-C439-769F16BB7E0B}"/>
              </a:ext>
            </a:extLst>
          </p:cNvPr>
          <p:cNvCxnSpPr/>
          <p:nvPr/>
        </p:nvCxnSpPr>
        <p:spPr>
          <a:xfrm>
            <a:off x="1295400" y="3657600"/>
            <a:ext cx="9906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86A392E7-4D8D-086F-6963-A161F4B7983F}"/>
              </a:ext>
            </a:extLst>
          </p:cNvPr>
          <p:cNvSpPr>
            <a:spLocks noGrp="1"/>
          </p:cNvSpPr>
          <p:nvPr>
            <p:ph idx="1"/>
          </p:nvPr>
        </p:nvSpPr>
        <p:spPr>
          <a:xfrm>
            <a:off x="304800" y="1493838"/>
            <a:ext cx="8229600" cy="4525962"/>
          </a:xfrm>
        </p:spPr>
        <p:txBody>
          <a:bodyPr/>
          <a:lstStyle/>
          <a:p>
            <a:pPr fontAlgn="base">
              <a:spcAft>
                <a:spcPct val="0"/>
              </a:spcAft>
            </a:pPr>
            <a:r>
              <a:rPr lang="en-US" altLang="en-US"/>
              <a:t>CP</a:t>
            </a:r>
            <a:r>
              <a:rPr lang="en-US" altLang="en-US" baseline="-25000"/>
              <a:t>1</a:t>
            </a:r>
            <a:r>
              <a:rPr lang="en-US" altLang="en-US"/>
              <a:t>: 0-1-2-4-6-7 (T</a:t>
            </a:r>
            <a:r>
              <a:rPr lang="en-US" altLang="en-US" baseline="-25000"/>
              <a:t>E</a:t>
            </a:r>
            <a:r>
              <a:rPr lang="en-US" altLang="en-US"/>
              <a:t> = 86)   A-O-A</a:t>
            </a:r>
          </a:p>
          <a:p>
            <a:pPr fontAlgn="base">
              <a:spcAft>
                <a:spcPct val="0"/>
              </a:spcAft>
            </a:pPr>
            <a:r>
              <a:rPr lang="en-US" altLang="en-US"/>
              <a:t>CP</a:t>
            </a:r>
            <a:r>
              <a:rPr lang="en-US" altLang="en-US" sz="1600"/>
              <a:t>1:  </a:t>
            </a:r>
            <a:r>
              <a:rPr lang="en-US" altLang="en-US"/>
              <a:t>A-B-D-F-G  (T</a:t>
            </a:r>
            <a:r>
              <a:rPr lang="en-US" altLang="en-US" baseline="-25000"/>
              <a:t>E</a:t>
            </a:r>
            <a:r>
              <a:rPr lang="en-US" altLang="en-US"/>
              <a:t> = 86)  A-O-N</a:t>
            </a:r>
          </a:p>
          <a:p>
            <a:pPr marL="342900" lvl="1" indent="-342900" fontAlgn="base">
              <a:spcAft>
                <a:spcPct val="0"/>
              </a:spcAft>
              <a:buClr>
                <a:srgbClr val="101141"/>
              </a:buClr>
              <a:buFont typeface="Arial" pitchFamily="34" charset="0"/>
              <a:buNone/>
            </a:pPr>
            <a:r>
              <a:rPr lang="en-US" altLang="en-US"/>
              <a:t>  </a:t>
            </a:r>
            <a:r>
              <a:rPr lang="el-GR" altLang="en-US" sz="3600"/>
              <a:t>σ</a:t>
            </a:r>
            <a:r>
              <a:rPr lang="id-ID" altLang="en-US" sz="1400"/>
              <a:t>T</a:t>
            </a:r>
            <a:r>
              <a:rPr lang="id-ID" altLang="en-US" sz="1400" baseline="-25000"/>
              <a:t>E</a:t>
            </a:r>
            <a:r>
              <a:rPr lang="id-ID" altLang="en-US" sz="1200"/>
              <a:t> </a:t>
            </a:r>
            <a:r>
              <a:rPr lang="id-ID" altLang="en-US"/>
              <a:t>= </a:t>
            </a:r>
            <a:r>
              <a:rPr lang="id-ID" altLang="en-US" sz="4400"/>
              <a:t>√</a:t>
            </a:r>
            <a:r>
              <a:rPr lang="id-ID" altLang="en-US"/>
              <a:t> </a:t>
            </a:r>
            <a:r>
              <a:rPr lang="id-ID" altLang="en-US" sz="2000"/>
              <a:t>∑</a:t>
            </a:r>
            <a:r>
              <a:rPr lang="id-ID" altLang="en-US"/>
              <a:t> </a:t>
            </a:r>
            <a:r>
              <a:rPr lang="id-ID" altLang="en-US" sz="2800"/>
              <a:t>(</a:t>
            </a:r>
            <a:r>
              <a:rPr lang="el-GR" altLang="en-US" sz="2400"/>
              <a:t>σ</a:t>
            </a:r>
            <a:r>
              <a:rPr lang="id-ID" altLang="en-US"/>
              <a:t>t</a:t>
            </a:r>
            <a:r>
              <a:rPr lang="id-ID" altLang="en-US" baseline="-25000"/>
              <a:t>e</a:t>
            </a:r>
            <a:r>
              <a:rPr lang="id-ID" altLang="en-US" sz="1200"/>
              <a:t> </a:t>
            </a:r>
            <a:r>
              <a:rPr lang="id-ID" altLang="en-US" sz="2800"/>
              <a:t>)</a:t>
            </a:r>
            <a:r>
              <a:rPr lang="id-ID" altLang="en-US" sz="3200"/>
              <a:t>²</a:t>
            </a:r>
            <a:r>
              <a:rPr lang="en-US" altLang="en-US" sz="3200"/>
              <a:t>  = </a:t>
            </a:r>
            <a:r>
              <a:rPr lang="id-ID" altLang="en-US" sz="3200"/>
              <a:t>√</a:t>
            </a:r>
            <a:r>
              <a:rPr lang="en-US" altLang="en-US" sz="3200"/>
              <a:t>9+4+9+1+1 = </a:t>
            </a:r>
            <a:r>
              <a:rPr lang="id-ID" altLang="en-US" sz="3200"/>
              <a:t>√</a:t>
            </a:r>
            <a:r>
              <a:rPr lang="en-US" altLang="en-US" sz="3200"/>
              <a:t> 24 </a:t>
            </a:r>
          </a:p>
          <a:p>
            <a:pPr marL="342900" lvl="1" indent="-342900" fontAlgn="base">
              <a:spcAft>
                <a:spcPct val="0"/>
              </a:spcAft>
              <a:buClr>
                <a:srgbClr val="101141"/>
              </a:buClr>
              <a:buFont typeface="Arial" pitchFamily="34" charset="0"/>
              <a:buNone/>
            </a:pPr>
            <a:r>
              <a:rPr lang="en-US" altLang="en-US" sz="3200"/>
              <a:t>Z =    </a:t>
            </a:r>
            <a:r>
              <a:rPr lang="en-US" altLang="en-US" sz="3200" u="sng"/>
              <a:t>TS – TE  </a:t>
            </a:r>
            <a:r>
              <a:rPr lang="en-US" altLang="en-US" sz="3200"/>
              <a:t>= </a:t>
            </a:r>
            <a:r>
              <a:rPr lang="en-US" altLang="en-US" sz="3200" u="sng"/>
              <a:t>93 -86  </a:t>
            </a:r>
            <a:r>
              <a:rPr lang="en-US" altLang="en-US" sz="3200"/>
              <a:t>= 1.428869</a:t>
            </a:r>
            <a:endParaRPr lang="id-ID" altLang="en-US" sz="3200"/>
          </a:p>
          <a:p>
            <a:pPr fontAlgn="base">
              <a:spcAft>
                <a:spcPct val="0"/>
              </a:spcAft>
            </a:pPr>
            <a:r>
              <a:rPr lang="en-US" altLang="en-US"/>
              <a:t>                  </a:t>
            </a:r>
            <a:r>
              <a:rPr lang="el-GR" altLang="en-US"/>
              <a:t>σ</a:t>
            </a:r>
            <a:r>
              <a:rPr lang="id-ID" altLang="en-US" sz="2000" baseline="-25000"/>
              <a:t>T</a:t>
            </a:r>
            <a:r>
              <a:rPr lang="id-ID" altLang="en-US" sz="1800" baseline="-25000"/>
              <a:t>E</a:t>
            </a:r>
            <a:r>
              <a:rPr lang="en-US" altLang="en-US" sz="1800" baseline="-25000"/>
              <a:t>                                     </a:t>
            </a:r>
            <a:r>
              <a:rPr lang="id-ID" altLang="en-US"/>
              <a:t>√</a:t>
            </a:r>
            <a:r>
              <a:rPr lang="en-US" altLang="en-US"/>
              <a:t> 24 </a:t>
            </a:r>
          </a:p>
          <a:p>
            <a:pPr fontAlgn="base">
              <a:spcAft>
                <a:spcPct val="0"/>
              </a:spcAft>
            </a:pPr>
            <a:r>
              <a:rPr lang="en-US" altLang="en-US"/>
              <a:t>P = .92275 (92.28 percent)</a:t>
            </a:r>
          </a:p>
          <a:p>
            <a:pPr fontAlgn="base">
              <a:spcAft>
                <a:spcPct val="0"/>
              </a:spcAft>
            </a:pPr>
            <a:r>
              <a:rPr lang="en-US" altLang="en-US"/>
              <a:t>Taking the scheduled completion time to be 88 weeks;</a:t>
            </a:r>
          </a:p>
          <a:p>
            <a:pPr marL="342900" lvl="1" indent="-342900" fontAlgn="base">
              <a:spcAft>
                <a:spcPct val="0"/>
              </a:spcAft>
              <a:buClr>
                <a:srgbClr val="101141"/>
              </a:buClr>
              <a:buFont typeface="Arial" pitchFamily="34" charset="0"/>
              <a:buNone/>
            </a:pPr>
            <a:r>
              <a:rPr lang="en-US" altLang="en-US"/>
              <a:t>Z = </a:t>
            </a:r>
            <a:r>
              <a:rPr lang="en-US" altLang="en-US" sz="3200" u="sng"/>
              <a:t>88 - 86  </a:t>
            </a:r>
            <a:r>
              <a:rPr lang="en-US" altLang="en-US" sz="3200"/>
              <a:t>= </a:t>
            </a:r>
            <a:r>
              <a:rPr lang="en-US" altLang="en-US" sz="3200" u="sng"/>
              <a:t>2     </a:t>
            </a:r>
            <a:r>
              <a:rPr lang="en-US" altLang="en-US" sz="3200"/>
              <a:t>= 0.408248,  P = 0.6579 </a:t>
            </a:r>
            <a:endParaRPr lang="id-ID" altLang="en-US" sz="3200"/>
          </a:p>
          <a:p>
            <a:pPr fontAlgn="base">
              <a:spcAft>
                <a:spcPct val="0"/>
              </a:spcAft>
            </a:pPr>
            <a:r>
              <a:rPr lang="en-US" altLang="en-US"/>
              <a:t>       </a:t>
            </a:r>
            <a:r>
              <a:rPr lang="id-ID" altLang="en-US"/>
              <a:t>√</a:t>
            </a:r>
            <a:r>
              <a:rPr lang="en-US" altLang="en-US"/>
              <a:t> 24            4.899                                   (65.79 percent)</a:t>
            </a:r>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1566F418-B3B7-6B94-3EFA-9CF4EB00EE94}"/>
              </a:ext>
            </a:extLst>
          </p:cNvPr>
          <p:cNvSpPr>
            <a:spLocks noGrp="1"/>
          </p:cNvSpPr>
          <p:nvPr>
            <p:ph sz="quarter" idx="10"/>
          </p:nvPr>
        </p:nvSpPr>
        <p:spPr/>
        <p:txBody>
          <a:bodyPr/>
          <a:lstStyle/>
          <a:p>
            <a:pPr>
              <a:buFont typeface="Arial" charset="0"/>
              <a:buNone/>
              <a:defRPr/>
            </a:pPr>
            <a:r>
              <a:rPr lang="en-US" dirty="0"/>
              <a:t>Exercise 1</a:t>
            </a:r>
          </a:p>
        </p:txBody>
      </p:sp>
      <p:cxnSp>
        <p:nvCxnSpPr>
          <p:cNvPr id="5" name="Straight Connector 4">
            <a:extLst>
              <a:ext uri="{FF2B5EF4-FFF2-40B4-BE49-F238E27FC236}">
                <a16:creationId xmlns:a16="http://schemas.microsoft.com/office/drawing/2014/main" id="{8234A377-E475-D5D0-7C1E-10AAFB7A9BF4}"/>
              </a:ext>
            </a:extLst>
          </p:cNvPr>
          <p:cNvCxnSpPr/>
          <p:nvPr/>
        </p:nvCxnSpPr>
        <p:spPr>
          <a:xfrm>
            <a:off x="1524000" y="2514600"/>
            <a:ext cx="990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6A2D436-6CD4-254F-EB28-4BC33990C53A}"/>
              </a:ext>
            </a:extLst>
          </p:cNvPr>
          <p:cNvCxnSpPr/>
          <p:nvPr/>
        </p:nvCxnSpPr>
        <p:spPr>
          <a:xfrm>
            <a:off x="3352800" y="2667000"/>
            <a:ext cx="2133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592031A-B071-6916-5D3D-9B80DA652770}"/>
              </a:ext>
            </a:extLst>
          </p:cNvPr>
          <p:cNvCxnSpPr/>
          <p:nvPr/>
        </p:nvCxnSpPr>
        <p:spPr>
          <a:xfrm>
            <a:off x="6096000" y="2667000"/>
            <a:ext cx="533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D5681BE-20AF-B83C-646C-96C8933F3617}"/>
              </a:ext>
            </a:extLst>
          </p:cNvPr>
          <p:cNvCxnSpPr/>
          <p:nvPr/>
        </p:nvCxnSpPr>
        <p:spPr>
          <a:xfrm>
            <a:off x="4038600" y="3810000"/>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9C4969F-7E18-4FB5-90E9-587172DADEFA}"/>
              </a:ext>
            </a:extLst>
          </p:cNvPr>
          <p:cNvCxnSpPr/>
          <p:nvPr/>
        </p:nvCxnSpPr>
        <p:spPr>
          <a:xfrm>
            <a:off x="1143000" y="5715000"/>
            <a:ext cx="381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1B70E396-C33B-19F5-6C90-83E06801EA34}"/>
              </a:ext>
            </a:extLst>
          </p:cNvPr>
          <p:cNvSpPr>
            <a:spLocks noGrp="1"/>
          </p:cNvSpPr>
          <p:nvPr>
            <p:ph idx="1"/>
          </p:nvPr>
        </p:nvSpPr>
        <p:spPr>
          <a:xfrm>
            <a:off x="304800" y="1493838"/>
            <a:ext cx="8229600" cy="4525962"/>
          </a:xfrm>
        </p:spPr>
        <p:txBody>
          <a:bodyPr/>
          <a:lstStyle/>
          <a:p>
            <a:pPr fontAlgn="base">
              <a:spcAft>
                <a:spcPct val="0"/>
              </a:spcAft>
            </a:pPr>
            <a:r>
              <a:rPr lang="en-US" altLang="en-US"/>
              <a:t>CP</a:t>
            </a:r>
            <a:r>
              <a:rPr lang="en-US" altLang="en-US" baseline="-25000"/>
              <a:t>2</a:t>
            </a:r>
            <a:r>
              <a:rPr lang="en-US" altLang="en-US"/>
              <a:t>: 0-1-2-5-6-7 (T</a:t>
            </a:r>
            <a:r>
              <a:rPr lang="en-US" altLang="en-US" baseline="-25000"/>
              <a:t>E</a:t>
            </a:r>
            <a:r>
              <a:rPr lang="en-US" altLang="en-US"/>
              <a:t> = 86) A-O-A</a:t>
            </a:r>
          </a:p>
          <a:p>
            <a:pPr fontAlgn="base">
              <a:spcAft>
                <a:spcPct val="0"/>
              </a:spcAft>
            </a:pPr>
            <a:r>
              <a:rPr lang="en-US" altLang="en-US"/>
              <a:t>CP</a:t>
            </a:r>
            <a:r>
              <a:rPr lang="en-US" altLang="en-US" baseline="-25000"/>
              <a:t>2</a:t>
            </a:r>
            <a:r>
              <a:rPr lang="en-US" altLang="en-US"/>
              <a:t>: A-B-E-F-G  (T</a:t>
            </a:r>
            <a:r>
              <a:rPr lang="en-US" altLang="en-US" baseline="-25000"/>
              <a:t>E</a:t>
            </a:r>
            <a:r>
              <a:rPr lang="en-US" altLang="en-US"/>
              <a:t> = 86) A-O-N</a:t>
            </a:r>
          </a:p>
          <a:p>
            <a:pPr marL="342900" lvl="1" indent="-342900" fontAlgn="base">
              <a:spcAft>
                <a:spcPct val="0"/>
              </a:spcAft>
              <a:buClr>
                <a:srgbClr val="101141"/>
              </a:buClr>
              <a:buFont typeface="Arial" pitchFamily="34" charset="0"/>
              <a:buNone/>
            </a:pPr>
            <a:r>
              <a:rPr lang="en-US" altLang="en-US"/>
              <a:t>  </a:t>
            </a:r>
            <a:r>
              <a:rPr lang="el-GR" altLang="en-US" sz="3600"/>
              <a:t>σ</a:t>
            </a:r>
            <a:r>
              <a:rPr lang="id-ID" altLang="en-US" sz="1400"/>
              <a:t>T</a:t>
            </a:r>
            <a:r>
              <a:rPr lang="id-ID" altLang="en-US" sz="1400" baseline="-25000"/>
              <a:t>E</a:t>
            </a:r>
            <a:r>
              <a:rPr lang="id-ID" altLang="en-US" sz="1200"/>
              <a:t> </a:t>
            </a:r>
            <a:r>
              <a:rPr lang="id-ID" altLang="en-US"/>
              <a:t>= </a:t>
            </a:r>
            <a:r>
              <a:rPr lang="id-ID" altLang="en-US" sz="4400"/>
              <a:t>√</a:t>
            </a:r>
            <a:r>
              <a:rPr lang="id-ID" altLang="en-US"/>
              <a:t> </a:t>
            </a:r>
            <a:r>
              <a:rPr lang="id-ID" altLang="en-US" sz="2000"/>
              <a:t>∑</a:t>
            </a:r>
            <a:r>
              <a:rPr lang="id-ID" altLang="en-US"/>
              <a:t> </a:t>
            </a:r>
            <a:r>
              <a:rPr lang="id-ID" altLang="en-US" sz="2800"/>
              <a:t>(</a:t>
            </a:r>
            <a:r>
              <a:rPr lang="el-GR" altLang="en-US" sz="2400"/>
              <a:t>σ</a:t>
            </a:r>
            <a:r>
              <a:rPr lang="id-ID" altLang="en-US"/>
              <a:t>t</a:t>
            </a:r>
            <a:r>
              <a:rPr lang="id-ID" altLang="en-US" baseline="-25000"/>
              <a:t>e</a:t>
            </a:r>
            <a:r>
              <a:rPr lang="id-ID" altLang="en-US" sz="1200"/>
              <a:t> </a:t>
            </a:r>
            <a:r>
              <a:rPr lang="id-ID" altLang="en-US" sz="2800"/>
              <a:t>)</a:t>
            </a:r>
            <a:r>
              <a:rPr lang="id-ID" altLang="en-US" sz="3200"/>
              <a:t>²</a:t>
            </a:r>
            <a:r>
              <a:rPr lang="en-US" altLang="en-US" sz="3200"/>
              <a:t>  = </a:t>
            </a:r>
            <a:r>
              <a:rPr lang="id-ID" altLang="en-US" sz="3200"/>
              <a:t>√</a:t>
            </a:r>
            <a:r>
              <a:rPr lang="en-US" altLang="en-US" sz="3200"/>
              <a:t>9+4+25+1+1 =  </a:t>
            </a:r>
            <a:r>
              <a:rPr lang="id-ID" altLang="en-US" sz="3200"/>
              <a:t>√</a:t>
            </a:r>
            <a:r>
              <a:rPr lang="en-US" altLang="en-US" sz="3200"/>
              <a:t> 40 </a:t>
            </a:r>
          </a:p>
          <a:p>
            <a:pPr marL="342900" lvl="1" indent="-342900" fontAlgn="base">
              <a:spcAft>
                <a:spcPct val="0"/>
              </a:spcAft>
              <a:buClr>
                <a:srgbClr val="101141"/>
              </a:buClr>
              <a:buFont typeface="Arial" pitchFamily="34" charset="0"/>
              <a:buNone/>
            </a:pPr>
            <a:r>
              <a:rPr lang="en-US" altLang="en-US" sz="3200"/>
              <a:t>Z =    </a:t>
            </a:r>
            <a:r>
              <a:rPr lang="en-US" altLang="en-US" sz="3200" u="sng"/>
              <a:t>TS – TE  </a:t>
            </a:r>
            <a:r>
              <a:rPr lang="en-US" altLang="en-US" sz="3200"/>
              <a:t>= </a:t>
            </a:r>
            <a:r>
              <a:rPr lang="en-US" altLang="en-US" sz="3200" u="sng"/>
              <a:t>93 -86  </a:t>
            </a:r>
            <a:r>
              <a:rPr lang="en-US" altLang="en-US" sz="3200"/>
              <a:t>= 1.106797</a:t>
            </a:r>
            <a:endParaRPr lang="id-ID" altLang="en-US" sz="3200"/>
          </a:p>
          <a:p>
            <a:pPr fontAlgn="base">
              <a:spcAft>
                <a:spcPct val="0"/>
              </a:spcAft>
            </a:pPr>
            <a:r>
              <a:rPr lang="en-US" altLang="en-US"/>
              <a:t>                  </a:t>
            </a:r>
            <a:r>
              <a:rPr lang="el-GR" altLang="en-US"/>
              <a:t>σ</a:t>
            </a:r>
            <a:r>
              <a:rPr lang="id-ID" altLang="en-US" sz="2000" baseline="-25000"/>
              <a:t>T</a:t>
            </a:r>
            <a:r>
              <a:rPr lang="id-ID" altLang="en-US" sz="1800" baseline="-25000"/>
              <a:t>E</a:t>
            </a:r>
            <a:r>
              <a:rPr lang="en-US" altLang="en-US" sz="1800" baseline="-25000"/>
              <a:t>                                     </a:t>
            </a:r>
            <a:r>
              <a:rPr lang="id-ID" altLang="en-US"/>
              <a:t>√</a:t>
            </a:r>
            <a:r>
              <a:rPr lang="en-US" altLang="en-US"/>
              <a:t> 40 </a:t>
            </a:r>
          </a:p>
          <a:p>
            <a:pPr fontAlgn="base">
              <a:spcAft>
                <a:spcPct val="0"/>
              </a:spcAft>
            </a:pPr>
            <a:r>
              <a:rPr lang="en-US" altLang="en-US"/>
              <a:t>P = .8645 (86.45 percent)</a:t>
            </a:r>
          </a:p>
          <a:p>
            <a:pPr fontAlgn="base">
              <a:spcAft>
                <a:spcPct val="0"/>
              </a:spcAft>
            </a:pPr>
            <a:r>
              <a:rPr lang="en-US" altLang="en-US"/>
              <a:t>Taking the scheduled completion time to be 88 weeks;</a:t>
            </a:r>
          </a:p>
          <a:p>
            <a:pPr marL="342900" lvl="1" indent="-342900" fontAlgn="base">
              <a:spcAft>
                <a:spcPct val="0"/>
              </a:spcAft>
              <a:buClr>
                <a:srgbClr val="101141"/>
              </a:buClr>
              <a:buFont typeface="Arial" pitchFamily="34" charset="0"/>
              <a:buNone/>
            </a:pPr>
            <a:r>
              <a:rPr lang="en-US" altLang="en-US"/>
              <a:t>Z = </a:t>
            </a:r>
            <a:r>
              <a:rPr lang="en-US" altLang="en-US" sz="3200" u="sng"/>
              <a:t>88 - 86  </a:t>
            </a:r>
            <a:r>
              <a:rPr lang="en-US" altLang="en-US" sz="3200"/>
              <a:t>= </a:t>
            </a:r>
            <a:r>
              <a:rPr lang="en-US" altLang="en-US" sz="3200" u="sng"/>
              <a:t>2     </a:t>
            </a:r>
            <a:r>
              <a:rPr lang="en-US" altLang="en-US" sz="3200"/>
              <a:t>= 0.316228  P = 0.6232 </a:t>
            </a:r>
            <a:endParaRPr lang="id-ID" altLang="en-US" sz="3200"/>
          </a:p>
          <a:p>
            <a:pPr fontAlgn="base">
              <a:spcAft>
                <a:spcPct val="0"/>
              </a:spcAft>
            </a:pPr>
            <a:r>
              <a:rPr lang="en-US" altLang="en-US"/>
              <a:t>       </a:t>
            </a:r>
            <a:r>
              <a:rPr lang="id-ID" altLang="en-US"/>
              <a:t>√</a:t>
            </a:r>
            <a:r>
              <a:rPr lang="en-US" altLang="en-US"/>
              <a:t> 40            6.3245                                 (62.32 percent)</a:t>
            </a:r>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5967799E-B245-ED0C-F0DE-52BB2758BB72}"/>
              </a:ext>
            </a:extLst>
          </p:cNvPr>
          <p:cNvSpPr>
            <a:spLocks noGrp="1"/>
          </p:cNvSpPr>
          <p:nvPr>
            <p:ph sz="quarter" idx="10"/>
          </p:nvPr>
        </p:nvSpPr>
        <p:spPr/>
        <p:txBody>
          <a:bodyPr/>
          <a:lstStyle/>
          <a:p>
            <a:pPr>
              <a:buFont typeface="Arial" charset="0"/>
              <a:buNone/>
              <a:defRPr/>
            </a:pPr>
            <a:r>
              <a:rPr lang="en-US" dirty="0"/>
              <a:t>Exercise 1</a:t>
            </a:r>
          </a:p>
          <a:p>
            <a:pPr>
              <a:buFont typeface="Arial" charset="0"/>
              <a:buNone/>
              <a:defRPr/>
            </a:pPr>
            <a:endParaRPr lang="en-US" dirty="0"/>
          </a:p>
        </p:txBody>
      </p:sp>
      <p:cxnSp>
        <p:nvCxnSpPr>
          <p:cNvPr id="5" name="Straight Connector 4">
            <a:extLst>
              <a:ext uri="{FF2B5EF4-FFF2-40B4-BE49-F238E27FC236}">
                <a16:creationId xmlns:a16="http://schemas.microsoft.com/office/drawing/2014/main" id="{AAB19B13-3B81-2F9D-293C-E3956C4B10B8}"/>
              </a:ext>
            </a:extLst>
          </p:cNvPr>
          <p:cNvCxnSpPr/>
          <p:nvPr/>
        </p:nvCxnSpPr>
        <p:spPr>
          <a:xfrm>
            <a:off x="1524000" y="2514600"/>
            <a:ext cx="990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B3158E1-A63F-54F7-8404-B8FBCF469403}"/>
              </a:ext>
            </a:extLst>
          </p:cNvPr>
          <p:cNvCxnSpPr/>
          <p:nvPr/>
        </p:nvCxnSpPr>
        <p:spPr>
          <a:xfrm>
            <a:off x="3352800" y="2667000"/>
            <a:ext cx="2286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86E956-3F4C-E98A-02A9-39B2BA5231AB}"/>
              </a:ext>
            </a:extLst>
          </p:cNvPr>
          <p:cNvCxnSpPr/>
          <p:nvPr/>
        </p:nvCxnSpPr>
        <p:spPr>
          <a:xfrm>
            <a:off x="6400800" y="2667000"/>
            <a:ext cx="533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328E1F6-9B55-E7B3-93EC-11B7EAD268B0}"/>
              </a:ext>
            </a:extLst>
          </p:cNvPr>
          <p:cNvCxnSpPr/>
          <p:nvPr/>
        </p:nvCxnSpPr>
        <p:spPr>
          <a:xfrm>
            <a:off x="4038600" y="38100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DF9DDC-7DC4-BD48-A143-A38D31598F9B}"/>
              </a:ext>
            </a:extLst>
          </p:cNvPr>
          <p:cNvCxnSpPr/>
          <p:nvPr/>
        </p:nvCxnSpPr>
        <p:spPr>
          <a:xfrm>
            <a:off x="1143000" y="5715000"/>
            <a:ext cx="5334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E9D47-6D7E-0BB3-B33F-9763B2EE6EA7}"/>
              </a:ext>
            </a:extLst>
          </p:cNvPr>
          <p:cNvSpPr>
            <a:spLocks noGrp="1"/>
          </p:cNvSpPr>
          <p:nvPr>
            <p:ph sz="quarter" idx="10"/>
          </p:nvPr>
        </p:nvSpPr>
        <p:spPr/>
        <p:txBody>
          <a:bodyPr>
            <a:normAutofit fontScale="92500"/>
          </a:bodyPr>
          <a:lstStyle/>
          <a:p>
            <a:pPr>
              <a:buFont typeface="Arial" charset="0"/>
              <a:buNone/>
              <a:defRPr/>
            </a:pPr>
            <a:endParaRPr lang="en-US" dirty="0"/>
          </a:p>
          <a:p>
            <a:pPr>
              <a:buFont typeface="Arial" charset="0"/>
              <a:buNone/>
              <a:defRPr/>
            </a:pPr>
            <a:r>
              <a:rPr lang="id-ID" dirty="0"/>
              <a:t>Solve </a:t>
            </a:r>
            <a:r>
              <a:rPr lang="en-US" dirty="0"/>
              <a:t>E</a:t>
            </a:r>
            <a:r>
              <a:rPr lang="id-ID" dirty="0"/>
              <a:t>xercise 1 Using WIN QS</a:t>
            </a:r>
            <a:endParaRPr lang="en-US" dirty="0"/>
          </a:p>
          <a:p>
            <a:pPr>
              <a:buFont typeface="Arial" charset="0"/>
              <a:buNone/>
              <a:defRPr/>
            </a:pPr>
            <a:endParaRPr lang="en-US" dirty="0"/>
          </a:p>
        </p:txBody>
      </p:sp>
      <p:pic>
        <p:nvPicPr>
          <p:cNvPr id="52227" name="Picture 2">
            <a:extLst>
              <a:ext uri="{FF2B5EF4-FFF2-40B4-BE49-F238E27FC236}">
                <a16:creationId xmlns:a16="http://schemas.microsoft.com/office/drawing/2014/main" id="{941973B1-B015-1F64-9A70-AE2F4F1B1E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7031" t="5208" r="46875" b="41667"/>
          <a:stretch>
            <a:fillRect/>
          </a:stretch>
        </p:blipFill>
        <p:spPr>
          <a:xfrm>
            <a:off x="990600" y="1447800"/>
            <a:ext cx="6858000" cy="4572000"/>
          </a:xfr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5DA85-0B6F-C420-731A-9CB6F793D4CA}"/>
              </a:ext>
            </a:extLst>
          </p:cNvPr>
          <p:cNvSpPr>
            <a:spLocks noGrp="1"/>
          </p:cNvSpPr>
          <p:nvPr>
            <p:ph sz="quarter" idx="10"/>
          </p:nvPr>
        </p:nvSpPr>
        <p:spPr/>
        <p:txBody>
          <a:bodyPr/>
          <a:lstStyle/>
          <a:p>
            <a:pPr>
              <a:buFont typeface="Arial" charset="0"/>
              <a:buNone/>
              <a:defRPr/>
            </a:pPr>
            <a:r>
              <a:rPr lang="id-ID" dirty="0"/>
              <a:t>Input the data</a:t>
            </a:r>
            <a:endParaRPr lang="en-US" dirty="0"/>
          </a:p>
        </p:txBody>
      </p:sp>
      <p:pic>
        <p:nvPicPr>
          <p:cNvPr id="53251" name="Picture 2">
            <a:extLst>
              <a:ext uri="{FF2B5EF4-FFF2-40B4-BE49-F238E27FC236}">
                <a16:creationId xmlns:a16="http://schemas.microsoft.com/office/drawing/2014/main" id="{247FF8FE-8475-FA86-1ABA-55C8579416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20000" b="62848"/>
          <a:stretch>
            <a:fillRect/>
          </a:stretch>
        </p:blipFill>
        <p:spPr>
          <a:xfrm>
            <a:off x="517525" y="1524000"/>
            <a:ext cx="8321675" cy="4267200"/>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14AB9-5F78-F0A3-E82A-7CB199842E75}"/>
              </a:ext>
            </a:extLst>
          </p:cNvPr>
          <p:cNvSpPr>
            <a:spLocks noGrp="1"/>
          </p:cNvSpPr>
          <p:nvPr>
            <p:ph sz="quarter" idx="10"/>
          </p:nvPr>
        </p:nvSpPr>
        <p:spPr/>
        <p:txBody>
          <a:bodyPr/>
          <a:lstStyle/>
          <a:p>
            <a:pPr>
              <a:buFont typeface="Arial" charset="0"/>
              <a:buNone/>
              <a:defRPr/>
            </a:pPr>
            <a:r>
              <a:rPr lang="id-ID" dirty="0"/>
              <a:t>Solve and Analyse – Solve Critical Path</a:t>
            </a:r>
            <a:endParaRPr lang="en-US" dirty="0"/>
          </a:p>
        </p:txBody>
      </p:sp>
      <p:pic>
        <p:nvPicPr>
          <p:cNvPr id="54275" name="Picture 2">
            <a:extLst>
              <a:ext uri="{FF2B5EF4-FFF2-40B4-BE49-F238E27FC236}">
                <a16:creationId xmlns:a16="http://schemas.microsoft.com/office/drawing/2014/main" id="{98725B2B-3F51-9EFD-CD33-00381BAC65B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81000" y="1447800"/>
            <a:ext cx="8458200" cy="4876800"/>
          </a:xfr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29E698-6326-BA3E-8820-298060D57476}"/>
              </a:ext>
            </a:extLst>
          </p:cNvPr>
          <p:cNvSpPr>
            <a:spLocks noGrp="1"/>
          </p:cNvSpPr>
          <p:nvPr>
            <p:ph sz="quarter" idx="10"/>
          </p:nvPr>
        </p:nvSpPr>
        <p:spPr/>
        <p:txBody>
          <a:bodyPr/>
          <a:lstStyle/>
          <a:p>
            <a:pPr>
              <a:buFont typeface="Arial" charset="0"/>
              <a:buNone/>
              <a:defRPr/>
            </a:pPr>
            <a:r>
              <a:rPr lang="id-ID" dirty="0"/>
              <a:t>Results – Perform Probability Analysis</a:t>
            </a:r>
            <a:endParaRPr lang="en-US" dirty="0"/>
          </a:p>
        </p:txBody>
      </p:sp>
      <p:pic>
        <p:nvPicPr>
          <p:cNvPr id="56323" name="Picture 2">
            <a:extLst>
              <a:ext uri="{FF2B5EF4-FFF2-40B4-BE49-F238E27FC236}">
                <a16:creationId xmlns:a16="http://schemas.microsoft.com/office/drawing/2014/main" id="{3427409F-1F20-123F-A99D-83CF71AE84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412" t="3268" r="49377" b="45135"/>
          <a:stretch>
            <a:fillRect/>
          </a:stretch>
        </p:blipFill>
        <p:spPr>
          <a:xfrm>
            <a:off x="228600" y="1447800"/>
            <a:ext cx="8686800" cy="5181600"/>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7DDE209C-48EB-C714-D943-105149A5C2BD}"/>
              </a:ext>
            </a:extLst>
          </p:cNvPr>
          <p:cNvSpPr>
            <a:spLocks noGrp="1"/>
          </p:cNvSpPr>
          <p:nvPr>
            <p:ph idx="1"/>
          </p:nvPr>
        </p:nvSpPr>
        <p:spPr>
          <a:xfrm>
            <a:off x="304800" y="1493838"/>
            <a:ext cx="8229600" cy="4525962"/>
          </a:xfrm>
        </p:spPr>
        <p:txBody>
          <a:bodyPr/>
          <a:lstStyle/>
          <a:p>
            <a:pPr fontAlgn="base">
              <a:spcAft>
                <a:spcPct val="0"/>
              </a:spcAft>
            </a:pPr>
            <a:r>
              <a:rPr lang="en-US" altLang="en-US"/>
              <a:t>The expected times and variances for the project activities are given below. What is the probability of completing the project in 25 periods?</a:t>
            </a:r>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34D39ED5-6BC2-BA53-D68D-35F9161531AF}"/>
              </a:ext>
            </a:extLst>
          </p:cNvPr>
          <p:cNvSpPr>
            <a:spLocks noGrp="1"/>
          </p:cNvSpPr>
          <p:nvPr>
            <p:ph sz="quarter" idx="10"/>
          </p:nvPr>
        </p:nvSpPr>
        <p:spPr/>
        <p:txBody>
          <a:bodyPr/>
          <a:lstStyle/>
          <a:p>
            <a:pPr>
              <a:buFont typeface="Arial" charset="0"/>
              <a:buNone/>
              <a:defRPr/>
            </a:pPr>
            <a:r>
              <a:rPr lang="en-US" dirty="0"/>
              <a:t>Exercise 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34B92-0892-735B-02B8-6E2C48B9E482}"/>
              </a:ext>
            </a:extLst>
          </p:cNvPr>
          <p:cNvSpPr>
            <a:spLocks noGrp="1"/>
          </p:cNvSpPr>
          <p:nvPr>
            <p:ph sz="quarter" idx="10"/>
          </p:nvPr>
        </p:nvSpPr>
        <p:spPr/>
        <p:txBody>
          <a:bodyPr/>
          <a:lstStyle/>
          <a:p>
            <a:pPr>
              <a:buFont typeface="Arial" charset="0"/>
              <a:buNone/>
              <a:defRPr/>
            </a:pPr>
            <a:r>
              <a:rPr lang="en-US" dirty="0"/>
              <a:t>Exercise 2</a:t>
            </a:r>
          </a:p>
        </p:txBody>
      </p:sp>
      <p:graphicFrame>
        <p:nvGraphicFramePr>
          <p:cNvPr id="58371" name="Object 11">
            <a:extLst>
              <a:ext uri="{FF2B5EF4-FFF2-40B4-BE49-F238E27FC236}">
                <a16:creationId xmlns:a16="http://schemas.microsoft.com/office/drawing/2014/main" id="{6702FF35-5C4C-AC76-FA80-FBC6650F01DC}"/>
              </a:ext>
            </a:extLst>
          </p:cNvPr>
          <p:cNvGraphicFramePr>
            <a:graphicFrameLocks noChangeAspect="1"/>
          </p:cNvGraphicFramePr>
          <p:nvPr>
            <p:ph idx="1"/>
          </p:nvPr>
        </p:nvGraphicFramePr>
        <p:xfrm>
          <a:off x="381000" y="2743200"/>
          <a:ext cx="8220075" cy="2297113"/>
        </p:xfrm>
        <a:graphic>
          <a:graphicData uri="http://schemas.openxmlformats.org/presentationml/2006/ole">
            <mc:AlternateContent xmlns:mc="http://schemas.openxmlformats.org/markup-compatibility/2006">
              <mc:Choice xmlns:v="urn:schemas-microsoft-com:vml" Requires="v">
                <p:oleObj name="Worksheet" r:id="rId2" imgW="6953137" imgH="1942982" progId="Excel.Sheet.8">
                  <p:embed/>
                </p:oleObj>
              </mc:Choice>
              <mc:Fallback>
                <p:oleObj name="Worksheet" r:id="rId2" imgW="6953137" imgH="1942982" progId="Excel.Sheet.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743200"/>
                        <a:ext cx="8220075"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Freeform 4">
            <a:extLst>
              <a:ext uri="{FF2B5EF4-FFF2-40B4-BE49-F238E27FC236}">
                <a16:creationId xmlns:a16="http://schemas.microsoft.com/office/drawing/2014/main" id="{744F8490-103D-E6E8-5428-7C03C0040A21}"/>
              </a:ext>
            </a:extLst>
          </p:cNvPr>
          <p:cNvSpPr/>
          <p:nvPr/>
        </p:nvSpPr>
        <p:spPr>
          <a:xfrm>
            <a:off x="5353050" y="2260600"/>
            <a:ext cx="196850" cy="393700"/>
          </a:xfrm>
          <a:custGeom>
            <a:avLst/>
            <a:gdLst>
              <a:gd name="connsiteX0" fmla="*/ 82384 w 196684"/>
              <a:gd name="connsiteY0" fmla="*/ 0 h 393700"/>
              <a:gd name="connsiteX1" fmla="*/ 69684 w 196684"/>
              <a:gd name="connsiteY1" fmla="*/ 368300 h 393700"/>
              <a:gd name="connsiteX2" fmla="*/ 107784 w 196684"/>
              <a:gd name="connsiteY2" fmla="*/ 393700 h 393700"/>
              <a:gd name="connsiteX3" fmla="*/ 196684 w 196684"/>
              <a:gd name="connsiteY3" fmla="*/ 381000 h 393700"/>
            </a:gdLst>
            <a:ahLst/>
            <a:cxnLst>
              <a:cxn ang="0">
                <a:pos x="connsiteX0" y="connsiteY0"/>
              </a:cxn>
              <a:cxn ang="0">
                <a:pos x="connsiteX1" y="connsiteY1"/>
              </a:cxn>
              <a:cxn ang="0">
                <a:pos x="connsiteX2" y="connsiteY2"/>
              </a:cxn>
              <a:cxn ang="0">
                <a:pos x="connsiteX3" y="connsiteY3"/>
              </a:cxn>
            </a:cxnLst>
            <a:rect l="l" t="t" r="r" b="b"/>
            <a:pathLst>
              <a:path w="196684" h="393700">
                <a:moveTo>
                  <a:pt x="82384" y="0"/>
                </a:moveTo>
                <a:cubicBezTo>
                  <a:pt x="0" y="123575"/>
                  <a:pt x="26698" y="67397"/>
                  <a:pt x="69684" y="368300"/>
                </a:cubicBezTo>
                <a:cubicBezTo>
                  <a:pt x="71843" y="383410"/>
                  <a:pt x="95084" y="385233"/>
                  <a:pt x="107784" y="393700"/>
                </a:cubicBezTo>
                <a:cubicBezTo>
                  <a:pt x="170905" y="377920"/>
                  <a:pt x="141130" y="381000"/>
                  <a:pt x="196684" y="3810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6" name="Freeform 5">
            <a:extLst>
              <a:ext uri="{FF2B5EF4-FFF2-40B4-BE49-F238E27FC236}">
                <a16:creationId xmlns:a16="http://schemas.microsoft.com/office/drawing/2014/main" id="{0787D738-3F11-B89F-E996-BC29014C13D5}"/>
              </a:ext>
            </a:extLst>
          </p:cNvPr>
          <p:cNvSpPr/>
          <p:nvPr/>
        </p:nvSpPr>
        <p:spPr>
          <a:xfrm>
            <a:off x="5257800" y="2435225"/>
            <a:ext cx="330200" cy="42863"/>
          </a:xfrm>
          <a:custGeom>
            <a:avLst/>
            <a:gdLst>
              <a:gd name="connsiteX0" fmla="*/ 0 w 330200"/>
              <a:gd name="connsiteY0" fmla="*/ 28564 h 43099"/>
              <a:gd name="connsiteX1" fmla="*/ 76200 w 330200"/>
              <a:gd name="connsiteY1" fmla="*/ 41264 h 43099"/>
              <a:gd name="connsiteX2" fmla="*/ 177800 w 330200"/>
              <a:gd name="connsiteY2" fmla="*/ 15864 h 43099"/>
              <a:gd name="connsiteX3" fmla="*/ 215900 w 330200"/>
              <a:gd name="connsiteY3" fmla="*/ 3164 h 43099"/>
              <a:gd name="connsiteX4" fmla="*/ 330200 w 330200"/>
              <a:gd name="connsiteY4" fmla="*/ 3164 h 43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200" h="43099">
                <a:moveTo>
                  <a:pt x="0" y="28564"/>
                </a:moveTo>
                <a:cubicBezTo>
                  <a:pt x="25400" y="32797"/>
                  <a:pt x="50515" y="43099"/>
                  <a:pt x="76200" y="41264"/>
                </a:cubicBezTo>
                <a:cubicBezTo>
                  <a:pt x="111020" y="38777"/>
                  <a:pt x="144682" y="26903"/>
                  <a:pt x="177800" y="15864"/>
                </a:cubicBezTo>
                <a:cubicBezTo>
                  <a:pt x="190500" y="11631"/>
                  <a:pt x="202559" y="4276"/>
                  <a:pt x="215900" y="3164"/>
                </a:cubicBezTo>
                <a:cubicBezTo>
                  <a:pt x="253868" y="0"/>
                  <a:pt x="292100" y="3164"/>
                  <a:pt x="330200" y="3164"/>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7" name="Freeform 6">
            <a:extLst>
              <a:ext uri="{FF2B5EF4-FFF2-40B4-BE49-F238E27FC236}">
                <a16:creationId xmlns:a16="http://schemas.microsoft.com/office/drawing/2014/main" id="{A8B44770-A6DE-8234-7CBE-80BD7EEE3492}"/>
              </a:ext>
            </a:extLst>
          </p:cNvPr>
          <p:cNvSpPr/>
          <p:nvPr/>
        </p:nvSpPr>
        <p:spPr>
          <a:xfrm>
            <a:off x="5559425" y="2590800"/>
            <a:ext cx="142875" cy="107950"/>
          </a:xfrm>
          <a:custGeom>
            <a:avLst/>
            <a:gdLst>
              <a:gd name="connsiteX0" fmla="*/ 16329 w 143329"/>
              <a:gd name="connsiteY0" fmla="*/ 38100 h 107587"/>
              <a:gd name="connsiteX1" fmla="*/ 105229 w 143329"/>
              <a:gd name="connsiteY1" fmla="*/ 25400 h 107587"/>
              <a:gd name="connsiteX2" fmla="*/ 67129 w 143329"/>
              <a:gd name="connsiteY2" fmla="*/ 0 h 107587"/>
              <a:gd name="connsiteX3" fmla="*/ 29029 w 143329"/>
              <a:gd name="connsiteY3" fmla="*/ 25400 h 107587"/>
              <a:gd name="connsiteX4" fmla="*/ 29029 w 143329"/>
              <a:gd name="connsiteY4" fmla="*/ 101600 h 107587"/>
              <a:gd name="connsiteX5" fmla="*/ 67129 w 143329"/>
              <a:gd name="connsiteY5" fmla="*/ 88900 h 107587"/>
              <a:gd name="connsiteX6" fmla="*/ 143329 w 143329"/>
              <a:gd name="connsiteY6" fmla="*/ 88900 h 10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329" h="107587">
                <a:moveTo>
                  <a:pt x="16329" y="38100"/>
                </a:moveTo>
                <a:cubicBezTo>
                  <a:pt x="45962" y="33867"/>
                  <a:pt x="81282" y="43361"/>
                  <a:pt x="105229" y="25400"/>
                </a:cubicBezTo>
                <a:cubicBezTo>
                  <a:pt x="117440" y="16242"/>
                  <a:pt x="82393" y="0"/>
                  <a:pt x="67129" y="0"/>
                </a:cubicBezTo>
                <a:cubicBezTo>
                  <a:pt x="51865" y="0"/>
                  <a:pt x="41729" y="16933"/>
                  <a:pt x="29029" y="25400"/>
                </a:cubicBezTo>
                <a:cubicBezTo>
                  <a:pt x="24191" y="39914"/>
                  <a:pt x="0" y="87086"/>
                  <a:pt x="29029" y="101600"/>
                </a:cubicBezTo>
                <a:cubicBezTo>
                  <a:pt x="41003" y="107587"/>
                  <a:pt x="53824" y="90378"/>
                  <a:pt x="67129" y="88900"/>
                </a:cubicBezTo>
                <a:cubicBezTo>
                  <a:pt x="92374" y="86095"/>
                  <a:pt x="117929" y="88900"/>
                  <a:pt x="143329" y="889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8" name="Freeform 7">
            <a:extLst>
              <a:ext uri="{FF2B5EF4-FFF2-40B4-BE49-F238E27FC236}">
                <a16:creationId xmlns:a16="http://schemas.microsoft.com/office/drawing/2014/main" id="{C0341781-2157-9469-0FE0-C808F89A5E31}"/>
              </a:ext>
            </a:extLst>
          </p:cNvPr>
          <p:cNvSpPr/>
          <p:nvPr/>
        </p:nvSpPr>
        <p:spPr>
          <a:xfrm>
            <a:off x="5969000" y="2387600"/>
            <a:ext cx="203200" cy="285750"/>
          </a:xfrm>
          <a:custGeom>
            <a:avLst/>
            <a:gdLst>
              <a:gd name="connsiteX0" fmla="*/ 0 w 203200"/>
              <a:gd name="connsiteY0" fmla="*/ 0 h 286507"/>
              <a:gd name="connsiteX1" fmla="*/ 12700 w 203200"/>
              <a:gd name="connsiteY1" fmla="*/ 38100 h 286507"/>
              <a:gd name="connsiteX2" fmla="*/ 63500 w 203200"/>
              <a:gd name="connsiteY2" fmla="*/ 114300 h 286507"/>
              <a:gd name="connsiteX3" fmla="*/ 88900 w 203200"/>
              <a:gd name="connsiteY3" fmla="*/ 190500 h 286507"/>
              <a:gd name="connsiteX4" fmla="*/ 101600 w 203200"/>
              <a:gd name="connsiteY4" fmla="*/ 228600 h 286507"/>
              <a:gd name="connsiteX5" fmla="*/ 139700 w 203200"/>
              <a:gd name="connsiteY5" fmla="*/ 266700 h 286507"/>
              <a:gd name="connsiteX6" fmla="*/ 165100 w 203200"/>
              <a:gd name="connsiteY6" fmla="*/ 152400 h 286507"/>
              <a:gd name="connsiteX7" fmla="*/ 177800 w 203200"/>
              <a:gd name="connsiteY7" fmla="*/ 114300 h 286507"/>
              <a:gd name="connsiteX8" fmla="*/ 203200 w 203200"/>
              <a:gd name="connsiteY8" fmla="*/ 38100 h 28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200" h="286507">
                <a:moveTo>
                  <a:pt x="0" y="0"/>
                </a:moveTo>
                <a:cubicBezTo>
                  <a:pt x="4233" y="12700"/>
                  <a:pt x="6199" y="26398"/>
                  <a:pt x="12700" y="38100"/>
                </a:cubicBezTo>
                <a:cubicBezTo>
                  <a:pt x="27525" y="64785"/>
                  <a:pt x="53847" y="85340"/>
                  <a:pt x="63500" y="114300"/>
                </a:cubicBezTo>
                <a:lnTo>
                  <a:pt x="88900" y="190500"/>
                </a:lnTo>
                <a:cubicBezTo>
                  <a:pt x="93133" y="203200"/>
                  <a:pt x="92134" y="219134"/>
                  <a:pt x="101600" y="228600"/>
                </a:cubicBezTo>
                <a:lnTo>
                  <a:pt x="139700" y="266700"/>
                </a:lnTo>
                <a:cubicBezTo>
                  <a:pt x="168290" y="180931"/>
                  <a:pt x="135298" y="286507"/>
                  <a:pt x="165100" y="152400"/>
                </a:cubicBezTo>
                <a:cubicBezTo>
                  <a:pt x="168004" y="139332"/>
                  <a:pt x="174122" y="127172"/>
                  <a:pt x="177800" y="114300"/>
                </a:cubicBezTo>
                <a:cubicBezTo>
                  <a:pt x="197794" y="44319"/>
                  <a:pt x="179983" y="84534"/>
                  <a:pt x="203200" y="381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9" name="Freeform 8">
            <a:extLst>
              <a:ext uri="{FF2B5EF4-FFF2-40B4-BE49-F238E27FC236}">
                <a16:creationId xmlns:a16="http://schemas.microsoft.com/office/drawing/2014/main" id="{20438F67-D3F0-98F9-BE13-4C1734A310DC}"/>
              </a:ext>
            </a:extLst>
          </p:cNvPr>
          <p:cNvSpPr/>
          <p:nvPr/>
        </p:nvSpPr>
        <p:spPr>
          <a:xfrm>
            <a:off x="6175375" y="2527300"/>
            <a:ext cx="885825" cy="215900"/>
          </a:xfrm>
          <a:custGeom>
            <a:avLst/>
            <a:gdLst>
              <a:gd name="connsiteX0" fmla="*/ 123407 w 885407"/>
              <a:gd name="connsiteY0" fmla="*/ 50552 h 215652"/>
              <a:gd name="connsiteX1" fmla="*/ 21807 w 885407"/>
              <a:gd name="connsiteY1" fmla="*/ 63252 h 215652"/>
              <a:gd name="connsiteX2" fmla="*/ 9107 w 885407"/>
              <a:gd name="connsiteY2" fmla="*/ 101352 h 215652"/>
              <a:gd name="connsiteX3" fmla="*/ 110707 w 885407"/>
              <a:gd name="connsiteY3" fmla="*/ 126752 h 215652"/>
              <a:gd name="connsiteX4" fmla="*/ 148807 w 885407"/>
              <a:gd name="connsiteY4" fmla="*/ 152152 h 215652"/>
              <a:gd name="connsiteX5" fmla="*/ 186907 w 885407"/>
              <a:gd name="connsiteY5" fmla="*/ 139452 h 215652"/>
              <a:gd name="connsiteX6" fmla="*/ 186907 w 885407"/>
              <a:gd name="connsiteY6" fmla="*/ 25152 h 215652"/>
              <a:gd name="connsiteX7" fmla="*/ 199607 w 885407"/>
              <a:gd name="connsiteY7" fmla="*/ 63252 h 215652"/>
              <a:gd name="connsiteX8" fmla="*/ 275807 w 885407"/>
              <a:gd name="connsiteY8" fmla="*/ 75952 h 215652"/>
              <a:gd name="connsiteX9" fmla="*/ 263107 w 885407"/>
              <a:gd name="connsiteY9" fmla="*/ 114052 h 215652"/>
              <a:gd name="connsiteX10" fmla="*/ 313907 w 885407"/>
              <a:gd name="connsiteY10" fmla="*/ 139452 h 215652"/>
              <a:gd name="connsiteX11" fmla="*/ 364707 w 885407"/>
              <a:gd name="connsiteY11" fmla="*/ 126752 h 215652"/>
              <a:gd name="connsiteX12" fmla="*/ 402807 w 885407"/>
              <a:gd name="connsiteY12" fmla="*/ 126752 h 215652"/>
              <a:gd name="connsiteX13" fmla="*/ 504407 w 885407"/>
              <a:gd name="connsiteY13" fmla="*/ 101352 h 215652"/>
              <a:gd name="connsiteX14" fmla="*/ 517107 w 885407"/>
              <a:gd name="connsiteY14" fmla="*/ 12452 h 215652"/>
              <a:gd name="connsiteX15" fmla="*/ 479007 w 885407"/>
              <a:gd name="connsiteY15" fmla="*/ 25152 h 215652"/>
              <a:gd name="connsiteX16" fmla="*/ 466307 w 885407"/>
              <a:gd name="connsiteY16" fmla="*/ 63252 h 215652"/>
              <a:gd name="connsiteX17" fmla="*/ 479007 w 885407"/>
              <a:gd name="connsiteY17" fmla="*/ 101352 h 215652"/>
              <a:gd name="connsiteX18" fmla="*/ 491707 w 885407"/>
              <a:gd name="connsiteY18" fmla="*/ 152152 h 215652"/>
              <a:gd name="connsiteX19" fmla="*/ 504407 w 885407"/>
              <a:gd name="connsiteY19" fmla="*/ 101352 h 215652"/>
              <a:gd name="connsiteX20" fmla="*/ 517107 w 885407"/>
              <a:gd name="connsiteY20" fmla="*/ 63252 h 215652"/>
              <a:gd name="connsiteX21" fmla="*/ 567907 w 885407"/>
              <a:gd name="connsiteY21" fmla="*/ 190252 h 215652"/>
              <a:gd name="connsiteX22" fmla="*/ 606007 w 885407"/>
              <a:gd name="connsiteY22" fmla="*/ 177552 h 215652"/>
              <a:gd name="connsiteX23" fmla="*/ 644107 w 885407"/>
              <a:gd name="connsiteY23" fmla="*/ 152152 h 215652"/>
              <a:gd name="connsiteX24" fmla="*/ 694907 w 885407"/>
              <a:gd name="connsiteY24" fmla="*/ 139452 h 215652"/>
              <a:gd name="connsiteX25" fmla="*/ 745707 w 885407"/>
              <a:gd name="connsiteY25" fmla="*/ 50552 h 215652"/>
              <a:gd name="connsiteX26" fmla="*/ 783807 w 885407"/>
              <a:gd name="connsiteY26" fmla="*/ 63252 h 215652"/>
              <a:gd name="connsiteX27" fmla="*/ 809207 w 885407"/>
              <a:gd name="connsiteY27" fmla="*/ 37852 h 215652"/>
              <a:gd name="connsiteX28" fmla="*/ 847307 w 885407"/>
              <a:gd name="connsiteY28" fmla="*/ 50552 h 215652"/>
              <a:gd name="connsiteX29" fmla="*/ 872707 w 885407"/>
              <a:gd name="connsiteY29" fmla="*/ 126752 h 215652"/>
              <a:gd name="connsiteX30" fmla="*/ 885407 w 885407"/>
              <a:gd name="connsiteY30" fmla="*/ 164852 h 215652"/>
              <a:gd name="connsiteX31" fmla="*/ 885407 w 885407"/>
              <a:gd name="connsiteY31" fmla="*/ 215652 h 2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5407" h="215652">
                <a:moveTo>
                  <a:pt x="123407" y="50552"/>
                </a:moveTo>
                <a:cubicBezTo>
                  <a:pt x="47857" y="25369"/>
                  <a:pt x="53433" y="0"/>
                  <a:pt x="21807" y="63252"/>
                </a:cubicBezTo>
                <a:cubicBezTo>
                  <a:pt x="15820" y="75226"/>
                  <a:pt x="13340" y="88652"/>
                  <a:pt x="9107" y="101352"/>
                </a:cubicBezTo>
                <a:cubicBezTo>
                  <a:pt x="35099" y="179327"/>
                  <a:pt x="0" y="115681"/>
                  <a:pt x="110707" y="126752"/>
                </a:cubicBezTo>
                <a:cubicBezTo>
                  <a:pt x="125895" y="128271"/>
                  <a:pt x="136107" y="143685"/>
                  <a:pt x="148807" y="152152"/>
                </a:cubicBezTo>
                <a:cubicBezTo>
                  <a:pt x="161507" y="147919"/>
                  <a:pt x="177441" y="148918"/>
                  <a:pt x="186907" y="139452"/>
                </a:cubicBezTo>
                <a:lnTo>
                  <a:pt x="186907" y="25152"/>
                </a:lnTo>
                <a:cubicBezTo>
                  <a:pt x="186907" y="11765"/>
                  <a:pt x="187984" y="56610"/>
                  <a:pt x="199607" y="63252"/>
                </a:cubicBezTo>
                <a:cubicBezTo>
                  <a:pt x="221965" y="76028"/>
                  <a:pt x="250407" y="71719"/>
                  <a:pt x="275807" y="75952"/>
                </a:cubicBezTo>
                <a:cubicBezTo>
                  <a:pt x="271574" y="88652"/>
                  <a:pt x="263107" y="100665"/>
                  <a:pt x="263107" y="114052"/>
                </a:cubicBezTo>
                <a:cubicBezTo>
                  <a:pt x="263107" y="172109"/>
                  <a:pt x="280040" y="149128"/>
                  <a:pt x="313907" y="139452"/>
                </a:cubicBezTo>
                <a:cubicBezTo>
                  <a:pt x="330690" y="134657"/>
                  <a:pt x="347774" y="130985"/>
                  <a:pt x="364707" y="126752"/>
                </a:cubicBezTo>
                <a:cubicBezTo>
                  <a:pt x="433365" y="23764"/>
                  <a:pt x="353853" y="121313"/>
                  <a:pt x="402807" y="126752"/>
                </a:cubicBezTo>
                <a:cubicBezTo>
                  <a:pt x="437502" y="130607"/>
                  <a:pt x="470540" y="109819"/>
                  <a:pt x="504407" y="101352"/>
                </a:cubicBezTo>
                <a:cubicBezTo>
                  <a:pt x="518771" y="79806"/>
                  <a:pt x="557201" y="42522"/>
                  <a:pt x="517107" y="12452"/>
                </a:cubicBezTo>
                <a:cubicBezTo>
                  <a:pt x="506397" y="4420"/>
                  <a:pt x="491707" y="20919"/>
                  <a:pt x="479007" y="25152"/>
                </a:cubicBezTo>
                <a:cubicBezTo>
                  <a:pt x="474774" y="37852"/>
                  <a:pt x="466307" y="49865"/>
                  <a:pt x="466307" y="63252"/>
                </a:cubicBezTo>
                <a:cubicBezTo>
                  <a:pt x="466307" y="76639"/>
                  <a:pt x="475329" y="88480"/>
                  <a:pt x="479007" y="101352"/>
                </a:cubicBezTo>
                <a:cubicBezTo>
                  <a:pt x="483802" y="118135"/>
                  <a:pt x="487474" y="135219"/>
                  <a:pt x="491707" y="152152"/>
                </a:cubicBezTo>
                <a:cubicBezTo>
                  <a:pt x="495940" y="135219"/>
                  <a:pt x="499612" y="118135"/>
                  <a:pt x="504407" y="101352"/>
                </a:cubicBezTo>
                <a:cubicBezTo>
                  <a:pt x="508085" y="88480"/>
                  <a:pt x="512874" y="50552"/>
                  <a:pt x="517107" y="63252"/>
                </a:cubicBezTo>
                <a:cubicBezTo>
                  <a:pt x="563187" y="201491"/>
                  <a:pt x="482299" y="161716"/>
                  <a:pt x="567907" y="190252"/>
                </a:cubicBezTo>
                <a:cubicBezTo>
                  <a:pt x="580607" y="186019"/>
                  <a:pt x="594033" y="183539"/>
                  <a:pt x="606007" y="177552"/>
                </a:cubicBezTo>
                <a:cubicBezTo>
                  <a:pt x="619659" y="170726"/>
                  <a:pt x="630078" y="158165"/>
                  <a:pt x="644107" y="152152"/>
                </a:cubicBezTo>
                <a:cubicBezTo>
                  <a:pt x="660150" y="145276"/>
                  <a:pt x="677974" y="143685"/>
                  <a:pt x="694907" y="139452"/>
                </a:cubicBezTo>
                <a:cubicBezTo>
                  <a:pt x="696518" y="136229"/>
                  <a:pt x="734488" y="55040"/>
                  <a:pt x="745707" y="50552"/>
                </a:cubicBezTo>
                <a:cubicBezTo>
                  <a:pt x="758136" y="45580"/>
                  <a:pt x="771107" y="59019"/>
                  <a:pt x="783807" y="63252"/>
                </a:cubicBezTo>
                <a:cubicBezTo>
                  <a:pt x="812837" y="150343"/>
                  <a:pt x="778556" y="68503"/>
                  <a:pt x="809207" y="37852"/>
                </a:cubicBezTo>
                <a:cubicBezTo>
                  <a:pt x="818673" y="28386"/>
                  <a:pt x="834607" y="46319"/>
                  <a:pt x="847307" y="50552"/>
                </a:cubicBezTo>
                <a:lnTo>
                  <a:pt x="872707" y="126752"/>
                </a:lnTo>
                <a:cubicBezTo>
                  <a:pt x="876940" y="139452"/>
                  <a:pt x="885407" y="151465"/>
                  <a:pt x="885407" y="164852"/>
                </a:cubicBezTo>
                <a:lnTo>
                  <a:pt x="885407" y="215652"/>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0" name="Freeform 9">
            <a:extLst>
              <a:ext uri="{FF2B5EF4-FFF2-40B4-BE49-F238E27FC236}">
                <a16:creationId xmlns:a16="http://schemas.microsoft.com/office/drawing/2014/main" id="{137E5B6A-72E8-B948-247E-2862A5C5CE9A}"/>
              </a:ext>
            </a:extLst>
          </p:cNvPr>
          <p:cNvSpPr/>
          <p:nvPr/>
        </p:nvSpPr>
        <p:spPr>
          <a:xfrm>
            <a:off x="6559550" y="2514600"/>
            <a:ext cx="44450" cy="41275"/>
          </a:xfrm>
          <a:custGeom>
            <a:avLst/>
            <a:gdLst>
              <a:gd name="connsiteX0" fmla="*/ 45145 w 45145"/>
              <a:gd name="connsiteY0" fmla="*/ 0 h 40664"/>
              <a:gd name="connsiteX1" fmla="*/ 7045 w 45145"/>
              <a:gd name="connsiteY1" fmla="*/ 0 h 40664"/>
            </a:gdLst>
            <a:ahLst/>
            <a:cxnLst>
              <a:cxn ang="0">
                <a:pos x="connsiteX0" y="connsiteY0"/>
              </a:cxn>
              <a:cxn ang="0">
                <a:pos x="connsiteX1" y="connsiteY1"/>
              </a:cxn>
            </a:cxnLst>
            <a:rect l="l" t="t" r="r" b="b"/>
            <a:pathLst>
              <a:path w="45145" h="40664">
                <a:moveTo>
                  <a:pt x="45145" y="0"/>
                </a:moveTo>
                <a:cubicBezTo>
                  <a:pt x="0" y="30096"/>
                  <a:pt x="7045" y="40664"/>
                  <a:pt x="7045" y="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1" name="Freeform 10">
            <a:extLst>
              <a:ext uri="{FF2B5EF4-FFF2-40B4-BE49-F238E27FC236}">
                <a16:creationId xmlns:a16="http://schemas.microsoft.com/office/drawing/2014/main" id="{966AEFE1-38E9-7857-D8A4-396A40F09696}"/>
              </a:ext>
            </a:extLst>
          </p:cNvPr>
          <p:cNvSpPr/>
          <p:nvPr/>
        </p:nvSpPr>
        <p:spPr>
          <a:xfrm>
            <a:off x="7094538" y="2565400"/>
            <a:ext cx="334962" cy="104775"/>
          </a:xfrm>
          <a:custGeom>
            <a:avLst/>
            <a:gdLst>
              <a:gd name="connsiteX0" fmla="*/ 81720 w 335720"/>
              <a:gd name="connsiteY0" fmla="*/ 0 h 104847"/>
              <a:gd name="connsiteX1" fmla="*/ 5520 w 335720"/>
              <a:gd name="connsiteY1" fmla="*/ 38100 h 104847"/>
              <a:gd name="connsiteX2" fmla="*/ 18220 w 335720"/>
              <a:gd name="connsiteY2" fmla="*/ 88900 h 104847"/>
              <a:gd name="connsiteX3" fmla="*/ 56320 w 335720"/>
              <a:gd name="connsiteY3" fmla="*/ 101600 h 104847"/>
              <a:gd name="connsiteX4" fmla="*/ 170620 w 335720"/>
              <a:gd name="connsiteY4" fmla="*/ 88900 h 104847"/>
              <a:gd name="connsiteX5" fmla="*/ 196020 w 335720"/>
              <a:gd name="connsiteY5" fmla="*/ 25400 h 104847"/>
              <a:gd name="connsiteX6" fmla="*/ 157920 w 335720"/>
              <a:gd name="connsiteY6" fmla="*/ 12700 h 104847"/>
              <a:gd name="connsiteX7" fmla="*/ 145220 w 335720"/>
              <a:gd name="connsiteY7" fmla="*/ 50800 h 104847"/>
              <a:gd name="connsiteX8" fmla="*/ 170620 w 335720"/>
              <a:gd name="connsiteY8" fmla="*/ 88900 h 104847"/>
              <a:gd name="connsiteX9" fmla="*/ 208720 w 335720"/>
              <a:gd name="connsiteY9" fmla="*/ 101600 h 104847"/>
              <a:gd name="connsiteX10" fmla="*/ 335720 w 335720"/>
              <a:gd name="connsiteY10" fmla="*/ 101600 h 10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720" h="104847">
                <a:moveTo>
                  <a:pt x="81720" y="0"/>
                </a:moveTo>
                <a:cubicBezTo>
                  <a:pt x="66927" y="4931"/>
                  <a:pt x="11675" y="19636"/>
                  <a:pt x="5520" y="38100"/>
                </a:cubicBezTo>
                <a:cubicBezTo>
                  <a:pt x="0" y="54659"/>
                  <a:pt x="7316" y="75270"/>
                  <a:pt x="18220" y="88900"/>
                </a:cubicBezTo>
                <a:cubicBezTo>
                  <a:pt x="26583" y="99353"/>
                  <a:pt x="43620" y="97367"/>
                  <a:pt x="56320" y="101600"/>
                </a:cubicBezTo>
                <a:cubicBezTo>
                  <a:pt x="94420" y="97367"/>
                  <a:pt x="132807" y="95202"/>
                  <a:pt x="170620" y="88900"/>
                </a:cubicBezTo>
                <a:cubicBezTo>
                  <a:pt x="207967" y="82675"/>
                  <a:pt x="234538" y="73548"/>
                  <a:pt x="196020" y="25400"/>
                </a:cubicBezTo>
                <a:cubicBezTo>
                  <a:pt x="187657" y="14947"/>
                  <a:pt x="170620" y="16933"/>
                  <a:pt x="157920" y="12700"/>
                </a:cubicBezTo>
                <a:cubicBezTo>
                  <a:pt x="153687" y="25400"/>
                  <a:pt x="143019" y="37595"/>
                  <a:pt x="145220" y="50800"/>
                </a:cubicBezTo>
                <a:cubicBezTo>
                  <a:pt x="147729" y="65856"/>
                  <a:pt x="158701" y="79365"/>
                  <a:pt x="170620" y="88900"/>
                </a:cubicBezTo>
                <a:cubicBezTo>
                  <a:pt x="181073" y="97263"/>
                  <a:pt x="195372" y="100573"/>
                  <a:pt x="208720" y="101600"/>
                </a:cubicBezTo>
                <a:cubicBezTo>
                  <a:pt x="250929" y="104847"/>
                  <a:pt x="293387" y="101600"/>
                  <a:pt x="335720" y="1016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2" name="Freeform 11">
            <a:extLst>
              <a:ext uri="{FF2B5EF4-FFF2-40B4-BE49-F238E27FC236}">
                <a16:creationId xmlns:a16="http://schemas.microsoft.com/office/drawing/2014/main" id="{B01E4D03-9DC3-5DB3-8EDF-E18C28C0DF06}"/>
              </a:ext>
            </a:extLst>
          </p:cNvPr>
          <p:cNvSpPr/>
          <p:nvPr/>
        </p:nvSpPr>
        <p:spPr>
          <a:xfrm>
            <a:off x="5359400" y="2489200"/>
            <a:ext cx="84138" cy="242888"/>
          </a:xfrm>
          <a:custGeom>
            <a:avLst/>
            <a:gdLst>
              <a:gd name="connsiteX0" fmla="*/ 50800 w 83722"/>
              <a:gd name="connsiteY0" fmla="*/ 0 h 242750"/>
              <a:gd name="connsiteX1" fmla="*/ 38100 w 83722"/>
              <a:gd name="connsiteY1" fmla="*/ 38100 h 242750"/>
              <a:gd name="connsiteX2" fmla="*/ 0 w 83722"/>
              <a:gd name="connsiteY2" fmla="*/ 241300 h 242750"/>
            </a:gdLst>
            <a:ahLst/>
            <a:cxnLst>
              <a:cxn ang="0">
                <a:pos x="connsiteX0" y="connsiteY0"/>
              </a:cxn>
              <a:cxn ang="0">
                <a:pos x="connsiteX1" y="connsiteY1"/>
              </a:cxn>
              <a:cxn ang="0">
                <a:pos x="connsiteX2" y="connsiteY2"/>
              </a:cxn>
            </a:cxnLst>
            <a:rect l="l" t="t" r="r" b="b"/>
            <a:pathLst>
              <a:path w="83722" h="242750">
                <a:moveTo>
                  <a:pt x="50800" y="0"/>
                </a:moveTo>
                <a:cubicBezTo>
                  <a:pt x="46567" y="12700"/>
                  <a:pt x="39578" y="24795"/>
                  <a:pt x="38100" y="38100"/>
                </a:cubicBezTo>
                <a:cubicBezTo>
                  <a:pt x="15361" y="242750"/>
                  <a:pt x="83722" y="199439"/>
                  <a:pt x="0" y="2413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5" name="Freeform 14">
            <a:extLst>
              <a:ext uri="{FF2B5EF4-FFF2-40B4-BE49-F238E27FC236}">
                <a16:creationId xmlns:a16="http://schemas.microsoft.com/office/drawing/2014/main" id="{2F367301-2108-D8A1-4BED-40E9EFB8ABBC}"/>
              </a:ext>
            </a:extLst>
          </p:cNvPr>
          <p:cNvSpPr/>
          <p:nvPr/>
        </p:nvSpPr>
        <p:spPr>
          <a:xfrm>
            <a:off x="812800" y="2514600"/>
            <a:ext cx="0" cy="190500"/>
          </a:xfrm>
          <a:custGeom>
            <a:avLst/>
            <a:gdLst>
              <a:gd name="connsiteX0" fmla="*/ 0 w 0"/>
              <a:gd name="connsiteY0" fmla="*/ 0 h 190500"/>
              <a:gd name="connsiteX1" fmla="*/ 0 w 0"/>
              <a:gd name="connsiteY1" fmla="*/ 190500 h 190500"/>
            </a:gdLst>
            <a:ahLst/>
            <a:cxnLst>
              <a:cxn ang="0">
                <a:pos x="connsiteX0" y="connsiteY0"/>
              </a:cxn>
              <a:cxn ang="0">
                <a:pos x="connsiteX1" y="connsiteY1"/>
              </a:cxn>
            </a:cxnLst>
            <a:rect l="l" t="t" r="r" b="b"/>
            <a:pathLst>
              <a:path h="190500">
                <a:moveTo>
                  <a:pt x="0" y="0"/>
                </a:moveTo>
                <a:lnTo>
                  <a:pt x="0" y="1905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7" name="Freeform 16">
            <a:extLst>
              <a:ext uri="{FF2B5EF4-FFF2-40B4-BE49-F238E27FC236}">
                <a16:creationId xmlns:a16="http://schemas.microsoft.com/office/drawing/2014/main" id="{91846916-CAB4-ABAC-0723-1444D96518BB}"/>
              </a:ext>
            </a:extLst>
          </p:cNvPr>
          <p:cNvSpPr/>
          <p:nvPr/>
        </p:nvSpPr>
        <p:spPr>
          <a:xfrm>
            <a:off x="901700" y="2514600"/>
            <a:ext cx="0" cy="177800"/>
          </a:xfrm>
          <a:custGeom>
            <a:avLst/>
            <a:gdLst>
              <a:gd name="connsiteX0" fmla="*/ 0 w 0"/>
              <a:gd name="connsiteY0" fmla="*/ 0 h 177800"/>
              <a:gd name="connsiteX1" fmla="*/ 0 w 0"/>
              <a:gd name="connsiteY1" fmla="*/ 177800 h 177800"/>
            </a:gdLst>
            <a:ahLst/>
            <a:cxnLst>
              <a:cxn ang="0">
                <a:pos x="connsiteX0" y="connsiteY0"/>
              </a:cxn>
              <a:cxn ang="0">
                <a:pos x="connsiteX1" y="connsiteY1"/>
              </a:cxn>
            </a:cxnLst>
            <a:rect l="l" t="t" r="r" b="b"/>
            <a:pathLst>
              <a:path h="177800">
                <a:moveTo>
                  <a:pt x="0" y="0"/>
                </a:moveTo>
                <a:lnTo>
                  <a:pt x="0" y="1778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19" name="Freeform 18">
            <a:extLst>
              <a:ext uri="{FF2B5EF4-FFF2-40B4-BE49-F238E27FC236}">
                <a16:creationId xmlns:a16="http://schemas.microsoft.com/office/drawing/2014/main" id="{567E62D5-E2CD-09B3-6318-0D50C534F4BF}"/>
              </a:ext>
            </a:extLst>
          </p:cNvPr>
          <p:cNvSpPr/>
          <p:nvPr/>
        </p:nvSpPr>
        <p:spPr>
          <a:xfrm>
            <a:off x="876300" y="2524125"/>
            <a:ext cx="152400" cy="225425"/>
          </a:xfrm>
          <a:custGeom>
            <a:avLst/>
            <a:gdLst>
              <a:gd name="connsiteX0" fmla="*/ 12700 w 153168"/>
              <a:gd name="connsiteY0" fmla="*/ 28905 h 225217"/>
              <a:gd name="connsiteX1" fmla="*/ 50800 w 153168"/>
              <a:gd name="connsiteY1" fmla="*/ 3505 h 225217"/>
              <a:gd name="connsiteX2" fmla="*/ 127000 w 153168"/>
              <a:gd name="connsiteY2" fmla="*/ 41605 h 225217"/>
              <a:gd name="connsiteX3" fmla="*/ 139700 w 153168"/>
              <a:gd name="connsiteY3" fmla="*/ 79705 h 225217"/>
              <a:gd name="connsiteX4" fmla="*/ 88900 w 153168"/>
              <a:gd name="connsiteY4" fmla="*/ 219405 h 225217"/>
              <a:gd name="connsiteX5" fmla="*/ 0 w 153168"/>
              <a:gd name="connsiteY5" fmla="*/ 219405 h 22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168" h="225217">
                <a:moveTo>
                  <a:pt x="12700" y="28905"/>
                </a:moveTo>
                <a:cubicBezTo>
                  <a:pt x="25400" y="20438"/>
                  <a:pt x="35744" y="6014"/>
                  <a:pt x="50800" y="3505"/>
                </a:cubicBezTo>
                <a:cubicBezTo>
                  <a:pt x="71832" y="0"/>
                  <a:pt x="113732" y="32760"/>
                  <a:pt x="127000" y="41605"/>
                </a:cubicBezTo>
                <a:cubicBezTo>
                  <a:pt x="131233" y="54305"/>
                  <a:pt x="139700" y="66318"/>
                  <a:pt x="139700" y="79705"/>
                </a:cubicBezTo>
                <a:cubicBezTo>
                  <a:pt x="139700" y="124260"/>
                  <a:pt x="153168" y="206551"/>
                  <a:pt x="88900" y="219405"/>
                </a:cubicBezTo>
                <a:cubicBezTo>
                  <a:pt x="59842" y="225217"/>
                  <a:pt x="29633" y="219405"/>
                  <a:pt x="0" y="219405"/>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0" name="Freeform 19">
            <a:extLst>
              <a:ext uri="{FF2B5EF4-FFF2-40B4-BE49-F238E27FC236}">
                <a16:creationId xmlns:a16="http://schemas.microsoft.com/office/drawing/2014/main" id="{614D3A20-2306-424E-4727-BB5C0F7A9F50}"/>
              </a:ext>
            </a:extLst>
          </p:cNvPr>
          <p:cNvSpPr/>
          <p:nvPr/>
        </p:nvSpPr>
        <p:spPr>
          <a:xfrm>
            <a:off x="825500" y="2540000"/>
            <a:ext cx="0" cy="190500"/>
          </a:xfrm>
          <a:custGeom>
            <a:avLst/>
            <a:gdLst>
              <a:gd name="connsiteX0" fmla="*/ 0 w 0"/>
              <a:gd name="connsiteY0" fmla="*/ 0 h 190500"/>
              <a:gd name="connsiteX1" fmla="*/ 0 w 0"/>
              <a:gd name="connsiteY1" fmla="*/ 190500 h 190500"/>
            </a:gdLst>
            <a:ahLst/>
            <a:cxnLst>
              <a:cxn ang="0">
                <a:pos x="connsiteX0" y="connsiteY0"/>
              </a:cxn>
              <a:cxn ang="0">
                <a:pos x="connsiteX1" y="connsiteY1"/>
              </a:cxn>
            </a:cxnLst>
            <a:rect l="l" t="t" r="r" b="b"/>
            <a:pathLst>
              <a:path h="190500">
                <a:moveTo>
                  <a:pt x="0" y="0"/>
                </a:moveTo>
                <a:lnTo>
                  <a:pt x="0" y="1905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1" name="Freeform 20">
            <a:extLst>
              <a:ext uri="{FF2B5EF4-FFF2-40B4-BE49-F238E27FC236}">
                <a16:creationId xmlns:a16="http://schemas.microsoft.com/office/drawing/2014/main" id="{C910A862-EA0F-2631-BC5A-52651C35FA94}"/>
              </a:ext>
            </a:extLst>
          </p:cNvPr>
          <p:cNvSpPr/>
          <p:nvPr/>
        </p:nvSpPr>
        <p:spPr>
          <a:xfrm>
            <a:off x="1600200" y="2400300"/>
            <a:ext cx="0" cy="292100"/>
          </a:xfrm>
          <a:custGeom>
            <a:avLst/>
            <a:gdLst>
              <a:gd name="connsiteX0" fmla="*/ 0 w 0"/>
              <a:gd name="connsiteY0" fmla="*/ 0 h 292100"/>
              <a:gd name="connsiteX1" fmla="*/ 0 w 0"/>
              <a:gd name="connsiteY1" fmla="*/ 292100 h 292100"/>
            </a:gdLst>
            <a:ahLst/>
            <a:cxnLst>
              <a:cxn ang="0">
                <a:pos x="connsiteX0" y="connsiteY0"/>
              </a:cxn>
              <a:cxn ang="0">
                <a:pos x="connsiteX1" y="connsiteY1"/>
              </a:cxn>
            </a:cxnLst>
            <a:rect l="l" t="t" r="r" b="b"/>
            <a:pathLst>
              <a:path h="292100">
                <a:moveTo>
                  <a:pt x="0" y="0"/>
                </a:moveTo>
                <a:lnTo>
                  <a:pt x="0" y="2921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3" name="Freeform 22">
            <a:extLst>
              <a:ext uri="{FF2B5EF4-FFF2-40B4-BE49-F238E27FC236}">
                <a16:creationId xmlns:a16="http://schemas.microsoft.com/office/drawing/2014/main" id="{9DE03D56-D1D7-8612-EE19-F107F343B88C}"/>
              </a:ext>
            </a:extLst>
          </p:cNvPr>
          <p:cNvSpPr/>
          <p:nvPr/>
        </p:nvSpPr>
        <p:spPr>
          <a:xfrm>
            <a:off x="1874838" y="2501900"/>
            <a:ext cx="225425" cy="223838"/>
          </a:xfrm>
          <a:custGeom>
            <a:avLst/>
            <a:gdLst>
              <a:gd name="connsiteX0" fmla="*/ 17961 w 225915"/>
              <a:gd name="connsiteY0" fmla="*/ 51352 h 224287"/>
              <a:gd name="connsiteX1" fmla="*/ 81461 w 225915"/>
              <a:gd name="connsiteY1" fmla="*/ 38652 h 224287"/>
              <a:gd name="connsiteX2" fmla="*/ 119561 w 225915"/>
              <a:gd name="connsiteY2" fmla="*/ 25952 h 224287"/>
              <a:gd name="connsiteX3" fmla="*/ 81461 w 225915"/>
              <a:gd name="connsiteY3" fmla="*/ 552 h 224287"/>
              <a:gd name="connsiteX4" fmla="*/ 30661 w 225915"/>
              <a:gd name="connsiteY4" fmla="*/ 13252 h 224287"/>
              <a:gd name="connsiteX5" fmla="*/ 5261 w 225915"/>
              <a:gd name="connsiteY5" fmla="*/ 89452 h 224287"/>
              <a:gd name="connsiteX6" fmla="*/ 17961 w 225915"/>
              <a:gd name="connsiteY6" fmla="*/ 152952 h 224287"/>
              <a:gd name="connsiteX7" fmla="*/ 81461 w 225915"/>
              <a:gd name="connsiteY7" fmla="*/ 140252 h 224287"/>
              <a:gd name="connsiteX8" fmla="*/ 157661 w 225915"/>
              <a:gd name="connsiteY8" fmla="*/ 89452 h 224287"/>
              <a:gd name="connsiteX9" fmla="*/ 170361 w 225915"/>
              <a:gd name="connsiteY9" fmla="*/ 13252 h 224287"/>
              <a:gd name="connsiteX10" fmla="*/ 132261 w 225915"/>
              <a:gd name="connsiteY10" fmla="*/ 25952 h 224287"/>
              <a:gd name="connsiteX11" fmla="*/ 183061 w 225915"/>
              <a:gd name="connsiteY11" fmla="*/ 76752 h 224287"/>
              <a:gd name="connsiteX12" fmla="*/ 221161 w 225915"/>
              <a:gd name="connsiteY12" fmla="*/ 152952 h 224287"/>
              <a:gd name="connsiteX13" fmla="*/ 144961 w 225915"/>
              <a:gd name="connsiteY13" fmla="*/ 203752 h 224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915" h="224287">
                <a:moveTo>
                  <a:pt x="17961" y="51352"/>
                </a:moveTo>
                <a:cubicBezTo>
                  <a:pt x="39128" y="47119"/>
                  <a:pt x="60520" y="43887"/>
                  <a:pt x="81461" y="38652"/>
                </a:cubicBezTo>
                <a:cubicBezTo>
                  <a:pt x="94448" y="35405"/>
                  <a:pt x="119561" y="39339"/>
                  <a:pt x="119561" y="25952"/>
                </a:cubicBezTo>
                <a:cubicBezTo>
                  <a:pt x="119561" y="10688"/>
                  <a:pt x="94161" y="9019"/>
                  <a:pt x="81461" y="552"/>
                </a:cubicBezTo>
                <a:cubicBezTo>
                  <a:pt x="64528" y="4785"/>
                  <a:pt x="42020" y="0"/>
                  <a:pt x="30661" y="13252"/>
                </a:cubicBezTo>
                <a:cubicBezTo>
                  <a:pt x="13237" y="33580"/>
                  <a:pt x="5261" y="89452"/>
                  <a:pt x="5261" y="89452"/>
                </a:cubicBezTo>
                <a:cubicBezTo>
                  <a:pt x="9494" y="110619"/>
                  <a:pt x="0" y="140978"/>
                  <a:pt x="17961" y="152952"/>
                </a:cubicBezTo>
                <a:cubicBezTo>
                  <a:pt x="35922" y="164926"/>
                  <a:pt x="61810" y="149184"/>
                  <a:pt x="81461" y="140252"/>
                </a:cubicBezTo>
                <a:cubicBezTo>
                  <a:pt x="109252" y="127620"/>
                  <a:pt x="157661" y="89452"/>
                  <a:pt x="157661" y="89452"/>
                </a:cubicBezTo>
                <a:cubicBezTo>
                  <a:pt x="165507" y="77683"/>
                  <a:pt x="209796" y="32970"/>
                  <a:pt x="170361" y="13252"/>
                </a:cubicBezTo>
                <a:cubicBezTo>
                  <a:pt x="158387" y="7265"/>
                  <a:pt x="144961" y="21719"/>
                  <a:pt x="132261" y="25952"/>
                </a:cubicBezTo>
                <a:cubicBezTo>
                  <a:pt x="159970" y="109079"/>
                  <a:pt x="121485" y="27491"/>
                  <a:pt x="183061" y="76752"/>
                </a:cubicBezTo>
                <a:cubicBezTo>
                  <a:pt x="205442" y="94657"/>
                  <a:pt x="212795" y="127853"/>
                  <a:pt x="221161" y="152952"/>
                </a:cubicBezTo>
                <a:cubicBezTo>
                  <a:pt x="203327" y="224287"/>
                  <a:pt x="225915" y="203752"/>
                  <a:pt x="144961" y="203752"/>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4" name="Freeform 23">
            <a:extLst>
              <a:ext uri="{FF2B5EF4-FFF2-40B4-BE49-F238E27FC236}">
                <a16:creationId xmlns:a16="http://schemas.microsoft.com/office/drawing/2014/main" id="{EECC79FC-B713-03EB-93F3-6ED16DAF0746}"/>
              </a:ext>
            </a:extLst>
          </p:cNvPr>
          <p:cNvSpPr/>
          <p:nvPr/>
        </p:nvSpPr>
        <p:spPr>
          <a:xfrm>
            <a:off x="2157413" y="2476500"/>
            <a:ext cx="1479550" cy="322263"/>
          </a:xfrm>
          <a:custGeom>
            <a:avLst/>
            <a:gdLst>
              <a:gd name="connsiteX0" fmla="*/ 90019 w 1478335"/>
              <a:gd name="connsiteY0" fmla="*/ 88900 h 321944"/>
              <a:gd name="connsiteX1" fmla="*/ 13819 w 1478335"/>
              <a:gd name="connsiteY1" fmla="*/ 88900 h 321944"/>
              <a:gd name="connsiteX2" fmla="*/ 1119 w 1478335"/>
              <a:gd name="connsiteY2" fmla="*/ 139700 h 321944"/>
              <a:gd name="connsiteX3" fmla="*/ 13819 w 1478335"/>
              <a:gd name="connsiteY3" fmla="*/ 203200 h 321944"/>
              <a:gd name="connsiteX4" fmla="*/ 153519 w 1478335"/>
              <a:gd name="connsiteY4" fmla="*/ 203200 h 321944"/>
              <a:gd name="connsiteX5" fmla="*/ 204319 w 1478335"/>
              <a:gd name="connsiteY5" fmla="*/ 139700 h 321944"/>
              <a:gd name="connsiteX6" fmla="*/ 191619 w 1478335"/>
              <a:gd name="connsiteY6" fmla="*/ 76200 h 321944"/>
              <a:gd name="connsiteX7" fmla="*/ 153519 w 1478335"/>
              <a:gd name="connsiteY7" fmla="*/ 63500 h 321944"/>
              <a:gd name="connsiteX8" fmla="*/ 229719 w 1478335"/>
              <a:gd name="connsiteY8" fmla="*/ 101600 h 321944"/>
              <a:gd name="connsiteX9" fmla="*/ 293219 w 1478335"/>
              <a:gd name="connsiteY9" fmla="*/ 88900 h 321944"/>
              <a:gd name="connsiteX10" fmla="*/ 293219 w 1478335"/>
              <a:gd name="connsiteY10" fmla="*/ 165100 h 321944"/>
              <a:gd name="connsiteX11" fmla="*/ 318619 w 1478335"/>
              <a:gd name="connsiteY11" fmla="*/ 203200 h 321944"/>
              <a:gd name="connsiteX12" fmla="*/ 445619 w 1478335"/>
              <a:gd name="connsiteY12" fmla="*/ 177800 h 321944"/>
              <a:gd name="connsiteX13" fmla="*/ 458319 w 1478335"/>
              <a:gd name="connsiteY13" fmla="*/ 127000 h 321944"/>
              <a:gd name="connsiteX14" fmla="*/ 471019 w 1478335"/>
              <a:gd name="connsiteY14" fmla="*/ 88900 h 321944"/>
              <a:gd name="connsiteX15" fmla="*/ 483719 w 1478335"/>
              <a:gd name="connsiteY15" fmla="*/ 139700 h 321944"/>
              <a:gd name="connsiteX16" fmla="*/ 559919 w 1478335"/>
              <a:gd name="connsiteY16" fmla="*/ 203200 h 321944"/>
              <a:gd name="connsiteX17" fmla="*/ 623419 w 1478335"/>
              <a:gd name="connsiteY17" fmla="*/ 190500 h 321944"/>
              <a:gd name="connsiteX18" fmla="*/ 636119 w 1478335"/>
              <a:gd name="connsiteY18" fmla="*/ 114300 h 321944"/>
              <a:gd name="connsiteX19" fmla="*/ 661519 w 1478335"/>
              <a:gd name="connsiteY19" fmla="*/ 25400 h 321944"/>
              <a:gd name="connsiteX20" fmla="*/ 648819 w 1478335"/>
              <a:gd name="connsiteY20" fmla="*/ 279400 h 321944"/>
              <a:gd name="connsiteX21" fmla="*/ 661519 w 1478335"/>
              <a:gd name="connsiteY21" fmla="*/ 152400 h 321944"/>
              <a:gd name="connsiteX22" fmla="*/ 725019 w 1478335"/>
              <a:gd name="connsiteY22" fmla="*/ 101600 h 321944"/>
              <a:gd name="connsiteX23" fmla="*/ 737719 w 1478335"/>
              <a:gd name="connsiteY23" fmla="*/ 228600 h 321944"/>
              <a:gd name="connsiteX24" fmla="*/ 661519 w 1478335"/>
              <a:gd name="connsiteY24" fmla="*/ 215900 h 321944"/>
              <a:gd name="connsiteX25" fmla="*/ 788519 w 1478335"/>
              <a:gd name="connsiteY25" fmla="*/ 203200 h 321944"/>
              <a:gd name="connsiteX26" fmla="*/ 813919 w 1478335"/>
              <a:gd name="connsiteY26" fmla="*/ 165100 h 321944"/>
              <a:gd name="connsiteX27" fmla="*/ 839319 w 1478335"/>
              <a:gd name="connsiteY27" fmla="*/ 88900 h 321944"/>
              <a:gd name="connsiteX28" fmla="*/ 864719 w 1478335"/>
              <a:gd name="connsiteY28" fmla="*/ 0 h 321944"/>
              <a:gd name="connsiteX29" fmla="*/ 915519 w 1478335"/>
              <a:gd name="connsiteY29" fmla="*/ 215900 h 321944"/>
              <a:gd name="connsiteX30" fmla="*/ 953619 w 1478335"/>
              <a:gd name="connsiteY30" fmla="*/ 228600 h 321944"/>
              <a:gd name="connsiteX31" fmla="*/ 991719 w 1478335"/>
              <a:gd name="connsiteY31" fmla="*/ 177800 h 321944"/>
              <a:gd name="connsiteX32" fmla="*/ 1029819 w 1478335"/>
              <a:gd name="connsiteY32" fmla="*/ 88900 h 321944"/>
              <a:gd name="connsiteX33" fmla="*/ 1055219 w 1478335"/>
              <a:gd name="connsiteY33" fmla="*/ 177800 h 321944"/>
              <a:gd name="connsiteX34" fmla="*/ 1067919 w 1478335"/>
              <a:gd name="connsiteY34" fmla="*/ 215900 h 321944"/>
              <a:gd name="connsiteX35" fmla="*/ 1106019 w 1478335"/>
              <a:gd name="connsiteY35" fmla="*/ 254000 h 321944"/>
              <a:gd name="connsiteX36" fmla="*/ 1144119 w 1478335"/>
              <a:gd name="connsiteY36" fmla="*/ 241300 h 321944"/>
              <a:gd name="connsiteX37" fmla="*/ 1182219 w 1478335"/>
              <a:gd name="connsiteY37" fmla="*/ 152400 h 321944"/>
              <a:gd name="connsiteX38" fmla="*/ 1194919 w 1478335"/>
              <a:gd name="connsiteY38" fmla="*/ 101600 h 321944"/>
              <a:gd name="connsiteX39" fmla="*/ 1156819 w 1478335"/>
              <a:gd name="connsiteY39" fmla="*/ 114300 h 321944"/>
              <a:gd name="connsiteX40" fmla="*/ 1194919 w 1478335"/>
              <a:gd name="connsiteY40" fmla="*/ 241300 h 321944"/>
              <a:gd name="connsiteX41" fmla="*/ 1245719 w 1478335"/>
              <a:gd name="connsiteY41" fmla="*/ 228600 h 321944"/>
              <a:gd name="connsiteX42" fmla="*/ 1258419 w 1478335"/>
              <a:gd name="connsiteY42" fmla="*/ 114300 h 321944"/>
              <a:gd name="connsiteX43" fmla="*/ 1220319 w 1478335"/>
              <a:gd name="connsiteY43" fmla="*/ 101600 h 321944"/>
              <a:gd name="connsiteX44" fmla="*/ 1271119 w 1478335"/>
              <a:gd name="connsiteY44" fmla="*/ 127000 h 321944"/>
              <a:gd name="connsiteX45" fmla="*/ 1321919 w 1478335"/>
              <a:gd name="connsiteY45" fmla="*/ 165100 h 321944"/>
              <a:gd name="connsiteX46" fmla="*/ 1360019 w 1478335"/>
              <a:gd name="connsiteY46" fmla="*/ 139700 h 321944"/>
              <a:gd name="connsiteX47" fmla="*/ 1385419 w 1478335"/>
              <a:gd name="connsiteY47" fmla="*/ 101600 h 321944"/>
              <a:gd name="connsiteX48" fmla="*/ 1461619 w 1478335"/>
              <a:gd name="connsiteY48" fmla="*/ 177800 h 321944"/>
              <a:gd name="connsiteX49" fmla="*/ 1474319 w 1478335"/>
              <a:gd name="connsiteY49" fmla="*/ 254000 h 32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478335" h="321944">
                <a:moveTo>
                  <a:pt x="90019" y="88900"/>
                </a:moveTo>
                <a:cubicBezTo>
                  <a:pt x="68630" y="81770"/>
                  <a:pt x="35208" y="62163"/>
                  <a:pt x="13819" y="88900"/>
                </a:cubicBezTo>
                <a:cubicBezTo>
                  <a:pt x="2915" y="102530"/>
                  <a:pt x="5352" y="122767"/>
                  <a:pt x="1119" y="139700"/>
                </a:cubicBezTo>
                <a:cubicBezTo>
                  <a:pt x="5352" y="160867"/>
                  <a:pt x="0" y="186617"/>
                  <a:pt x="13819" y="203200"/>
                </a:cubicBezTo>
                <a:cubicBezTo>
                  <a:pt x="37177" y="231229"/>
                  <a:pt x="144207" y="204530"/>
                  <a:pt x="153519" y="203200"/>
                </a:cubicBezTo>
                <a:cubicBezTo>
                  <a:pt x="182774" y="183697"/>
                  <a:pt x="204319" y="180596"/>
                  <a:pt x="204319" y="139700"/>
                </a:cubicBezTo>
                <a:cubicBezTo>
                  <a:pt x="204319" y="118114"/>
                  <a:pt x="203593" y="94161"/>
                  <a:pt x="191619" y="76200"/>
                </a:cubicBezTo>
                <a:cubicBezTo>
                  <a:pt x="184193" y="65061"/>
                  <a:pt x="153519" y="50113"/>
                  <a:pt x="153519" y="63500"/>
                </a:cubicBezTo>
                <a:cubicBezTo>
                  <a:pt x="153519" y="79913"/>
                  <a:pt x="220324" y="98468"/>
                  <a:pt x="229719" y="101600"/>
                </a:cubicBezTo>
                <a:cubicBezTo>
                  <a:pt x="250886" y="97367"/>
                  <a:pt x="272741" y="82074"/>
                  <a:pt x="293219" y="88900"/>
                </a:cubicBezTo>
                <a:cubicBezTo>
                  <a:pt x="323699" y="99060"/>
                  <a:pt x="296606" y="154940"/>
                  <a:pt x="293219" y="165100"/>
                </a:cubicBezTo>
                <a:cubicBezTo>
                  <a:pt x="301686" y="177800"/>
                  <a:pt x="303719" y="199889"/>
                  <a:pt x="318619" y="203200"/>
                </a:cubicBezTo>
                <a:cubicBezTo>
                  <a:pt x="353643" y="210983"/>
                  <a:pt x="409142" y="189959"/>
                  <a:pt x="445619" y="177800"/>
                </a:cubicBezTo>
                <a:cubicBezTo>
                  <a:pt x="449852" y="160867"/>
                  <a:pt x="453524" y="143783"/>
                  <a:pt x="458319" y="127000"/>
                </a:cubicBezTo>
                <a:cubicBezTo>
                  <a:pt x="461997" y="114128"/>
                  <a:pt x="459045" y="82913"/>
                  <a:pt x="471019" y="88900"/>
                </a:cubicBezTo>
                <a:cubicBezTo>
                  <a:pt x="486631" y="96706"/>
                  <a:pt x="476843" y="123657"/>
                  <a:pt x="483719" y="139700"/>
                </a:cubicBezTo>
                <a:cubicBezTo>
                  <a:pt x="503302" y="185393"/>
                  <a:pt x="515708" y="181095"/>
                  <a:pt x="559919" y="203200"/>
                </a:cubicBezTo>
                <a:cubicBezTo>
                  <a:pt x="581086" y="198967"/>
                  <a:pt x="609371" y="206889"/>
                  <a:pt x="623419" y="190500"/>
                </a:cubicBezTo>
                <a:cubicBezTo>
                  <a:pt x="640177" y="170949"/>
                  <a:pt x="631069" y="139550"/>
                  <a:pt x="636119" y="114300"/>
                </a:cubicBezTo>
                <a:cubicBezTo>
                  <a:pt x="644092" y="74433"/>
                  <a:pt x="649415" y="61713"/>
                  <a:pt x="661519" y="25400"/>
                </a:cubicBezTo>
                <a:cubicBezTo>
                  <a:pt x="661519" y="25400"/>
                  <a:pt x="648819" y="194628"/>
                  <a:pt x="648819" y="279400"/>
                </a:cubicBezTo>
                <a:cubicBezTo>
                  <a:pt x="648819" y="321944"/>
                  <a:pt x="651952" y="193855"/>
                  <a:pt x="661519" y="152400"/>
                </a:cubicBezTo>
                <a:cubicBezTo>
                  <a:pt x="671093" y="110912"/>
                  <a:pt x="692832" y="112329"/>
                  <a:pt x="725019" y="101600"/>
                </a:cubicBezTo>
                <a:cubicBezTo>
                  <a:pt x="747279" y="134990"/>
                  <a:pt x="791300" y="182673"/>
                  <a:pt x="737719" y="228600"/>
                </a:cubicBezTo>
                <a:cubicBezTo>
                  <a:pt x="718168" y="245358"/>
                  <a:pt x="686919" y="220133"/>
                  <a:pt x="661519" y="215900"/>
                </a:cubicBezTo>
                <a:cubicBezTo>
                  <a:pt x="703852" y="211667"/>
                  <a:pt x="748158" y="216654"/>
                  <a:pt x="788519" y="203200"/>
                </a:cubicBezTo>
                <a:cubicBezTo>
                  <a:pt x="802999" y="198373"/>
                  <a:pt x="807720" y="179048"/>
                  <a:pt x="813919" y="165100"/>
                </a:cubicBezTo>
                <a:cubicBezTo>
                  <a:pt x="824793" y="140634"/>
                  <a:pt x="830852" y="114300"/>
                  <a:pt x="839319" y="88900"/>
                </a:cubicBezTo>
                <a:cubicBezTo>
                  <a:pt x="857539" y="34241"/>
                  <a:pt x="848772" y="63787"/>
                  <a:pt x="864719" y="0"/>
                </a:cubicBezTo>
                <a:cubicBezTo>
                  <a:pt x="872073" y="102951"/>
                  <a:pt x="837407" y="163825"/>
                  <a:pt x="915519" y="215900"/>
                </a:cubicBezTo>
                <a:cubicBezTo>
                  <a:pt x="926658" y="223326"/>
                  <a:pt x="940919" y="224367"/>
                  <a:pt x="953619" y="228600"/>
                </a:cubicBezTo>
                <a:cubicBezTo>
                  <a:pt x="966319" y="211667"/>
                  <a:pt x="980501" y="195749"/>
                  <a:pt x="991719" y="177800"/>
                </a:cubicBezTo>
                <a:cubicBezTo>
                  <a:pt x="1014138" y="141929"/>
                  <a:pt x="1017473" y="125937"/>
                  <a:pt x="1029819" y="88900"/>
                </a:cubicBezTo>
                <a:cubicBezTo>
                  <a:pt x="1060269" y="180251"/>
                  <a:pt x="1023325" y="66172"/>
                  <a:pt x="1055219" y="177800"/>
                </a:cubicBezTo>
                <a:cubicBezTo>
                  <a:pt x="1058897" y="190672"/>
                  <a:pt x="1060493" y="204761"/>
                  <a:pt x="1067919" y="215900"/>
                </a:cubicBezTo>
                <a:cubicBezTo>
                  <a:pt x="1077882" y="230844"/>
                  <a:pt x="1093319" y="241300"/>
                  <a:pt x="1106019" y="254000"/>
                </a:cubicBezTo>
                <a:cubicBezTo>
                  <a:pt x="1118719" y="249767"/>
                  <a:pt x="1134653" y="250766"/>
                  <a:pt x="1144119" y="241300"/>
                </a:cubicBezTo>
                <a:cubicBezTo>
                  <a:pt x="1157666" y="227753"/>
                  <a:pt x="1176147" y="173652"/>
                  <a:pt x="1182219" y="152400"/>
                </a:cubicBezTo>
                <a:cubicBezTo>
                  <a:pt x="1187014" y="135617"/>
                  <a:pt x="1204601" y="116123"/>
                  <a:pt x="1194919" y="101600"/>
                </a:cubicBezTo>
                <a:cubicBezTo>
                  <a:pt x="1187493" y="90461"/>
                  <a:pt x="1169519" y="110067"/>
                  <a:pt x="1156819" y="114300"/>
                </a:cubicBezTo>
                <a:cubicBezTo>
                  <a:pt x="1157262" y="117398"/>
                  <a:pt x="1160265" y="229749"/>
                  <a:pt x="1194919" y="241300"/>
                </a:cubicBezTo>
                <a:cubicBezTo>
                  <a:pt x="1211478" y="246820"/>
                  <a:pt x="1228786" y="232833"/>
                  <a:pt x="1245719" y="228600"/>
                </a:cubicBezTo>
                <a:cubicBezTo>
                  <a:pt x="1254186" y="203200"/>
                  <a:pt x="1290169" y="146050"/>
                  <a:pt x="1258419" y="114300"/>
                </a:cubicBezTo>
                <a:cubicBezTo>
                  <a:pt x="1248953" y="104834"/>
                  <a:pt x="1233019" y="105833"/>
                  <a:pt x="1220319" y="101600"/>
                </a:cubicBezTo>
                <a:lnTo>
                  <a:pt x="1271119" y="127000"/>
                </a:lnTo>
                <a:cubicBezTo>
                  <a:pt x="1310171" y="244157"/>
                  <a:pt x="1276636" y="210383"/>
                  <a:pt x="1321919" y="165100"/>
                </a:cubicBezTo>
                <a:cubicBezTo>
                  <a:pt x="1332712" y="154307"/>
                  <a:pt x="1347319" y="148167"/>
                  <a:pt x="1360019" y="139700"/>
                </a:cubicBezTo>
                <a:cubicBezTo>
                  <a:pt x="1368486" y="127000"/>
                  <a:pt x="1370309" y="103759"/>
                  <a:pt x="1385419" y="101600"/>
                </a:cubicBezTo>
                <a:cubicBezTo>
                  <a:pt x="1456515" y="91443"/>
                  <a:pt x="1449982" y="137070"/>
                  <a:pt x="1461619" y="177800"/>
                </a:cubicBezTo>
                <a:cubicBezTo>
                  <a:pt x="1478335" y="236306"/>
                  <a:pt x="1474319" y="194584"/>
                  <a:pt x="1474319" y="2540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5" name="Freeform 24">
            <a:extLst>
              <a:ext uri="{FF2B5EF4-FFF2-40B4-BE49-F238E27FC236}">
                <a16:creationId xmlns:a16="http://schemas.microsoft.com/office/drawing/2014/main" id="{6D1DAC8E-07AE-C8B3-F099-6DE2CAB6D49E}"/>
              </a:ext>
            </a:extLst>
          </p:cNvPr>
          <p:cNvSpPr/>
          <p:nvPr/>
        </p:nvSpPr>
        <p:spPr>
          <a:xfrm>
            <a:off x="2959100" y="2514600"/>
            <a:ext cx="152400" cy="14288"/>
          </a:xfrm>
          <a:custGeom>
            <a:avLst/>
            <a:gdLst>
              <a:gd name="connsiteX0" fmla="*/ 0 w 152400"/>
              <a:gd name="connsiteY0" fmla="*/ 0 h 14102"/>
              <a:gd name="connsiteX1" fmla="*/ 152400 w 152400"/>
              <a:gd name="connsiteY1" fmla="*/ 12700 h 14102"/>
            </a:gdLst>
            <a:ahLst/>
            <a:cxnLst>
              <a:cxn ang="0">
                <a:pos x="connsiteX0" y="connsiteY0"/>
              </a:cxn>
              <a:cxn ang="0">
                <a:pos x="connsiteX1" y="connsiteY1"/>
              </a:cxn>
            </a:cxnLst>
            <a:rect l="l" t="t" r="r" b="b"/>
            <a:pathLst>
              <a:path w="152400" h="14102">
                <a:moveTo>
                  <a:pt x="0" y="0"/>
                </a:moveTo>
                <a:cubicBezTo>
                  <a:pt x="126922" y="14102"/>
                  <a:pt x="75966" y="12700"/>
                  <a:pt x="152400" y="127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6" name="Freeform 25">
            <a:extLst>
              <a:ext uri="{FF2B5EF4-FFF2-40B4-BE49-F238E27FC236}">
                <a16:creationId xmlns:a16="http://schemas.microsoft.com/office/drawing/2014/main" id="{2E0054F9-29FB-E206-E9E6-40828BEA7534}"/>
              </a:ext>
            </a:extLst>
          </p:cNvPr>
          <p:cNvSpPr/>
          <p:nvPr/>
        </p:nvSpPr>
        <p:spPr>
          <a:xfrm>
            <a:off x="2628900" y="2438400"/>
            <a:ext cx="0" cy="12700"/>
          </a:xfrm>
          <a:custGeom>
            <a:avLst/>
            <a:gdLst>
              <a:gd name="connsiteX0" fmla="*/ 0 w 0"/>
              <a:gd name="connsiteY0" fmla="*/ 0 h 12700"/>
              <a:gd name="connsiteX1" fmla="*/ 0 w 0"/>
              <a:gd name="connsiteY1" fmla="*/ 12700 h 12700"/>
            </a:gdLst>
            <a:ahLst/>
            <a:cxnLst>
              <a:cxn ang="0">
                <a:pos x="connsiteX0" y="connsiteY0"/>
              </a:cxn>
              <a:cxn ang="0">
                <a:pos x="connsiteX1" y="connsiteY1"/>
              </a:cxn>
            </a:cxnLst>
            <a:rect l="l" t="t" r="r" b="b"/>
            <a:pathLst>
              <a:path h="12700">
                <a:moveTo>
                  <a:pt x="0" y="0"/>
                </a:moveTo>
                <a:lnTo>
                  <a:pt x="0" y="127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7" name="Freeform 26">
            <a:extLst>
              <a:ext uri="{FF2B5EF4-FFF2-40B4-BE49-F238E27FC236}">
                <a16:creationId xmlns:a16="http://schemas.microsoft.com/office/drawing/2014/main" id="{040051F9-6662-324B-AEB1-09FB5A1A1355}"/>
              </a:ext>
            </a:extLst>
          </p:cNvPr>
          <p:cNvSpPr/>
          <p:nvPr/>
        </p:nvSpPr>
        <p:spPr>
          <a:xfrm>
            <a:off x="3225800" y="2451100"/>
            <a:ext cx="0" cy="0"/>
          </a:xfrm>
          <a:custGeom>
            <a:avLst/>
            <a:gdLst>
              <a:gd name="connsiteX0" fmla="*/ 0 w 0"/>
              <a:gd name="connsiteY0" fmla="*/ 0 h 0"/>
              <a:gd name="connsiteX1" fmla="*/ 0 w 0"/>
              <a:gd name="connsiteY1" fmla="*/ 0 h 0"/>
            </a:gdLst>
            <a:ahLst/>
            <a:cxnLst>
              <a:cxn ang="0">
                <a:pos x="connsiteX0" y="connsiteY0"/>
              </a:cxn>
              <a:cxn ang="0">
                <a:pos x="connsiteX1" y="connsiteY1"/>
              </a:cxn>
            </a:cxnLst>
            <a:rect l="l" t="t" r="r" b="b"/>
            <a:pathLst>
              <a:path>
                <a:moveTo>
                  <a:pt x="0" y="0"/>
                </a:moveTo>
                <a:lnTo>
                  <a:pt x="0" y="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28" name="Freeform 27">
            <a:extLst>
              <a:ext uri="{FF2B5EF4-FFF2-40B4-BE49-F238E27FC236}">
                <a16:creationId xmlns:a16="http://schemas.microsoft.com/office/drawing/2014/main" id="{6C8B9FB7-1B26-DA7C-9AD3-295C4DBEB05E}"/>
              </a:ext>
            </a:extLst>
          </p:cNvPr>
          <p:cNvSpPr/>
          <p:nvPr/>
        </p:nvSpPr>
        <p:spPr>
          <a:xfrm>
            <a:off x="3175000" y="2413000"/>
            <a:ext cx="31750" cy="117475"/>
          </a:xfrm>
          <a:custGeom>
            <a:avLst/>
            <a:gdLst>
              <a:gd name="connsiteX0" fmla="*/ 25400 w 31894"/>
              <a:gd name="connsiteY0" fmla="*/ 64075 h 117439"/>
              <a:gd name="connsiteX1" fmla="*/ 0 w 31894"/>
              <a:gd name="connsiteY1" fmla="*/ 102175 h 117439"/>
              <a:gd name="connsiteX2" fmla="*/ 25400 w 31894"/>
              <a:gd name="connsiteY2" fmla="*/ 25975 h 117439"/>
              <a:gd name="connsiteX3" fmla="*/ 25400 w 31894"/>
              <a:gd name="connsiteY3" fmla="*/ 64075 h 117439"/>
            </a:gdLst>
            <a:ahLst/>
            <a:cxnLst>
              <a:cxn ang="0">
                <a:pos x="connsiteX0" y="connsiteY0"/>
              </a:cxn>
              <a:cxn ang="0">
                <a:pos x="connsiteX1" y="connsiteY1"/>
              </a:cxn>
              <a:cxn ang="0">
                <a:pos x="connsiteX2" y="connsiteY2"/>
              </a:cxn>
              <a:cxn ang="0">
                <a:pos x="connsiteX3" y="connsiteY3"/>
              </a:cxn>
            </a:cxnLst>
            <a:rect l="l" t="t" r="r" b="b"/>
            <a:pathLst>
              <a:path w="31894" h="117439">
                <a:moveTo>
                  <a:pt x="25400" y="64075"/>
                </a:moveTo>
                <a:cubicBezTo>
                  <a:pt x="21167" y="76775"/>
                  <a:pt x="0" y="117439"/>
                  <a:pt x="0" y="102175"/>
                </a:cubicBezTo>
                <a:cubicBezTo>
                  <a:pt x="0" y="75401"/>
                  <a:pt x="31894" y="0"/>
                  <a:pt x="25400" y="25975"/>
                </a:cubicBezTo>
                <a:cubicBezTo>
                  <a:pt x="11673" y="80882"/>
                  <a:pt x="29633" y="51375"/>
                  <a:pt x="25400" y="64075"/>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9" name="Freeform 28">
            <a:extLst>
              <a:ext uri="{FF2B5EF4-FFF2-40B4-BE49-F238E27FC236}">
                <a16:creationId xmlns:a16="http://schemas.microsoft.com/office/drawing/2014/main" id="{E5D9C4A3-005C-7743-BFC4-CB6BB005C7C5}"/>
              </a:ext>
            </a:extLst>
          </p:cNvPr>
          <p:cNvSpPr/>
          <p:nvPr/>
        </p:nvSpPr>
        <p:spPr>
          <a:xfrm>
            <a:off x="2611438" y="2390775"/>
            <a:ext cx="42862" cy="98425"/>
          </a:xfrm>
          <a:custGeom>
            <a:avLst/>
            <a:gdLst>
              <a:gd name="connsiteX0" fmla="*/ 42116 w 42116"/>
              <a:gd name="connsiteY0" fmla="*/ 60962 h 99062"/>
              <a:gd name="connsiteX1" fmla="*/ 16716 w 42116"/>
              <a:gd name="connsiteY1" fmla="*/ 99062 h 99062"/>
              <a:gd name="connsiteX2" fmla="*/ 4016 w 42116"/>
              <a:gd name="connsiteY2" fmla="*/ 99062 h 99062"/>
            </a:gdLst>
            <a:ahLst/>
            <a:cxnLst>
              <a:cxn ang="0">
                <a:pos x="connsiteX0" y="connsiteY0"/>
              </a:cxn>
              <a:cxn ang="0">
                <a:pos x="connsiteX1" y="connsiteY1"/>
              </a:cxn>
              <a:cxn ang="0">
                <a:pos x="connsiteX2" y="connsiteY2"/>
              </a:cxn>
            </a:cxnLst>
            <a:rect l="l" t="t" r="r" b="b"/>
            <a:pathLst>
              <a:path w="42116" h="99062">
                <a:moveTo>
                  <a:pt x="42116" y="60962"/>
                </a:moveTo>
                <a:cubicBezTo>
                  <a:pt x="33649" y="73662"/>
                  <a:pt x="31980" y="99062"/>
                  <a:pt x="16716" y="99062"/>
                </a:cubicBezTo>
                <a:cubicBezTo>
                  <a:pt x="0" y="99062"/>
                  <a:pt x="4016" y="0"/>
                  <a:pt x="4016" y="99062"/>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1" name="Freeform 30">
            <a:extLst>
              <a:ext uri="{FF2B5EF4-FFF2-40B4-BE49-F238E27FC236}">
                <a16:creationId xmlns:a16="http://schemas.microsoft.com/office/drawing/2014/main" id="{D5F1DD27-1A43-418B-6ACA-8D41CCCDAE9E}"/>
              </a:ext>
            </a:extLst>
          </p:cNvPr>
          <p:cNvSpPr/>
          <p:nvPr/>
        </p:nvSpPr>
        <p:spPr>
          <a:xfrm>
            <a:off x="1511300" y="2438400"/>
            <a:ext cx="330200" cy="293688"/>
          </a:xfrm>
          <a:custGeom>
            <a:avLst/>
            <a:gdLst>
              <a:gd name="connsiteX0" fmla="*/ 25400 w 330200"/>
              <a:gd name="connsiteY0" fmla="*/ 38100 h 293550"/>
              <a:gd name="connsiteX1" fmla="*/ 177800 w 330200"/>
              <a:gd name="connsiteY1" fmla="*/ 12700 h 293550"/>
              <a:gd name="connsiteX2" fmla="*/ 215900 w 330200"/>
              <a:gd name="connsiteY2" fmla="*/ 0 h 293550"/>
              <a:gd name="connsiteX3" fmla="*/ 292100 w 330200"/>
              <a:gd name="connsiteY3" fmla="*/ 25400 h 293550"/>
              <a:gd name="connsiteX4" fmla="*/ 317500 w 330200"/>
              <a:gd name="connsiteY4" fmla="*/ 101600 h 293550"/>
              <a:gd name="connsiteX5" fmla="*/ 330200 w 330200"/>
              <a:gd name="connsiteY5" fmla="*/ 139700 h 293550"/>
              <a:gd name="connsiteX6" fmla="*/ 317500 w 330200"/>
              <a:gd name="connsiteY6" fmla="*/ 177800 h 293550"/>
              <a:gd name="connsiteX7" fmla="*/ 203200 w 330200"/>
              <a:gd name="connsiteY7" fmla="*/ 228600 h 293550"/>
              <a:gd name="connsiteX8" fmla="*/ 165100 w 330200"/>
              <a:gd name="connsiteY8" fmla="*/ 241300 h 293550"/>
              <a:gd name="connsiteX9" fmla="*/ 114300 w 330200"/>
              <a:gd name="connsiteY9" fmla="*/ 279400 h 293550"/>
              <a:gd name="connsiteX10" fmla="*/ 0 w 330200"/>
              <a:gd name="connsiteY10" fmla="*/ 279400 h 2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293550">
                <a:moveTo>
                  <a:pt x="25400" y="38100"/>
                </a:moveTo>
                <a:cubicBezTo>
                  <a:pt x="114721" y="8326"/>
                  <a:pt x="7660" y="41057"/>
                  <a:pt x="177800" y="12700"/>
                </a:cubicBezTo>
                <a:cubicBezTo>
                  <a:pt x="191005" y="10499"/>
                  <a:pt x="203200" y="4233"/>
                  <a:pt x="215900" y="0"/>
                </a:cubicBezTo>
                <a:cubicBezTo>
                  <a:pt x="241300" y="8467"/>
                  <a:pt x="273168" y="6468"/>
                  <a:pt x="292100" y="25400"/>
                </a:cubicBezTo>
                <a:cubicBezTo>
                  <a:pt x="311032" y="44332"/>
                  <a:pt x="309033" y="76200"/>
                  <a:pt x="317500" y="101600"/>
                </a:cubicBezTo>
                <a:lnTo>
                  <a:pt x="330200" y="139700"/>
                </a:lnTo>
                <a:cubicBezTo>
                  <a:pt x="325967" y="152400"/>
                  <a:pt x="325863" y="167347"/>
                  <a:pt x="317500" y="177800"/>
                </a:cubicBezTo>
                <a:cubicBezTo>
                  <a:pt x="295545" y="205244"/>
                  <a:pt x="226484" y="220839"/>
                  <a:pt x="203200" y="228600"/>
                </a:cubicBezTo>
                <a:lnTo>
                  <a:pt x="165100" y="241300"/>
                </a:lnTo>
                <a:cubicBezTo>
                  <a:pt x="50400" y="203067"/>
                  <a:pt x="208531" y="241708"/>
                  <a:pt x="114300" y="279400"/>
                </a:cubicBezTo>
                <a:cubicBezTo>
                  <a:pt x="78925" y="293550"/>
                  <a:pt x="38100" y="279400"/>
                  <a:pt x="0" y="2794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2" name="Freeform 31">
            <a:extLst>
              <a:ext uri="{FF2B5EF4-FFF2-40B4-BE49-F238E27FC236}">
                <a16:creationId xmlns:a16="http://schemas.microsoft.com/office/drawing/2014/main" id="{5E9ECC8C-5576-3A31-8246-708AF2F54AB8}"/>
              </a:ext>
            </a:extLst>
          </p:cNvPr>
          <p:cNvSpPr/>
          <p:nvPr/>
        </p:nvSpPr>
        <p:spPr>
          <a:xfrm>
            <a:off x="3314700" y="2601913"/>
            <a:ext cx="203200" cy="103187"/>
          </a:xfrm>
          <a:custGeom>
            <a:avLst/>
            <a:gdLst>
              <a:gd name="connsiteX0" fmla="*/ 0 w 203200"/>
              <a:gd name="connsiteY0" fmla="*/ 27601 h 103801"/>
              <a:gd name="connsiteX1" fmla="*/ 38100 w 203200"/>
              <a:gd name="connsiteY1" fmla="*/ 2201 h 103801"/>
              <a:gd name="connsiteX2" fmla="*/ 76200 w 203200"/>
              <a:gd name="connsiteY2" fmla="*/ 14901 h 103801"/>
              <a:gd name="connsiteX3" fmla="*/ 114300 w 203200"/>
              <a:gd name="connsiteY3" fmla="*/ 2201 h 103801"/>
              <a:gd name="connsiteX4" fmla="*/ 165100 w 203200"/>
              <a:gd name="connsiteY4" fmla="*/ 14901 h 103801"/>
              <a:gd name="connsiteX5" fmla="*/ 177800 w 203200"/>
              <a:gd name="connsiteY5" fmla="*/ 53001 h 103801"/>
              <a:gd name="connsiteX6" fmla="*/ 190500 w 203200"/>
              <a:gd name="connsiteY6" fmla="*/ 103801 h 103801"/>
              <a:gd name="connsiteX7" fmla="*/ 203200 w 203200"/>
              <a:gd name="connsiteY7" fmla="*/ 65701 h 10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200" h="103801">
                <a:moveTo>
                  <a:pt x="0" y="27601"/>
                </a:moveTo>
                <a:cubicBezTo>
                  <a:pt x="12700" y="19134"/>
                  <a:pt x="23044" y="4710"/>
                  <a:pt x="38100" y="2201"/>
                </a:cubicBezTo>
                <a:cubicBezTo>
                  <a:pt x="51305" y="0"/>
                  <a:pt x="62813" y="14901"/>
                  <a:pt x="76200" y="14901"/>
                </a:cubicBezTo>
                <a:cubicBezTo>
                  <a:pt x="89587" y="14901"/>
                  <a:pt x="101600" y="6434"/>
                  <a:pt x="114300" y="2201"/>
                </a:cubicBezTo>
                <a:cubicBezTo>
                  <a:pt x="131233" y="6434"/>
                  <a:pt x="151470" y="3997"/>
                  <a:pt x="165100" y="14901"/>
                </a:cubicBezTo>
                <a:cubicBezTo>
                  <a:pt x="175553" y="23264"/>
                  <a:pt x="174122" y="40129"/>
                  <a:pt x="177800" y="53001"/>
                </a:cubicBezTo>
                <a:cubicBezTo>
                  <a:pt x="182595" y="69784"/>
                  <a:pt x="186267" y="86868"/>
                  <a:pt x="190500" y="103801"/>
                </a:cubicBezTo>
                <a:lnTo>
                  <a:pt x="203200" y="65701"/>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 name="Freeform 32">
            <a:extLst>
              <a:ext uri="{FF2B5EF4-FFF2-40B4-BE49-F238E27FC236}">
                <a16:creationId xmlns:a16="http://schemas.microsoft.com/office/drawing/2014/main" id="{2EEB67B7-63DA-7E1F-083C-1A683BFAFB28}"/>
              </a:ext>
            </a:extLst>
          </p:cNvPr>
          <p:cNvSpPr/>
          <p:nvPr/>
        </p:nvSpPr>
        <p:spPr>
          <a:xfrm>
            <a:off x="3921125" y="2400300"/>
            <a:ext cx="231775" cy="339725"/>
          </a:xfrm>
          <a:custGeom>
            <a:avLst/>
            <a:gdLst>
              <a:gd name="connsiteX0" fmla="*/ 28456 w 231656"/>
              <a:gd name="connsiteY0" fmla="*/ 0 h 339086"/>
              <a:gd name="connsiteX1" fmla="*/ 41156 w 231656"/>
              <a:gd name="connsiteY1" fmla="*/ 254000 h 339086"/>
              <a:gd name="connsiteX2" fmla="*/ 53856 w 231656"/>
              <a:gd name="connsiteY2" fmla="*/ 50800 h 339086"/>
              <a:gd name="connsiteX3" fmla="*/ 91956 w 231656"/>
              <a:gd name="connsiteY3" fmla="*/ 38100 h 339086"/>
              <a:gd name="connsiteX4" fmla="*/ 130056 w 231656"/>
              <a:gd name="connsiteY4" fmla="*/ 50800 h 339086"/>
              <a:gd name="connsiteX5" fmla="*/ 130056 w 231656"/>
              <a:gd name="connsiteY5" fmla="*/ 152400 h 339086"/>
              <a:gd name="connsiteX6" fmla="*/ 91956 w 231656"/>
              <a:gd name="connsiteY6" fmla="*/ 190500 h 339086"/>
              <a:gd name="connsiteX7" fmla="*/ 180856 w 231656"/>
              <a:gd name="connsiteY7" fmla="*/ 241300 h 339086"/>
              <a:gd name="connsiteX8" fmla="*/ 168156 w 231656"/>
              <a:gd name="connsiteY8" fmla="*/ 317500 h 339086"/>
              <a:gd name="connsiteX9" fmla="*/ 180856 w 231656"/>
              <a:gd name="connsiteY9" fmla="*/ 254000 h 339086"/>
              <a:gd name="connsiteX10" fmla="*/ 193556 w 231656"/>
              <a:gd name="connsiteY10" fmla="*/ 215900 h 339086"/>
              <a:gd name="connsiteX11" fmla="*/ 231656 w 231656"/>
              <a:gd name="connsiteY11" fmla="*/ 165100 h 33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656" h="339086">
                <a:moveTo>
                  <a:pt x="28456" y="0"/>
                </a:moveTo>
                <a:cubicBezTo>
                  <a:pt x="32689" y="84667"/>
                  <a:pt x="3245" y="178177"/>
                  <a:pt x="41156" y="254000"/>
                </a:cubicBezTo>
                <a:cubicBezTo>
                  <a:pt x="71506" y="314701"/>
                  <a:pt x="38312" y="116861"/>
                  <a:pt x="53856" y="50800"/>
                </a:cubicBezTo>
                <a:cubicBezTo>
                  <a:pt x="56922" y="37769"/>
                  <a:pt x="79256" y="42333"/>
                  <a:pt x="91956" y="38100"/>
                </a:cubicBezTo>
                <a:cubicBezTo>
                  <a:pt x="104656" y="42333"/>
                  <a:pt x="120590" y="41334"/>
                  <a:pt x="130056" y="50800"/>
                </a:cubicBezTo>
                <a:cubicBezTo>
                  <a:pt x="151223" y="71967"/>
                  <a:pt x="142736" y="136097"/>
                  <a:pt x="130056" y="152400"/>
                </a:cubicBezTo>
                <a:cubicBezTo>
                  <a:pt x="99487" y="191702"/>
                  <a:pt x="0" y="221152"/>
                  <a:pt x="91956" y="190500"/>
                </a:cubicBezTo>
                <a:cubicBezTo>
                  <a:pt x="119810" y="197464"/>
                  <a:pt x="171954" y="201243"/>
                  <a:pt x="180856" y="241300"/>
                </a:cubicBezTo>
                <a:cubicBezTo>
                  <a:pt x="186442" y="266437"/>
                  <a:pt x="168156" y="291750"/>
                  <a:pt x="168156" y="317500"/>
                </a:cubicBezTo>
                <a:cubicBezTo>
                  <a:pt x="168156" y="339086"/>
                  <a:pt x="175621" y="274941"/>
                  <a:pt x="180856" y="254000"/>
                </a:cubicBezTo>
                <a:cubicBezTo>
                  <a:pt x="184103" y="241013"/>
                  <a:pt x="187569" y="227874"/>
                  <a:pt x="193556" y="215900"/>
                </a:cubicBezTo>
                <a:cubicBezTo>
                  <a:pt x="207916" y="187179"/>
                  <a:pt x="213796" y="182960"/>
                  <a:pt x="231656" y="1651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4" name="Freeform 33">
            <a:extLst>
              <a:ext uri="{FF2B5EF4-FFF2-40B4-BE49-F238E27FC236}">
                <a16:creationId xmlns:a16="http://schemas.microsoft.com/office/drawing/2014/main" id="{A59A09DE-4A52-5537-7502-B934C8296A5F}"/>
              </a:ext>
            </a:extLst>
          </p:cNvPr>
          <p:cNvSpPr/>
          <p:nvPr/>
        </p:nvSpPr>
        <p:spPr>
          <a:xfrm>
            <a:off x="4113213" y="2590800"/>
            <a:ext cx="179387" cy="134938"/>
          </a:xfrm>
          <a:custGeom>
            <a:avLst/>
            <a:gdLst>
              <a:gd name="connsiteX0" fmla="*/ 77053 w 178653"/>
              <a:gd name="connsiteY0" fmla="*/ 63787 h 135541"/>
              <a:gd name="connsiteX1" fmla="*/ 153253 w 178653"/>
              <a:gd name="connsiteY1" fmla="*/ 12987 h 135541"/>
              <a:gd name="connsiteX2" fmla="*/ 115153 w 178653"/>
              <a:gd name="connsiteY2" fmla="*/ 287 h 135541"/>
              <a:gd name="connsiteX3" fmla="*/ 89753 w 178653"/>
              <a:gd name="connsiteY3" fmla="*/ 114587 h 135541"/>
              <a:gd name="connsiteX4" fmla="*/ 178653 w 178653"/>
              <a:gd name="connsiteY4" fmla="*/ 114587 h 135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53" h="135541">
                <a:moveTo>
                  <a:pt x="77053" y="63787"/>
                </a:moveTo>
                <a:cubicBezTo>
                  <a:pt x="90744" y="60364"/>
                  <a:pt x="163571" y="54260"/>
                  <a:pt x="153253" y="12987"/>
                </a:cubicBezTo>
                <a:cubicBezTo>
                  <a:pt x="150006" y="0"/>
                  <a:pt x="127853" y="4520"/>
                  <a:pt x="115153" y="287"/>
                </a:cubicBezTo>
                <a:cubicBezTo>
                  <a:pt x="74246" y="13923"/>
                  <a:pt x="0" y="24834"/>
                  <a:pt x="89753" y="114587"/>
                </a:cubicBezTo>
                <a:cubicBezTo>
                  <a:pt x="110707" y="135541"/>
                  <a:pt x="149020" y="114587"/>
                  <a:pt x="178653" y="114587"/>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5" name="Freeform 34">
            <a:extLst>
              <a:ext uri="{FF2B5EF4-FFF2-40B4-BE49-F238E27FC236}">
                <a16:creationId xmlns:a16="http://schemas.microsoft.com/office/drawing/2014/main" id="{5C039306-BDA3-EC4E-6D9D-34CAAB02C9F6}"/>
              </a:ext>
            </a:extLst>
          </p:cNvPr>
          <p:cNvSpPr/>
          <p:nvPr/>
        </p:nvSpPr>
        <p:spPr>
          <a:xfrm>
            <a:off x="4327525" y="2463800"/>
            <a:ext cx="295275" cy="293688"/>
          </a:xfrm>
          <a:custGeom>
            <a:avLst/>
            <a:gdLst>
              <a:gd name="connsiteX0" fmla="*/ 117537 w 295337"/>
              <a:gd name="connsiteY0" fmla="*/ 0 h 294369"/>
              <a:gd name="connsiteX1" fmla="*/ 92137 w 295337"/>
              <a:gd name="connsiteY1" fmla="*/ 38100 h 294369"/>
              <a:gd name="connsiteX2" fmla="*/ 66737 w 295337"/>
              <a:gd name="connsiteY2" fmla="*/ 152400 h 294369"/>
              <a:gd name="connsiteX3" fmla="*/ 15937 w 295337"/>
              <a:gd name="connsiteY3" fmla="*/ 203200 h 294369"/>
              <a:gd name="connsiteX4" fmla="*/ 54037 w 295337"/>
              <a:gd name="connsiteY4" fmla="*/ 228600 h 294369"/>
              <a:gd name="connsiteX5" fmla="*/ 168337 w 295337"/>
              <a:gd name="connsiteY5" fmla="*/ 215900 h 294369"/>
              <a:gd name="connsiteX6" fmla="*/ 206437 w 295337"/>
              <a:gd name="connsiteY6" fmla="*/ 177800 h 294369"/>
              <a:gd name="connsiteX7" fmla="*/ 219137 w 295337"/>
              <a:gd name="connsiteY7" fmla="*/ 139700 h 294369"/>
              <a:gd name="connsiteX8" fmla="*/ 155637 w 295337"/>
              <a:gd name="connsiteY8" fmla="*/ 152400 h 294369"/>
              <a:gd name="connsiteX9" fmla="*/ 193737 w 295337"/>
              <a:gd name="connsiteY9" fmla="*/ 228600 h 294369"/>
              <a:gd name="connsiteX10" fmla="*/ 231837 w 295337"/>
              <a:gd name="connsiteY10" fmla="*/ 241300 h 294369"/>
              <a:gd name="connsiteX11" fmla="*/ 295337 w 295337"/>
              <a:gd name="connsiteY11" fmla="*/ 228600 h 29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5337" h="294369">
                <a:moveTo>
                  <a:pt x="117537" y="0"/>
                </a:moveTo>
                <a:cubicBezTo>
                  <a:pt x="109070" y="12700"/>
                  <a:pt x="94790" y="23069"/>
                  <a:pt x="92137" y="38100"/>
                </a:cubicBezTo>
                <a:cubicBezTo>
                  <a:pt x="66776" y="181814"/>
                  <a:pt x="95131" y="294369"/>
                  <a:pt x="66737" y="152400"/>
                </a:cubicBezTo>
                <a:cubicBezTo>
                  <a:pt x="48808" y="158376"/>
                  <a:pt x="0" y="163357"/>
                  <a:pt x="15937" y="203200"/>
                </a:cubicBezTo>
                <a:cubicBezTo>
                  <a:pt x="21606" y="217372"/>
                  <a:pt x="41337" y="220133"/>
                  <a:pt x="54037" y="228600"/>
                </a:cubicBezTo>
                <a:cubicBezTo>
                  <a:pt x="92137" y="224367"/>
                  <a:pt x="131970" y="228022"/>
                  <a:pt x="168337" y="215900"/>
                </a:cubicBezTo>
                <a:cubicBezTo>
                  <a:pt x="185376" y="210220"/>
                  <a:pt x="196474" y="192744"/>
                  <a:pt x="206437" y="177800"/>
                </a:cubicBezTo>
                <a:cubicBezTo>
                  <a:pt x="213863" y="166661"/>
                  <a:pt x="231111" y="145687"/>
                  <a:pt x="219137" y="139700"/>
                </a:cubicBezTo>
                <a:cubicBezTo>
                  <a:pt x="199830" y="130047"/>
                  <a:pt x="176804" y="148167"/>
                  <a:pt x="155637" y="152400"/>
                </a:cubicBezTo>
                <a:cubicBezTo>
                  <a:pt x="164003" y="177499"/>
                  <a:pt x="171356" y="210695"/>
                  <a:pt x="193737" y="228600"/>
                </a:cubicBezTo>
                <a:cubicBezTo>
                  <a:pt x="204190" y="236963"/>
                  <a:pt x="219137" y="237067"/>
                  <a:pt x="231837" y="241300"/>
                </a:cubicBezTo>
                <a:cubicBezTo>
                  <a:pt x="286744" y="227573"/>
                  <a:pt x="265183" y="228600"/>
                  <a:pt x="295337" y="2286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6" name="Freeform 35">
            <a:extLst>
              <a:ext uri="{FF2B5EF4-FFF2-40B4-BE49-F238E27FC236}">
                <a16:creationId xmlns:a16="http://schemas.microsoft.com/office/drawing/2014/main" id="{63056EBA-0131-2FCB-E415-BF12372FC967}"/>
              </a:ext>
            </a:extLst>
          </p:cNvPr>
          <p:cNvSpPr/>
          <p:nvPr/>
        </p:nvSpPr>
        <p:spPr>
          <a:xfrm>
            <a:off x="4621213" y="2593975"/>
            <a:ext cx="347662" cy="149225"/>
          </a:xfrm>
          <a:custGeom>
            <a:avLst/>
            <a:gdLst>
              <a:gd name="connsiteX0" fmla="*/ 90829 w 347237"/>
              <a:gd name="connsiteY0" fmla="*/ 10127 h 149827"/>
              <a:gd name="connsiteX1" fmla="*/ 27329 w 347237"/>
              <a:gd name="connsiteY1" fmla="*/ 22827 h 149827"/>
              <a:gd name="connsiteX2" fmla="*/ 27329 w 347237"/>
              <a:gd name="connsiteY2" fmla="*/ 111727 h 149827"/>
              <a:gd name="connsiteX3" fmla="*/ 167029 w 347237"/>
              <a:gd name="connsiteY3" fmla="*/ 73627 h 149827"/>
              <a:gd name="connsiteX4" fmla="*/ 205129 w 347237"/>
              <a:gd name="connsiteY4" fmla="*/ 60927 h 149827"/>
              <a:gd name="connsiteX5" fmla="*/ 167029 w 347237"/>
              <a:gd name="connsiteY5" fmla="*/ 35527 h 149827"/>
              <a:gd name="connsiteX6" fmla="*/ 141629 w 347237"/>
              <a:gd name="connsiteY6" fmla="*/ 86327 h 149827"/>
              <a:gd name="connsiteX7" fmla="*/ 217829 w 347237"/>
              <a:gd name="connsiteY7" fmla="*/ 124427 h 149827"/>
              <a:gd name="connsiteX8" fmla="*/ 306729 w 347237"/>
              <a:gd name="connsiteY8" fmla="*/ 10127 h 149827"/>
              <a:gd name="connsiteX9" fmla="*/ 255929 w 347237"/>
              <a:gd name="connsiteY9" fmla="*/ 22827 h 149827"/>
              <a:gd name="connsiteX10" fmla="*/ 319429 w 347237"/>
              <a:gd name="connsiteY10" fmla="*/ 86327 h 149827"/>
              <a:gd name="connsiteX11" fmla="*/ 306729 w 347237"/>
              <a:gd name="connsiteY11" fmla="*/ 124427 h 149827"/>
              <a:gd name="connsiteX12" fmla="*/ 268629 w 347237"/>
              <a:gd name="connsiteY12" fmla="*/ 149827 h 14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237" h="149827">
                <a:moveTo>
                  <a:pt x="90829" y="10127"/>
                </a:moveTo>
                <a:cubicBezTo>
                  <a:pt x="69662" y="14360"/>
                  <a:pt x="45290" y="10853"/>
                  <a:pt x="27329" y="22827"/>
                </a:cubicBezTo>
                <a:cubicBezTo>
                  <a:pt x="0" y="41047"/>
                  <a:pt x="23260" y="95451"/>
                  <a:pt x="27329" y="111727"/>
                </a:cubicBezTo>
                <a:cubicBezTo>
                  <a:pt x="117083" y="93776"/>
                  <a:pt x="70351" y="105853"/>
                  <a:pt x="167029" y="73627"/>
                </a:cubicBezTo>
                <a:lnTo>
                  <a:pt x="205129" y="60927"/>
                </a:lnTo>
                <a:cubicBezTo>
                  <a:pt x="192429" y="52460"/>
                  <a:pt x="182085" y="38036"/>
                  <a:pt x="167029" y="35527"/>
                </a:cubicBezTo>
                <a:cubicBezTo>
                  <a:pt x="120137" y="27712"/>
                  <a:pt x="120788" y="60276"/>
                  <a:pt x="141629" y="86327"/>
                </a:cubicBezTo>
                <a:cubicBezTo>
                  <a:pt x="159534" y="108708"/>
                  <a:pt x="192730" y="116061"/>
                  <a:pt x="217829" y="124427"/>
                </a:cubicBezTo>
                <a:cubicBezTo>
                  <a:pt x="217932" y="124324"/>
                  <a:pt x="347237" y="0"/>
                  <a:pt x="306729" y="10127"/>
                </a:cubicBezTo>
                <a:lnTo>
                  <a:pt x="255929" y="22827"/>
                </a:lnTo>
                <a:cubicBezTo>
                  <a:pt x="278154" y="37644"/>
                  <a:pt x="314137" y="54577"/>
                  <a:pt x="319429" y="86327"/>
                </a:cubicBezTo>
                <a:cubicBezTo>
                  <a:pt x="321630" y="99532"/>
                  <a:pt x="315092" y="113974"/>
                  <a:pt x="306729" y="124427"/>
                </a:cubicBezTo>
                <a:cubicBezTo>
                  <a:pt x="297194" y="136346"/>
                  <a:pt x="268629" y="149827"/>
                  <a:pt x="268629" y="149827"/>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7" name="Freeform 36">
            <a:extLst>
              <a:ext uri="{FF2B5EF4-FFF2-40B4-BE49-F238E27FC236}">
                <a16:creationId xmlns:a16="http://schemas.microsoft.com/office/drawing/2014/main" id="{DC23F2B5-B086-357A-DD60-728DD12CF42F}"/>
              </a:ext>
            </a:extLst>
          </p:cNvPr>
          <p:cNvSpPr/>
          <p:nvPr/>
        </p:nvSpPr>
        <p:spPr>
          <a:xfrm>
            <a:off x="4965700" y="2616200"/>
            <a:ext cx="76200" cy="127000"/>
          </a:xfrm>
          <a:custGeom>
            <a:avLst/>
            <a:gdLst>
              <a:gd name="connsiteX0" fmla="*/ 13387 w 76887"/>
              <a:gd name="connsiteY0" fmla="*/ 76200 h 127000"/>
              <a:gd name="connsiteX1" fmla="*/ 26087 w 76887"/>
              <a:gd name="connsiteY1" fmla="*/ 38100 h 127000"/>
              <a:gd name="connsiteX2" fmla="*/ 13387 w 76887"/>
              <a:gd name="connsiteY2" fmla="*/ 0 h 127000"/>
              <a:gd name="connsiteX3" fmla="*/ 38787 w 76887"/>
              <a:gd name="connsiteY3" fmla="*/ 38100 h 127000"/>
              <a:gd name="connsiteX4" fmla="*/ 76887 w 76887"/>
              <a:gd name="connsiteY4" fmla="*/ 50800 h 127000"/>
              <a:gd name="connsiteX5" fmla="*/ 64187 w 76887"/>
              <a:gd name="connsiteY5" fmla="*/ 114300 h 127000"/>
              <a:gd name="connsiteX6" fmla="*/ 26087 w 76887"/>
              <a:gd name="connsiteY6" fmla="*/ 127000 h 12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87" h="127000">
                <a:moveTo>
                  <a:pt x="13387" y="76200"/>
                </a:moveTo>
                <a:cubicBezTo>
                  <a:pt x="17620" y="63500"/>
                  <a:pt x="26087" y="51487"/>
                  <a:pt x="26087" y="38100"/>
                </a:cubicBezTo>
                <a:cubicBezTo>
                  <a:pt x="26087" y="24713"/>
                  <a:pt x="0" y="0"/>
                  <a:pt x="13387" y="0"/>
                </a:cubicBezTo>
                <a:cubicBezTo>
                  <a:pt x="28651" y="0"/>
                  <a:pt x="26868" y="28565"/>
                  <a:pt x="38787" y="38100"/>
                </a:cubicBezTo>
                <a:cubicBezTo>
                  <a:pt x="49240" y="46463"/>
                  <a:pt x="64187" y="46567"/>
                  <a:pt x="76887" y="50800"/>
                </a:cubicBezTo>
                <a:cubicBezTo>
                  <a:pt x="72654" y="71967"/>
                  <a:pt x="76161" y="96339"/>
                  <a:pt x="64187" y="114300"/>
                </a:cubicBezTo>
                <a:cubicBezTo>
                  <a:pt x="56761" y="125439"/>
                  <a:pt x="26087" y="127000"/>
                  <a:pt x="26087" y="1270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8" name="Freeform 37">
            <a:extLst>
              <a:ext uri="{FF2B5EF4-FFF2-40B4-BE49-F238E27FC236}">
                <a16:creationId xmlns:a16="http://schemas.microsoft.com/office/drawing/2014/main" id="{0E9E9B9E-5E9B-1052-EECC-809236D21240}"/>
              </a:ext>
            </a:extLst>
          </p:cNvPr>
          <p:cNvSpPr/>
          <p:nvPr/>
        </p:nvSpPr>
        <p:spPr>
          <a:xfrm>
            <a:off x="5073650" y="2662238"/>
            <a:ext cx="57150" cy="111125"/>
          </a:xfrm>
          <a:custGeom>
            <a:avLst/>
            <a:gdLst>
              <a:gd name="connsiteX0" fmla="*/ 18687 w 56787"/>
              <a:gd name="connsiteY0" fmla="*/ 4233 h 110066"/>
              <a:gd name="connsiteX1" fmla="*/ 5987 w 56787"/>
              <a:gd name="connsiteY1" fmla="*/ 42333 h 110066"/>
              <a:gd name="connsiteX2" fmla="*/ 56787 w 56787"/>
              <a:gd name="connsiteY2" fmla="*/ 16933 h 110066"/>
              <a:gd name="connsiteX3" fmla="*/ 18687 w 56787"/>
              <a:gd name="connsiteY3" fmla="*/ 4233 h 110066"/>
            </a:gdLst>
            <a:ahLst/>
            <a:cxnLst>
              <a:cxn ang="0">
                <a:pos x="connsiteX0" y="connsiteY0"/>
              </a:cxn>
              <a:cxn ang="0">
                <a:pos x="connsiteX1" y="connsiteY1"/>
              </a:cxn>
              <a:cxn ang="0">
                <a:pos x="connsiteX2" y="connsiteY2"/>
              </a:cxn>
              <a:cxn ang="0">
                <a:pos x="connsiteX3" y="connsiteY3"/>
              </a:cxn>
            </a:cxnLst>
            <a:rect l="l" t="t" r="r" b="b"/>
            <a:pathLst>
              <a:path w="56787" h="110066">
                <a:moveTo>
                  <a:pt x="18687" y="4233"/>
                </a:moveTo>
                <a:cubicBezTo>
                  <a:pt x="10220" y="8466"/>
                  <a:pt x="0" y="30359"/>
                  <a:pt x="5987" y="42333"/>
                </a:cubicBezTo>
                <a:cubicBezTo>
                  <a:pt x="39854" y="110066"/>
                  <a:pt x="56787" y="16933"/>
                  <a:pt x="56787" y="16933"/>
                </a:cubicBezTo>
                <a:cubicBezTo>
                  <a:pt x="13007" y="2340"/>
                  <a:pt x="27154" y="0"/>
                  <a:pt x="18687" y="4233"/>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9" name="Freeform 38">
            <a:extLst>
              <a:ext uri="{FF2B5EF4-FFF2-40B4-BE49-F238E27FC236}">
                <a16:creationId xmlns:a16="http://schemas.microsoft.com/office/drawing/2014/main" id="{A71F9ED4-BBB5-4160-C1ED-B2AFDEC484A8}"/>
              </a:ext>
            </a:extLst>
          </p:cNvPr>
          <p:cNvSpPr/>
          <p:nvPr/>
        </p:nvSpPr>
        <p:spPr>
          <a:xfrm>
            <a:off x="5143500" y="2628900"/>
            <a:ext cx="88900" cy="77788"/>
          </a:xfrm>
          <a:custGeom>
            <a:avLst/>
            <a:gdLst>
              <a:gd name="connsiteX0" fmla="*/ 0 w 88900"/>
              <a:gd name="connsiteY0" fmla="*/ 0 h 77839"/>
              <a:gd name="connsiteX1" fmla="*/ 38100 w 88900"/>
              <a:gd name="connsiteY1" fmla="*/ 25400 h 77839"/>
              <a:gd name="connsiteX2" fmla="*/ 63500 w 88900"/>
              <a:gd name="connsiteY2" fmla="*/ 25400 h 77839"/>
              <a:gd name="connsiteX3" fmla="*/ 88900 w 88900"/>
              <a:gd name="connsiteY3" fmla="*/ 12700 h 77839"/>
            </a:gdLst>
            <a:ahLst/>
            <a:cxnLst>
              <a:cxn ang="0">
                <a:pos x="connsiteX0" y="connsiteY0"/>
              </a:cxn>
              <a:cxn ang="0">
                <a:pos x="connsiteX1" y="connsiteY1"/>
              </a:cxn>
              <a:cxn ang="0">
                <a:pos x="connsiteX2" y="connsiteY2"/>
              </a:cxn>
              <a:cxn ang="0">
                <a:pos x="connsiteX3" y="connsiteY3"/>
              </a:cxn>
            </a:cxnLst>
            <a:rect l="l" t="t" r="r" b="b"/>
            <a:pathLst>
              <a:path w="88900" h="77839">
                <a:moveTo>
                  <a:pt x="0" y="0"/>
                </a:moveTo>
                <a:cubicBezTo>
                  <a:pt x="12700" y="8467"/>
                  <a:pt x="28565" y="13481"/>
                  <a:pt x="38100" y="25400"/>
                </a:cubicBezTo>
                <a:cubicBezTo>
                  <a:pt x="77429" y="74561"/>
                  <a:pt x="24171" y="77839"/>
                  <a:pt x="63500" y="25400"/>
                </a:cubicBezTo>
                <a:cubicBezTo>
                  <a:pt x="69180" y="17827"/>
                  <a:pt x="80433" y="16933"/>
                  <a:pt x="88900" y="127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40" name="Freeform 39">
            <a:extLst>
              <a:ext uri="{FF2B5EF4-FFF2-40B4-BE49-F238E27FC236}">
                <a16:creationId xmlns:a16="http://schemas.microsoft.com/office/drawing/2014/main" id="{AA6B0BD2-60BF-EBBC-D4D5-48DFB20B6636}"/>
              </a:ext>
            </a:extLst>
          </p:cNvPr>
          <p:cNvSpPr/>
          <p:nvPr/>
        </p:nvSpPr>
        <p:spPr>
          <a:xfrm>
            <a:off x="6294438" y="2628900"/>
            <a:ext cx="30162" cy="55563"/>
          </a:xfrm>
          <a:custGeom>
            <a:avLst/>
            <a:gdLst>
              <a:gd name="connsiteX0" fmla="*/ 4754 w 30154"/>
              <a:gd name="connsiteY0" fmla="*/ 0 h 54907"/>
              <a:gd name="connsiteX1" fmla="*/ 30154 w 30154"/>
              <a:gd name="connsiteY1" fmla="*/ 50800 h 54907"/>
            </a:gdLst>
            <a:ahLst/>
            <a:cxnLst>
              <a:cxn ang="0">
                <a:pos x="connsiteX0" y="connsiteY0"/>
              </a:cxn>
              <a:cxn ang="0">
                <a:pos x="connsiteX1" y="connsiteY1"/>
              </a:cxn>
            </a:cxnLst>
            <a:rect l="l" t="t" r="r" b="b"/>
            <a:pathLst>
              <a:path w="30154" h="54907">
                <a:moveTo>
                  <a:pt x="4754" y="0"/>
                </a:moveTo>
                <a:cubicBezTo>
                  <a:pt x="18481" y="54907"/>
                  <a:pt x="0" y="50800"/>
                  <a:pt x="30154" y="508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41" name="Freeform 40">
            <a:extLst>
              <a:ext uri="{FF2B5EF4-FFF2-40B4-BE49-F238E27FC236}">
                <a16:creationId xmlns:a16="http://schemas.microsoft.com/office/drawing/2014/main" id="{0A4FC734-8C09-616B-F785-FD36CE45E5CD}"/>
              </a:ext>
            </a:extLst>
          </p:cNvPr>
          <p:cNvSpPr/>
          <p:nvPr/>
        </p:nvSpPr>
        <p:spPr>
          <a:xfrm>
            <a:off x="6286500" y="2590800"/>
            <a:ext cx="0" cy="76200"/>
          </a:xfrm>
          <a:custGeom>
            <a:avLst/>
            <a:gdLst>
              <a:gd name="connsiteX0" fmla="*/ 0 w 0"/>
              <a:gd name="connsiteY0" fmla="*/ 0 h 76200"/>
              <a:gd name="connsiteX1" fmla="*/ 0 w 0"/>
              <a:gd name="connsiteY1" fmla="*/ 76200 h 76200"/>
            </a:gdLst>
            <a:ahLst/>
            <a:cxnLst>
              <a:cxn ang="0">
                <a:pos x="connsiteX0" y="connsiteY0"/>
              </a:cxn>
              <a:cxn ang="0">
                <a:pos x="connsiteX1" y="connsiteY1"/>
              </a:cxn>
            </a:cxnLst>
            <a:rect l="l" t="t" r="r" b="b"/>
            <a:pathLst>
              <a:path h="76200">
                <a:moveTo>
                  <a:pt x="0" y="0"/>
                </a:moveTo>
                <a:lnTo>
                  <a:pt x="0" y="762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42" name="Freeform 41">
            <a:extLst>
              <a:ext uri="{FF2B5EF4-FFF2-40B4-BE49-F238E27FC236}">
                <a16:creationId xmlns:a16="http://schemas.microsoft.com/office/drawing/2014/main" id="{68B03013-5E14-5CDF-5C80-36110BF7A898}"/>
              </a:ext>
            </a:extLst>
          </p:cNvPr>
          <p:cNvSpPr/>
          <p:nvPr/>
        </p:nvSpPr>
        <p:spPr>
          <a:xfrm>
            <a:off x="6972300" y="2616200"/>
            <a:ext cx="0" cy="63500"/>
          </a:xfrm>
          <a:custGeom>
            <a:avLst/>
            <a:gdLst>
              <a:gd name="connsiteX0" fmla="*/ 0 w 0"/>
              <a:gd name="connsiteY0" fmla="*/ 0 h 63500"/>
              <a:gd name="connsiteX1" fmla="*/ 0 w 0"/>
              <a:gd name="connsiteY1" fmla="*/ 63500 h 63500"/>
            </a:gdLst>
            <a:ahLst/>
            <a:cxnLst>
              <a:cxn ang="0">
                <a:pos x="connsiteX0" y="connsiteY0"/>
              </a:cxn>
              <a:cxn ang="0">
                <a:pos x="connsiteX1" y="connsiteY1"/>
              </a:cxn>
            </a:cxnLst>
            <a:rect l="l" t="t" r="r" b="b"/>
            <a:pathLst>
              <a:path h="63500">
                <a:moveTo>
                  <a:pt x="0" y="0"/>
                </a:moveTo>
                <a:lnTo>
                  <a:pt x="0" y="635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43" name="Freeform 42">
            <a:extLst>
              <a:ext uri="{FF2B5EF4-FFF2-40B4-BE49-F238E27FC236}">
                <a16:creationId xmlns:a16="http://schemas.microsoft.com/office/drawing/2014/main" id="{F86510E9-1109-1BBB-D595-2BA79DA5499E}"/>
              </a:ext>
            </a:extLst>
          </p:cNvPr>
          <p:cNvSpPr/>
          <p:nvPr/>
        </p:nvSpPr>
        <p:spPr>
          <a:xfrm>
            <a:off x="3949700" y="2616200"/>
            <a:ext cx="19050" cy="127000"/>
          </a:xfrm>
          <a:custGeom>
            <a:avLst/>
            <a:gdLst>
              <a:gd name="connsiteX0" fmla="*/ 0 w 18860"/>
              <a:gd name="connsiteY0" fmla="*/ 0 h 127000"/>
              <a:gd name="connsiteX1" fmla="*/ 12700 w 18860"/>
              <a:gd name="connsiteY1" fmla="*/ 127000 h 127000"/>
            </a:gdLst>
            <a:ahLst/>
            <a:cxnLst>
              <a:cxn ang="0">
                <a:pos x="connsiteX0" y="connsiteY0"/>
              </a:cxn>
              <a:cxn ang="0">
                <a:pos x="connsiteX1" y="connsiteY1"/>
              </a:cxn>
            </a:cxnLst>
            <a:rect l="l" t="t" r="r" b="b"/>
            <a:pathLst>
              <a:path w="18860" h="127000">
                <a:moveTo>
                  <a:pt x="0" y="0"/>
                </a:moveTo>
                <a:cubicBezTo>
                  <a:pt x="18860" y="75442"/>
                  <a:pt x="12700" y="33346"/>
                  <a:pt x="12700" y="127000"/>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C349C64F-A6C6-5B09-0BCA-F285D517BDDB}"/>
              </a:ext>
            </a:extLst>
          </p:cNvPr>
          <p:cNvSpPr>
            <a:spLocks noGrp="1"/>
          </p:cNvSpPr>
          <p:nvPr>
            <p:ph idx="1"/>
          </p:nvPr>
        </p:nvSpPr>
        <p:spPr>
          <a:xfrm>
            <a:off x="304800" y="1493838"/>
            <a:ext cx="8229600" cy="4525962"/>
          </a:xfrm>
        </p:spPr>
        <p:txBody>
          <a:bodyPr/>
          <a:lstStyle/>
          <a:p>
            <a:pPr fontAlgn="base">
              <a:spcAft>
                <a:spcPct val="0"/>
              </a:spcAft>
            </a:pPr>
            <a:endParaRPr lang="id-ID"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F7B4569E-610F-2888-0E10-24342C0B2D6D}"/>
              </a:ext>
            </a:extLst>
          </p:cNvPr>
          <p:cNvSpPr>
            <a:spLocks noGrp="1"/>
          </p:cNvSpPr>
          <p:nvPr>
            <p:ph sz="quarter" idx="10"/>
          </p:nvPr>
        </p:nvSpPr>
        <p:spPr/>
        <p:txBody>
          <a:bodyPr/>
          <a:lstStyle/>
          <a:p>
            <a:pPr>
              <a:buFont typeface="Arial" charset="0"/>
              <a:buNone/>
              <a:defRPr/>
            </a:pPr>
            <a:r>
              <a:rPr lang="id-ID" dirty="0"/>
              <a:t>Z Values and Probabilities</a:t>
            </a:r>
            <a:endParaRPr lang="en-US" dirty="0"/>
          </a:p>
        </p:txBody>
      </p:sp>
      <p:pic>
        <p:nvPicPr>
          <p:cNvPr id="59396" name="Picture 4" descr="D:\Desktop\EoPM_2S 15-16_MKH\SS\Table A7.2.png">
            <a:extLst>
              <a:ext uri="{FF2B5EF4-FFF2-40B4-BE49-F238E27FC236}">
                <a16:creationId xmlns:a16="http://schemas.microsoft.com/office/drawing/2014/main" id="{196222D2-8332-43C4-2A29-431A5EF1A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38"/>
            <a:ext cx="91440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52A5C-6816-9EB3-C246-785280762FD8}"/>
              </a:ext>
            </a:extLst>
          </p:cNvPr>
          <p:cNvSpPr>
            <a:spLocks noGrp="1"/>
          </p:cNvSpPr>
          <p:nvPr>
            <p:ph sz="quarter" idx="10"/>
          </p:nvPr>
        </p:nvSpPr>
        <p:spPr/>
        <p:txBody>
          <a:bodyPr/>
          <a:lstStyle/>
          <a:p>
            <a:pPr>
              <a:buFont typeface="Arial" charset="0"/>
              <a:buNone/>
              <a:defRPr/>
            </a:pPr>
            <a:r>
              <a:rPr lang="en-US" dirty="0"/>
              <a:t>A-O-N</a:t>
            </a:r>
          </a:p>
        </p:txBody>
      </p:sp>
      <p:sp>
        <p:nvSpPr>
          <p:cNvPr id="61443" name="Content Placeholder 1">
            <a:extLst>
              <a:ext uri="{FF2B5EF4-FFF2-40B4-BE49-F238E27FC236}">
                <a16:creationId xmlns:a16="http://schemas.microsoft.com/office/drawing/2014/main" id="{7576C1C3-EC6E-DAF2-5729-47DE93BA36AD}"/>
              </a:ext>
            </a:extLst>
          </p:cNvPr>
          <p:cNvSpPr>
            <a:spLocks noGrp="1"/>
          </p:cNvSpPr>
          <p:nvPr>
            <p:ph idx="1"/>
          </p:nvPr>
        </p:nvSpPr>
        <p:spPr>
          <a:xfrm>
            <a:off x="304800" y="1493838"/>
            <a:ext cx="8229600" cy="4525962"/>
          </a:xfrm>
        </p:spPr>
        <p:txBody>
          <a:bodyPr/>
          <a:lstStyle/>
          <a:p>
            <a:pPr fontAlgn="base">
              <a:spcAft>
                <a:spcPct val="0"/>
              </a:spcAft>
            </a:pPr>
            <a:endParaRPr lang="en-US" altLang="en-US"/>
          </a:p>
          <a:p>
            <a:pPr fontAlgn="base">
              <a:spcAft>
                <a:spcPct val="0"/>
              </a:spcAft>
            </a:pPr>
            <a:endParaRPr lang="en-US" altLang="en-US"/>
          </a:p>
          <a:p>
            <a:pPr fontAlgn="base">
              <a:spcAft>
                <a:spcPct val="0"/>
              </a:spcAft>
            </a:pPr>
            <a:endParaRPr lang="en-US" altLang="en-US"/>
          </a:p>
          <a:p>
            <a:pPr fontAlgn="base">
              <a:spcAft>
                <a:spcPct val="0"/>
              </a:spcAft>
            </a:pPr>
            <a:endParaRPr lang="en-US" altLang="en-US"/>
          </a:p>
          <a:p>
            <a:pPr fontAlgn="base">
              <a:spcAft>
                <a:spcPct val="0"/>
              </a:spcAft>
            </a:pPr>
            <a:endParaRPr lang="en-US" altLang="en-US"/>
          </a:p>
        </p:txBody>
      </p:sp>
      <p:sp>
        <p:nvSpPr>
          <p:cNvPr id="61444" name="Content Placeholder 1">
            <a:extLst>
              <a:ext uri="{FF2B5EF4-FFF2-40B4-BE49-F238E27FC236}">
                <a16:creationId xmlns:a16="http://schemas.microsoft.com/office/drawing/2014/main" id="{0598ECC1-7F1B-C3E6-6DF8-69C8812DDB9E}"/>
              </a:ext>
            </a:extLst>
          </p:cNvPr>
          <p:cNvSpPr txBox="1">
            <a:spLocks/>
          </p:cNvSpPr>
          <p:nvPr/>
        </p:nvSpPr>
        <p:spPr bwMode="auto">
          <a:xfrm>
            <a:off x="304800" y="12954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61445" name="Content Placeholder 1">
            <a:extLst>
              <a:ext uri="{FF2B5EF4-FFF2-40B4-BE49-F238E27FC236}">
                <a16:creationId xmlns:a16="http://schemas.microsoft.com/office/drawing/2014/main" id="{2D506382-4DD2-47EE-76BA-E28E7F8842D8}"/>
              </a:ext>
            </a:extLst>
          </p:cNvPr>
          <p:cNvSpPr txBox="1">
            <a:spLocks/>
          </p:cNvSpPr>
          <p:nvPr/>
        </p:nvSpPr>
        <p:spPr bwMode="auto">
          <a:xfrm>
            <a:off x="304800" y="14478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61446" name="Content Placeholder 1">
            <a:extLst>
              <a:ext uri="{FF2B5EF4-FFF2-40B4-BE49-F238E27FC236}">
                <a16:creationId xmlns:a16="http://schemas.microsoft.com/office/drawing/2014/main" id="{6E139A69-424D-7D8C-69AF-AA580B05081D}"/>
              </a:ext>
            </a:extLst>
          </p:cNvPr>
          <p:cNvSpPr txBox="1">
            <a:spLocks/>
          </p:cNvSpPr>
          <p:nvPr/>
        </p:nvSpPr>
        <p:spPr bwMode="auto">
          <a:xfrm>
            <a:off x="457200" y="16002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61447" name="Content Placeholder 1">
            <a:extLst>
              <a:ext uri="{FF2B5EF4-FFF2-40B4-BE49-F238E27FC236}">
                <a16:creationId xmlns:a16="http://schemas.microsoft.com/office/drawing/2014/main" id="{3FA555DD-DF2C-5ECC-2C45-F788EBDDB81C}"/>
              </a:ext>
            </a:extLst>
          </p:cNvPr>
          <p:cNvSpPr txBox="1">
            <a:spLocks/>
          </p:cNvSpPr>
          <p:nvPr/>
        </p:nvSpPr>
        <p:spPr bwMode="auto">
          <a:xfrm>
            <a:off x="609600" y="17526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61448" name="Content Placeholder 1">
            <a:extLst>
              <a:ext uri="{FF2B5EF4-FFF2-40B4-BE49-F238E27FC236}">
                <a16:creationId xmlns:a16="http://schemas.microsoft.com/office/drawing/2014/main" id="{79F91646-D969-E115-83D0-74734ACB09B2}"/>
              </a:ext>
            </a:extLst>
          </p:cNvPr>
          <p:cNvSpPr txBox="1">
            <a:spLocks/>
          </p:cNvSpPr>
          <p:nvPr/>
        </p:nvSpPr>
        <p:spPr bwMode="auto">
          <a:xfrm>
            <a:off x="762000" y="19050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61449" name="Content Placeholder 1">
            <a:extLst>
              <a:ext uri="{FF2B5EF4-FFF2-40B4-BE49-F238E27FC236}">
                <a16:creationId xmlns:a16="http://schemas.microsoft.com/office/drawing/2014/main" id="{AFAB318A-9399-0911-D0F8-52B4C0241F13}"/>
              </a:ext>
            </a:extLst>
          </p:cNvPr>
          <p:cNvSpPr txBox="1">
            <a:spLocks/>
          </p:cNvSpPr>
          <p:nvPr/>
        </p:nvSpPr>
        <p:spPr bwMode="auto">
          <a:xfrm>
            <a:off x="228600" y="1295400"/>
            <a:ext cx="9296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a:p>
            <a:pPr eaLnBrk="1" hangingPunct="1">
              <a:buClr>
                <a:srgbClr val="101141"/>
              </a:buClr>
              <a:buFont typeface="Arial" panose="020B0604020202020204" pitchFamily="34" charset="0"/>
              <a:buNone/>
            </a:pPr>
            <a:endParaRPr lang="en-US" altLang="en-US" sz="2400"/>
          </a:p>
        </p:txBody>
      </p:sp>
      <p:sp>
        <p:nvSpPr>
          <p:cNvPr id="11" name="Content Placeholder 2">
            <a:extLst>
              <a:ext uri="{FF2B5EF4-FFF2-40B4-BE49-F238E27FC236}">
                <a16:creationId xmlns:a16="http://schemas.microsoft.com/office/drawing/2014/main" id="{1C55111A-32E1-75E4-94E9-7244D9674142}"/>
              </a:ext>
            </a:extLst>
          </p:cNvPr>
          <p:cNvSpPr txBox="1">
            <a:spLocks/>
          </p:cNvSpPr>
          <p:nvPr/>
        </p:nvSpPr>
        <p:spPr bwMode="auto">
          <a:xfrm>
            <a:off x="304800" y="152400"/>
            <a:ext cx="6324600" cy="1143000"/>
          </a:xfrm>
          <a:prstGeom prst="rect">
            <a:avLst/>
          </a:prstGeom>
          <a:noFill/>
          <a:ln w="9525">
            <a:noFill/>
            <a:miter lim="800000"/>
            <a:headEnd/>
            <a:tailEnd/>
          </a:ln>
        </p:spPr>
        <p:txBody>
          <a:bodyPr anchor="ctr">
            <a:normAutofit/>
          </a:bodyPr>
          <a:lstStyle/>
          <a:p>
            <a:pPr indent="-342900">
              <a:lnSpc>
                <a:spcPts val="3600"/>
              </a:lnSpc>
              <a:spcBef>
                <a:spcPts val="0"/>
              </a:spcBef>
              <a:buFont typeface="Arial" charset="0"/>
              <a:buNone/>
              <a:defRPr/>
            </a:pPr>
            <a:endParaRPr lang="en-US" sz="3600" b="1" spc="-150" dirty="0"/>
          </a:p>
        </p:txBody>
      </p:sp>
      <p:graphicFrame>
        <p:nvGraphicFramePr>
          <p:cNvPr id="12" name="Table 11">
            <a:extLst>
              <a:ext uri="{FF2B5EF4-FFF2-40B4-BE49-F238E27FC236}">
                <a16:creationId xmlns:a16="http://schemas.microsoft.com/office/drawing/2014/main" id="{89AC2560-4705-B4CB-15C2-FF5D91D75EA8}"/>
              </a:ext>
            </a:extLst>
          </p:cNvPr>
          <p:cNvGraphicFramePr>
            <a:graphicFrameLocks noGrp="1"/>
          </p:cNvGraphicFramePr>
          <p:nvPr/>
        </p:nvGraphicFramePr>
        <p:xfrm>
          <a:off x="381000" y="1905000"/>
          <a:ext cx="990600" cy="1127125"/>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396028">
                <a:tc>
                  <a:txBody>
                    <a:bodyPr/>
                    <a:lstStyle/>
                    <a:p>
                      <a:r>
                        <a:rPr lang="en-US" sz="1800" dirty="0"/>
                        <a:t>0</a:t>
                      </a:r>
                    </a:p>
                  </a:txBody>
                  <a:tcPr marT="45616" marB="45616"/>
                </a:tc>
                <a:tc>
                  <a:txBody>
                    <a:bodyPr/>
                    <a:lstStyle/>
                    <a:p>
                      <a:r>
                        <a:rPr lang="en-US" sz="2000" dirty="0"/>
                        <a:t>1</a:t>
                      </a:r>
                    </a:p>
                  </a:txBody>
                  <a:tcPr marT="45616" marB="45616"/>
                </a:tc>
                <a:tc>
                  <a:txBody>
                    <a:bodyPr/>
                    <a:lstStyle/>
                    <a:p>
                      <a:r>
                        <a:rPr lang="en-US" sz="1800" dirty="0"/>
                        <a:t>6</a:t>
                      </a:r>
                    </a:p>
                  </a:txBody>
                  <a:tcPr marT="45616" marB="45616"/>
                </a:tc>
                <a:extLst>
                  <a:ext uri="{0D108BD9-81ED-4DB2-BD59-A6C34878D82A}">
                    <a16:rowId xmlns:a16="http://schemas.microsoft.com/office/drawing/2014/main" val="10000"/>
                  </a:ext>
                </a:extLst>
              </a:tr>
              <a:tr h="365548">
                <a:tc>
                  <a:txBody>
                    <a:bodyPr/>
                    <a:lstStyle/>
                    <a:p>
                      <a:r>
                        <a:rPr lang="en-US" sz="1800" dirty="0">
                          <a:solidFill>
                            <a:schemeClr val="accent2"/>
                          </a:solidFill>
                        </a:rPr>
                        <a:t>0</a:t>
                      </a:r>
                    </a:p>
                  </a:txBody>
                  <a:tcPr marT="45616" marB="45616"/>
                </a:tc>
                <a:tc gridSpan="2">
                  <a:txBody>
                    <a:bodyPr/>
                    <a:lstStyle/>
                    <a:p>
                      <a:r>
                        <a:rPr lang="en-US" sz="1800" dirty="0"/>
                        <a:t>PP</a:t>
                      </a:r>
                    </a:p>
                  </a:txBody>
                  <a:tcPr marT="45616" marB="45616"/>
                </a:tc>
                <a:tc hMerge="1">
                  <a:txBody>
                    <a:bodyPr/>
                    <a:lstStyle/>
                    <a:p>
                      <a:endParaRPr lang="en-US"/>
                    </a:p>
                  </a:txBody>
                  <a:tcPr/>
                </a:tc>
                <a:extLst>
                  <a:ext uri="{0D108BD9-81ED-4DB2-BD59-A6C34878D82A}">
                    <a16:rowId xmlns:a16="http://schemas.microsoft.com/office/drawing/2014/main" val="10001"/>
                  </a:ext>
                </a:extLst>
              </a:tr>
              <a:tr h="365548">
                <a:tc>
                  <a:txBody>
                    <a:bodyPr/>
                    <a:lstStyle/>
                    <a:p>
                      <a:r>
                        <a:rPr lang="en-US" sz="1800" dirty="0"/>
                        <a:t>0</a:t>
                      </a:r>
                    </a:p>
                  </a:txBody>
                  <a:tcPr marT="45616" marB="45616"/>
                </a:tc>
                <a:tc>
                  <a:txBody>
                    <a:bodyPr/>
                    <a:lstStyle/>
                    <a:p>
                      <a:r>
                        <a:rPr lang="en-US" sz="1800" dirty="0"/>
                        <a:t>6</a:t>
                      </a:r>
                    </a:p>
                  </a:txBody>
                  <a:tcPr marT="45616" marB="45616"/>
                </a:tc>
                <a:tc>
                  <a:txBody>
                    <a:bodyPr/>
                    <a:lstStyle/>
                    <a:p>
                      <a:r>
                        <a:rPr lang="en-US" sz="1800" dirty="0"/>
                        <a:t>6</a:t>
                      </a:r>
                    </a:p>
                  </a:txBody>
                  <a:tcPr marT="45616" marB="45616"/>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2752C194-CD0D-C44B-ABFF-ED18A715A1AE}"/>
              </a:ext>
            </a:extLst>
          </p:cNvPr>
          <p:cNvGraphicFramePr>
            <a:graphicFrameLocks noGrp="1"/>
          </p:cNvGraphicFramePr>
          <p:nvPr/>
        </p:nvGraphicFramePr>
        <p:xfrm>
          <a:off x="304800" y="3733800"/>
          <a:ext cx="1143000" cy="1127125"/>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6416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304800">
                  <a:extLst>
                    <a:ext uri="{9D8B030D-6E8A-4147-A177-3AD203B41FA5}">
                      <a16:colId xmlns:a16="http://schemas.microsoft.com/office/drawing/2014/main" val="20003"/>
                    </a:ext>
                  </a:extLst>
                </a:gridCol>
              </a:tblGrid>
              <a:tr h="396028">
                <a:tc>
                  <a:txBody>
                    <a:bodyPr/>
                    <a:lstStyle/>
                    <a:p>
                      <a:r>
                        <a:rPr lang="en-US" sz="1800" dirty="0"/>
                        <a:t>0</a:t>
                      </a:r>
                    </a:p>
                  </a:txBody>
                  <a:tcPr marT="45616" marB="45616"/>
                </a:tc>
                <a:tc gridSpan="2">
                  <a:txBody>
                    <a:bodyPr/>
                    <a:lstStyle/>
                    <a:p>
                      <a:r>
                        <a:rPr lang="en-US" sz="2000" dirty="0"/>
                        <a:t>2</a:t>
                      </a:r>
                    </a:p>
                  </a:txBody>
                  <a:tcPr marT="45616" marB="45616"/>
                </a:tc>
                <a:tc hMerge="1">
                  <a:txBody>
                    <a:bodyPr/>
                    <a:lstStyle/>
                    <a:p>
                      <a:endParaRPr lang="en-US"/>
                    </a:p>
                  </a:txBody>
                  <a:tcPr/>
                </a:tc>
                <a:tc>
                  <a:txBody>
                    <a:bodyPr/>
                    <a:lstStyle/>
                    <a:p>
                      <a:r>
                        <a:rPr lang="en-US" sz="1800" dirty="0"/>
                        <a:t>7</a:t>
                      </a:r>
                    </a:p>
                  </a:txBody>
                  <a:tcPr marT="45616" marB="45616"/>
                </a:tc>
                <a:extLst>
                  <a:ext uri="{0D108BD9-81ED-4DB2-BD59-A6C34878D82A}">
                    <a16:rowId xmlns:a16="http://schemas.microsoft.com/office/drawing/2014/main" val="10000"/>
                  </a:ext>
                </a:extLst>
              </a:tr>
              <a:tr h="365548">
                <a:tc>
                  <a:txBody>
                    <a:bodyPr/>
                    <a:lstStyle/>
                    <a:p>
                      <a:r>
                        <a:rPr lang="en-US" sz="1800" dirty="0"/>
                        <a:t>19</a:t>
                      </a:r>
                    </a:p>
                  </a:txBody>
                  <a:tcPr marT="45616" marB="45616"/>
                </a:tc>
                <a:tc gridSpan="3">
                  <a:txBody>
                    <a:bodyPr/>
                    <a:lstStyle/>
                    <a:p>
                      <a:r>
                        <a:rPr lang="en-US" sz="1800" dirty="0"/>
                        <a:t>SCD</a:t>
                      </a:r>
                    </a:p>
                  </a:txBody>
                  <a:tcPr marT="45616" marB="45616"/>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10001"/>
                  </a:ext>
                </a:extLst>
              </a:tr>
              <a:tr h="365548">
                <a:tc>
                  <a:txBody>
                    <a:bodyPr/>
                    <a:lstStyle/>
                    <a:p>
                      <a:r>
                        <a:rPr lang="en-US" sz="1800" dirty="0"/>
                        <a:t>19</a:t>
                      </a:r>
                    </a:p>
                  </a:txBody>
                  <a:tcPr marT="45616" marB="45616"/>
                </a:tc>
                <a:tc>
                  <a:txBody>
                    <a:bodyPr/>
                    <a:lstStyle/>
                    <a:p>
                      <a:r>
                        <a:rPr lang="en-US" sz="1800" dirty="0"/>
                        <a:t>7</a:t>
                      </a:r>
                    </a:p>
                  </a:txBody>
                  <a:tcPr marT="45616" marB="45616"/>
                </a:tc>
                <a:tc gridSpan="2">
                  <a:txBody>
                    <a:bodyPr/>
                    <a:lstStyle/>
                    <a:p>
                      <a:r>
                        <a:rPr lang="en-US" sz="1800" dirty="0"/>
                        <a:t>26</a:t>
                      </a:r>
                    </a:p>
                  </a:txBody>
                  <a:tcPr marT="45616" marB="45616"/>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0C7347C4-A7CD-C7E4-C47B-56D7BC4132D9}"/>
              </a:ext>
            </a:extLst>
          </p:cNvPr>
          <p:cNvGraphicFramePr>
            <a:graphicFrameLocks noGrp="1"/>
          </p:cNvGraphicFramePr>
          <p:nvPr/>
        </p:nvGraphicFramePr>
        <p:xfrm>
          <a:off x="2362200" y="1600200"/>
          <a:ext cx="1371600" cy="1179513"/>
        </p:xfrm>
        <a:graphic>
          <a:graphicData uri="http://schemas.openxmlformats.org/drawingml/2006/table">
            <a:tbl>
              <a:tblPr firstRow="1" bandRow="1">
                <a:tableStyleId>{5C22544A-7EE6-4342-B048-85BDC9FD1C3A}</a:tableStyleId>
              </a:tblPr>
              <a:tblGrid>
                <a:gridCol w="486633">
                  <a:extLst>
                    <a:ext uri="{9D8B030D-6E8A-4147-A177-3AD203B41FA5}">
                      <a16:colId xmlns:a16="http://schemas.microsoft.com/office/drawing/2014/main" val="20000"/>
                    </a:ext>
                  </a:extLst>
                </a:gridCol>
                <a:gridCol w="367679">
                  <a:extLst>
                    <a:ext uri="{9D8B030D-6E8A-4147-A177-3AD203B41FA5}">
                      <a16:colId xmlns:a16="http://schemas.microsoft.com/office/drawing/2014/main" val="20001"/>
                    </a:ext>
                  </a:extLst>
                </a:gridCol>
                <a:gridCol w="517288">
                  <a:extLst>
                    <a:ext uri="{9D8B030D-6E8A-4147-A177-3AD203B41FA5}">
                      <a16:colId xmlns:a16="http://schemas.microsoft.com/office/drawing/2014/main" val="20002"/>
                    </a:ext>
                  </a:extLst>
                </a:gridCol>
              </a:tblGrid>
              <a:tr h="396158">
                <a:tc>
                  <a:txBody>
                    <a:bodyPr/>
                    <a:lstStyle/>
                    <a:p>
                      <a:r>
                        <a:rPr lang="en-US" sz="1800" dirty="0"/>
                        <a:t>6</a:t>
                      </a:r>
                    </a:p>
                  </a:txBody>
                  <a:tcPr marT="45679" marB="45679"/>
                </a:tc>
                <a:tc>
                  <a:txBody>
                    <a:bodyPr/>
                    <a:lstStyle/>
                    <a:p>
                      <a:r>
                        <a:rPr lang="en-US" sz="2000" dirty="0"/>
                        <a:t>4</a:t>
                      </a:r>
                    </a:p>
                  </a:txBody>
                  <a:tcPr marT="45679" marB="45679"/>
                </a:tc>
                <a:tc>
                  <a:txBody>
                    <a:bodyPr/>
                    <a:lstStyle/>
                    <a:p>
                      <a:r>
                        <a:rPr lang="en-US" sz="1800" dirty="0"/>
                        <a:t>10</a:t>
                      </a:r>
                    </a:p>
                  </a:txBody>
                  <a:tcPr marT="45679" marB="45679"/>
                </a:tc>
                <a:extLst>
                  <a:ext uri="{0D108BD9-81ED-4DB2-BD59-A6C34878D82A}">
                    <a16:rowId xmlns:a16="http://schemas.microsoft.com/office/drawing/2014/main" val="10000"/>
                  </a:ext>
                </a:extLst>
              </a:tr>
              <a:tr h="392579">
                <a:tc>
                  <a:txBody>
                    <a:bodyPr/>
                    <a:lstStyle/>
                    <a:p>
                      <a:r>
                        <a:rPr lang="en-US" sz="1800" dirty="0">
                          <a:solidFill>
                            <a:schemeClr val="accent2"/>
                          </a:solidFill>
                        </a:rPr>
                        <a:t>0</a:t>
                      </a:r>
                    </a:p>
                  </a:txBody>
                  <a:tcPr marT="45679" marB="45679"/>
                </a:tc>
                <a:tc gridSpan="2">
                  <a:txBody>
                    <a:bodyPr/>
                    <a:lstStyle/>
                    <a:p>
                      <a:r>
                        <a:rPr lang="en-US" sz="1800" dirty="0"/>
                        <a:t>TM</a:t>
                      </a:r>
                    </a:p>
                  </a:txBody>
                  <a:tcPr marT="45679" marB="45679"/>
                </a:tc>
                <a:tc hMerge="1">
                  <a:txBody>
                    <a:bodyPr/>
                    <a:lstStyle/>
                    <a:p>
                      <a:endParaRPr lang="en-US"/>
                    </a:p>
                  </a:txBody>
                  <a:tcPr/>
                </a:tc>
                <a:extLst>
                  <a:ext uri="{0D108BD9-81ED-4DB2-BD59-A6C34878D82A}">
                    <a16:rowId xmlns:a16="http://schemas.microsoft.com/office/drawing/2014/main" val="10001"/>
                  </a:ext>
                </a:extLst>
              </a:tr>
              <a:tr h="390777">
                <a:tc>
                  <a:txBody>
                    <a:bodyPr/>
                    <a:lstStyle/>
                    <a:p>
                      <a:r>
                        <a:rPr lang="en-US" sz="1800" dirty="0"/>
                        <a:t>6</a:t>
                      </a:r>
                    </a:p>
                  </a:txBody>
                  <a:tcPr marT="45679" marB="45679"/>
                </a:tc>
                <a:tc>
                  <a:txBody>
                    <a:bodyPr/>
                    <a:lstStyle/>
                    <a:p>
                      <a:r>
                        <a:rPr lang="en-US" sz="1800" dirty="0"/>
                        <a:t>4</a:t>
                      </a:r>
                    </a:p>
                  </a:txBody>
                  <a:tcPr marT="45679" marB="45679"/>
                </a:tc>
                <a:tc>
                  <a:txBody>
                    <a:bodyPr/>
                    <a:lstStyle/>
                    <a:p>
                      <a:r>
                        <a:rPr lang="en-US" sz="1800" dirty="0"/>
                        <a:t>10</a:t>
                      </a:r>
                    </a:p>
                  </a:txBody>
                  <a:tcPr marT="45679" marB="45679"/>
                </a:tc>
                <a:extLst>
                  <a:ext uri="{0D108BD9-81ED-4DB2-BD59-A6C34878D82A}">
                    <a16:rowId xmlns:a16="http://schemas.microsoft.com/office/drawing/2014/main" val="10002"/>
                  </a:ext>
                </a:extLst>
              </a:tr>
            </a:tbl>
          </a:graphicData>
        </a:graphic>
      </p:graphicFrame>
      <p:graphicFrame>
        <p:nvGraphicFramePr>
          <p:cNvPr id="15" name="Table 14">
            <a:extLst>
              <a:ext uri="{FF2B5EF4-FFF2-40B4-BE49-F238E27FC236}">
                <a16:creationId xmlns:a16="http://schemas.microsoft.com/office/drawing/2014/main" id="{4431572F-1F9A-152A-FF69-F2EE772D9955}"/>
              </a:ext>
            </a:extLst>
          </p:cNvPr>
          <p:cNvGraphicFramePr>
            <a:graphicFrameLocks noGrp="1"/>
          </p:cNvGraphicFramePr>
          <p:nvPr/>
        </p:nvGraphicFramePr>
        <p:xfrm>
          <a:off x="381000" y="5257800"/>
          <a:ext cx="1184275" cy="1138238"/>
        </p:xfrm>
        <a:graphic>
          <a:graphicData uri="http://schemas.openxmlformats.org/drawingml/2006/table">
            <a:tbl>
              <a:tblPr firstRow="1" bandRow="1">
                <a:tableStyleId>{5C22544A-7EE6-4342-B048-85BDC9FD1C3A}</a:tableStyleId>
              </a:tblPr>
              <a:tblGrid>
                <a:gridCol w="457445">
                  <a:extLst>
                    <a:ext uri="{9D8B030D-6E8A-4147-A177-3AD203B41FA5}">
                      <a16:colId xmlns:a16="http://schemas.microsoft.com/office/drawing/2014/main" val="20000"/>
                    </a:ext>
                  </a:extLst>
                </a:gridCol>
                <a:gridCol w="228723">
                  <a:extLst>
                    <a:ext uri="{9D8B030D-6E8A-4147-A177-3AD203B41FA5}">
                      <a16:colId xmlns:a16="http://schemas.microsoft.com/office/drawing/2014/main" val="20001"/>
                    </a:ext>
                  </a:extLst>
                </a:gridCol>
                <a:gridCol w="116903">
                  <a:extLst>
                    <a:ext uri="{9D8B030D-6E8A-4147-A177-3AD203B41FA5}">
                      <a16:colId xmlns:a16="http://schemas.microsoft.com/office/drawing/2014/main" val="20002"/>
                    </a:ext>
                  </a:extLst>
                </a:gridCol>
                <a:gridCol w="381204">
                  <a:extLst>
                    <a:ext uri="{9D8B030D-6E8A-4147-A177-3AD203B41FA5}">
                      <a16:colId xmlns:a16="http://schemas.microsoft.com/office/drawing/2014/main" val="20003"/>
                    </a:ext>
                  </a:extLst>
                </a:gridCol>
              </a:tblGrid>
              <a:tr h="396351">
                <a:tc>
                  <a:txBody>
                    <a:bodyPr/>
                    <a:lstStyle/>
                    <a:p>
                      <a:r>
                        <a:rPr lang="en-US" sz="1800" dirty="0"/>
                        <a:t>0</a:t>
                      </a:r>
                    </a:p>
                  </a:txBody>
                  <a:tcPr marL="91489" marR="91489" marT="45733" marB="45733"/>
                </a:tc>
                <a:tc gridSpan="2">
                  <a:txBody>
                    <a:bodyPr/>
                    <a:lstStyle/>
                    <a:p>
                      <a:r>
                        <a:rPr lang="en-US" sz="2000" dirty="0"/>
                        <a:t>3</a:t>
                      </a:r>
                    </a:p>
                  </a:txBody>
                  <a:tcPr marL="91489" marR="91489" marT="45733" marB="45733"/>
                </a:tc>
                <a:tc hMerge="1">
                  <a:txBody>
                    <a:bodyPr/>
                    <a:lstStyle/>
                    <a:p>
                      <a:endParaRPr lang="en-US" dirty="0"/>
                    </a:p>
                  </a:txBody>
                  <a:tcPr/>
                </a:tc>
                <a:tc>
                  <a:txBody>
                    <a:bodyPr/>
                    <a:lstStyle/>
                    <a:p>
                      <a:r>
                        <a:rPr lang="en-US" sz="1800" dirty="0"/>
                        <a:t>4</a:t>
                      </a:r>
                    </a:p>
                  </a:txBody>
                  <a:tcPr marL="91489" marR="91489" marT="45733" marB="45733"/>
                </a:tc>
                <a:extLst>
                  <a:ext uri="{0D108BD9-81ED-4DB2-BD59-A6C34878D82A}">
                    <a16:rowId xmlns:a16="http://schemas.microsoft.com/office/drawing/2014/main" val="10000"/>
                  </a:ext>
                </a:extLst>
              </a:tr>
              <a:tr h="370944">
                <a:tc>
                  <a:txBody>
                    <a:bodyPr/>
                    <a:lstStyle/>
                    <a:p>
                      <a:r>
                        <a:rPr lang="en-US" sz="1800" dirty="0"/>
                        <a:t>19</a:t>
                      </a:r>
                    </a:p>
                  </a:txBody>
                  <a:tcPr marL="91489" marR="91489" marT="45733" marB="45733"/>
                </a:tc>
                <a:tc gridSpan="3">
                  <a:txBody>
                    <a:bodyPr/>
                    <a:lstStyle/>
                    <a:p>
                      <a:r>
                        <a:rPr lang="en-US" sz="1800" dirty="0"/>
                        <a:t>DMP</a:t>
                      </a:r>
                    </a:p>
                  </a:txBody>
                  <a:tcPr marL="91489" marR="91489" marT="45733" marB="45733"/>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10001"/>
                  </a:ext>
                </a:extLst>
              </a:tr>
              <a:tr h="370944">
                <a:tc>
                  <a:txBody>
                    <a:bodyPr/>
                    <a:lstStyle/>
                    <a:p>
                      <a:r>
                        <a:rPr lang="en-US" sz="1800" dirty="0"/>
                        <a:t>19</a:t>
                      </a:r>
                    </a:p>
                  </a:txBody>
                  <a:tcPr marL="91489" marR="91489" marT="45733" marB="45733"/>
                </a:tc>
                <a:tc>
                  <a:txBody>
                    <a:bodyPr/>
                    <a:lstStyle/>
                    <a:p>
                      <a:r>
                        <a:rPr lang="en-US" sz="1800" dirty="0"/>
                        <a:t>4</a:t>
                      </a:r>
                    </a:p>
                  </a:txBody>
                  <a:tcPr marL="91489" marR="91489" marT="45733" marB="45733"/>
                </a:tc>
                <a:tc gridSpan="2">
                  <a:txBody>
                    <a:bodyPr/>
                    <a:lstStyle/>
                    <a:p>
                      <a:r>
                        <a:rPr lang="en-US" sz="1800" dirty="0"/>
                        <a:t>23</a:t>
                      </a:r>
                    </a:p>
                  </a:txBody>
                  <a:tcPr marL="91489" marR="91489" marT="45733" marB="45733"/>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6" name="Table 15">
            <a:extLst>
              <a:ext uri="{FF2B5EF4-FFF2-40B4-BE49-F238E27FC236}">
                <a16:creationId xmlns:a16="http://schemas.microsoft.com/office/drawing/2014/main" id="{EFE42DC1-E07A-1233-F4B2-8F1C96C764BC}"/>
              </a:ext>
            </a:extLst>
          </p:cNvPr>
          <p:cNvGraphicFramePr>
            <a:graphicFrameLocks noGrp="1"/>
          </p:cNvGraphicFramePr>
          <p:nvPr/>
        </p:nvGraphicFramePr>
        <p:xfrm>
          <a:off x="2362200" y="3048000"/>
          <a:ext cx="1452563" cy="1166813"/>
        </p:xfrm>
        <a:graphic>
          <a:graphicData uri="http://schemas.openxmlformats.org/drawingml/2006/table">
            <a:tbl>
              <a:tblPr firstRow="1" bandRow="1">
                <a:tableStyleId>{5C22544A-7EE6-4342-B048-85BDC9FD1C3A}</a:tableStyleId>
              </a:tblPr>
              <a:tblGrid>
                <a:gridCol w="443524">
                  <a:extLst>
                    <a:ext uri="{9D8B030D-6E8A-4147-A177-3AD203B41FA5}">
                      <a16:colId xmlns:a16="http://schemas.microsoft.com/office/drawing/2014/main" val="20000"/>
                    </a:ext>
                  </a:extLst>
                </a:gridCol>
                <a:gridCol w="358938">
                  <a:extLst>
                    <a:ext uri="{9D8B030D-6E8A-4147-A177-3AD203B41FA5}">
                      <a16:colId xmlns:a16="http://schemas.microsoft.com/office/drawing/2014/main" val="20001"/>
                    </a:ext>
                  </a:extLst>
                </a:gridCol>
                <a:gridCol w="116820">
                  <a:extLst>
                    <a:ext uri="{9D8B030D-6E8A-4147-A177-3AD203B41FA5}">
                      <a16:colId xmlns:a16="http://schemas.microsoft.com/office/drawing/2014/main" val="20002"/>
                    </a:ext>
                  </a:extLst>
                </a:gridCol>
                <a:gridCol w="533282">
                  <a:extLst>
                    <a:ext uri="{9D8B030D-6E8A-4147-A177-3AD203B41FA5}">
                      <a16:colId xmlns:a16="http://schemas.microsoft.com/office/drawing/2014/main" val="20003"/>
                    </a:ext>
                  </a:extLst>
                </a:gridCol>
              </a:tblGrid>
              <a:tr h="435466">
                <a:tc>
                  <a:txBody>
                    <a:bodyPr/>
                    <a:lstStyle/>
                    <a:p>
                      <a:r>
                        <a:rPr lang="en-US" sz="1800" dirty="0"/>
                        <a:t>6</a:t>
                      </a:r>
                    </a:p>
                  </a:txBody>
                  <a:tcPr marL="91420" marR="91420" marT="45677" marB="45677"/>
                </a:tc>
                <a:tc>
                  <a:txBody>
                    <a:bodyPr/>
                    <a:lstStyle/>
                    <a:p>
                      <a:r>
                        <a:rPr lang="en-US" sz="2000" dirty="0"/>
                        <a:t>5</a:t>
                      </a:r>
                    </a:p>
                  </a:txBody>
                  <a:tcPr marL="91420" marR="91420" marT="45677" marB="45677"/>
                </a:tc>
                <a:tc gridSpan="2">
                  <a:txBody>
                    <a:bodyPr/>
                    <a:lstStyle/>
                    <a:p>
                      <a:r>
                        <a:rPr lang="en-US" sz="1800" dirty="0"/>
                        <a:t>16</a:t>
                      </a:r>
                    </a:p>
                  </a:txBody>
                  <a:tcPr marL="91420" marR="91420" marT="45677" marB="45677"/>
                </a:tc>
                <a:tc hMerge="1">
                  <a:txBody>
                    <a:bodyPr/>
                    <a:lstStyle/>
                    <a:p>
                      <a:endParaRPr lang="en-US"/>
                    </a:p>
                  </a:txBody>
                  <a:tcPr/>
                </a:tc>
                <a:extLst>
                  <a:ext uri="{0D108BD9-81ED-4DB2-BD59-A6C34878D82A}">
                    <a16:rowId xmlns:a16="http://schemas.microsoft.com/office/drawing/2014/main" val="10000"/>
                  </a:ext>
                </a:extLst>
              </a:tr>
              <a:tr h="365674">
                <a:tc>
                  <a:txBody>
                    <a:bodyPr/>
                    <a:lstStyle/>
                    <a:p>
                      <a:r>
                        <a:rPr lang="en-US" sz="1800" dirty="0"/>
                        <a:t>10</a:t>
                      </a:r>
                    </a:p>
                  </a:txBody>
                  <a:tcPr marL="91420" marR="91420" marT="45677" marB="45677"/>
                </a:tc>
                <a:tc gridSpan="3">
                  <a:txBody>
                    <a:bodyPr/>
                    <a:lstStyle/>
                    <a:p>
                      <a:r>
                        <a:rPr lang="en-US" sz="1800" dirty="0"/>
                        <a:t>Patent</a:t>
                      </a:r>
                    </a:p>
                  </a:txBody>
                  <a:tcPr marL="91420" marR="91420" marT="45677" marB="45677"/>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5674">
                <a:tc>
                  <a:txBody>
                    <a:bodyPr/>
                    <a:lstStyle/>
                    <a:p>
                      <a:r>
                        <a:rPr lang="en-US" sz="1800" dirty="0"/>
                        <a:t>16</a:t>
                      </a:r>
                    </a:p>
                  </a:txBody>
                  <a:tcPr marL="91420" marR="91420" marT="45677" marB="45677"/>
                </a:tc>
                <a:tc gridSpan="2">
                  <a:txBody>
                    <a:bodyPr/>
                    <a:lstStyle/>
                    <a:p>
                      <a:r>
                        <a:rPr lang="en-US" sz="1800" dirty="0"/>
                        <a:t>10</a:t>
                      </a:r>
                    </a:p>
                  </a:txBody>
                  <a:tcPr marL="91420" marR="91420" marT="45677" marB="45677"/>
                </a:tc>
                <a:tc hMerge="1">
                  <a:txBody>
                    <a:bodyPr/>
                    <a:lstStyle/>
                    <a:p>
                      <a:endParaRPr lang="en-US" dirty="0"/>
                    </a:p>
                  </a:txBody>
                  <a:tcPr/>
                </a:tc>
                <a:tc>
                  <a:txBody>
                    <a:bodyPr/>
                    <a:lstStyle/>
                    <a:p>
                      <a:r>
                        <a:rPr lang="en-US" sz="1800" dirty="0"/>
                        <a:t>26</a:t>
                      </a:r>
                    </a:p>
                  </a:txBody>
                  <a:tcPr marL="91420" marR="91420" marT="45677" marB="45677"/>
                </a:tc>
                <a:extLst>
                  <a:ext uri="{0D108BD9-81ED-4DB2-BD59-A6C34878D82A}">
                    <a16:rowId xmlns:a16="http://schemas.microsoft.com/office/drawing/2014/main" val="10002"/>
                  </a:ext>
                </a:extLst>
              </a:tr>
            </a:tbl>
          </a:graphicData>
        </a:graphic>
      </p:graphicFrame>
      <p:graphicFrame>
        <p:nvGraphicFramePr>
          <p:cNvPr id="17" name="Table 16">
            <a:extLst>
              <a:ext uri="{FF2B5EF4-FFF2-40B4-BE49-F238E27FC236}">
                <a16:creationId xmlns:a16="http://schemas.microsoft.com/office/drawing/2014/main" id="{9B67626D-6322-0654-BD81-50D199A8875C}"/>
              </a:ext>
            </a:extLst>
          </p:cNvPr>
          <p:cNvGraphicFramePr>
            <a:graphicFrameLocks noGrp="1"/>
          </p:cNvGraphicFramePr>
          <p:nvPr/>
        </p:nvGraphicFramePr>
        <p:xfrm>
          <a:off x="4953000" y="1600200"/>
          <a:ext cx="1447800" cy="113823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492760">
                  <a:extLst>
                    <a:ext uri="{9D8B030D-6E8A-4147-A177-3AD203B41FA5}">
                      <a16:colId xmlns:a16="http://schemas.microsoft.com/office/drawing/2014/main" val="20003"/>
                    </a:ext>
                  </a:extLst>
                </a:gridCol>
              </a:tblGrid>
              <a:tr h="396351">
                <a:tc>
                  <a:txBody>
                    <a:bodyPr/>
                    <a:lstStyle/>
                    <a:p>
                      <a:r>
                        <a:rPr lang="en-US" sz="1800" dirty="0"/>
                        <a:t>10</a:t>
                      </a:r>
                    </a:p>
                  </a:txBody>
                  <a:tcPr marT="45733" marB="45733"/>
                </a:tc>
                <a:tc>
                  <a:txBody>
                    <a:bodyPr/>
                    <a:lstStyle/>
                    <a:p>
                      <a:r>
                        <a:rPr lang="en-US" sz="2000" dirty="0"/>
                        <a:t>6</a:t>
                      </a:r>
                    </a:p>
                  </a:txBody>
                  <a:tcPr marT="45733" marB="45733"/>
                </a:tc>
                <a:tc gridSpan="2">
                  <a:txBody>
                    <a:bodyPr/>
                    <a:lstStyle/>
                    <a:p>
                      <a:r>
                        <a:rPr lang="en-US" sz="1800" dirty="0"/>
                        <a:t>26</a:t>
                      </a:r>
                    </a:p>
                  </a:txBody>
                  <a:tcPr marT="45733" marB="45733"/>
                </a:tc>
                <a:tc hMerge="1">
                  <a:txBody>
                    <a:bodyPr/>
                    <a:lstStyle/>
                    <a:p>
                      <a:endParaRPr lang="en-US"/>
                    </a:p>
                  </a:txBody>
                  <a:tcPr/>
                </a:tc>
                <a:extLst>
                  <a:ext uri="{0D108BD9-81ED-4DB2-BD59-A6C34878D82A}">
                    <a16:rowId xmlns:a16="http://schemas.microsoft.com/office/drawing/2014/main" val="10000"/>
                  </a:ext>
                </a:extLst>
              </a:tr>
              <a:tr h="370944">
                <a:tc>
                  <a:txBody>
                    <a:bodyPr/>
                    <a:lstStyle/>
                    <a:p>
                      <a:r>
                        <a:rPr lang="en-US" sz="1800" dirty="0">
                          <a:solidFill>
                            <a:schemeClr val="accent2"/>
                          </a:solidFill>
                        </a:rPr>
                        <a:t>0</a:t>
                      </a:r>
                    </a:p>
                  </a:txBody>
                  <a:tcPr marT="45733" marB="45733"/>
                </a:tc>
                <a:tc gridSpan="3">
                  <a:txBody>
                    <a:bodyPr/>
                    <a:lstStyle/>
                    <a:p>
                      <a:r>
                        <a:rPr lang="en-US" sz="1800" dirty="0"/>
                        <a:t>FP</a:t>
                      </a:r>
                    </a:p>
                  </a:txBody>
                  <a:tcPr marT="45733" marB="45733"/>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0944">
                <a:tc>
                  <a:txBody>
                    <a:bodyPr/>
                    <a:lstStyle/>
                    <a:p>
                      <a:r>
                        <a:rPr lang="en-US" sz="1800" dirty="0"/>
                        <a:t>10</a:t>
                      </a:r>
                    </a:p>
                  </a:txBody>
                  <a:tcPr marT="45733" marB="45733"/>
                </a:tc>
                <a:tc gridSpan="2">
                  <a:txBody>
                    <a:bodyPr/>
                    <a:lstStyle/>
                    <a:p>
                      <a:r>
                        <a:rPr lang="en-US" sz="1800" dirty="0"/>
                        <a:t>16</a:t>
                      </a:r>
                    </a:p>
                  </a:txBody>
                  <a:tcPr marT="45733" marB="45733"/>
                </a:tc>
                <a:tc hMerge="1">
                  <a:txBody>
                    <a:bodyPr/>
                    <a:lstStyle/>
                    <a:p>
                      <a:endParaRPr lang="en-US" dirty="0"/>
                    </a:p>
                  </a:txBody>
                  <a:tcPr/>
                </a:tc>
                <a:tc>
                  <a:txBody>
                    <a:bodyPr/>
                    <a:lstStyle/>
                    <a:p>
                      <a:r>
                        <a:rPr lang="en-US" sz="1800" dirty="0"/>
                        <a:t>26</a:t>
                      </a:r>
                    </a:p>
                  </a:txBody>
                  <a:tcPr marT="45733" marB="45733"/>
                </a:tc>
                <a:extLst>
                  <a:ext uri="{0D108BD9-81ED-4DB2-BD59-A6C34878D82A}">
                    <a16:rowId xmlns:a16="http://schemas.microsoft.com/office/drawing/2014/main" val="10002"/>
                  </a:ext>
                </a:extLst>
              </a:tr>
            </a:tbl>
          </a:graphicData>
        </a:graphic>
      </p:graphicFrame>
      <p:graphicFrame>
        <p:nvGraphicFramePr>
          <p:cNvPr id="18" name="Table 17">
            <a:extLst>
              <a:ext uri="{FF2B5EF4-FFF2-40B4-BE49-F238E27FC236}">
                <a16:creationId xmlns:a16="http://schemas.microsoft.com/office/drawing/2014/main" id="{ED150EE8-4232-0F9E-4A9F-721C34C6DB5F}"/>
              </a:ext>
            </a:extLst>
          </p:cNvPr>
          <p:cNvGraphicFramePr>
            <a:graphicFrameLocks noGrp="1"/>
          </p:cNvGraphicFramePr>
          <p:nvPr/>
        </p:nvGraphicFramePr>
        <p:xfrm>
          <a:off x="4495800" y="5105400"/>
          <a:ext cx="1219200" cy="113823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69240">
                  <a:extLst>
                    <a:ext uri="{9D8B030D-6E8A-4147-A177-3AD203B41FA5}">
                      <a16:colId xmlns:a16="http://schemas.microsoft.com/office/drawing/2014/main" val="20001"/>
                    </a:ext>
                  </a:extLst>
                </a:gridCol>
                <a:gridCol w="492760">
                  <a:extLst>
                    <a:ext uri="{9D8B030D-6E8A-4147-A177-3AD203B41FA5}">
                      <a16:colId xmlns:a16="http://schemas.microsoft.com/office/drawing/2014/main" val="20002"/>
                    </a:ext>
                  </a:extLst>
                </a:gridCol>
              </a:tblGrid>
              <a:tr h="396351">
                <a:tc>
                  <a:txBody>
                    <a:bodyPr/>
                    <a:lstStyle/>
                    <a:p>
                      <a:r>
                        <a:rPr lang="en-US" sz="1800" dirty="0"/>
                        <a:t>4</a:t>
                      </a:r>
                    </a:p>
                  </a:txBody>
                  <a:tcPr marT="45733" marB="45733"/>
                </a:tc>
                <a:tc>
                  <a:txBody>
                    <a:bodyPr/>
                    <a:lstStyle/>
                    <a:p>
                      <a:r>
                        <a:rPr lang="en-US" sz="2000" dirty="0"/>
                        <a:t>7</a:t>
                      </a:r>
                    </a:p>
                  </a:txBody>
                  <a:tcPr marT="45733" marB="45733"/>
                </a:tc>
                <a:tc>
                  <a:txBody>
                    <a:bodyPr/>
                    <a:lstStyle/>
                    <a:p>
                      <a:r>
                        <a:rPr lang="en-US" sz="1800" dirty="0"/>
                        <a:t>7</a:t>
                      </a:r>
                    </a:p>
                  </a:txBody>
                  <a:tcPr marT="45733" marB="45733"/>
                </a:tc>
                <a:extLst>
                  <a:ext uri="{0D108BD9-81ED-4DB2-BD59-A6C34878D82A}">
                    <a16:rowId xmlns:a16="http://schemas.microsoft.com/office/drawing/2014/main" val="10000"/>
                  </a:ext>
                </a:extLst>
              </a:tr>
              <a:tr h="370944">
                <a:tc>
                  <a:txBody>
                    <a:bodyPr/>
                    <a:lstStyle/>
                    <a:p>
                      <a:r>
                        <a:rPr lang="en-US" sz="1800" dirty="0"/>
                        <a:t>19</a:t>
                      </a:r>
                    </a:p>
                  </a:txBody>
                  <a:tcPr marT="45733" marB="45733"/>
                </a:tc>
                <a:tc gridSpan="2">
                  <a:txBody>
                    <a:bodyPr/>
                    <a:lstStyle/>
                    <a:p>
                      <a:r>
                        <a:rPr lang="en-US" sz="1800" dirty="0"/>
                        <a:t>Ad Pr</a:t>
                      </a:r>
                    </a:p>
                  </a:txBody>
                  <a:tcPr marT="45733" marB="45733"/>
                </a:tc>
                <a:tc hMerge="1">
                  <a:txBody>
                    <a:bodyPr/>
                    <a:lstStyle/>
                    <a:p>
                      <a:endParaRPr lang="en-US"/>
                    </a:p>
                  </a:txBody>
                  <a:tcPr/>
                </a:tc>
                <a:extLst>
                  <a:ext uri="{0D108BD9-81ED-4DB2-BD59-A6C34878D82A}">
                    <a16:rowId xmlns:a16="http://schemas.microsoft.com/office/drawing/2014/main" val="10001"/>
                  </a:ext>
                </a:extLst>
              </a:tr>
              <a:tr h="370944">
                <a:tc>
                  <a:txBody>
                    <a:bodyPr/>
                    <a:lstStyle/>
                    <a:p>
                      <a:r>
                        <a:rPr lang="en-US" sz="1800" dirty="0"/>
                        <a:t>23</a:t>
                      </a:r>
                    </a:p>
                  </a:txBody>
                  <a:tcPr marT="45733" marB="45733"/>
                </a:tc>
                <a:tc>
                  <a:txBody>
                    <a:bodyPr/>
                    <a:lstStyle/>
                    <a:p>
                      <a:r>
                        <a:rPr lang="en-US" sz="1800" dirty="0"/>
                        <a:t>3</a:t>
                      </a:r>
                    </a:p>
                  </a:txBody>
                  <a:tcPr marT="45733" marB="45733"/>
                </a:tc>
                <a:tc>
                  <a:txBody>
                    <a:bodyPr/>
                    <a:lstStyle/>
                    <a:p>
                      <a:r>
                        <a:rPr lang="en-US" sz="1800" dirty="0"/>
                        <a:t>26</a:t>
                      </a:r>
                    </a:p>
                  </a:txBody>
                  <a:tcPr marT="45733" marB="45733"/>
                </a:tc>
                <a:extLst>
                  <a:ext uri="{0D108BD9-81ED-4DB2-BD59-A6C34878D82A}">
                    <a16:rowId xmlns:a16="http://schemas.microsoft.com/office/drawing/2014/main" val="10002"/>
                  </a:ext>
                </a:extLst>
              </a:tr>
            </a:tbl>
          </a:graphicData>
        </a:graphic>
      </p:graphicFrame>
      <p:sp>
        <p:nvSpPr>
          <p:cNvPr id="61577" name="TextBox 72">
            <a:extLst>
              <a:ext uri="{FF2B5EF4-FFF2-40B4-BE49-F238E27FC236}">
                <a16:creationId xmlns:a16="http://schemas.microsoft.com/office/drawing/2014/main" id="{FA1A02BC-605B-6D88-3A79-0EF04D5084B0}"/>
              </a:ext>
            </a:extLst>
          </p:cNvPr>
          <p:cNvSpPr txBox="1">
            <a:spLocks noChangeArrowheads="1"/>
          </p:cNvSpPr>
          <p:nvPr/>
        </p:nvSpPr>
        <p:spPr bwMode="auto">
          <a:xfrm>
            <a:off x="7086600" y="53340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CP</a:t>
            </a:r>
            <a:r>
              <a:rPr lang="en-US" altLang="en-US" sz="1800">
                <a:solidFill>
                  <a:srgbClr val="FF0000"/>
                </a:solidFill>
              </a:rPr>
              <a:t>: 1-4-6-8</a:t>
            </a:r>
          </a:p>
        </p:txBody>
      </p:sp>
      <p:sp>
        <p:nvSpPr>
          <p:cNvPr id="61578" name="TextBox 73">
            <a:extLst>
              <a:ext uri="{FF2B5EF4-FFF2-40B4-BE49-F238E27FC236}">
                <a16:creationId xmlns:a16="http://schemas.microsoft.com/office/drawing/2014/main" id="{AF7DEFB8-9D32-D919-6454-8FB496A4055C}"/>
              </a:ext>
            </a:extLst>
          </p:cNvPr>
          <p:cNvSpPr txBox="1">
            <a:spLocks noChangeArrowheads="1"/>
          </p:cNvSpPr>
          <p:nvPr/>
        </p:nvSpPr>
        <p:spPr bwMode="auto">
          <a:xfrm>
            <a:off x="7239000" y="57150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a:t>
            </a:r>
            <a:r>
              <a:rPr lang="en-US" altLang="en-US" sz="1800" baseline="-25000"/>
              <a:t>E</a:t>
            </a:r>
            <a:r>
              <a:rPr lang="en-US" altLang="en-US" sz="1800"/>
              <a:t> = 28</a:t>
            </a:r>
          </a:p>
        </p:txBody>
      </p:sp>
      <p:graphicFrame>
        <p:nvGraphicFramePr>
          <p:cNvPr id="39" name="Table 38">
            <a:extLst>
              <a:ext uri="{FF2B5EF4-FFF2-40B4-BE49-F238E27FC236}">
                <a16:creationId xmlns:a16="http://schemas.microsoft.com/office/drawing/2014/main" id="{AD1930FD-EB23-F9A4-BFAE-29C32F804729}"/>
              </a:ext>
            </a:extLst>
          </p:cNvPr>
          <p:cNvGraphicFramePr>
            <a:graphicFrameLocks noGrp="1"/>
          </p:cNvGraphicFramePr>
          <p:nvPr/>
        </p:nvGraphicFramePr>
        <p:xfrm>
          <a:off x="7086600" y="3200400"/>
          <a:ext cx="1371600" cy="113823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96351">
                <a:tc>
                  <a:txBody>
                    <a:bodyPr/>
                    <a:lstStyle/>
                    <a:p>
                      <a:r>
                        <a:rPr lang="en-US" sz="1800" dirty="0"/>
                        <a:t>26</a:t>
                      </a:r>
                    </a:p>
                  </a:txBody>
                  <a:tcPr marT="45733" marB="45733"/>
                </a:tc>
                <a:tc>
                  <a:txBody>
                    <a:bodyPr/>
                    <a:lstStyle/>
                    <a:p>
                      <a:r>
                        <a:rPr lang="en-US" sz="2000" dirty="0"/>
                        <a:t>8</a:t>
                      </a:r>
                    </a:p>
                  </a:txBody>
                  <a:tcPr marT="45733" marB="45733"/>
                </a:tc>
                <a:tc>
                  <a:txBody>
                    <a:bodyPr/>
                    <a:lstStyle/>
                    <a:p>
                      <a:r>
                        <a:rPr lang="en-US" sz="1800" dirty="0"/>
                        <a:t>28</a:t>
                      </a:r>
                    </a:p>
                  </a:txBody>
                  <a:tcPr marT="45733" marB="45733"/>
                </a:tc>
                <a:extLst>
                  <a:ext uri="{0D108BD9-81ED-4DB2-BD59-A6C34878D82A}">
                    <a16:rowId xmlns:a16="http://schemas.microsoft.com/office/drawing/2014/main" val="10000"/>
                  </a:ext>
                </a:extLst>
              </a:tr>
              <a:tr h="370944">
                <a:tc>
                  <a:txBody>
                    <a:bodyPr/>
                    <a:lstStyle/>
                    <a:p>
                      <a:r>
                        <a:rPr lang="en-US" sz="1800" dirty="0">
                          <a:solidFill>
                            <a:schemeClr val="accent2"/>
                          </a:solidFill>
                        </a:rPr>
                        <a:t>0</a:t>
                      </a:r>
                    </a:p>
                  </a:txBody>
                  <a:tcPr marT="45733" marB="45733"/>
                </a:tc>
                <a:tc gridSpan="2">
                  <a:txBody>
                    <a:bodyPr/>
                    <a:lstStyle/>
                    <a:p>
                      <a:r>
                        <a:rPr lang="en-US" sz="1800" dirty="0"/>
                        <a:t>Release</a:t>
                      </a:r>
                    </a:p>
                  </a:txBody>
                  <a:tcPr marT="45733" marB="45733"/>
                </a:tc>
                <a:tc hMerge="1">
                  <a:txBody>
                    <a:bodyPr/>
                    <a:lstStyle/>
                    <a:p>
                      <a:endParaRPr lang="en-US"/>
                    </a:p>
                  </a:txBody>
                  <a:tcPr/>
                </a:tc>
                <a:extLst>
                  <a:ext uri="{0D108BD9-81ED-4DB2-BD59-A6C34878D82A}">
                    <a16:rowId xmlns:a16="http://schemas.microsoft.com/office/drawing/2014/main" val="10001"/>
                  </a:ext>
                </a:extLst>
              </a:tr>
              <a:tr h="370944">
                <a:tc>
                  <a:txBody>
                    <a:bodyPr/>
                    <a:lstStyle/>
                    <a:p>
                      <a:r>
                        <a:rPr lang="en-US" sz="1800" dirty="0"/>
                        <a:t>26</a:t>
                      </a:r>
                    </a:p>
                  </a:txBody>
                  <a:tcPr marT="45733" marB="45733"/>
                </a:tc>
                <a:tc>
                  <a:txBody>
                    <a:bodyPr/>
                    <a:lstStyle/>
                    <a:p>
                      <a:r>
                        <a:rPr lang="en-US" sz="1800" dirty="0"/>
                        <a:t>2</a:t>
                      </a:r>
                    </a:p>
                  </a:txBody>
                  <a:tcPr marT="45733" marB="45733"/>
                </a:tc>
                <a:tc>
                  <a:txBody>
                    <a:bodyPr/>
                    <a:lstStyle/>
                    <a:p>
                      <a:r>
                        <a:rPr lang="en-US" sz="1800" dirty="0"/>
                        <a:t>28</a:t>
                      </a:r>
                    </a:p>
                  </a:txBody>
                  <a:tcPr marT="45733" marB="45733"/>
                </a:tc>
                <a:extLst>
                  <a:ext uri="{0D108BD9-81ED-4DB2-BD59-A6C34878D82A}">
                    <a16:rowId xmlns:a16="http://schemas.microsoft.com/office/drawing/2014/main" val="10002"/>
                  </a:ext>
                </a:extLst>
              </a:tr>
            </a:tbl>
          </a:graphicData>
        </a:graphic>
      </p:graphicFrame>
      <p:cxnSp>
        <p:nvCxnSpPr>
          <p:cNvPr id="43" name="Straight Arrow Connector 42">
            <a:extLst>
              <a:ext uri="{FF2B5EF4-FFF2-40B4-BE49-F238E27FC236}">
                <a16:creationId xmlns:a16="http://schemas.microsoft.com/office/drawing/2014/main" id="{0E87DD0A-BCF2-9644-2534-6F7547509090}"/>
              </a:ext>
            </a:extLst>
          </p:cNvPr>
          <p:cNvCxnSpPr/>
          <p:nvPr/>
        </p:nvCxnSpPr>
        <p:spPr>
          <a:xfrm>
            <a:off x="1371600" y="2514600"/>
            <a:ext cx="9906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3554218-1048-8A4D-7F7D-3F3AA2FCAC63}"/>
              </a:ext>
            </a:extLst>
          </p:cNvPr>
          <p:cNvCxnSpPr/>
          <p:nvPr/>
        </p:nvCxnSpPr>
        <p:spPr>
          <a:xfrm flipV="1">
            <a:off x="1447800" y="4191000"/>
            <a:ext cx="5638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D0BD4DD-4590-23C0-8E37-FE66A8782CED}"/>
              </a:ext>
            </a:extLst>
          </p:cNvPr>
          <p:cNvCxnSpPr/>
          <p:nvPr/>
        </p:nvCxnSpPr>
        <p:spPr>
          <a:xfrm flipV="1">
            <a:off x="1524000" y="5638800"/>
            <a:ext cx="2971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15F074D-2F79-3FF2-2D88-C6876AFF73AE}"/>
              </a:ext>
            </a:extLst>
          </p:cNvPr>
          <p:cNvCxnSpPr/>
          <p:nvPr/>
        </p:nvCxnSpPr>
        <p:spPr>
          <a:xfrm flipV="1">
            <a:off x="5715000" y="4267200"/>
            <a:ext cx="13716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A7DD0AF-01C8-6357-1E56-EDB198B4B450}"/>
              </a:ext>
            </a:extLst>
          </p:cNvPr>
          <p:cNvCxnSpPr/>
          <p:nvPr/>
        </p:nvCxnSpPr>
        <p:spPr>
          <a:xfrm>
            <a:off x="3733800" y="2209800"/>
            <a:ext cx="1219200" cy="0"/>
          </a:xfrm>
          <a:prstGeom prst="straightConnector1">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8A810B8-4699-76A9-7AF0-1822ADEEA4DB}"/>
              </a:ext>
            </a:extLst>
          </p:cNvPr>
          <p:cNvCxnSpPr/>
          <p:nvPr/>
        </p:nvCxnSpPr>
        <p:spPr>
          <a:xfrm flipV="1">
            <a:off x="1371600" y="2209800"/>
            <a:ext cx="990600" cy="152400"/>
          </a:xfrm>
          <a:prstGeom prst="straightConnector1">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21FCE99-F8CB-A8DA-039C-2202B73F9928}"/>
              </a:ext>
            </a:extLst>
          </p:cNvPr>
          <p:cNvCxnSpPr/>
          <p:nvPr/>
        </p:nvCxnSpPr>
        <p:spPr>
          <a:xfrm>
            <a:off x="6400800" y="2133600"/>
            <a:ext cx="685800" cy="1371600"/>
          </a:xfrm>
          <a:prstGeom prst="straightConnector1">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6C851D1-2B01-85CE-7B34-5D1AFB726BE1}"/>
              </a:ext>
            </a:extLst>
          </p:cNvPr>
          <p:cNvCxnSpPr/>
          <p:nvPr/>
        </p:nvCxnSpPr>
        <p:spPr>
          <a:xfrm>
            <a:off x="3810000" y="3505200"/>
            <a:ext cx="3276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A6624F-03E8-E5D8-DC73-96CB28B83F07}"/>
              </a:ext>
            </a:extLst>
          </p:cNvPr>
          <p:cNvSpPr>
            <a:spLocks noGrp="1"/>
          </p:cNvSpPr>
          <p:nvPr>
            <p:ph idx="1"/>
          </p:nvPr>
        </p:nvSpPr>
        <p:spPr>
          <a:xfrm>
            <a:off x="304800" y="1493838"/>
            <a:ext cx="8229600" cy="4525962"/>
          </a:xfrm>
        </p:spPr>
        <p:txBody>
          <a:bodyPr/>
          <a:lstStyle/>
          <a:p>
            <a:pPr marL="342900" lvl="1" indent="-342900" fontAlgn="base">
              <a:spcAft>
                <a:spcPct val="0"/>
              </a:spcAft>
              <a:buClr>
                <a:srgbClr val="101141"/>
              </a:buClr>
              <a:buFont typeface="Arial" charset="0"/>
              <a:buNone/>
              <a:defRPr/>
            </a:pPr>
            <a:r>
              <a:rPr lang="en-US" sz="3600" dirty="0">
                <a:latin typeface="Arial" charset="0"/>
                <a:cs typeface="Arial" charset="0"/>
              </a:rPr>
              <a:t>CP</a:t>
            </a:r>
            <a:r>
              <a:rPr lang="en-US" sz="3600" dirty="0">
                <a:solidFill>
                  <a:schemeClr val="accent6"/>
                </a:solidFill>
                <a:latin typeface="Arial" charset="0"/>
                <a:cs typeface="Arial" charset="0"/>
              </a:rPr>
              <a:t>: 1-4-6-8</a:t>
            </a:r>
          </a:p>
          <a:p>
            <a:pPr marL="342900" lvl="1" indent="-342900" fontAlgn="base">
              <a:spcAft>
                <a:spcPct val="0"/>
              </a:spcAft>
              <a:buClr>
                <a:srgbClr val="101141"/>
              </a:buClr>
              <a:buFont typeface="Arial" charset="0"/>
              <a:buNone/>
              <a:defRPr/>
            </a:pPr>
            <a:r>
              <a:rPr lang="el-GR" sz="3600" dirty="0">
                <a:latin typeface="Arial" charset="0"/>
                <a:cs typeface="Arial" charset="0"/>
              </a:rPr>
              <a:t>σ</a:t>
            </a:r>
            <a:r>
              <a:rPr lang="id-ID" sz="1400" dirty="0">
                <a:latin typeface="Arial" charset="0"/>
                <a:cs typeface="Arial" charset="0"/>
              </a:rPr>
              <a:t>T</a:t>
            </a:r>
            <a:r>
              <a:rPr lang="id-ID" sz="1400" baseline="-25000" dirty="0">
                <a:latin typeface="Arial" charset="0"/>
                <a:cs typeface="Arial" charset="0"/>
              </a:rPr>
              <a:t>E</a:t>
            </a:r>
            <a:r>
              <a:rPr lang="id-ID" sz="1200" dirty="0">
                <a:latin typeface="Arial" charset="0"/>
                <a:cs typeface="Arial" charset="0"/>
              </a:rPr>
              <a:t> </a:t>
            </a:r>
            <a:r>
              <a:rPr lang="id-ID" dirty="0">
                <a:latin typeface="Arial" charset="0"/>
                <a:cs typeface="Arial" charset="0"/>
              </a:rPr>
              <a:t>= </a:t>
            </a:r>
            <a:r>
              <a:rPr lang="id-ID" sz="4400" dirty="0">
                <a:latin typeface="Arial" charset="0"/>
                <a:cs typeface="Arial" charset="0"/>
              </a:rPr>
              <a:t>√</a:t>
            </a:r>
            <a:r>
              <a:rPr lang="id-ID" dirty="0">
                <a:latin typeface="Arial" charset="0"/>
                <a:cs typeface="Arial" charset="0"/>
              </a:rPr>
              <a:t> </a:t>
            </a:r>
            <a:r>
              <a:rPr lang="id-ID" sz="2000" dirty="0">
                <a:latin typeface="Arial" charset="0"/>
                <a:cs typeface="Arial" charset="0"/>
              </a:rPr>
              <a:t>∑</a:t>
            </a:r>
            <a:r>
              <a:rPr lang="id-ID" dirty="0">
                <a:latin typeface="Arial" charset="0"/>
                <a:cs typeface="Arial" charset="0"/>
              </a:rPr>
              <a:t> </a:t>
            </a:r>
            <a:r>
              <a:rPr lang="id-ID" sz="2800" dirty="0">
                <a:latin typeface="Arial" charset="0"/>
                <a:cs typeface="Arial" charset="0"/>
              </a:rPr>
              <a:t>(</a:t>
            </a:r>
            <a:r>
              <a:rPr lang="el-GR" sz="2400" dirty="0">
                <a:latin typeface="Arial" charset="0"/>
                <a:cs typeface="Arial" charset="0"/>
              </a:rPr>
              <a:t>σ</a:t>
            </a:r>
            <a:r>
              <a:rPr lang="id-ID" dirty="0">
                <a:latin typeface="Arial" charset="0"/>
                <a:cs typeface="Arial" charset="0"/>
              </a:rPr>
              <a:t>t</a:t>
            </a:r>
            <a:r>
              <a:rPr lang="id-ID" baseline="-25000" dirty="0">
                <a:latin typeface="Arial" charset="0"/>
                <a:cs typeface="Arial" charset="0"/>
              </a:rPr>
              <a:t>e</a:t>
            </a:r>
            <a:r>
              <a:rPr lang="id-ID" sz="1200" dirty="0">
                <a:latin typeface="Arial" charset="0"/>
                <a:cs typeface="Arial" charset="0"/>
              </a:rPr>
              <a:t> </a:t>
            </a:r>
            <a:r>
              <a:rPr lang="id-ID" sz="2800" dirty="0">
                <a:latin typeface="Arial" charset="0"/>
                <a:cs typeface="Arial" charset="0"/>
              </a:rPr>
              <a:t>)</a:t>
            </a:r>
            <a:r>
              <a:rPr lang="id-ID" sz="3200" dirty="0">
                <a:latin typeface="Arial" charset="0"/>
                <a:cs typeface="Arial" charset="0"/>
              </a:rPr>
              <a:t>²</a:t>
            </a:r>
            <a:r>
              <a:rPr lang="en-US" sz="3200" dirty="0">
                <a:latin typeface="Arial" charset="0"/>
                <a:cs typeface="Arial" charset="0"/>
              </a:rPr>
              <a:t>  = </a:t>
            </a:r>
            <a:r>
              <a:rPr lang="id-ID" sz="3200" dirty="0">
                <a:latin typeface="Arial" charset="0"/>
                <a:cs typeface="Arial" charset="0"/>
              </a:rPr>
              <a:t>√</a:t>
            </a:r>
            <a:r>
              <a:rPr lang="en-US" sz="3200" dirty="0">
                <a:latin typeface="Arial" charset="0"/>
                <a:cs typeface="Arial" charset="0"/>
              </a:rPr>
              <a:t>3+2+10+1 =  </a:t>
            </a:r>
            <a:r>
              <a:rPr lang="id-ID" sz="3200" dirty="0">
                <a:latin typeface="Arial" charset="0"/>
                <a:cs typeface="Arial" charset="0"/>
              </a:rPr>
              <a:t>√</a:t>
            </a:r>
            <a:r>
              <a:rPr lang="en-US" sz="3200" dirty="0">
                <a:latin typeface="Arial" charset="0"/>
                <a:cs typeface="Arial" charset="0"/>
              </a:rPr>
              <a:t> 16 = 4</a:t>
            </a:r>
          </a:p>
          <a:p>
            <a:pPr marL="342900" lvl="1" indent="-342900" fontAlgn="base">
              <a:spcAft>
                <a:spcPct val="0"/>
              </a:spcAft>
              <a:buClr>
                <a:srgbClr val="101141"/>
              </a:buClr>
              <a:buFont typeface="Arial" charset="0"/>
              <a:buNone/>
              <a:defRPr/>
            </a:pPr>
            <a:endParaRPr lang="en-US" sz="3200" dirty="0">
              <a:latin typeface="Arial" charset="0"/>
              <a:cs typeface="Arial" charset="0"/>
            </a:endParaRPr>
          </a:p>
          <a:p>
            <a:pPr marL="342900" lvl="1" indent="-342900" fontAlgn="base">
              <a:spcAft>
                <a:spcPct val="0"/>
              </a:spcAft>
              <a:buClr>
                <a:srgbClr val="101141"/>
              </a:buClr>
              <a:buFont typeface="Arial" charset="0"/>
              <a:buNone/>
              <a:defRPr/>
            </a:pPr>
            <a:r>
              <a:rPr lang="en-US" sz="3200" dirty="0">
                <a:latin typeface="Arial" charset="0"/>
                <a:cs typeface="Arial" charset="0"/>
              </a:rPr>
              <a:t>Z =    </a:t>
            </a:r>
            <a:r>
              <a:rPr lang="en-US" sz="3200" u="sng" dirty="0">
                <a:latin typeface="Arial" charset="0"/>
                <a:cs typeface="Arial" charset="0"/>
              </a:rPr>
              <a:t>T</a:t>
            </a:r>
            <a:r>
              <a:rPr lang="en-US" u="sng" dirty="0">
                <a:latin typeface="Arial" charset="0"/>
                <a:cs typeface="Arial" charset="0"/>
              </a:rPr>
              <a:t>S</a:t>
            </a:r>
            <a:r>
              <a:rPr lang="en-US" sz="3200" u="sng" dirty="0">
                <a:latin typeface="Arial" charset="0"/>
                <a:cs typeface="Arial" charset="0"/>
              </a:rPr>
              <a:t> – T</a:t>
            </a:r>
            <a:r>
              <a:rPr lang="en-US" u="sng" dirty="0">
                <a:latin typeface="Arial" charset="0"/>
                <a:cs typeface="Arial" charset="0"/>
              </a:rPr>
              <a:t>E</a:t>
            </a:r>
            <a:r>
              <a:rPr lang="en-US" sz="3200" u="sng" dirty="0">
                <a:latin typeface="Arial" charset="0"/>
                <a:cs typeface="Arial" charset="0"/>
              </a:rPr>
              <a:t>  </a:t>
            </a:r>
            <a:r>
              <a:rPr lang="en-US" sz="3200" dirty="0">
                <a:latin typeface="Arial" charset="0"/>
                <a:cs typeface="Arial" charset="0"/>
              </a:rPr>
              <a:t>= </a:t>
            </a:r>
            <a:r>
              <a:rPr lang="en-US" sz="3200" u="sng" dirty="0">
                <a:latin typeface="Arial" charset="0"/>
                <a:cs typeface="Arial" charset="0"/>
              </a:rPr>
              <a:t>25 - 28  </a:t>
            </a:r>
            <a:r>
              <a:rPr lang="en-US" sz="3200" dirty="0">
                <a:latin typeface="Arial" charset="0"/>
                <a:cs typeface="Arial" charset="0"/>
              </a:rPr>
              <a:t>= - 0.75</a:t>
            </a:r>
            <a:endParaRPr lang="id-ID" sz="3200" dirty="0">
              <a:latin typeface="Arial" charset="0"/>
              <a:cs typeface="Arial" charset="0"/>
            </a:endParaRPr>
          </a:p>
          <a:p>
            <a:pPr fontAlgn="base">
              <a:spcAft>
                <a:spcPct val="0"/>
              </a:spcAft>
              <a:defRPr/>
            </a:pPr>
            <a:r>
              <a:rPr lang="en-US" dirty="0">
                <a:latin typeface="Arial" charset="0"/>
                <a:cs typeface="Arial" charset="0"/>
              </a:rPr>
              <a:t>                  </a:t>
            </a:r>
            <a:r>
              <a:rPr lang="el-GR" dirty="0">
                <a:latin typeface="Arial" charset="0"/>
                <a:cs typeface="Arial" charset="0"/>
              </a:rPr>
              <a:t>σ</a:t>
            </a:r>
            <a:r>
              <a:rPr lang="id-ID" sz="1600" baseline="-25000" dirty="0">
                <a:latin typeface="Arial" charset="0"/>
                <a:cs typeface="Arial" charset="0"/>
              </a:rPr>
              <a:t>T</a:t>
            </a:r>
            <a:r>
              <a:rPr lang="id-ID" sz="1400" baseline="-25000" dirty="0">
                <a:latin typeface="Arial" charset="0"/>
                <a:cs typeface="Arial" charset="0"/>
              </a:rPr>
              <a:t>E</a:t>
            </a:r>
            <a:r>
              <a:rPr lang="en-US" sz="1800" baseline="-25000" dirty="0">
                <a:latin typeface="Arial" charset="0"/>
                <a:cs typeface="Arial" charset="0"/>
              </a:rPr>
              <a:t>                                     </a:t>
            </a:r>
            <a:r>
              <a:rPr lang="id-ID" dirty="0">
                <a:latin typeface="Arial" charset="0"/>
                <a:cs typeface="Arial" charset="0"/>
              </a:rPr>
              <a:t>√</a:t>
            </a:r>
            <a:r>
              <a:rPr lang="en-US" dirty="0">
                <a:latin typeface="Arial" charset="0"/>
                <a:cs typeface="Arial" charset="0"/>
              </a:rPr>
              <a:t>16 </a:t>
            </a:r>
          </a:p>
          <a:p>
            <a:pPr fontAlgn="base">
              <a:spcAft>
                <a:spcPct val="0"/>
              </a:spcAft>
              <a:defRPr/>
            </a:pPr>
            <a:endParaRPr lang="en-US" dirty="0">
              <a:latin typeface="Arial" charset="0"/>
              <a:cs typeface="Arial" charset="0"/>
            </a:endParaRPr>
          </a:p>
          <a:p>
            <a:pPr fontAlgn="base">
              <a:spcAft>
                <a:spcPct val="0"/>
              </a:spcAft>
              <a:defRPr/>
            </a:pPr>
            <a:r>
              <a:rPr lang="en-US" dirty="0">
                <a:latin typeface="Arial" charset="0"/>
                <a:cs typeface="Arial" charset="0"/>
              </a:rPr>
              <a:t>P = 0.2275 (22.75 percent)</a:t>
            </a:r>
          </a:p>
          <a:p>
            <a:pPr>
              <a:defRPr/>
            </a:pPr>
            <a:endParaRPr lang="en-US" dirty="0"/>
          </a:p>
        </p:txBody>
      </p:sp>
      <p:sp>
        <p:nvSpPr>
          <p:cNvPr id="3" name="Content Placeholder 2">
            <a:extLst>
              <a:ext uri="{FF2B5EF4-FFF2-40B4-BE49-F238E27FC236}">
                <a16:creationId xmlns:a16="http://schemas.microsoft.com/office/drawing/2014/main" id="{A3376C78-573E-9692-8B01-EB56CBD4BF53}"/>
              </a:ext>
            </a:extLst>
          </p:cNvPr>
          <p:cNvSpPr>
            <a:spLocks noGrp="1"/>
          </p:cNvSpPr>
          <p:nvPr>
            <p:ph sz="quarter" idx="10"/>
          </p:nvPr>
        </p:nvSpPr>
        <p:spPr/>
        <p:txBody>
          <a:bodyPr/>
          <a:lstStyle/>
          <a:p>
            <a:pPr>
              <a:buFont typeface="Arial" charset="0"/>
              <a:buNone/>
              <a:defRPr/>
            </a:pPr>
            <a:r>
              <a:rPr lang="en-US" dirty="0"/>
              <a:t>A-O-N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258B968F-BC54-39CE-8EC1-3E520D35DB3F}"/>
              </a:ext>
            </a:extLst>
          </p:cNvPr>
          <p:cNvSpPr>
            <a:spLocks noGrp="1"/>
          </p:cNvSpPr>
          <p:nvPr>
            <p:ph idx="1"/>
          </p:nvPr>
        </p:nvSpPr>
        <p:spPr>
          <a:xfrm>
            <a:off x="304800" y="1493838"/>
            <a:ext cx="8229600" cy="4525962"/>
          </a:xfrm>
        </p:spPr>
        <p:txBody>
          <a:bodyPr/>
          <a:lstStyle/>
          <a:p>
            <a:pPr fontAlgn="base">
              <a:spcAft>
                <a:spcPct val="0"/>
              </a:spcAft>
              <a:defRPr/>
            </a:pPr>
            <a:endParaRPr lang="en-US" altLang="en-US" dirty="0"/>
          </a:p>
          <a:p>
            <a:pPr fontAlgn="base">
              <a:spcAft>
                <a:spcPct val="0"/>
              </a:spcAft>
              <a:defRPr/>
            </a:pPr>
            <a:endParaRPr lang="en-US" altLang="en-US" dirty="0"/>
          </a:p>
          <a:p>
            <a:pPr fontAlgn="base">
              <a:spcAft>
                <a:spcPct val="0"/>
              </a:spcAft>
              <a:defRPr/>
            </a:pPr>
            <a:endParaRPr lang="en-US" altLang="en-US" dirty="0"/>
          </a:p>
          <a:p>
            <a:pPr algn="ctr" fontAlgn="base">
              <a:spcAft>
                <a:spcPct val="0"/>
              </a:spcAft>
              <a:defRPr/>
            </a:pPr>
            <a:r>
              <a:rPr lang="en-US" altLang="en-US" sz="9600" dirty="0">
                <a:solidFill>
                  <a:srgbClr val="00B050"/>
                </a:solidFill>
              </a:rPr>
              <a:t>Thank You!</a:t>
            </a:r>
          </a:p>
          <a:p>
            <a:pPr algn="ctr" fontAlgn="base">
              <a:spcAft>
                <a:spcPct val="0"/>
              </a:spcAft>
              <a:defRPr/>
            </a:pPr>
            <a:r>
              <a:rPr lang="en-US" altLang="en-US" dirty="0">
                <a:solidFill>
                  <a:schemeClr val="accent3">
                    <a:lumMod val="50000"/>
                  </a:schemeClr>
                </a:solidFill>
              </a:rPr>
              <a:t>M K </a:t>
            </a:r>
            <a:r>
              <a:rPr lang="en-US" altLang="en-US" dirty="0" err="1">
                <a:solidFill>
                  <a:schemeClr val="accent3">
                    <a:lumMod val="50000"/>
                  </a:schemeClr>
                </a:solidFill>
              </a:rPr>
              <a:t>Hamirwasia</a:t>
            </a:r>
            <a:endParaRPr lang="en-US" altLang="en-US" dirty="0">
              <a:solidFill>
                <a:schemeClr val="accent3">
                  <a:lumMod val="50000"/>
                </a:schemeClr>
              </a:solidFill>
            </a:endParaRPr>
          </a:p>
          <a:p>
            <a:pPr algn="ctr" fontAlgn="base">
              <a:spcAft>
                <a:spcPct val="0"/>
              </a:spcAft>
              <a:defRPr/>
            </a:pPr>
            <a:endParaRPr lang="en-US" altLang="en-US" dirty="0">
              <a:solidFill>
                <a:schemeClr val="accent3">
                  <a:lumMod val="50000"/>
                </a:schemeClr>
              </a:solidFill>
            </a:endParaRPr>
          </a:p>
        </p:txBody>
      </p:sp>
      <p:sp>
        <p:nvSpPr>
          <p:cNvPr id="3" name="Content Placeholder 2">
            <a:extLst>
              <a:ext uri="{FF2B5EF4-FFF2-40B4-BE49-F238E27FC236}">
                <a16:creationId xmlns:a16="http://schemas.microsoft.com/office/drawing/2014/main" id="{1621672A-7FFF-DA25-CF7B-8EC0FD3A3F02}"/>
              </a:ext>
            </a:extLst>
          </p:cNvPr>
          <p:cNvSpPr>
            <a:spLocks noGrp="1"/>
          </p:cNvSpPr>
          <p:nvPr>
            <p:ph sz="quarter" idx="10"/>
          </p:nvPr>
        </p:nvSpPr>
        <p:spPr/>
        <p:txBody>
          <a:bodyPr/>
          <a:lstStyle/>
          <a:p>
            <a:pPr>
              <a:buFont typeface="Arial" charset="0"/>
              <a:buNone/>
              <a:defRPr/>
            </a:pPr>
            <a:r>
              <a:rPr lang="en-US" dirty="0"/>
              <a:t>Project Scheduling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8DC1C38A-FCBA-43FD-92EE-226D2D6D4E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B59A7-623A-40B2-AE7B-487B2CC131EF}">
  <ds:schemaRefs>
    <ds:schemaRef ds:uri="http://schemas.microsoft.com/sharepoint/v3/contenttype/forms"/>
  </ds:schemaRefs>
</ds:datastoreItem>
</file>

<file path=customXml/itemProps3.xml><?xml version="1.0" encoding="utf-8"?>
<ds:datastoreItem xmlns:ds="http://schemas.openxmlformats.org/officeDocument/2006/customXml" ds:itemID="{4ACE65C1-3005-446D-900C-794B1AC5F62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2253</TotalTime>
  <Words>1392</Words>
  <Application>Microsoft Office PowerPoint</Application>
  <PresentationFormat>On-screen Show (4:3)</PresentationFormat>
  <Paragraphs>462</Paragraphs>
  <Slides>42</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vt:lpstr>
      <vt:lpstr>Calibri</vt:lpstr>
      <vt:lpstr>Trebuchet MS</vt:lpstr>
      <vt:lpstr>Wingdings</vt:lpstr>
      <vt:lpstr>Wingdings 2</vt:lpstr>
      <vt:lpstr>Office Theme</vt:lpstr>
      <vt:lpstr>Microsoft Office Excel 97-2003 Worksheet</vt:lpstr>
      <vt:lpstr>                                                                                         Project Scheduling using CPM &amp; PERT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793</cp:revision>
  <dcterms:created xsi:type="dcterms:W3CDTF">2011-09-14T09:42:05Z</dcterms:created>
  <dcterms:modified xsi:type="dcterms:W3CDTF">2025-05-18T03:59:09Z</dcterms:modified>
</cp:coreProperties>
</file>